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3.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3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comment1.xml" ContentType="application/vnd.openxmlformats-officedocument.presentationml.comments+xml"/>
  <Override PartName="/ppt/notesSlides/notesSlide12.xml" ContentType="application/vnd.openxmlformats-officedocument.presentationml.notesSlide+xml"/>
  <Override PartName="/ppt/comments/comment2.xml" ContentType="application/vnd.openxmlformats-officedocument.presentationml.comment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60" r:id="rId5"/>
    <p:sldMasterId id="2147483689" r:id="rId6"/>
  </p:sldMasterIdLst>
  <p:notesMasterIdLst>
    <p:notesMasterId r:id="rId25"/>
  </p:notesMasterIdLst>
  <p:sldIdLst>
    <p:sldId id="256" r:id="rId7"/>
    <p:sldId id="2147469349" r:id="rId8"/>
    <p:sldId id="2147469249" r:id="rId9"/>
    <p:sldId id="2147376041" r:id="rId10"/>
    <p:sldId id="2147327860" r:id="rId11"/>
    <p:sldId id="2076137775" r:id="rId12"/>
    <p:sldId id="417" r:id="rId13"/>
    <p:sldId id="10417" r:id="rId14"/>
    <p:sldId id="336" r:id="rId15"/>
    <p:sldId id="2147469347" r:id="rId16"/>
    <p:sldId id="2096" r:id="rId17"/>
    <p:sldId id="1386" r:id="rId18"/>
    <p:sldId id="11291" r:id="rId19"/>
    <p:sldId id="7522" r:id="rId20"/>
    <p:sldId id="2147327839" r:id="rId21"/>
    <p:sldId id="1081" r:id="rId22"/>
    <p:sldId id="2141412189" r:id="rId23"/>
    <p:sldId id="1110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aghunathaChari, Ashwin" initials="RA" lastIdx="4" clrIdx="0">
    <p:extLst>
      <p:ext uri="{19B8F6BF-5375-455C-9EA6-DF929625EA0E}">
        <p15:presenceInfo xmlns:p15="http://schemas.microsoft.com/office/powerpoint/2012/main" userId="S::ashwin.raghunathachari@capgemini.com::610eb6a5-864d-433e-a2b4-035483ad4d0a" providerId="AD"/>
      </p:ext>
    </p:extLst>
  </p:cmAuthor>
  <p:cmAuthor id="2" name="Anantapur Guggila, Keerthi" initials="AK" lastIdx="2" clrIdx="1">
    <p:extLst>
      <p:ext uri="{19B8F6BF-5375-455C-9EA6-DF929625EA0E}">
        <p15:presenceInfo xmlns:p15="http://schemas.microsoft.com/office/powerpoint/2012/main" userId="S::keerthi.anantapur-guggila@capgemini.com::23231f96-628e-4d5d-8bbd-6c9013c47c92" providerId="AD"/>
      </p:ext>
    </p:extLst>
  </p:cmAuthor>
  <p:cmAuthor id="3" name="Eethamakula, Manikanta" initials="EM" lastIdx="2" clrIdx="2">
    <p:extLst>
      <p:ext uri="{19B8F6BF-5375-455C-9EA6-DF929625EA0E}">
        <p15:presenceInfo xmlns:p15="http://schemas.microsoft.com/office/powerpoint/2012/main" userId="S::manikanta.eethamakula@capgemini.com::f38d6e1c-49ab-4c2e-961a-fae1c07a5a9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0"/>
    <p:restoredTop sz="95781"/>
  </p:normalViewPr>
  <p:slideViewPr>
    <p:cSldViewPr snapToGrid="0">
      <p:cViewPr varScale="1">
        <p:scale>
          <a:sx n="62" d="100"/>
          <a:sy n="62" d="100"/>
        </p:scale>
        <p:origin x="412" y="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dla, Natraj" userId="1b097815-ad51-435d-a557-eb69be7a0b69" providerId="ADAL" clId="{59FF71FF-05C5-4C9C-9F15-A9BA4F355E10}"/>
    <pc:docChg chg="modSld sldOrd">
      <pc:chgData name="Gudla, Natraj" userId="1b097815-ad51-435d-a557-eb69be7a0b69" providerId="ADAL" clId="{59FF71FF-05C5-4C9C-9F15-A9BA4F355E10}" dt="2024-03-12T09:23:06.621" v="1"/>
      <pc:docMkLst>
        <pc:docMk/>
      </pc:docMkLst>
      <pc:sldChg chg="ord">
        <pc:chgData name="Gudla, Natraj" userId="1b097815-ad51-435d-a557-eb69be7a0b69" providerId="ADAL" clId="{59FF71FF-05C5-4C9C-9F15-A9BA4F355E10}" dt="2024-03-12T09:23:06.621" v="1"/>
        <pc:sldMkLst>
          <pc:docMk/>
          <pc:sldMk cId="1703770413" sldId="10417"/>
        </pc:sldMkLst>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1" dt="2022-04-02T16:17:37.046" idx="3">
    <p:pos x="10" y="10"/>
    <p:text>[@Jagannathan, Sriram] [@Prabhakar, Vaidyanath] please review slides 18 19 20</p:text>
    <p:extLst>
      <p:ext uri="{C676402C-5697-4E1C-873F-D02D1690AC5C}">
        <p15:threadingInfo xmlns:p15="http://schemas.microsoft.com/office/powerpoint/2012/main" timeZoneBias="-33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2-04-02T16:19:06.632" idx="4">
    <p:pos x="3784" y="3501"/>
    <p:text>[@Eethamakula, Manikanta] [@Anantapur Guggila, Keerthi] - please review this slide</p:text>
    <p:extLst>
      <p:ext uri="{C676402C-5697-4E1C-873F-D02D1690AC5C}">
        <p15:threadingInfo xmlns:p15="http://schemas.microsoft.com/office/powerpoint/2012/main" timeZoneBias="-330"/>
      </p:ext>
    </p:extLst>
  </p:cm>
  <p:cm authorId="2" dt="2022-04-02T23:52:43.958" idx="2">
    <p:pos x="3784" y="3637"/>
    <p:text>[@RaghunathaChari, Ashwin] Added last point under Activities and Deliverables.</p:text>
    <p:extLst>
      <p:ext uri="{C676402C-5697-4E1C-873F-D02D1690AC5C}">
        <p15:threadingInfo xmlns:p15="http://schemas.microsoft.com/office/powerpoint/2012/main" timeZoneBias="420">
          <p15:parentCm authorId="1" idx="4"/>
        </p15:threadingInfo>
      </p:ext>
    </p:extLst>
  </p:cm>
  <p:cm authorId="3" dt="2022-04-04T12:09:58.428" idx="2">
    <p:pos x="3784" y="3597"/>
    <p:text>[@RaghunathaChari, Ashwin] : Updated one point "Data Mapping between Portals, Third Party /Venodr and Guidewire Suite" and Added Team "DevOps"</p:text>
    <p:extLst>
      <p:ext uri="{C676402C-5697-4E1C-873F-D02D1690AC5C}">
        <p15:threadingInfo xmlns:p15="http://schemas.microsoft.com/office/powerpoint/2012/main" timeZoneBias="-330">
          <p15:parentCm authorId="1" idx="4"/>
        </p15:threadingInfo>
      </p:ext>
    </p:extLst>
  </p:cm>
</p: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8C33457-F3BE-43DD-B796-CAB7C9A812BA}" type="doc">
      <dgm:prSet loTypeId="urn:microsoft.com/office/officeart/2005/8/layout/cycle1" loCatId="cycle" qsTypeId="urn:microsoft.com/office/officeart/2005/8/quickstyle/simple1" qsCatId="simple" csTypeId="urn:microsoft.com/office/officeart/2005/8/colors/accent1_2" csCatId="accent1" phldr="1"/>
      <dgm:spPr/>
      <dgm:t>
        <a:bodyPr/>
        <a:lstStyle/>
        <a:p>
          <a:endParaRPr lang="en-IN"/>
        </a:p>
      </dgm:t>
    </dgm:pt>
    <dgm:pt modelId="{CF9B4F19-5409-4C2C-B93D-60C334D26F15}">
      <dgm:prSet phldrT="[Text]" custT="1"/>
      <dgm:spPr/>
      <dgm:t>
        <a:bodyPr/>
        <a:lstStyle/>
        <a:p>
          <a:r>
            <a:rPr lang="en-IN" sz="600" kern="1200">
              <a:solidFill>
                <a:prstClr val="black">
                  <a:hueOff val="0"/>
                  <a:satOff val="0"/>
                  <a:lumOff val="0"/>
                  <a:alphaOff val="0"/>
                </a:prstClr>
              </a:solidFill>
              <a:latin typeface="+mj-lt"/>
              <a:ea typeface="+mn-ea"/>
              <a:cs typeface="+mn-cs"/>
            </a:rPr>
            <a:t>Build</a:t>
          </a:r>
        </a:p>
      </dgm:t>
    </dgm:pt>
    <dgm:pt modelId="{0DB695F9-42D0-45E5-BF96-3AA68D84896D}" type="parTrans" cxnId="{8D746F9D-747A-4D60-980D-318BA6437A90}">
      <dgm:prSet/>
      <dgm:spPr/>
      <dgm:t>
        <a:bodyPr/>
        <a:lstStyle/>
        <a:p>
          <a:endParaRPr lang="en-IN" sz="600">
            <a:latin typeface="+mj-lt"/>
          </a:endParaRPr>
        </a:p>
      </dgm:t>
    </dgm:pt>
    <dgm:pt modelId="{B5E7029E-A88C-42F6-8922-C4450E510D0D}" type="sibTrans" cxnId="{8D746F9D-747A-4D60-980D-318BA6437A90}">
      <dgm:prSet/>
      <dgm:spPr/>
      <dgm:t>
        <a:bodyPr/>
        <a:lstStyle/>
        <a:p>
          <a:endParaRPr lang="en-IN" sz="600">
            <a:latin typeface="+mj-lt"/>
          </a:endParaRPr>
        </a:p>
      </dgm:t>
    </dgm:pt>
    <dgm:pt modelId="{CF2693B7-F373-469C-AB5B-38669C6D6D26}">
      <dgm:prSet phldrT="[Text]" custT="1"/>
      <dgm:spPr/>
      <dgm:t>
        <a:bodyPr/>
        <a:lstStyle/>
        <a:p>
          <a:r>
            <a:rPr lang="en-IN" sz="600">
              <a:latin typeface="+mj-lt"/>
            </a:rPr>
            <a:t>QA</a:t>
          </a:r>
        </a:p>
      </dgm:t>
    </dgm:pt>
    <dgm:pt modelId="{9BEAD36E-E7CE-49E5-BF1E-BA9BEB8E05F1}" type="parTrans" cxnId="{D57A742C-B323-48E4-A2E3-ACE659602565}">
      <dgm:prSet/>
      <dgm:spPr/>
      <dgm:t>
        <a:bodyPr/>
        <a:lstStyle/>
        <a:p>
          <a:endParaRPr lang="en-IN" sz="600">
            <a:latin typeface="+mj-lt"/>
          </a:endParaRPr>
        </a:p>
      </dgm:t>
    </dgm:pt>
    <dgm:pt modelId="{C817A1BD-1983-44A6-BD0F-A8E241C050A9}" type="sibTrans" cxnId="{D57A742C-B323-48E4-A2E3-ACE659602565}">
      <dgm:prSet/>
      <dgm:spPr/>
      <dgm:t>
        <a:bodyPr/>
        <a:lstStyle/>
        <a:p>
          <a:endParaRPr lang="en-IN" sz="600">
            <a:latin typeface="+mj-lt"/>
          </a:endParaRPr>
        </a:p>
      </dgm:t>
    </dgm:pt>
    <dgm:pt modelId="{6627ECC9-0D34-41E6-929A-A4F25E8F5693}">
      <dgm:prSet phldrT="[Text]" custT="1"/>
      <dgm:spPr/>
      <dgm:t>
        <a:bodyPr/>
        <a:lstStyle/>
        <a:p>
          <a:r>
            <a:rPr lang="en-IN" sz="400">
              <a:latin typeface="+mj-lt"/>
            </a:rPr>
            <a:t>Evaluate</a:t>
          </a:r>
        </a:p>
      </dgm:t>
    </dgm:pt>
    <dgm:pt modelId="{1302A74E-D4AF-4010-8251-C2B01A6DE87D}" type="parTrans" cxnId="{D6079D78-3425-4FD0-B5FB-A387CE7D18AE}">
      <dgm:prSet/>
      <dgm:spPr/>
      <dgm:t>
        <a:bodyPr/>
        <a:lstStyle/>
        <a:p>
          <a:endParaRPr lang="en-IN" sz="600">
            <a:latin typeface="+mj-lt"/>
          </a:endParaRPr>
        </a:p>
      </dgm:t>
    </dgm:pt>
    <dgm:pt modelId="{04B140AB-FC50-4F67-9530-7644D8CC3680}" type="sibTrans" cxnId="{D6079D78-3425-4FD0-B5FB-A387CE7D18AE}">
      <dgm:prSet/>
      <dgm:spPr/>
      <dgm:t>
        <a:bodyPr/>
        <a:lstStyle/>
        <a:p>
          <a:endParaRPr lang="en-IN" sz="600">
            <a:latin typeface="+mj-lt"/>
          </a:endParaRPr>
        </a:p>
      </dgm:t>
    </dgm:pt>
    <dgm:pt modelId="{750D6FEA-2742-4A86-A3F0-D94FAC17690C}">
      <dgm:prSet phldrT="[Text]" custT="1"/>
      <dgm:spPr/>
      <dgm:t>
        <a:bodyPr/>
        <a:lstStyle/>
        <a:p>
          <a:r>
            <a:rPr lang="en-IN" sz="600">
              <a:latin typeface="+mj-lt"/>
            </a:rPr>
            <a:t>Plan</a:t>
          </a:r>
        </a:p>
      </dgm:t>
    </dgm:pt>
    <dgm:pt modelId="{6F2BD1D4-5567-4695-ADF5-551AAB5E0963}" type="parTrans" cxnId="{EA3FE4F0-F747-428E-B065-E4373A77DCA4}">
      <dgm:prSet/>
      <dgm:spPr/>
      <dgm:t>
        <a:bodyPr/>
        <a:lstStyle/>
        <a:p>
          <a:endParaRPr lang="en-IN" sz="600">
            <a:latin typeface="+mj-lt"/>
          </a:endParaRPr>
        </a:p>
      </dgm:t>
    </dgm:pt>
    <dgm:pt modelId="{ED435A0D-D36E-4C08-8DD4-158182F5ED31}" type="sibTrans" cxnId="{EA3FE4F0-F747-428E-B065-E4373A77DCA4}">
      <dgm:prSet/>
      <dgm:spPr/>
      <dgm:t>
        <a:bodyPr/>
        <a:lstStyle/>
        <a:p>
          <a:endParaRPr lang="en-IN" sz="600">
            <a:latin typeface="+mj-lt"/>
          </a:endParaRPr>
        </a:p>
      </dgm:t>
    </dgm:pt>
    <dgm:pt modelId="{6165614F-98F3-4F93-8231-99D171341CC3}">
      <dgm:prSet phldrT="[Text]" custT="1"/>
      <dgm:spPr/>
      <dgm:t>
        <a:bodyPr/>
        <a:lstStyle/>
        <a:p>
          <a:r>
            <a:rPr lang="en-IN" sz="600">
              <a:latin typeface="+mj-lt"/>
            </a:rPr>
            <a:t>Design</a:t>
          </a:r>
        </a:p>
      </dgm:t>
    </dgm:pt>
    <dgm:pt modelId="{A4EDA333-EEA7-461D-A6B8-511E71ACB6B5}" type="parTrans" cxnId="{F7E661BF-EFFB-407B-9DAC-BC33B4D1AC73}">
      <dgm:prSet/>
      <dgm:spPr/>
      <dgm:t>
        <a:bodyPr/>
        <a:lstStyle/>
        <a:p>
          <a:endParaRPr lang="en-IN" sz="600">
            <a:latin typeface="+mj-lt"/>
          </a:endParaRPr>
        </a:p>
      </dgm:t>
    </dgm:pt>
    <dgm:pt modelId="{AFD6FF7D-9627-4214-87D2-4FE130B3BC42}" type="sibTrans" cxnId="{F7E661BF-EFFB-407B-9DAC-BC33B4D1AC73}">
      <dgm:prSet/>
      <dgm:spPr/>
      <dgm:t>
        <a:bodyPr/>
        <a:lstStyle/>
        <a:p>
          <a:endParaRPr lang="en-IN" sz="600">
            <a:latin typeface="+mj-lt"/>
          </a:endParaRPr>
        </a:p>
      </dgm:t>
    </dgm:pt>
    <dgm:pt modelId="{FC919AA7-1A29-46D6-A351-051F6EE53743}" type="pres">
      <dgm:prSet presAssocID="{68C33457-F3BE-43DD-B796-CAB7C9A812BA}" presName="cycle" presStyleCnt="0">
        <dgm:presLayoutVars>
          <dgm:dir/>
          <dgm:resizeHandles val="exact"/>
        </dgm:presLayoutVars>
      </dgm:prSet>
      <dgm:spPr/>
    </dgm:pt>
    <dgm:pt modelId="{0423DF62-20C3-46B3-BB51-EE785AC41519}" type="pres">
      <dgm:prSet presAssocID="{CF9B4F19-5409-4C2C-B93D-60C334D26F15}" presName="dummy" presStyleCnt="0"/>
      <dgm:spPr/>
    </dgm:pt>
    <dgm:pt modelId="{97EF790D-6DDD-4595-BD46-D632B048999F}" type="pres">
      <dgm:prSet presAssocID="{CF9B4F19-5409-4C2C-B93D-60C334D26F15}" presName="node" presStyleLbl="revTx" presStyleIdx="0" presStyleCnt="5" custScaleX="162643">
        <dgm:presLayoutVars>
          <dgm:bulletEnabled val="1"/>
        </dgm:presLayoutVars>
      </dgm:prSet>
      <dgm:spPr/>
    </dgm:pt>
    <dgm:pt modelId="{AA76C661-5AEC-483E-B645-CF6B931DF5EC}" type="pres">
      <dgm:prSet presAssocID="{B5E7029E-A88C-42F6-8922-C4450E510D0D}" presName="sibTrans" presStyleLbl="node1" presStyleIdx="0" presStyleCnt="5"/>
      <dgm:spPr/>
    </dgm:pt>
    <dgm:pt modelId="{03401CB3-5AF6-47BD-8B20-90A12B0D9E25}" type="pres">
      <dgm:prSet presAssocID="{CF2693B7-F373-469C-AB5B-38669C6D6D26}" presName="dummy" presStyleCnt="0"/>
      <dgm:spPr/>
    </dgm:pt>
    <dgm:pt modelId="{1A84568C-35F9-4C75-962C-31EC86CCCB10}" type="pres">
      <dgm:prSet presAssocID="{CF2693B7-F373-469C-AB5B-38669C6D6D26}" presName="node" presStyleLbl="revTx" presStyleIdx="1" presStyleCnt="5">
        <dgm:presLayoutVars>
          <dgm:bulletEnabled val="1"/>
        </dgm:presLayoutVars>
      </dgm:prSet>
      <dgm:spPr/>
    </dgm:pt>
    <dgm:pt modelId="{BC4021E1-D316-4B72-85A6-0F576DB729B8}" type="pres">
      <dgm:prSet presAssocID="{C817A1BD-1983-44A6-BD0F-A8E241C050A9}" presName="sibTrans" presStyleLbl="node1" presStyleIdx="1" presStyleCnt="5"/>
      <dgm:spPr/>
    </dgm:pt>
    <dgm:pt modelId="{34AE16A0-2066-4074-B9B1-7BD3AD54ADE1}" type="pres">
      <dgm:prSet presAssocID="{6627ECC9-0D34-41E6-929A-A4F25E8F5693}" presName="dummy" presStyleCnt="0"/>
      <dgm:spPr/>
    </dgm:pt>
    <dgm:pt modelId="{5751093F-7177-48B3-B470-83C59EB4DCD6}" type="pres">
      <dgm:prSet presAssocID="{6627ECC9-0D34-41E6-929A-A4F25E8F5693}" presName="node" presStyleLbl="revTx" presStyleIdx="2" presStyleCnt="5" custScaleX="133627" custRadScaleRad="94118" custRadScaleInc="2794">
        <dgm:presLayoutVars>
          <dgm:bulletEnabled val="1"/>
        </dgm:presLayoutVars>
      </dgm:prSet>
      <dgm:spPr/>
    </dgm:pt>
    <dgm:pt modelId="{68C281B7-6950-418E-887A-0D7F05DFE8D4}" type="pres">
      <dgm:prSet presAssocID="{04B140AB-FC50-4F67-9530-7644D8CC3680}" presName="sibTrans" presStyleLbl="node1" presStyleIdx="2" presStyleCnt="5"/>
      <dgm:spPr/>
    </dgm:pt>
    <dgm:pt modelId="{1E96AFD5-9AD9-4705-BFAB-953CE4BAC8C0}" type="pres">
      <dgm:prSet presAssocID="{750D6FEA-2742-4A86-A3F0-D94FAC17690C}" presName="dummy" presStyleCnt="0"/>
      <dgm:spPr/>
    </dgm:pt>
    <dgm:pt modelId="{C606E2D3-90C6-42D8-82AE-68AF8017D003}" type="pres">
      <dgm:prSet presAssocID="{750D6FEA-2742-4A86-A3F0-D94FAC17690C}" presName="node" presStyleLbl="revTx" presStyleIdx="3" presStyleCnt="5" custScaleX="164976">
        <dgm:presLayoutVars>
          <dgm:bulletEnabled val="1"/>
        </dgm:presLayoutVars>
      </dgm:prSet>
      <dgm:spPr/>
    </dgm:pt>
    <dgm:pt modelId="{9EC3398A-DAC2-46D2-B2D8-DFB8B9607561}" type="pres">
      <dgm:prSet presAssocID="{ED435A0D-D36E-4C08-8DD4-158182F5ED31}" presName="sibTrans" presStyleLbl="node1" presStyleIdx="3" presStyleCnt="5"/>
      <dgm:spPr/>
    </dgm:pt>
    <dgm:pt modelId="{36BBAA24-BDA4-4D61-8774-E8E9346E98D9}" type="pres">
      <dgm:prSet presAssocID="{6165614F-98F3-4F93-8231-99D171341CC3}" presName="dummy" presStyleCnt="0"/>
      <dgm:spPr/>
    </dgm:pt>
    <dgm:pt modelId="{87A1B89C-10E8-4BEE-BCCB-176FE679C591}" type="pres">
      <dgm:prSet presAssocID="{6165614F-98F3-4F93-8231-99D171341CC3}" presName="node" presStyleLbl="revTx" presStyleIdx="4" presStyleCnt="5" custScaleX="135159">
        <dgm:presLayoutVars>
          <dgm:bulletEnabled val="1"/>
        </dgm:presLayoutVars>
      </dgm:prSet>
      <dgm:spPr/>
    </dgm:pt>
    <dgm:pt modelId="{2AD50C77-AB9A-41F6-B222-2FB514468D2B}" type="pres">
      <dgm:prSet presAssocID="{AFD6FF7D-9627-4214-87D2-4FE130B3BC42}" presName="sibTrans" presStyleLbl="node1" presStyleIdx="4" presStyleCnt="5"/>
      <dgm:spPr/>
    </dgm:pt>
  </dgm:ptLst>
  <dgm:cxnLst>
    <dgm:cxn modelId="{4CE00119-C2FE-49D4-AB79-4E73E866A487}" type="presOf" srcId="{68C33457-F3BE-43DD-B796-CAB7C9A812BA}" destId="{FC919AA7-1A29-46D6-A351-051F6EE53743}" srcOrd="0" destOrd="0" presId="urn:microsoft.com/office/officeart/2005/8/layout/cycle1"/>
    <dgm:cxn modelId="{D57A742C-B323-48E4-A2E3-ACE659602565}" srcId="{68C33457-F3BE-43DD-B796-CAB7C9A812BA}" destId="{CF2693B7-F373-469C-AB5B-38669C6D6D26}" srcOrd="1" destOrd="0" parTransId="{9BEAD36E-E7CE-49E5-BF1E-BA9BEB8E05F1}" sibTransId="{C817A1BD-1983-44A6-BD0F-A8E241C050A9}"/>
    <dgm:cxn modelId="{0FF8472E-2E9B-43D9-9AD3-EA47BC5CDFE9}" type="presOf" srcId="{6165614F-98F3-4F93-8231-99D171341CC3}" destId="{87A1B89C-10E8-4BEE-BCCB-176FE679C591}" srcOrd="0" destOrd="0" presId="urn:microsoft.com/office/officeart/2005/8/layout/cycle1"/>
    <dgm:cxn modelId="{DADB1B5D-9458-4CDD-BFEA-40AE5232949B}" type="presOf" srcId="{CF2693B7-F373-469C-AB5B-38669C6D6D26}" destId="{1A84568C-35F9-4C75-962C-31EC86CCCB10}" srcOrd="0" destOrd="0" presId="urn:microsoft.com/office/officeart/2005/8/layout/cycle1"/>
    <dgm:cxn modelId="{0465E847-FA1D-4F59-9764-DE95CF658318}" type="presOf" srcId="{6627ECC9-0D34-41E6-929A-A4F25E8F5693}" destId="{5751093F-7177-48B3-B470-83C59EB4DCD6}" srcOrd="0" destOrd="0" presId="urn:microsoft.com/office/officeart/2005/8/layout/cycle1"/>
    <dgm:cxn modelId="{8350B76B-DE75-4C0B-9E02-8924139F35AB}" type="presOf" srcId="{AFD6FF7D-9627-4214-87D2-4FE130B3BC42}" destId="{2AD50C77-AB9A-41F6-B222-2FB514468D2B}" srcOrd="0" destOrd="0" presId="urn:microsoft.com/office/officeart/2005/8/layout/cycle1"/>
    <dgm:cxn modelId="{0CEEB656-9654-47AA-85AD-6B6BCD2135E2}" type="presOf" srcId="{ED435A0D-D36E-4C08-8DD4-158182F5ED31}" destId="{9EC3398A-DAC2-46D2-B2D8-DFB8B9607561}" srcOrd="0" destOrd="0" presId="urn:microsoft.com/office/officeart/2005/8/layout/cycle1"/>
    <dgm:cxn modelId="{D6079D78-3425-4FD0-B5FB-A387CE7D18AE}" srcId="{68C33457-F3BE-43DD-B796-CAB7C9A812BA}" destId="{6627ECC9-0D34-41E6-929A-A4F25E8F5693}" srcOrd="2" destOrd="0" parTransId="{1302A74E-D4AF-4010-8251-C2B01A6DE87D}" sibTransId="{04B140AB-FC50-4F67-9530-7644D8CC3680}"/>
    <dgm:cxn modelId="{CB56C88F-AF43-4C4C-B090-9CB2FC5ED595}" type="presOf" srcId="{04B140AB-FC50-4F67-9530-7644D8CC3680}" destId="{68C281B7-6950-418E-887A-0D7F05DFE8D4}" srcOrd="0" destOrd="0" presId="urn:microsoft.com/office/officeart/2005/8/layout/cycle1"/>
    <dgm:cxn modelId="{8D746F9D-747A-4D60-980D-318BA6437A90}" srcId="{68C33457-F3BE-43DD-B796-CAB7C9A812BA}" destId="{CF9B4F19-5409-4C2C-B93D-60C334D26F15}" srcOrd="0" destOrd="0" parTransId="{0DB695F9-42D0-45E5-BF96-3AA68D84896D}" sibTransId="{B5E7029E-A88C-42F6-8922-C4450E510D0D}"/>
    <dgm:cxn modelId="{9123F4A8-297D-42CE-BF78-EDD356BAF8CA}" type="presOf" srcId="{C817A1BD-1983-44A6-BD0F-A8E241C050A9}" destId="{BC4021E1-D316-4B72-85A6-0F576DB729B8}" srcOrd="0" destOrd="0" presId="urn:microsoft.com/office/officeart/2005/8/layout/cycle1"/>
    <dgm:cxn modelId="{7E09F7A9-6A42-4EF5-89EE-045A33D74CC6}" type="presOf" srcId="{750D6FEA-2742-4A86-A3F0-D94FAC17690C}" destId="{C606E2D3-90C6-42D8-82AE-68AF8017D003}" srcOrd="0" destOrd="0" presId="urn:microsoft.com/office/officeart/2005/8/layout/cycle1"/>
    <dgm:cxn modelId="{D3683AB6-D070-41E4-8F58-F2D3DA33F458}" type="presOf" srcId="{CF9B4F19-5409-4C2C-B93D-60C334D26F15}" destId="{97EF790D-6DDD-4595-BD46-D632B048999F}" srcOrd="0" destOrd="0" presId="urn:microsoft.com/office/officeart/2005/8/layout/cycle1"/>
    <dgm:cxn modelId="{F7E661BF-EFFB-407B-9DAC-BC33B4D1AC73}" srcId="{68C33457-F3BE-43DD-B796-CAB7C9A812BA}" destId="{6165614F-98F3-4F93-8231-99D171341CC3}" srcOrd="4" destOrd="0" parTransId="{A4EDA333-EEA7-461D-A6B8-511E71ACB6B5}" sibTransId="{AFD6FF7D-9627-4214-87D2-4FE130B3BC42}"/>
    <dgm:cxn modelId="{8EED68ED-710E-4DB6-9E8A-09ACFDB7B601}" type="presOf" srcId="{B5E7029E-A88C-42F6-8922-C4450E510D0D}" destId="{AA76C661-5AEC-483E-B645-CF6B931DF5EC}" srcOrd="0" destOrd="0" presId="urn:microsoft.com/office/officeart/2005/8/layout/cycle1"/>
    <dgm:cxn modelId="{EA3FE4F0-F747-428E-B065-E4373A77DCA4}" srcId="{68C33457-F3BE-43DD-B796-CAB7C9A812BA}" destId="{750D6FEA-2742-4A86-A3F0-D94FAC17690C}" srcOrd="3" destOrd="0" parTransId="{6F2BD1D4-5567-4695-ADF5-551AAB5E0963}" sibTransId="{ED435A0D-D36E-4C08-8DD4-158182F5ED31}"/>
    <dgm:cxn modelId="{2B9ABF9A-F64A-4093-9AE6-4942EBEAF0E9}" type="presParOf" srcId="{FC919AA7-1A29-46D6-A351-051F6EE53743}" destId="{0423DF62-20C3-46B3-BB51-EE785AC41519}" srcOrd="0" destOrd="0" presId="urn:microsoft.com/office/officeart/2005/8/layout/cycle1"/>
    <dgm:cxn modelId="{CCDC4B7A-C446-4DEE-A89F-BFC3D3EB3603}" type="presParOf" srcId="{FC919AA7-1A29-46D6-A351-051F6EE53743}" destId="{97EF790D-6DDD-4595-BD46-D632B048999F}" srcOrd="1" destOrd="0" presId="urn:microsoft.com/office/officeart/2005/8/layout/cycle1"/>
    <dgm:cxn modelId="{9BE8A4BA-DF86-4685-9DA2-AECEDC6EFA05}" type="presParOf" srcId="{FC919AA7-1A29-46D6-A351-051F6EE53743}" destId="{AA76C661-5AEC-483E-B645-CF6B931DF5EC}" srcOrd="2" destOrd="0" presId="urn:microsoft.com/office/officeart/2005/8/layout/cycle1"/>
    <dgm:cxn modelId="{5E0CA1FB-0694-47A6-A1EB-59A3E5E3109F}" type="presParOf" srcId="{FC919AA7-1A29-46D6-A351-051F6EE53743}" destId="{03401CB3-5AF6-47BD-8B20-90A12B0D9E25}" srcOrd="3" destOrd="0" presId="urn:microsoft.com/office/officeart/2005/8/layout/cycle1"/>
    <dgm:cxn modelId="{6E7B4CF7-5BE3-49FD-B0B3-EEBABF35D15B}" type="presParOf" srcId="{FC919AA7-1A29-46D6-A351-051F6EE53743}" destId="{1A84568C-35F9-4C75-962C-31EC86CCCB10}" srcOrd="4" destOrd="0" presId="urn:microsoft.com/office/officeart/2005/8/layout/cycle1"/>
    <dgm:cxn modelId="{BCB0D1A1-B9F1-435B-BCDC-3A1FAEFD6D60}" type="presParOf" srcId="{FC919AA7-1A29-46D6-A351-051F6EE53743}" destId="{BC4021E1-D316-4B72-85A6-0F576DB729B8}" srcOrd="5" destOrd="0" presId="urn:microsoft.com/office/officeart/2005/8/layout/cycle1"/>
    <dgm:cxn modelId="{B413D425-4071-4A58-BBEE-B56C6255A669}" type="presParOf" srcId="{FC919AA7-1A29-46D6-A351-051F6EE53743}" destId="{34AE16A0-2066-4074-B9B1-7BD3AD54ADE1}" srcOrd="6" destOrd="0" presId="urn:microsoft.com/office/officeart/2005/8/layout/cycle1"/>
    <dgm:cxn modelId="{9541BA56-F676-4A42-831D-385359EC5C88}" type="presParOf" srcId="{FC919AA7-1A29-46D6-A351-051F6EE53743}" destId="{5751093F-7177-48B3-B470-83C59EB4DCD6}" srcOrd="7" destOrd="0" presId="urn:microsoft.com/office/officeart/2005/8/layout/cycle1"/>
    <dgm:cxn modelId="{2C004132-38F3-4F59-8784-78D547380C33}" type="presParOf" srcId="{FC919AA7-1A29-46D6-A351-051F6EE53743}" destId="{68C281B7-6950-418E-887A-0D7F05DFE8D4}" srcOrd="8" destOrd="0" presId="urn:microsoft.com/office/officeart/2005/8/layout/cycle1"/>
    <dgm:cxn modelId="{086880F7-220D-40F7-884D-FD252DFFD9FC}" type="presParOf" srcId="{FC919AA7-1A29-46D6-A351-051F6EE53743}" destId="{1E96AFD5-9AD9-4705-BFAB-953CE4BAC8C0}" srcOrd="9" destOrd="0" presId="urn:microsoft.com/office/officeart/2005/8/layout/cycle1"/>
    <dgm:cxn modelId="{446B63EA-D4FF-48D6-9F16-576C78E60602}" type="presParOf" srcId="{FC919AA7-1A29-46D6-A351-051F6EE53743}" destId="{C606E2D3-90C6-42D8-82AE-68AF8017D003}" srcOrd="10" destOrd="0" presId="urn:microsoft.com/office/officeart/2005/8/layout/cycle1"/>
    <dgm:cxn modelId="{F72A7ECE-861D-4E1D-8E09-B350DBCAAC2A}" type="presParOf" srcId="{FC919AA7-1A29-46D6-A351-051F6EE53743}" destId="{9EC3398A-DAC2-46D2-B2D8-DFB8B9607561}" srcOrd="11" destOrd="0" presId="urn:microsoft.com/office/officeart/2005/8/layout/cycle1"/>
    <dgm:cxn modelId="{D136A79A-AA88-4379-94CD-7F1E93B06EF2}" type="presParOf" srcId="{FC919AA7-1A29-46D6-A351-051F6EE53743}" destId="{36BBAA24-BDA4-4D61-8774-E8E9346E98D9}" srcOrd="12" destOrd="0" presId="urn:microsoft.com/office/officeart/2005/8/layout/cycle1"/>
    <dgm:cxn modelId="{3B500898-E3C6-4A5A-B451-46D8D00AAC8A}" type="presParOf" srcId="{FC919AA7-1A29-46D6-A351-051F6EE53743}" destId="{87A1B89C-10E8-4BEE-BCCB-176FE679C591}" srcOrd="13" destOrd="0" presId="urn:microsoft.com/office/officeart/2005/8/layout/cycle1"/>
    <dgm:cxn modelId="{738EFA59-EEF7-4776-98D2-991E72214860}" type="presParOf" srcId="{FC919AA7-1A29-46D6-A351-051F6EE53743}" destId="{2AD50C77-AB9A-41F6-B222-2FB514468D2B}" srcOrd="14" destOrd="0" presId="urn:microsoft.com/office/officeart/2005/8/layout/cycle1"/>
  </dgm:cxnLst>
  <dgm:bg/>
  <dgm:whole/>
  <dgm:extLst>
    <a:ext uri="http://schemas.microsoft.com/office/drawing/2008/diagram">
      <dsp:dataModelExt xmlns:dsp="http://schemas.microsoft.com/office/drawing/2008/diagram" relId="rId2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8C33457-F3BE-43DD-B796-CAB7C9A812BA}" type="doc">
      <dgm:prSet loTypeId="urn:microsoft.com/office/officeart/2005/8/layout/cycle1" loCatId="cycle" qsTypeId="urn:microsoft.com/office/officeart/2005/8/quickstyle/simple1" qsCatId="simple" csTypeId="urn:microsoft.com/office/officeart/2005/8/colors/accent1_2" csCatId="accent1" phldr="1"/>
      <dgm:spPr/>
      <dgm:t>
        <a:bodyPr/>
        <a:lstStyle/>
        <a:p>
          <a:endParaRPr lang="en-IN"/>
        </a:p>
      </dgm:t>
    </dgm:pt>
    <dgm:pt modelId="{CF9B4F19-5409-4C2C-B93D-60C334D26F15}">
      <dgm:prSet phldrT="[Text]" custT="1"/>
      <dgm:spPr/>
      <dgm:t>
        <a:bodyPr/>
        <a:lstStyle/>
        <a:p>
          <a:r>
            <a:rPr lang="en-IN" sz="600" kern="1200">
              <a:solidFill>
                <a:prstClr val="black">
                  <a:hueOff val="0"/>
                  <a:satOff val="0"/>
                  <a:lumOff val="0"/>
                  <a:alphaOff val="0"/>
                </a:prstClr>
              </a:solidFill>
              <a:latin typeface="+mj-lt"/>
              <a:ea typeface="+mn-ea"/>
              <a:cs typeface="+mn-cs"/>
            </a:rPr>
            <a:t>Build</a:t>
          </a:r>
        </a:p>
      </dgm:t>
    </dgm:pt>
    <dgm:pt modelId="{0DB695F9-42D0-45E5-BF96-3AA68D84896D}" type="parTrans" cxnId="{8D746F9D-747A-4D60-980D-318BA6437A90}">
      <dgm:prSet/>
      <dgm:spPr/>
      <dgm:t>
        <a:bodyPr/>
        <a:lstStyle/>
        <a:p>
          <a:endParaRPr lang="en-IN" sz="600">
            <a:latin typeface="+mj-lt"/>
          </a:endParaRPr>
        </a:p>
      </dgm:t>
    </dgm:pt>
    <dgm:pt modelId="{B5E7029E-A88C-42F6-8922-C4450E510D0D}" type="sibTrans" cxnId="{8D746F9D-747A-4D60-980D-318BA6437A90}">
      <dgm:prSet/>
      <dgm:spPr/>
      <dgm:t>
        <a:bodyPr/>
        <a:lstStyle/>
        <a:p>
          <a:endParaRPr lang="en-IN" sz="600">
            <a:latin typeface="+mj-lt"/>
          </a:endParaRPr>
        </a:p>
      </dgm:t>
    </dgm:pt>
    <dgm:pt modelId="{CF2693B7-F373-469C-AB5B-38669C6D6D26}">
      <dgm:prSet phldrT="[Text]" custT="1"/>
      <dgm:spPr/>
      <dgm:t>
        <a:bodyPr/>
        <a:lstStyle/>
        <a:p>
          <a:r>
            <a:rPr lang="en-IN" sz="600">
              <a:latin typeface="+mj-lt"/>
            </a:rPr>
            <a:t>QA</a:t>
          </a:r>
        </a:p>
      </dgm:t>
    </dgm:pt>
    <dgm:pt modelId="{9BEAD36E-E7CE-49E5-BF1E-BA9BEB8E05F1}" type="parTrans" cxnId="{D57A742C-B323-48E4-A2E3-ACE659602565}">
      <dgm:prSet/>
      <dgm:spPr/>
      <dgm:t>
        <a:bodyPr/>
        <a:lstStyle/>
        <a:p>
          <a:endParaRPr lang="en-IN" sz="600">
            <a:latin typeface="+mj-lt"/>
          </a:endParaRPr>
        </a:p>
      </dgm:t>
    </dgm:pt>
    <dgm:pt modelId="{C817A1BD-1983-44A6-BD0F-A8E241C050A9}" type="sibTrans" cxnId="{D57A742C-B323-48E4-A2E3-ACE659602565}">
      <dgm:prSet/>
      <dgm:spPr/>
      <dgm:t>
        <a:bodyPr/>
        <a:lstStyle/>
        <a:p>
          <a:endParaRPr lang="en-IN" sz="600">
            <a:latin typeface="+mj-lt"/>
          </a:endParaRPr>
        </a:p>
      </dgm:t>
    </dgm:pt>
    <dgm:pt modelId="{6627ECC9-0D34-41E6-929A-A4F25E8F5693}">
      <dgm:prSet phldrT="[Text]" custT="1"/>
      <dgm:spPr/>
      <dgm:t>
        <a:bodyPr/>
        <a:lstStyle/>
        <a:p>
          <a:r>
            <a:rPr lang="en-IN" sz="400">
              <a:latin typeface="+mj-lt"/>
            </a:rPr>
            <a:t>Evaluate</a:t>
          </a:r>
        </a:p>
      </dgm:t>
    </dgm:pt>
    <dgm:pt modelId="{1302A74E-D4AF-4010-8251-C2B01A6DE87D}" type="parTrans" cxnId="{D6079D78-3425-4FD0-B5FB-A387CE7D18AE}">
      <dgm:prSet/>
      <dgm:spPr/>
      <dgm:t>
        <a:bodyPr/>
        <a:lstStyle/>
        <a:p>
          <a:endParaRPr lang="en-IN" sz="600">
            <a:latin typeface="+mj-lt"/>
          </a:endParaRPr>
        </a:p>
      </dgm:t>
    </dgm:pt>
    <dgm:pt modelId="{04B140AB-FC50-4F67-9530-7644D8CC3680}" type="sibTrans" cxnId="{D6079D78-3425-4FD0-B5FB-A387CE7D18AE}">
      <dgm:prSet/>
      <dgm:spPr/>
      <dgm:t>
        <a:bodyPr/>
        <a:lstStyle/>
        <a:p>
          <a:endParaRPr lang="en-IN" sz="600">
            <a:latin typeface="+mj-lt"/>
          </a:endParaRPr>
        </a:p>
      </dgm:t>
    </dgm:pt>
    <dgm:pt modelId="{750D6FEA-2742-4A86-A3F0-D94FAC17690C}">
      <dgm:prSet phldrT="[Text]" custT="1"/>
      <dgm:spPr/>
      <dgm:t>
        <a:bodyPr/>
        <a:lstStyle/>
        <a:p>
          <a:r>
            <a:rPr lang="en-IN" sz="600">
              <a:latin typeface="+mj-lt"/>
            </a:rPr>
            <a:t>Plan</a:t>
          </a:r>
        </a:p>
      </dgm:t>
    </dgm:pt>
    <dgm:pt modelId="{6F2BD1D4-5567-4695-ADF5-551AAB5E0963}" type="parTrans" cxnId="{EA3FE4F0-F747-428E-B065-E4373A77DCA4}">
      <dgm:prSet/>
      <dgm:spPr/>
      <dgm:t>
        <a:bodyPr/>
        <a:lstStyle/>
        <a:p>
          <a:endParaRPr lang="en-IN" sz="600">
            <a:latin typeface="+mj-lt"/>
          </a:endParaRPr>
        </a:p>
      </dgm:t>
    </dgm:pt>
    <dgm:pt modelId="{ED435A0D-D36E-4C08-8DD4-158182F5ED31}" type="sibTrans" cxnId="{EA3FE4F0-F747-428E-B065-E4373A77DCA4}">
      <dgm:prSet/>
      <dgm:spPr/>
      <dgm:t>
        <a:bodyPr/>
        <a:lstStyle/>
        <a:p>
          <a:endParaRPr lang="en-IN" sz="600">
            <a:latin typeface="+mj-lt"/>
          </a:endParaRPr>
        </a:p>
      </dgm:t>
    </dgm:pt>
    <dgm:pt modelId="{6165614F-98F3-4F93-8231-99D171341CC3}">
      <dgm:prSet phldrT="[Text]" custT="1"/>
      <dgm:spPr/>
      <dgm:t>
        <a:bodyPr/>
        <a:lstStyle/>
        <a:p>
          <a:r>
            <a:rPr lang="en-IN" sz="600">
              <a:latin typeface="+mj-lt"/>
            </a:rPr>
            <a:t>Design</a:t>
          </a:r>
        </a:p>
      </dgm:t>
    </dgm:pt>
    <dgm:pt modelId="{A4EDA333-EEA7-461D-A6B8-511E71ACB6B5}" type="parTrans" cxnId="{F7E661BF-EFFB-407B-9DAC-BC33B4D1AC73}">
      <dgm:prSet/>
      <dgm:spPr/>
      <dgm:t>
        <a:bodyPr/>
        <a:lstStyle/>
        <a:p>
          <a:endParaRPr lang="en-IN" sz="600">
            <a:latin typeface="+mj-lt"/>
          </a:endParaRPr>
        </a:p>
      </dgm:t>
    </dgm:pt>
    <dgm:pt modelId="{AFD6FF7D-9627-4214-87D2-4FE130B3BC42}" type="sibTrans" cxnId="{F7E661BF-EFFB-407B-9DAC-BC33B4D1AC73}">
      <dgm:prSet/>
      <dgm:spPr/>
      <dgm:t>
        <a:bodyPr/>
        <a:lstStyle/>
        <a:p>
          <a:endParaRPr lang="en-IN" sz="600">
            <a:latin typeface="+mj-lt"/>
          </a:endParaRPr>
        </a:p>
      </dgm:t>
    </dgm:pt>
    <dgm:pt modelId="{FC919AA7-1A29-46D6-A351-051F6EE53743}" type="pres">
      <dgm:prSet presAssocID="{68C33457-F3BE-43DD-B796-CAB7C9A812BA}" presName="cycle" presStyleCnt="0">
        <dgm:presLayoutVars>
          <dgm:dir/>
          <dgm:resizeHandles val="exact"/>
        </dgm:presLayoutVars>
      </dgm:prSet>
      <dgm:spPr/>
    </dgm:pt>
    <dgm:pt modelId="{0423DF62-20C3-46B3-BB51-EE785AC41519}" type="pres">
      <dgm:prSet presAssocID="{CF9B4F19-5409-4C2C-B93D-60C334D26F15}" presName="dummy" presStyleCnt="0"/>
      <dgm:spPr/>
    </dgm:pt>
    <dgm:pt modelId="{97EF790D-6DDD-4595-BD46-D632B048999F}" type="pres">
      <dgm:prSet presAssocID="{CF9B4F19-5409-4C2C-B93D-60C334D26F15}" presName="node" presStyleLbl="revTx" presStyleIdx="0" presStyleCnt="5" custScaleX="162643">
        <dgm:presLayoutVars>
          <dgm:bulletEnabled val="1"/>
        </dgm:presLayoutVars>
      </dgm:prSet>
      <dgm:spPr/>
    </dgm:pt>
    <dgm:pt modelId="{AA76C661-5AEC-483E-B645-CF6B931DF5EC}" type="pres">
      <dgm:prSet presAssocID="{B5E7029E-A88C-42F6-8922-C4450E510D0D}" presName="sibTrans" presStyleLbl="node1" presStyleIdx="0" presStyleCnt="5"/>
      <dgm:spPr/>
    </dgm:pt>
    <dgm:pt modelId="{03401CB3-5AF6-47BD-8B20-90A12B0D9E25}" type="pres">
      <dgm:prSet presAssocID="{CF2693B7-F373-469C-AB5B-38669C6D6D26}" presName="dummy" presStyleCnt="0"/>
      <dgm:spPr/>
    </dgm:pt>
    <dgm:pt modelId="{1A84568C-35F9-4C75-962C-31EC86CCCB10}" type="pres">
      <dgm:prSet presAssocID="{CF2693B7-F373-469C-AB5B-38669C6D6D26}" presName="node" presStyleLbl="revTx" presStyleIdx="1" presStyleCnt="5">
        <dgm:presLayoutVars>
          <dgm:bulletEnabled val="1"/>
        </dgm:presLayoutVars>
      </dgm:prSet>
      <dgm:spPr/>
    </dgm:pt>
    <dgm:pt modelId="{BC4021E1-D316-4B72-85A6-0F576DB729B8}" type="pres">
      <dgm:prSet presAssocID="{C817A1BD-1983-44A6-BD0F-A8E241C050A9}" presName="sibTrans" presStyleLbl="node1" presStyleIdx="1" presStyleCnt="5"/>
      <dgm:spPr/>
    </dgm:pt>
    <dgm:pt modelId="{34AE16A0-2066-4074-B9B1-7BD3AD54ADE1}" type="pres">
      <dgm:prSet presAssocID="{6627ECC9-0D34-41E6-929A-A4F25E8F5693}" presName="dummy" presStyleCnt="0"/>
      <dgm:spPr/>
    </dgm:pt>
    <dgm:pt modelId="{5751093F-7177-48B3-B470-83C59EB4DCD6}" type="pres">
      <dgm:prSet presAssocID="{6627ECC9-0D34-41E6-929A-A4F25E8F5693}" presName="node" presStyleLbl="revTx" presStyleIdx="2" presStyleCnt="5" custScaleX="127623" custRadScaleRad="95376" custRadScaleInc="2758">
        <dgm:presLayoutVars>
          <dgm:bulletEnabled val="1"/>
        </dgm:presLayoutVars>
      </dgm:prSet>
      <dgm:spPr/>
    </dgm:pt>
    <dgm:pt modelId="{68C281B7-6950-418E-887A-0D7F05DFE8D4}" type="pres">
      <dgm:prSet presAssocID="{04B140AB-FC50-4F67-9530-7644D8CC3680}" presName="sibTrans" presStyleLbl="node1" presStyleIdx="2" presStyleCnt="5"/>
      <dgm:spPr/>
    </dgm:pt>
    <dgm:pt modelId="{1E96AFD5-9AD9-4705-BFAB-953CE4BAC8C0}" type="pres">
      <dgm:prSet presAssocID="{750D6FEA-2742-4A86-A3F0-D94FAC17690C}" presName="dummy" presStyleCnt="0"/>
      <dgm:spPr/>
    </dgm:pt>
    <dgm:pt modelId="{C606E2D3-90C6-42D8-82AE-68AF8017D003}" type="pres">
      <dgm:prSet presAssocID="{750D6FEA-2742-4A86-A3F0-D94FAC17690C}" presName="node" presStyleLbl="revTx" presStyleIdx="3" presStyleCnt="5" custScaleX="164976">
        <dgm:presLayoutVars>
          <dgm:bulletEnabled val="1"/>
        </dgm:presLayoutVars>
      </dgm:prSet>
      <dgm:spPr/>
    </dgm:pt>
    <dgm:pt modelId="{9EC3398A-DAC2-46D2-B2D8-DFB8B9607561}" type="pres">
      <dgm:prSet presAssocID="{ED435A0D-D36E-4C08-8DD4-158182F5ED31}" presName="sibTrans" presStyleLbl="node1" presStyleIdx="3" presStyleCnt="5"/>
      <dgm:spPr/>
    </dgm:pt>
    <dgm:pt modelId="{36BBAA24-BDA4-4D61-8774-E8E9346E98D9}" type="pres">
      <dgm:prSet presAssocID="{6165614F-98F3-4F93-8231-99D171341CC3}" presName="dummy" presStyleCnt="0"/>
      <dgm:spPr/>
    </dgm:pt>
    <dgm:pt modelId="{87A1B89C-10E8-4BEE-BCCB-176FE679C591}" type="pres">
      <dgm:prSet presAssocID="{6165614F-98F3-4F93-8231-99D171341CC3}" presName="node" presStyleLbl="revTx" presStyleIdx="4" presStyleCnt="5" custScaleX="135159">
        <dgm:presLayoutVars>
          <dgm:bulletEnabled val="1"/>
        </dgm:presLayoutVars>
      </dgm:prSet>
      <dgm:spPr/>
    </dgm:pt>
    <dgm:pt modelId="{2AD50C77-AB9A-41F6-B222-2FB514468D2B}" type="pres">
      <dgm:prSet presAssocID="{AFD6FF7D-9627-4214-87D2-4FE130B3BC42}" presName="sibTrans" presStyleLbl="node1" presStyleIdx="4" presStyleCnt="5"/>
      <dgm:spPr/>
    </dgm:pt>
  </dgm:ptLst>
  <dgm:cxnLst>
    <dgm:cxn modelId="{4CE00119-C2FE-49D4-AB79-4E73E866A487}" type="presOf" srcId="{68C33457-F3BE-43DD-B796-CAB7C9A812BA}" destId="{FC919AA7-1A29-46D6-A351-051F6EE53743}" srcOrd="0" destOrd="0" presId="urn:microsoft.com/office/officeart/2005/8/layout/cycle1"/>
    <dgm:cxn modelId="{D57A742C-B323-48E4-A2E3-ACE659602565}" srcId="{68C33457-F3BE-43DD-B796-CAB7C9A812BA}" destId="{CF2693B7-F373-469C-AB5B-38669C6D6D26}" srcOrd="1" destOrd="0" parTransId="{9BEAD36E-E7CE-49E5-BF1E-BA9BEB8E05F1}" sibTransId="{C817A1BD-1983-44A6-BD0F-A8E241C050A9}"/>
    <dgm:cxn modelId="{0FF8472E-2E9B-43D9-9AD3-EA47BC5CDFE9}" type="presOf" srcId="{6165614F-98F3-4F93-8231-99D171341CC3}" destId="{87A1B89C-10E8-4BEE-BCCB-176FE679C591}" srcOrd="0" destOrd="0" presId="urn:microsoft.com/office/officeart/2005/8/layout/cycle1"/>
    <dgm:cxn modelId="{DADB1B5D-9458-4CDD-BFEA-40AE5232949B}" type="presOf" srcId="{CF2693B7-F373-469C-AB5B-38669C6D6D26}" destId="{1A84568C-35F9-4C75-962C-31EC86CCCB10}" srcOrd="0" destOrd="0" presId="urn:microsoft.com/office/officeart/2005/8/layout/cycle1"/>
    <dgm:cxn modelId="{0465E847-FA1D-4F59-9764-DE95CF658318}" type="presOf" srcId="{6627ECC9-0D34-41E6-929A-A4F25E8F5693}" destId="{5751093F-7177-48B3-B470-83C59EB4DCD6}" srcOrd="0" destOrd="0" presId="urn:microsoft.com/office/officeart/2005/8/layout/cycle1"/>
    <dgm:cxn modelId="{8350B76B-DE75-4C0B-9E02-8924139F35AB}" type="presOf" srcId="{AFD6FF7D-9627-4214-87D2-4FE130B3BC42}" destId="{2AD50C77-AB9A-41F6-B222-2FB514468D2B}" srcOrd="0" destOrd="0" presId="urn:microsoft.com/office/officeart/2005/8/layout/cycle1"/>
    <dgm:cxn modelId="{0CEEB656-9654-47AA-85AD-6B6BCD2135E2}" type="presOf" srcId="{ED435A0D-D36E-4C08-8DD4-158182F5ED31}" destId="{9EC3398A-DAC2-46D2-B2D8-DFB8B9607561}" srcOrd="0" destOrd="0" presId="urn:microsoft.com/office/officeart/2005/8/layout/cycle1"/>
    <dgm:cxn modelId="{D6079D78-3425-4FD0-B5FB-A387CE7D18AE}" srcId="{68C33457-F3BE-43DD-B796-CAB7C9A812BA}" destId="{6627ECC9-0D34-41E6-929A-A4F25E8F5693}" srcOrd="2" destOrd="0" parTransId="{1302A74E-D4AF-4010-8251-C2B01A6DE87D}" sibTransId="{04B140AB-FC50-4F67-9530-7644D8CC3680}"/>
    <dgm:cxn modelId="{CB56C88F-AF43-4C4C-B090-9CB2FC5ED595}" type="presOf" srcId="{04B140AB-FC50-4F67-9530-7644D8CC3680}" destId="{68C281B7-6950-418E-887A-0D7F05DFE8D4}" srcOrd="0" destOrd="0" presId="urn:microsoft.com/office/officeart/2005/8/layout/cycle1"/>
    <dgm:cxn modelId="{8D746F9D-747A-4D60-980D-318BA6437A90}" srcId="{68C33457-F3BE-43DD-B796-CAB7C9A812BA}" destId="{CF9B4F19-5409-4C2C-B93D-60C334D26F15}" srcOrd="0" destOrd="0" parTransId="{0DB695F9-42D0-45E5-BF96-3AA68D84896D}" sibTransId="{B5E7029E-A88C-42F6-8922-C4450E510D0D}"/>
    <dgm:cxn modelId="{9123F4A8-297D-42CE-BF78-EDD356BAF8CA}" type="presOf" srcId="{C817A1BD-1983-44A6-BD0F-A8E241C050A9}" destId="{BC4021E1-D316-4B72-85A6-0F576DB729B8}" srcOrd="0" destOrd="0" presId="urn:microsoft.com/office/officeart/2005/8/layout/cycle1"/>
    <dgm:cxn modelId="{7E09F7A9-6A42-4EF5-89EE-045A33D74CC6}" type="presOf" srcId="{750D6FEA-2742-4A86-A3F0-D94FAC17690C}" destId="{C606E2D3-90C6-42D8-82AE-68AF8017D003}" srcOrd="0" destOrd="0" presId="urn:microsoft.com/office/officeart/2005/8/layout/cycle1"/>
    <dgm:cxn modelId="{D3683AB6-D070-41E4-8F58-F2D3DA33F458}" type="presOf" srcId="{CF9B4F19-5409-4C2C-B93D-60C334D26F15}" destId="{97EF790D-6DDD-4595-BD46-D632B048999F}" srcOrd="0" destOrd="0" presId="urn:microsoft.com/office/officeart/2005/8/layout/cycle1"/>
    <dgm:cxn modelId="{F7E661BF-EFFB-407B-9DAC-BC33B4D1AC73}" srcId="{68C33457-F3BE-43DD-B796-CAB7C9A812BA}" destId="{6165614F-98F3-4F93-8231-99D171341CC3}" srcOrd="4" destOrd="0" parTransId="{A4EDA333-EEA7-461D-A6B8-511E71ACB6B5}" sibTransId="{AFD6FF7D-9627-4214-87D2-4FE130B3BC42}"/>
    <dgm:cxn modelId="{8EED68ED-710E-4DB6-9E8A-09ACFDB7B601}" type="presOf" srcId="{B5E7029E-A88C-42F6-8922-C4450E510D0D}" destId="{AA76C661-5AEC-483E-B645-CF6B931DF5EC}" srcOrd="0" destOrd="0" presId="urn:microsoft.com/office/officeart/2005/8/layout/cycle1"/>
    <dgm:cxn modelId="{EA3FE4F0-F747-428E-B065-E4373A77DCA4}" srcId="{68C33457-F3BE-43DD-B796-CAB7C9A812BA}" destId="{750D6FEA-2742-4A86-A3F0-D94FAC17690C}" srcOrd="3" destOrd="0" parTransId="{6F2BD1D4-5567-4695-ADF5-551AAB5E0963}" sibTransId="{ED435A0D-D36E-4C08-8DD4-158182F5ED31}"/>
    <dgm:cxn modelId="{2B9ABF9A-F64A-4093-9AE6-4942EBEAF0E9}" type="presParOf" srcId="{FC919AA7-1A29-46D6-A351-051F6EE53743}" destId="{0423DF62-20C3-46B3-BB51-EE785AC41519}" srcOrd="0" destOrd="0" presId="urn:microsoft.com/office/officeart/2005/8/layout/cycle1"/>
    <dgm:cxn modelId="{CCDC4B7A-C446-4DEE-A89F-BFC3D3EB3603}" type="presParOf" srcId="{FC919AA7-1A29-46D6-A351-051F6EE53743}" destId="{97EF790D-6DDD-4595-BD46-D632B048999F}" srcOrd="1" destOrd="0" presId="urn:microsoft.com/office/officeart/2005/8/layout/cycle1"/>
    <dgm:cxn modelId="{9BE8A4BA-DF86-4685-9DA2-AECEDC6EFA05}" type="presParOf" srcId="{FC919AA7-1A29-46D6-A351-051F6EE53743}" destId="{AA76C661-5AEC-483E-B645-CF6B931DF5EC}" srcOrd="2" destOrd="0" presId="urn:microsoft.com/office/officeart/2005/8/layout/cycle1"/>
    <dgm:cxn modelId="{5E0CA1FB-0694-47A6-A1EB-59A3E5E3109F}" type="presParOf" srcId="{FC919AA7-1A29-46D6-A351-051F6EE53743}" destId="{03401CB3-5AF6-47BD-8B20-90A12B0D9E25}" srcOrd="3" destOrd="0" presId="urn:microsoft.com/office/officeart/2005/8/layout/cycle1"/>
    <dgm:cxn modelId="{6E7B4CF7-5BE3-49FD-B0B3-EEBABF35D15B}" type="presParOf" srcId="{FC919AA7-1A29-46D6-A351-051F6EE53743}" destId="{1A84568C-35F9-4C75-962C-31EC86CCCB10}" srcOrd="4" destOrd="0" presId="urn:microsoft.com/office/officeart/2005/8/layout/cycle1"/>
    <dgm:cxn modelId="{BCB0D1A1-B9F1-435B-BCDC-3A1FAEFD6D60}" type="presParOf" srcId="{FC919AA7-1A29-46D6-A351-051F6EE53743}" destId="{BC4021E1-D316-4B72-85A6-0F576DB729B8}" srcOrd="5" destOrd="0" presId="urn:microsoft.com/office/officeart/2005/8/layout/cycle1"/>
    <dgm:cxn modelId="{B413D425-4071-4A58-BBEE-B56C6255A669}" type="presParOf" srcId="{FC919AA7-1A29-46D6-A351-051F6EE53743}" destId="{34AE16A0-2066-4074-B9B1-7BD3AD54ADE1}" srcOrd="6" destOrd="0" presId="urn:microsoft.com/office/officeart/2005/8/layout/cycle1"/>
    <dgm:cxn modelId="{9541BA56-F676-4A42-831D-385359EC5C88}" type="presParOf" srcId="{FC919AA7-1A29-46D6-A351-051F6EE53743}" destId="{5751093F-7177-48B3-B470-83C59EB4DCD6}" srcOrd="7" destOrd="0" presId="urn:microsoft.com/office/officeart/2005/8/layout/cycle1"/>
    <dgm:cxn modelId="{2C004132-38F3-4F59-8784-78D547380C33}" type="presParOf" srcId="{FC919AA7-1A29-46D6-A351-051F6EE53743}" destId="{68C281B7-6950-418E-887A-0D7F05DFE8D4}" srcOrd="8" destOrd="0" presId="urn:microsoft.com/office/officeart/2005/8/layout/cycle1"/>
    <dgm:cxn modelId="{086880F7-220D-40F7-884D-FD252DFFD9FC}" type="presParOf" srcId="{FC919AA7-1A29-46D6-A351-051F6EE53743}" destId="{1E96AFD5-9AD9-4705-BFAB-953CE4BAC8C0}" srcOrd="9" destOrd="0" presId="urn:microsoft.com/office/officeart/2005/8/layout/cycle1"/>
    <dgm:cxn modelId="{446B63EA-D4FF-48D6-9F16-576C78E60602}" type="presParOf" srcId="{FC919AA7-1A29-46D6-A351-051F6EE53743}" destId="{C606E2D3-90C6-42D8-82AE-68AF8017D003}" srcOrd="10" destOrd="0" presId="urn:microsoft.com/office/officeart/2005/8/layout/cycle1"/>
    <dgm:cxn modelId="{F72A7ECE-861D-4E1D-8E09-B350DBCAAC2A}" type="presParOf" srcId="{FC919AA7-1A29-46D6-A351-051F6EE53743}" destId="{9EC3398A-DAC2-46D2-B2D8-DFB8B9607561}" srcOrd="11" destOrd="0" presId="urn:microsoft.com/office/officeart/2005/8/layout/cycle1"/>
    <dgm:cxn modelId="{D136A79A-AA88-4379-94CD-7F1E93B06EF2}" type="presParOf" srcId="{FC919AA7-1A29-46D6-A351-051F6EE53743}" destId="{36BBAA24-BDA4-4D61-8774-E8E9346E98D9}" srcOrd="12" destOrd="0" presId="urn:microsoft.com/office/officeart/2005/8/layout/cycle1"/>
    <dgm:cxn modelId="{3B500898-E3C6-4A5A-B451-46D8D00AAC8A}" type="presParOf" srcId="{FC919AA7-1A29-46D6-A351-051F6EE53743}" destId="{87A1B89C-10E8-4BEE-BCCB-176FE679C591}" srcOrd="13" destOrd="0" presId="urn:microsoft.com/office/officeart/2005/8/layout/cycle1"/>
    <dgm:cxn modelId="{738EFA59-EEF7-4776-98D2-991E72214860}" type="presParOf" srcId="{FC919AA7-1A29-46D6-A351-051F6EE53743}" destId="{2AD50C77-AB9A-41F6-B222-2FB514468D2B}" srcOrd="14" destOrd="0" presId="urn:microsoft.com/office/officeart/2005/8/layout/cycle1"/>
  </dgm:cxnLst>
  <dgm:bg/>
  <dgm:whole/>
  <dgm:extLst>
    <a:ext uri="http://schemas.microsoft.com/office/drawing/2008/diagram">
      <dsp:dataModelExt xmlns:dsp="http://schemas.microsoft.com/office/drawing/2008/diagram" relId="rId3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8C33457-F3BE-43DD-B796-CAB7C9A812BA}" type="doc">
      <dgm:prSet loTypeId="urn:microsoft.com/office/officeart/2005/8/layout/cycle1" loCatId="cycle" qsTypeId="urn:microsoft.com/office/officeart/2005/8/quickstyle/simple1" qsCatId="simple" csTypeId="urn:microsoft.com/office/officeart/2005/8/colors/accent1_2" csCatId="accent1" phldr="1"/>
      <dgm:spPr/>
      <dgm:t>
        <a:bodyPr/>
        <a:lstStyle/>
        <a:p>
          <a:endParaRPr lang="en-IN"/>
        </a:p>
      </dgm:t>
    </dgm:pt>
    <dgm:pt modelId="{CF9B4F19-5409-4C2C-B93D-60C334D26F15}">
      <dgm:prSet phldrT="[Text]" custT="1"/>
      <dgm:spPr/>
      <dgm:t>
        <a:bodyPr/>
        <a:lstStyle/>
        <a:p>
          <a:r>
            <a:rPr lang="en-IN" sz="600" kern="1200">
              <a:solidFill>
                <a:prstClr val="black">
                  <a:hueOff val="0"/>
                  <a:satOff val="0"/>
                  <a:lumOff val="0"/>
                  <a:alphaOff val="0"/>
                </a:prstClr>
              </a:solidFill>
              <a:latin typeface="+mj-lt"/>
              <a:ea typeface="+mn-ea"/>
              <a:cs typeface="+mn-cs"/>
            </a:rPr>
            <a:t>Build</a:t>
          </a:r>
        </a:p>
      </dgm:t>
    </dgm:pt>
    <dgm:pt modelId="{0DB695F9-42D0-45E5-BF96-3AA68D84896D}" type="parTrans" cxnId="{8D746F9D-747A-4D60-980D-318BA6437A90}">
      <dgm:prSet/>
      <dgm:spPr/>
      <dgm:t>
        <a:bodyPr/>
        <a:lstStyle/>
        <a:p>
          <a:endParaRPr lang="en-IN" sz="600">
            <a:latin typeface="+mj-lt"/>
          </a:endParaRPr>
        </a:p>
      </dgm:t>
    </dgm:pt>
    <dgm:pt modelId="{B5E7029E-A88C-42F6-8922-C4450E510D0D}" type="sibTrans" cxnId="{8D746F9D-747A-4D60-980D-318BA6437A90}">
      <dgm:prSet/>
      <dgm:spPr/>
      <dgm:t>
        <a:bodyPr/>
        <a:lstStyle/>
        <a:p>
          <a:endParaRPr lang="en-IN" sz="600">
            <a:latin typeface="+mj-lt"/>
          </a:endParaRPr>
        </a:p>
      </dgm:t>
    </dgm:pt>
    <dgm:pt modelId="{CF2693B7-F373-469C-AB5B-38669C6D6D26}">
      <dgm:prSet phldrT="[Text]" custT="1"/>
      <dgm:spPr/>
      <dgm:t>
        <a:bodyPr/>
        <a:lstStyle/>
        <a:p>
          <a:r>
            <a:rPr lang="en-IN" sz="600">
              <a:latin typeface="+mj-lt"/>
            </a:rPr>
            <a:t>QA</a:t>
          </a:r>
        </a:p>
      </dgm:t>
    </dgm:pt>
    <dgm:pt modelId="{9BEAD36E-E7CE-49E5-BF1E-BA9BEB8E05F1}" type="parTrans" cxnId="{D57A742C-B323-48E4-A2E3-ACE659602565}">
      <dgm:prSet/>
      <dgm:spPr/>
      <dgm:t>
        <a:bodyPr/>
        <a:lstStyle/>
        <a:p>
          <a:endParaRPr lang="en-IN" sz="600">
            <a:latin typeface="+mj-lt"/>
          </a:endParaRPr>
        </a:p>
      </dgm:t>
    </dgm:pt>
    <dgm:pt modelId="{C817A1BD-1983-44A6-BD0F-A8E241C050A9}" type="sibTrans" cxnId="{D57A742C-B323-48E4-A2E3-ACE659602565}">
      <dgm:prSet/>
      <dgm:spPr/>
      <dgm:t>
        <a:bodyPr/>
        <a:lstStyle/>
        <a:p>
          <a:endParaRPr lang="en-IN" sz="600">
            <a:latin typeface="+mj-lt"/>
          </a:endParaRPr>
        </a:p>
      </dgm:t>
    </dgm:pt>
    <dgm:pt modelId="{6627ECC9-0D34-41E6-929A-A4F25E8F5693}">
      <dgm:prSet phldrT="[Text]" custT="1"/>
      <dgm:spPr/>
      <dgm:t>
        <a:bodyPr/>
        <a:lstStyle/>
        <a:p>
          <a:r>
            <a:rPr lang="en-IN" sz="400">
              <a:latin typeface="+mj-lt"/>
            </a:rPr>
            <a:t>Evaluate</a:t>
          </a:r>
        </a:p>
      </dgm:t>
    </dgm:pt>
    <dgm:pt modelId="{1302A74E-D4AF-4010-8251-C2B01A6DE87D}" type="parTrans" cxnId="{D6079D78-3425-4FD0-B5FB-A387CE7D18AE}">
      <dgm:prSet/>
      <dgm:spPr/>
      <dgm:t>
        <a:bodyPr/>
        <a:lstStyle/>
        <a:p>
          <a:endParaRPr lang="en-IN" sz="600">
            <a:latin typeface="+mj-lt"/>
          </a:endParaRPr>
        </a:p>
      </dgm:t>
    </dgm:pt>
    <dgm:pt modelId="{04B140AB-FC50-4F67-9530-7644D8CC3680}" type="sibTrans" cxnId="{D6079D78-3425-4FD0-B5FB-A387CE7D18AE}">
      <dgm:prSet/>
      <dgm:spPr/>
      <dgm:t>
        <a:bodyPr/>
        <a:lstStyle/>
        <a:p>
          <a:endParaRPr lang="en-IN" sz="600">
            <a:latin typeface="+mj-lt"/>
          </a:endParaRPr>
        </a:p>
      </dgm:t>
    </dgm:pt>
    <dgm:pt modelId="{750D6FEA-2742-4A86-A3F0-D94FAC17690C}">
      <dgm:prSet phldrT="[Text]" custT="1"/>
      <dgm:spPr/>
      <dgm:t>
        <a:bodyPr/>
        <a:lstStyle/>
        <a:p>
          <a:r>
            <a:rPr lang="en-IN" sz="600">
              <a:latin typeface="+mj-lt"/>
            </a:rPr>
            <a:t>Plan</a:t>
          </a:r>
        </a:p>
      </dgm:t>
    </dgm:pt>
    <dgm:pt modelId="{6F2BD1D4-5567-4695-ADF5-551AAB5E0963}" type="parTrans" cxnId="{EA3FE4F0-F747-428E-B065-E4373A77DCA4}">
      <dgm:prSet/>
      <dgm:spPr/>
      <dgm:t>
        <a:bodyPr/>
        <a:lstStyle/>
        <a:p>
          <a:endParaRPr lang="en-IN" sz="600">
            <a:latin typeface="+mj-lt"/>
          </a:endParaRPr>
        </a:p>
      </dgm:t>
    </dgm:pt>
    <dgm:pt modelId="{ED435A0D-D36E-4C08-8DD4-158182F5ED31}" type="sibTrans" cxnId="{EA3FE4F0-F747-428E-B065-E4373A77DCA4}">
      <dgm:prSet/>
      <dgm:spPr/>
      <dgm:t>
        <a:bodyPr/>
        <a:lstStyle/>
        <a:p>
          <a:endParaRPr lang="en-IN" sz="600">
            <a:latin typeface="+mj-lt"/>
          </a:endParaRPr>
        </a:p>
      </dgm:t>
    </dgm:pt>
    <dgm:pt modelId="{6165614F-98F3-4F93-8231-99D171341CC3}">
      <dgm:prSet phldrT="[Text]" custT="1"/>
      <dgm:spPr/>
      <dgm:t>
        <a:bodyPr/>
        <a:lstStyle/>
        <a:p>
          <a:r>
            <a:rPr lang="en-IN" sz="600">
              <a:latin typeface="+mj-lt"/>
            </a:rPr>
            <a:t>Design</a:t>
          </a:r>
        </a:p>
      </dgm:t>
    </dgm:pt>
    <dgm:pt modelId="{A4EDA333-EEA7-461D-A6B8-511E71ACB6B5}" type="parTrans" cxnId="{F7E661BF-EFFB-407B-9DAC-BC33B4D1AC73}">
      <dgm:prSet/>
      <dgm:spPr/>
      <dgm:t>
        <a:bodyPr/>
        <a:lstStyle/>
        <a:p>
          <a:endParaRPr lang="en-IN" sz="600">
            <a:latin typeface="+mj-lt"/>
          </a:endParaRPr>
        </a:p>
      </dgm:t>
    </dgm:pt>
    <dgm:pt modelId="{AFD6FF7D-9627-4214-87D2-4FE130B3BC42}" type="sibTrans" cxnId="{F7E661BF-EFFB-407B-9DAC-BC33B4D1AC73}">
      <dgm:prSet/>
      <dgm:spPr/>
      <dgm:t>
        <a:bodyPr/>
        <a:lstStyle/>
        <a:p>
          <a:endParaRPr lang="en-IN" sz="600">
            <a:latin typeface="+mj-lt"/>
          </a:endParaRPr>
        </a:p>
      </dgm:t>
    </dgm:pt>
    <dgm:pt modelId="{FC919AA7-1A29-46D6-A351-051F6EE53743}" type="pres">
      <dgm:prSet presAssocID="{68C33457-F3BE-43DD-B796-CAB7C9A812BA}" presName="cycle" presStyleCnt="0">
        <dgm:presLayoutVars>
          <dgm:dir/>
          <dgm:resizeHandles val="exact"/>
        </dgm:presLayoutVars>
      </dgm:prSet>
      <dgm:spPr/>
    </dgm:pt>
    <dgm:pt modelId="{0423DF62-20C3-46B3-BB51-EE785AC41519}" type="pres">
      <dgm:prSet presAssocID="{CF9B4F19-5409-4C2C-B93D-60C334D26F15}" presName="dummy" presStyleCnt="0"/>
      <dgm:spPr/>
    </dgm:pt>
    <dgm:pt modelId="{97EF790D-6DDD-4595-BD46-D632B048999F}" type="pres">
      <dgm:prSet presAssocID="{CF9B4F19-5409-4C2C-B93D-60C334D26F15}" presName="node" presStyleLbl="revTx" presStyleIdx="0" presStyleCnt="5" custScaleX="162643">
        <dgm:presLayoutVars>
          <dgm:bulletEnabled val="1"/>
        </dgm:presLayoutVars>
      </dgm:prSet>
      <dgm:spPr/>
    </dgm:pt>
    <dgm:pt modelId="{AA76C661-5AEC-483E-B645-CF6B931DF5EC}" type="pres">
      <dgm:prSet presAssocID="{B5E7029E-A88C-42F6-8922-C4450E510D0D}" presName="sibTrans" presStyleLbl="node1" presStyleIdx="0" presStyleCnt="5"/>
      <dgm:spPr/>
    </dgm:pt>
    <dgm:pt modelId="{03401CB3-5AF6-47BD-8B20-90A12B0D9E25}" type="pres">
      <dgm:prSet presAssocID="{CF2693B7-F373-469C-AB5B-38669C6D6D26}" presName="dummy" presStyleCnt="0"/>
      <dgm:spPr/>
    </dgm:pt>
    <dgm:pt modelId="{1A84568C-35F9-4C75-962C-31EC86CCCB10}" type="pres">
      <dgm:prSet presAssocID="{CF2693B7-F373-469C-AB5B-38669C6D6D26}" presName="node" presStyleLbl="revTx" presStyleIdx="1" presStyleCnt="5">
        <dgm:presLayoutVars>
          <dgm:bulletEnabled val="1"/>
        </dgm:presLayoutVars>
      </dgm:prSet>
      <dgm:spPr/>
    </dgm:pt>
    <dgm:pt modelId="{BC4021E1-D316-4B72-85A6-0F576DB729B8}" type="pres">
      <dgm:prSet presAssocID="{C817A1BD-1983-44A6-BD0F-A8E241C050A9}" presName="sibTrans" presStyleLbl="node1" presStyleIdx="1" presStyleCnt="5"/>
      <dgm:spPr/>
    </dgm:pt>
    <dgm:pt modelId="{34AE16A0-2066-4074-B9B1-7BD3AD54ADE1}" type="pres">
      <dgm:prSet presAssocID="{6627ECC9-0D34-41E6-929A-A4F25E8F5693}" presName="dummy" presStyleCnt="0"/>
      <dgm:spPr/>
    </dgm:pt>
    <dgm:pt modelId="{5751093F-7177-48B3-B470-83C59EB4DCD6}" type="pres">
      <dgm:prSet presAssocID="{6627ECC9-0D34-41E6-929A-A4F25E8F5693}" presName="node" presStyleLbl="revTx" presStyleIdx="2" presStyleCnt="5" custScaleX="118089" custRadScaleRad="113903" custRadScaleInc="2309">
        <dgm:presLayoutVars>
          <dgm:bulletEnabled val="1"/>
        </dgm:presLayoutVars>
      </dgm:prSet>
      <dgm:spPr/>
    </dgm:pt>
    <dgm:pt modelId="{68C281B7-6950-418E-887A-0D7F05DFE8D4}" type="pres">
      <dgm:prSet presAssocID="{04B140AB-FC50-4F67-9530-7644D8CC3680}" presName="sibTrans" presStyleLbl="node1" presStyleIdx="2" presStyleCnt="5"/>
      <dgm:spPr/>
    </dgm:pt>
    <dgm:pt modelId="{1E96AFD5-9AD9-4705-BFAB-953CE4BAC8C0}" type="pres">
      <dgm:prSet presAssocID="{750D6FEA-2742-4A86-A3F0-D94FAC17690C}" presName="dummy" presStyleCnt="0"/>
      <dgm:spPr/>
    </dgm:pt>
    <dgm:pt modelId="{C606E2D3-90C6-42D8-82AE-68AF8017D003}" type="pres">
      <dgm:prSet presAssocID="{750D6FEA-2742-4A86-A3F0-D94FAC17690C}" presName="node" presStyleLbl="revTx" presStyleIdx="3" presStyleCnt="5" custScaleX="164976">
        <dgm:presLayoutVars>
          <dgm:bulletEnabled val="1"/>
        </dgm:presLayoutVars>
      </dgm:prSet>
      <dgm:spPr/>
    </dgm:pt>
    <dgm:pt modelId="{9EC3398A-DAC2-46D2-B2D8-DFB8B9607561}" type="pres">
      <dgm:prSet presAssocID="{ED435A0D-D36E-4C08-8DD4-158182F5ED31}" presName="sibTrans" presStyleLbl="node1" presStyleIdx="3" presStyleCnt="5"/>
      <dgm:spPr/>
    </dgm:pt>
    <dgm:pt modelId="{36BBAA24-BDA4-4D61-8774-E8E9346E98D9}" type="pres">
      <dgm:prSet presAssocID="{6165614F-98F3-4F93-8231-99D171341CC3}" presName="dummy" presStyleCnt="0"/>
      <dgm:spPr/>
    </dgm:pt>
    <dgm:pt modelId="{87A1B89C-10E8-4BEE-BCCB-176FE679C591}" type="pres">
      <dgm:prSet presAssocID="{6165614F-98F3-4F93-8231-99D171341CC3}" presName="node" presStyleLbl="revTx" presStyleIdx="4" presStyleCnt="5" custScaleX="135159">
        <dgm:presLayoutVars>
          <dgm:bulletEnabled val="1"/>
        </dgm:presLayoutVars>
      </dgm:prSet>
      <dgm:spPr/>
    </dgm:pt>
    <dgm:pt modelId="{2AD50C77-AB9A-41F6-B222-2FB514468D2B}" type="pres">
      <dgm:prSet presAssocID="{AFD6FF7D-9627-4214-87D2-4FE130B3BC42}" presName="sibTrans" presStyleLbl="node1" presStyleIdx="4" presStyleCnt="5"/>
      <dgm:spPr/>
    </dgm:pt>
  </dgm:ptLst>
  <dgm:cxnLst>
    <dgm:cxn modelId="{4CE00119-C2FE-49D4-AB79-4E73E866A487}" type="presOf" srcId="{68C33457-F3BE-43DD-B796-CAB7C9A812BA}" destId="{FC919AA7-1A29-46D6-A351-051F6EE53743}" srcOrd="0" destOrd="0" presId="urn:microsoft.com/office/officeart/2005/8/layout/cycle1"/>
    <dgm:cxn modelId="{D57A742C-B323-48E4-A2E3-ACE659602565}" srcId="{68C33457-F3BE-43DD-B796-CAB7C9A812BA}" destId="{CF2693B7-F373-469C-AB5B-38669C6D6D26}" srcOrd="1" destOrd="0" parTransId="{9BEAD36E-E7CE-49E5-BF1E-BA9BEB8E05F1}" sibTransId="{C817A1BD-1983-44A6-BD0F-A8E241C050A9}"/>
    <dgm:cxn modelId="{0FF8472E-2E9B-43D9-9AD3-EA47BC5CDFE9}" type="presOf" srcId="{6165614F-98F3-4F93-8231-99D171341CC3}" destId="{87A1B89C-10E8-4BEE-BCCB-176FE679C591}" srcOrd="0" destOrd="0" presId="urn:microsoft.com/office/officeart/2005/8/layout/cycle1"/>
    <dgm:cxn modelId="{DADB1B5D-9458-4CDD-BFEA-40AE5232949B}" type="presOf" srcId="{CF2693B7-F373-469C-AB5B-38669C6D6D26}" destId="{1A84568C-35F9-4C75-962C-31EC86CCCB10}" srcOrd="0" destOrd="0" presId="urn:microsoft.com/office/officeart/2005/8/layout/cycle1"/>
    <dgm:cxn modelId="{0465E847-FA1D-4F59-9764-DE95CF658318}" type="presOf" srcId="{6627ECC9-0D34-41E6-929A-A4F25E8F5693}" destId="{5751093F-7177-48B3-B470-83C59EB4DCD6}" srcOrd="0" destOrd="0" presId="urn:microsoft.com/office/officeart/2005/8/layout/cycle1"/>
    <dgm:cxn modelId="{8350B76B-DE75-4C0B-9E02-8924139F35AB}" type="presOf" srcId="{AFD6FF7D-9627-4214-87D2-4FE130B3BC42}" destId="{2AD50C77-AB9A-41F6-B222-2FB514468D2B}" srcOrd="0" destOrd="0" presId="urn:microsoft.com/office/officeart/2005/8/layout/cycle1"/>
    <dgm:cxn modelId="{0CEEB656-9654-47AA-85AD-6B6BCD2135E2}" type="presOf" srcId="{ED435A0D-D36E-4C08-8DD4-158182F5ED31}" destId="{9EC3398A-DAC2-46D2-B2D8-DFB8B9607561}" srcOrd="0" destOrd="0" presId="urn:microsoft.com/office/officeart/2005/8/layout/cycle1"/>
    <dgm:cxn modelId="{D6079D78-3425-4FD0-B5FB-A387CE7D18AE}" srcId="{68C33457-F3BE-43DD-B796-CAB7C9A812BA}" destId="{6627ECC9-0D34-41E6-929A-A4F25E8F5693}" srcOrd="2" destOrd="0" parTransId="{1302A74E-D4AF-4010-8251-C2B01A6DE87D}" sibTransId="{04B140AB-FC50-4F67-9530-7644D8CC3680}"/>
    <dgm:cxn modelId="{CB56C88F-AF43-4C4C-B090-9CB2FC5ED595}" type="presOf" srcId="{04B140AB-FC50-4F67-9530-7644D8CC3680}" destId="{68C281B7-6950-418E-887A-0D7F05DFE8D4}" srcOrd="0" destOrd="0" presId="urn:microsoft.com/office/officeart/2005/8/layout/cycle1"/>
    <dgm:cxn modelId="{8D746F9D-747A-4D60-980D-318BA6437A90}" srcId="{68C33457-F3BE-43DD-B796-CAB7C9A812BA}" destId="{CF9B4F19-5409-4C2C-B93D-60C334D26F15}" srcOrd="0" destOrd="0" parTransId="{0DB695F9-42D0-45E5-BF96-3AA68D84896D}" sibTransId="{B5E7029E-A88C-42F6-8922-C4450E510D0D}"/>
    <dgm:cxn modelId="{9123F4A8-297D-42CE-BF78-EDD356BAF8CA}" type="presOf" srcId="{C817A1BD-1983-44A6-BD0F-A8E241C050A9}" destId="{BC4021E1-D316-4B72-85A6-0F576DB729B8}" srcOrd="0" destOrd="0" presId="urn:microsoft.com/office/officeart/2005/8/layout/cycle1"/>
    <dgm:cxn modelId="{7E09F7A9-6A42-4EF5-89EE-045A33D74CC6}" type="presOf" srcId="{750D6FEA-2742-4A86-A3F0-D94FAC17690C}" destId="{C606E2D3-90C6-42D8-82AE-68AF8017D003}" srcOrd="0" destOrd="0" presId="urn:microsoft.com/office/officeart/2005/8/layout/cycle1"/>
    <dgm:cxn modelId="{D3683AB6-D070-41E4-8F58-F2D3DA33F458}" type="presOf" srcId="{CF9B4F19-5409-4C2C-B93D-60C334D26F15}" destId="{97EF790D-6DDD-4595-BD46-D632B048999F}" srcOrd="0" destOrd="0" presId="urn:microsoft.com/office/officeart/2005/8/layout/cycle1"/>
    <dgm:cxn modelId="{F7E661BF-EFFB-407B-9DAC-BC33B4D1AC73}" srcId="{68C33457-F3BE-43DD-B796-CAB7C9A812BA}" destId="{6165614F-98F3-4F93-8231-99D171341CC3}" srcOrd="4" destOrd="0" parTransId="{A4EDA333-EEA7-461D-A6B8-511E71ACB6B5}" sibTransId="{AFD6FF7D-9627-4214-87D2-4FE130B3BC42}"/>
    <dgm:cxn modelId="{8EED68ED-710E-4DB6-9E8A-09ACFDB7B601}" type="presOf" srcId="{B5E7029E-A88C-42F6-8922-C4450E510D0D}" destId="{AA76C661-5AEC-483E-B645-CF6B931DF5EC}" srcOrd="0" destOrd="0" presId="urn:microsoft.com/office/officeart/2005/8/layout/cycle1"/>
    <dgm:cxn modelId="{EA3FE4F0-F747-428E-B065-E4373A77DCA4}" srcId="{68C33457-F3BE-43DD-B796-CAB7C9A812BA}" destId="{750D6FEA-2742-4A86-A3F0-D94FAC17690C}" srcOrd="3" destOrd="0" parTransId="{6F2BD1D4-5567-4695-ADF5-551AAB5E0963}" sibTransId="{ED435A0D-D36E-4C08-8DD4-158182F5ED31}"/>
    <dgm:cxn modelId="{2B9ABF9A-F64A-4093-9AE6-4942EBEAF0E9}" type="presParOf" srcId="{FC919AA7-1A29-46D6-A351-051F6EE53743}" destId="{0423DF62-20C3-46B3-BB51-EE785AC41519}" srcOrd="0" destOrd="0" presId="urn:microsoft.com/office/officeart/2005/8/layout/cycle1"/>
    <dgm:cxn modelId="{CCDC4B7A-C446-4DEE-A89F-BFC3D3EB3603}" type="presParOf" srcId="{FC919AA7-1A29-46D6-A351-051F6EE53743}" destId="{97EF790D-6DDD-4595-BD46-D632B048999F}" srcOrd="1" destOrd="0" presId="urn:microsoft.com/office/officeart/2005/8/layout/cycle1"/>
    <dgm:cxn modelId="{9BE8A4BA-DF86-4685-9DA2-AECEDC6EFA05}" type="presParOf" srcId="{FC919AA7-1A29-46D6-A351-051F6EE53743}" destId="{AA76C661-5AEC-483E-B645-CF6B931DF5EC}" srcOrd="2" destOrd="0" presId="urn:microsoft.com/office/officeart/2005/8/layout/cycle1"/>
    <dgm:cxn modelId="{5E0CA1FB-0694-47A6-A1EB-59A3E5E3109F}" type="presParOf" srcId="{FC919AA7-1A29-46D6-A351-051F6EE53743}" destId="{03401CB3-5AF6-47BD-8B20-90A12B0D9E25}" srcOrd="3" destOrd="0" presId="urn:microsoft.com/office/officeart/2005/8/layout/cycle1"/>
    <dgm:cxn modelId="{6E7B4CF7-5BE3-49FD-B0B3-EEBABF35D15B}" type="presParOf" srcId="{FC919AA7-1A29-46D6-A351-051F6EE53743}" destId="{1A84568C-35F9-4C75-962C-31EC86CCCB10}" srcOrd="4" destOrd="0" presId="urn:microsoft.com/office/officeart/2005/8/layout/cycle1"/>
    <dgm:cxn modelId="{BCB0D1A1-B9F1-435B-BCDC-3A1FAEFD6D60}" type="presParOf" srcId="{FC919AA7-1A29-46D6-A351-051F6EE53743}" destId="{BC4021E1-D316-4B72-85A6-0F576DB729B8}" srcOrd="5" destOrd="0" presId="urn:microsoft.com/office/officeart/2005/8/layout/cycle1"/>
    <dgm:cxn modelId="{B413D425-4071-4A58-BBEE-B56C6255A669}" type="presParOf" srcId="{FC919AA7-1A29-46D6-A351-051F6EE53743}" destId="{34AE16A0-2066-4074-B9B1-7BD3AD54ADE1}" srcOrd="6" destOrd="0" presId="urn:microsoft.com/office/officeart/2005/8/layout/cycle1"/>
    <dgm:cxn modelId="{9541BA56-F676-4A42-831D-385359EC5C88}" type="presParOf" srcId="{FC919AA7-1A29-46D6-A351-051F6EE53743}" destId="{5751093F-7177-48B3-B470-83C59EB4DCD6}" srcOrd="7" destOrd="0" presId="urn:microsoft.com/office/officeart/2005/8/layout/cycle1"/>
    <dgm:cxn modelId="{2C004132-38F3-4F59-8784-78D547380C33}" type="presParOf" srcId="{FC919AA7-1A29-46D6-A351-051F6EE53743}" destId="{68C281B7-6950-418E-887A-0D7F05DFE8D4}" srcOrd="8" destOrd="0" presId="urn:microsoft.com/office/officeart/2005/8/layout/cycle1"/>
    <dgm:cxn modelId="{086880F7-220D-40F7-884D-FD252DFFD9FC}" type="presParOf" srcId="{FC919AA7-1A29-46D6-A351-051F6EE53743}" destId="{1E96AFD5-9AD9-4705-BFAB-953CE4BAC8C0}" srcOrd="9" destOrd="0" presId="urn:microsoft.com/office/officeart/2005/8/layout/cycle1"/>
    <dgm:cxn modelId="{446B63EA-D4FF-48D6-9F16-576C78E60602}" type="presParOf" srcId="{FC919AA7-1A29-46D6-A351-051F6EE53743}" destId="{C606E2D3-90C6-42D8-82AE-68AF8017D003}" srcOrd="10" destOrd="0" presId="urn:microsoft.com/office/officeart/2005/8/layout/cycle1"/>
    <dgm:cxn modelId="{F72A7ECE-861D-4E1D-8E09-B350DBCAAC2A}" type="presParOf" srcId="{FC919AA7-1A29-46D6-A351-051F6EE53743}" destId="{9EC3398A-DAC2-46D2-B2D8-DFB8B9607561}" srcOrd="11" destOrd="0" presId="urn:microsoft.com/office/officeart/2005/8/layout/cycle1"/>
    <dgm:cxn modelId="{D136A79A-AA88-4379-94CD-7F1E93B06EF2}" type="presParOf" srcId="{FC919AA7-1A29-46D6-A351-051F6EE53743}" destId="{36BBAA24-BDA4-4D61-8774-E8E9346E98D9}" srcOrd="12" destOrd="0" presId="urn:microsoft.com/office/officeart/2005/8/layout/cycle1"/>
    <dgm:cxn modelId="{3B500898-E3C6-4A5A-B451-46D8D00AAC8A}" type="presParOf" srcId="{FC919AA7-1A29-46D6-A351-051F6EE53743}" destId="{87A1B89C-10E8-4BEE-BCCB-176FE679C591}" srcOrd="13" destOrd="0" presId="urn:microsoft.com/office/officeart/2005/8/layout/cycle1"/>
    <dgm:cxn modelId="{738EFA59-EEF7-4776-98D2-991E72214860}" type="presParOf" srcId="{FC919AA7-1A29-46D6-A351-051F6EE53743}" destId="{2AD50C77-AB9A-41F6-B222-2FB514468D2B}" srcOrd="14" destOrd="0" presId="urn:microsoft.com/office/officeart/2005/8/layout/cycle1"/>
  </dgm:cxnLst>
  <dgm:bg/>
  <dgm:whole/>
  <dgm:extLst>
    <a:ext uri="http://schemas.microsoft.com/office/drawing/2008/diagram">
      <dsp:dataModelExt xmlns:dsp="http://schemas.microsoft.com/office/drawing/2008/diagram" relId="rId3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8C33457-F3BE-43DD-B796-CAB7C9A812BA}" type="doc">
      <dgm:prSet loTypeId="urn:microsoft.com/office/officeart/2005/8/layout/cycle1" loCatId="cycle" qsTypeId="urn:microsoft.com/office/officeart/2005/8/quickstyle/simple1" qsCatId="simple" csTypeId="urn:microsoft.com/office/officeart/2005/8/colors/accent1_2" csCatId="accent1" phldr="1"/>
      <dgm:spPr/>
      <dgm:t>
        <a:bodyPr/>
        <a:lstStyle/>
        <a:p>
          <a:endParaRPr lang="en-IN"/>
        </a:p>
      </dgm:t>
    </dgm:pt>
    <dgm:pt modelId="{CF9B4F19-5409-4C2C-B93D-60C334D26F15}">
      <dgm:prSet phldrT="[Text]" custT="1"/>
      <dgm:spPr/>
      <dgm:t>
        <a:bodyPr/>
        <a:lstStyle/>
        <a:p>
          <a:r>
            <a:rPr lang="en-IN" sz="600" kern="1200">
              <a:solidFill>
                <a:prstClr val="black">
                  <a:hueOff val="0"/>
                  <a:satOff val="0"/>
                  <a:lumOff val="0"/>
                  <a:alphaOff val="0"/>
                </a:prstClr>
              </a:solidFill>
              <a:latin typeface="+mj-lt"/>
              <a:ea typeface="+mn-ea"/>
              <a:cs typeface="+mn-cs"/>
            </a:rPr>
            <a:t>Build</a:t>
          </a:r>
        </a:p>
      </dgm:t>
    </dgm:pt>
    <dgm:pt modelId="{0DB695F9-42D0-45E5-BF96-3AA68D84896D}" type="parTrans" cxnId="{8D746F9D-747A-4D60-980D-318BA6437A90}">
      <dgm:prSet/>
      <dgm:spPr/>
      <dgm:t>
        <a:bodyPr/>
        <a:lstStyle/>
        <a:p>
          <a:endParaRPr lang="en-IN" sz="600">
            <a:latin typeface="+mj-lt"/>
          </a:endParaRPr>
        </a:p>
      </dgm:t>
    </dgm:pt>
    <dgm:pt modelId="{B5E7029E-A88C-42F6-8922-C4450E510D0D}" type="sibTrans" cxnId="{8D746F9D-747A-4D60-980D-318BA6437A90}">
      <dgm:prSet/>
      <dgm:spPr/>
      <dgm:t>
        <a:bodyPr/>
        <a:lstStyle/>
        <a:p>
          <a:endParaRPr lang="en-IN" sz="600">
            <a:latin typeface="+mj-lt"/>
          </a:endParaRPr>
        </a:p>
      </dgm:t>
    </dgm:pt>
    <dgm:pt modelId="{CF2693B7-F373-469C-AB5B-38669C6D6D26}">
      <dgm:prSet phldrT="[Text]" custT="1"/>
      <dgm:spPr/>
      <dgm:t>
        <a:bodyPr/>
        <a:lstStyle/>
        <a:p>
          <a:r>
            <a:rPr lang="en-IN" sz="600">
              <a:latin typeface="+mj-lt"/>
            </a:rPr>
            <a:t>QA</a:t>
          </a:r>
        </a:p>
      </dgm:t>
    </dgm:pt>
    <dgm:pt modelId="{9BEAD36E-E7CE-49E5-BF1E-BA9BEB8E05F1}" type="parTrans" cxnId="{D57A742C-B323-48E4-A2E3-ACE659602565}">
      <dgm:prSet/>
      <dgm:spPr/>
      <dgm:t>
        <a:bodyPr/>
        <a:lstStyle/>
        <a:p>
          <a:endParaRPr lang="en-IN" sz="600">
            <a:latin typeface="+mj-lt"/>
          </a:endParaRPr>
        </a:p>
      </dgm:t>
    </dgm:pt>
    <dgm:pt modelId="{C817A1BD-1983-44A6-BD0F-A8E241C050A9}" type="sibTrans" cxnId="{D57A742C-B323-48E4-A2E3-ACE659602565}">
      <dgm:prSet/>
      <dgm:spPr/>
      <dgm:t>
        <a:bodyPr/>
        <a:lstStyle/>
        <a:p>
          <a:endParaRPr lang="en-IN" sz="600">
            <a:latin typeface="+mj-lt"/>
          </a:endParaRPr>
        </a:p>
      </dgm:t>
    </dgm:pt>
    <dgm:pt modelId="{6627ECC9-0D34-41E6-929A-A4F25E8F5693}">
      <dgm:prSet phldrT="[Text]" custT="1"/>
      <dgm:spPr/>
      <dgm:t>
        <a:bodyPr/>
        <a:lstStyle/>
        <a:p>
          <a:r>
            <a:rPr lang="en-IN" sz="400">
              <a:latin typeface="+mj-lt"/>
            </a:rPr>
            <a:t>Evaluate</a:t>
          </a:r>
        </a:p>
      </dgm:t>
    </dgm:pt>
    <dgm:pt modelId="{1302A74E-D4AF-4010-8251-C2B01A6DE87D}" type="parTrans" cxnId="{D6079D78-3425-4FD0-B5FB-A387CE7D18AE}">
      <dgm:prSet/>
      <dgm:spPr/>
      <dgm:t>
        <a:bodyPr/>
        <a:lstStyle/>
        <a:p>
          <a:endParaRPr lang="en-IN" sz="600">
            <a:latin typeface="+mj-lt"/>
          </a:endParaRPr>
        </a:p>
      </dgm:t>
    </dgm:pt>
    <dgm:pt modelId="{04B140AB-FC50-4F67-9530-7644D8CC3680}" type="sibTrans" cxnId="{D6079D78-3425-4FD0-B5FB-A387CE7D18AE}">
      <dgm:prSet/>
      <dgm:spPr/>
      <dgm:t>
        <a:bodyPr/>
        <a:lstStyle/>
        <a:p>
          <a:endParaRPr lang="en-IN" sz="600">
            <a:latin typeface="+mj-lt"/>
          </a:endParaRPr>
        </a:p>
      </dgm:t>
    </dgm:pt>
    <dgm:pt modelId="{750D6FEA-2742-4A86-A3F0-D94FAC17690C}">
      <dgm:prSet phldrT="[Text]" custT="1"/>
      <dgm:spPr/>
      <dgm:t>
        <a:bodyPr/>
        <a:lstStyle/>
        <a:p>
          <a:r>
            <a:rPr lang="en-IN" sz="600">
              <a:latin typeface="+mj-lt"/>
            </a:rPr>
            <a:t>Plan</a:t>
          </a:r>
        </a:p>
      </dgm:t>
    </dgm:pt>
    <dgm:pt modelId="{6F2BD1D4-5567-4695-ADF5-551AAB5E0963}" type="parTrans" cxnId="{EA3FE4F0-F747-428E-B065-E4373A77DCA4}">
      <dgm:prSet/>
      <dgm:spPr/>
      <dgm:t>
        <a:bodyPr/>
        <a:lstStyle/>
        <a:p>
          <a:endParaRPr lang="en-IN" sz="600">
            <a:latin typeface="+mj-lt"/>
          </a:endParaRPr>
        </a:p>
      </dgm:t>
    </dgm:pt>
    <dgm:pt modelId="{ED435A0D-D36E-4C08-8DD4-158182F5ED31}" type="sibTrans" cxnId="{EA3FE4F0-F747-428E-B065-E4373A77DCA4}">
      <dgm:prSet/>
      <dgm:spPr/>
      <dgm:t>
        <a:bodyPr/>
        <a:lstStyle/>
        <a:p>
          <a:endParaRPr lang="en-IN" sz="600">
            <a:latin typeface="+mj-lt"/>
          </a:endParaRPr>
        </a:p>
      </dgm:t>
    </dgm:pt>
    <dgm:pt modelId="{6165614F-98F3-4F93-8231-99D171341CC3}">
      <dgm:prSet phldrT="[Text]" custT="1"/>
      <dgm:spPr/>
      <dgm:t>
        <a:bodyPr/>
        <a:lstStyle/>
        <a:p>
          <a:r>
            <a:rPr lang="en-IN" sz="600">
              <a:latin typeface="+mj-lt"/>
            </a:rPr>
            <a:t>Design</a:t>
          </a:r>
        </a:p>
      </dgm:t>
    </dgm:pt>
    <dgm:pt modelId="{A4EDA333-EEA7-461D-A6B8-511E71ACB6B5}" type="parTrans" cxnId="{F7E661BF-EFFB-407B-9DAC-BC33B4D1AC73}">
      <dgm:prSet/>
      <dgm:spPr/>
      <dgm:t>
        <a:bodyPr/>
        <a:lstStyle/>
        <a:p>
          <a:endParaRPr lang="en-IN" sz="600">
            <a:latin typeface="+mj-lt"/>
          </a:endParaRPr>
        </a:p>
      </dgm:t>
    </dgm:pt>
    <dgm:pt modelId="{AFD6FF7D-9627-4214-87D2-4FE130B3BC42}" type="sibTrans" cxnId="{F7E661BF-EFFB-407B-9DAC-BC33B4D1AC73}">
      <dgm:prSet/>
      <dgm:spPr/>
      <dgm:t>
        <a:bodyPr/>
        <a:lstStyle/>
        <a:p>
          <a:endParaRPr lang="en-IN" sz="600">
            <a:latin typeface="+mj-lt"/>
          </a:endParaRPr>
        </a:p>
      </dgm:t>
    </dgm:pt>
    <dgm:pt modelId="{FC919AA7-1A29-46D6-A351-051F6EE53743}" type="pres">
      <dgm:prSet presAssocID="{68C33457-F3BE-43DD-B796-CAB7C9A812BA}" presName="cycle" presStyleCnt="0">
        <dgm:presLayoutVars>
          <dgm:dir/>
          <dgm:resizeHandles val="exact"/>
        </dgm:presLayoutVars>
      </dgm:prSet>
      <dgm:spPr/>
    </dgm:pt>
    <dgm:pt modelId="{0423DF62-20C3-46B3-BB51-EE785AC41519}" type="pres">
      <dgm:prSet presAssocID="{CF9B4F19-5409-4C2C-B93D-60C334D26F15}" presName="dummy" presStyleCnt="0"/>
      <dgm:spPr/>
    </dgm:pt>
    <dgm:pt modelId="{97EF790D-6DDD-4595-BD46-D632B048999F}" type="pres">
      <dgm:prSet presAssocID="{CF9B4F19-5409-4C2C-B93D-60C334D26F15}" presName="node" presStyleLbl="revTx" presStyleIdx="0" presStyleCnt="5" custScaleX="162643">
        <dgm:presLayoutVars>
          <dgm:bulletEnabled val="1"/>
        </dgm:presLayoutVars>
      </dgm:prSet>
      <dgm:spPr/>
    </dgm:pt>
    <dgm:pt modelId="{AA76C661-5AEC-483E-B645-CF6B931DF5EC}" type="pres">
      <dgm:prSet presAssocID="{B5E7029E-A88C-42F6-8922-C4450E510D0D}" presName="sibTrans" presStyleLbl="node1" presStyleIdx="0" presStyleCnt="5"/>
      <dgm:spPr/>
    </dgm:pt>
    <dgm:pt modelId="{03401CB3-5AF6-47BD-8B20-90A12B0D9E25}" type="pres">
      <dgm:prSet presAssocID="{CF2693B7-F373-469C-AB5B-38669C6D6D26}" presName="dummy" presStyleCnt="0"/>
      <dgm:spPr/>
    </dgm:pt>
    <dgm:pt modelId="{1A84568C-35F9-4C75-962C-31EC86CCCB10}" type="pres">
      <dgm:prSet presAssocID="{CF2693B7-F373-469C-AB5B-38669C6D6D26}" presName="node" presStyleLbl="revTx" presStyleIdx="1" presStyleCnt="5">
        <dgm:presLayoutVars>
          <dgm:bulletEnabled val="1"/>
        </dgm:presLayoutVars>
      </dgm:prSet>
      <dgm:spPr/>
    </dgm:pt>
    <dgm:pt modelId="{BC4021E1-D316-4B72-85A6-0F576DB729B8}" type="pres">
      <dgm:prSet presAssocID="{C817A1BD-1983-44A6-BD0F-A8E241C050A9}" presName="sibTrans" presStyleLbl="node1" presStyleIdx="1" presStyleCnt="5"/>
      <dgm:spPr/>
    </dgm:pt>
    <dgm:pt modelId="{34AE16A0-2066-4074-B9B1-7BD3AD54ADE1}" type="pres">
      <dgm:prSet presAssocID="{6627ECC9-0D34-41E6-929A-A4F25E8F5693}" presName="dummy" presStyleCnt="0"/>
      <dgm:spPr/>
    </dgm:pt>
    <dgm:pt modelId="{5751093F-7177-48B3-B470-83C59EB4DCD6}" type="pres">
      <dgm:prSet presAssocID="{6627ECC9-0D34-41E6-929A-A4F25E8F5693}" presName="node" presStyleLbl="revTx" presStyleIdx="2" presStyleCnt="5" custScaleX="128649" custRadScaleRad="113903" custRadScaleInc="2309">
        <dgm:presLayoutVars>
          <dgm:bulletEnabled val="1"/>
        </dgm:presLayoutVars>
      </dgm:prSet>
      <dgm:spPr/>
    </dgm:pt>
    <dgm:pt modelId="{68C281B7-6950-418E-887A-0D7F05DFE8D4}" type="pres">
      <dgm:prSet presAssocID="{04B140AB-FC50-4F67-9530-7644D8CC3680}" presName="sibTrans" presStyleLbl="node1" presStyleIdx="2" presStyleCnt="5"/>
      <dgm:spPr/>
    </dgm:pt>
    <dgm:pt modelId="{1E96AFD5-9AD9-4705-BFAB-953CE4BAC8C0}" type="pres">
      <dgm:prSet presAssocID="{750D6FEA-2742-4A86-A3F0-D94FAC17690C}" presName="dummy" presStyleCnt="0"/>
      <dgm:spPr/>
    </dgm:pt>
    <dgm:pt modelId="{C606E2D3-90C6-42D8-82AE-68AF8017D003}" type="pres">
      <dgm:prSet presAssocID="{750D6FEA-2742-4A86-A3F0-D94FAC17690C}" presName="node" presStyleLbl="revTx" presStyleIdx="3" presStyleCnt="5" custScaleX="164976">
        <dgm:presLayoutVars>
          <dgm:bulletEnabled val="1"/>
        </dgm:presLayoutVars>
      </dgm:prSet>
      <dgm:spPr/>
    </dgm:pt>
    <dgm:pt modelId="{9EC3398A-DAC2-46D2-B2D8-DFB8B9607561}" type="pres">
      <dgm:prSet presAssocID="{ED435A0D-D36E-4C08-8DD4-158182F5ED31}" presName="sibTrans" presStyleLbl="node1" presStyleIdx="3" presStyleCnt="5"/>
      <dgm:spPr/>
    </dgm:pt>
    <dgm:pt modelId="{36BBAA24-BDA4-4D61-8774-E8E9346E98D9}" type="pres">
      <dgm:prSet presAssocID="{6165614F-98F3-4F93-8231-99D171341CC3}" presName="dummy" presStyleCnt="0"/>
      <dgm:spPr/>
    </dgm:pt>
    <dgm:pt modelId="{87A1B89C-10E8-4BEE-BCCB-176FE679C591}" type="pres">
      <dgm:prSet presAssocID="{6165614F-98F3-4F93-8231-99D171341CC3}" presName="node" presStyleLbl="revTx" presStyleIdx="4" presStyleCnt="5" custScaleX="135159">
        <dgm:presLayoutVars>
          <dgm:bulletEnabled val="1"/>
        </dgm:presLayoutVars>
      </dgm:prSet>
      <dgm:spPr/>
    </dgm:pt>
    <dgm:pt modelId="{2AD50C77-AB9A-41F6-B222-2FB514468D2B}" type="pres">
      <dgm:prSet presAssocID="{AFD6FF7D-9627-4214-87D2-4FE130B3BC42}" presName="sibTrans" presStyleLbl="node1" presStyleIdx="4" presStyleCnt="5"/>
      <dgm:spPr/>
    </dgm:pt>
  </dgm:ptLst>
  <dgm:cxnLst>
    <dgm:cxn modelId="{4CE00119-C2FE-49D4-AB79-4E73E866A487}" type="presOf" srcId="{68C33457-F3BE-43DD-B796-CAB7C9A812BA}" destId="{FC919AA7-1A29-46D6-A351-051F6EE53743}" srcOrd="0" destOrd="0" presId="urn:microsoft.com/office/officeart/2005/8/layout/cycle1"/>
    <dgm:cxn modelId="{D57A742C-B323-48E4-A2E3-ACE659602565}" srcId="{68C33457-F3BE-43DD-B796-CAB7C9A812BA}" destId="{CF2693B7-F373-469C-AB5B-38669C6D6D26}" srcOrd="1" destOrd="0" parTransId="{9BEAD36E-E7CE-49E5-BF1E-BA9BEB8E05F1}" sibTransId="{C817A1BD-1983-44A6-BD0F-A8E241C050A9}"/>
    <dgm:cxn modelId="{0FF8472E-2E9B-43D9-9AD3-EA47BC5CDFE9}" type="presOf" srcId="{6165614F-98F3-4F93-8231-99D171341CC3}" destId="{87A1B89C-10E8-4BEE-BCCB-176FE679C591}" srcOrd="0" destOrd="0" presId="urn:microsoft.com/office/officeart/2005/8/layout/cycle1"/>
    <dgm:cxn modelId="{DADB1B5D-9458-4CDD-BFEA-40AE5232949B}" type="presOf" srcId="{CF2693B7-F373-469C-AB5B-38669C6D6D26}" destId="{1A84568C-35F9-4C75-962C-31EC86CCCB10}" srcOrd="0" destOrd="0" presId="urn:microsoft.com/office/officeart/2005/8/layout/cycle1"/>
    <dgm:cxn modelId="{0465E847-FA1D-4F59-9764-DE95CF658318}" type="presOf" srcId="{6627ECC9-0D34-41E6-929A-A4F25E8F5693}" destId="{5751093F-7177-48B3-B470-83C59EB4DCD6}" srcOrd="0" destOrd="0" presId="urn:microsoft.com/office/officeart/2005/8/layout/cycle1"/>
    <dgm:cxn modelId="{8350B76B-DE75-4C0B-9E02-8924139F35AB}" type="presOf" srcId="{AFD6FF7D-9627-4214-87D2-4FE130B3BC42}" destId="{2AD50C77-AB9A-41F6-B222-2FB514468D2B}" srcOrd="0" destOrd="0" presId="urn:microsoft.com/office/officeart/2005/8/layout/cycle1"/>
    <dgm:cxn modelId="{0CEEB656-9654-47AA-85AD-6B6BCD2135E2}" type="presOf" srcId="{ED435A0D-D36E-4C08-8DD4-158182F5ED31}" destId="{9EC3398A-DAC2-46D2-B2D8-DFB8B9607561}" srcOrd="0" destOrd="0" presId="urn:microsoft.com/office/officeart/2005/8/layout/cycle1"/>
    <dgm:cxn modelId="{D6079D78-3425-4FD0-B5FB-A387CE7D18AE}" srcId="{68C33457-F3BE-43DD-B796-CAB7C9A812BA}" destId="{6627ECC9-0D34-41E6-929A-A4F25E8F5693}" srcOrd="2" destOrd="0" parTransId="{1302A74E-D4AF-4010-8251-C2B01A6DE87D}" sibTransId="{04B140AB-FC50-4F67-9530-7644D8CC3680}"/>
    <dgm:cxn modelId="{CB56C88F-AF43-4C4C-B090-9CB2FC5ED595}" type="presOf" srcId="{04B140AB-FC50-4F67-9530-7644D8CC3680}" destId="{68C281B7-6950-418E-887A-0D7F05DFE8D4}" srcOrd="0" destOrd="0" presId="urn:microsoft.com/office/officeart/2005/8/layout/cycle1"/>
    <dgm:cxn modelId="{8D746F9D-747A-4D60-980D-318BA6437A90}" srcId="{68C33457-F3BE-43DD-B796-CAB7C9A812BA}" destId="{CF9B4F19-5409-4C2C-B93D-60C334D26F15}" srcOrd="0" destOrd="0" parTransId="{0DB695F9-42D0-45E5-BF96-3AA68D84896D}" sibTransId="{B5E7029E-A88C-42F6-8922-C4450E510D0D}"/>
    <dgm:cxn modelId="{9123F4A8-297D-42CE-BF78-EDD356BAF8CA}" type="presOf" srcId="{C817A1BD-1983-44A6-BD0F-A8E241C050A9}" destId="{BC4021E1-D316-4B72-85A6-0F576DB729B8}" srcOrd="0" destOrd="0" presId="urn:microsoft.com/office/officeart/2005/8/layout/cycle1"/>
    <dgm:cxn modelId="{7E09F7A9-6A42-4EF5-89EE-045A33D74CC6}" type="presOf" srcId="{750D6FEA-2742-4A86-A3F0-D94FAC17690C}" destId="{C606E2D3-90C6-42D8-82AE-68AF8017D003}" srcOrd="0" destOrd="0" presId="urn:microsoft.com/office/officeart/2005/8/layout/cycle1"/>
    <dgm:cxn modelId="{D3683AB6-D070-41E4-8F58-F2D3DA33F458}" type="presOf" srcId="{CF9B4F19-5409-4C2C-B93D-60C334D26F15}" destId="{97EF790D-6DDD-4595-BD46-D632B048999F}" srcOrd="0" destOrd="0" presId="urn:microsoft.com/office/officeart/2005/8/layout/cycle1"/>
    <dgm:cxn modelId="{F7E661BF-EFFB-407B-9DAC-BC33B4D1AC73}" srcId="{68C33457-F3BE-43DD-B796-CAB7C9A812BA}" destId="{6165614F-98F3-4F93-8231-99D171341CC3}" srcOrd="4" destOrd="0" parTransId="{A4EDA333-EEA7-461D-A6B8-511E71ACB6B5}" sibTransId="{AFD6FF7D-9627-4214-87D2-4FE130B3BC42}"/>
    <dgm:cxn modelId="{8EED68ED-710E-4DB6-9E8A-09ACFDB7B601}" type="presOf" srcId="{B5E7029E-A88C-42F6-8922-C4450E510D0D}" destId="{AA76C661-5AEC-483E-B645-CF6B931DF5EC}" srcOrd="0" destOrd="0" presId="urn:microsoft.com/office/officeart/2005/8/layout/cycle1"/>
    <dgm:cxn modelId="{EA3FE4F0-F747-428E-B065-E4373A77DCA4}" srcId="{68C33457-F3BE-43DD-B796-CAB7C9A812BA}" destId="{750D6FEA-2742-4A86-A3F0-D94FAC17690C}" srcOrd="3" destOrd="0" parTransId="{6F2BD1D4-5567-4695-ADF5-551AAB5E0963}" sibTransId="{ED435A0D-D36E-4C08-8DD4-158182F5ED31}"/>
    <dgm:cxn modelId="{2B9ABF9A-F64A-4093-9AE6-4942EBEAF0E9}" type="presParOf" srcId="{FC919AA7-1A29-46D6-A351-051F6EE53743}" destId="{0423DF62-20C3-46B3-BB51-EE785AC41519}" srcOrd="0" destOrd="0" presId="urn:microsoft.com/office/officeart/2005/8/layout/cycle1"/>
    <dgm:cxn modelId="{CCDC4B7A-C446-4DEE-A89F-BFC3D3EB3603}" type="presParOf" srcId="{FC919AA7-1A29-46D6-A351-051F6EE53743}" destId="{97EF790D-6DDD-4595-BD46-D632B048999F}" srcOrd="1" destOrd="0" presId="urn:microsoft.com/office/officeart/2005/8/layout/cycle1"/>
    <dgm:cxn modelId="{9BE8A4BA-DF86-4685-9DA2-AECEDC6EFA05}" type="presParOf" srcId="{FC919AA7-1A29-46D6-A351-051F6EE53743}" destId="{AA76C661-5AEC-483E-B645-CF6B931DF5EC}" srcOrd="2" destOrd="0" presId="urn:microsoft.com/office/officeart/2005/8/layout/cycle1"/>
    <dgm:cxn modelId="{5E0CA1FB-0694-47A6-A1EB-59A3E5E3109F}" type="presParOf" srcId="{FC919AA7-1A29-46D6-A351-051F6EE53743}" destId="{03401CB3-5AF6-47BD-8B20-90A12B0D9E25}" srcOrd="3" destOrd="0" presId="urn:microsoft.com/office/officeart/2005/8/layout/cycle1"/>
    <dgm:cxn modelId="{6E7B4CF7-5BE3-49FD-B0B3-EEBABF35D15B}" type="presParOf" srcId="{FC919AA7-1A29-46D6-A351-051F6EE53743}" destId="{1A84568C-35F9-4C75-962C-31EC86CCCB10}" srcOrd="4" destOrd="0" presId="urn:microsoft.com/office/officeart/2005/8/layout/cycle1"/>
    <dgm:cxn modelId="{BCB0D1A1-B9F1-435B-BCDC-3A1FAEFD6D60}" type="presParOf" srcId="{FC919AA7-1A29-46D6-A351-051F6EE53743}" destId="{BC4021E1-D316-4B72-85A6-0F576DB729B8}" srcOrd="5" destOrd="0" presId="urn:microsoft.com/office/officeart/2005/8/layout/cycle1"/>
    <dgm:cxn modelId="{B413D425-4071-4A58-BBEE-B56C6255A669}" type="presParOf" srcId="{FC919AA7-1A29-46D6-A351-051F6EE53743}" destId="{34AE16A0-2066-4074-B9B1-7BD3AD54ADE1}" srcOrd="6" destOrd="0" presId="urn:microsoft.com/office/officeart/2005/8/layout/cycle1"/>
    <dgm:cxn modelId="{9541BA56-F676-4A42-831D-385359EC5C88}" type="presParOf" srcId="{FC919AA7-1A29-46D6-A351-051F6EE53743}" destId="{5751093F-7177-48B3-B470-83C59EB4DCD6}" srcOrd="7" destOrd="0" presId="urn:microsoft.com/office/officeart/2005/8/layout/cycle1"/>
    <dgm:cxn modelId="{2C004132-38F3-4F59-8784-78D547380C33}" type="presParOf" srcId="{FC919AA7-1A29-46D6-A351-051F6EE53743}" destId="{68C281B7-6950-418E-887A-0D7F05DFE8D4}" srcOrd="8" destOrd="0" presId="urn:microsoft.com/office/officeart/2005/8/layout/cycle1"/>
    <dgm:cxn modelId="{086880F7-220D-40F7-884D-FD252DFFD9FC}" type="presParOf" srcId="{FC919AA7-1A29-46D6-A351-051F6EE53743}" destId="{1E96AFD5-9AD9-4705-BFAB-953CE4BAC8C0}" srcOrd="9" destOrd="0" presId="urn:microsoft.com/office/officeart/2005/8/layout/cycle1"/>
    <dgm:cxn modelId="{446B63EA-D4FF-48D6-9F16-576C78E60602}" type="presParOf" srcId="{FC919AA7-1A29-46D6-A351-051F6EE53743}" destId="{C606E2D3-90C6-42D8-82AE-68AF8017D003}" srcOrd="10" destOrd="0" presId="urn:microsoft.com/office/officeart/2005/8/layout/cycle1"/>
    <dgm:cxn modelId="{F72A7ECE-861D-4E1D-8E09-B350DBCAAC2A}" type="presParOf" srcId="{FC919AA7-1A29-46D6-A351-051F6EE53743}" destId="{9EC3398A-DAC2-46D2-B2D8-DFB8B9607561}" srcOrd="11" destOrd="0" presId="urn:microsoft.com/office/officeart/2005/8/layout/cycle1"/>
    <dgm:cxn modelId="{D136A79A-AA88-4379-94CD-7F1E93B06EF2}" type="presParOf" srcId="{FC919AA7-1A29-46D6-A351-051F6EE53743}" destId="{36BBAA24-BDA4-4D61-8774-E8E9346E98D9}" srcOrd="12" destOrd="0" presId="urn:microsoft.com/office/officeart/2005/8/layout/cycle1"/>
    <dgm:cxn modelId="{3B500898-E3C6-4A5A-B451-46D8D00AAC8A}" type="presParOf" srcId="{FC919AA7-1A29-46D6-A351-051F6EE53743}" destId="{87A1B89C-10E8-4BEE-BCCB-176FE679C591}" srcOrd="13" destOrd="0" presId="urn:microsoft.com/office/officeart/2005/8/layout/cycle1"/>
    <dgm:cxn modelId="{738EFA59-EEF7-4776-98D2-991E72214860}" type="presParOf" srcId="{FC919AA7-1A29-46D6-A351-051F6EE53743}" destId="{2AD50C77-AB9A-41F6-B222-2FB514468D2B}" srcOrd="14" destOrd="0" presId="urn:microsoft.com/office/officeart/2005/8/layout/cycle1"/>
  </dgm:cxnLst>
  <dgm:bg/>
  <dgm:whole/>
  <dgm:extLst>
    <a:ext uri="http://schemas.microsoft.com/office/drawing/2008/diagram">
      <dsp:dataModelExt xmlns:dsp="http://schemas.microsoft.com/office/drawing/2008/diagram" relId="rId4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68C33457-F3BE-43DD-B796-CAB7C9A812BA}" type="doc">
      <dgm:prSet loTypeId="urn:microsoft.com/office/officeart/2005/8/layout/cycle1" loCatId="cycle" qsTypeId="urn:microsoft.com/office/officeart/2005/8/quickstyle/simple1" qsCatId="simple" csTypeId="urn:microsoft.com/office/officeart/2005/8/colors/accent1_2" csCatId="accent1" phldr="1"/>
      <dgm:spPr/>
      <dgm:t>
        <a:bodyPr/>
        <a:lstStyle/>
        <a:p>
          <a:endParaRPr lang="en-IN"/>
        </a:p>
      </dgm:t>
    </dgm:pt>
    <dgm:pt modelId="{CF9B4F19-5409-4C2C-B93D-60C334D26F15}">
      <dgm:prSet phldrT="[Text]" custT="1"/>
      <dgm:spPr/>
      <dgm:t>
        <a:bodyPr/>
        <a:lstStyle/>
        <a:p>
          <a:r>
            <a:rPr lang="en-IN" sz="600" kern="1200">
              <a:solidFill>
                <a:prstClr val="black">
                  <a:hueOff val="0"/>
                  <a:satOff val="0"/>
                  <a:lumOff val="0"/>
                  <a:alphaOff val="0"/>
                </a:prstClr>
              </a:solidFill>
              <a:latin typeface="+mj-lt"/>
              <a:ea typeface="+mn-ea"/>
              <a:cs typeface="+mn-cs"/>
            </a:rPr>
            <a:t>Build</a:t>
          </a:r>
        </a:p>
      </dgm:t>
    </dgm:pt>
    <dgm:pt modelId="{0DB695F9-42D0-45E5-BF96-3AA68D84896D}" type="parTrans" cxnId="{8D746F9D-747A-4D60-980D-318BA6437A90}">
      <dgm:prSet/>
      <dgm:spPr/>
      <dgm:t>
        <a:bodyPr/>
        <a:lstStyle/>
        <a:p>
          <a:endParaRPr lang="en-IN" sz="600">
            <a:latin typeface="+mj-lt"/>
          </a:endParaRPr>
        </a:p>
      </dgm:t>
    </dgm:pt>
    <dgm:pt modelId="{B5E7029E-A88C-42F6-8922-C4450E510D0D}" type="sibTrans" cxnId="{8D746F9D-747A-4D60-980D-318BA6437A90}">
      <dgm:prSet/>
      <dgm:spPr/>
      <dgm:t>
        <a:bodyPr/>
        <a:lstStyle/>
        <a:p>
          <a:endParaRPr lang="en-IN" sz="600">
            <a:latin typeface="+mj-lt"/>
          </a:endParaRPr>
        </a:p>
      </dgm:t>
    </dgm:pt>
    <dgm:pt modelId="{CF2693B7-F373-469C-AB5B-38669C6D6D26}">
      <dgm:prSet phldrT="[Text]" custT="1"/>
      <dgm:spPr/>
      <dgm:t>
        <a:bodyPr/>
        <a:lstStyle/>
        <a:p>
          <a:r>
            <a:rPr lang="en-IN" sz="600">
              <a:latin typeface="+mj-lt"/>
            </a:rPr>
            <a:t>QA</a:t>
          </a:r>
        </a:p>
      </dgm:t>
    </dgm:pt>
    <dgm:pt modelId="{9BEAD36E-E7CE-49E5-BF1E-BA9BEB8E05F1}" type="parTrans" cxnId="{D57A742C-B323-48E4-A2E3-ACE659602565}">
      <dgm:prSet/>
      <dgm:spPr/>
      <dgm:t>
        <a:bodyPr/>
        <a:lstStyle/>
        <a:p>
          <a:endParaRPr lang="en-IN" sz="600">
            <a:latin typeface="+mj-lt"/>
          </a:endParaRPr>
        </a:p>
      </dgm:t>
    </dgm:pt>
    <dgm:pt modelId="{C817A1BD-1983-44A6-BD0F-A8E241C050A9}" type="sibTrans" cxnId="{D57A742C-B323-48E4-A2E3-ACE659602565}">
      <dgm:prSet/>
      <dgm:spPr/>
      <dgm:t>
        <a:bodyPr/>
        <a:lstStyle/>
        <a:p>
          <a:endParaRPr lang="en-IN" sz="600">
            <a:latin typeface="+mj-lt"/>
          </a:endParaRPr>
        </a:p>
      </dgm:t>
    </dgm:pt>
    <dgm:pt modelId="{6627ECC9-0D34-41E6-929A-A4F25E8F5693}">
      <dgm:prSet phldrT="[Text]" custT="1"/>
      <dgm:spPr/>
      <dgm:t>
        <a:bodyPr/>
        <a:lstStyle/>
        <a:p>
          <a:r>
            <a:rPr lang="en-IN" sz="400">
              <a:latin typeface="+mj-lt"/>
            </a:rPr>
            <a:t>Evaluate</a:t>
          </a:r>
        </a:p>
      </dgm:t>
    </dgm:pt>
    <dgm:pt modelId="{1302A74E-D4AF-4010-8251-C2B01A6DE87D}" type="parTrans" cxnId="{D6079D78-3425-4FD0-B5FB-A387CE7D18AE}">
      <dgm:prSet/>
      <dgm:spPr/>
      <dgm:t>
        <a:bodyPr/>
        <a:lstStyle/>
        <a:p>
          <a:endParaRPr lang="en-IN" sz="600">
            <a:latin typeface="+mj-lt"/>
          </a:endParaRPr>
        </a:p>
      </dgm:t>
    </dgm:pt>
    <dgm:pt modelId="{04B140AB-FC50-4F67-9530-7644D8CC3680}" type="sibTrans" cxnId="{D6079D78-3425-4FD0-B5FB-A387CE7D18AE}">
      <dgm:prSet/>
      <dgm:spPr/>
      <dgm:t>
        <a:bodyPr/>
        <a:lstStyle/>
        <a:p>
          <a:endParaRPr lang="en-IN" sz="600">
            <a:latin typeface="+mj-lt"/>
          </a:endParaRPr>
        </a:p>
      </dgm:t>
    </dgm:pt>
    <dgm:pt modelId="{750D6FEA-2742-4A86-A3F0-D94FAC17690C}">
      <dgm:prSet phldrT="[Text]" custT="1"/>
      <dgm:spPr/>
      <dgm:t>
        <a:bodyPr/>
        <a:lstStyle/>
        <a:p>
          <a:r>
            <a:rPr lang="en-IN" sz="600">
              <a:latin typeface="+mj-lt"/>
            </a:rPr>
            <a:t>Plan</a:t>
          </a:r>
        </a:p>
      </dgm:t>
    </dgm:pt>
    <dgm:pt modelId="{6F2BD1D4-5567-4695-ADF5-551AAB5E0963}" type="parTrans" cxnId="{EA3FE4F0-F747-428E-B065-E4373A77DCA4}">
      <dgm:prSet/>
      <dgm:spPr/>
      <dgm:t>
        <a:bodyPr/>
        <a:lstStyle/>
        <a:p>
          <a:endParaRPr lang="en-IN" sz="600">
            <a:latin typeface="+mj-lt"/>
          </a:endParaRPr>
        </a:p>
      </dgm:t>
    </dgm:pt>
    <dgm:pt modelId="{ED435A0D-D36E-4C08-8DD4-158182F5ED31}" type="sibTrans" cxnId="{EA3FE4F0-F747-428E-B065-E4373A77DCA4}">
      <dgm:prSet/>
      <dgm:spPr/>
      <dgm:t>
        <a:bodyPr/>
        <a:lstStyle/>
        <a:p>
          <a:endParaRPr lang="en-IN" sz="600">
            <a:latin typeface="+mj-lt"/>
          </a:endParaRPr>
        </a:p>
      </dgm:t>
    </dgm:pt>
    <dgm:pt modelId="{6165614F-98F3-4F93-8231-99D171341CC3}">
      <dgm:prSet phldrT="[Text]" custT="1"/>
      <dgm:spPr/>
      <dgm:t>
        <a:bodyPr/>
        <a:lstStyle/>
        <a:p>
          <a:r>
            <a:rPr lang="en-IN" sz="600">
              <a:latin typeface="+mj-lt"/>
            </a:rPr>
            <a:t>Design</a:t>
          </a:r>
        </a:p>
      </dgm:t>
    </dgm:pt>
    <dgm:pt modelId="{A4EDA333-EEA7-461D-A6B8-511E71ACB6B5}" type="parTrans" cxnId="{F7E661BF-EFFB-407B-9DAC-BC33B4D1AC73}">
      <dgm:prSet/>
      <dgm:spPr/>
      <dgm:t>
        <a:bodyPr/>
        <a:lstStyle/>
        <a:p>
          <a:endParaRPr lang="en-IN" sz="600">
            <a:latin typeface="+mj-lt"/>
          </a:endParaRPr>
        </a:p>
      </dgm:t>
    </dgm:pt>
    <dgm:pt modelId="{AFD6FF7D-9627-4214-87D2-4FE130B3BC42}" type="sibTrans" cxnId="{F7E661BF-EFFB-407B-9DAC-BC33B4D1AC73}">
      <dgm:prSet/>
      <dgm:spPr/>
      <dgm:t>
        <a:bodyPr/>
        <a:lstStyle/>
        <a:p>
          <a:endParaRPr lang="en-IN" sz="600">
            <a:latin typeface="+mj-lt"/>
          </a:endParaRPr>
        </a:p>
      </dgm:t>
    </dgm:pt>
    <dgm:pt modelId="{FC919AA7-1A29-46D6-A351-051F6EE53743}" type="pres">
      <dgm:prSet presAssocID="{68C33457-F3BE-43DD-B796-CAB7C9A812BA}" presName="cycle" presStyleCnt="0">
        <dgm:presLayoutVars>
          <dgm:dir/>
          <dgm:resizeHandles val="exact"/>
        </dgm:presLayoutVars>
      </dgm:prSet>
      <dgm:spPr/>
    </dgm:pt>
    <dgm:pt modelId="{0423DF62-20C3-46B3-BB51-EE785AC41519}" type="pres">
      <dgm:prSet presAssocID="{CF9B4F19-5409-4C2C-B93D-60C334D26F15}" presName="dummy" presStyleCnt="0"/>
      <dgm:spPr/>
    </dgm:pt>
    <dgm:pt modelId="{97EF790D-6DDD-4595-BD46-D632B048999F}" type="pres">
      <dgm:prSet presAssocID="{CF9B4F19-5409-4C2C-B93D-60C334D26F15}" presName="node" presStyleLbl="revTx" presStyleIdx="0" presStyleCnt="5" custScaleX="162643">
        <dgm:presLayoutVars>
          <dgm:bulletEnabled val="1"/>
        </dgm:presLayoutVars>
      </dgm:prSet>
      <dgm:spPr/>
    </dgm:pt>
    <dgm:pt modelId="{AA76C661-5AEC-483E-B645-CF6B931DF5EC}" type="pres">
      <dgm:prSet presAssocID="{B5E7029E-A88C-42F6-8922-C4450E510D0D}" presName="sibTrans" presStyleLbl="node1" presStyleIdx="0" presStyleCnt="5"/>
      <dgm:spPr/>
    </dgm:pt>
    <dgm:pt modelId="{03401CB3-5AF6-47BD-8B20-90A12B0D9E25}" type="pres">
      <dgm:prSet presAssocID="{CF2693B7-F373-469C-AB5B-38669C6D6D26}" presName="dummy" presStyleCnt="0"/>
      <dgm:spPr/>
    </dgm:pt>
    <dgm:pt modelId="{1A84568C-35F9-4C75-962C-31EC86CCCB10}" type="pres">
      <dgm:prSet presAssocID="{CF2693B7-F373-469C-AB5B-38669C6D6D26}" presName="node" presStyleLbl="revTx" presStyleIdx="1" presStyleCnt="5">
        <dgm:presLayoutVars>
          <dgm:bulletEnabled val="1"/>
        </dgm:presLayoutVars>
      </dgm:prSet>
      <dgm:spPr/>
    </dgm:pt>
    <dgm:pt modelId="{BC4021E1-D316-4B72-85A6-0F576DB729B8}" type="pres">
      <dgm:prSet presAssocID="{C817A1BD-1983-44A6-BD0F-A8E241C050A9}" presName="sibTrans" presStyleLbl="node1" presStyleIdx="1" presStyleCnt="5"/>
      <dgm:spPr/>
    </dgm:pt>
    <dgm:pt modelId="{34AE16A0-2066-4074-B9B1-7BD3AD54ADE1}" type="pres">
      <dgm:prSet presAssocID="{6627ECC9-0D34-41E6-929A-A4F25E8F5693}" presName="dummy" presStyleCnt="0"/>
      <dgm:spPr/>
    </dgm:pt>
    <dgm:pt modelId="{5751093F-7177-48B3-B470-83C59EB4DCD6}" type="pres">
      <dgm:prSet presAssocID="{6627ECC9-0D34-41E6-929A-A4F25E8F5693}" presName="node" presStyleLbl="revTx" presStyleIdx="2" presStyleCnt="5" custScaleX="106726" custRadScaleRad="113903" custRadScaleInc="2309">
        <dgm:presLayoutVars>
          <dgm:bulletEnabled val="1"/>
        </dgm:presLayoutVars>
      </dgm:prSet>
      <dgm:spPr/>
    </dgm:pt>
    <dgm:pt modelId="{68C281B7-6950-418E-887A-0D7F05DFE8D4}" type="pres">
      <dgm:prSet presAssocID="{04B140AB-FC50-4F67-9530-7644D8CC3680}" presName="sibTrans" presStyleLbl="node1" presStyleIdx="2" presStyleCnt="5"/>
      <dgm:spPr/>
    </dgm:pt>
    <dgm:pt modelId="{1E96AFD5-9AD9-4705-BFAB-953CE4BAC8C0}" type="pres">
      <dgm:prSet presAssocID="{750D6FEA-2742-4A86-A3F0-D94FAC17690C}" presName="dummy" presStyleCnt="0"/>
      <dgm:spPr/>
    </dgm:pt>
    <dgm:pt modelId="{C606E2D3-90C6-42D8-82AE-68AF8017D003}" type="pres">
      <dgm:prSet presAssocID="{750D6FEA-2742-4A86-A3F0-D94FAC17690C}" presName="node" presStyleLbl="revTx" presStyleIdx="3" presStyleCnt="5" custScaleX="164976">
        <dgm:presLayoutVars>
          <dgm:bulletEnabled val="1"/>
        </dgm:presLayoutVars>
      </dgm:prSet>
      <dgm:spPr/>
    </dgm:pt>
    <dgm:pt modelId="{9EC3398A-DAC2-46D2-B2D8-DFB8B9607561}" type="pres">
      <dgm:prSet presAssocID="{ED435A0D-D36E-4C08-8DD4-158182F5ED31}" presName="sibTrans" presStyleLbl="node1" presStyleIdx="3" presStyleCnt="5"/>
      <dgm:spPr/>
    </dgm:pt>
    <dgm:pt modelId="{36BBAA24-BDA4-4D61-8774-E8E9346E98D9}" type="pres">
      <dgm:prSet presAssocID="{6165614F-98F3-4F93-8231-99D171341CC3}" presName="dummy" presStyleCnt="0"/>
      <dgm:spPr/>
    </dgm:pt>
    <dgm:pt modelId="{87A1B89C-10E8-4BEE-BCCB-176FE679C591}" type="pres">
      <dgm:prSet presAssocID="{6165614F-98F3-4F93-8231-99D171341CC3}" presName="node" presStyleLbl="revTx" presStyleIdx="4" presStyleCnt="5" custScaleX="135159">
        <dgm:presLayoutVars>
          <dgm:bulletEnabled val="1"/>
        </dgm:presLayoutVars>
      </dgm:prSet>
      <dgm:spPr/>
    </dgm:pt>
    <dgm:pt modelId="{2AD50C77-AB9A-41F6-B222-2FB514468D2B}" type="pres">
      <dgm:prSet presAssocID="{AFD6FF7D-9627-4214-87D2-4FE130B3BC42}" presName="sibTrans" presStyleLbl="node1" presStyleIdx="4" presStyleCnt="5"/>
      <dgm:spPr/>
    </dgm:pt>
  </dgm:ptLst>
  <dgm:cxnLst>
    <dgm:cxn modelId="{4CE00119-C2FE-49D4-AB79-4E73E866A487}" type="presOf" srcId="{68C33457-F3BE-43DD-B796-CAB7C9A812BA}" destId="{FC919AA7-1A29-46D6-A351-051F6EE53743}" srcOrd="0" destOrd="0" presId="urn:microsoft.com/office/officeart/2005/8/layout/cycle1"/>
    <dgm:cxn modelId="{D57A742C-B323-48E4-A2E3-ACE659602565}" srcId="{68C33457-F3BE-43DD-B796-CAB7C9A812BA}" destId="{CF2693B7-F373-469C-AB5B-38669C6D6D26}" srcOrd="1" destOrd="0" parTransId="{9BEAD36E-E7CE-49E5-BF1E-BA9BEB8E05F1}" sibTransId="{C817A1BD-1983-44A6-BD0F-A8E241C050A9}"/>
    <dgm:cxn modelId="{0FF8472E-2E9B-43D9-9AD3-EA47BC5CDFE9}" type="presOf" srcId="{6165614F-98F3-4F93-8231-99D171341CC3}" destId="{87A1B89C-10E8-4BEE-BCCB-176FE679C591}" srcOrd="0" destOrd="0" presId="urn:microsoft.com/office/officeart/2005/8/layout/cycle1"/>
    <dgm:cxn modelId="{DADB1B5D-9458-4CDD-BFEA-40AE5232949B}" type="presOf" srcId="{CF2693B7-F373-469C-AB5B-38669C6D6D26}" destId="{1A84568C-35F9-4C75-962C-31EC86CCCB10}" srcOrd="0" destOrd="0" presId="urn:microsoft.com/office/officeart/2005/8/layout/cycle1"/>
    <dgm:cxn modelId="{0465E847-FA1D-4F59-9764-DE95CF658318}" type="presOf" srcId="{6627ECC9-0D34-41E6-929A-A4F25E8F5693}" destId="{5751093F-7177-48B3-B470-83C59EB4DCD6}" srcOrd="0" destOrd="0" presId="urn:microsoft.com/office/officeart/2005/8/layout/cycle1"/>
    <dgm:cxn modelId="{8350B76B-DE75-4C0B-9E02-8924139F35AB}" type="presOf" srcId="{AFD6FF7D-9627-4214-87D2-4FE130B3BC42}" destId="{2AD50C77-AB9A-41F6-B222-2FB514468D2B}" srcOrd="0" destOrd="0" presId="urn:microsoft.com/office/officeart/2005/8/layout/cycle1"/>
    <dgm:cxn modelId="{0CEEB656-9654-47AA-85AD-6B6BCD2135E2}" type="presOf" srcId="{ED435A0D-D36E-4C08-8DD4-158182F5ED31}" destId="{9EC3398A-DAC2-46D2-B2D8-DFB8B9607561}" srcOrd="0" destOrd="0" presId="urn:microsoft.com/office/officeart/2005/8/layout/cycle1"/>
    <dgm:cxn modelId="{D6079D78-3425-4FD0-B5FB-A387CE7D18AE}" srcId="{68C33457-F3BE-43DD-B796-CAB7C9A812BA}" destId="{6627ECC9-0D34-41E6-929A-A4F25E8F5693}" srcOrd="2" destOrd="0" parTransId="{1302A74E-D4AF-4010-8251-C2B01A6DE87D}" sibTransId="{04B140AB-FC50-4F67-9530-7644D8CC3680}"/>
    <dgm:cxn modelId="{CB56C88F-AF43-4C4C-B090-9CB2FC5ED595}" type="presOf" srcId="{04B140AB-FC50-4F67-9530-7644D8CC3680}" destId="{68C281B7-6950-418E-887A-0D7F05DFE8D4}" srcOrd="0" destOrd="0" presId="urn:microsoft.com/office/officeart/2005/8/layout/cycle1"/>
    <dgm:cxn modelId="{8D746F9D-747A-4D60-980D-318BA6437A90}" srcId="{68C33457-F3BE-43DD-B796-CAB7C9A812BA}" destId="{CF9B4F19-5409-4C2C-B93D-60C334D26F15}" srcOrd="0" destOrd="0" parTransId="{0DB695F9-42D0-45E5-BF96-3AA68D84896D}" sibTransId="{B5E7029E-A88C-42F6-8922-C4450E510D0D}"/>
    <dgm:cxn modelId="{9123F4A8-297D-42CE-BF78-EDD356BAF8CA}" type="presOf" srcId="{C817A1BD-1983-44A6-BD0F-A8E241C050A9}" destId="{BC4021E1-D316-4B72-85A6-0F576DB729B8}" srcOrd="0" destOrd="0" presId="urn:microsoft.com/office/officeart/2005/8/layout/cycle1"/>
    <dgm:cxn modelId="{7E09F7A9-6A42-4EF5-89EE-045A33D74CC6}" type="presOf" srcId="{750D6FEA-2742-4A86-A3F0-D94FAC17690C}" destId="{C606E2D3-90C6-42D8-82AE-68AF8017D003}" srcOrd="0" destOrd="0" presId="urn:microsoft.com/office/officeart/2005/8/layout/cycle1"/>
    <dgm:cxn modelId="{D3683AB6-D070-41E4-8F58-F2D3DA33F458}" type="presOf" srcId="{CF9B4F19-5409-4C2C-B93D-60C334D26F15}" destId="{97EF790D-6DDD-4595-BD46-D632B048999F}" srcOrd="0" destOrd="0" presId="urn:microsoft.com/office/officeart/2005/8/layout/cycle1"/>
    <dgm:cxn modelId="{F7E661BF-EFFB-407B-9DAC-BC33B4D1AC73}" srcId="{68C33457-F3BE-43DD-B796-CAB7C9A812BA}" destId="{6165614F-98F3-4F93-8231-99D171341CC3}" srcOrd="4" destOrd="0" parTransId="{A4EDA333-EEA7-461D-A6B8-511E71ACB6B5}" sibTransId="{AFD6FF7D-9627-4214-87D2-4FE130B3BC42}"/>
    <dgm:cxn modelId="{8EED68ED-710E-4DB6-9E8A-09ACFDB7B601}" type="presOf" srcId="{B5E7029E-A88C-42F6-8922-C4450E510D0D}" destId="{AA76C661-5AEC-483E-B645-CF6B931DF5EC}" srcOrd="0" destOrd="0" presId="urn:microsoft.com/office/officeart/2005/8/layout/cycle1"/>
    <dgm:cxn modelId="{EA3FE4F0-F747-428E-B065-E4373A77DCA4}" srcId="{68C33457-F3BE-43DD-B796-CAB7C9A812BA}" destId="{750D6FEA-2742-4A86-A3F0-D94FAC17690C}" srcOrd="3" destOrd="0" parTransId="{6F2BD1D4-5567-4695-ADF5-551AAB5E0963}" sibTransId="{ED435A0D-D36E-4C08-8DD4-158182F5ED31}"/>
    <dgm:cxn modelId="{2B9ABF9A-F64A-4093-9AE6-4942EBEAF0E9}" type="presParOf" srcId="{FC919AA7-1A29-46D6-A351-051F6EE53743}" destId="{0423DF62-20C3-46B3-BB51-EE785AC41519}" srcOrd="0" destOrd="0" presId="urn:microsoft.com/office/officeart/2005/8/layout/cycle1"/>
    <dgm:cxn modelId="{CCDC4B7A-C446-4DEE-A89F-BFC3D3EB3603}" type="presParOf" srcId="{FC919AA7-1A29-46D6-A351-051F6EE53743}" destId="{97EF790D-6DDD-4595-BD46-D632B048999F}" srcOrd="1" destOrd="0" presId="urn:microsoft.com/office/officeart/2005/8/layout/cycle1"/>
    <dgm:cxn modelId="{9BE8A4BA-DF86-4685-9DA2-AECEDC6EFA05}" type="presParOf" srcId="{FC919AA7-1A29-46D6-A351-051F6EE53743}" destId="{AA76C661-5AEC-483E-B645-CF6B931DF5EC}" srcOrd="2" destOrd="0" presId="urn:microsoft.com/office/officeart/2005/8/layout/cycle1"/>
    <dgm:cxn modelId="{5E0CA1FB-0694-47A6-A1EB-59A3E5E3109F}" type="presParOf" srcId="{FC919AA7-1A29-46D6-A351-051F6EE53743}" destId="{03401CB3-5AF6-47BD-8B20-90A12B0D9E25}" srcOrd="3" destOrd="0" presId="urn:microsoft.com/office/officeart/2005/8/layout/cycle1"/>
    <dgm:cxn modelId="{6E7B4CF7-5BE3-49FD-B0B3-EEBABF35D15B}" type="presParOf" srcId="{FC919AA7-1A29-46D6-A351-051F6EE53743}" destId="{1A84568C-35F9-4C75-962C-31EC86CCCB10}" srcOrd="4" destOrd="0" presId="urn:microsoft.com/office/officeart/2005/8/layout/cycle1"/>
    <dgm:cxn modelId="{BCB0D1A1-B9F1-435B-BCDC-3A1FAEFD6D60}" type="presParOf" srcId="{FC919AA7-1A29-46D6-A351-051F6EE53743}" destId="{BC4021E1-D316-4B72-85A6-0F576DB729B8}" srcOrd="5" destOrd="0" presId="urn:microsoft.com/office/officeart/2005/8/layout/cycle1"/>
    <dgm:cxn modelId="{B413D425-4071-4A58-BBEE-B56C6255A669}" type="presParOf" srcId="{FC919AA7-1A29-46D6-A351-051F6EE53743}" destId="{34AE16A0-2066-4074-B9B1-7BD3AD54ADE1}" srcOrd="6" destOrd="0" presId="urn:microsoft.com/office/officeart/2005/8/layout/cycle1"/>
    <dgm:cxn modelId="{9541BA56-F676-4A42-831D-385359EC5C88}" type="presParOf" srcId="{FC919AA7-1A29-46D6-A351-051F6EE53743}" destId="{5751093F-7177-48B3-B470-83C59EB4DCD6}" srcOrd="7" destOrd="0" presId="urn:microsoft.com/office/officeart/2005/8/layout/cycle1"/>
    <dgm:cxn modelId="{2C004132-38F3-4F59-8784-78D547380C33}" type="presParOf" srcId="{FC919AA7-1A29-46D6-A351-051F6EE53743}" destId="{68C281B7-6950-418E-887A-0D7F05DFE8D4}" srcOrd="8" destOrd="0" presId="urn:microsoft.com/office/officeart/2005/8/layout/cycle1"/>
    <dgm:cxn modelId="{086880F7-220D-40F7-884D-FD252DFFD9FC}" type="presParOf" srcId="{FC919AA7-1A29-46D6-A351-051F6EE53743}" destId="{1E96AFD5-9AD9-4705-BFAB-953CE4BAC8C0}" srcOrd="9" destOrd="0" presId="urn:microsoft.com/office/officeart/2005/8/layout/cycle1"/>
    <dgm:cxn modelId="{446B63EA-D4FF-48D6-9F16-576C78E60602}" type="presParOf" srcId="{FC919AA7-1A29-46D6-A351-051F6EE53743}" destId="{C606E2D3-90C6-42D8-82AE-68AF8017D003}" srcOrd="10" destOrd="0" presId="urn:microsoft.com/office/officeart/2005/8/layout/cycle1"/>
    <dgm:cxn modelId="{F72A7ECE-861D-4E1D-8E09-B350DBCAAC2A}" type="presParOf" srcId="{FC919AA7-1A29-46D6-A351-051F6EE53743}" destId="{9EC3398A-DAC2-46D2-B2D8-DFB8B9607561}" srcOrd="11" destOrd="0" presId="urn:microsoft.com/office/officeart/2005/8/layout/cycle1"/>
    <dgm:cxn modelId="{D136A79A-AA88-4379-94CD-7F1E93B06EF2}" type="presParOf" srcId="{FC919AA7-1A29-46D6-A351-051F6EE53743}" destId="{36BBAA24-BDA4-4D61-8774-E8E9346E98D9}" srcOrd="12" destOrd="0" presId="urn:microsoft.com/office/officeart/2005/8/layout/cycle1"/>
    <dgm:cxn modelId="{3B500898-E3C6-4A5A-B451-46D8D00AAC8A}" type="presParOf" srcId="{FC919AA7-1A29-46D6-A351-051F6EE53743}" destId="{87A1B89C-10E8-4BEE-BCCB-176FE679C591}" srcOrd="13" destOrd="0" presId="urn:microsoft.com/office/officeart/2005/8/layout/cycle1"/>
    <dgm:cxn modelId="{738EFA59-EEF7-4776-98D2-991E72214860}" type="presParOf" srcId="{FC919AA7-1A29-46D6-A351-051F6EE53743}" destId="{2AD50C77-AB9A-41F6-B222-2FB514468D2B}" srcOrd="14" destOrd="0" presId="urn:microsoft.com/office/officeart/2005/8/layout/cycle1"/>
  </dgm:cxnLst>
  <dgm:bg/>
  <dgm:whole/>
  <dgm:extLst>
    <a:ext uri="http://schemas.microsoft.com/office/drawing/2008/diagram">
      <dsp:dataModelExt xmlns:dsp="http://schemas.microsoft.com/office/drawing/2008/diagram" relId="rId4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68C33457-F3BE-43DD-B796-CAB7C9A812BA}" type="doc">
      <dgm:prSet loTypeId="urn:microsoft.com/office/officeart/2005/8/layout/cycle1" loCatId="cycle" qsTypeId="urn:microsoft.com/office/officeart/2005/8/quickstyle/simple1" qsCatId="simple" csTypeId="urn:microsoft.com/office/officeart/2005/8/colors/accent1_2" csCatId="accent1" phldr="1"/>
      <dgm:spPr/>
      <dgm:t>
        <a:bodyPr/>
        <a:lstStyle/>
        <a:p>
          <a:endParaRPr lang="en-IN"/>
        </a:p>
      </dgm:t>
    </dgm:pt>
    <dgm:pt modelId="{CF9B4F19-5409-4C2C-B93D-60C334D26F15}">
      <dgm:prSet phldrT="[Text]" custT="1"/>
      <dgm:spPr/>
      <dgm:t>
        <a:bodyPr/>
        <a:lstStyle/>
        <a:p>
          <a:r>
            <a:rPr lang="en-IN" sz="600" kern="1200">
              <a:solidFill>
                <a:prstClr val="black">
                  <a:hueOff val="0"/>
                  <a:satOff val="0"/>
                  <a:lumOff val="0"/>
                  <a:alphaOff val="0"/>
                </a:prstClr>
              </a:solidFill>
              <a:latin typeface="+mj-lt"/>
              <a:ea typeface="+mn-ea"/>
              <a:cs typeface="+mn-cs"/>
            </a:rPr>
            <a:t>Build</a:t>
          </a:r>
        </a:p>
      </dgm:t>
    </dgm:pt>
    <dgm:pt modelId="{0DB695F9-42D0-45E5-BF96-3AA68D84896D}" type="parTrans" cxnId="{8D746F9D-747A-4D60-980D-318BA6437A90}">
      <dgm:prSet/>
      <dgm:spPr/>
      <dgm:t>
        <a:bodyPr/>
        <a:lstStyle/>
        <a:p>
          <a:endParaRPr lang="en-IN" sz="600">
            <a:latin typeface="+mj-lt"/>
          </a:endParaRPr>
        </a:p>
      </dgm:t>
    </dgm:pt>
    <dgm:pt modelId="{B5E7029E-A88C-42F6-8922-C4450E510D0D}" type="sibTrans" cxnId="{8D746F9D-747A-4D60-980D-318BA6437A90}">
      <dgm:prSet/>
      <dgm:spPr/>
      <dgm:t>
        <a:bodyPr/>
        <a:lstStyle/>
        <a:p>
          <a:endParaRPr lang="en-IN" sz="600">
            <a:latin typeface="+mj-lt"/>
          </a:endParaRPr>
        </a:p>
      </dgm:t>
    </dgm:pt>
    <dgm:pt modelId="{CF2693B7-F373-469C-AB5B-38669C6D6D26}">
      <dgm:prSet phldrT="[Text]" custT="1"/>
      <dgm:spPr/>
      <dgm:t>
        <a:bodyPr/>
        <a:lstStyle/>
        <a:p>
          <a:r>
            <a:rPr lang="en-IN" sz="600">
              <a:latin typeface="+mj-lt"/>
            </a:rPr>
            <a:t>QA</a:t>
          </a:r>
        </a:p>
      </dgm:t>
    </dgm:pt>
    <dgm:pt modelId="{9BEAD36E-E7CE-49E5-BF1E-BA9BEB8E05F1}" type="parTrans" cxnId="{D57A742C-B323-48E4-A2E3-ACE659602565}">
      <dgm:prSet/>
      <dgm:spPr/>
      <dgm:t>
        <a:bodyPr/>
        <a:lstStyle/>
        <a:p>
          <a:endParaRPr lang="en-IN" sz="600">
            <a:latin typeface="+mj-lt"/>
          </a:endParaRPr>
        </a:p>
      </dgm:t>
    </dgm:pt>
    <dgm:pt modelId="{C817A1BD-1983-44A6-BD0F-A8E241C050A9}" type="sibTrans" cxnId="{D57A742C-B323-48E4-A2E3-ACE659602565}">
      <dgm:prSet/>
      <dgm:spPr/>
      <dgm:t>
        <a:bodyPr/>
        <a:lstStyle/>
        <a:p>
          <a:endParaRPr lang="en-IN" sz="600">
            <a:latin typeface="+mj-lt"/>
          </a:endParaRPr>
        </a:p>
      </dgm:t>
    </dgm:pt>
    <dgm:pt modelId="{6627ECC9-0D34-41E6-929A-A4F25E8F5693}">
      <dgm:prSet phldrT="[Text]" custT="1"/>
      <dgm:spPr/>
      <dgm:t>
        <a:bodyPr/>
        <a:lstStyle/>
        <a:p>
          <a:r>
            <a:rPr lang="en-IN" sz="400">
              <a:latin typeface="+mj-lt"/>
            </a:rPr>
            <a:t>Evaluate</a:t>
          </a:r>
        </a:p>
      </dgm:t>
    </dgm:pt>
    <dgm:pt modelId="{1302A74E-D4AF-4010-8251-C2B01A6DE87D}" type="parTrans" cxnId="{D6079D78-3425-4FD0-B5FB-A387CE7D18AE}">
      <dgm:prSet/>
      <dgm:spPr/>
      <dgm:t>
        <a:bodyPr/>
        <a:lstStyle/>
        <a:p>
          <a:endParaRPr lang="en-IN" sz="600">
            <a:latin typeface="+mj-lt"/>
          </a:endParaRPr>
        </a:p>
      </dgm:t>
    </dgm:pt>
    <dgm:pt modelId="{04B140AB-FC50-4F67-9530-7644D8CC3680}" type="sibTrans" cxnId="{D6079D78-3425-4FD0-B5FB-A387CE7D18AE}">
      <dgm:prSet/>
      <dgm:spPr/>
      <dgm:t>
        <a:bodyPr/>
        <a:lstStyle/>
        <a:p>
          <a:endParaRPr lang="en-IN" sz="600">
            <a:latin typeface="+mj-lt"/>
          </a:endParaRPr>
        </a:p>
      </dgm:t>
    </dgm:pt>
    <dgm:pt modelId="{750D6FEA-2742-4A86-A3F0-D94FAC17690C}">
      <dgm:prSet phldrT="[Text]" custT="1"/>
      <dgm:spPr/>
      <dgm:t>
        <a:bodyPr/>
        <a:lstStyle/>
        <a:p>
          <a:r>
            <a:rPr lang="en-IN" sz="600">
              <a:latin typeface="+mj-lt"/>
            </a:rPr>
            <a:t>Plan</a:t>
          </a:r>
        </a:p>
      </dgm:t>
    </dgm:pt>
    <dgm:pt modelId="{6F2BD1D4-5567-4695-ADF5-551AAB5E0963}" type="parTrans" cxnId="{EA3FE4F0-F747-428E-B065-E4373A77DCA4}">
      <dgm:prSet/>
      <dgm:spPr/>
      <dgm:t>
        <a:bodyPr/>
        <a:lstStyle/>
        <a:p>
          <a:endParaRPr lang="en-IN" sz="600">
            <a:latin typeface="+mj-lt"/>
          </a:endParaRPr>
        </a:p>
      </dgm:t>
    </dgm:pt>
    <dgm:pt modelId="{ED435A0D-D36E-4C08-8DD4-158182F5ED31}" type="sibTrans" cxnId="{EA3FE4F0-F747-428E-B065-E4373A77DCA4}">
      <dgm:prSet/>
      <dgm:spPr/>
      <dgm:t>
        <a:bodyPr/>
        <a:lstStyle/>
        <a:p>
          <a:endParaRPr lang="en-IN" sz="600">
            <a:latin typeface="+mj-lt"/>
          </a:endParaRPr>
        </a:p>
      </dgm:t>
    </dgm:pt>
    <dgm:pt modelId="{6165614F-98F3-4F93-8231-99D171341CC3}">
      <dgm:prSet phldrT="[Text]" custT="1"/>
      <dgm:spPr/>
      <dgm:t>
        <a:bodyPr/>
        <a:lstStyle/>
        <a:p>
          <a:r>
            <a:rPr lang="en-IN" sz="600">
              <a:latin typeface="+mj-lt"/>
            </a:rPr>
            <a:t>Design</a:t>
          </a:r>
        </a:p>
      </dgm:t>
    </dgm:pt>
    <dgm:pt modelId="{A4EDA333-EEA7-461D-A6B8-511E71ACB6B5}" type="parTrans" cxnId="{F7E661BF-EFFB-407B-9DAC-BC33B4D1AC73}">
      <dgm:prSet/>
      <dgm:spPr/>
      <dgm:t>
        <a:bodyPr/>
        <a:lstStyle/>
        <a:p>
          <a:endParaRPr lang="en-IN" sz="600">
            <a:latin typeface="+mj-lt"/>
          </a:endParaRPr>
        </a:p>
      </dgm:t>
    </dgm:pt>
    <dgm:pt modelId="{AFD6FF7D-9627-4214-87D2-4FE130B3BC42}" type="sibTrans" cxnId="{F7E661BF-EFFB-407B-9DAC-BC33B4D1AC73}">
      <dgm:prSet/>
      <dgm:spPr/>
      <dgm:t>
        <a:bodyPr/>
        <a:lstStyle/>
        <a:p>
          <a:endParaRPr lang="en-IN" sz="600">
            <a:latin typeface="+mj-lt"/>
          </a:endParaRPr>
        </a:p>
      </dgm:t>
    </dgm:pt>
    <dgm:pt modelId="{FC919AA7-1A29-46D6-A351-051F6EE53743}" type="pres">
      <dgm:prSet presAssocID="{68C33457-F3BE-43DD-B796-CAB7C9A812BA}" presName="cycle" presStyleCnt="0">
        <dgm:presLayoutVars>
          <dgm:dir/>
          <dgm:resizeHandles val="exact"/>
        </dgm:presLayoutVars>
      </dgm:prSet>
      <dgm:spPr/>
    </dgm:pt>
    <dgm:pt modelId="{0423DF62-20C3-46B3-BB51-EE785AC41519}" type="pres">
      <dgm:prSet presAssocID="{CF9B4F19-5409-4C2C-B93D-60C334D26F15}" presName="dummy" presStyleCnt="0"/>
      <dgm:spPr/>
    </dgm:pt>
    <dgm:pt modelId="{97EF790D-6DDD-4595-BD46-D632B048999F}" type="pres">
      <dgm:prSet presAssocID="{CF9B4F19-5409-4C2C-B93D-60C334D26F15}" presName="node" presStyleLbl="revTx" presStyleIdx="0" presStyleCnt="5" custScaleX="162643">
        <dgm:presLayoutVars>
          <dgm:bulletEnabled val="1"/>
        </dgm:presLayoutVars>
      </dgm:prSet>
      <dgm:spPr/>
    </dgm:pt>
    <dgm:pt modelId="{AA76C661-5AEC-483E-B645-CF6B931DF5EC}" type="pres">
      <dgm:prSet presAssocID="{B5E7029E-A88C-42F6-8922-C4450E510D0D}" presName="sibTrans" presStyleLbl="node1" presStyleIdx="0" presStyleCnt="5"/>
      <dgm:spPr/>
    </dgm:pt>
    <dgm:pt modelId="{03401CB3-5AF6-47BD-8B20-90A12B0D9E25}" type="pres">
      <dgm:prSet presAssocID="{CF2693B7-F373-469C-AB5B-38669C6D6D26}" presName="dummy" presStyleCnt="0"/>
      <dgm:spPr/>
    </dgm:pt>
    <dgm:pt modelId="{1A84568C-35F9-4C75-962C-31EC86CCCB10}" type="pres">
      <dgm:prSet presAssocID="{CF2693B7-F373-469C-AB5B-38669C6D6D26}" presName="node" presStyleLbl="revTx" presStyleIdx="1" presStyleCnt="5">
        <dgm:presLayoutVars>
          <dgm:bulletEnabled val="1"/>
        </dgm:presLayoutVars>
      </dgm:prSet>
      <dgm:spPr/>
    </dgm:pt>
    <dgm:pt modelId="{BC4021E1-D316-4B72-85A6-0F576DB729B8}" type="pres">
      <dgm:prSet presAssocID="{C817A1BD-1983-44A6-BD0F-A8E241C050A9}" presName="sibTrans" presStyleLbl="node1" presStyleIdx="1" presStyleCnt="5"/>
      <dgm:spPr/>
    </dgm:pt>
    <dgm:pt modelId="{34AE16A0-2066-4074-B9B1-7BD3AD54ADE1}" type="pres">
      <dgm:prSet presAssocID="{6627ECC9-0D34-41E6-929A-A4F25E8F5693}" presName="dummy" presStyleCnt="0"/>
      <dgm:spPr/>
    </dgm:pt>
    <dgm:pt modelId="{5751093F-7177-48B3-B470-83C59EB4DCD6}" type="pres">
      <dgm:prSet presAssocID="{6627ECC9-0D34-41E6-929A-A4F25E8F5693}" presName="node" presStyleLbl="revTx" presStyleIdx="2" presStyleCnt="5" custScaleX="106726" custRadScaleRad="113903" custRadScaleInc="2309">
        <dgm:presLayoutVars>
          <dgm:bulletEnabled val="1"/>
        </dgm:presLayoutVars>
      </dgm:prSet>
      <dgm:spPr/>
    </dgm:pt>
    <dgm:pt modelId="{68C281B7-6950-418E-887A-0D7F05DFE8D4}" type="pres">
      <dgm:prSet presAssocID="{04B140AB-FC50-4F67-9530-7644D8CC3680}" presName="sibTrans" presStyleLbl="node1" presStyleIdx="2" presStyleCnt="5"/>
      <dgm:spPr/>
    </dgm:pt>
    <dgm:pt modelId="{1E96AFD5-9AD9-4705-BFAB-953CE4BAC8C0}" type="pres">
      <dgm:prSet presAssocID="{750D6FEA-2742-4A86-A3F0-D94FAC17690C}" presName="dummy" presStyleCnt="0"/>
      <dgm:spPr/>
    </dgm:pt>
    <dgm:pt modelId="{C606E2D3-90C6-42D8-82AE-68AF8017D003}" type="pres">
      <dgm:prSet presAssocID="{750D6FEA-2742-4A86-A3F0-D94FAC17690C}" presName="node" presStyleLbl="revTx" presStyleIdx="3" presStyleCnt="5" custScaleX="164976">
        <dgm:presLayoutVars>
          <dgm:bulletEnabled val="1"/>
        </dgm:presLayoutVars>
      </dgm:prSet>
      <dgm:spPr/>
    </dgm:pt>
    <dgm:pt modelId="{9EC3398A-DAC2-46D2-B2D8-DFB8B9607561}" type="pres">
      <dgm:prSet presAssocID="{ED435A0D-D36E-4C08-8DD4-158182F5ED31}" presName="sibTrans" presStyleLbl="node1" presStyleIdx="3" presStyleCnt="5"/>
      <dgm:spPr/>
    </dgm:pt>
    <dgm:pt modelId="{36BBAA24-BDA4-4D61-8774-E8E9346E98D9}" type="pres">
      <dgm:prSet presAssocID="{6165614F-98F3-4F93-8231-99D171341CC3}" presName="dummy" presStyleCnt="0"/>
      <dgm:spPr/>
    </dgm:pt>
    <dgm:pt modelId="{87A1B89C-10E8-4BEE-BCCB-176FE679C591}" type="pres">
      <dgm:prSet presAssocID="{6165614F-98F3-4F93-8231-99D171341CC3}" presName="node" presStyleLbl="revTx" presStyleIdx="4" presStyleCnt="5" custScaleX="135159">
        <dgm:presLayoutVars>
          <dgm:bulletEnabled val="1"/>
        </dgm:presLayoutVars>
      </dgm:prSet>
      <dgm:spPr/>
    </dgm:pt>
    <dgm:pt modelId="{2AD50C77-AB9A-41F6-B222-2FB514468D2B}" type="pres">
      <dgm:prSet presAssocID="{AFD6FF7D-9627-4214-87D2-4FE130B3BC42}" presName="sibTrans" presStyleLbl="node1" presStyleIdx="4" presStyleCnt="5"/>
      <dgm:spPr/>
    </dgm:pt>
  </dgm:ptLst>
  <dgm:cxnLst>
    <dgm:cxn modelId="{4CE00119-C2FE-49D4-AB79-4E73E866A487}" type="presOf" srcId="{68C33457-F3BE-43DD-B796-CAB7C9A812BA}" destId="{FC919AA7-1A29-46D6-A351-051F6EE53743}" srcOrd="0" destOrd="0" presId="urn:microsoft.com/office/officeart/2005/8/layout/cycle1"/>
    <dgm:cxn modelId="{D57A742C-B323-48E4-A2E3-ACE659602565}" srcId="{68C33457-F3BE-43DD-B796-CAB7C9A812BA}" destId="{CF2693B7-F373-469C-AB5B-38669C6D6D26}" srcOrd="1" destOrd="0" parTransId="{9BEAD36E-E7CE-49E5-BF1E-BA9BEB8E05F1}" sibTransId="{C817A1BD-1983-44A6-BD0F-A8E241C050A9}"/>
    <dgm:cxn modelId="{0FF8472E-2E9B-43D9-9AD3-EA47BC5CDFE9}" type="presOf" srcId="{6165614F-98F3-4F93-8231-99D171341CC3}" destId="{87A1B89C-10E8-4BEE-BCCB-176FE679C591}" srcOrd="0" destOrd="0" presId="urn:microsoft.com/office/officeart/2005/8/layout/cycle1"/>
    <dgm:cxn modelId="{DADB1B5D-9458-4CDD-BFEA-40AE5232949B}" type="presOf" srcId="{CF2693B7-F373-469C-AB5B-38669C6D6D26}" destId="{1A84568C-35F9-4C75-962C-31EC86CCCB10}" srcOrd="0" destOrd="0" presId="urn:microsoft.com/office/officeart/2005/8/layout/cycle1"/>
    <dgm:cxn modelId="{0465E847-FA1D-4F59-9764-DE95CF658318}" type="presOf" srcId="{6627ECC9-0D34-41E6-929A-A4F25E8F5693}" destId="{5751093F-7177-48B3-B470-83C59EB4DCD6}" srcOrd="0" destOrd="0" presId="urn:microsoft.com/office/officeart/2005/8/layout/cycle1"/>
    <dgm:cxn modelId="{8350B76B-DE75-4C0B-9E02-8924139F35AB}" type="presOf" srcId="{AFD6FF7D-9627-4214-87D2-4FE130B3BC42}" destId="{2AD50C77-AB9A-41F6-B222-2FB514468D2B}" srcOrd="0" destOrd="0" presId="urn:microsoft.com/office/officeart/2005/8/layout/cycle1"/>
    <dgm:cxn modelId="{0CEEB656-9654-47AA-85AD-6B6BCD2135E2}" type="presOf" srcId="{ED435A0D-D36E-4C08-8DD4-158182F5ED31}" destId="{9EC3398A-DAC2-46D2-B2D8-DFB8B9607561}" srcOrd="0" destOrd="0" presId="urn:microsoft.com/office/officeart/2005/8/layout/cycle1"/>
    <dgm:cxn modelId="{D6079D78-3425-4FD0-B5FB-A387CE7D18AE}" srcId="{68C33457-F3BE-43DD-B796-CAB7C9A812BA}" destId="{6627ECC9-0D34-41E6-929A-A4F25E8F5693}" srcOrd="2" destOrd="0" parTransId="{1302A74E-D4AF-4010-8251-C2B01A6DE87D}" sibTransId="{04B140AB-FC50-4F67-9530-7644D8CC3680}"/>
    <dgm:cxn modelId="{CB56C88F-AF43-4C4C-B090-9CB2FC5ED595}" type="presOf" srcId="{04B140AB-FC50-4F67-9530-7644D8CC3680}" destId="{68C281B7-6950-418E-887A-0D7F05DFE8D4}" srcOrd="0" destOrd="0" presId="urn:microsoft.com/office/officeart/2005/8/layout/cycle1"/>
    <dgm:cxn modelId="{8D746F9D-747A-4D60-980D-318BA6437A90}" srcId="{68C33457-F3BE-43DD-B796-CAB7C9A812BA}" destId="{CF9B4F19-5409-4C2C-B93D-60C334D26F15}" srcOrd="0" destOrd="0" parTransId="{0DB695F9-42D0-45E5-BF96-3AA68D84896D}" sibTransId="{B5E7029E-A88C-42F6-8922-C4450E510D0D}"/>
    <dgm:cxn modelId="{9123F4A8-297D-42CE-BF78-EDD356BAF8CA}" type="presOf" srcId="{C817A1BD-1983-44A6-BD0F-A8E241C050A9}" destId="{BC4021E1-D316-4B72-85A6-0F576DB729B8}" srcOrd="0" destOrd="0" presId="urn:microsoft.com/office/officeart/2005/8/layout/cycle1"/>
    <dgm:cxn modelId="{7E09F7A9-6A42-4EF5-89EE-045A33D74CC6}" type="presOf" srcId="{750D6FEA-2742-4A86-A3F0-D94FAC17690C}" destId="{C606E2D3-90C6-42D8-82AE-68AF8017D003}" srcOrd="0" destOrd="0" presId="urn:microsoft.com/office/officeart/2005/8/layout/cycle1"/>
    <dgm:cxn modelId="{D3683AB6-D070-41E4-8F58-F2D3DA33F458}" type="presOf" srcId="{CF9B4F19-5409-4C2C-B93D-60C334D26F15}" destId="{97EF790D-6DDD-4595-BD46-D632B048999F}" srcOrd="0" destOrd="0" presId="urn:microsoft.com/office/officeart/2005/8/layout/cycle1"/>
    <dgm:cxn modelId="{F7E661BF-EFFB-407B-9DAC-BC33B4D1AC73}" srcId="{68C33457-F3BE-43DD-B796-CAB7C9A812BA}" destId="{6165614F-98F3-4F93-8231-99D171341CC3}" srcOrd="4" destOrd="0" parTransId="{A4EDA333-EEA7-461D-A6B8-511E71ACB6B5}" sibTransId="{AFD6FF7D-9627-4214-87D2-4FE130B3BC42}"/>
    <dgm:cxn modelId="{8EED68ED-710E-4DB6-9E8A-09ACFDB7B601}" type="presOf" srcId="{B5E7029E-A88C-42F6-8922-C4450E510D0D}" destId="{AA76C661-5AEC-483E-B645-CF6B931DF5EC}" srcOrd="0" destOrd="0" presId="urn:microsoft.com/office/officeart/2005/8/layout/cycle1"/>
    <dgm:cxn modelId="{EA3FE4F0-F747-428E-B065-E4373A77DCA4}" srcId="{68C33457-F3BE-43DD-B796-CAB7C9A812BA}" destId="{750D6FEA-2742-4A86-A3F0-D94FAC17690C}" srcOrd="3" destOrd="0" parTransId="{6F2BD1D4-5567-4695-ADF5-551AAB5E0963}" sibTransId="{ED435A0D-D36E-4C08-8DD4-158182F5ED31}"/>
    <dgm:cxn modelId="{2B9ABF9A-F64A-4093-9AE6-4942EBEAF0E9}" type="presParOf" srcId="{FC919AA7-1A29-46D6-A351-051F6EE53743}" destId="{0423DF62-20C3-46B3-BB51-EE785AC41519}" srcOrd="0" destOrd="0" presId="urn:microsoft.com/office/officeart/2005/8/layout/cycle1"/>
    <dgm:cxn modelId="{CCDC4B7A-C446-4DEE-A89F-BFC3D3EB3603}" type="presParOf" srcId="{FC919AA7-1A29-46D6-A351-051F6EE53743}" destId="{97EF790D-6DDD-4595-BD46-D632B048999F}" srcOrd="1" destOrd="0" presId="urn:microsoft.com/office/officeart/2005/8/layout/cycle1"/>
    <dgm:cxn modelId="{9BE8A4BA-DF86-4685-9DA2-AECEDC6EFA05}" type="presParOf" srcId="{FC919AA7-1A29-46D6-A351-051F6EE53743}" destId="{AA76C661-5AEC-483E-B645-CF6B931DF5EC}" srcOrd="2" destOrd="0" presId="urn:microsoft.com/office/officeart/2005/8/layout/cycle1"/>
    <dgm:cxn modelId="{5E0CA1FB-0694-47A6-A1EB-59A3E5E3109F}" type="presParOf" srcId="{FC919AA7-1A29-46D6-A351-051F6EE53743}" destId="{03401CB3-5AF6-47BD-8B20-90A12B0D9E25}" srcOrd="3" destOrd="0" presId="urn:microsoft.com/office/officeart/2005/8/layout/cycle1"/>
    <dgm:cxn modelId="{6E7B4CF7-5BE3-49FD-B0B3-EEBABF35D15B}" type="presParOf" srcId="{FC919AA7-1A29-46D6-A351-051F6EE53743}" destId="{1A84568C-35F9-4C75-962C-31EC86CCCB10}" srcOrd="4" destOrd="0" presId="urn:microsoft.com/office/officeart/2005/8/layout/cycle1"/>
    <dgm:cxn modelId="{BCB0D1A1-B9F1-435B-BCDC-3A1FAEFD6D60}" type="presParOf" srcId="{FC919AA7-1A29-46D6-A351-051F6EE53743}" destId="{BC4021E1-D316-4B72-85A6-0F576DB729B8}" srcOrd="5" destOrd="0" presId="urn:microsoft.com/office/officeart/2005/8/layout/cycle1"/>
    <dgm:cxn modelId="{B413D425-4071-4A58-BBEE-B56C6255A669}" type="presParOf" srcId="{FC919AA7-1A29-46D6-A351-051F6EE53743}" destId="{34AE16A0-2066-4074-B9B1-7BD3AD54ADE1}" srcOrd="6" destOrd="0" presId="urn:microsoft.com/office/officeart/2005/8/layout/cycle1"/>
    <dgm:cxn modelId="{9541BA56-F676-4A42-831D-385359EC5C88}" type="presParOf" srcId="{FC919AA7-1A29-46D6-A351-051F6EE53743}" destId="{5751093F-7177-48B3-B470-83C59EB4DCD6}" srcOrd="7" destOrd="0" presId="urn:microsoft.com/office/officeart/2005/8/layout/cycle1"/>
    <dgm:cxn modelId="{2C004132-38F3-4F59-8784-78D547380C33}" type="presParOf" srcId="{FC919AA7-1A29-46D6-A351-051F6EE53743}" destId="{68C281B7-6950-418E-887A-0D7F05DFE8D4}" srcOrd="8" destOrd="0" presId="urn:microsoft.com/office/officeart/2005/8/layout/cycle1"/>
    <dgm:cxn modelId="{086880F7-220D-40F7-884D-FD252DFFD9FC}" type="presParOf" srcId="{FC919AA7-1A29-46D6-A351-051F6EE53743}" destId="{1E96AFD5-9AD9-4705-BFAB-953CE4BAC8C0}" srcOrd="9" destOrd="0" presId="urn:microsoft.com/office/officeart/2005/8/layout/cycle1"/>
    <dgm:cxn modelId="{446B63EA-D4FF-48D6-9F16-576C78E60602}" type="presParOf" srcId="{FC919AA7-1A29-46D6-A351-051F6EE53743}" destId="{C606E2D3-90C6-42D8-82AE-68AF8017D003}" srcOrd="10" destOrd="0" presId="urn:microsoft.com/office/officeart/2005/8/layout/cycle1"/>
    <dgm:cxn modelId="{F72A7ECE-861D-4E1D-8E09-B350DBCAAC2A}" type="presParOf" srcId="{FC919AA7-1A29-46D6-A351-051F6EE53743}" destId="{9EC3398A-DAC2-46D2-B2D8-DFB8B9607561}" srcOrd="11" destOrd="0" presId="urn:microsoft.com/office/officeart/2005/8/layout/cycle1"/>
    <dgm:cxn modelId="{D136A79A-AA88-4379-94CD-7F1E93B06EF2}" type="presParOf" srcId="{FC919AA7-1A29-46D6-A351-051F6EE53743}" destId="{36BBAA24-BDA4-4D61-8774-E8E9346E98D9}" srcOrd="12" destOrd="0" presId="urn:microsoft.com/office/officeart/2005/8/layout/cycle1"/>
    <dgm:cxn modelId="{3B500898-E3C6-4A5A-B451-46D8D00AAC8A}" type="presParOf" srcId="{FC919AA7-1A29-46D6-A351-051F6EE53743}" destId="{87A1B89C-10E8-4BEE-BCCB-176FE679C591}" srcOrd="13" destOrd="0" presId="urn:microsoft.com/office/officeart/2005/8/layout/cycle1"/>
    <dgm:cxn modelId="{738EFA59-EEF7-4776-98D2-991E72214860}" type="presParOf" srcId="{FC919AA7-1A29-46D6-A351-051F6EE53743}" destId="{2AD50C77-AB9A-41F6-B222-2FB514468D2B}" srcOrd="14" destOrd="0" presId="urn:microsoft.com/office/officeart/2005/8/layout/cycle1"/>
  </dgm:cxnLst>
  <dgm:bg/>
  <dgm:whole/>
  <dgm:extLst>
    <a:ext uri="http://schemas.microsoft.com/office/drawing/2008/diagram">
      <dsp:dataModelExt xmlns:dsp="http://schemas.microsoft.com/office/drawing/2008/diagram" relId="rId5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68C33457-F3BE-43DD-B796-CAB7C9A812BA}" type="doc">
      <dgm:prSet loTypeId="urn:microsoft.com/office/officeart/2005/8/layout/cycle1" loCatId="cycle" qsTypeId="urn:microsoft.com/office/officeart/2005/8/quickstyle/simple1" qsCatId="simple" csTypeId="urn:microsoft.com/office/officeart/2005/8/colors/accent1_2" csCatId="accent1" phldr="1"/>
      <dgm:spPr/>
      <dgm:t>
        <a:bodyPr/>
        <a:lstStyle/>
        <a:p>
          <a:endParaRPr lang="en-IN"/>
        </a:p>
      </dgm:t>
    </dgm:pt>
    <dgm:pt modelId="{CF9B4F19-5409-4C2C-B93D-60C334D26F15}">
      <dgm:prSet phldrT="[Text]" custT="1"/>
      <dgm:spPr/>
      <dgm:t>
        <a:bodyPr/>
        <a:lstStyle/>
        <a:p>
          <a:r>
            <a:rPr lang="en-IN" sz="600" kern="1200">
              <a:solidFill>
                <a:prstClr val="black">
                  <a:hueOff val="0"/>
                  <a:satOff val="0"/>
                  <a:lumOff val="0"/>
                  <a:alphaOff val="0"/>
                </a:prstClr>
              </a:solidFill>
              <a:latin typeface="+mj-lt"/>
              <a:ea typeface="+mn-ea"/>
              <a:cs typeface="+mn-cs"/>
            </a:rPr>
            <a:t>Build</a:t>
          </a:r>
        </a:p>
      </dgm:t>
    </dgm:pt>
    <dgm:pt modelId="{0DB695F9-42D0-45E5-BF96-3AA68D84896D}" type="parTrans" cxnId="{8D746F9D-747A-4D60-980D-318BA6437A90}">
      <dgm:prSet/>
      <dgm:spPr/>
      <dgm:t>
        <a:bodyPr/>
        <a:lstStyle/>
        <a:p>
          <a:endParaRPr lang="en-IN" sz="600">
            <a:latin typeface="+mj-lt"/>
          </a:endParaRPr>
        </a:p>
      </dgm:t>
    </dgm:pt>
    <dgm:pt modelId="{B5E7029E-A88C-42F6-8922-C4450E510D0D}" type="sibTrans" cxnId="{8D746F9D-747A-4D60-980D-318BA6437A90}">
      <dgm:prSet/>
      <dgm:spPr/>
      <dgm:t>
        <a:bodyPr/>
        <a:lstStyle/>
        <a:p>
          <a:endParaRPr lang="en-IN" sz="600">
            <a:latin typeface="+mj-lt"/>
          </a:endParaRPr>
        </a:p>
      </dgm:t>
    </dgm:pt>
    <dgm:pt modelId="{CF2693B7-F373-469C-AB5B-38669C6D6D26}">
      <dgm:prSet phldrT="[Text]" custT="1"/>
      <dgm:spPr/>
      <dgm:t>
        <a:bodyPr/>
        <a:lstStyle/>
        <a:p>
          <a:r>
            <a:rPr lang="en-IN" sz="600">
              <a:latin typeface="+mj-lt"/>
            </a:rPr>
            <a:t>QA</a:t>
          </a:r>
        </a:p>
      </dgm:t>
    </dgm:pt>
    <dgm:pt modelId="{9BEAD36E-E7CE-49E5-BF1E-BA9BEB8E05F1}" type="parTrans" cxnId="{D57A742C-B323-48E4-A2E3-ACE659602565}">
      <dgm:prSet/>
      <dgm:spPr/>
      <dgm:t>
        <a:bodyPr/>
        <a:lstStyle/>
        <a:p>
          <a:endParaRPr lang="en-IN" sz="600">
            <a:latin typeface="+mj-lt"/>
          </a:endParaRPr>
        </a:p>
      </dgm:t>
    </dgm:pt>
    <dgm:pt modelId="{C817A1BD-1983-44A6-BD0F-A8E241C050A9}" type="sibTrans" cxnId="{D57A742C-B323-48E4-A2E3-ACE659602565}">
      <dgm:prSet/>
      <dgm:spPr/>
      <dgm:t>
        <a:bodyPr/>
        <a:lstStyle/>
        <a:p>
          <a:endParaRPr lang="en-IN" sz="600">
            <a:latin typeface="+mj-lt"/>
          </a:endParaRPr>
        </a:p>
      </dgm:t>
    </dgm:pt>
    <dgm:pt modelId="{6627ECC9-0D34-41E6-929A-A4F25E8F5693}">
      <dgm:prSet phldrT="[Text]" custT="1"/>
      <dgm:spPr/>
      <dgm:t>
        <a:bodyPr/>
        <a:lstStyle/>
        <a:p>
          <a:r>
            <a:rPr lang="en-IN" sz="400">
              <a:latin typeface="+mj-lt"/>
            </a:rPr>
            <a:t>Evaluate</a:t>
          </a:r>
        </a:p>
      </dgm:t>
    </dgm:pt>
    <dgm:pt modelId="{1302A74E-D4AF-4010-8251-C2B01A6DE87D}" type="parTrans" cxnId="{D6079D78-3425-4FD0-B5FB-A387CE7D18AE}">
      <dgm:prSet/>
      <dgm:spPr/>
      <dgm:t>
        <a:bodyPr/>
        <a:lstStyle/>
        <a:p>
          <a:endParaRPr lang="en-IN" sz="600">
            <a:latin typeface="+mj-lt"/>
          </a:endParaRPr>
        </a:p>
      </dgm:t>
    </dgm:pt>
    <dgm:pt modelId="{04B140AB-FC50-4F67-9530-7644D8CC3680}" type="sibTrans" cxnId="{D6079D78-3425-4FD0-B5FB-A387CE7D18AE}">
      <dgm:prSet/>
      <dgm:spPr/>
      <dgm:t>
        <a:bodyPr/>
        <a:lstStyle/>
        <a:p>
          <a:endParaRPr lang="en-IN" sz="600">
            <a:latin typeface="+mj-lt"/>
          </a:endParaRPr>
        </a:p>
      </dgm:t>
    </dgm:pt>
    <dgm:pt modelId="{750D6FEA-2742-4A86-A3F0-D94FAC17690C}">
      <dgm:prSet phldrT="[Text]" custT="1"/>
      <dgm:spPr/>
      <dgm:t>
        <a:bodyPr/>
        <a:lstStyle/>
        <a:p>
          <a:r>
            <a:rPr lang="en-IN" sz="600">
              <a:latin typeface="+mj-lt"/>
            </a:rPr>
            <a:t>Plan</a:t>
          </a:r>
        </a:p>
      </dgm:t>
    </dgm:pt>
    <dgm:pt modelId="{6F2BD1D4-5567-4695-ADF5-551AAB5E0963}" type="parTrans" cxnId="{EA3FE4F0-F747-428E-B065-E4373A77DCA4}">
      <dgm:prSet/>
      <dgm:spPr/>
      <dgm:t>
        <a:bodyPr/>
        <a:lstStyle/>
        <a:p>
          <a:endParaRPr lang="en-IN" sz="600">
            <a:latin typeface="+mj-lt"/>
          </a:endParaRPr>
        </a:p>
      </dgm:t>
    </dgm:pt>
    <dgm:pt modelId="{ED435A0D-D36E-4C08-8DD4-158182F5ED31}" type="sibTrans" cxnId="{EA3FE4F0-F747-428E-B065-E4373A77DCA4}">
      <dgm:prSet/>
      <dgm:spPr/>
      <dgm:t>
        <a:bodyPr/>
        <a:lstStyle/>
        <a:p>
          <a:endParaRPr lang="en-IN" sz="600">
            <a:latin typeface="+mj-lt"/>
          </a:endParaRPr>
        </a:p>
      </dgm:t>
    </dgm:pt>
    <dgm:pt modelId="{6165614F-98F3-4F93-8231-99D171341CC3}">
      <dgm:prSet phldrT="[Text]" custT="1"/>
      <dgm:spPr/>
      <dgm:t>
        <a:bodyPr/>
        <a:lstStyle/>
        <a:p>
          <a:r>
            <a:rPr lang="en-IN" sz="600">
              <a:latin typeface="+mj-lt"/>
            </a:rPr>
            <a:t>Design</a:t>
          </a:r>
        </a:p>
      </dgm:t>
    </dgm:pt>
    <dgm:pt modelId="{A4EDA333-EEA7-461D-A6B8-511E71ACB6B5}" type="parTrans" cxnId="{F7E661BF-EFFB-407B-9DAC-BC33B4D1AC73}">
      <dgm:prSet/>
      <dgm:spPr/>
      <dgm:t>
        <a:bodyPr/>
        <a:lstStyle/>
        <a:p>
          <a:endParaRPr lang="en-IN" sz="600">
            <a:latin typeface="+mj-lt"/>
          </a:endParaRPr>
        </a:p>
      </dgm:t>
    </dgm:pt>
    <dgm:pt modelId="{AFD6FF7D-9627-4214-87D2-4FE130B3BC42}" type="sibTrans" cxnId="{F7E661BF-EFFB-407B-9DAC-BC33B4D1AC73}">
      <dgm:prSet/>
      <dgm:spPr/>
      <dgm:t>
        <a:bodyPr/>
        <a:lstStyle/>
        <a:p>
          <a:endParaRPr lang="en-IN" sz="600">
            <a:latin typeface="+mj-lt"/>
          </a:endParaRPr>
        </a:p>
      </dgm:t>
    </dgm:pt>
    <dgm:pt modelId="{FC919AA7-1A29-46D6-A351-051F6EE53743}" type="pres">
      <dgm:prSet presAssocID="{68C33457-F3BE-43DD-B796-CAB7C9A812BA}" presName="cycle" presStyleCnt="0">
        <dgm:presLayoutVars>
          <dgm:dir/>
          <dgm:resizeHandles val="exact"/>
        </dgm:presLayoutVars>
      </dgm:prSet>
      <dgm:spPr/>
    </dgm:pt>
    <dgm:pt modelId="{0423DF62-20C3-46B3-BB51-EE785AC41519}" type="pres">
      <dgm:prSet presAssocID="{CF9B4F19-5409-4C2C-B93D-60C334D26F15}" presName="dummy" presStyleCnt="0"/>
      <dgm:spPr/>
    </dgm:pt>
    <dgm:pt modelId="{97EF790D-6DDD-4595-BD46-D632B048999F}" type="pres">
      <dgm:prSet presAssocID="{CF9B4F19-5409-4C2C-B93D-60C334D26F15}" presName="node" presStyleLbl="revTx" presStyleIdx="0" presStyleCnt="5" custScaleX="162643">
        <dgm:presLayoutVars>
          <dgm:bulletEnabled val="1"/>
        </dgm:presLayoutVars>
      </dgm:prSet>
      <dgm:spPr/>
    </dgm:pt>
    <dgm:pt modelId="{AA76C661-5AEC-483E-B645-CF6B931DF5EC}" type="pres">
      <dgm:prSet presAssocID="{B5E7029E-A88C-42F6-8922-C4450E510D0D}" presName="sibTrans" presStyleLbl="node1" presStyleIdx="0" presStyleCnt="5"/>
      <dgm:spPr/>
    </dgm:pt>
    <dgm:pt modelId="{03401CB3-5AF6-47BD-8B20-90A12B0D9E25}" type="pres">
      <dgm:prSet presAssocID="{CF2693B7-F373-469C-AB5B-38669C6D6D26}" presName="dummy" presStyleCnt="0"/>
      <dgm:spPr/>
    </dgm:pt>
    <dgm:pt modelId="{1A84568C-35F9-4C75-962C-31EC86CCCB10}" type="pres">
      <dgm:prSet presAssocID="{CF2693B7-F373-469C-AB5B-38669C6D6D26}" presName="node" presStyleLbl="revTx" presStyleIdx="1" presStyleCnt="5">
        <dgm:presLayoutVars>
          <dgm:bulletEnabled val="1"/>
        </dgm:presLayoutVars>
      </dgm:prSet>
      <dgm:spPr/>
    </dgm:pt>
    <dgm:pt modelId="{BC4021E1-D316-4B72-85A6-0F576DB729B8}" type="pres">
      <dgm:prSet presAssocID="{C817A1BD-1983-44A6-BD0F-A8E241C050A9}" presName="sibTrans" presStyleLbl="node1" presStyleIdx="1" presStyleCnt="5"/>
      <dgm:spPr/>
    </dgm:pt>
    <dgm:pt modelId="{34AE16A0-2066-4074-B9B1-7BD3AD54ADE1}" type="pres">
      <dgm:prSet presAssocID="{6627ECC9-0D34-41E6-929A-A4F25E8F5693}" presName="dummy" presStyleCnt="0"/>
      <dgm:spPr/>
    </dgm:pt>
    <dgm:pt modelId="{5751093F-7177-48B3-B470-83C59EB4DCD6}" type="pres">
      <dgm:prSet presAssocID="{6627ECC9-0D34-41E6-929A-A4F25E8F5693}" presName="node" presStyleLbl="revTx" presStyleIdx="2" presStyleCnt="5" custScaleX="121162" custRadScaleRad="113903" custRadScaleInc="2309">
        <dgm:presLayoutVars>
          <dgm:bulletEnabled val="1"/>
        </dgm:presLayoutVars>
      </dgm:prSet>
      <dgm:spPr/>
    </dgm:pt>
    <dgm:pt modelId="{68C281B7-6950-418E-887A-0D7F05DFE8D4}" type="pres">
      <dgm:prSet presAssocID="{04B140AB-FC50-4F67-9530-7644D8CC3680}" presName="sibTrans" presStyleLbl="node1" presStyleIdx="2" presStyleCnt="5"/>
      <dgm:spPr/>
    </dgm:pt>
    <dgm:pt modelId="{1E96AFD5-9AD9-4705-BFAB-953CE4BAC8C0}" type="pres">
      <dgm:prSet presAssocID="{750D6FEA-2742-4A86-A3F0-D94FAC17690C}" presName="dummy" presStyleCnt="0"/>
      <dgm:spPr/>
    </dgm:pt>
    <dgm:pt modelId="{C606E2D3-90C6-42D8-82AE-68AF8017D003}" type="pres">
      <dgm:prSet presAssocID="{750D6FEA-2742-4A86-A3F0-D94FAC17690C}" presName="node" presStyleLbl="revTx" presStyleIdx="3" presStyleCnt="5" custScaleX="164976">
        <dgm:presLayoutVars>
          <dgm:bulletEnabled val="1"/>
        </dgm:presLayoutVars>
      </dgm:prSet>
      <dgm:spPr/>
    </dgm:pt>
    <dgm:pt modelId="{9EC3398A-DAC2-46D2-B2D8-DFB8B9607561}" type="pres">
      <dgm:prSet presAssocID="{ED435A0D-D36E-4C08-8DD4-158182F5ED31}" presName="sibTrans" presStyleLbl="node1" presStyleIdx="3" presStyleCnt="5"/>
      <dgm:spPr/>
    </dgm:pt>
    <dgm:pt modelId="{36BBAA24-BDA4-4D61-8774-E8E9346E98D9}" type="pres">
      <dgm:prSet presAssocID="{6165614F-98F3-4F93-8231-99D171341CC3}" presName="dummy" presStyleCnt="0"/>
      <dgm:spPr/>
    </dgm:pt>
    <dgm:pt modelId="{87A1B89C-10E8-4BEE-BCCB-176FE679C591}" type="pres">
      <dgm:prSet presAssocID="{6165614F-98F3-4F93-8231-99D171341CC3}" presName="node" presStyleLbl="revTx" presStyleIdx="4" presStyleCnt="5" custScaleX="135159">
        <dgm:presLayoutVars>
          <dgm:bulletEnabled val="1"/>
        </dgm:presLayoutVars>
      </dgm:prSet>
      <dgm:spPr/>
    </dgm:pt>
    <dgm:pt modelId="{2AD50C77-AB9A-41F6-B222-2FB514468D2B}" type="pres">
      <dgm:prSet presAssocID="{AFD6FF7D-9627-4214-87D2-4FE130B3BC42}" presName="sibTrans" presStyleLbl="node1" presStyleIdx="4" presStyleCnt="5"/>
      <dgm:spPr/>
    </dgm:pt>
  </dgm:ptLst>
  <dgm:cxnLst>
    <dgm:cxn modelId="{4CE00119-C2FE-49D4-AB79-4E73E866A487}" type="presOf" srcId="{68C33457-F3BE-43DD-B796-CAB7C9A812BA}" destId="{FC919AA7-1A29-46D6-A351-051F6EE53743}" srcOrd="0" destOrd="0" presId="urn:microsoft.com/office/officeart/2005/8/layout/cycle1"/>
    <dgm:cxn modelId="{D57A742C-B323-48E4-A2E3-ACE659602565}" srcId="{68C33457-F3BE-43DD-B796-CAB7C9A812BA}" destId="{CF2693B7-F373-469C-AB5B-38669C6D6D26}" srcOrd="1" destOrd="0" parTransId="{9BEAD36E-E7CE-49E5-BF1E-BA9BEB8E05F1}" sibTransId="{C817A1BD-1983-44A6-BD0F-A8E241C050A9}"/>
    <dgm:cxn modelId="{0FF8472E-2E9B-43D9-9AD3-EA47BC5CDFE9}" type="presOf" srcId="{6165614F-98F3-4F93-8231-99D171341CC3}" destId="{87A1B89C-10E8-4BEE-BCCB-176FE679C591}" srcOrd="0" destOrd="0" presId="urn:microsoft.com/office/officeart/2005/8/layout/cycle1"/>
    <dgm:cxn modelId="{DADB1B5D-9458-4CDD-BFEA-40AE5232949B}" type="presOf" srcId="{CF2693B7-F373-469C-AB5B-38669C6D6D26}" destId="{1A84568C-35F9-4C75-962C-31EC86CCCB10}" srcOrd="0" destOrd="0" presId="urn:microsoft.com/office/officeart/2005/8/layout/cycle1"/>
    <dgm:cxn modelId="{0465E847-FA1D-4F59-9764-DE95CF658318}" type="presOf" srcId="{6627ECC9-0D34-41E6-929A-A4F25E8F5693}" destId="{5751093F-7177-48B3-B470-83C59EB4DCD6}" srcOrd="0" destOrd="0" presId="urn:microsoft.com/office/officeart/2005/8/layout/cycle1"/>
    <dgm:cxn modelId="{8350B76B-DE75-4C0B-9E02-8924139F35AB}" type="presOf" srcId="{AFD6FF7D-9627-4214-87D2-4FE130B3BC42}" destId="{2AD50C77-AB9A-41F6-B222-2FB514468D2B}" srcOrd="0" destOrd="0" presId="urn:microsoft.com/office/officeart/2005/8/layout/cycle1"/>
    <dgm:cxn modelId="{0CEEB656-9654-47AA-85AD-6B6BCD2135E2}" type="presOf" srcId="{ED435A0D-D36E-4C08-8DD4-158182F5ED31}" destId="{9EC3398A-DAC2-46D2-B2D8-DFB8B9607561}" srcOrd="0" destOrd="0" presId="urn:microsoft.com/office/officeart/2005/8/layout/cycle1"/>
    <dgm:cxn modelId="{D6079D78-3425-4FD0-B5FB-A387CE7D18AE}" srcId="{68C33457-F3BE-43DD-B796-CAB7C9A812BA}" destId="{6627ECC9-0D34-41E6-929A-A4F25E8F5693}" srcOrd="2" destOrd="0" parTransId="{1302A74E-D4AF-4010-8251-C2B01A6DE87D}" sibTransId="{04B140AB-FC50-4F67-9530-7644D8CC3680}"/>
    <dgm:cxn modelId="{CB56C88F-AF43-4C4C-B090-9CB2FC5ED595}" type="presOf" srcId="{04B140AB-FC50-4F67-9530-7644D8CC3680}" destId="{68C281B7-6950-418E-887A-0D7F05DFE8D4}" srcOrd="0" destOrd="0" presId="urn:microsoft.com/office/officeart/2005/8/layout/cycle1"/>
    <dgm:cxn modelId="{8D746F9D-747A-4D60-980D-318BA6437A90}" srcId="{68C33457-F3BE-43DD-B796-CAB7C9A812BA}" destId="{CF9B4F19-5409-4C2C-B93D-60C334D26F15}" srcOrd="0" destOrd="0" parTransId="{0DB695F9-42D0-45E5-BF96-3AA68D84896D}" sibTransId="{B5E7029E-A88C-42F6-8922-C4450E510D0D}"/>
    <dgm:cxn modelId="{9123F4A8-297D-42CE-BF78-EDD356BAF8CA}" type="presOf" srcId="{C817A1BD-1983-44A6-BD0F-A8E241C050A9}" destId="{BC4021E1-D316-4B72-85A6-0F576DB729B8}" srcOrd="0" destOrd="0" presId="urn:microsoft.com/office/officeart/2005/8/layout/cycle1"/>
    <dgm:cxn modelId="{7E09F7A9-6A42-4EF5-89EE-045A33D74CC6}" type="presOf" srcId="{750D6FEA-2742-4A86-A3F0-D94FAC17690C}" destId="{C606E2D3-90C6-42D8-82AE-68AF8017D003}" srcOrd="0" destOrd="0" presId="urn:microsoft.com/office/officeart/2005/8/layout/cycle1"/>
    <dgm:cxn modelId="{D3683AB6-D070-41E4-8F58-F2D3DA33F458}" type="presOf" srcId="{CF9B4F19-5409-4C2C-B93D-60C334D26F15}" destId="{97EF790D-6DDD-4595-BD46-D632B048999F}" srcOrd="0" destOrd="0" presId="urn:microsoft.com/office/officeart/2005/8/layout/cycle1"/>
    <dgm:cxn modelId="{F7E661BF-EFFB-407B-9DAC-BC33B4D1AC73}" srcId="{68C33457-F3BE-43DD-B796-CAB7C9A812BA}" destId="{6165614F-98F3-4F93-8231-99D171341CC3}" srcOrd="4" destOrd="0" parTransId="{A4EDA333-EEA7-461D-A6B8-511E71ACB6B5}" sibTransId="{AFD6FF7D-9627-4214-87D2-4FE130B3BC42}"/>
    <dgm:cxn modelId="{8EED68ED-710E-4DB6-9E8A-09ACFDB7B601}" type="presOf" srcId="{B5E7029E-A88C-42F6-8922-C4450E510D0D}" destId="{AA76C661-5AEC-483E-B645-CF6B931DF5EC}" srcOrd="0" destOrd="0" presId="urn:microsoft.com/office/officeart/2005/8/layout/cycle1"/>
    <dgm:cxn modelId="{EA3FE4F0-F747-428E-B065-E4373A77DCA4}" srcId="{68C33457-F3BE-43DD-B796-CAB7C9A812BA}" destId="{750D6FEA-2742-4A86-A3F0-D94FAC17690C}" srcOrd="3" destOrd="0" parTransId="{6F2BD1D4-5567-4695-ADF5-551AAB5E0963}" sibTransId="{ED435A0D-D36E-4C08-8DD4-158182F5ED31}"/>
    <dgm:cxn modelId="{2B9ABF9A-F64A-4093-9AE6-4942EBEAF0E9}" type="presParOf" srcId="{FC919AA7-1A29-46D6-A351-051F6EE53743}" destId="{0423DF62-20C3-46B3-BB51-EE785AC41519}" srcOrd="0" destOrd="0" presId="urn:microsoft.com/office/officeart/2005/8/layout/cycle1"/>
    <dgm:cxn modelId="{CCDC4B7A-C446-4DEE-A89F-BFC3D3EB3603}" type="presParOf" srcId="{FC919AA7-1A29-46D6-A351-051F6EE53743}" destId="{97EF790D-6DDD-4595-BD46-D632B048999F}" srcOrd="1" destOrd="0" presId="urn:microsoft.com/office/officeart/2005/8/layout/cycle1"/>
    <dgm:cxn modelId="{9BE8A4BA-DF86-4685-9DA2-AECEDC6EFA05}" type="presParOf" srcId="{FC919AA7-1A29-46D6-A351-051F6EE53743}" destId="{AA76C661-5AEC-483E-B645-CF6B931DF5EC}" srcOrd="2" destOrd="0" presId="urn:microsoft.com/office/officeart/2005/8/layout/cycle1"/>
    <dgm:cxn modelId="{5E0CA1FB-0694-47A6-A1EB-59A3E5E3109F}" type="presParOf" srcId="{FC919AA7-1A29-46D6-A351-051F6EE53743}" destId="{03401CB3-5AF6-47BD-8B20-90A12B0D9E25}" srcOrd="3" destOrd="0" presId="urn:microsoft.com/office/officeart/2005/8/layout/cycle1"/>
    <dgm:cxn modelId="{6E7B4CF7-5BE3-49FD-B0B3-EEBABF35D15B}" type="presParOf" srcId="{FC919AA7-1A29-46D6-A351-051F6EE53743}" destId="{1A84568C-35F9-4C75-962C-31EC86CCCB10}" srcOrd="4" destOrd="0" presId="urn:microsoft.com/office/officeart/2005/8/layout/cycle1"/>
    <dgm:cxn modelId="{BCB0D1A1-B9F1-435B-BCDC-3A1FAEFD6D60}" type="presParOf" srcId="{FC919AA7-1A29-46D6-A351-051F6EE53743}" destId="{BC4021E1-D316-4B72-85A6-0F576DB729B8}" srcOrd="5" destOrd="0" presId="urn:microsoft.com/office/officeart/2005/8/layout/cycle1"/>
    <dgm:cxn modelId="{B413D425-4071-4A58-BBEE-B56C6255A669}" type="presParOf" srcId="{FC919AA7-1A29-46D6-A351-051F6EE53743}" destId="{34AE16A0-2066-4074-B9B1-7BD3AD54ADE1}" srcOrd="6" destOrd="0" presId="urn:microsoft.com/office/officeart/2005/8/layout/cycle1"/>
    <dgm:cxn modelId="{9541BA56-F676-4A42-831D-385359EC5C88}" type="presParOf" srcId="{FC919AA7-1A29-46D6-A351-051F6EE53743}" destId="{5751093F-7177-48B3-B470-83C59EB4DCD6}" srcOrd="7" destOrd="0" presId="urn:microsoft.com/office/officeart/2005/8/layout/cycle1"/>
    <dgm:cxn modelId="{2C004132-38F3-4F59-8784-78D547380C33}" type="presParOf" srcId="{FC919AA7-1A29-46D6-A351-051F6EE53743}" destId="{68C281B7-6950-418E-887A-0D7F05DFE8D4}" srcOrd="8" destOrd="0" presId="urn:microsoft.com/office/officeart/2005/8/layout/cycle1"/>
    <dgm:cxn modelId="{086880F7-220D-40F7-884D-FD252DFFD9FC}" type="presParOf" srcId="{FC919AA7-1A29-46D6-A351-051F6EE53743}" destId="{1E96AFD5-9AD9-4705-BFAB-953CE4BAC8C0}" srcOrd="9" destOrd="0" presId="urn:microsoft.com/office/officeart/2005/8/layout/cycle1"/>
    <dgm:cxn modelId="{446B63EA-D4FF-48D6-9F16-576C78E60602}" type="presParOf" srcId="{FC919AA7-1A29-46D6-A351-051F6EE53743}" destId="{C606E2D3-90C6-42D8-82AE-68AF8017D003}" srcOrd="10" destOrd="0" presId="urn:microsoft.com/office/officeart/2005/8/layout/cycle1"/>
    <dgm:cxn modelId="{F72A7ECE-861D-4E1D-8E09-B350DBCAAC2A}" type="presParOf" srcId="{FC919AA7-1A29-46D6-A351-051F6EE53743}" destId="{9EC3398A-DAC2-46D2-B2D8-DFB8B9607561}" srcOrd="11" destOrd="0" presId="urn:microsoft.com/office/officeart/2005/8/layout/cycle1"/>
    <dgm:cxn modelId="{D136A79A-AA88-4379-94CD-7F1E93B06EF2}" type="presParOf" srcId="{FC919AA7-1A29-46D6-A351-051F6EE53743}" destId="{36BBAA24-BDA4-4D61-8774-E8E9346E98D9}" srcOrd="12" destOrd="0" presId="urn:microsoft.com/office/officeart/2005/8/layout/cycle1"/>
    <dgm:cxn modelId="{3B500898-E3C6-4A5A-B451-46D8D00AAC8A}" type="presParOf" srcId="{FC919AA7-1A29-46D6-A351-051F6EE53743}" destId="{87A1B89C-10E8-4BEE-BCCB-176FE679C591}" srcOrd="13" destOrd="0" presId="urn:microsoft.com/office/officeart/2005/8/layout/cycle1"/>
    <dgm:cxn modelId="{738EFA59-EEF7-4776-98D2-991E72214860}" type="presParOf" srcId="{FC919AA7-1A29-46D6-A351-051F6EE53743}" destId="{2AD50C77-AB9A-41F6-B222-2FB514468D2B}" srcOrd="14" destOrd="0" presId="urn:microsoft.com/office/officeart/2005/8/layout/cycle1"/>
  </dgm:cxnLst>
  <dgm:bg/>
  <dgm:whole/>
  <dgm:extLst>
    <a:ext uri="http://schemas.microsoft.com/office/drawing/2008/diagram">
      <dsp:dataModelExt xmlns:dsp="http://schemas.microsoft.com/office/drawing/2008/diagram" relId="rId5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68C33457-F3BE-43DD-B796-CAB7C9A812BA}" type="doc">
      <dgm:prSet loTypeId="urn:microsoft.com/office/officeart/2005/8/layout/cycle1" loCatId="cycle" qsTypeId="urn:microsoft.com/office/officeart/2005/8/quickstyle/simple1" qsCatId="simple" csTypeId="urn:microsoft.com/office/officeart/2005/8/colors/colorful4" csCatId="colorful" phldr="1"/>
      <dgm:spPr/>
      <dgm:t>
        <a:bodyPr/>
        <a:lstStyle/>
        <a:p>
          <a:endParaRPr lang="en-IN"/>
        </a:p>
      </dgm:t>
    </dgm:pt>
    <dgm:pt modelId="{CF9B4F19-5409-4C2C-B93D-60C334D26F15}">
      <dgm:prSet phldrT="[Text]" custT="1"/>
      <dgm:spPr/>
      <dgm:t>
        <a:bodyPr/>
        <a:lstStyle/>
        <a:p>
          <a:r>
            <a:rPr lang="en-IN" sz="600" kern="1200">
              <a:latin typeface="+mj-lt"/>
              <a:ea typeface="+mn-ea"/>
              <a:cs typeface="+mn-cs"/>
            </a:rPr>
            <a:t>EBT</a:t>
          </a:r>
        </a:p>
      </dgm:t>
    </dgm:pt>
    <dgm:pt modelId="{0DB695F9-42D0-45E5-BF96-3AA68D84896D}" type="parTrans" cxnId="{8D746F9D-747A-4D60-980D-318BA6437A90}">
      <dgm:prSet/>
      <dgm:spPr/>
      <dgm:t>
        <a:bodyPr/>
        <a:lstStyle/>
        <a:p>
          <a:endParaRPr lang="en-IN" sz="600">
            <a:latin typeface="+mj-lt"/>
          </a:endParaRPr>
        </a:p>
      </dgm:t>
    </dgm:pt>
    <dgm:pt modelId="{B5E7029E-A88C-42F6-8922-C4450E510D0D}" type="sibTrans" cxnId="{8D746F9D-747A-4D60-980D-318BA6437A90}">
      <dgm:prSet/>
      <dgm:spPr>
        <a:solidFill>
          <a:srgbClr val="A6001A"/>
        </a:solidFill>
      </dgm:spPr>
      <dgm:t>
        <a:bodyPr/>
        <a:lstStyle/>
        <a:p>
          <a:endParaRPr lang="en-IN" sz="600">
            <a:latin typeface="+mj-lt"/>
          </a:endParaRPr>
        </a:p>
      </dgm:t>
    </dgm:pt>
    <dgm:pt modelId="{6627ECC9-0D34-41E6-929A-A4F25E8F5693}">
      <dgm:prSet phldrT="[Text]" custT="1"/>
      <dgm:spPr/>
      <dgm:t>
        <a:bodyPr spcFirstLastPara="0" vert="horz" wrap="square" lIns="7620" tIns="7620" rIns="7620" bIns="7620" numCol="1" spcCol="1270" anchor="ctr" anchorCtr="0"/>
        <a:lstStyle/>
        <a:p>
          <a:r>
            <a:rPr lang="en-IN" sz="600" kern="1200">
              <a:latin typeface="+mj-lt"/>
              <a:ea typeface="+mn-ea"/>
              <a:cs typeface="+mn-cs"/>
            </a:rPr>
            <a:t>Deploy</a:t>
          </a:r>
        </a:p>
      </dgm:t>
    </dgm:pt>
    <dgm:pt modelId="{1302A74E-D4AF-4010-8251-C2B01A6DE87D}" type="parTrans" cxnId="{D6079D78-3425-4FD0-B5FB-A387CE7D18AE}">
      <dgm:prSet/>
      <dgm:spPr/>
      <dgm:t>
        <a:bodyPr/>
        <a:lstStyle/>
        <a:p>
          <a:endParaRPr lang="en-IN" sz="600">
            <a:latin typeface="+mj-lt"/>
          </a:endParaRPr>
        </a:p>
      </dgm:t>
    </dgm:pt>
    <dgm:pt modelId="{04B140AB-FC50-4F67-9530-7644D8CC3680}" type="sibTrans" cxnId="{D6079D78-3425-4FD0-B5FB-A387CE7D18AE}">
      <dgm:prSet/>
      <dgm:spPr>
        <a:solidFill>
          <a:srgbClr val="178036"/>
        </a:solidFill>
      </dgm:spPr>
      <dgm:t>
        <a:bodyPr/>
        <a:lstStyle/>
        <a:p>
          <a:endParaRPr lang="en-IN" sz="600">
            <a:latin typeface="+mj-lt"/>
          </a:endParaRPr>
        </a:p>
      </dgm:t>
    </dgm:pt>
    <dgm:pt modelId="{63A73AF7-957F-4EA5-B277-A93427B8912A}">
      <dgm:prSet phldrT="[Text]" custT="1"/>
      <dgm:spPr/>
      <dgm:t>
        <a:bodyPr spcFirstLastPara="0" vert="horz" wrap="square" lIns="7620" tIns="7620" rIns="7620" bIns="7620" numCol="1" spcCol="1270" anchor="ctr" anchorCtr="0"/>
        <a:lstStyle/>
        <a:p>
          <a:r>
            <a:rPr lang="en-IN" sz="600" kern="1200">
              <a:latin typeface="+mj-lt"/>
              <a:ea typeface="+mn-ea"/>
              <a:cs typeface="+mn-cs"/>
            </a:rPr>
            <a:t>Fix</a:t>
          </a:r>
        </a:p>
      </dgm:t>
    </dgm:pt>
    <dgm:pt modelId="{AA2B9959-D91C-4B64-9381-D416978C5CDA}" type="parTrans" cxnId="{3F47452E-0212-4D37-AED0-980DE10550BF}">
      <dgm:prSet/>
      <dgm:spPr/>
      <dgm:t>
        <a:bodyPr/>
        <a:lstStyle/>
        <a:p>
          <a:endParaRPr lang="en-IN" sz="600">
            <a:latin typeface="+mj-lt"/>
          </a:endParaRPr>
        </a:p>
      </dgm:t>
    </dgm:pt>
    <dgm:pt modelId="{08D20A9C-C847-4402-ABAA-86752AC721A8}" type="sibTrans" cxnId="{3F47452E-0212-4D37-AED0-980DE10550BF}">
      <dgm:prSet/>
      <dgm:spPr/>
      <dgm:t>
        <a:bodyPr/>
        <a:lstStyle/>
        <a:p>
          <a:endParaRPr lang="en-IN" sz="600">
            <a:latin typeface="+mj-lt"/>
          </a:endParaRPr>
        </a:p>
      </dgm:t>
    </dgm:pt>
    <dgm:pt modelId="{FC919AA7-1A29-46D6-A351-051F6EE53743}" type="pres">
      <dgm:prSet presAssocID="{68C33457-F3BE-43DD-B796-CAB7C9A812BA}" presName="cycle" presStyleCnt="0">
        <dgm:presLayoutVars>
          <dgm:dir/>
          <dgm:resizeHandles val="exact"/>
        </dgm:presLayoutVars>
      </dgm:prSet>
      <dgm:spPr/>
    </dgm:pt>
    <dgm:pt modelId="{0423DF62-20C3-46B3-BB51-EE785AC41519}" type="pres">
      <dgm:prSet presAssocID="{CF9B4F19-5409-4C2C-B93D-60C334D26F15}" presName="dummy" presStyleCnt="0"/>
      <dgm:spPr/>
    </dgm:pt>
    <dgm:pt modelId="{97EF790D-6DDD-4595-BD46-D632B048999F}" type="pres">
      <dgm:prSet presAssocID="{CF9B4F19-5409-4C2C-B93D-60C334D26F15}" presName="node" presStyleLbl="revTx" presStyleIdx="0" presStyleCnt="3" custScaleX="170634" custScaleY="63762" custRadScaleRad="97905" custRadScaleInc="38766">
        <dgm:presLayoutVars>
          <dgm:bulletEnabled val="1"/>
        </dgm:presLayoutVars>
      </dgm:prSet>
      <dgm:spPr/>
    </dgm:pt>
    <dgm:pt modelId="{AA76C661-5AEC-483E-B645-CF6B931DF5EC}" type="pres">
      <dgm:prSet presAssocID="{B5E7029E-A88C-42F6-8922-C4450E510D0D}" presName="sibTrans" presStyleLbl="node1" presStyleIdx="0" presStyleCnt="3"/>
      <dgm:spPr/>
    </dgm:pt>
    <dgm:pt modelId="{AB940A57-F4A6-46DC-BE4F-D923E9C93E5D}" type="pres">
      <dgm:prSet presAssocID="{63A73AF7-957F-4EA5-B277-A93427B8912A}" presName="dummy" presStyleCnt="0"/>
      <dgm:spPr/>
    </dgm:pt>
    <dgm:pt modelId="{AEAF8887-21F5-4920-91C8-68B81E61AAAC}" type="pres">
      <dgm:prSet presAssocID="{63A73AF7-957F-4EA5-B277-A93427B8912A}" presName="node" presStyleLbl="revTx" presStyleIdx="1" presStyleCnt="3" custScaleX="109748" custScaleY="41419" custRadScaleRad="101865" custRadScaleInc="-41486">
        <dgm:presLayoutVars>
          <dgm:bulletEnabled val="1"/>
        </dgm:presLayoutVars>
      </dgm:prSet>
      <dgm:spPr>
        <a:xfrm>
          <a:off x="74396" y="548736"/>
          <a:ext cx="311594" cy="311594"/>
        </a:xfrm>
        <a:prstGeom prst="rect">
          <a:avLst/>
        </a:prstGeom>
      </dgm:spPr>
    </dgm:pt>
    <dgm:pt modelId="{713393EE-A388-453A-8717-37B0F2DB186A}" type="pres">
      <dgm:prSet presAssocID="{08D20A9C-C847-4402-ABAA-86752AC721A8}" presName="sibTrans" presStyleLbl="node1" presStyleIdx="1" presStyleCnt="3" custAng="167498" custLinFactNeighborX="552" custLinFactNeighborY="2487"/>
      <dgm:spPr/>
    </dgm:pt>
    <dgm:pt modelId="{34AE16A0-2066-4074-B9B1-7BD3AD54ADE1}" type="pres">
      <dgm:prSet presAssocID="{6627ECC9-0D34-41E6-929A-A4F25E8F5693}" presName="dummy" presStyleCnt="0"/>
      <dgm:spPr/>
    </dgm:pt>
    <dgm:pt modelId="{5751093F-7177-48B3-B470-83C59EB4DCD6}" type="pres">
      <dgm:prSet presAssocID="{6627ECC9-0D34-41E6-929A-A4F25E8F5693}" presName="node" presStyleLbl="revTx" presStyleIdx="2" presStyleCnt="3" custScaleX="214539" custScaleY="34149" custRadScaleRad="106384" custRadScaleInc="-1084">
        <dgm:presLayoutVars>
          <dgm:bulletEnabled val="1"/>
        </dgm:presLayoutVars>
      </dgm:prSet>
      <dgm:spPr>
        <a:xfrm>
          <a:off x="30809" y="81952"/>
          <a:ext cx="332552" cy="106406"/>
        </a:xfrm>
        <a:prstGeom prst="rect">
          <a:avLst/>
        </a:prstGeom>
      </dgm:spPr>
    </dgm:pt>
    <dgm:pt modelId="{68C281B7-6950-418E-887A-0D7F05DFE8D4}" type="pres">
      <dgm:prSet presAssocID="{04B140AB-FC50-4F67-9530-7644D8CC3680}" presName="sibTrans" presStyleLbl="node1" presStyleIdx="2" presStyleCnt="3" custLinFactNeighborX="2720" custLinFactNeighborY="-1252"/>
      <dgm:spPr/>
    </dgm:pt>
  </dgm:ptLst>
  <dgm:cxnLst>
    <dgm:cxn modelId="{4CE00119-C2FE-49D4-AB79-4E73E866A487}" type="presOf" srcId="{68C33457-F3BE-43DD-B796-CAB7C9A812BA}" destId="{FC919AA7-1A29-46D6-A351-051F6EE53743}" srcOrd="0" destOrd="0" presId="urn:microsoft.com/office/officeart/2005/8/layout/cycle1"/>
    <dgm:cxn modelId="{A9866A1B-CBA9-4038-92D0-DD906BDBE993}" type="presOf" srcId="{63A73AF7-957F-4EA5-B277-A93427B8912A}" destId="{AEAF8887-21F5-4920-91C8-68B81E61AAAC}" srcOrd="0" destOrd="0" presId="urn:microsoft.com/office/officeart/2005/8/layout/cycle1"/>
    <dgm:cxn modelId="{3F47452E-0212-4D37-AED0-980DE10550BF}" srcId="{68C33457-F3BE-43DD-B796-CAB7C9A812BA}" destId="{63A73AF7-957F-4EA5-B277-A93427B8912A}" srcOrd="1" destOrd="0" parTransId="{AA2B9959-D91C-4B64-9381-D416978C5CDA}" sibTransId="{08D20A9C-C847-4402-ABAA-86752AC721A8}"/>
    <dgm:cxn modelId="{0465E847-FA1D-4F59-9764-DE95CF658318}" type="presOf" srcId="{6627ECC9-0D34-41E6-929A-A4F25E8F5693}" destId="{5751093F-7177-48B3-B470-83C59EB4DCD6}" srcOrd="0" destOrd="0" presId="urn:microsoft.com/office/officeart/2005/8/layout/cycle1"/>
    <dgm:cxn modelId="{D6079D78-3425-4FD0-B5FB-A387CE7D18AE}" srcId="{68C33457-F3BE-43DD-B796-CAB7C9A812BA}" destId="{6627ECC9-0D34-41E6-929A-A4F25E8F5693}" srcOrd="2" destOrd="0" parTransId="{1302A74E-D4AF-4010-8251-C2B01A6DE87D}" sibTransId="{04B140AB-FC50-4F67-9530-7644D8CC3680}"/>
    <dgm:cxn modelId="{CB56C88F-AF43-4C4C-B090-9CB2FC5ED595}" type="presOf" srcId="{04B140AB-FC50-4F67-9530-7644D8CC3680}" destId="{68C281B7-6950-418E-887A-0D7F05DFE8D4}" srcOrd="0" destOrd="0" presId="urn:microsoft.com/office/officeart/2005/8/layout/cycle1"/>
    <dgm:cxn modelId="{8D746F9D-747A-4D60-980D-318BA6437A90}" srcId="{68C33457-F3BE-43DD-B796-CAB7C9A812BA}" destId="{CF9B4F19-5409-4C2C-B93D-60C334D26F15}" srcOrd="0" destOrd="0" parTransId="{0DB695F9-42D0-45E5-BF96-3AA68D84896D}" sibTransId="{B5E7029E-A88C-42F6-8922-C4450E510D0D}"/>
    <dgm:cxn modelId="{FC6EAF9F-C47F-4E3A-BD74-2111BA2530C5}" type="presOf" srcId="{08D20A9C-C847-4402-ABAA-86752AC721A8}" destId="{713393EE-A388-453A-8717-37B0F2DB186A}" srcOrd="0" destOrd="0" presId="urn:microsoft.com/office/officeart/2005/8/layout/cycle1"/>
    <dgm:cxn modelId="{D3683AB6-D070-41E4-8F58-F2D3DA33F458}" type="presOf" srcId="{CF9B4F19-5409-4C2C-B93D-60C334D26F15}" destId="{97EF790D-6DDD-4595-BD46-D632B048999F}" srcOrd="0" destOrd="0" presId="urn:microsoft.com/office/officeart/2005/8/layout/cycle1"/>
    <dgm:cxn modelId="{8EED68ED-710E-4DB6-9E8A-09ACFDB7B601}" type="presOf" srcId="{B5E7029E-A88C-42F6-8922-C4450E510D0D}" destId="{AA76C661-5AEC-483E-B645-CF6B931DF5EC}" srcOrd="0" destOrd="0" presId="urn:microsoft.com/office/officeart/2005/8/layout/cycle1"/>
    <dgm:cxn modelId="{2B9ABF9A-F64A-4093-9AE6-4942EBEAF0E9}" type="presParOf" srcId="{FC919AA7-1A29-46D6-A351-051F6EE53743}" destId="{0423DF62-20C3-46B3-BB51-EE785AC41519}" srcOrd="0" destOrd="0" presId="urn:microsoft.com/office/officeart/2005/8/layout/cycle1"/>
    <dgm:cxn modelId="{CCDC4B7A-C446-4DEE-A89F-BFC3D3EB3603}" type="presParOf" srcId="{FC919AA7-1A29-46D6-A351-051F6EE53743}" destId="{97EF790D-6DDD-4595-BD46-D632B048999F}" srcOrd="1" destOrd="0" presId="urn:microsoft.com/office/officeart/2005/8/layout/cycle1"/>
    <dgm:cxn modelId="{9BE8A4BA-DF86-4685-9DA2-AECEDC6EFA05}" type="presParOf" srcId="{FC919AA7-1A29-46D6-A351-051F6EE53743}" destId="{AA76C661-5AEC-483E-B645-CF6B931DF5EC}" srcOrd="2" destOrd="0" presId="urn:microsoft.com/office/officeart/2005/8/layout/cycle1"/>
    <dgm:cxn modelId="{554A5431-7922-4C10-9798-0ECC7192C206}" type="presParOf" srcId="{FC919AA7-1A29-46D6-A351-051F6EE53743}" destId="{AB940A57-F4A6-46DC-BE4F-D923E9C93E5D}" srcOrd="3" destOrd="0" presId="urn:microsoft.com/office/officeart/2005/8/layout/cycle1"/>
    <dgm:cxn modelId="{7177010A-5029-4617-ADD4-46916CA5E495}" type="presParOf" srcId="{FC919AA7-1A29-46D6-A351-051F6EE53743}" destId="{AEAF8887-21F5-4920-91C8-68B81E61AAAC}" srcOrd="4" destOrd="0" presId="urn:microsoft.com/office/officeart/2005/8/layout/cycle1"/>
    <dgm:cxn modelId="{DBF4D5AF-1524-4BCC-9CCF-59136ACBFAA9}" type="presParOf" srcId="{FC919AA7-1A29-46D6-A351-051F6EE53743}" destId="{713393EE-A388-453A-8717-37B0F2DB186A}" srcOrd="5" destOrd="0" presId="urn:microsoft.com/office/officeart/2005/8/layout/cycle1"/>
    <dgm:cxn modelId="{B413D425-4071-4A58-BBEE-B56C6255A669}" type="presParOf" srcId="{FC919AA7-1A29-46D6-A351-051F6EE53743}" destId="{34AE16A0-2066-4074-B9B1-7BD3AD54ADE1}" srcOrd="6" destOrd="0" presId="urn:microsoft.com/office/officeart/2005/8/layout/cycle1"/>
    <dgm:cxn modelId="{9541BA56-F676-4A42-831D-385359EC5C88}" type="presParOf" srcId="{FC919AA7-1A29-46D6-A351-051F6EE53743}" destId="{5751093F-7177-48B3-B470-83C59EB4DCD6}" srcOrd="7" destOrd="0" presId="urn:microsoft.com/office/officeart/2005/8/layout/cycle1"/>
    <dgm:cxn modelId="{2C004132-38F3-4F59-8784-78D547380C33}" type="presParOf" srcId="{FC919AA7-1A29-46D6-A351-051F6EE53743}" destId="{68C281B7-6950-418E-887A-0D7F05DFE8D4}" srcOrd="8" destOrd="0" presId="urn:microsoft.com/office/officeart/2005/8/layout/cycle1"/>
  </dgm:cxnLst>
  <dgm:bg/>
  <dgm:whole>
    <a:ln>
      <a:noFill/>
    </a:ln>
  </dgm:whole>
  <dgm:extLst>
    <a:ext uri="http://schemas.microsoft.com/office/drawing/2008/diagram">
      <dsp:dataModelExt xmlns:dsp="http://schemas.microsoft.com/office/drawing/2008/diagram" relId="rId62" minVer="http://schemas.openxmlformats.org/drawingml/2006/diagram"/>
    </a:ext>
    <a:ext uri="{C62137D5-CB1D-491B-B009-E17868A290BF}">
      <dgm14:recolorImg xmlns:dgm14="http://schemas.microsoft.com/office/drawing/2010/diagram" val="1"/>
    </a:ext>
  </dgm:extLst>
</dgm:dataModel>
</file>

<file path=ppt/diagrams/data9.xml><?xml version="1.0" encoding="utf-8"?>
<dgm:dataModel xmlns:dgm="http://schemas.openxmlformats.org/drawingml/2006/diagram" xmlns:a="http://schemas.openxmlformats.org/drawingml/2006/main">
  <dgm:ptLst>
    <dgm:pt modelId="{68C33457-F3BE-43DD-B796-CAB7C9A812BA}" type="doc">
      <dgm:prSet loTypeId="urn:microsoft.com/office/officeart/2005/8/layout/cycle1" loCatId="cycle" qsTypeId="urn:microsoft.com/office/officeart/2005/8/quickstyle/simple1" qsCatId="simple" csTypeId="urn:microsoft.com/office/officeart/2005/8/colors/colorful4" csCatId="colorful" phldr="1"/>
      <dgm:spPr/>
      <dgm:t>
        <a:bodyPr/>
        <a:lstStyle/>
        <a:p>
          <a:endParaRPr lang="en-IN"/>
        </a:p>
      </dgm:t>
    </dgm:pt>
    <dgm:pt modelId="{CF9B4F19-5409-4C2C-B93D-60C334D26F15}">
      <dgm:prSet phldrT="[Text]" custT="1"/>
      <dgm:spPr/>
      <dgm:t>
        <a:bodyPr/>
        <a:lstStyle/>
        <a:p>
          <a:r>
            <a:rPr lang="en-IN" sz="600" kern="1200">
              <a:latin typeface="+mj-lt"/>
              <a:ea typeface="+mn-ea"/>
              <a:cs typeface="+mn-cs"/>
            </a:rPr>
            <a:t>EBT</a:t>
          </a:r>
        </a:p>
      </dgm:t>
    </dgm:pt>
    <dgm:pt modelId="{0DB695F9-42D0-45E5-BF96-3AA68D84896D}" type="parTrans" cxnId="{8D746F9D-747A-4D60-980D-318BA6437A90}">
      <dgm:prSet/>
      <dgm:spPr/>
      <dgm:t>
        <a:bodyPr/>
        <a:lstStyle/>
        <a:p>
          <a:endParaRPr lang="en-IN" sz="600">
            <a:latin typeface="+mj-lt"/>
          </a:endParaRPr>
        </a:p>
      </dgm:t>
    </dgm:pt>
    <dgm:pt modelId="{B5E7029E-A88C-42F6-8922-C4450E510D0D}" type="sibTrans" cxnId="{8D746F9D-747A-4D60-980D-318BA6437A90}">
      <dgm:prSet/>
      <dgm:spPr>
        <a:solidFill>
          <a:srgbClr val="A6001A"/>
        </a:solidFill>
      </dgm:spPr>
      <dgm:t>
        <a:bodyPr/>
        <a:lstStyle/>
        <a:p>
          <a:endParaRPr lang="en-IN" sz="600">
            <a:latin typeface="+mj-lt"/>
          </a:endParaRPr>
        </a:p>
      </dgm:t>
    </dgm:pt>
    <dgm:pt modelId="{6627ECC9-0D34-41E6-929A-A4F25E8F5693}">
      <dgm:prSet phldrT="[Text]" custT="1"/>
      <dgm:spPr/>
      <dgm:t>
        <a:bodyPr spcFirstLastPara="0" vert="horz" wrap="square" lIns="7620" tIns="7620" rIns="7620" bIns="7620" numCol="1" spcCol="1270" anchor="ctr" anchorCtr="0"/>
        <a:lstStyle/>
        <a:p>
          <a:r>
            <a:rPr lang="en-IN" sz="600" kern="1200">
              <a:latin typeface="+mj-lt"/>
              <a:ea typeface="+mn-ea"/>
              <a:cs typeface="+mn-cs"/>
            </a:rPr>
            <a:t>Deploy</a:t>
          </a:r>
        </a:p>
      </dgm:t>
    </dgm:pt>
    <dgm:pt modelId="{1302A74E-D4AF-4010-8251-C2B01A6DE87D}" type="parTrans" cxnId="{D6079D78-3425-4FD0-B5FB-A387CE7D18AE}">
      <dgm:prSet/>
      <dgm:spPr/>
      <dgm:t>
        <a:bodyPr/>
        <a:lstStyle/>
        <a:p>
          <a:endParaRPr lang="en-IN" sz="600">
            <a:latin typeface="+mj-lt"/>
          </a:endParaRPr>
        </a:p>
      </dgm:t>
    </dgm:pt>
    <dgm:pt modelId="{04B140AB-FC50-4F67-9530-7644D8CC3680}" type="sibTrans" cxnId="{D6079D78-3425-4FD0-B5FB-A387CE7D18AE}">
      <dgm:prSet/>
      <dgm:spPr>
        <a:solidFill>
          <a:srgbClr val="178036"/>
        </a:solidFill>
      </dgm:spPr>
      <dgm:t>
        <a:bodyPr/>
        <a:lstStyle/>
        <a:p>
          <a:endParaRPr lang="en-IN" sz="600">
            <a:latin typeface="+mj-lt"/>
          </a:endParaRPr>
        </a:p>
      </dgm:t>
    </dgm:pt>
    <dgm:pt modelId="{63A73AF7-957F-4EA5-B277-A93427B8912A}">
      <dgm:prSet phldrT="[Text]" custT="1"/>
      <dgm:spPr/>
      <dgm:t>
        <a:bodyPr spcFirstLastPara="0" vert="horz" wrap="square" lIns="7620" tIns="7620" rIns="7620" bIns="7620" numCol="1" spcCol="1270" anchor="ctr" anchorCtr="0"/>
        <a:lstStyle/>
        <a:p>
          <a:r>
            <a:rPr lang="en-IN" sz="600" kern="1200">
              <a:latin typeface="+mj-lt"/>
              <a:ea typeface="+mn-ea"/>
              <a:cs typeface="+mn-cs"/>
            </a:rPr>
            <a:t>Fix</a:t>
          </a:r>
        </a:p>
      </dgm:t>
    </dgm:pt>
    <dgm:pt modelId="{AA2B9959-D91C-4B64-9381-D416978C5CDA}" type="parTrans" cxnId="{3F47452E-0212-4D37-AED0-980DE10550BF}">
      <dgm:prSet/>
      <dgm:spPr/>
      <dgm:t>
        <a:bodyPr/>
        <a:lstStyle/>
        <a:p>
          <a:endParaRPr lang="en-IN" sz="600">
            <a:latin typeface="+mj-lt"/>
          </a:endParaRPr>
        </a:p>
      </dgm:t>
    </dgm:pt>
    <dgm:pt modelId="{08D20A9C-C847-4402-ABAA-86752AC721A8}" type="sibTrans" cxnId="{3F47452E-0212-4D37-AED0-980DE10550BF}">
      <dgm:prSet/>
      <dgm:spPr/>
      <dgm:t>
        <a:bodyPr/>
        <a:lstStyle/>
        <a:p>
          <a:endParaRPr lang="en-IN" sz="600">
            <a:latin typeface="+mj-lt"/>
          </a:endParaRPr>
        </a:p>
      </dgm:t>
    </dgm:pt>
    <dgm:pt modelId="{FC919AA7-1A29-46D6-A351-051F6EE53743}" type="pres">
      <dgm:prSet presAssocID="{68C33457-F3BE-43DD-B796-CAB7C9A812BA}" presName="cycle" presStyleCnt="0">
        <dgm:presLayoutVars>
          <dgm:dir/>
          <dgm:resizeHandles val="exact"/>
        </dgm:presLayoutVars>
      </dgm:prSet>
      <dgm:spPr/>
    </dgm:pt>
    <dgm:pt modelId="{0423DF62-20C3-46B3-BB51-EE785AC41519}" type="pres">
      <dgm:prSet presAssocID="{CF9B4F19-5409-4C2C-B93D-60C334D26F15}" presName="dummy" presStyleCnt="0"/>
      <dgm:spPr/>
    </dgm:pt>
    <dgm:pt modelId="{97EF790D-6DDD-4595-BD46-D632B048999F}" type="pres">
      <dgm:prSet presAssocID="{CF9B4F19-5409-4C2C-B93D-60C334D26F15}" presName="node" presStyleLbl="revTx" presStyleIdx="0" presStyleCnt="3" custScaleX="170634" custScaleY="63762" custRadScaleRad="97905" custRadScaleInc="38766">
        <dgm:presLayoutVars>
          <dgm:bulletEnabled val="1"/>
        </dgm:presLayoutVars>
      </dgm:prSet>
      <dgm:spPr/>
    </dgm:pt>
    <dgm:pt modelId="{AA76C661-5AEC-483E-B645-CF6B931DF5EC}" type="pres">
      <dgm:prSet presAssocID="{B5E7029E-A88C-42F6-8922-C4450E510D0D}" presName="sibTrans" presStyleLbl="node1" presStyleIdx="0" presStyleCnt="3"/>
      <dgm:spPr/>
    </dgm:pt>
    <dgm:pt modelId="{AB940A57-F4A6-46DC-BE4F-D923E9C93E5D}" type="pres">
      <dgm:prSet presAssocID="{63A73AF7-957F-4EA5-B277-A93427B8912A}" presName="dummy" presStyleCnt="0"/>
      <dgm:spPr/>
    </dgm:pt>
    <dgm:pt modelId="{AEAF8887-21F5-4920-91C8-68B81E61AAAC}" type="pres">
      <dgm:prSet presAssocID="{63A73AF7-957F-4EA5-B277-A93427B8912A}" presName="node" presStyleLbl="revTx" presStyleIdx="1" presStyleCnt="3" custScaleX="109748" custScaleY="41419" custRadScaleRad="101865" custRadScaleInc="-41486">
        <dgm:presLayoutVars>
          <dgm:bulletEnabled val="1"/>
        </dgm:presLayoutVars>
      </dgm:prSet>
      <dgm:spPr>
        <a:xfrm>
          <a:off x="74396" y="548736"/>
          <a:ext cx="311594" cy="311594"/>
        </a:xfrm>
        <a:prstGeom prst="rect">
          <a:avLst/>
        </a:prstGeom>
      </dgm:spPr>
    </dgm:pt>
    <dgm:pt modelId="{713393EE-A388-453A-8717-37B0F2DB186A}" type="pres">
      <dgm:prSet presAssocID="{08D20A9C-C847-4402-ABAA-86752AC721A8}" presName="sibTrans" presStyleLbl="node1" presStyleIdx="1" presStyleCnt="3" custAng="167498" custLinFactNeighborX="552" custLinFactNeighborY="2487"/>
      <dgm:spPr/>
    </dgm:pt>
    <dgm:pt modelId="{34AE16A0-2066-4074-B9B1-7BD3AD54ADE1}" type="pres">
      <dgm:prSet presAssocID="{6627ECC9-0D34-41E6-929A-A4F25E8F5693}" presName="dummy" presStyleCnt="0"/>
      <dgm:spPr/>
    </dgm:pt>
    <dgm:pt modelId="{5751093F-7177-48B3-B470-83C59EB4DCD6}" type="pres">
      <dgm:prSet presAssocID="{6627ECC9-0D34-41E6-929A-A4F25E8F5693}" presName="node" presStyleLbl="revTx" presStyleIdx="2" presStyleCnt="3" custScaleX="214539" custScaleY="34149" custRadScaleRad="106384" custRadScaleInc="-1084">
        <dgm:presLayoutVars>
          <dgm:bulletEnabled val="1"/>
        </dgm:presLayoutVars>
      </dgm:prSet>
      <dgm:spPr>
        <a:xfrm>
          <a:off x="30809" y="81952"/>
          <a:ext cx="332552" cy="106406"/>
        </a:xfrm>
        <a:prstGeom prst="rect">
          <a:avLst/>
        </a:prstGeom>
      </dgm:spPr>
    </dgm:pt>
    <dgm:pt modelId="{68C281B7-6950-418E-887A-0D7F05DFE8D4}" type="pres">
      <dgm:prSet presAssocID="{04B140AB-FC50-4F67-9530-7644D8CC3680}" presName="sibTrans" presStyleLbl="node1" presStyleIdx="2" presStyleCnt="3" custLinFactNeighborX="2720" custLinFactNeighborY="-1252"/>
      <dgm:spPr/>
    </dgm:pt>
  </dgm:ptLst>
  <dgm:cxnLst>
    <dgm:cxn modelId="{4CE00119-C2FE-49D4-AB79-4E73E866A487}" type="presOf" srcId="{68C33457-F3BE-43DD-B796-CAB7C9A812BA}" destId="{FC919AA7-1A29-46D6-A351-051F6EE53743}" srcOrd="0" destOrd="0" presId="urn:microsoft.com/office/officeart/2005/8/layout/cycle1"/>
    <dgm:cxn modelId="{A9866A1B-CBA9-4038-92D0-DD906BDBE993}" type="presOf" srcId="{63A73AF7-957F-4EA5-B277-A93427B8912A}" destId="{AEAF8887-21F5-4920-91C8-68B81E61AAAC}" srcOrd="0" destOrd="0" presId="urn:microsoft.com/office/officeart/2005/8/layout/cycle1"/>
    <dgm:cxn modelId="{3F47452E-0212-4D37-AED0-980DE10550BF}" srcId="{68C33457-F3BE-43DD-B796-CAB7C9A812BA}" destId="{63A73AF7-957F-4EA5-B277-A93427B8912A}" srcOrd="1" destOrd="0" parTransId="{AA2B9959-D91C-4B64-9381-D416978C5CDA}" sibTransId="{08D20A9C-C847-4402-ABAA-86752AC721A8}"/>
    <dgm:cxn modelId="{0465E847-FA1D-4F59-9764-DE95CF658318}" type="presOf" srcId="{6627ECC9-0D34-41E6-929A-A4F25E8F5693}" destId="{5751093F-7177-48B3-B470-83C59EB4DCD6}" srcOrd="0" destOrd="0" presId="urn:microsoft.com/office/officeart/2005/8/layout/cycle1"/>
    <dgm:cxn modelId="{D6079D78-3425-4FD0-B5FB-A387CE7D18AE}" srcId="{68C33457-F3BE-43DD-B796-CAB7C9A812BA}" destId="{6627ECC9-0D34-41E6-929A-A4F25E8F5693}" srcOrd="2" destOrd="0" parTransId="{1302A74E-D4AF-4010-8251-C2B01A6DE87D}" sibTransId="{04B140AB-FC50-4F67-9530-7644D8CC3680}"/>
    <dgm:cxn modelId="{CB56C88F-AF43-4C4C-B090-9CB2FC5ED595}" type="presOf" srcId="{04B140AB-FC50-4F67-9530-7644D8CC3680}" destId="{68C281B7-6950-418E-887A-0D7F05DFE8D4}" srcOrd="0" destOrd="0" presId="urn:microsoft.com/office/officeart/2005/8/layout/cycle1"/>
    <dgm:cxn modelId="{8D746F9D-747A-4D60-980D-318BA6437A90}" srcId="{68C33457-F3BE-43DD-B796-CAB7C9A812BA}" destId="{CF9B4F19-5409-4C2C-B93D-60C334D26F15}" srcOrd="0" destOrd="0" parTransId="{0DB695F9-42D0-45E5-BF96-3AA68D84896D}" sibTransId="{B5E7029E-A88C-42F6-8922-C4450E510D0D}"/>
    <dgm:cxn modelId="{FC6EAF9F-C47F-4E3A-BD74-2111BA2530C5}" type="presOf" srcId="{08D20A9C-C847-4402-ABAA-86752AC721A8}" destId="{713393EE-A388-453A-8717-37B0F2DB186A}" srcOrd="0" destOrd="0" presId="urn:microsoft.com/office/officeart/2005/8/layout/cycle1"/>
    <dgm:cxn modelId="{D3683AB6-D070-41E4-8F58-F2D3DA33F458}" type="presOf" srcId="{CF9B4F19-5409-4C2C-B93D-60C334D26F15}" destId="{97EF790D-6DDD-4595-BD46-D632B048999F}" srcOrd="0" destOrd="0" presId="urn:microsoft.com/office/officeart/2005/8/layout/cycle1"/>
    <dgm:cxn modelId="{8EED68ED-710E-4DB6-9E8A-09ACFDB7B601}" type="presOf" srcId="{B5E7029E-A88C-42F6-8922-C4450E510D0D}" destId="{AA76C661-5AEC-483E-B645-CF6B931DF5EC}" srcOrd="0" destOrd="0" presId="urn:microsoft.com/office/officeart/2005/8/layout/cycle1"/>
    <dgm:cxn modelId="{2B9ABF9A-F64A-4093-9AE6-4942EBEAF0E9}" type="presParOf" srcId="{FC919AA7-1A29-46D6-A351-051F6EE53743}" destId="{0423DF62-20C3-46B3-BB51-EE785AC41519}" srcOrd="0" destOrd="0" presId="urn:microsoft.com/office/officeart/2005/8/layout/cycle1"/>
    <dgm:cxn modelId="{CCDC4B7A-C446-4DEE-A89F-BFC3D3EB3603}" type="presParOf" srcId="{FC919AA7-1A29-46D6-A351-051F6EE53743}" destId="{97EF790D-6DDD-4595-BD46-D632B048999F}" srcOrd="1" destOrd="0" presId="urn:microsoft.com/office/officeart/2005/8/layout/cycle1"/>
    <dgm:cxn modelId="{9BE8A4BA-DF86-4685-9DA2-AECEDC6EFA05}" type="presParOf" srcId="{FC919AA7-1A29-46D6-A351-051F6EE53743}" destId="{AA76C661-5AEC-483E-B645-CF6B931DF5EC}" srcOrd="2" destOrd="0" presId="urn:microsoft.com/office/officeart/2005/8/layout/cycle1"/>
    <dgm:cxn modelId="{554A5431-7922-4C10-9798-0ECC7192C206}" type="presParOf" srcId="{FC919AA7-1A29-46D6-A351-051F6EE53743}" destId="{AB940A57-F4A6-46DC-BE4F-D923E9C93E5D}" srcOrd="3" destOrd="0" presId="urn:microsoft.com/office/officeart/2005/8/layout/cycle1"/>
    <dgm:cxn modelId="{7177010A-5029-4617-ADD4-46916CA5E495}" type="presParOf" srcId="{FC919AA7-1A29-46D6-A351-051F6EE53743}" destId="{AEAF8887-21F5-4920-91C8-68B81E61AAAC}" srcOrd="4" destOrd="0" presId="urn:microsoft.com/office/officeart/2005/8/layout/cycle1"/>
    <dgm:cxn modelId="{DBF4D5AF-1524-4BCC-9CCF-59136ACBFAA9}" type="presParOf" srcId="{FC919AA7-1A29-46D6-A351-051F6EE53743}" destId="{713393EE-A388-453A-8717-37B0F2DB186A}" srcOrd="5" destOrd="0" presId="urn:microsoft.com/office/officeart/2005/8/layout/cycle1"/>
    <dgm:cxn modelId="{B413D425-4071-4A58-BBEE-B56C6255A669}" type="presParOf" srcId="{FC919AA7-1A29-46D6-A351-051F6EE53743}" destId="{34AE16A0-2066-4074-B9B1-7BD3AD54ADE1}" srcOrd="6" destOrd="0" presId="urn:microsoft.com/office/officeart/2005/8/layout/cycle1"/>
    <dgm:cxn modelId="{9541BA56-F676-4A42-831D-385359EC5C88}" type="presParOf" srcId="{FC919AA7-1A29-46D6-A351-051F6EE53743}" destId="{5751093F-7177-48B3-B470-83C59EB4DCD6}" srcOrd="7" destOrd="0" presId="urn:microsoft.com/office/officeart/2005/8/layout/cycle1"/>
    <dgm:cxn modelId="{2C004132-38F3-4F59-8784-78D547380C33}" type="presParOf" srcId="{FC919AA7-1A29-46D6-A351-051F6EE53743}" destId="{68C281B7-6950-418E-887A-0D7F05DFE8D4}" srcOrd="8" destOrd="0" presId="urn:microsoft.com/office/officeart/2005/8/layout/cycle1"/>
  </dgm:cxnLst>
  <dgm:bg/>
  <dgm:whole>
    <a:ln>
      <a:noFill/>
    </a:ln>
  </dgm:whole>
  <dgm:extLst>
    <a:ext uri="http://schemas.microsoft.com/office/drawing/2008/diagram">
      <dsp:dataModelExt xmlns:dsp="http://schemas.microsoft.com/office/drawing/2008/diagram" relId="rId67" minVer="http://schemas.openxmlformats.org/drawingml/2006/diagram"/>
    </a:ext>
    <a:ext uri="{C62137D5-CB1D-491B-B009-E17868A290BF}">
      <dgm14:recolorImg xmlns:dgm14="http://schemas.microsoft.com/office/drawing/2010/diagram" val="1"/>
    </a:ext>
  </dgm:extLst>
</dgm:dataModel>
</file>

<file path=ppt/diagrams/data10.xml><?xml version="1.0" encoding="utf-8"?>
<dgm:dataModel xmlns:dgm="http://schemas.openxmlformats.org/drawingml/2006/diagram" xmlns:a="http://schemas.openxmlformats.org/drawingml/2006/main">
  <dgm:ptLst>
    <dgm:pt modelId="{68C33457-F3BE-43DD-B796-CAB7C9A812BA}" type="doc">
      <dgm:prSet loTypeId="urn:microsoft.com/office/officeart/2005/8/layout/cycle1" loCatId="cycle" qsTypeId="urn:microsoft.com/office/officeart/2005/8/quickstyle/simple1" qsCatId="simple" csTypeId="urn:microsoft.com/office/officeart/2005/8/colors/colorful4" csCatId="colorful" phldr="1"/>
      <dgm:spPr/>
      <dgm:t>
        <a:bodyPr/>
        <a:lstStyle/>
        <a:p>
          <a:endParaRPr lang="en-IN"/>
        </a:p>
      </dgm:t>
    </dgm:pt>
    <dgm:pt modelId="{CF9B4F19-5409-4C2C-B93D-60C334D26F15}">
      <dgm:prSet phldrT="[Text]" custT="1"/>
      <dgm:spPr/>
      <dgm:t>
        <a:bodyPr/>
        <a:lstStyle/>
        <a:p>
          <a:r>
            <a:rPr lang="en-IN" sz="600" kern="1200">
              <a:latin typeface="+mj-lt"/>
              <a:ea typeface="+mn-ea"/>
              <a:cs typeface="+mn-cs"/>
            </a:rPr>
            <a:t>EBT</a:t>
          </a:r>
        </a:p>
      </dgm:t>
    </dgm:pt>
    <dgm:pt modelId="{0DB695F9-42D0-45E5-BF96-3AA68D84896D}" type="parTrans" cxnId="{8D746F9D-747A-4D60-980D-318BA6437A90}">
      <dgm:prSet/>
      <dgm:spPr/>
      <dgm:t>
        <a:bodyPr/>
        <a:lstStyle/>
        <a:p>
          <a:endParaRPr lang="en-IN" sz="600">
            <a:latin typeface="+mj-lt"/>
          </a:endParaRPr>
        </a:p>
      </dgm:t>
    </dgm:pt>
    <dgm:pt modelId="{B5E7029E-A88C-42F6-8922-C4450E510D0D}" type="sibTrans" cxnId="{8D746F9D-747A-4D60-980D-318BA6437A90}">
      <dgm:prSet/>
      <dgm:spPr>
        <a:solidFill>
          <a:srgbClr val="A6001A"/>
        </a:solidFill>
      </dgm:spPr>
      <dgm:t>
        <a:bodyPr/>
        <a:lstStyle/>
        <a:p>
          <a:endParaRPr lang="en-IN" sz="600">
            <a:latin typeface="+mj-lt"/>
          </a:endParaRPr>
        </a:p>
      </dgm:t>
    </dgm:pt>
    <dgm:pt modelId="{6627ECC9-0D34-41E6-929A-A4F25E8F5693}">
      <dgm:prSet phldrT="[Text]" custT="1"/>
      <dgm:spPr/>
      <dgm:t>
        <a:bodyPr spcFirstLastPara="0" vert="horz" wrap="square" lIns="7620" tIns="7620" rIns="7620" bIns="7620" numCol="1" spcCol="1270" anchor="ctr" anchorCtr="0"/>
        <a:lstStyle/>
        <a:p>
          <a:r>
            <a:rPr lang="en-IN" sz="600" kern="1200">
              <a:latin typeface="+mj-lt"/>
              <a:ea typeface="+mn-ea"/>
              <a:cs typeface="+mn-cs"/>
            </a:rPr>
            <a:t>Deploy</a:t>
          </a:r>
        </a:p>
      </dgm:t>
    </dgm:pt>
    <dgm:pt modelId="{1302A74E-D4AF-4010-8251-C2B01A6DE87D}" type="parTrans" cxnId="{D6079D78-3425-4FD0-B5FB-A387CE7D18AE}">
      <dgm:prSet/>
      <dgm:spPr/>
      <dgm:t>
        <a:bodyPr/>
        <a:lstStyle/>
        <a:p>
          <a:endParaRPr lang="en-IN" sz="600">
            <a:latin typeface="+mj-lt"/>
          </a:endParaRPr>
        </a:p>
      </dgm:t>
    </dgm:pt>
    <dgm:pt modelId="{04B140AB-FC50-4F67-9530-7644D8CC3680}" type="sibTrans" cxnId="{D6079D78-3425-4FD0-B5FB-A387CE7D18AE}">
      <dgm:prSet/>
      <dgm:spPr>
        <a:solidFill>
          <a:srgbClr val="178036"/>
        </a:solidFill>
      </dgm:spPr>
      <dgm:t>
        <a:bodyPr/>
        <a:lstStyle/>
        <a:p>
          <a:endParaRPr lang="en-IN" sz="600">
            <a:latin typeface="+mj-lt"/>
          </a:endParaRPr>
        </a:p>
      </dgm:t>
    </dgm:pt>
    <dgm:pt modelId="{63A73AF7-957F-4EA5-B277-A93427B8912A}">
      <dgm:prSet phldrT="[Text]" custT="1"/>
      <dgm:spPr/>
      <dgm:t>
        <a:bodyPr spcFirstLastPara="0" vert="horz" wrap="square" lIns="7620" tIns="7620" rIns="7620" bIns="7620" numCol="1" spcCol="1270" anchor="ctr" anchorCtr="0"/>
        <a:lstStyle/>
        <a:p>
          <a:r>
            <a:rPr lang="en-IN" sz="600" kern="1200">
              <a:latin typeface="+mj-lt"/>
              <a:ea typeface="+mn-ea"/>
              <a:cs typeface="+mn-cs"/>
            </a:rPr>
            <a:t>Fix</a:t>
          </a:r>
        </a:p>
      </dgm:t>
    </dgm:pt>
    <dgm:pt modelId="{AA2B9959-D91C-4B64-9381-D416978C5CDA}" type="parTrans" cxnId="{3F47452E-0212-4D37-AED0-980DE10550BF}">
      <dgm:prSet/>
      <dgm:spPr/>
      <dgm:t>
        <a:bodyPr/>
        <a:lstStyle/>
        <a:p>
          <a:endParaRPr lang="en-IN" sz="600">
            <a:latin typeface="+mj-lt"/>
          </a:endParaRPr>
        </a:p>
      </dgm:t>
    </dgm:pt>
    <dgm:pt modelId="{08D20A9C-C847-4402-ABAA-86752AC721A8}" type="sibTrans" cxnId="{3F47452E-0212-4D37-AED0-980DE10550BF}">
      <dgm:prSet/>
      <dgm:spPr/>
      <dgm:t>
        <a:bodyPr/>
        <a:lstStyle/>
        <a:p>
          <a:endParaRPr lang="en-IN" sz="600">
            <a:latin typeface="+mj-lt"/>
          </a:endParaRPr>
        </a:p>
      </dgm:t>
    </dgm:pt>
    <dgm:pt modelId="{FC919AA7-1A29-46D6-A351-051F6EE53743}" type="pres">
      <dgm:prSet presAssocID="{68C33457-F3BE-43DD-B796-CAB7C9A812BA}" presName="cycle" presStyleCnt="0">
        <dgm:presLayoutVars>
          <dgm:dir/>
          <dgm:resizeHandles val="exact"/>
        </dgm:presLayoutVars>
      </dgm:prSet>
      <dgm:spPr/>
    </dgm:pt>
    <dgm:pt modelId="{0423DF62-20C3-46B3-BB51-EE785AC41519}" type="pres">
      <dgm:prSet presAssocID="{CF9B4F19-5409-4C2C-B93D-60C334D26F15}" presName="dummy" presStyleCnt="0"/>
      <dgm:spPr/>
    </dgm:pt>
    <dgm:pt modelId="{97EF790D-6DDD-4595-BD46-D632B048999F}" type="pres">
      <dgm:prSet presAssocID="{CF9B4F19-5409-4C2C-B93D-60C334D26F15}" presName="node" presStyleLbl="revTx" presStyleIdx="0" presStyleCnt="3" custScaleX="170634" custScaleY="63762" custRadScaleRad="97905" custRadScaleInc="38766">
        <dgm:presLayoutVars>
          <dgm:bulletEnabled val="1"/>
        </dgm:presLayoutVars>
      </dgm:prSet>
      <dgm:spPr/>
    </dgm:pt>
    <dgm:pt modelId="{AA76C661-5AEC-483E-B645-CF6B931DF5EC}" type="pres">
      <dgm:prSet presAssocID="{B5E7029E-A88C-42F6-8922-C4450E510D0D}" presName="sibTrans" presStyleLbl="node1" presStyleIdx="0" presStyleCnt="3"/>
      <dgm:spPr/>
    </dgm:pt>
    <dgm:pt modelId="{AB940A57-F4A6-46DC-BE4F-D923E9C93E5D}" type="pres">
      <dgm:prSet presAssocID="{63A73AF7-957F-4EA5-B277-A93427B8912A}" presName="dummy" presStyleCnt="0"/>
      <dgm:spPr/>
    </dgm:pt>
    <dgm:pt modelId="{AEAF8887-21F5-4920-91C8-68B81E61AAAC}" type="pres">
      <dgm:prSet presAssocID="{63A73AF7-957F-4EA5-B277-A93427B8912A}" presName="node" presStyleLbl="revTx" presStyleIdx="1" presStyleCnt="3" custScaleX="109748" custScaleY="41419" custRadScaleRad="101865" custRadScaleInc="-41486">
        <dgm:presLayoutVars>
          <dgm:bulletEnabled val="1"/>
        </dgm:presLayoutVars>
      </dgm:prSet>
      <dgm:spPr>
        <a:xfrm>
          <a:off x="74396" y="548736"/>
          <a:ext cx="311594" cy="311594"/>
        </a:xfrm>
        <a:prstGeom prst="rect">
          <a:avLst/>
        </a:prstGeom>
      </dgm:spPr>
    </dgm:pt>
    <dgm:pt modelId="{713393EE-A388-453A-8717-37B0F2DB186A}" type="pres">
      <dgm:prSet presAssocID="{08D20A9C-C847-4402-ABAA-86752AC721A8}" presName="sibTrans" presStyleLbl="node1" presStyleIdx="1" presStyleCnt="3" custAng="167498" custLinFactNeighborX="552" custLinFactNeighborY="2487"/>
      <dgm:spPr/>
    </dgm:pt>
    <dgm:pt modelId="{34AE16A0-2066-4074-B9B1-7BD3AD54ADE1}" type="pres">
      <dgm:prSet presAssocID="{6627ECC9-0D34-41E6-929A-A4F25E8F5693}" presName="dummy" presStyleCnt="0"/>
      <dgm:spPr/>
    </dgm:pt>
    <dgm:pt modelId="{5751093F-7177-48B3-B470-83C59EB4DCD6}" type="pres">
      <dgm:prSet presAssocID="{6627ECC9-0D34-41E6-929A-A4F25E8F5693}" presName="node" presStyleLbl="revTx" presStyleIdx="2" presStyleCnt="3" custScaleX="214539" custScaleY="34149" custRadScaleRad="106384" custRadScaleInc="-1084">
        <dgm:presLayoutVars>
          <dgm:bulletEnabled val="1"/>
        </dgm:presLayoutVars>
      </dgm:prSet>
      <dgm:spPr>
        <a:xfrm>
          <a:off x="30809" y="81952"/>
          <a:ext cx="332552" cy="106406"/>
        </a:xfrm>
        <a:prstGeom prst="rect">
          <a:avLst/>
        </a:prstGeom>
      </dgm:spPr>
    </dgm:pt>
    <dgm:pt modelId="{68C281B7-6950-418E-887A-0D7F05DFE8D4}" type="pres">
      <dgm:prSet presAssocID="{04B140AB-FC50-4F67-9530-7644D8CC3680}" presName="sibTrans" presStyleLbl="node1" presStyleIdx="2" presStyleCnt="3" custLinFactNeighborX="2720" custLinFactNeighborY="-1252"/>
      <dgm:spPr/>
    </dgm:pt>
  </dgm:ptLst>
  <dgm:cxnLst>
    <dgm:cxn modelId="{4CE00119-C2FE-49D4-AB79-4E73E866A487}" type="presOf" srcId="{68C33457-F3BE-43DD-B796-CAB7C9A812BA}" destId="{FC919AA7-1A29-46D6-A351-051F6EE53743}" srcOrd="0" destOrd="0" presId="urn:microsoft.com/office/officeart/2005/8/layout/cycle1"/>
    <dgm:cxn modelId="{A9866A1B-CBA9-4038-92D0-DD906BDBE993}" type="presOf" srcId="{63A73AF7-957F-4EA5-B277-A93427B8912A}" destId="{AEAF8887-21F5-4920-91C8-68B81E61AAAC}" srcOrd="0" destOrd="0" presId="urn:microsoft.com/office/officeart/2005/8/layout/cycle1"/>
    <dgm:cxn modelId="{3F47452E-0212-4D37-AED0-980DE10550BF}" srcId="{68C33457-F3BE-43DD-B796-CAB7C9A812BA}" destId="{63A73AF7-957F-4EA5-B277-A93427B8912A}" srcOrd="1" destOrd="0" parTransId="{AA2B9959-D91C-4B64-9381-D416978C5CDA}" sibTransId="{08D20A9C-C847-4402-ABAA-86752AC721A8}"/>
    <dgm:cxn modelId="{0465E847-FA1D-4F59-9764-DE95CF658318}" type="presOf" srcId="{6627ECC9-0D34-41E6-929A-A4F25E8F5693}" destId="{5751093F-7177-48B3-B470-83C59EB4DCD6}" srcOrd="0" destOrd="0" presId="urn:microsoft.com/office/officeart/2005/8/layout/cycle1"/>
    <dgm:cxn modelId="{D6079D78-3425-4FD0-B5FB-A387CE7D18AE}" srcId="{68C33457-F3BE-43DD-B796-CAB7C9A812BA}" destId="{6627ECC9-0D34-41E6-929A-A4F25E8F5693}" srcOrd="2" destOrd="0" parTransId="{1302A74E-D4AF-4010-8251-C2B01A6DE87D}" sibTransId="{04B140AB-FC50-4F67-9530-7644D8CC3680}"/>
    <dgm:cxn modelId="{CB56C88F-AF43-4C4C-B090-9CB2FC5ED595}" type="presOf" srcId="{04B140AB-FC50-4F67-9530-7644D8CC3680}" destId="{68C281B7-6950-418E-887A-0D7F05DFE8D4}" srcOrd="0" destOrd="0" presId="urn:microsoft.com/office/officeart/2005/8/layout/cycle1"/>
    <dgm:cxn modelId="{8D746F9D-747A-4D60-980D-318BA6437A90}" srcId="{68C33457-F3BE-43DD-B796-CAB7C9A812BA}" destId="{CF9B4F19-5409-4C2C-B93D-60C334D26F15}" srcOrd="0" destOrd="0" parTransId="{0DB695F9-42D0-45E5-BF96-3AA68D84896D}" sibTransId="{B5E7029E-A88C-42F6-8922-C4450E510D0D}"/>
    <dgm:cxn modelId="{FC6EAF9F-C47F-4E3A-BD74-2111BA2530C5}" type="presOf" srcId="{08D20A9C-C847-4402-ABAA-86752AC721A8}" destId="{713393EE-A388-453A-8717-37B0F2DB186A}" srcOrd="0" destOrd="0" presId="urn:microsoft.com/office/officeart/2005/8/layout/cycle1"/>
    <dgm:cxn modelId="{D3683AB6-D070-41E4-8F58-F2D3DA33F458}" type="presOf" srcId="{CF9B4F19-5409-4C2C-B93D-60C334D26F15}" destId="{97EF790D-6DDD-4595-BD46-D632B048999F}" srcOrd="0" destOrd="0" presId="urn:microsoft.com/office/officeart/2005/8/layout/cycle1"/>
    <dgm:cxn modelId="{8EED68ED-710E-4DB6-9E8A-09ACFDB7B601}" type="presOf" srcId="{B5E7029E-A88C-42F6-8922-C4450E510D0D}" destId="{AA76C661-5AEC-483E-B645-CF6B931DF5EC}" srcOrd="0" destOrd="0" presId="urn:microsoft.com/office/officeart/2005/8/layout/cycle1"/>
    <dgm:cxn modelId="{2B9ABF9A-F64A-4093-9AE6-4942EBEAF0E9}" type="presParOf" srcId="{FC919AA7-1A29-46D6-A351-051F6EE53743}" destId="{0423DF62-20C3-46B3-BB51-EE785AC41519}" srcOrd="0" destOrd="0" presId="urn:microsoft.com/office/officeart/2005/8/layout/cycle1"/>
    <dgm:cxn modelId="{CCDC4B7A-C446-4DEE-A89F-BFC3D3EB3603}" type="presParOf" srcId="{FC919AA7-1A29-46D6-A351-051F6EE53743}" destId="{97EF790D-6DDD-4595-BD46-D632B048999F}" srcOrd="1" destOrd="0" presId="urn:microsoft.com/office/officeart/2005/8/layout/cycle1"/>
    <dgm:cxn modelId="{9BE8A4BA-DF86-4685-9DA2-AECEDC6EFA05}" type="presParOf" srcId="{FC919AA7-1A29-46D6-A351-051F6EE53743}" destId="{AA76C661-5AEC-483E-B645-CF6B931DF5EC}" srcOrd="2" destOrd="0" presId="urn:microsoft.com/office/officeart/2005/8/layout/cycle1"/>
    <dgm:cxn modelId="{554A5431-7922-4C10-9798-0ECC7192C206}" type="presParOf" srcId="{FC919AA7-1A29-46D6-A351-051F6EE53743}" destId="{AB940A57-F4A6-46DC-BE4F-D923E9C93E5D}" srcOrd="3" destOrd="0" presId="urn:microsoft.com/office/officeart/2005/8/layout/cycle1"/>
    <dgm:cxn modelId="{7177010A-5029-4617-ADD4-46916CA5E495}" type="presParOf" srcId="{FC919AA7-1A29-46D6-A351-051F6EE53743}" destId="{AEAF8887-21F5-4920-91C8-68B81E61AAAC}" srcOrd="4" destOrd="0" presId="urn:microsoft.com/office/officeart/2005/8/layout/cycle1"/>
    <dgm:cxn modelId="{DBF4D5AF-1524-4BCC-9CCF-59136ACBFAA9}" type="presParOf" srcId="{FC919AA7-1A29-46D6-A351-051F6EE53743}" destId="{713393EE-A388-453A-8717-37B0F2DB186A}" srcOrd="5" destOrd="0" presId="urn:microsoft.com/office/officeart/2005/8/layout/cycle1"/>
    <dgm:cxn modelId="{B413D425-4071-4A58-BBEE-B56C6255A669}" type="presParOf" srcId="{FC919AA7-1A29-46D6-A351-051F6EE53743}" destId="{34AE16A0-2066-4074-B9B1-7BD3AD54ADE1}" srcOrd="6" destOrd="0" presId="urn:microsoft.com/office/officeart/2005/8/layout/cycle1"/>
    <dgm:cxn modelId="{9541BA56-F676-4A42-831D-385359EC5C88}" type="presParOf" srcId="{FC919AA7-1A29-46D6-A351-051F6EE53743}" destId="{5751093F-7177-48B3-B470-83C59EB4DCD6}" srcOrd="7" destOrd="0" presId="urn:microsoft.com/office/officeart/2005/8/layout/cycle1"/>
    <dgm:cxn modelId="{2C004132-38F3-4F59-8784-78D547380C33}" type="presParOf" srcId="{FC919AA7-1A29-46D6-A351-051F6EE53743}" destId="{68C281B7-6950-418E-887A-0D7F05DFE8D4}" srcOrd="8" destOrd="0" presId="urn:microsoft.com/office/officeart/2005/8/layout/cycle1"/>
  </dgm:cxnLst>
  <dgm:bg/>
  <dgm:whole>
    <a:ln>
      <a:noFill/>
    </a:ln>
  </dgm:whole>
  <dgm:extLst>
    <a:ext uri="http://schemas.microsoft.com/office/drawing/2008/diagram">
      <dsp:dataModelExt xmlns:dsp="http://schemas.microsoft.com/office/drawing/2008/diagram" relId="rId72"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EF790D-6DDD-4595-BD46-D632B048999F}">
      <dsp:nvSpPr>
        <dsp:cNvPr id="0" name=""/>
        <dsp:cNvSpPr/>
      </dsp:nvSpPr>
      <dsp:spPr>
        <a:xfrm>
          <a:off x="545649" y="5668"/>
          <a:ext cx="318890" cy="196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a:solidFill>
                <a:prstClr val="black">
                  <a:hueOff val="0"/>
                  <a:satOff val="0"/>
                  <a:lumOff val="0"/>
                  <a:alphaOff val="0"/>
                </a:prstClr>
              </a:solidFill>
              <a:latin typeface="+mj-lt"/>
              <a:ea typeface="+mn-ea"/>
              <a:cs typeface="+mn-cs"/>
            </a:rPr>
            <a:t>Build</a:t>
          </a:r>
        </a:p>
      </dsp:txBody>
      <dsp:txXfrm>
        <a:off x="545649" y="5668"/>
        <a:ext cx="318890" cy="196067"/>
      </dsp:txXfrm>
    </dsp:sp>
    <dsp:sp modelId="{AA76C661-5AEC-483E-B645-CF6B931DF5EC}">
      <dsp:nvSpPr>
        <dsp:cNvPr id="0" name=""/>
        <dsp:cNvSpPr/>
      </dsp:nvSpPr>
      <dsp:spPr>
        <a:xfrm>
          <a:off x="145633" y="-28"/>
          <a:ext cx="735372" cy="735372"/>
        </a:xfrm>
        <a:prstGeom prst="circularArrow">
          <a:avLst>
            <a:gd name="adj1" fmla="val 5199"/>
            <a:gd name="adj2" fmla="val 335840"/>
            <a:gd name="adj3" fmla="val 21293538"/>
            <a:gd name="adj4" fmla="val 19765979"/>
            <a:gd name="adj5" fmla="val 606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A84568C-35F9-4C75-962C-31EC86CCCB10}">
      <dsp:nvSpPr>
        <dsp:cNvPr id="0" name=""/>
        <dsp:cNvSpPr/>
      </dsp:nvSpPr>
      <dsp:spPr>
        <a:xfrm>
          <a:off x="725584" y="370445"/>
          <a:ext cx="196067" cy="196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a:latin typeface="+mj-lt"/>
            </a:rPr>
            <a:t>QA</a:t>
          </a:r>
        </a:p>
      </dsp:txBody>
      <dsp:txXfrm>
        <a:off x="725584" y="370445"/>
        <a:ext cx="196067" cy="196067"/>
      </dsp:txXfrm>
    </dsp:sp>
    <dsp:sp modelId="{BC4021E1-D316-4B72-85A6-0F576DB729B8}">
      <dsp:nvSpPr>
        <dsp:cNvPr id="0" name=""/>
        <dsp:cNvSpPr/>
      </dsp:nvSpPr>
      <dsp:spPr>
        <a:xfrm>
          <a:off x="172847" y="-31132"/>
          <a:ext cx="735372" cy="735372"/>
        </a:xfrm>
        <a:prstGeom prst="circularArrow">
          <a:avLst>
            <a:gd name="adj1" fmla="val 5199"/>
            <a:gd name="adj2" fmla="val 335840"/>
            <a:gd name="adj3" fmla="val 3991140"/>
            <a:gd name="adj4" fmla="val 2688909"/>
            <a:gd name="adj5" fmla="val 606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751093F-7177-48B3-B470-83C59EB4DCD6}">
      <dsp:nvSpPr>
        <dsp:cNvPr id="0" name=""/>
        <dsp:cNvSpPr/>
      </dsp:nvSpPr>
      <dsp:spPr>
        <a:xfrm>
          <a:off x="378726" y="576678"/>
          <a:ext cx="261999" cy="196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IN" sz="400" kern="1200">
              <a:latin typeface="+mj-lt"/>
            </a:rPr>
            <a:t>Evaluate</a:t>
          </a:r>
        </a:p>
      </dsp:txBody>
      <dsp:txXfrm>
        <a:off x="378726" y="576678"/>
        <a:ext cx="261999" cy="196067"/>
      </dsp:txXfrm>
    </dsp:sp>
    <dsp:sp modelId="{68C281B7-6950-418E-887A-0D7F05DFE8D4}">
      <dsp:nvSpPr>
        <dsp:cNvPr id="0" name=""/>
        <dsp:cNvSpPr/>
      </dsp:nvSpPr>
      <dsp:spPr>
        <a:xfrm>
          <a:off x="116923" y="-32629"/>
          <a:ext cx="735372" cy="735372"/>
        </a:xfrm>
        <a:prstGeom prst="circularArrow">
          <a:avLst>
            <a:gd name="adj1" fmla="val 5199"/>
            <a:gd name="adj2" fmla="val 335840"/>
            <a:gd name="adj3" fmla="val 7752956"/>
            <a:gd name="adj4" fmla="val 6536223"/>
            <a:gd name="adj5" fmla="val 606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606E2D3-90C6-42D8-82AE-68AF8017D003}">
      <dsp:nvSpPr>
        <dsp:cNvPr id="0" name=""/>
        <dsp:cNvSpPr/>
      </dsp:nvSpPr>
      <dsp:spPr>
        <a:xfrm>
          <a:off x="41289" y="370445"/>
          <a:ext cx="323464" cy="196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a:latin typeface="+mj-lt"/>
            </a:rPr>
            <a:t>Plan</a:t>
          </a:r>
        </a:p>
      </dsp:txBody>
      <dsp:txXfrm>
        <a:off x="41289" y="370445"/>
        <a:ext cx="323464" cy="196067"/>
      </dsp:txXfrm>
    </dsp:sp>
    <dsp:sp modelId="{9EC3398A-DAC2-46D2-B2D8-DFB8B9607561}">
      <dsp:nvSpPr>
        <dsp:cNvPr id="0" name=""/>
        <dsp:cNvSpPr/>
      </dsp:nvSpPr>
      <dsp:spPr>
        <a:xfrm>
          <a:off x="145633" y="-28"/>
          <a:ext cx="735372" cy="735372"/>
        </a:xfrm>
        <a:prstGeom prst="circularArrow">
          <a:avLst>
            <a:gd name="adj1" fmla="val 5199"/>
            <a:gd name="adj2" fmla="val 335840"/>
            <a:gd name="adj3" fmla="val 12298180"/>
            <a:gd name="adj4" fmla="val 10770622"/>
            <a:gd name="adj5" fmla="val 606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7A1B89C-10E8-4BEE-BCCB-176FE679C591}">
      <dsp:nvSpPr>
        <dsp:cNvPr id="0" name=""/>
        <dsp:cNvSpPr/>
      </dsp:nvSpPr>
      <dsp:spPr>
        <a:xfrm>
          <a:off x="189043" y="5668"/>
          <a:ext cx="265003" cy="196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a:latin typeface="+mj-lt"/>
            </a:rPr>
            <a:t>Design</a:t>
          </a:r>
        </a:p>
      </dsp:txBody>
      <dsp:txXfrm>
        <a:off x="189043" y="5668"/>
        <a:ext cx="265003" cy="196067"/>
      </dsp:txXfrm>
    </dsp:sp>
    <dsp:sp modelId="{2AD50C77-AB9A-41F6-B222-2FB514468D2B}">
      <dsp:nvSpPr>
        <dsp:cNvPr id="0" name=""/>
        <dsp:cNvSpPr/>
      </dsp:nvSpPr>
      <dsp:spPr>
        <a:xfrm>
          <a:off x="145633" y="-28"/>
          <a:ext cx="735372" cy="735372"/>
        </a:xfrm>
        <a:prstGeom prst="circularArrow">
          <a:avLst>
            <a:gd name="adj1" fmla="val 5199"/>
            <a:gd name="adj2" fmla="val 335840"/>
            <a:gd name="adj3" fmla="val 16205365"/>
            <a:gd name="adj4" fmla="val 15571972"/>
            <a:gd name="adj5" fmla="val 606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EF790D-6DDD-4595-BD46-D632B048999F}">
      <dsp:nvSpPr>
        <dsp:cNvPr id="0" name=""/>
        <dsp:cNvSpPr/>
      </dsp:nvSpPr>
      <dsp:spPr>
        <a:xfrm>
          <a:off x="545649" y="5668"/>
          <a:ext cx="318890" cy="196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a:solidFill>
                <a:prstClr val="black">
                  <a:hueOff val="0"/>
                  <a:satOff val="0"/>
                  <a:lumOff val="0"/>
                  <a:alphaOff val="0"/>
                </a:prstClr>
              </a:solidFill>
              <a:latin typeface="+mj-lt"/>
              <a:ea typeface="+mn-ea"/>
              <a:cs typeface="+mn-cs"/>
            </a:rPr>
            <a:t>Build</a:t>
          </a:r>
        </a:p>
      </dsp:txBody>
      <dsp:txXfrm>
        <a:off x="545649" y="5668"/>
        <a:ext cx="318890" cy="196067"/>
      </dsp:txXfrm>
    </dsp:sp>
    <dsp:sp modelId="{AA76C661-5AEC-483E-B645-CF6B931DF5EC}">
      <dsp:nvSpPr>
        <dsp:cNvPr id="0" name=""/>
        <dsp:cNvSpPr/>
      </dsp:nvSpPr>
      <dsp:spPr>
        <a:xfrm>
          <a:off x="145633" y="-28"/>
          <a:ext cx="735372" cy="735372"/>
        </a:xfrm>
        <a:prstGeom prst="circularArrow">
          <a:avLst>
            <a:gd name="adj1" fmla="val 5199"/>
            <a:gd name="adj2" fmla="val 335840"/>
            <a:gd name="adj3" fmla="val 21293538"/>
            <a:gd name="adj4" fmla="val 19765979"/>
            <a:gd name="adj5" fmla="val 606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A84568C-35F9-4C75-962C-31EC86CCCB10}">
      <dsp:nvSpPr>
        <dsp:cNvPr id="0" name=""/>
        <dsp:cNvSpPr/>
      </dsp:nvSpPr>
      <dsp:spPr>
        <a:xfrm>
          <a:off x="725584" y="370445"/>
          <a:ext cx="196067" cy="196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a:latin typeface="+mj-lt"/>
            </a:rPr>
            <a:t>QA</a:t>
          </a:r>
        </a:p>
      </dsp:txBody>
      <dsp:txXfrm>
        <a:off x="725584" y="370445"/>
        <a:ext cx="196067" cy="196067"/>
      </dsp:txXfrm>
    </dsp:sp>
    <dsp:sp modelId="{BC4021E1-D316-4B72-85A6-0F576DB729B8}">
      <dsp:nvSpPr>
        <dsp:cNvPr id="0" name=""/>
        <dsp:cNvSpPr/>
      </dsp:nvSpPr>
      <dsp:spPr>
        <a:xfrm>
          <a:off x="165621" y="-23623"/>
          <a:ext cx="735372" cy="735372"/>
        </a:xfrm>
        <a:prstGeom prst="circularArrow">
          <a:avLst>
            <a:gd name="adj1" fmla="val 5199"/>
            <a:gd name="adj2" fmla="val 335840"/>
            <a:gd name="adj3" fmla="val 3976299"/>
            <a:gd name="adj4" fmla="val 2579092"/>
            <a:gd name="adj5" fmla="val 606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751093F-7177-48B3-B470-83C59EB4DCD6}">
      <dsp:nvSpPr>
        <dsp:cNvPr id="0" name=""/>
        <dsp:cNvSpPr/>
      </dsp:nvSpPr>
      <dsp:spPr>
        <a:xfrm>
          <a:off x="384611" y="580783"/>
          <a:ext cx="250227" cy="196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IN" sz="400" kern="1200">
              <a:latin typeface="+mj-lt"/>
            </a:rPr>
            <a:t>Evaluate</a:t>
          </a:r>
        </a:p>
      </dsp:txBody>
      <dsp:txXfrm>
        <a:off x="384611" y="580783"/>
        <a:ext cx="250227" cy="196067"/>
      </dsp:txXfrm>
    </dsp:sp>
    <dsp:sp modelId="{68C281B7-6950-418E-887A-0D7F05DFE8D4}">
      <dsp:nvSpPr>
        <dsp:cNvPr id="0" name=""/>
        <dsp:cNvSpPr/>
      </dsp:nvSpPr>
      <dsp:spPr>
        <a:xfrm>
          <a:off x="124655" y="-24682"/>
          <a:ext cx="735372" cy="735372"/>
        </a:xfrm>
        <a:prstGeom prst="circularArrow">
          <a:avLst>
            <a:gd name="adj1" fmla="val 5199"/>
            <a:gd name="adj2" fmla="val 335840"/>
            <a:gd name="adj3" fmla="val 7869788"/>
            <a:gd name="adj4" fmla="val 6556817"/>
            <a:gd name="adj5" fmla="val 606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606E2D3-90C6-42D8-82AE-68AF8017D003}">
      <dsp:nvSpPr>
        <dsp:cNvPr id="0" name=""/>
        <dsp:cNvSpPr/>
      </dsp:nvSpPr>
      <dsp:spPr>
        <a:xfrm>
          <a:off x="41289" y="370445"/>
          <a:ext cx="323464" cy="196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a:latin typeface="+mj-lt"/>
            </a:rPr>
            <a:t>Plan</a:t>
          </a:r>
        </a:p>
      </dsp:txBody>
      <dsp:txXfrm>
        <a:off x="41289" y="370445"/>
        <a:ext cx="323464" cy="196067"/>
      </dsp:txXfrm>
    </dsp:sp>
    <dsp:sp modelId="{9EC3398A-DAC2-46D2-B2D8-DFB8B9607561}">
      <dsp:nvSpPr>
        <dsp:cNvPr id="0" name=""/>
        <dsp:cNvSpPr/>
      </dsp:nvSpPr>
      <dsp:spPr>
        <a:xfrm>
          <a:off x="145633" y="-28"/>
          <a:ext cx="735372" cy="735372"/>
        </a:xfrm>
        <a:prstGeom prst="circularArrow">
          <a:avLst>
            <a:gd name="adj1" fmla="val 5199"/>
            <a:gd name="adj2" fmla="val 335840"/>
            <a:gd name="adj3" fmla="val 12298180"/>
            <a:gd name="adj4" fmla="val 10770622"/>
            <a:gd name="adj5" fmla="val 606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7A1B89C-10E8-4BEE-BCCB-176FE679C591}">
      <dsp:nvSpPr>
        <dsp:cNvPr id="0" name=""/>
        <dsp:cNvSpPr/>
      </dsp:nvSpPr>
      <dsp:spPr>
        <a:xfrm>
          <a:off x="189043" y="5668"/>
          <a:ext cx="265003" cy="196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a:latin typeface="+mj-lt"/>
            </a:rPr>
            <a:t>Design</a:t>
          </a:r>
        </a:p>
      </dsp:txBody>
      <dsp:txXfrm>
        <a:off x="189043" y="5668"/>
        <a:ext cx="265003" cy="196067"/>
      </dsp:txXfrm>
    </dsp:sp>
    <dsp:sp modelId="{2AD50C77-AB9A-41F6-B222-2FB514468D2B}">
      <dsp:nvSpPr>
        <dsp:cNvPr id="0" name=""/>
        <dsp:cNvSpPr/>
      </dsp:nvSpPr>
      <dsp:spPr>
        <a:xfrm>
          <a:off x="145633" y="-28"/>
          <a:ext cx="735372" cy="735372"/>
        </a:xfrm>
        <a:prstGeom prst="circularArrow">
          <a:avLst>
            <a:gd name="adj1" fmla="val 5199"/>
            <a:gd name="adj2" fmla="val 335840"/>
            <a:gd name="adj3" fmla="val 16205365"/>
            <a:gd name="adj4" fmla="val 15571972"/>
            <a:gd name="adj5" fmla="val 606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EF790D-6DDD-4595-BD46-D632B048999F}">
      <dsp:nvSpPr>
        <dsp:cNvPr id="0" name=""/>
        <dsp:cNvSpPr/>
      </dsp:nvSpPr>
      <dsp:spPr>
        <a:xfrm>
          <a:off x="545649" y="5667"/>
          <a:ext cx="318890" cy="196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a:solidFill>
                <a:prstClr val="black">
                  <a:hueOff val="0"/>
                  <a:satOff val="0"/>
                  <a:lumOff val="0"/>
                  <a:alphaOff val="0"/>
                </a:prstClr>
              </a:solidFill>
              <a:latin typeface="+mj-lt"/>
              <a:ea typeface="+mn-ea"/>
              <a:cs typeface="+mn-cs"/>
            </a:rPr>
            <a:t>Build</a:t>
          </a:r>
        </a:p>
      </dsp:txBody>
      <dsp:txXfrm>
        <a:off x="545649" y="5667"/>
        <a:ext cx="318890" cy="196067"/>
      </dsp:txXfrm>
    </dsp:sp>
    <dsp:sp modelId="{AA76C661-5AEC-483E-B645-CF6B931DF5EC}">
      <dsp:nvSpPr>
        <dsp:cNvPr id="0" name=""/>
        <dsp:cNvSpPr/>
      </dsp:nvSpPr>
      <dsp:spPr>
        <a:xfrm>
          <a:off x="145634" y="-28"/>
          <a:ext cx="735372" cy="735372"/>
        </a:xfrm>
        <a:prstGeom prst="circularArrow">
          <a:avLst>
            <a:gd name="adj1" fmla="val 5199"/>
            <a:gd name="adj2" fmla="val 335841"/>
            <a:gd name="adj3" fmla="val 21293536"/>
            <a:gd name="adj4" fmla="val 19765981"/>
            <a:gd name="adj5" fmla="val 606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A84568C-35F9-4C75-962C-31EC86CCCB10}">
      <dsp:nvSpPr>
        <dsp:cNvPr id="0" name=""/>
        <dsp:cNvSpPr/>
      </dsp:nvSpPr>
      <dsp:spPr>
        <a:xfrm>
          <a:off x="725584" y="370445"/>
          <a:ext cx="196067" cy="196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a:latin typeface="+mj-lt"/>
            </a:rPr>
            <a:t>QA</a:t>
          </a:r>
        </a:p>
      </dsp:txBody>
      <dsp:txXfrm>
        <a:off x="725584" y="370445"/>
        <a:ext cx="196067" cy="196067"/>
      </dsp:txXfrm>
    </dsp:sp>
    <dsp:sp modelId="{BC4021E1-D316-4B72-85A6-0F576DB729B8}">
      <dsp:nvSpPr>
        <dsp:cNvPr id="0" name=""/>
        <dsp:cNvSpPr/>
      </dsp:nvSpPr>
      <dsp:spPr>
        <a:xfrm>
          <a:off x="145365" y="320"/>
          <a:ext cx="735372" cy="735372"/>
        </a:xfrm>
        <a:prstGeom prst="circularArrow">
          <a:avLst>
            <a:gd name="adj1" fmla="val 5199"/>
            <a:gd name="adj2" fmla="val 335841"/>
            <a:gd name="adj3" fmla="val 3854605"/>
            <a:gd name="adj4" fmla="val 2248506"/>
            <a:gd name="adj5" fmla="val 606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751093F-7177-48B3-B470-83C59EB4DCD6}">
      <dsp:nvSpPr>
        <dsp:cNvPr id="0" name=""/>
        <dsp:cNvSpPr/>
      </dsp:nvSpPr>
      <dsp:spPr>
        <a:xfrm>
          <a:off x="393958" y="596106"/>
          <a:ext cx="231534" cy="196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IN" sz="400" kern="1200">
              <a:latin typeface="+mj-lt"/>
            </a:rPr>
            <a:t>Evaluate</a:t>
          </a:r>
        </a:p>
      </dsp:txBody>
      <dsp:txXfrm>
        <a:off x="393958" y="596106"/>
        <a:ext cx="231534" cy="196067"/>
      </dsp:txXfrm>
    </dsp:sp>
    <dsp:sp modelId="{68C281B7-6950-418E-887A-0D7F05DFE8D4}">
      <dsp:nvSpPr>
        <dsp:cNvPr id="0" name=""/>
        <dsp:cNvSpPr/>
      </dsp:nvSpPr>
      <dsp:spPr>
        <a:xfrm>
          <a:off x="145913" y="334"/>
          <a:ext cx="735372" cy="735372"/>
        </a:xfrm>
        <a:prstGeom prst="circularArrow">
          <a:avLst>
            <a:gd name="adj1" fmla="val 5199"/>
            <a:gd name="adj2" fmla="val 335841"/>
            <a:gd name="adj3" fmla="val 8215834"/>
            <a:gd name="adj4" fmla="val 6690717"/>
            <a:gd name="adj5" fmla="val 606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606E2D3-90C6-42D8-82AE-68AF8017D003}">
      <dsp:nvSpPr>
        <dsp:cNvPr id="0" name=""/>
        <dsp:cNvSpPr/>
      </dsp:nvSpPr>
      <dsp:spPr>
        <a:xfrm>
          <a:off x="41289" y="370445"/>
          <a:ext cx="323464" cy="196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a:latin typeface="+mj-lt"/>
            </a:rPr>
            <a:t>Plan</a:t>
          </a:r>
        </a:p>
      </dsp:txBody>
      <dsp:txXfrm>
        <a:off x="41289" y="370445"/>
        <a:ext cx="323464" cy="196067"/>
      </dsp:txXfrm>
    </dsp:sp>
    <dsp:sp modelId="{9EC3398A-DAC2-46D2-B2D8-DFB8B9607561}">
      <dsp:nvSpPr>
        <dsp:cNvPr id="0" name=""/>
        <dsp:cNvSpPr/>
      </dsp:nvSpPr>
      <dsp:spPr>
        <a:xfrm>
          <a:off x="145634" y="-28"/>
          <a:ext cx="735372" cy="735372"/>
        </a:xfrm>
        <a:prstGeom prst="circularArrow">
          <a:avLst>
            <a:gd name="adj1" fmla="val 5199"/>
            <a:gd name="adj2" fmla="val 335841"/>
            <a:gd name="adj3" fmla="val 12298178"/>
            <a:gd name="adj4" fmla="val 10770623"/>
            <a:gd name="adj5" fmla="val 606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7A1B89C-10E8-4BEE-BCCB-176FE679C591}">
      <dsp:nvSpPr>
        <dsp:cNvPr id="0" name=""/>
        <dsp:cNvSpPr/>
      </dsp:nvSpPr>
      <dsp:spPr>
        <a:xfrm>
          <a:off x="189043" y="5667"/>
          <a:ext cx="265003" cy="196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a:latin typeface="+mj-lt"/>
            </a:rPr>
            <a:t>Design</a:t>
          </a:r>
        </a:p>
      </dsp:txBody>
      <dsp:txXfrm>
        <a:off x="189043" y="5667"/>
        <a:ext cx="265003" cy="196067"/>
      </dsp:txXfrm>
    </dsp:sp>
    <dsp:sp modelId="{2AD50C77-AB9A-41F6-B222-2FB514468D2B}">
      <dsp:nvSpPr>
        <dsp:cNvPr id="0" name=""/>
        <dsp:cNvSpPr/>
      </dsp:nvSpPr>
      <dsp:spPr>
        <a:xfrm>
          <a:off x="145634" y="-28"/>
          <a:ext cx="735372" cy="735372"/>
        </a:xfrm>
        <a:prstGeom prst="circularArrow">
          <a:avLst>
            <a:gd name="adj1" fmla="val 5199"/>
            <a:gd name="adj2" fmla="val 335841"/>
            <a:gd name="adj3" fmla="val 16205363"/>
            <a:gd name="adj4" fmla="val 15571974"/>
            <a:gd name="adj5" fmla="val 606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EF790D-6DDD-4595-BD46-D632B048999F}">
      <dsp:nvSpPr>
        <dsp:cNvPr id="0" name=""/>
        <dsp:cNvSpPr/>
      </dsp:nvSpPr>
      <dsp:spPr>
        <a:xfrm>
          <a:off x="545649" y="5667"/>
          <a:ext cx="318890" cy="196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a:solidFill>
                <a:prstClr val="black">
                  <a:hueOff val="0"/>
                  <a:satOff val="0"/>
                  <a:lumOff val="0"/>
                  <a:alphaOff val="0"/>
                </a:prstClr>
              </a:solidFill>
              <a:latin typeface="+mj-lt"/>
              <a:ea typeface="+mn-ea"/>
              <a:cs typeface="+mn-cs"/>
            </a:rPr>
            <a:t>Build</a:t>
          </a:r>
        </a:p>
      </dsp:txBody>
      <dsp:txXfrm>
        <a:off x="545649" y="5667"/>
        <a:ext cx="318890" cy="196067"/>
      </dsp:txXfrm>
    </dsp:sp>
    <dsp:sp modelId="{AA76C661-5AEC-483E-B645-CF6B931DF5EC}">
      <dsp:nvSpPr>
        <dsp:cNvPr id="0" name=""/>
        <dsp:cNvSpPr/>
      </dsp:nvSpPr>
      <dsp:spPr>
        <a:xfrm>
          <a:off x="145634" y="-28"/>
          <a:ext cx="735372" cy="735372"/>
        </a:xfrm>
        <a:prstGeom prst="circularArrow">
          <a:avLst>
            <a:gd name="adj1" fmla="val 5199"/>
            <a:gd name="adj2" fmla="val 335841"/>
            <a:gd name="adj3" fmla="val 21293536"/>
            <a:gd name="adj4" fmla="val 19765981"/>
            <a:gd name="adj5" fmla="val 606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A84568C-35F9-4C75-962C-31EC86CCCB10}">
      <dsp:nvSpPr>
        <dsp:cNvPr id="0" name=""/>
        <dsp:cNvSpPr/>
      </dsp:nvSpPr>
      <dsp:spPr>
        <a:xfrm>
          <a:off x="725584" y="370445"/>
          <a:ext cx="196067" cy="196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a:latin typeface="+mj-lt"/>
            </a:rPr>
            <a:t>QA</a:t>
          </a:r>
        </a:p>
      </dsp:txBody>
      <dsp:txXfrm>
        <a:off x="725584" y="370445"/>
        <a:ext cx="196067" cy="196067"/>
      </dsp:txXfrm>
    </dsp:sp>
    <dsp:sp modelId="{BC4021E1-D316-4B72-85A6-0F576DB729B8}">
      <dsp:nvSpPr>
        <dsp:cNvPr id="0" name=""/>
        <dsp:cNvSpPr/>
      </dsp:nvSpPr>
      <dsp:spPr>
        <a:xfrm>
          <a:off x="145350" y="340"/>
          <a:ext cx="735372" cy="735372"/>
        </a:xfrm>
        <a:prstGeom prst="circularArrow">
          <a:avLst>
            <a:gd name="adj1" fmla="val 5199"/>
            <a:gd name="adj2" fmla="val 335841"/>
            <a:gd name="adj3" fmla="val 3737480"/>
            <a:gd name="adj4" fmla="val 2248240"/>
            <a:gd name="adj5" fmla="val 606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751093F-7177-48B3-B470-83C59EB4DCD6}">
      <dsp:nvSpPr>
        <dsp:cNvPr id="0" name=""/>
        <dsp:cNvSpPr/>
      </dsp:nvSpPr>
      <dsp:spPr>
        <a:xfrm>
          <a:off x="383606" y="596106"/>
          <a:ext cx="252239" cy="196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IN" sz="400" kern="1200">
              <a:latin typeface="+mj-lt"/>
            </a:rPr>
            <a:t>Evaluate</a:t>
          </a:r>
        </a:p>
      </dsp:txBody>
      <dsp:txXfrm>
        <a:off x="383606" y="596106"/>
        <a:ext cx="252239" cy="196067"/>
      </dsp:txXfrm>
    </dsp:sp>
    <dsp:sp modelId="{68C281B7-6950-418E-887A-0D7F05DFE8D4}">
      <dsp:nvSpPr>
        <dsp:cNvPr id="0" name=""/>
        <dsp:cNvSpPr/>
      </dsp:nvSpPr>
      <dsp:spPr>
        <a:xfrm>
          <a:off x="145930" y="356"/>
          <a:ext cx="735372" cy="735372"/>
        </a:xfrm>
        <a:prstGeom prst="circularArrow">
          <a:avLst>
            <a:gd name="adj1" fmla="val 5199"/>
            <a:gd name="adj2" fmla="val 335841"/>
            <a:gd name="adj3" fmla="val 8216129"/>
            <a:gd name="adj4" fmla="val 6808982"/>
            <a:gd name="adj5" fmla="val 606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606E2D3-90C6-42D8-82AE-68AF8017D003}">
      <dsp:nvSpPr>
        <dsp:cNvPr id="0" name=""/>
        <dsp:cNvSpPr/>
      </dsp:nvSpPr>
      <dsp:spPr>
        <a:xfrm>
          <a:off x="41289" y="370445"/>
          <a:ext cx="323464" cy="196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a:latin typeface="+mj-lt"/>
            </a:rPr>
            <a:t>Plan</a:t>
          </a:r>
        </a:p>
      </dsp:txBody>
      <dsp:txXfrm>
        <a:off x="41289" y="370445"/>
        <a:ext cx="323464" cy="196067"/>
      </dsp:txXfrm>
    </dsp:sp>
    <dsp:sp modelId="{9EC3398A-DAC2-46D2-B2D8-DFB8B9607561}">
      <dsp:nvSpPr>
        <dsp:cNvPr id="0" name=""/>
        <dsp:cNvSpPr/>
      </dsp:nvSpPr>
      <dsp:spPr>
        <a:xfrm>
          <a:off x="145634" y="-28"/>
          <a:ext cx="735372" cy="735372"/>
        </a:xfrm>
        <a:prstGeom prst="circularArrow">
          <a:avLst>
            <a:gd name="adj1" fmla="val 5199"/>
            <a:gd name="adj2" fmla="val 335841"/>
            <a:gd name="adj3" fmla="val 12298178"/>
            <a:gd name="adj4" fmla="val 10770623"/>
            <a:gd name="adj5" fmla="val 606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7A1B89C-10E8-4BEE-BCCB-176FE679C591}">
      <dsp:nvSpPr>
        <dsp:cNvPr id="0" name=""/>
        <dsp:cNvSpPr/>
      </dsp:nvSpPr>
      <dsp:spPr>
        <a:xfrm>
          <a:off x="189043" y="5667"/>
          <a:ext cx="265003" cy="196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a:latin typeface="+mj-lt"/>
            </a:rPr>
            <a:t>Design</a:t>
          </a:r>
        </a:p>
      </dsp:txBody>
      <dsp:txXfrm>
        <a:off x="189043" y="5667"/>
        <a:ext cx="265003" cy="196067"/>
      </dsp:txXfrm>
    </dsp:sp>
    <dsp:sp modelId="{2AD50C77-AB9A-41F6-B222-2FB514468D2B}">
      <dsp:nvSpPr>
        <dsp:cNvPr id="0" name=""/>
        <dsp:cNvSpPr/>
      </dsp:nvSpPr>
      <dsp:spPr>
        <a:xfrm>
          <a:off x="145634" y="-28"/>
          <a:ext cx="735372" cy="735372"/>
        </a:xfrm>
        <a:prstGeom prst="circularArrow">
          <a:avLst>
            <a:gd name="adj1" fmla="val 5199"/>
            <a:gd name="adj2" fmla="val 335841"/>
            <a:gd name="adj3" fmla="val 16205363"/>
            <a:gd name="adj4" fmla="val 15571974"/>
            <a:gd name="adj5" fmla="val 606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EF790D-6DDD-4595-BD46-D632B048999F}">
      <dsp:nvSpPr>
        <dsp:cNvPr id="0" name=""/>
        <dsp:cNvSpPr/>
      </dsp:nvSpPr>
      <dsp:spPr>
        <a:xfrm>
          <a:off x="545649" y="5667"/>
          <a:ext cx="318890" cy="196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a:solidFill>
                <a:prstClr val="black">
                  <a:hueOff val="0"/>
                  <a:satOff val="0"/>
                  <a:lumOff val="0"/>
                  <a:alphaOff val="0"/>
                </a:prstClr>
              </a:solidFill>
              <a:latin typeface="+mj-lt"/>
              <a:ea typeface="+mn-ea"/>
              <a:cs typeface="+mn-cs"/>
            </a:rPr>
            <a:t>Build</a:t>
          </a:r>
        </a:p>
      </dsp:txBody>
      <dsp:txXfrm>
        <a:off x="545649" y="5667"/>
        <a:ext cx="318890" cy="196067"/>
      </dsp:txXfrm>
    </dsp:sp>
    <dsp:sp modelId="{AA76C661-5AEC-483E-B645-CF6B931DF5EC}">
      <dsp:nvSpPr>
        <dsp:cNvPr id="0" name=""/>
        <dsp:cNvSpPr/>
      </dsp:nvSpPr>
      <dsp:spPr>
        <a:xfrm>
          <a:off x="145634" y="-28"/>
          <a:ext cx="735372" cy="735372"/>
        </a:xfrm>
        <a:prstGeom prst="circularArrow">
          <a:avLst>
            <a:gd name="adj1" fmla="val 5199"/>
            <a:gd name="adj2" fmla="val 335841"/>
            <a:gd name="adj3" fmla="val 21293536"/>
            <a:gd name="adj4" fmla="val 19765981"/>
            <a:gd name="adj5" fmla="val 606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A84568C-35F9-4C75-962C-31EC86CCCB10}">
      <dsp:nvSpPr>
        <dsp:cNvPr id="0" name=""/>
        <dsp:cNvSpPr/>
      </dsp:nvSpPr>
      <dsp:spPr>
        <a:xfrm>
          <a:off x="725584" y="370445"/>
          <a:ext cx="196067" cy="196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a:latin typeface="+mj-lt"/>
            </a:rPr>
            <a:t>QA</a:t>
          </a:r>
        </a:p>
      </dsp:txBody>
      <dsp:txXfrm>
        <a:off x="725584" y="370445"/>
        <a:ext cx="196067" cy="196067"/>
      </dsp:txXfrm>
    </dsp:sp>
    <dsp:sp modelId="{BC4021E1-D316-4B72-85A6-0F576DB729B8}">
      <dsp:nvSpPr>
        <dsp:cNvPr id="0" name=""/>
        <dsp:cNvSpPr/>
      </dsp:nvSpPr>
      <dsp:spPr>
        <a:xfrm>
          <a:off x="145380" y="302"/>
          <a:ext cx="735372" cy="735372"/>
        </a:xfrm>
        <a:prstGeom prst="circularArrow">
          <a:avLst>
            <a:gd name="adj1" fmla="val 5199"/>
            <a:gd name="adj2" fmla="val 335841"/>
            <a:gd name="adj3" fmla="val 3979000"/>
            <a:gd name="adj4" fmla="val 2248754"/>
            <a:gd name="adj5" fmla="val 606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751093F-7177-48B3-B470-83C59EB4DCD6}">
      <dsp:nvSpPr>
        <dsp:cNvPr id="0" name=""/>
        <dsp:cNvSpPr/>
      </dsp:nvSpPr>
      <dsp:spPr>
        <a:xfrm>
          <a:off x="405098" y="596106"/>
          <a:ext cx="209255" cy="196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IN" sz="400" kern="1200">
              <a:latin typeface="+mj-lt"/>
            </a:rPr>
            <a:t>Evaluate</a:t>
          </a:r>
        </a:p>
      </dsp:txBody>
      <dsp:txXfrm>
        <a:off x="405098" y="596106"/>
        <a:ext cx="209255" cy="196067"/>
      </dsp:txXfrm>
    </dsp:sp>
    <dsp:sp modelId="{68C281B7-6950-418E-887A-0D7F05DFE8D4}">
      <dsp:nvSpPr>
        <dsp:cNvPr id="0" name=""/>
        <dsp:cNvSpPr/>
      </dsp:nvSpPr>
      <dsp:spPr>
        <a:xfrm>
          <a:off x="145897" y="313"/>
          <a:ext cx="735372" cy="735372"/>
        </a:xfrm>
        <a:prstGeom prst="circularArrow">
          <a:avLst>
            <a:gd name="adj1" fmla="val 5199"/>
            <a:gd name="adj2" fmla="val 335841"/>
            <a:gd name="adj3" fmla="val 8215561"/>
            <a:gd name="adj4" fmla="val 6565251"/>
            <a:gd name="adj5" fmla="val 606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606E2D3-90C6-42D8-82AE-68AF8017D003}">
      <dsp:nvSpPr>
        <dsp:cNvPr id="0" name=""/>
        <dsp:cNvSpPr/>
      </dsp:nvSpPr>
      <dsp:spPr>
        <a:xfrm>
          <a:off x="41289" y="370445"/>
          <a:ext cx="323464" cy="196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a:latin typeface="+mj-lt"/>
            </a:rPr>
            <a:t>Plan</a:t>
          </a:r>
        </a:p>
      </dsp:txBody>
      <dsp:txXfrm>
        <a:off x="41289" y="370445"/>
        <a:ext cx="323464" cy="196067"/>
      </dsp:txXfrm>
    </dsp:sp>
    <dsp:sp modelId="{9EC3398A-DAC2-46D2-B2D8-DFB8B9607561}">
      <dsp:nvSpPr>
        <dsp:cNvPr id="0" name=""/>
        <dsp:cNvSpPr/>
      </dsp:nvSpPr>
      <dsp:spPr>
        <a:xfrm>
          <a:off x="145634" y="-28"/>
          <a:ext cx="735372" cy="735372"/>
        </a:xfrm>
        <a:prstGeom prst="circularArrow">
          <a:avLst>
            <a:gd name="adj1" fmla="val 5199"/>
            <a:gd name="adj2" fmla="val 335841"/>
            <a:gd name="adj3" fmla="val 12298178"/>
            <a:gd name="adj4" fmla="val 10770623"/>
            <a:gd name="adj5" fmla="val 606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7A1B89C-10E8-4BEE-BCCB-176FE679C591}">
      <dsp:nvSpPr>
        <dsp:cNvPr id="0" name=""/>
        <dsp:cNvSpPr/>
      </dsp:nvSpPr>
      <dsp:spPr>
        <a:xfrm>
          <a:off x="189043" y="5667"/>
          <a:ext cx="265003" cy="196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a:latin typeface="+mj-lt"/>
            </a:rPr>
            <a:t>Design</a:t>
          </a:r>
        </a:p>
      </dsp:txBody>
      <dsp:txXfrm>
        <a:off x="189043" y="5667"/>
        <a:ext cx="265003" cy="196067"/>
      </dsp:txXfrm>
    </dsp:sp>
    <dsp:sp modelId="{2AD50C77-AB9A-41F6-B222-2FB514468D2B}">
      <dsp:nvSpPr>
        <dsp:cNvPr id="0" name=""/>
        <dsp:cNvSpPr/>
      </dsp:nvSpPr>
      <dsp:spPr>
        <a:xfrm>
          <a:off x="145634" y="-28"/>
          <a:ext cx="735372" cy="735372"/>
        </a:xfrm>
        <a:prstGeom prst="circularArrow">
          <a:avLst>
            <a:gd name="adj1" fmla="val 5199"/>
            <a:gd name="adj2" fmla="val 335841"/>
            <a:gd name="adj3" fmla="val 16205363"/>
            <a:gd name="adj4" fmla="val 15571974"/>
            <a:gd name="adj5" fmla="val 606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EF790D-6DDD-4595-BD46-D632B048999F}">
      <dsp:nvSpPr>
        <dsp:cNvPr id="0" name=""/>
        <dsp:cNvSpPr/>
      </dsp:nvSpPr>
      <dsp:spPr>
        <a:xfrm>
          <a:off x="545649" y="5667"/>
          <a:ext cx="318890" cy="196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a:solidFill>
                <a:prstClr val="black">
                  <a:hueOff val="0"/>
                  <a:satOff val="0"/>
                  <a:lumOff val="0"/>
                  <a:alphaOff val="0"/>
                </a:prstClr>
              </a:solidFill>
              <a:latin typeface="+mj-lt"/>
              <a:ea typeface="+mn-ea"/>
              <a:cs typeface="+mn-cs"/>
            </a:rPr>
            <a:t>Build</a:t>
          </a:r>
        </a:p>
      </dsp:txBody>
      <dsp:txXfrm>
        <a:off x="545649" y="5667"/>
        <a:ext cx="318890" cy="196067"/>
      </dsp:txXfrm>
    </dsp:sp>
    <dsp:sp modelId="{AA76C661-5AEC-483E-B645-CF6B931DF5EC}">
      <dsp:nvSpPr>
        <dsp:cNvPr id="0" name=""/>
        <dsp:cNvSpPr/>
      </dsp:nvSpPr>
      <dsp:spPr>
        <a:xfrm>
          <a:off x="145634" y="-28"/>
          <a:ext cx="735372" cy="735372"/>
        </a:xfrm>
        <a:prstGeom prst="circularArrow">
          <a:avLst>
            <a:gd name="adj1" fmla="val 5199"/>
            <a:gd name="adj2" fmla="val 335841"/>
            <a:gd name="adj3" fmla="val 21293536"/>
            <a:gd name="adj4" fmla="val 19765981"/>
            <a:gd name="adj5" fmla="val 606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A84568C-35F9-4C75-962C-31EC86CCCB10}">
      <dsp:nvSpPr>
        <dsp:cNvPr id="0" name=""/>
        <dsp:cNvSpPr/>
      </dsp:nvSpPr>
      <dsp:spPr>
        <a:xfrm>
          <a:off x="725584" y="370445"/>
          <a:ext cx="196067" cy="196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a:latin typeface="+mj-lt"/>
            </a:rPr>
            <a:t>QA</a:t>
          </a:r>
        </a:p>
      </dsp:txBody>
      <dsp:txXfrm>
        <a:off x="725584" y="370445"/>
        <a:ext cx="196067" cy="196067"/>
      </dsp:txXfrm>
    </dsp:sp>
    <dsp:sp modelId="{BC4021E1-D316-4B72-85A6-0F576DB729B8}">
      <dsp:nvSpPr>
        <dsp:cNvPr id="0" name=""/>
        <dsp:cNvSpPr/>
      </dsp:nvSpPr>
      <dsp:spPr>
        <a:xfrm>
          <a:off x="145380" y="302"/>
          <a:ext cx="735372" cy="735372"/>
        </a:xfrm>
        <a:prstGeom prst="circularArrow">
          <a:avLst>
            <a:gd name="adj1" fmla="val 5199"/>
            <a:gd name="adj2" fmla="val 335841"/>
            <a:gd name="adj3" fmla="val 3979000"/>
            <a:gd name="adj4" fmla="val 2248754"/>
            <a:gd name="adj5" fmla="val 606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751093F-7177-48B3-B470-83C59EB4DCD6}">
      <dsp:nvSpPr>
        <dsp:cNvPr id="0" name=""/>
        <dsp:cNvSpPr/>
      </dsp:nvSpPr>
      <dsp:spPr>
        <a:xfrm>
          <a:off x="405098" y="596106"/>
          <a:ext cx="209255" cy="196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IN" sz="400" kern="1200">
              <a:latin typeface="+mj-lt"/>
            </a:rPr>
            <a:t>Evaluate</a:t>
          </a:r>
        </a:p>
      </dsp:txBody>
      <dsp:txXfrm>
        <a:off x="405098" y="596106"/>
        <a:ext cx="209255" cy="196067"/>
      </dsp:txXfrm>
    </dsp:sp>
    <dsp:sp modelId="{68C281B7-6950-418E-887A-0D7F05DFE8D4}">
      <dsp:nvSpPr>
        <dsp:cNvPr id="0" name=""/>
        <dsp:cNvSpPr/>
      </dsp:nvSpPr>
      <dsp:spPr>
        <a:xfrm>
          <a:off x="145897" y="313"/>
          <a:ext cx="735372" cy="735372"/>
        </a:xfrm>
        <a:prstGeom prst="circularArrow">
          <a:avLst>
            <a:gd name="adj1" fmla="val 5199"/>
            <a:gd name="adj2" fmla="val 335841"/>
            <a:gd name="adj3" fmla="val 8215561"/>
            <a:gd name="adj4" fmla="val 6565251"/>
            <a:gd name="adj5" fmla="val 606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606E2D3-90C6-42D8-82AE-68AF8017D003}">
      <dsp:nvSpPr>
        <dsp:cNvPr id="0" name=""/>
        <dsp:cNvSpPr/>
      </dsp:nvSpPr>
      <dsp:spPr>
        <a:xfrm>
          <a:off x="41289" y="370445"/>
          <a:ext cx="323464" cy="196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a:latin typeface="+mj-lt"/>
            </a:rPr>
            <a:t>Plan</a:t>
          </a:r>
        </a:p>
      </dsp:txBody>
      <dsp:txXfrm>
        <a:off x="41289" y="370445"/>
        <a:ext cx="323464" cy="196067"/>
      </dsp:txXfrm>
    </dsp:sp>
    <dsp:sp modelId="{9EC3398A-DAC2-46D2-B2D8-DFB8B9607561}">
      <dsp:nvSpPr>
        <dsp:cNvPr id="0" name=""/>
        <dsp:cNvSpPr/>
      </dsp:nvSpPr>
      <dsp:spPr>
        <a:xfrm>
          <a:off x="145634" y="-28"/>
          <a:ext cx="735372" cy="735372"/>
        </a:xfrm>
        <a:prstGeom prst="circularArrow">
          <a:avLst>
            <a:gd name="adj1" fmla="val 5199"/>
            <a:gd name="adj2" fmla="val 335841"/>
            <a:gd name="adj3" fmla="val 12298178"/>
            <a:gd name="adj4" fmla="val 10770623"/>
            <a:gd name="adj5" fmla="val 606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7A1B89C-10E8-4BEE-BCCB-176FE679C591}">
      <dsp:nvSpPr>
        <dsp:cNvPr id="0" name=""/>
        <dsp:cNvSpPr/>
      </dsp:nvSpPr>
      <dsp:spPr>
        <a:xfrm>
          <a:off x="189043" y="5667"/>
          <a:ext cx="265003" cy="196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a:latin typeface="+mj-lt"/>
            </a:rPr>
            <a:t>Design</a:t>
          </a:r>
        </a:p>
      </dsp:txBody>
      <dsp:txXfrm>
        <a:off x="189043" y="5667"/>
        <a:ext cx="265003" cy="196067"/>
      </dsp:txXfrm>
    </dsp:sp>
    <dsp:sp modelId="{2AD50C77-AB9A-41F6-B222-2FB514468D2B}">
      <dsp:nvSpPr>
        <dsp:cNvPr id="0" name=""/>
        <dsp:cNvSpPr/>
      </dsp:nvSpPr>
      <dsp:spPr>
        <a:xfrm>
          <a:off x="145634" y="-28"/>
          <a:ext cx="735372" cy="735372"/>
        </a:xfrm>
        <a:prstGeom prst="circularArrow">
          <a:avLst>
            <a:gd name="adj1" fmla="val 5199"/>
            <a:gd name="adj2" fmla="val 335841"/>
            <a:gd name="adj3" fmla="val 16205363"/>
            <a:gd name="adj4" fmla="val 15571974"/>
            <a:gd name="adj5" fmla="val 606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EF790D-6DDD-4595-BD46-D632B048999F}">
      <dsp:nvSpPr>
        <dsp:cNvPr id="0" name=""/>
        <dsp:cNvSpPr/>
      </dsp:nvSpPr>
      <dsp:spPr>
        <a:xfrm>
          <a:off x="545650" y="5667"/>
          <a:ext cx="318890" cy="196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a:solidFill>
                <a:prstClr val="black">
                  <a:hueOff val="0"/>
                  <a:satOff val="0"/>
                  <a:lumOff val="0"/>
                  <a:alphaOff val="0"/>
                </a:prstClr>
              </a:solidFill>
              <a:latin typeface="+mj-lt"/>
              <a:ea typeface="+mn-ea"/>
              <a:cs typeface="+mn-cs"/>
            </a:rPr>
            <a:t>Build</a:t>
          </a:r>
        </a:p>
      </dsp:txBody>
      <dsp:txXfrm>
        <a:off x="545650" y="5667"/>
        <a:ext cx="318890" cy="196067"/>
      </dsp:txXfrm>
    </dsp:sp>
    <dsp:sp modelId="{AA76C661-5AEC-483E-B645-CF6B931DF5EC}">
      <dsp:nvSpPr>
        <dsp:cNvPr id="0" name=""/>
        <dsp:cNvSpPr/>
      </dsp:nvSpPr>
      <dsp:spPr>
        <a:xfrm>
          <a:off x="145634" y="-28"/>
          <a:ext cx="735372" cy="735372"/>
        </a:xfrm>
        <a:prstGeom prst="circularArrow">
          <a:avLst>
            <a:gd name="adj1" fmla="val 5199"/>
            <a:gd name="adj2" fmla="val 335841"/>
            <a:gd name="adj3" fmla="val 21293535"/>
            <a:gd name="adj4" fmla="val 19765982"/>
            <a:gd name="adj5" fmla="val 606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A84568C-35F9-4C75-962C-31EC86CCCB10}">
      <dsp:nvSpPr>
        <dsp:cNvPr id="0" name=""/>
        <dsp:cNvSpPr/>
      </dsp:nvSpPr>
      <dsp:spPr>
        <a:xfrm>
          <a:off x="725584" y="370445"/>
          <a:ext cx="196067" cy="196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a:latin typeface="+mj-lt"/>
            </a:rPr>
            <a:t>QA</a:t>
          </a:r>
        </a:p>
      </dsp:txBody>
      <dsp:txXfrm>
        <a:off x="725584" y="370445"/>
        <a:ext cx="196067" cy="196067"/>
      </dsp:txXfrm>
    </dsp:sp>
    <dsp:sp modelId="{BC4021E1-D316-4B72-85A6-0F576DB729B8}">
      <dsp:nvSpPr>
        <dsp:cNvPr id="0" name=""/>
        <dsp:cNvSpPr/>
      </dsp:nvSpPr>
      <dsp:spPr>
        <a:xfrm>
          <a:off x="145362" y="326"/>
          <a:ext cx="735372" cy="735372"/>
        </a:xfrm>
        <a:prstGeom prst="circularArrow">
          <a:avLst>
            <a:gd name="adj1" fmla="val 5199"/>
            <a:gd name="adj2" fmla="val 335841"/>
            <a:gd name="adj3" fmla="val 3820680"/>
            <a:gd name="adj4" fmla="val 2248435"/>
            <a:gd name="adj5" fmla="val 606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751093F-7177-48B3-B470-83C59EB4DCD6}">
      <dsp:nvSpPr>
        <dsp:cNvPr id="0" name=""/>
        <dsp:cNvSpPr/>
      </dsp:nvSpPr>
      <dsp:spPr>
        <a:xfrm>
          <a:off x="390946" y="596106"/>
          <a:ext cx="237559" cy="196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080" tIns="5080" rIns="5080" bIns="5080" numCol="1" spcCol="1270" anchor="ctr" anchorCtr="0">
          <a:noAutofit/>
        </a:bodyPr>
        <a:lstStyle/>
        <a:p>
          <a:pPr marL="0" lvl="0" indent="0" algn="ctr" defTabSz="177800">
            <a:lnSpc>
              <a:spcPct val="90000"/>
            </a:lnSpc>
            <a:spcBef>
              <a:spcPct val="0"/>
            </a:spcBef>
            <a:spcAft>
              <a:spcPct val="35000"/>
            </a:spcAft>
            <a:buNone/>
          </a:pPr>
          <a:r>
            <a:rPr lang="en-IN" sz="400" kern="1200">
              <a:latin typeface="+mj-lt"/>
            </a:rPr>
            <a:t>Evaluate</a:t>
          </a:r>
        </a:p>
      </dsp:txBody>
      <dsp:txXfrm>
        <a:off x="390946" y="596106"/>
        <a:ext cx="237559" cy="196067"/>
      </dsp:txXfrm>
    </dsp:sp>
    <dsp:sp modelId="{68C281B7-6950-418E-887A-0D7F05DFE8D4}">
      <dsp:nvSpPr>
        <dsp:cNvPr id="0" name=""/>
        <dsp:cNvSpPr/>
      </dsp:nvSpPr>
      <dsp:spPr>
        <a:xfrm>
          <a:off x="145918" y="340"/>
          <a:ext cx="735372" cy="735372"/>
        </a:xfrm>
        <a:prstGeom prst="circularArrow">
          <a:avLst>
            <a:gd name="adj1" fmla="val 5199"/>
            <a:gd name="adj2" fmla="val 335841"/>
            <a:gd name="adj3" fmla="val 8215912"/>
            <a:gd name="adj4" fmla="val 6724958"/>
            <a:gd name="adj5" fmla="val 606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606E2D3-90C6-42D8-82AE-68AF8017D003}">
      <dsp:nvSpPr>
        <dsp:cNvPr id="0" name=""/>
        <dsp:cNvSpPr/>
      </dsp:nvSpPr>
      <dsp:spPr>
        <a:xfrm>
          <a:off x="41290" y="370445"/>
          <a:ext cx="323465" cy="196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a:latin typeface="+mj-lt"/>
            </a:rPr>
            <a:t>Plan</a:t>
          </a:r>
        </a:p>
      </dsp:txBody>
      <dsp:txXfrm>
        <a:off x="41290" y="370445"/>
        <a:ext cx="323465" cy="196067"/>
      </dsp:txXfrm>
    </dsp:sp>
    <dsp:sp modelId="{9EC3398A-DAC2-46D2-B2D8-DFB8B9607561}">
      <dsp:nvSpPr>
        <dsp:cNvPr id="0" name=""/>
        <dsp:cNvSpPr/>
      </dsp:nvSpPr>
      <dsp:spPr>
        <a:xfrm>
          <a:off x="145634" y="-28"/>
          <a:ext cx="735372" cy="735372"/>
        </a:xfrm>
        <a:prstGeom prst="circularArrow">
          <a:avLst>
            <a:gd name="adj1" fmla="val 5199"/>
            <a:gd name="adj2" fmla="val 335841"/>
            <a:gd name="adj3" fmla="val 12298177"/>
            <a:gd name="adj4" fmla="val 10770624"/>
            <a:gd name="adj5" fmla="val 606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7A1B89C-10E8-4BEE-BCCB-176FE679C591}">
      <dsp:nvSpPr>
        <dsp:cNvPr id="0" name=""/>
        <dsp:cNvSpPr/>
      </dsp:nvSpPr>
      <dsp:spPr>
        <a:xfrm>
          <a:off x="189044" y="5667"/>
          <a:ext cx="265003" cy="19606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a:latin typeface="+mj-lt"/>
            </a:rPr>
            <a:t>Design</a:t>
          </a:r>
        </a:p>
      </dsp:txBody>
      <dsp:txXfrm>
        <a:off x="189044" y="5667"/>
        <a:ext cx="265003" cy="196067"/>
      </dsp:txXfrm>
    </dsp:sp>
    <dsp:sp modelId="{2AD50C77-AB9A-41F6-B222-2FB514468D2B}">
      <dsp:nvSpPr>
        <dsp:cNvPr id="0" name=""/>
        <dsp:cNvSpPr/>
      </dsp:nvSpPr>
      <dsp:spPr>
        <a:xfrm>
          <a:off x="145634" y="-28"/>
          <a:ext cx="735372" cy="735372"/>
        </a:xfrm>
        <a:prstGeom prst="circularArrow">
          <a:avLst>
            <a:gd name="adj1" fmla="val 5199"/>
            <a:gd name="adj2" fmla="val 335841"/>
            <a:gd name="adj3" fmla="val 16205361"/>
            <a:gd name="adj4" fmla="val 15571976"/>
            <a:gd name="adj5" fmla="val 6066"/>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EF790D-6DDD-4595-BD46-D632B048999F}">
      <dsp:nvSpPr>
        <dsp:cNvPr id="0" name=""/>
        <dsp:cNvSpPr/>
      </dsp:nvSpPr>
      <dsp:spPr>
        <a:xfrm>
          <a:off x="369476" y="180402"/>
          <a:ext cx="399280" cy="1492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a:latin typeface="+mj-lt"/>
              <a:ea typeface="+mn-ea"/>
              <a:cs typeface="+mn-cs"/>
            </a:rPr>
            <a:t>EBT</a:t>
          </a:r>
        </a:p>
      </dsp:txBody>
      <dsp:txXfrm>
        <a:off x="369476" y="180402"/>
        <a:ext cx="399280" cy="149201"/>
      </dsp:txXfrm>
    </dsp:sp>
    <dsp:sp modelId="{AA76C661-5AEC-483E-B645-CF6B931DF5EC}">
      <dsp:nvSpPr>
        <dsp:cNvPr id="0" name=""/>
        <dsp:cNvSpPr/>
      </dsp:nvSpPr>
      <dsp:spPr>
        <a:xfrm>
          <a:off x="72628" y="64584"/>
          <a:ext cx="553051" cy="553051"/>
        </a:xfrm>
        <a:prstGeom prst="circularArrow">
          <a:avLst>
            <a:gd name="adj1" fmla="val 8251"/>
            <a:gd name="adj2" fmla="val 576293"/>
            <a:gd name="adj3" fmla="val 1760928"/>
            <a:gd name="adj4" fmla="val 21425748"/>
            <a:gd name="adj5" fmla="val 9626"/>
          </a:avLst>
        </a:prstGeom>
        <a:solidFill>
          <a:srgbClr val="A6001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AF8887-21F5-4920-91C8-68B81E61AAAC}">
      <dsp:nvSpPr>
        <dsp:cNvPr id="0" name=""/>
        <dsp:cNvSpPr/>
      </dsp:nvSpPr>
      <dsp:spPr>
        <a:xfrm>
          <a:off x="310110" y="483882"/>
          <a:ext cx="256808" cy="969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a:latin typeface="+mj-lt"/>
              <a:ea typeface="+mn-ea"/>
              <a:cs typeface="+mn-cs"/>
            </a:rPr>
            <a:t>Fix</a:t>
          </a:r>
        </a:p>
      </dsp:txBody>
      <dsp:txXfrm>
        <a:off x="310110" y="483882"/>
        <a:ext cx="256808" cy="96919"/>
      </dsp:txXfrm>
    </dsp:sp>
    <dsp:sp modelId="{713393EE-A388-453A-8717-37B0F2DB186A}">
      <dsp:nvSpPr>
        <dsp:cNvPr id="0" name=""/>
        <dsp:cNvSpPr/>
      </dsp:nvSpPr>
      <dsp:spPr>
        <a:xfrm rot="167498">
          <a:off x="94674" y="51095"/>
          <a:ext cx="553051" cy="553051"/>
        </a:xfrm>
        <a:prstGeom prst="circularArrow">
          <a:avLst>
            <a:gd name="adj1" fmla="val 8251"/>
            <a:gd name="adj2" fmla="val 576293"/>
            <a:gd name="adj3" fmla="val 11501412"/>
            <a:gd name="adj4" fmla="val 6288421"/>
            <a:gd name="adj5" fmla="val 9626"/>
          </a:avLst>
        </a:prstGeom>
        <a:solidFill>
          <a:schemeClr val="accent4">
            <a:hueOff val="-1516749"/>
            <a:satOff val="32128"/>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751093F-7177-48B3-B470-83C59EB4DCD6}">
      <dsp:nvSpPr>
        <dsp:cNvPr id="0" name=""/>
        <dsp:cNvSpPr/>
      </dsp:nvSpPr>
      <dsp:spPr>
        <a:xfrm>
          <a:off x="-75229" y="151485"/>
          <a:ext cx="502016" cy="799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a:latin typeface="+mj-lt"/>
              <a:ea typeface="+mn-ea"/>
              <a:cs typeface="+mn-cs"/>
            </a:rPr>
            <a:t>Deploy</a:t>
          </a:r>
        </a:p>
      </dsp:txBody>
      <dsp:txXfrm>
        <a:off x="-75229" y="151485"/>
        <a:ext cx="502016" cy="79907"/>
      </dsp:txXfrm>
    </dsp:sp>
    <dsp:sp modelId="{68C281B7-6950-418E-887A-0D7F05DFE8D4}">
      <dsp:nvSpPr>
        <dsp:cNvPr id="0" name=""/>
        <dsp:cNvSpPr/>
      </dsp:nvSpPr>
      <dsp:spPr>
        <a:xfrm>
          <a:off x="92590" y="40598"/>
          <a:ext cx="553051" cy="553051"/>
        </a:xfrm>
        <a:prstGeom prst="circularArrow">
          <a:avLst>
            <a:gd name="adj1" fmla="val 8251"/>
            <a:gd name="adj2" fmla="val 576293"/>
            <a:gd name="adj3" fmla="val 18669449"/>
            <a:gd name="adj4" fmla="val 13767193"/>
            <a:gd name="adj5" fmla="val 9626"/>
          </a:avLst>
        </a:prstGeom>
        <a:solidFill>
          <a:srgbClr val="17803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EF790D-6DDD-4595-BD46-D632B048999F}">
      <dsp:nvSpPr>
        <dsp:cNvPr id="0" name=""/>
        <dsp:cNvSpPr/>
      </dsp:nvSpPr>
      <dsp:spPr>
        <a:xfrm>
          <a:off x="369476" y="180402"/>
          <a:ext cx="399280" cy="1492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a:latin typeface="+mj-lt"/>
              <a:ea typeface="+mn-ea"/>
              <a:cs typeface="+mn-cs"/>
            </a:rPr>
            <a:t>EBT</a:t>
          </a:r>
        </a:p>
      </dsp:txBody>
      <dsp:txXfrm>
        <a:off x="369476" y="180402"/>
        <a:ext cx="399280" cy="149201"/>
      </dsp:txXfrm>
    </dsp:sp>
    <dsp:sp modelId="{AA76C661-5AEC-483E-B645-CF6B931DF5EC}">
      <dsp:nvSpPr>
        <dsp:cNvPr id="0" name=""/>
        <dsp:cNvSpPr/>
      </dsp:nvSpPr>
      <dsp:spPr>
        <a:xfrm>
          <a:off x="72628" y="64584"/>
          <a:ext cx="553051" cy="553051"/>
        </a:xfrm>
        <a:prstGeom prst="circularArrow">
          <a:avLst>
            <a:gd name="adj1" fmla="val 8251"/>
            <a:gd name="adj2" fmla="val 576293"/>
            <a:gd name="adj3" fmla="val 1760928"/>
            <a:gd name="adj4" fmla="val 21425748"/>
            <a:gd name="adj5" fmla="val 9626"/>
          </a:avLst>
        </a:prstGeom>
        <a:solidFill>
          <a:srgbClr val="A6001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AF8887-21F5-4920-91C8-68B81E61AAAC}">
      <dsp:nvSpPr>
        <dsp:cNvPr id="0" name=""/>
        <dsp:cNvSpPr/>
      </dsp:nvSpPr>
      <dsp:spPr>
        <a:xfrm>
          <a:off x="310110" y="483882"/>
          <a:ext cx="256808" cy="969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a:latin typeface="+mj-lt"/>
              <a:ea typeface="+mn-ea"/>
              <a:cs typeface="+mn-cs"/>
            </a:rPr>
            <a:t>Fix</a:t>
          </a:r>
        </a:p>
      </dsp:txBody>
      <dsp:txXfrm>
        <a:off x="310110" y="483882"/>
        <a:ext cx="256808" cy="96919"/>
      </dsp:txXfrm>
    </dsp:sp>
    <dsp:sp modelId="{713393EE-A388-453A-8717-37B0F2DB186A}">
      <dsp:nvSpPr>
        <dsp:cNvPr id="0" name=""/>
        <dsp:cNvSpPr/>
      </dsp:nvSpPr>
      <dsp:spPr>
        <a:xfrm rot="167498">
          <a:off x="94674" y="51095"/>
          <a:ext cx="553051" cy="553051"/>
        </a:xfrm>
        <a:prstGeom prst="circularArrow">
          <a:avLst>
            <a:gd name="adj1" fmla="val 8251"/>
            <a:gd name="adj2" fmla="val 576293"/>
            <a:gd name="adj3" fmla="val 11501412"/>
            <a:gd name="adj4" fmla="val 6288421"/>
            <a:gd name="adj5" fmla="val 9626"/>
          </a:avLst>
        </a:prstGeom>
        <a:solidFill>
          <a:schemeClr val="accent4">
            <a:hueOff val="-1516749"/>
            <a:satOff val="32128"/>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751093F-7177-48B3-B470-83C59EB4DCD6}">
      <dsp:nvSpPr>
        <dsp:cNvPr id="0" name=""/>
        <dsp:cNvSpPr/>
      </dsp:nvSpPr>
      <dsp:spPr>
        <a:xfrm>
          <a:off x="-75229" y="151485"/>
          <a:ext cx="502016" cy="799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a:latin typeface="+mj-lt"/>
              <a:ea typeface="+mn-ea"/>
              <a:cs typeface="+mn-cs"/>
            </a:rPr>
            <a:t>Deploy</a:t>
          </a:r>
        </a:p>
      </dsp:txBody>
      <dsp:txXfrm>
        <a:off x="-75229" y="151485"/>
        <a:ext cx="502016" cy="79907"/>
      </dsp:txXfrm>
    </dsp:sp>
    <dsp:sp modelId="{68C281B7-6950-418E-887A-0D7F05DFE8D4}">
      <dsp:nvSpPr>
        <dsp:cNvPr id="0" name=""/>
        <dsp:cNvSpPr/>
      </dsp:nvSpPr>
      <dsp:spPr>
        <a:xfrm>
          <a:off x="92590" y="40598"/>
          <a:ext cx="553051" cy="553051"/>
        </a:xfrm>
        <a:prstGeom prst="circularArrow">
          <a:avLst>
            <a:gd name="adj1" fmla="val 8251"/>
            <a:gd name="adj2" fmla="val 576293"/>
            <a:gd name="adj3" fmla="val 18669449"/>
            <a:gd name="adj4" fmla="val 13767193"/>
            <a:gd name="adj5" fmla="val 9626"/>
          </a:avLst>
        </a:prstGeom>
        <a:solidFill>
          <a:srgbClr val="17803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EF790D-6DDD-4595-BD46-D632B048999F}">
      <dsp:nvSpPr>
        <dsp:cNvPr id="0" name=""/>
        <dsp:cNvSpPr/>
      </dsp:nvSpPr>
      <dsp:spPr>
        <a:xfrm>
          <a:off x="369476" y="180402"/>
          <a:ext cx="399280" cy="1492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a:latin typeface="+mj-lt"/>
              <a:ea typeface="+mn-ea"/>
              <a:cs typeface="+mn-cs"/>
            </a:rPr>
            <a:t>EBT</a:t>
          </a:r>
        </a:p>
      </dsp:txBody>
      <dsp:txXfrm>
        <a:off x="369476" y="180402"/>
        <a:ext cx="399280" cy="149201"/>
      </dsp:txXfrm>
    </dsp:sp>
    <dsp:sp modelId="{AA76C661-5AEC-483E-B645-CF6B931DF5EC}">
      <dsp:nvSpPr>
        <dsp:cNvPr id="0" name=""/>
        <dsp:cNvSpPr/>
      </dsp:nvSpPr>
      <dsp:spPr>
        <a:xfrm>
          <a:off x="72628" y="64584"/>
          <a:ext cx="553051" cy="553051"/>
        </a:xfrm>
        <a:prstGeom prst="circularArrow">
          <a:avLst>
            <a:gd name="adj1" fmla="val 8251"/>
            <a:gd name="adj2" fmla="val 576293"/>
            <a:gd name="adj3" fmla="val 1760928"/>
            <a:gd name="adj4" fmla="val 21425748"/>
            <a:gd name="adj5" fmla="val 9626"/>
          </a:avLst>
        </a:prstGeom>
        <a:solidFill>
          <a:srgbClr val="A6001A"/>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EAF8887-21F5-4920-91C8-68B81E61AAAC}">
      <dsp:nvSpPr>
        <dsp:cNvPr id="0" name=""/>
        <dsp:cNvSpPr/>
      </dsp:nvSpPr>
      <dsp:spPr>
        <a:xfrm>
          <a:off x="310110" y="483882"/>
          <a:ext cx="256808" cy="9691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a:latin typeface="+mj-lt"/>
              <a:ea typeface="+mn-ea"/>
              <a:cs typeface="+mn-cs"/>
            </a:rPr>
            <a:t>Fix</a:t>
          </a:r>
        </a:p>
      </dsp:txBody>
      <dsp:txXfrm>
        <a:off x="310110" y="483882"/>
        <a:ext cx="256808" cy="96919"/>
      </dsp:txXfrm>
    </dsp:sp>
    <dsp:sp modelId="{713393EE-A388-453A-8717-37B0F2DB186A}">
      <dsp:nvSpPr>
        <dsp:cNvPr id="0" name=""/>
        <dsp:cNvSpPr/>
      </dsp:nvSpPr>
      <dsp:spPr>
        <a:xfrm rot="167498">
          <a:off x="94674" y="51095"/>
          <a:ext cx="553051" cy="553051"/>
        </a:xfrm>
        <a:prstGeom prst="circularArrow">
          <a:avLst>
            <a:gd name="adj1" fmla="val 8251"/>
            <a:gd name="adj2" fmla="val 576293"/>
            <a:gd name="adj3" fmla="val 11501412"/>
            <a:gd name="adj4" fmla="val 6288421"/>
            <a:gd name="adj5" fmla="val 9626"/>
          </a:avLst>
        </a:prstGeom>
        <a:solidFill>
          <a:schemeClr val="accent4">
            <a:hueOff val="-1516749"/>
            <a:satOff val="32128"/>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751093F-7177-48B3-B470-83C59EB4DCD6}">
      <dsp:nvSpPr>
        <dsp:cNvPr id="0" name=""/>
        <dsp:cNvSpPr/>
      </dsp:nvSpPr>
      <dsp:spPr>
        <a:xfrm>
          <a:off x="-75229" y="151485"/>
          <a:ext cx="502016" cy="799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IN" sz="600" kern="1200">
              <a:latin typeface="+mj-lt"/>
              <a:ea typeface="+mn-ea"/>
              <a:cs typeface="+mn-cs"/>
            </a:rPr>
            <a:t>Deploy</a:t>
          </a:r>
        </a:p>
      </dsp:txBody>
      <dsp:txXfrm>
        <a:off x="-75229" y="151485"/>
        <a:ext cx="502016" cy="79907"/>
      </dsp:txXfrm>
    </dsp:sp>
    <dsp:sp modelId="{68C281B7-6950-418E-887A-0D7F05DFE8D4}">
      <dsp:nvSpPr>
        <dsp:cNvPr id="0" name=""/>
        <dsp:cNvSpPr/>
      </dsp:nvSpPr>
      <dsp:spPr>
        <a:xfrm>
          <a:off x="92590" y="40598"/>
          <a:ext cx="553051" cy="553051"/>
        </a:xfrm>
        <a:prstGeom prst="circularArrow">
          <a:avLst>
            <a:gd name="adj1" fmla="val 8251"/>
            <a:gd name="adj2" fmla="val 576293"/>
            <a:gd name="adj3" fmla="val 18669449"/>
            <a:gd name="adj4" fmla="val 13767193"/>
            <a:gd name="adj5" fmla="val 9626"/>
          </a:avLst>
        </a:prstGeom>
        <a:solidFill>
          <a:srgbClr val="17803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07962E-786B-9746-B1B6-9E693AD1AC42}" type="datetimeFigureOut">
              <a:rPr lang="en-US" smtClean="0"/>
              <a:t>3/12/2024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4F69BC-44DD-3540-9AC9-8B1FBD910F86}" type="slidenum">
              <a:rPr lang="en-US" smtClean="0"/>
              <a:t>‹#›</a:t>
            </a:fld>
            <a:endParaRPr lang="en-US"/>
          </a:p>
        </p:txBody>
      </p:sp>
    </p:spTree>
    <p:extLst>
      <p:ext uri="{BB962C8B-B14F-4D97-AF65-F5344CB8AC3E}">
        <p14:creationId xmlns:p14="http://schemas.microsoft.com/office/powerpoint/2010/main" val="1068018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10959076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15633106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fr-F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39056996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6332AD-D446-4BAD-BC08-494CEFCD9297}" type="slidenum">
              <a:rPr kumimoji="0" lang="en-GB"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17778687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Verdan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pt-BR" sz="900" b="0" i="0" u="none" strike="noStrike" kern="1200" cap="none" spc="0" normalizeH="0" baseline="0" noProof="0">
              <a:ln>
                <a:noFill/>
              </a:ln>
              <a:solidFill>
                <a:prstClr val="black"/>
              </a:solidFill>
              <a:effectLst/>
              <a:uLnTx/>
              <a:uFillTx/>
              <a:latin typeface="Verdana"/>
              <a:ea typeface="+mn-ea"/>
              <a:cs typeface="+mn-cs"/>
            </a:endParaRPr>
          </a:p>
        </p:txBody>
      </p:sp>
    </p:spTree>
    <p:extLst>
      <p:ext uri="{BB962C8B-B14F-4D97-AF65-F5344CB8AC3E}">
        <p14:creationId xmlns:p14="http://schemas.microsoft.com/office/powerpoint/2010/main" val="41483236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2EA885F-CA32-45E2-98DD-0FDF432BE444}" type="slidenum">
              <a:rPr kumimoji="0" lang="en-GB"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29795759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23956255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0F7D67-CBA2-4960-BD39-57792E1740D0}" type="slidenum">
              <a:rPr kumimoji="0" lang="en-IN"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IN"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24648044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2EA885F-CA32-45E2-98DD-0FDF432BE444}" type="slidenum">
              <a:rPr kumimoji="0" lang="en-GB"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14626330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11261859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6588830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12654633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2EA885F-CA32-45E2-98DD-0FDF432BE444}" type="slidenum">
              <a:rPr kumimoji="0" lang="en-GB"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16164449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nSpc>
                <a:spcPct val="90000"/>
              </a:lnSpc>
              <a:buFontTx/>
              <a:buNone/>
            </a:pPr>
            <a:endParaRPr lang="en-US" sz="1200" b="0">
              <a:solidFill>
                <a:srgbClr val="2B143D"/>
              </a:solidFill>
              <a:latin typeface="Ubuntu Medium" panose="020B0504030602030204" pitchFamily="34"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6332AD-D446-4BAD-BC08-494CEFCD9297}" type="slidenum">
              <a:rPr kumimoji="0" lang="en-GB"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15863741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2EA885F-CA32-45E2-98DD-0FDF432BE444}" type="slidenum">
              <a:rPr kumimoji="0" lang="en-GB"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17855450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A77860D-CEE7-4B50-9B53-F218DA03A858}" type="slidenum">
              <a:rPr kumimoji="0" lang="en-IN"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IN"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11052577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pt-BR"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974780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xml"/><Relationship Id="rId4" Type="http://schemas.openxmlformats.org/officeDocument/2006/relationships/image" Target="../media/image1.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3.xml"/><Relationship Id="rId4" Type="http://schemas.openxmlformats.org/officeDocument/2006/relationships/image" Target="../media/image1.emf"/></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2.png"/><Relationship Id="rId3" Type="http://schemas.openxmlformats.org/officeDocument/2006/relationships/image" Target="../media/image5.png"/><Relationship Id="rId7" Type="http://schemas.openxmlformats.org/officeDocument/2006/relationships/image" Target="../media/image7.png"/><Relationship Id="rId12" Type="http://schemas.openxmlformats.org/officeDocument/2006/relationships/image" Target="../media/image10.png"/><Relationship Id="rId2" Type="http://schemas.openxmlformats.org/officeDocument/2006/relationships/hyperlink" Target="http://www.linkedin.com/company/capgemini" TargetMode="External"/><Relationship Id="rId1" Type="http://schemas.openxmlformats.org/officeDocument/2006/relationships/slideMaster" Target="../slideMasters/slideMaster2.xml"/><Relationship Id="rId6" Type="http://schemas.openxmlformats.org/officeDocument/2006/relationships/hyperlink" Target="http://www.twitter.com/capgemini" TargetMode="External"/><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8.png"/></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hyperlink" Target="http://www.youtube.com/capgeminimedia" TargetMode="External"/><Relationship Id="rId3" Type="http://schemas.openxmlformats.org/officeDocument/2006/relationships/tags" Target="../tags/tag6.xml"/><Relationship Id="rId7" Type="http://schemas.openxmlformats.org/officeDocument/2006/relationships/hyperlink" Target="http://www.linkedin.com/company/capgemini" TargetMode="External"/><Relationship Id="rId12" Type="http://schemas.openxmlformats.org/officeDocument/2006/relationships/image" Target="../media/image7.png"/><Relationship Id="rId17" Type="http://schemas.openxmlformats.org/officeDocument/2006/relationships/image" Target="../media/image2.png"/><Relationship Id="rId2" Type="http://schemas.openxmlformats.org/officeDocument/2006/relationships/tags" Target="../tags/tag5.xml"/><Relationship Id="rId16" Type="http://schemas.openxmlformats.org/officeDocument/2006/relationships/image" Target="../media/image9.png"/><Relationship Id="rId1" Type="http://schemas.openxmlformats.org/officeDocument/2006/relationships/tags" Target="../tags/tag4.xml"/><Relationship Id="rId6" Type="http://schemas.openxmlformats.org/officeDocument/2006/relationships/image" Target="../media/image10.png"/><Relationship Id="rId11" Type="http://schemas.openxmlformats.org/officeDocument/2006/relationships/hyperlink" Target="http://www.twitter.com/capgemini" TargetMode="External"/><Relationship Id="rId5" Type="http://schemas.openxmlformats.org/officeDocument/2006/relationships/slideMaster" Target="../slideMasters/slideMaster2.xml"/><Relationship Id="rId15" Type="http://schemas.openxmlformats.org/officeDocument/2006/relationships/hyperlink" Target="http://www.facebook.com/capgemini" TargetMode="External"/><Relationship Id="rId10" Type="http://schemas.openxmlformats.org/officeDocument/2006/relationships/image" Target="../media/image6.png"/><Relationship Id="rId4" Type="http://schemas.openxmlformats.org/officeDocument/2006/relationships/tags" Target="../tags/tag7.xml"/><Relationship Id="rId9" Type="http://schemas.openxmlformats.org/officeDocument/2006/relationships/hyperlink" Target="http://www.slideshare.net/capgemini" TargetMode="External"/><Relationship Id="rId14" Type="http://schemas.openxmlformats.org/officeDocument/2006/relationships/image" Target="../media/image8.png"/></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8.xml"/><Relationship Id="rId4" Type="http://schemas.openxmlformats.org/officeDocument/2006/relationships/image" Target="../media/image1.emf"/></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tags" Target="../tags/tag9.xml"/><Relationship Id="rId4" Type="http://schemas.openxmlformats.org/officeDocument/2006/relationships/image" Target="../media/image1.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2.xml"/><Relationship Id="rId1" Type="http://schemas.openxmlformats.org/officeDocument/2006/relationships/tags" Target="../tags/tag10.xml"/><Relationship Id="rId4" Type="http://schemas.openxmlformats.org/officeDocument/2006/relationships/image" Target="../media/image1.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2.xml"/><Relationship Id="rId1" Type="http://schemas.openxmlformats.org/officeDocument/2006/relationships/tags" Target="../tags/tag11.xml"/><Relationship Id="rId4" Type="http://schemas.openxmlformats.org/officeDocument/2006/relationships/image" Target="../media/image1.emf"/></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3.xml"/><Relationship Id="rId1" Type="http://schemas.openxmlformats.org/officeDocument/2006/relationships/tags" Target="../tags/tag13.xml"/><Relationship Id="rId4" Type="http://schemas.openxmlformats.org/officeDocument/2006/relationships/image" Target="../media/image1.emf"/></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3.xml"/><Relationship Id="rId1" Type="http://schemas.openxmlformats.org/officeDocument/2006/relationships/tags" Target="../tags/tag14.xml"/><Relationship Id="rId4" Type="http://schemas.openxmlformats.org/officeDocument/2006/relationships/image" Target="../media/image1.emf"/></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3.xml"/><Relationship Id="rId1" Type="http://schemas.openxmlformats.org/officeDocument/2006/relationships/tags" Target="../tags/tag15.xml"/><Relationship Id="rId4" Type="http://schemas.openxmlformats.org/officeDocument/2006/relationships/image" Target="../media/image1.emf"/></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1.png"/><Relationship Id="rId3" Type="http://schemas.openxmlformats.org/officeDocument/2006/relationships/image" Target="../media/image5.png"/><Relationship Id="rId7" Type="http://schemas.openxmlformats.org/officeDocument/2006/relationships/image" Target="../media/image7.png"/><Relationship Id="rId12" Type="http://schemas.openxmlformats.org/officeDocument/2006/relationships/image" Target="../media/image10.png"/><Relationship Id="rId2" Type="http://schemas.openxmlformats.org/officeDocument/2006/relationships/hyperlink" Target="http://www.linkedin.com/company/capgemini" TargetMode="External"/><Relationship Id="rId1" Type="http://schemas.openxmlformats.org/officeDocument/2006/relationships/slideMaster" Target="../slideMasters/slideMaster3.xml"/><Relationship Id="rId6" Type="http://schemas.openxmlformats.org/officeDocument/2006/relationships/hyperlink" Target="http://www.twitter.com/capgemini" TargetMode="External"/><Relationship Id="rId11" Type="http://schemas.openxmlformats.org/officeDocument/2006/relationships/image" Target="../media/image9.png"/><Relationship Id="rId5" Type="http://schemas.openxmlformats.org/officeDocument/2006/relationships/image" Target="../media/image6.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8.png"/></Relationships>
</file>

<file path=ppt/slideLayouts/_rels/slideLayout58.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hyperlink" Target="http://www.youtube.com/capgeminimedia" TargetMode="External"/><Relationship Id="rId3" Type="http://schemas.openxmlformats.org/officeDocument/2006/relationships/tags" Target="../tags/tag18.xml"/><Relationship Id="rId7" Type="http://schemas.openxmlformats.org/officeDocument/2006/relationships/hyperlink" Target="http://www.linkedin.com/company/capgemini" TargetMode="External"/><Relationship Id="rId12" Type="http://schemas.openxmlformats.org/officeDocument/2006/relationships/image" Target="../media/image7.png"/><Relationship Id="rId17" Type="http://schemas.openxmlformats.org/officeDocument/2006/relationships/image" Target="../media/image11.png"/><Relationship Id="rId2" Type="http://schemas.openxmlformats.org/officeDocument/2006/relationships/tags" Target="../tags/tag17.xml"/><Relationship Id="rId16" Type="http://schemas.openxmlformats.org/officeDocument/2006/relationships/image" Target="../media/image9.png"/><Relationship Id="rId1" Type="http://schemas.openxmlformats.org/officeDocument/2006/relationships/tags" Target="../tags/tag16.xml"/><Relationship Id="rId6" Type="http://schemas.openxmlformats.org/officeDocument/2006/relationships/image" Target="../media/image10.png"/><Relationship Id="rId11" Type="http://schemas.openxmlformats.org/officeDocument/2006/relationships/hyperlink" Target="http://www.twitter.com/capgemini" TargetMode="External"/><Relationship Id="rId5" Type="http://schemas.openxmlformats.org/officeDocument/2006/relationships/slideMaster" Target="../slideMasters/slideMaster3.xml"/><Relationship Id="rId15" Type="http://schemas.openxmlformats.org/officeDocument/2006/relationships/hyperlink" Target="http://www.facebook.com/capgemini" TargetMode="External"/><Relationship Id="rId10" Type="http://schemas.openxmlformats.org/officeDocument/2006/relationships/image" Target="../media/image6.png"/><Relationship Id="rId4" Type="http://schemas.openxmlformats.org/officeDocument/2006/relationships/tags" Target="../tags/tag19.xml"/><Relationship Id="rId9" Type="http://schemas.openxmlformats.org/officeDocument/2006/relationships/hyperlink" Target="http://www.slideshare.net/capgemini" TargetMode="External"/><Relationship Id="rId14" Type="http://schemas.openxmlformats.org/officeDocument/2006/relationships/image" Target="../media/image8.png"/></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5" Type="http://schemas.openxmlformats.org/officeDocument/2006/relationships/image" Target="../media/image11.png"/><Relationship Id="rId4"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4.xml"/><Relationship Id="rId1" Type="http://schemas.openxmlformats.org/officeDocument/2006/relationships/tags" Target="../tags/tag23.xml"/><Relationship Id="rId5" Type="http://schemas.openxmlformats.org/officeDocument/2006/relationships/image" Target="../media/image12.emf"/><Relationship Id="rId4" Type="http://schemas.openxmlformats.org/officeDocument/2006/relationships/oleObject" Target="../embeddings/oleObject12.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6.xml"/><Relationship Id="rId1" Type="http://schemas.openxmlformats.org/officeDocument/2006/relationships/tags" Target="../tags/tag25.xml"/><Relationship Id="rId5" Type="http://schemas.openxmlformats.org/officeDocument/2006/relationships/image" Target="../media/image13.emf"/><Relationship Id="rId4" Type="http://schemas.openxmlformats.org/officeDocument/2006/relationships/oleObject" Target="../embeddings/oleObject13.bin"/></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3.xml"/><Relationship Id="rId1" Type="http://schemas.openxmlformats.org/officeDocument/2006/relationships/tags" Target="../tags/tag27.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9.xml"/><Relationship Id="rId1" Type="http://schemas.openxmlformats.org/officeDocument/2006/relationships/tags" Target="../tags/tag28.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slideMaster" Target="../slideMasters/slideMaster3.xml"/><Relationship Id="rId1" Type="http://schemas.openxmlformats.org/officeDocument/2006/relationships/tags" Target="../tags/tag30.xml"/></Relationships>
</file>

<file path=ppt/slideLayouts/_rels/slideLayout6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32.xml"/><Relationship Id="rId1" Type="http://schemas.openxmlformats.org/officeDocument/2006/relationships/tags" Target="../tags/tag31.xml"/><Relationship Id="rId5" Type="http://schemas.openxmlformats.org/officeDocument/2006/relationships/image" Target="../media/image1.emf"/><Relationship Id="rId4" Type="http://schemas.openxmlformats.org/officeDocument/2006/relationships/oleObject" Target="../embeddings/oleObject15.bin"/></Relationships>
</file>

<file path=ppt/slideLayouts/_rels/slideLayout70.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3.xml"/><Relationship Id="rId1" Type="http://schemas.openxmlformats.org/officeDocument/2006/relationships/tags" Target="../tags/tag33.xml"/><Relationship Id="rId4" Type="http://schemas.openxmlformats.org/officeDocument/2006/relationships/image" Target="../media/image1.emf"/></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C51EB-2BEE-4741-18AD-08A216ACE7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9D3B980-1963-A0A8-1B6F-D18129DCF8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F94C21B-62D5-C18B-BFD8-1F611AE560EA}"/>
              </a:ext>
            </a:extLst>
          </p:cNvPr>
          <p:cNvSpPr>
            <a:spLocks noGrp="1"/>
          </p:cNvSpPr>
          <p:nvPr>
            <p:ph type="dt" sz="half" idx="10"/>
          </p:nvPr>
        </p:nvSpPr>
        <p:spPr/>
        <p:txBody>
          <a:bodyPr/>
          <a:lstStyle/>
          <a:p>
            <a:fld id="{69C4E682-E9F6-1A4F-BFD5-6C5FA9735697}" type="datetimeFigureOut">
              <a:rPr lang="en-US" smtClean="0"/>
              <a:t>3/12/2024</a:t>
            </a:fld>
            <a:endParaRPr lang="en-US"/>
          </a:p>
        </p:txBody>
      </p:sp>
      <p:sp>
        <p:nvSpPr>
          <p:cNvPr id="5" name="Footer Placeholder 4">
            <a:extLst>
              <a:ext uri="{FF2B5EF4-FFF2-40B4-BE49-F238E27FC236}">
                <a16:creationId xmlns:a16="http://schemas.microsoft.com/office/drawing/2014/main" id="{7E01AFA7-C878-7707-3DBF-5430344961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D2571D-5F32-809E-7280-32402B864641}"/>
              </a:ext>
            </a:extLst>
          </p:cNvPr>
          <p:cNvSpPr>
            <a:spLocks noGrp="1"/>
          </p:cNvSpPr>
          <p:nvPr>
            <p:ph type="sldNum" sz="quarter" idx="12"/>
          </p:nvPr>
        </p:nvSpPr>
        <p:spPr/>
        <p:txBody>
          <a:bodyPr/>
          <a:lstStyle/>
          <a:p>
            <a:fld id="{27EA0CBD-BC52-9D42-84B9-5364E1A8A65B}" type="slidenum">
              <a:rPr lang="en-US" smtClean="0"/>
              <a:t>‹#›</a:t>
            </a:fld>
            <a:endParaRPr lang="en-US"/>
          </a:p>
        </p:txBody>
      </p:sp>
    </p:spTree>
    <p:extLst>
      <p:ext uri="{BB962C8B-B14F-4D97-AF65-F5344CB8AC3E}">
        <p14:creationId xmlns:p14="http://schemas.microsoft.com/office/powerpoint/2010/main" val="2638463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5E77E-E449-F64E-5C9C-548207CE5EB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4A50DB8-DE67-EFE5-DD06-F34E62718A6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0BE099C-05B7-3F0D-FA59-CD13A4CA7D43}"/>
              </a:ext>
            </a:extLst>
          </p:cNvPr>
          <p:cNvSpPr>
            <a:spLocks noGrp="1"/>
          </p:cNvSpPr>
          <p:nvPr>
            <p:ph type="dt" sz="half" idx="10"/>
          </p:nvPr>
        </p:nvSpPr>
        <p:spPr/>
        <p:txBody>
          <a:bodyPr/>
          <a:lstStyle/>
          <a:p>
            <a:fld id="{69C4E682-E9F6-1A4F-BFD5-6C5FA9735697}" type="datetimeFigureOut">
              <a:rPr lang="en-US" smtClean="0"/>
              <a:t>3/12/2024</a:t>
            </a:fld>
            <a:endParaRPr lang="en-US"/>
          </a:p>
        </p:txBody>
      </p:sp>
      <p:sp>
        <p:nvSpPr>
          <p:cNvPr id="5" name="Footer Placeholder 4">
            <a:extLst>
              <a:ext uri="{FF2B5EF4-FFF2-40B4-BE49-F238E27FC236}">
                <a16:creationId xmlns:a16="http://schemas.microsoft.com/office/drawing/2014/main" id="{90E8E639-02DD-EB22-F5B7-65E79FF080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5C3D37D-9041-C0E8-AC43-8A5127C19CF5}"/>
              </a:ext>
            </a:extLst>
          </p:cNvPr>
          <p:cNvSpPr>
            <a:spLocks noGrp="1"/>
          </p:cNvSpPr>
          <p:nvPr>
            <p:ph type="sldNum" sz="quarter" idx="12"/>
          </p:nvPr>
        </p:nvSpPr>
        <p:spPr/>
        <p:txBody>
          <a:bodyPr/>
          <a:lstStyle/>
          <a:p>
            <a:fld id="{27EA0CBD-BC52-9D42-84B9-5364E1A8A65B}" type="slidenum">
              <a:rPr lang="en-US" smtClean="0"/>
              <a:t>‹#›</a:t>
            </a:fld>
            <a:endParaRPr lang="en-US"/>
          </a:p>
        </p:txBody>
      </p:sp>
    </p:spTree>
    <p:extLst>
      <p:ext uri="{BB962C8B-B14F-4D97-AF65-F5344CB8AC3E}">
        <p14:creationId xmlns:p14="http://schemas.microsoft.com/office/powerpoint/2010/main" val="11236237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96D9B6-9221-6F57-7165-072A58070D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46CD23D-1DB7-9D1E-5C6B-A1903C4C7C3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D8ACF72-F321-E6F2-1191-E17B05D4E7A9}"/>
              </a:ext>
            </a:extLst>
          </p:cNvPr>
          <p:cNvSpPr>
            <a:spLocks noGrp="1"/>
          </p:cNvSpPr>
          <p:nvPr>
            <p:ph type="dt" sz="half" idx="10"/>
          </p:nvPr>
        </p:nvSpPr>
        <p:spPr/>
        <p:txBody>
          <a:bodyPr/>
          <a:lstStyle/>
          <a:p>
            <a:fld id="{69C4E682-E9F6-1A4F-BFD5-6C5FA9735697}" type="datetimeFigureOut">
              <a:rPr lang="en-US" smtClean="0"/>
              <a:t>3/12/2024</a:t>
            </a:fld>
            <a:endParaRPr lang="en-US"/>
          </a:p>
        </p:txBody>
      </p:sp>
      <p:sp>
        <p:nvSpPr>
          <p:cNvPr id="5" name="Footer Placeholder 4">
            <a:extLst>
              <a:ext uri="{FF2B5EF4-FFF2-40B4-BE49-F238E27FC236}">
                <a16:creationId xmlns:a16="http://schemas.microsoft.com/office/drawing/2014/main" id="{DF4592ED-0FE3-893F-2215-DFA5565C80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7B404E-E6D4-CDF7-72EF-E42DA707B6AE}"/>
              </a:ext>
            </a:extLst>
          </p:cNvPr>
          <p:cNvSpPr>
            <a:spLocks noGrp="1"/>
          </p:cNvSpPr>
          <p:nvPr>
            <p:ph type="sldNum" sz="quarter" idx="12"/>
          </p:nvPr>
        </p:nvSpPr>
        <p:spPr/>
        <p:txBody>
          <a:bodyPr/>
          <a:lstStyle/>
          <a:p>
            <a:fld id="{27EA0CBD-BC52-9D42-84B9-5364E1A8A65B}" type="slidenum">
              <a:rPr lang="en-US" smtClean="0"/>
              <a:t>‹#›</a:t>
            </a:fld>
            <a:endParaRPr lang="en-US"/>
          </a:p>
        </p:txBody>
      </p:sp>
    </p:spTree>
    <p:extLst>
      <p:ext uri="{BB962C8B-B14F-4D97-AF65-F5344CB8AC3E}">
        <p14:creationId xmlns:p14="http://schemas.microsoft.com/office/powerpoint/2010/main" val="6673578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8D433-D244-AC2A-7EF1-7D8F3EEC1F3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0169DD2-98B8-C4CF-89D0-1FF7A2237CF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189D702-49EB-F9DC-92AE-3B4E6EDFBF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2470210-5E64-99BA-B74D-EFB18690D77B}"/>
              </a:ext>
            </a:extLst>
          </p:cNvPr>
          <p:cNvSpPr>
            <a:spLocks noGrp="1"/>
          </p:cNvSpPr>
          <p:nvPr>
            <p:ph type="dt" sz="half" idx="10"/>
          </p:nvPr>
        </p:nvSpPr>
        <p:spPr/>
        <p:txBody>
          <a:bodyPr/>
          <a:lstStyle/>
          <a:p>
            <a:fld id="{69C4E682-E9F6-1A4F-BFD5-6C5FA9735697}" type="datetimeFigureOut">
              <a:rPr lang="en-US" smtClean="0"/>
              <a:t>3/12/2024</a:t>
            </a:fld>
            <a:endParaRPr lang="en-US"/>
          </a:p>
        </p:txBody>
      </p:sp>
      <p:sp>
        <p:nvSpPr>
          <p:cNvPr id="6" name="Footer Placeholder 5">
            <a:extLst>
              <a:ext uri="{FF2B5EF4-FFF2-40B4-BE49-F238E27FC236}">
                <a16:creationId xmlns:a16="http://schemas.microsoft.com/office/drawing/2014/main" id="{787E3A31-77F2-B760-581F-6718A6E333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F5EA716-3623-2FBE-3B58-28E9427AABAF}"/>
              </a:ext>
            </a:extLst>
          </p:cNvPr>
          <p:cNvSpPr>
            <a:spLocks noGrp="1"/>
          </p:cNvSpPr>
          <p:nvPr>
            <p:ph type="sldNum" sz="quarter" idx="12"/>
          </p:nvPr>
        </p:nvSpPr>
        <p:spPr/>
        <p:txBody>
          <a:bodyPr/>
          <a:lstStyle/>
          <a:p>
            <a:fld id="{27EA0CBD-BC52-9D42-84B9-5364E1A8A65B}" type="slidenum">
              <a:rPr lang="en-US" smtClean="0"/>
              <a:t>‹#›</a:t>
            </a:fld>
            <a:endParaRPr lang="en-US"/>
          </a:p>
        </p:txBody>
      </p:sp>
    </p:spTree>
    <p:extLst>
      <p:ext uri="{BB962C8B-B14F-4D97-AF65-F5344CB8AC3E}">
        <p14:creationId xmlns:p14="http://schemas.microsoft.com/office/powerpoint/2010/main" val="14698496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56BA6-6963-E572-6572-C7410869EA6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D3BC8CB-F6E0-9DA6-51CB-A0A167B9A0F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B75CD1-1B59-E35C-38DF-8DBDBD46BCB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E1ED064-966B-C183-7BFA-7DF220CBDA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8C6F76C-8462-6A6B-9096-1D6B9264100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4CA0073-9D55-85C1-7F53-8F5C16B6DCA1}"/>
              </a:ext>
            </a:extLst>
          </p:cNvPr>
          <p:cNvSpPr>
            <a:spLocks noGrp="1"/>
          </p:cNvSpPr>
          <p:nvPr>
            <p:ph type="dt" sz="half" idx="10"/>
          </p:nvPr>
        </p:nvSpPr>
        <p:spPr/>
        <p:txBody>
          <a:bodyPr/>
          <a:lstStyle/>
          <a:p>
            <a:fld id="{69C4E682-E9F6-1A4F-BFD5-6C5FA9735697}" type="datetimeFigureOut">
              <a:rPr lang="en-US" smtClean="0"/>
              <a:t>3/12/2024</a:t>
            </a:fld>
            <a:endParaRPr lang="en-US"/>
          </a:p>
        </p:txBody>
      </p:sp>
      <p:sp>
        <p:nvSpPr>
          <p:cNvPr id="8" name="Footer Placeholder 7">
            <a:extLst>
              <a:ext uri="{FF2B5EF4-FFF2-40B4-BE49-F238E27FC236}">
                <a16:creationId xmlns:a16="http://schemas.microsoft.com/office/drawing/2014/main" id="{2CF02A01-CAA7-908F-2167-3CB86400652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1D9C72E-F77E-71D3-0960-85E6F9232919}"/>
              </a:ext>
            </a:extLst>
          </p:cNvPr>
          <p:cNvSpPr>
            <a:spLocks noGrp="1"/>
          </p:cNvSpPr>
          <p:nvPr>
            <p:ph type="sldNum" sz="quarter" idx="12"/>
          </p:nvPr>
        </p:nvSpPr>
        <p:spPr/>
        <p:txBody>
          <a:bodyPr/>
          <a:lstStyle/>
          <a:p>
            <a:fld id="{27EA0CBD-BC52-9D42-84B9-5364E1A8A65B}" type="slidenum">
              <a:rPr lang="en-US" smtClean="0"/>
              <a:t>‹#›</a:t>
            </a:fld>
            <a:endParaRPr lang="en-US"/>
          </a:p>
        </p:txBody>
      </p:sp>
    </p:spTree>
    <p:extLst>
      <p:ext uri="{BB962C8B-B14F-4D97-AF65-F5344CB8AC3E}">
        <p14:creationId xmlns:p14="http://schemas.microsoft.com/office/powerpoint/2010/main" val="35708920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F3790-C7DA-19C2-BBBC-1142262B7B2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8D56587-9974-B0FA-93B3-37EFB01B72F8}"/>
              </a:ext>
            </a:extLst>
          </p:cNvPr>
          <p:cNvSpPr>
            <a:spLocks noGrp="1"/>
          </p:cNvSpPr>
          <p:nvPr>
            <p:ph type="dt" sz="half" idx="10"/>
          </p:nvPr>
        </p:nvSpPr>
        <p:spPr/>
        <p:txBody>
          <a:bodyPr/>
          <a:lstStyle/>
          <a:p>
            <a:fld id="{69C4E682-E9F6-1A4F-BFD5-6C5FA9735697}" type="datetimeFigureOut">
              <a:rPr lang="en-US" smtClean="0"/>
              <a:t>3/12/2024</a:t>
            </a:fld>
            <a:endParaRPr lang="en-US"/>
          </a:p>
        </p:txBody>
      </p:sp>
      <p:sp>
        <p:nvSpPr>
          <p:cNvPr id="4" name="Footer Placeholder 3">
            <a:extLst>
              <a:ext uri="{FF2B5EF4-FFF2-40B4-BE49-F238E27FC236}">
                <a16:creationId xmlns:a16="http://schemas.microsoft.com/office/drawing/2014/main" id="{F55BAB5F-0D18-C51F-E798-DDB0FBFC4C9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3100A43-A9A0-1D2B-F33B-BE816BE39E6D}"/>
              </a:ext>
            </a:extLst>
          </p:cNvPr>
          <p:cNvSpPr>
            <a:spLocks noGrp="1"/>
          </p:cNvSpPr>
          <p:nvPr>
            <p:ph type="sldNum" sz="quarter" idx="12"/>
          </p:nvPr>
        </p:nvSpPr>
        <p:spPr/>
        <p:txBody>
          <a:bodyPr/>
          <a:lstStyle/>
          <a:p>
            <a:fld id="{27EA0CBD-BC52-9D42-84B9-5364E1A8A65B}" type="slidenum">
              <a:rPr lang="en-US" smtClean="0"/>
              <a:t>‹#›</a:t>
            </a:fld>
            <a:endParaRPr lang="en-US"/>
          </a:p>
        </p:txBody>
      </p:sp>
    </p:spTree>
    <p:extLst>
      <p:ext uri="{BB962C8B-B14F-4D97-AF65-F5344CB8AC3E}">
        <p14:creationId xmlns:p14="http://schemas.microsoft.com/office/powerpoint/2010/main" val="42780979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6F07AE-9780-23CA-1F3F-B3ED3FFAD1D8}"/>
              </a:ext>
            </a:extLst>
          </p:cNvPr>
          <p:cNvSpPr>
            <a:spLocks noGrp="1"/>
          </p:cNvSpPr>
          <p:nvPr>
            <p:ph type="dt" sz="half" idx="10"/>
          </p:nvPr>
        </p:nvSpPr>
        <p:spPr/>
        <p:txBody>
          <a:bodyPr/>
          <a:lstStyle/>
          <a:p>
            <a:fld id="{69C4E682-E9F6-1A4F-BFD5-6C5FA9735697}" type="datetimeFigureOut">
              <a:rPr lang="en-US" smtClean="0"/>
              <a:t>3/12/2024</a:t>
            </a:fld>
            <a:endParaRPr lang="en-US"/>
          </a:p>
        </p:txBody>
      </p:sp>
      <p:sp>
        <p:nvSpPr>
          <p:cNvPr id="3" name="Footer Placeholder 2">
            <a:extLst>
              <a:ext uri="{FF2B5EF4-FFF2-40B4-BE49-F238E27FC236}">
                <a16:creationId xmlns:a16="http://schemas.microsoft.com/office/drawing/2014/main" id="{48E52AE1-63E7-DDD5-3065-097CA9F1A72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5F37F21-95A6-B5E3-3471-A568D7592C74}"/>
              </a:ext>
            </a:extLst>
          </p:cNvPr>
          <p:cNvSpPr>
            <a:spLocks noGrp="1"/>
          </p:cNvSpPr>
          <p:nvPr>
            <p:ph type="sldNum" sz="quarter" idx="12"/>
          </p:nvPr>
        </p:nvSpPr>
        <p:spPr/>
        <p:txBody>
          <a:bodyPr/>
          <a:lstStyle/>
          <a:p>
            <a:fld id="{27EA0CBD-BC52-9D42-84B9-5364E1A8A65B}" type="slidenum">
              <a:rPr lang="en-US" smtClean="0"/>
              <a:t>‹#›</a:t>
            </a:fld>
            <a:endParaRPr lang="en-US"/>
          </a:p>
        </p:txBody>
      </p:sp>
    </p:spTree>
    <p:extLst>
      <p:ext uri="{BB962C8B-B14F-4D97-AF65-F5344CB8AC3E}">
        <p14:creationId xmlns:p14="http://schemas.microsoft.com/office/powerpoint/2010/main" val="1819223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87535-CCA9-5783-ED9A-11ECB8A008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F60BE2A-B89C-14AE-A30E-B596131062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F87CA9E-5368-DD73-D783-1E860F6EF4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DA6500A-FF23-6C35-BEA1-C8706055AECE}"/>
              </a:ext>
            </a:extLst>
          </p:cNvPr>
          <p:cNvSpPr>
            <a:spLocks noGrp="1"/>
          </p:cNvSpPr>
          <p:nvPr>
            <p:ph type="dt" sz="half" idx="10"/>
          </p:nvPr>
        </p:nvSpPr>
        <p:spPr/>
        <p:txBody>
          <a:bodyPr/>
          <a:lstStyle/>
          <a:p>
            <a:fld id="{69C4E682-E9F6-1A4F-BFD5-6C5FA9735697}" type="datetimeFigureOut">
              <a:rPr lang="en-US" smtClean="0"/>
              <a:t>3/12/2024</a:t>
            </a:fld>
            <a:endParaRPr lang="en-US"/>
          </a:p>
        </p:txBody>
      </p:sp>
      <p:sp>
        <p:nvSpPr>
          <p:cNvPr id="6" name="Footer Placeholder 5">
            <a:extLst>
              <a:ext uri="{FF2B5EF4-FFF2-40B4-BE49-F238E27FC236}">
                <a16:creationId xmlns:a16="http://schemas.microsoft.com/office/drawing/2014/main" id="{D0CD71D9-F5F9-9332-8DDD-19CB22AB1A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29E2FB-FE56-EA6D-0900-EB5A061A2C3B}"/>
              </a:ext>
            </a:extLst>
          </p:cNvPr>
          <p:cNvSpPr>
            <a:spLocks noGrp="1"/>
          </p:cNvSpPr>
          <p:nvPr>
            <p:ph type="sldNum" sz="quarter" idx="12"/>
          </p:nvPr>
        </p:nvSpPr>
        <p:spPr/>
        <p:txBody>
          <a:bodyPr/>
          <a:lstStyle/>
          <a:p>
            <a:fld id="{27EA0CBD-BC52-9D42-84B9-5364E1A8A65B}" type="slidenum">
              <a:rPr lang="en-US" smtClean="0"/>
              <a:t>‹#›</a:t>
            </a:fld>
            <a:endParaRPr lang="en-US"/>
          </a:p>
        </p:txBody>
      </p:sp>
    </p:spTree>
    <p:extLst>
      <p:ext uri="{BB962C8B-B14F-4D97-AF65-F5344CB8AC3E}">
        <p14:creationId xmlns:p14="http://schemas.microsoft.com/office/powerpoint/2010/main" val="25065858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E3225E-FD1F-F25D-BA51-D052BDBDB2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FC390E-CCC8-EBC1-7D40-70C8783205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75057B3-60F3-3A6E-7B14-341AD3256C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0A3FD1-4A55-70BD-2B39-1F9ED1BA8BB6}"/>
              </a:ext>
            </a:extLst>
          </p:cNvPr>
          <p:cNvSpPr>
            <a:spLocks noGrp="1"/>
          </p:cNvSpPr>
          <p:nvPr>
            <p:ph type="dt" sz="half" idx="10"/>
          </p:nvPr>
        </p:nvSpPr>
        <p:spPr/>
        <p:txBody>
          <a:bodyPr/>
          <a:lstStyle/>
          <a:p>
            <a:fld id="{69C4E682-E9F6-1A4F-BFD5-6C5FA9735697}" type="datetimeFigureOut">
              <a:rPr lang="en-US" smtClean="0"/>
              <a:t>3/12/2024</a:t>
            </a:fld>
            <a:endParaRPr lang="en-US"/>
          </a:p>
        </p:txBody>
      </p:sp>
      <p:sp>
        <p:nvSpPr>
          <p:cNvPr id="6" name="Footer Placeholder 5">
            <a:extLst>
              <a:ext uri="{FF2B5EF4-FFF2-40B4-BE49-F238E27FC236}">
                <a16:creationId xmlns:a16="http://schemas.microsoft.com/office/drawing/2014/main" id="{5D186A9F-2E95-C18F-9D79-144242FCC7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860E2E0-6E21-FAFF-7169-C0BC5A64ACC0}"/>
              </a:ext>
            </a:extLst>
          </p:cNvPr>
          <p:cNvSpPr>
            <a:spLocks noGrp="1"/>
          </p:cNvSpPr>
          <p:nvPr>
            <p:ph type="sldNum" sz="quarter" idx="12"/>
          </p:nvPr>
        </p:nvSpPr>
        <p:spPr/>
        <p:txBody>
          <a:bodyPr/>
          <a:lstStyle/>
          <a:p>
            <a:fld id="{27EA0CBD-BC52-9D42-84B9-5364E1A8A65B}" type="slidenum">
              <a:rPr lang="en-US" smtClean="0"/>
              <a:t>‹#›</a:t>
            </a:fld>
            <a:endParaRPr lang="en-US"/>
          </a:p>
        </p:txBody>
      </p:sp>
    </p:spTree>
    <p:extLst>
      <p:ext uri="{BB962C8B-B14F-4D97-AF65-F5344CB8AC3E}">
        <p14:creationId xmlns:p14="http://schemas.microsoft.com/office/powerpoint/2010/main" val="21081810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0EA64-727C-3C50-F946-BCFFE7D2F3A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F24E96B-28FA-911F-6474-6391C68895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3AECE9-2BF8-0865-180C-8154A4B3A115}"/>
              </a:ext>
            </a:extLst>
          </p:cNvPr>
          <p:cNvSpPr>
            <a:spLocks noGrp="1"/>
          </p:cNvSpPr>
          <p:nvPr>
            <p:ph type="dt" sz="half" idx="10"/>
          </p:nvPr>
        </p:nvSpPr>
        <p:spPr/>
        <p:txBody>
          <a:bodyPr/>
          <a:lstStyle/>
          <a:p>
            <a:fld id="{69C4E682-E9F6-1A4F-BFD5-6C5FA9735697}" type="datetimeFigureOut">
              <a:rPr lang="en-US" smtClean="0"/>
              <a:t>3/12/2024</a:t>
            </a:fld>
            <a:endParaRPr lang="en-US"/>
          </a:p>
        </p:txBody>
      </p:sp>
      <p:sp>
        <p:nvSpPr>
          <p:cNvPr id="5" name="Footer Placeholder 4">
            <a:extLst>
              <a:ext uri="{FF2B5EF4-FFF2-40B4-BE49-F238E27FC236}">
                <a16:creationId xmlns:a16="http://schemas.microsoft.com/office/drawing/2014/main" id="{BE0DFB2D-5E4D-2DCE-4703-F3AF65A1ED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F13F57-3FAA-E7EF-DC15-E06BE0EF6BFD}"/>
              </a:ext>
            </a:extLst>
          </p:cNvPr>
          <p:cNvSpPr>
            <a:spLocks noGrp="1"/>
          </p:cNvSpPr>
          <p:nvPr>
            <p:ph type="sldNum" sz="quarter" idx="12"/>
          </p:nvPr>
        </p:nvSpPr>
        <p:spPr/>
        <p:txBody>
          <a:bodyPr/>
          <a:lstStyle/>
          <a:p>
            <a:fld id="{27EA0CBD-BC52-9D42-84B9-5364E1A8A65B}" type="slidenum">
              <a:rPr lang="en-US" smtClean="0"/>
              <a:t>‹#›</a:t>
            </a:fld>
            <a:endParaRPr lang="en-US"/>
          </a:p>
        </p:txBody>
      </p:sp>
    </p:spTree>
    <p:extLst>
      <p:ext uri="{BB962C8B-B14F-4D97-AF65-F5344CB8AC3E}">
        <p14:creationId xmlns:p14="http://schemas.microsoft.com/office/powerpoint/2010/main" val="273322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52CF7E-530A-0D01-6C1B-26BF7E74476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6421105-715D-A951-1E7E-F5E5CAB2F31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50AF1-A7A5-BBF2-2E4E-A549D7352075}"/>
              </a:ext>
            </a:extLst>
          </p:cNvPr>
          <p:cNvSpPr>
            <a:spLocks noGrp="1"/>
          </p:cNvSpPr>
          <p:nvPr>
            <p:ph type="dt" sz="half" idx="10"/>
          </p:nvPr>
        </p:nvSpPr>
        <p:spPr/>
        <p:txBody>
          <a:bodyPr/>
          <a:lstStyle/>
          <a:p>
            <a:fld id="{69C4E682-E9F6-1A4F-BFD5-6C5FA9735697}" type="datetimeFigureOut">
              <a:rPr lang="en-US" smtClean="0"/>
              <a:t>3/12/2024</a:t>
            </a:fld>
            <a:endParaRPr lang="en-US"/>
          </a:p>
        </p:txBody>
      </p:sp>
      <p:sp>
        <p:nvSpPr>
          <p:cNvPr id="5" name="Footer Placeholder 4">
            <a:extLst>
              <a:ext uri="{FF2B5EF4-FFF2-40B4-BE49-F238E27FC236}">
                <a16:creationId xmlns:a16="http://schemas.microsoft.com/office/drawing/2014/main" id="{3A5B7962-1A41-F68A-579E-239E042B5E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85EB60-C517-3906-6AE6-E63374A03417}"/>
              </a:ext>
            </a:extLst>
          </p:cNvPr>
          <p:cNvSpPr>
            <a:spLocks noGrp="1"/>
          </p:cNvSpPr>
          <p:nvPr>
            <p:ph type="sldNum" sz="quarter" idx="12"/>
          </p:nvPr>
        </p:nvSpPr>
        <p:spPr/>
        <p:txBody>
          <a:bodyPr/>
          <a:lstStyle/>
          <a:p>
            <a:fld id="{27EA0CBD-BC52-9D42-84B9-5364E1A8A65B}" type="slidenum">
              <a:rPr lang="en-US" smtClean="0"/>
              <a:t>‹#›</a:t>
            </a:fld>
            <a:endParaRPr lang="en-US"/>
          </a:p>
        </p:txBody>
      </p:sp>
    </p:spTree>
    <p:extLst>
      <p:ext uri="{BB962C8B-B14F-4D97-AF65-F5344CB8AC3E}">
        <p14:creationId xmlns:p14="http://schemas.microsoft.com/office/powerpoint/2010/main" val="31321425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155116" y="260648"/>
            <a:ext cx="3024000" cy="1226177"/>
          </a:xfrm>
          <a:prstGeom prst="rect">
            <a:avLst/>
          </a:prstGeom>
        </p:spPr>
      </p:pic>
    </p:spTree>
    <p:extLst>
      <p:ext uri="{BB962C8B-B14F-4D97-AF65-F5344CB8AC3E}">
        <p14:creationId xmlns:p14="http://schemas.microsoft.com/office/powerpoint/2010/main" val="2623269926"/>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1340464447"/>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304791568"/>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_Title Slide 3 Full Picture">
    <p:bg>
      <p:bgPr>
        <a:solidFill>
          <a:schemeClr val="accent4"/>
        </a:solidFill>
        <a:effectLst/>
      </p:bgPr>
    </p:bg>
    <p:spTree>
      <p:nvGrpSpPr>
        <p:cNvPr id="1" name=""/>
        <p:cNvGrpSpPr/>
        <p:nvPr/>
      </p:nvGrpSpPr>
      <p:grpSpPr>
        <a:xfrm>
          <a:off x="0" y="0"/>
          <a:ext cx="0" cy="0"/>
          <a:chOff x="0" y="0"/>
          <a:chExt cx="0" cy="0"/>
        </a:xfrm>
      </p:grpSpPr>
      <p:pic>
        <p:nvPicPr>
          <p:cNvPr id="7" name="Picture 6" descr="A picture containing building, ground, outdoor, store&#10;&#10;Description automatically generated">
            <a:extLst>
              <a:ext uri="{FF2B5EF4-FFF2-40B4-BE49-F238E27FC236}">
                <a16:creationId xmlns:a16="http://schemas.microsoft.com/office/drawing/2014/main" id="{B065D1EF-E226-4D95-AFBB-6126C06A956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253984" y="5032583"/>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9249687" y="-187162"/>
            <a:ext cx="3078000" cy="1248074"/>
          </a:xfrm>
          <a:prstGeom prst="rect">
            <a:avLst/>
          </a:prstGeom>
        </p:spPr>
      </p:pic>
    </p:spTree>
    <p:extLst>
      <p:ext uri="{BB962C8B-B14F-4D97-AF65-F5344CB8AC3E}">
        <p14:creationId xmlns:p14="http://schemas.microsoft.com/office/powerpoint/2010/main" val="3665014806"/>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6895643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0530034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7876947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34349452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919589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1447800"/>
            <a:ext cx="3524250" cy="502297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1447800"/>
            <a:ext cx="3524250" cy="502297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4" y="1418897"/>
            <a:ext cx="3524250" cy="502297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453717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0206362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073629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724749704"/>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39932874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8191995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10208731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55303544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3886104347"/>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38606061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413469374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err="1"/>
              <a:t>Modifiez</a:t>
            </a:r>
            <a:r>
              <a:rPr lang="en-US"/>
              <a:t> le style du </a:t>
            </a:r>
            <a:r>
              <a:rPr lang="en-US" err="1"/>
              <a:t>titre</a:t>
            </a:r>
            <a:endParaRPr lang="en-US"/>
          </a:p>
        </p:txBody>
      </p:sp>
    </p:spTree>
    <p:extLst>
      <p:ext uri="{BB962C8B-B14F-4D97-AF65-F5344CB8AC3E}">
        <p14:creationId xmlns:p14="http://schemas.microsoft.com/office/powerpoint/2010/main" val="7017462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WHITE_Blank Slide">
    <p:bg>
      <p:bgPr>
        <a:solidFill>
          <a:schemeClr val="bg1"/>
        </a:solidFill>
        <a:effectLst/>
      </p:bgPr>
    </p:bg>
    <p:spTree>
      <p:nvGrpSpPr>
        <p:cNvPr id="1" name=""/>
        <p:cNvGrpSpPr/>
        <p:nvPr/>
      </p:nvGrpSpPr>
      <p:grpSpPr>
        <a:xfrm>
          <a:off x="0" y="0"/>
          <a:ext cx="0" cy="0"/>
          <a:chOff x="0" y="0"/>
          <a:chExt cx="0" cy="0"/>
        </a:xfrm>
      </p:grpSpPr>
      <p:grpSp>
        <p:nvGrpSpPr>
          <p:cNvPr id="2" name="Groupe 1">
            <a:extLst>
              <a:ext uri="{FF2B5EF4-FFF2-40B4-BE49-F238E27FC236}">
                <a16:creationId xmlns:a16="http://schemas.microsoft.com/office/drawing/2014/main" id="{C2F9E07A-D76B-3C4C-AE8D-A6BF88623379}"/>
              </a:ext>
            </a:extLst>
          </p:cNvPr>
          <p:cNvGrpSpPr>
            <a:grpSpLocks noChangeAspect="1"/>
          </p:cNvGrpSpPr>
          <p:nvPr userDrawn="1"/>
        </p:nvGrpSpPr>
        <p:grpSpPr>
          <a:xfrm>
            <a:off x="11562163" y="205059"/>
            <a:ext cx="419436" cy="388988"/>
            <a:chOff x="11501102" y="171573"/>
            <a:chExt cx="419436" cy="388988"/>
          </a:xfrm>
        </p:grpSpPr>
        <p:sp>
          <p:nvSpPr>
            <p:cNvPr id="3" name="Freeform 13">
              <a:extLst>
                <a:ext uri="{FF2B5EF4-FFF2-40B4-BE49-F238E27FC236}">
                  <a16:creationId xmlns:a16="http://schemas.microsoft.com/office/drawing/2014/main" id="{6B16B847-5E2B-4042-9331-93E3504A90D3}"/>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4" name="Freeform 14">
              <a:extLst>
                <a:ext uri="{FF2B5EF4-FFF2-40B4-BE49-F238E27FC236}">
                  <a16:creationId xmlns:a16="http://schemas.microsoft.com/office/drawing/2014/main" id="{CE8D7BE0-094F-4149-AD99-3CC7358133CA}"/>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Tree>
    <p:extLst>
      <p:ext uri="{BB962C8B-B14F-4D97-AF65-F5344CB8AC3E}">
        <p14:creationId xmlns:p14="http://schemas.microsoft.com/office/powerpoint/2010/main" val="316347490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cSld name="Title and Content 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88B0A4-958B-894A-B252-76A09725E1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BEC94F9-60EB-0646-91BE-B75E01700C5E}"/>
              </a:ext>
            </a:extLst>
          </p:cNvPr>
          <p:cNvSpPr>
            <a:spLocks noGrp="1"/>
          </p:cNvSpPr>
          <p:nvPr>
            <p:ph idx="1"/>
          </p:nvPr>
        </p:nvSpPr>
        <p:spPr/>
        <p:txBody>
          <a:bodyPr/>
          <a:lstStyle>
            <a:lvl1pPr marL="228600" indent="-228600">
              <a:buFont typeface="System Font Regular"/>
              <a:buChar char="&gt;"/>
              <a:defRPr/>
            </a:lvl1pPr>
            <a:lvl2pPr marL="685800" indent="-228600">
              <a:buFont typeface="System Font Regular"/>
              <a:buChar char="&gt;"/>
              <a:defRPr/>
            </a:lvl2pPr>
            <a:lvl3pPr marL="1143000" indent="-228600">
              <a:buFont typeface="System Font Regular"/>
              <a:buChar char="&gt;"/>
              <a:defRPr/>
            </a:lvl3pPr>
            <a:lvl4pPr marL="1600200" indent="-228600">
              <a:buFont typeface="System Font Regular"/>
              <a:buChar char="&gt;"/>
              <a:defRPr/>
            </a:lvl4pPr>
            <a:lvl5pPr marL="2114550" indent="-285750">
              <a:buFont typeface="System Font Regular"/>
              <a:buChar char="&gt;"/>
              <a:defRPr/>
            </a:lvl5pPr>
            <a:lvl6pPr marL="2286000" indent="0">
              <a:buNone/>
              <a:defRPr/>
            </a:lvl6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7712627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CF8AF-A8C2-42C4-A5F2-AB91BAF7AD8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775D34E-275F-413D-8B3C-605CEF351A2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8BE1135-5727-4140-970A-DC48C6DAB251}"/>
              </a:ext>
            </a:extLst>
          </p:cNvPr>
          <p:cNvSpPr>
            <a:spLocks noGrp="1"/>
          </p:cNvSpPr>
          <p:nvPr>
            <p:ph type="dt" sz="half" idx="10"/>
          </p:nvPr>
        </p:nvSpPr>
        <p:spPr/>
        <p:txBody>
          <a:bodyPr/>
          <a:lstStyle/>
          <a:p>
            <a:fld id="{4640995B-6062-47FB-8FDC-691247B48FE3}" type="datetimeFigureOut">
              <a:rPr lang="en-IN" smtClean="0"/>
              <a:t>12-03-2024</a:t>
            </a:fld>
            <a:endParaRPr lang="en-IN"/>
          </a:p>
        </p:txBody>
      </p:sp>
      <p:sp>
        <p:nvSpPr>
          <p:cNvPr id="5" name="Footer Placeholder 4">
            <a:extLst>
              <a:ext uri="{FF2B5EF4-FFF2-40B4-BE49-F238E27FC236}">
                <a16:creationId xmlns:a16="http://schemas.microsoft.com/office/drawing/2014/main" id="{C44C0494-D789-4465-912F-E325196048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EFF6EE1-B4B8-4509-8FC6-DA1251D38B4F}"/>
              </a:ext>
            </a:extLst>
          </p:cNvPr>
          <p:cNvSpPr>
            <a:spLocks noGrp="1"/>
          </p:cNvSpPr>
          <p:nvPr>
            <p:ph type="sldNum" sz="quarter" idx="12"/>
          </p:nvPr>
        </p:nvSpPr>
        <p:spPr/>
        <p:txBody>
          <a:bodyPr/>
          <a:lstStyle/>
          <a:p>
            <a:fld id="{6C50C71B-FBCC-434F-B8E9-25685B19B221}" type="slidenum">
              <a:rPr lang="en-IN" smtClean="0"/>
              <a:t>‹#›</a:t>
            </a:fld>
            <a:endParaRPr lang="en-IN"/>
          </a:p>
        </p:txBody>
      </p:sp>
    </p:spTree>
    <p:extLst>
      <p:ext uri="{BB962C8B-B14F-4D97-AF65-F5344CB8AC3E}">
        <p14:creationId xmlns:p14="http://schemas.microsoft.com/office/powerpoint/2010/main" val="226931209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8"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Rectangle 5">
            <a:extLst>
              <a:ext uri="{FF2B5EF4-FFF2-40B4-BE49-F238E27FC236}">
                <a16:creationId xmlns:a16="http://schemas.microsoft.com/office/drawing/2014/main" id="{127F51B6-7D19-4982-8A52-1C8EDC6954F4}"/>
              </a:ext>
            </a:extLst>
          </p:cNvPr>
          <p:cNvSpPr/>
          <p:nvPr userDrawn="1"/>
        </p:nvSpPr>
        <p:spPr>
          <a:xfrm>
            <a:off x="3950951" y="80752"/>
            <a:ext cx="1712458" cy="369332"/>
          </a:xfrm>
          <a:prstGeom prst="rect">
            <a:avLst/>
          </a:prstGeom>
        </p:spPr>
        <p:txBody>
          <a:bodyPr wrap="square">
            <a:spAutoFit/>
          </a:bodyPr>
          <a:lstStyle/>
          <a:p>
            <a:pPr marR="0" lvl="0" algn="ctr" defTabSz="1022350" rtl="0" eaLnBrk="1" fontAlgn="auto" latinLnBrk="0" hangingPunct="1">
              <a:lnSpc>
                <a:spcPct val="90000"/>
              </a:lnSpc>
              <a:spcBef>
                <a:spcPct val="0"/>
              </a:spcBef>
              <a:spcAft>
                <a:spcPct val="35000"/>
              </a:spcAft>
              <a:buClrTx/>
              <a:buSzTx/>
              <a:tabLst/>
              <a:defRPr/>
            </a:pPr>
            <a:r>
              <a:rPr kumimoji="0" lang="en-US" sz="1000" b="1" i="0" u="none" strike="noStrike" kern="1200" cap="none" spc="0" normalizeH="0" baseline="0" noProof="0">
                <a:ln>
                  <a:noFill/>
                </a:ln>
                <a:solidFill>
                  <a:srgbClr val="FFFFFF"/>
                </a:solidFill>
                <a:effectLst/>
                <a:uLnTx/>
                <a:uFillTx/>
                <a:latin typeface="Verdana"/>
                <a:ea typeface="+mn-ea"/>
                <a:cs typeface="+mn-cs"/>
              </a:rPr>
              <a:t>Innovative new business models</a:t>
            </a:r>
          </a:p>
        </p:txBody>
      </p:sp>
    </p:spTree>
    <p:extLst>
      <p:ext uri="{BB962C8B-B14F-4D97-AF65-F5344CB8AC3E}">
        <p14:creationId xmlns:p14="http://schemas.microsoft.com/office/powerpoint/2010/main" val="2641962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1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vert="horz" lIns="0" tIns="180000" rIns="0" bIns="0" rtlCol="0" anchor="t">
            <a:noAutofit/>
          </a:bodyPr>
          <a:lstStyle>
            <a:lvl1pPr>
              <a:defRPr lang="en-GB" dirty="0"/>
            </a:lvl1pPr>
          </a:lstStyle>
          <a:p>
            <a:pPr lvl="0"/>
            <a:r>
              <a:rPr lang="en-US"/>
              <a:t>Click to edit Master title style</a:t>
            </a:r>
            <a:endParaRPr lang="en-GB"/>
          </a:p>
        </p:txBody>
      </p:sp>
    </p:spTree>
    <p:extLst>
      <p:ext uri="{BB962C8B-B14F-4D97-AF65-F5344CB8AC3E}">
        <p14:creationId xmlns:p14="http://schemas.microsoft.com/office/powerpoint/2010/main" val="204622851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2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550200" y="0"/>
            <a:ext cx="5545800" cy="1105200"/>
          </a:xfrm>
        </p:spPr>
        <p:txBody>
          <a:bodyPr vert="horz" lIns="0" tIns="180000" rIns="0" bIns="0" rtlCol="0" anchor="t">
            <a:noAutofit/>
          </a:bodyPr>
          <a:lstStyle>
            <a:lvl1pPr>
              <a:defRPr lang="en-GB" dirty="0"/>
            </a:lvl1pPr>
          </a:lstStyle>
          <a:p>
            <a:pPr lvl="0"/>
            <a:r>
              <a:rPr lang="en-US"/>
              <a:t>Click to edit Master title style</a:t>
            </a:r>
            <a:endParaRPr lang="en-GB"/>
          </a:p>
        </p:txBody>
      </p:sp>
    </p:spTree>
    <p:extLst>
      <p:ext uri="{BB962C8B-B14F-4D97-AF65-F5344CB8AC3E}">
        <p14:creationId xmlns:p14="http://schemas.microsoft.com/office/powerpoint/2010/main" val="23898019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97D50A5-1950-4321-901F-91FBAD6B9029}"/>
              </a:ext>
            </a:extLst>
          </p:cNvPr>
          <p:cNvSpPr>
            <a:spLocks noGrp="1"/>
          </p:cNvSpPr>
          <p:nvPr>
            <p:ph type="title"/>
          </p:nvPr>
        </p:nvSpPr>
        <p:spPr>
          <a:xfrm>
            <a:off x="227349" y="0"/>
            <a:ext cx="11125236" cy="1104900"/>
          </a:xfrm>
        </p:spPr>
        <p:txBody>
          <a:bodyPr/>
          <a:lstStyle>
            <a:lvl1pPr>
              <a:defRPr sz="2800">
                <a:latin typeface="+mj-lt"/>
              </a:defRPr>
            </a:lvl1pPr>
          </a:lstStyle>
          <a:p>
            <a:r>
              <a:rPr lang="en-US"/>
              <a:t>Click to edit Master title style</a:t>
            </a:r>
            <a:endParaRPr lang="en-GB"/>
          </a:p>
        </p:txBody>
      </p:sp>
    </p:spTree>
    <p:extLst>
      <p:ext uri="{BB962C8B-B14F-4D97-AF65-F5344CB8AC3E}">
        <p14:creationId xmlns:p14="http://schemas.microsoft.com/office/powerpoint/2010/main" val="83183409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Picture 7">
            <a:extLst>
              <a:ext uri="{FF2B5EF4-FFF2-40B4-BE49-F238E27FC236}">
                <a16:creationId xmlns:a16="http://schemas.microsoft.com/office/drawing/2014/main" id="{998876DF-E006-4593-BB8F-D9ED68F0F3A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89189" y="260648"/>
            <a:ext cx="4024242" cy="1212215"/>
          </a:xfrm>
          <a:prstGeom prst="rect">
            <a:avLst/>
          </a:prstGeom>
        </p:spPr>
      </p:pic>
    </p:spTree>
    <p:extLst>
      <p:ext uri="{BB962C8B-B14F-4D97-AF65-F5344CB8AC3E}">
        <p14:creationId xmlns:p14="http://schemas.microsoft.com/office/powerpoint/2010/main" val="2714512338"/>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Picture 7">
            <a:extLst>
              <a:ext uri="{FF2B5EF4-FFF2-40B4-BE49-F238E27FC236}">
                <a16:creationId xmlns:a16="http://schemas.microsoft.com/office/drawing/2014/main" id="{38E54E64-0C53-4C58-9CCF-1BDC66BC5F1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7688" y="260032"/>
            <a:ext cx="4024242" cy="1212215"/>
          </a:xfrm>
          <a:prstGeom prst="rect">
            <a:avLst/>
          </a:prstGeom>
        </p:spPr>
      </p:pic>
    </p:spTree>
    <p:extLst>
      <p:ext uri="{BB962C8B-B14F-4D97-AF65-F5344CB8AC3E}">
        <p14:creationId xmlns:p14="http://schemas.microsoft.com/office/powerpoint/2010/main" val="1070707949"/>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Picture 7">
            <a:extLst>
              <a:ext uri="{FF2B5EF4-FFF2-40B4-BE49-F238E27FC236}">
                <a16:creationId xmlns:a16="http://schemas.microsoft.com/office/drawing/2014/main" id="{319AF0EB-4460-4FFA-A8E1-2F74D0C40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89189" y="260648"/>
            <a:ext cx="4024242" cy="1212215"/>
          </a:xfrm>
          <a:prstGeom prst="rect">
            <a:avLst/>
          </a:prstGeom>
        </p:spPr>
      </p:pic>
    </p:spTree>
    <p:extLst>
      <p:ext uri="{BB962C8B-B14F-4D97-AF65-F5344CB8AC3E}">
        <p14:creationId xmlns:p14="http://schemas.microsoft.com/office/powerpoint/2010/main" val="2856741466"/>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21728196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45679283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161461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72684344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3989378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17411438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extLst>
              <p:ext uri="{D42A27DB-BD31-4B8C-83A1-F6EECF244321}">
                <p14:modId xmlns:p14="http://schemas.microsoft.com/office/powerpoint/2010/main" val="2035529593"/>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69389294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40266513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72767267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2923714201"/>
      </p:ext>
    </p:extLst>
  </p:cSld>
  <p:clrMapOvr>
    <a:masterClrMapping/>
  </p:clrMapOvr>
  <p:extLst>
    <p:ext uri="{DCECCB84-F9BA-43D5-87BE-67443E8EF086}">
      <p15:sldGuideLst xmlns:p15="http://schemas.microsoft.com/office/powerpoint/2012/main"/>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114757329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360051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75087372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89593792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2920221"/>
            <a:ext cx="4600375"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kern="1200">
                <a:solidFill>
                  <a:schemeClr val="lt1"/>
                </a:solidFill>
                <a:effectLst/>
                <a:latin typeface="+mn-lt"/>
                <a:ea typeface="+mn-ea"/>
                <a:cs typeface="+mn-cs"/>
              </a:rPr>
              <a:t>As the digital innovation, consulting and transformation brand of the Capgemini Group, Capgemini Invent helps </a:t>
            </a:r>
            <a:r>
              <a:rPr lang="en-GB" sz="900" kern="1200" err="1">
                <a:solidFill>
                  <a:schemeClr val="lt1"/>
                </a:solidFill>
                <a:effectLst/>
                <a:latin typeface="+mn-lt"/>
                <a:ea typeface="+mn-ea"/>
                <a:cs typeface="+mn-cs"/>
              </a:rPr>
              <a:t>CxOs</a:t>
            </a:r>
            <a:r>
              <a:rPr lang="en-GB" sz="900" kern="1200">
                <a:solidFill>
                  <a:schemeClr val="lt1"/>
                </a:solidFill>
                <a:effectLst/>
                <a:latin typeface="+mn-lt"/>
                <a:ea typeface="+mn-ea"/>
                <a:cs typeface="+mn-cs"/>
              </a:rPr>
              <a:t> envision and build what’s next for their organizations. Located in more than 30 offices and 25 creative studios around the </a:t>
            </a:r>
            <a:r>
              <a:rPr lang="en-GB" sz="900" kern="1200" err="1">
                <a:solidFill>
                  <a:schemeClr val="lt1"/>
                </a:solidFill>
                <a:effectLst/>
                <a:latin typeface="+mn-lt"/>
                <a:ea typeface="+mn-ea"/>
                <a:cs typeface="+mn-cs"/>
              </a:rPr>
              <a:t>world,its</a:t>
            </a:r>
            <a:r>
              <a:rPr lang="en-GB" sz="900" kern="1200">
                <a:solidFill>
                  <a:schemeClr val="lt1"/>
                </a:solidFill>
                <a:effectLst/>
                <a:latin typeface="+mn-lt"/>
                <a:ea typeface="+mn-ea"/>
                <a:cs typeface="+mn-cs"/>
              </a:rPr>
              <a:t> 7,000+ strong team combines strategy, technology, data science and creative design with deep industry expertise and insights, to develop new digital solutions and business models</a:t>
            </a:r>
            <a:br>
              <a:rPr lang="en-GB" sz="900" kern="1200">
                <a:solidFill>
                  <a:schemeClr val="lt1"/>
                </a:solidFill>
                <a:effectLst/>
                <a:latin typeface="+mn-lt"/>
                <a:ea typeface="+mn-ea"/>
                <a:cs typeface="+mn-cs"/>
              </a:rPr>
            </a:br>
            <a:r>
              <a:rPr lang="en-GB" sz="900" kern="1200">
                <a:solidFill>
                  <a:schemeClr val="lt1"/>
                </a:solidFill>
                <a:effectLst/>
                <a:latin typeface="+mn-lt"/>
                <a:ea typeface="+mn-ea"/>
                <a:cs typeface="+mn-cs"/>
              </a:rPr>
              <a:t>of the future.</a:t>
            </a:r>
            <a:endParaRPr lang="en-US" sz="900" kern="1200">
              <a:solidFill>
                <a:schemeClr val="lt1"/>
              </a:solidFill>
              <a:effectLst/>
              <a:latin typeface="+mn-lt"/>
              <a:ea typeface="+mn-ea"/>
              <a:cs typeface="+mn-cs"/>
            </a:endParaRPr>
          </a:p>
          <a:p>
            <a:pPr algn="just"/>
            <a:r>
              <a:rPr lang="en-GB" sz="900" b="1" i="1" kern="1200">
                <a:solidFill>
                  <a:schemeClr val="lt1"/>
                </a:solidFill>
                <a:effectLst/>
                <a:latin typeface="+mn-lt"/>
                <a:ea typeface="+mn-ea"/>
                <a:cs typeface="+mn-cs"/>
              </a:rPr>
              <a:t> </a:t>
            </a:r>
            <a:endParaRPr lang="en-US" sz="900" kern="1200">
              <a:solidFill>
                <a:schemeClr val="lt1"/>
              </a:solidFill>
              <a:effectLst/>
              <a:latin typeface="+mn-lt"/>
              <a:ea typeface="+mn-ea"/>
              <a:cs typeface="+mn-cs"/>
            </a:endParaRPr>
          </a:p>
          <a:p>
            <a:pPr algn="just"/>
            <a:r>
              <a:rPr lang="en-GB" sz="900" kern="1200">
                <a:solidFill>
                  <a:schemeClr val="lt1"/>
                </a:solidFill>
                <a:effectLst/>
                <a:latin typeface="+mn-lt"/>
                <a:ea typeface="+mn-ea"/>
                <a:cs typeface="+mn-cs"/>
              </a:rPr>
              <a:t>Capgemini Invent is an integral part of Capgemini,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a:t>
            </a:r>
            <a:r>
              <a:rPr lang="en-GB" sz="900" kern="1200" err="1">
                <a:solidFill>
                  <a:schemeClr val="lt1"/>
                </a:solidFill>
                <a:effectLst/>
                <a:latin typeface="+mn-lt"/>
                <a:ea typeface="+mn-ea"/>
                <a:cs typeface="+mn-cs"/>
              </a:rPr>
              <a:t>fueled</a:t>
            </a:r>
            <a:r>
              <a:rPr lang="en-GB" sz="900" kern="1200">
                <a:solidFill>
                  <a:schemeClr val="lt1"/>
                </a:solidFill>
                <a:effectLst/>
                <a:latin typeface="+mn-lt"/>
                <a:ea typeface="+mn-ea"/>
                <a:cs typeface="+mn-cs"/>
              </a:rPr>
              <a:t> by the fast evolving and innovative world of cloud, data, AI, connectivity, software, digital engineering and platforms. The Group reported in 2020 global revenues of €16 billion.</a:t>
            </a:r>
            <a:endParaRPr lang="en-US" sz="900" kern="1200">
              <a:solidFill>
                <a:schemeClr val="lt1"/>
              </a:solidFill>
              <a:effectLst/>
              <a:latin typeface="+mn-lt"/>
              <a:ea typeface="+mn-ea"/>
              <a:cs typeface="+mn-cs"/>
            </a:endParaRPr>
          </a:p>
        </p:txBody>
      </p:sp>
      <p:sp>
        <p:nvSpPr>
          <p:cNvPr id="15" name="Rectangle 14"/>
          <p:cNvSpPr/>
          <p:nvPr/>
        </p:nvSpPr>
        <p:spPr>
          <a:xfrm>
            <a:off x="6536184" y="2540957"/>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 Invent</a:t>
            </a:r>
          </a:p>
        </p:txBody>
      </p:sp>
      <p:sp>
        <p:nvSpPr>
          <p:cNvPr id="16" name="Rectangle 15"/>
          <p:cNvSpPr/>
          <p:nvPr/>
        </p:nvSpPr>
        <p:spPr>
          <a:xfrm>
            <a:off x="6536184" y="5301208"/>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www.capgemini.com/invent</a:t>
            </a:r>
          </a:p>
        </p:txBody>
      </p:sp>
      <p:pic>
        <p:nvPicPr>
          <p:cNvPr id="13" name="Picture 7">
            <a:extLst>
              <a:ext uri="{FF2B5EF4-FFF2-40B4-BE49-F238E27FC236}">
                <a16:creationId xmlns:a16="http://schemas.microsoft.com/office/drawing/2014/main" id="{F9B42E50-405D-4320-932D-4A5EAD8D82B2}"/>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61107" y="533779"/>
            <a:ext cx="4024242" cy="1212215"/>
          </a:xfrm>
          <a:prstGeom prst="rect">
            <a:avLst/>
          </a:prstGeom>
        </p:spPr>
      </p:pic>
    </p:spTree>
    <p:extLst>
      <p:ext uri="{BB962C8B-B14F-4D97-AF65-F5344CB8AC3E}">
        <p14:creationId xmlns:p14="http://schemas.microsoft.com/office/powerpoint/2010/main" val="4218988608"/>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2214" y="156218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48" name="Rectangle 47"/>
          <p:cNvSpPr/>
          <p:nvPr/>
        </p:nvSpPr>
        <p:spPr>
          <a:xfrm>
            <a:off x="426523" y="1068313"/>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06831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06831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32238"/>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32238"/>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3669778"/>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sp>
        <p:nvSpPr>
          <p:cNvPr id="24" name="Rectangle 23">
            <a:extLst>
              <a:ext uri="{FF2B5EF4-FFF2-40B4-BE49-F238E27FC236}">
                <a16:creationId xmlns:a16="http://schemas.microsoft.com/office/drawing/2014/main" id="{4A111039-914C-4DB4-9DF3-DF6AF113071A}"/>
              </a:ext>
            </a:extLst>
          </p:cNvPr>
          <p:cNvSpPr/>
          <p:nvPr userDrawn="1"/>
        </p:nvSpPr>
        <p:spPr>
          <a:xfrm>
            <a:off x="428633" y="1446176"/>
            <a:ext cx="4732250"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kern="1200">
                <a:solidFill>
                  <a:schemeClr val="lt1"/>
                </a:solidFill>
                <a:effectLst/>
                <a:latin typeface="+mn-lt"/>
                <a:ea typeface="+mn-ea"/>
                <a:cs typeface="+mn-cs"/>
              </a:rPr>
              <a:t>As the digital innovation, consulting and transformation brand of the Capgemini Group, Capgemini Invent helps </a:t>
            </a:r>
            <a:r>
              <a:rPr lang="en-GB" sz="900" kern="1200" err="1">
                <a:solidFill>
                  <a:schemeClr val="lt1"/>
                </a:solidFill>
                <a:effectLst/>
                <a:latin typeface="+mn-lt"/>
                <a:ea typeface="+mn-ea"/>
                <a:cs typeface="+mn-cs"/>
              </a:rPr>
              <a:t>CxOs</a:t>
            </a:r>
            <a:r>
              <a:rPr lang="en-GB" sz="900" kern="1200">
                <a:solidFill>
                  <a:schemeClr val="lt1"/>
                </a:solidFill>
                <a:effectLst/>
                <a:latin typeface="+mn-lt"/>
                <a:ea typeface="+mn-ea"/>
                <a:cs typeface="+mn-cs"/>
              </a:rPr>
              <a:t> envision and build what’s next for their organizations. Located in more than 30 offices and 25 creative studios around the </a:t>
            </a:r>
            <a:r>
              <a:rPr lang="en-GB" sz="900" kern="1200" err="1">
                <a:solidFill>
                  <a:schemeClr val="lt1"/>
                </a:solidFill>
                <a:effectLst/>
                <a:latin typeface="+mn-lt"/>
                <a:ea typeface="+mn-ea"/>
                <a:cs typeface="+mn-cs"/>
              </a:rPr>
              <a:t>world,its</a:t>
            </a:r>
            <a:r>
              <a:rPr lang="en-GB" sz="900" kern="1200">
                <a:solidFill>
                  <a:schemeClr val="lt1"/>
                </a:solidFill>
                <a:effectLst/>
                <a:latin typeface="+mn-lt"/>
                <a:ea typeface="+mn-ea"/>
                <a:cs typeface="+mn-cs"/>
              </a:rPr>
              <a:t> 7,000+ strong team combines strategy, technology, data science and creative design with deep industry expertise and insights, to develop new digital solutions and business models of the future.</a:t>
            </a:r>
            <a:endParaRPr lang="en-US" sz="900" kern="1200">
              <a:solidFill>
                <a:schemeClr val="lt1"/>
              </a:solidFill>
              <a:effectLst/>
              <a:latin typeface="+mn-lt"/>
              <a:ea typeface="+mn-ea"/>
              <a:cs typeface="+mn-cs"/>
            </a:endParaRPr>
          </a:p>
          <a:p>
            <a:pPr algn="just"/>
            <a:r>
              <a:rPr lang="en-GB" sz="900" b="1" i="1" kern="1200">
                <a:solidFill>
                  <a:schemeClr val="lt1"/>
                </a:solidFill>
                <a:effectLst/>
                <a:latin typeface="+mn-lt"/>
                <a:ea typeface="+mn-ea"/>
                <a:cs typeface="+mn-cs"/>
              </a:rPr>
              <a:t> </a:t>
            </a:r>
            <a:endParaRPr lang="en-US" sz="900" kern="1200">
              <a:solidFill>
                <a:schemeClr val="lt1"/>
              </a:solidFill>
              <a:effectLst/>
              <a:latin typeface="+mn-lt"/>
              <a:ea typeface="+mn-ea"/>
              <a:cs typeface="+mn-cs"/>
            </a:endParaRPr>
          </a:p>
          <a:p>
            <a:pPr algn="just"/>
            <a:r>
              <a:rPr lang="en-GB" sz="900" kern="1200">
                <a:solidFill>
                  <a:schemeClr val="lt1"/>
                </a:solidFill>
                <a:effectLst/>
                <a:latin typeface="+mn-lt"/>
                <a:ea typeface="+mn-ea"/>
                <a:cs typeface="+mn-cs"/>
              </a:rPr>
              <a:t>Capgemini Invent is an integral part of Capgemini,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a:t>
            </a:r>
            <a:r>
              <a:rPr lang="en-GB" sz="900" kern="1200" err="1">
                <a:solidFill>
                  <a:schemeClr val="lt1"/>
                </a:solidFill>
                <a:effectLst/>
                <a:latin typeface="+mn-lt"/>
                <a:ea typeface="+mn-ea"/>
                <a:cs typeface="+mn-cs"/>
              </a:rPr>
              <a:t>fueled</a:t>
            </a:r>
            <a:r>
              <a:rPr lang="en-GB" sz="900" kern="1200">
                <a:solidFill>
                  <a:schemeClr val="lt1"/>
                </a:solidFill>
                <a:effectLst/>
                <a:latin typeface="+mn-lt"/>
                <a:ea typeface="+mn-ea"/>
                <a:cs typeface="+mn-cs"/>
              </a:rPr>
              <a:t> by the fast evolving and innovative world of cloud, data, AI, connectivity, software, digital engineering and platforms. The Group reported in 2020 global revenues of €16 billion.</a:t>
            </a:r>
            <a:endParaRPr lang="en-US" sz="900" kern="1200">
              <a:solidFill>
                <a:schemeClr val="lt1"/>
              </a:solidFill>
              <a:effectLst/>
              <a:latin typeface="+mn-lt"/>
              <a:ea typeface="+mn-ea"/>
              <a:cs typeface="+mn-cs"/>
            </a:endParaRPr>
          </a:p>
        </p:txBody>
      </p:sp>
      <p:sp>
        <p:nvSpPr>
          <p:cNvPr id="25" name="Rectangle 24">
            <a:extLst>
              <a:ext uri="{FF2B5EF4-FFF2-40B4-BE49-F238E27FC236}">
                <a16:creationId xmlns:a16="http://schemas.microsoft.com/office/drawing/2014/main" id="{70346E06-447F-4987-8A70-EF682B77014F}"/>
              </a:ext>
            </a:extLst>
          </p:cNvPr>
          <p:cNvSpPr/>
          <p:nvPr userDrawn="1"/>
        </p:nvSpPr>
        <p:spPr>
          <a:xfrm>
            <a:off x="428632" y="1066912"/>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 Invent</a:t>
            </a:r>
          </a:p>
        </p:txBody>
      </p:sp>
      <p:pic>
        <p:nvPicPr>
          <p:cNvPr id="26" name="Picture 7">
            <a:extLst>
              <a:ext uri="{FF2B5EF4-FFF2-40B4-BE49-F238E27FC236}">
                <a16:creationId xmlns:a16="http://schemas.microsoft.com/office/drawing/2014/main" id="{771E6B48-4DF0-43D5-A92F-C861B5F0CB21}"/>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7765515" y="5383762"/>
            <a:ext cx="4024242" cy="1212215"/>
          </a:xfrm>
          <a:prstGeom prst="rect">
            <a:avLst/>
          </a:prstGeom>
        </p:spPr>
      </p:pic>
    </p:spTree>
    <p:extLst>
      <p:ext uri="{BB962C8B-B14F-4D97-AF65-F5344CB8AC3E}">
        <p14:creationId xmlns:p14="http://schemas.microsoft.com/office/powerpoint/2010/main" val="397710113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Picture 7">
            <a:extLst>
              <a:ext uri="{FF2B5EF4-FFF2-40B4-BE49-F238E27FC236}">
                <a16:creationId xmlns:a16="http://schemas.microsoft.com/office/drawing/2014/main" id="{F2A899A2-5662-40A6-B2F6-F6BFA41348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107" y="533779"/>
            <a:ext cx="4024242" cy="1212215"/>
          </a:xfrm>
          <a:prstGeom prst="rect">
            <a:avLst/>
          </a:prstGeom>
        </p:spPr>
      </p:pic>
    </p:spTree>
    <p:extLst>
      <p:ext uri="{BB962C8B-B14F-4D97-AF65-F5344CB8AC3E}">
        <p14:creationId xmlns:p14="http://schemas.microsoft.com/office/powerpoint/2010/main" val="3795907470"/>
      </p:ext>
    </p:extLst>
  </p:cSld>
  <p:clrMapOvr>
    <a:masterClrMapping/>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l">
              <a:defRPr sz="4000"/>
            </a:lvl1pPr>
          </a:lstStyle>
          <a:p>
            <a:r>
              <a:rPr lang="en-US"/>
              <a:t>Click to edit Master title style</a:t>
            </a:r>
          </a:p>
        </p:txBody>
      </p:sp>
    </p:spTree>
    <p:extLst>
      <p:ext uri="{BB962C8B-B14F-4D97-AF65-F5344CB8AC3E}">
        <p14:creationId xmlns:p14="http://schemas.microsoft.com/office/powerpoint/2010/main" val="257073094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cSld name="Conclusion">
    <p:bg>
      <p:bgPr>
        <a:solidFill>
          <a:schemeClr val="accent4"/>
        </a:solidFill>
        <a:effectLst/>
      </p:bgPr>
    </p:bg>
    <p:spTree>
      <p:nvGrpSpPr>
        <p:cNvPr id="1" name=""/>
        <p:cNvGrpSpPr/>
        <p:nvPr/>
      </p:nvGrpSpPr>
      <p:grpSpPr>
        <a:xfrm>
          <a:off x="0" y="0"/>
          <a:ext cx="0" cy="0"/>
          <a:chOff x="0" y="0"/>
          <a:chExt cx="0" cy="0"/>
        </a:xfrm>
      </p:grpSpPr>
      <p:sp>
        <p:nvSpPr>
          <p:cNvPr id="3" name="Subtitle" hidden="1">
            <a:extLst>
              <a:ext uri="{FF2B5EF4-FFF2-40B4-BE49-F238E27FC236}">
                <a16:creationId xmlns:a16="http://schemas.microsoft.com/office/drawing/2014/main" id="{81D5C5CA-E0F9-4194-9FD7-26150AB2A870}"/>
              </a:ext>
            </a:extLst>
          </p:cNvPr>
          <p:cNvSpPr>
            <a:spLocks noGrp="1"/>
          </p:cNvSpPr>
          <p:nvPr>
            <p:ph type="subTitle" idx="1"/>
            <p:custDataLst>
              <p:tags r:id="rId1"/>
            </p:custDataLst>
          </p:nvPr>
        </p:nvSpPr>
        <p:spPr>
          <a:xfrm>
            <a:off x="457200" y="6003700"/>
            <a:ext cx="11277600" cy="822325"/>
          </a:xfrm>
          <a:prstGeom prst="rect">
            <a:avLst/>
          </a:prstGeom>
        </p:spPr>
        <p:txBody>
          <a:bodyPr lIns="36000" tIns="144000">
            <a:normAutofit/>
          </a:bodyPr>
          <a:lstStyle>
            <a:lvl1pPr marL="0" indent="0" algn="l">
              <a:buNone/>
              <a:defRPr sz="20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GB"/>
          </a:p>
        </p:txBody>
      </p:sp>
      <p:sp>
        <p:nvSpPr>
          <p:cNvPr id="7" name="Text Placeholder 6" hidden="1">
            <a:extLst>
              <a:ext uri="{FF2B5EF4-FFF2-40B4-BE49-F238E27FC236}">
                <a16:creationId xmlns:a16="http://schemas.microsoft.com/office/drawing/2014/main" id="{79EA84EC-0E0C-41F6-8286-BC5A87DC6C7B}"/>
              </a:ext>
            </a:extLst>
          </p:cNvPr>
          <p:cNvSpPr>
            <a:spLocks noGrp="1"/>
          </p:cNvSpPr>
          <p:nvPr>
            <p:ph type="body" sz="quarter" idx="10" hasCustomPrompt="1"/>
            <p:custDataLst>
              <p:tags r:id="rId2"/>
            </p:custDataLst>
          </p:nvPr>
        </p:nvSpPr>
        <p:spPr>
          <a:xfrm>
            <a:off x="457200" y="2566432"/>
            <a:ext cx="11277600" cy="1723549"/>
          </a:xfrm>
          <a:prstGeom prst="rect">
            <a:avLst/>
          </a:prstGeom>
        </p:spPr>
        <p:txBody>
          <a:bodyPr wrap="square" anchor="ctr" anchorCtr="0">
            <a:spAutoFit/>
          </a:bodyPr>
          <a:lstStyle>
            <a:lvl1pPr marL="0" indent="0" algn="l">
              <a:lnSpc>
                <a:spcPct val="70000"/>
              </a:lnSpc>
              <a:spcAft>
                <a:spcPts val="0"/>
              </a:spcAft>
              <a:buFontTx/>
              <a:buNone/>
              <a:defRPr sz="8000" b="1" cap="all" baseline="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Click to </a:t>
            </a:r>
            <a:r>
              <a:rPr lang="fr-FR" err="1"/>
              <a:t>edit</a:t>
            </a:r>
            <a:r>
              <a:rPr lang="fr-FR"/>
              <a:t> master </a:t>
            </a:r>
            <a:r>
              <a:rPr lang="fr-FR" err="1"/>
              <a:t>title</a:t>
            </a:r>
            <a:r>
              <a:rPr lang="fr-FR"/>
              <a:t> Style</a:t>
            </a:r>
          </a:p>
        </p:txBody>
      </p:sp>
      <p:pic>
        <p:nvPicPr>
          <p:cNvPr id="5" name="Picture 7" hidden="1">
            <a:extLst>
              <a:ext uri="{FF2B5EF4-FFF2-40B4-BE49-F238E27FC236}">
                <a16:creationId xmlns:a16="http://schemas.microsoft.com/office/drawing/2014/main" id="{58B99164-E438-4D2B-9A2D-FE2F077F7E3D}"/>
              </a:ext>
            </a:extLst>
          </p:cNvPr>
          <p:cNvPicPr>
            <a:picLocks noChangeAspect="1"/>
          </p:cNvPicPr>
          <p:nvPr userDrawn="1">
            <p:custDataLst>
              <p:tags r:id="rId3"/>
            </p:custDataLst>
          </p:nvPr>
        </p:nvPicPr>
        <p:blipFill>
          <a:blip r:embed="rId5">
            <a:extLst>
              <a:ext uri="{28A0092B-C50C-407E-A947-70E740481C1C}">
                <a14:useLocalDpi xmlns:a14="http://schemas.microsoft.com/office/drawing/2010/main" val="0"/>
              </a:ext>
            </a:extLst>
          </a:blip>
          <a:stretch>
            <a:fillRect/>
          </a:stretch>
        </p:blipFill>
        <p:spPr>
          <a:xfrm>
            <a:off x="105150" y="104694"/>
            <a:ext cx="4024242" cy="1212215"/>
          </a:xfrm>
          <a:prstGeom prst="rect">
            <a:avLst/>
          </a:prstGeom>
        </p:spPr>
      </p:pic>
    </p:spTree>
    <p:extLst>
      <p:ext uri="{BB962C8B-B14F-4D97-AF65-F5344CB8AC3E}">
        <p14:creationId xmlns:p14="http://schemas.microsoft.com/office/powerpoint/2010/main" val="4002665668"/>
      </p:ext>
    </p:extLst>
  </p:cSld>
  <p:clrMapOvr>
    <a:masterClrMapping/>
  </p:clrMapOvr>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535CC730-2D2A-4526-8A02-2947562E59F8}"/>
              </a:ext>
            </a:extLst>
          </p:cNvPr>
          <p:cNvGraphicFramePr>
            <a:graphicFrameLocks noChangeAspect="1"/>
          </p:cNvGraphicFramePr>
          <p:nvPr userDrawn="1">
            <p:custDataLst>
              <p:tags r:id="rId1"/>
            </p:custDataLst>
            <p:extLst>
              <p:ext uri="{D42A27DB-BD31-4B8C-83A1-F6EECF244321}">
                <p14:modId xmlns:p14="http://schemas.microsoft.com/office/powerpoint/2010/main" val="14751889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a:extLst>
                          <a:ext uri="{FF2B5EF4-FFF2-40B4-BE49-F238E27FC236}">
                            <a16:creationId xmlns:a16="http://schemas.microsoft.com/office/drawing/2014/main" id="{535CC730-2D2A-4526-8A02-2947562E59F8}"/>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3A0BA9B0-3DAE-4749-8DE9-854BA8D1802B}"/>
              </a:ext>
            </a:extLst>
          </p:cNvPr>
          <p:cNvSpPr/>
          <p:nvPr userDrawn="1">
            <p:custDataLst>
              <p:tags r:id="rId2"/>
            </p:custDataLst>
          </p:nvPr>
        </p:nvSpPr>
        <p:spPr>
          <a:xfrm>
            <a:off x="0" y="0"/>
            <a:ext cx="158750" cy="15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800" b="0" i="0" baseline="0">
              <a:solidFill>
                <a:schemeClr val="tx1"/>
              </a:solidFill>
              <a:latin typeface="Ubuntu" panose="020B0504030602030204" pitchFamily="34" charset="0"/>
              <a:ea typeface="+mj-ea"/>
              <a:cs typeface="+mj-cs"/>
              <a:sym typeface="Ubuntu" panose="020B0504030602030204" pitchFamily="34" charset="0"/>
            </a:endParaRPr>
          </a:p>
        </p:txBody>
      </p:sp>
      <p:sp>
        <p:nvSpPr>
          <p:cNvPr id="5" name="Title 4">
            <a:extLst>
              <a:ext uri="{FF2B5EF4-FFF2-40B4-BE49-F238E27FC236}">
                <a16:creationId xmlns:a16="http://schemas.microsoft.com/office/drawing/2014/main" id="{B5B15895-2835-468A-AD6E-B8C687DB6771}"/>
              </a:ext>
            </a:extLst>
          </p:cNvPr>
          <p:cNvSpPr>
            <a:spLocks noGrp="1"/>
          </p:cNvSpPr>
          <p:nvPr>
            <p:ph type="title"/>
          </p:nvPr>
        </p:nvSpPr>
        <p:spPr/>
        <p:txBody>
          <a:bodyPr/>
          <a:lstStyle/>
          <a:p>
            <a:r>
              <a:rPr lang="en-US"/>
              <a:t>Click to edit Master title style</a:t>
            </a:r>
            <a:endParaRPr lang="de-DE"/>
          </a:p>
        </p:txBody>
      </p:sp>
      <p:sp>
        <p:nvSpPr>
          <p:cNvPr id="11" name="Date Placeholder 2">
            <a:extLst>
              <a:ext uri="{FF2B5EF4-FFF2-40B4-BE49-F238E27FC236}">
                <a16:creationId xmlns:a16="http://schemas.microsoft.com/office/drawing/2014/main" id="{4B88ABF7-608E-4C16-B6B3-F174C9B45007}"/>
              </a:ext>
            </a:extLst>
          </p:cNvPr>
          <p:cNvSpPr>
            <a:spLocks noGrp="1"/>
          </p:cNvSpPr>
          <p:nvPr>
            <p:ph type="dt" sz="half" idx="12"/>
          </p:nvPr>
        </p:nvSpPr>
        <p:spPr>
          <a:xfrm>
            <a:off x="9192344" y="6650661"/>
            <a:ext cx="2119242" cy="123111"/>
          </a:xfrm>
        </p:spPr>
        <p:txBody>
          <a:bodyPr/>
          <a:lstStyle>
            <a:lvl1pPr algn="r">
              <a:defRPr/>
            </a:lvl1pPr>
          </a:lstStyle>
          <a:p>
            <a:pPr>
              <a:spcBef>
                <a:spcPts val="1000"/>
              </a:spcBef>
              <a:buFont typeface="Arial" panose="020B0604020202020204" pitchFamily="34" charset="0"/>
              <a:buNone/>
            </a:pPr>
            <a:r>
              <a:rPr lang="en-US"/>
              <a:t>© Capgemini Invent 2021. All rights reserved.</a:t>
            </a:r>
          </a:p>
        </p:txBody>
      </p:sp>
      <p:sp>
        <p:nvSpPr>
          <p:cNvPr id="12" name="Slide Number Placeholder 5">
            <a:extLst>
              <a:ext uri="{FF2B5EF4-FFF2-40B4-BE49-F238E27FC236}">
                <a16:creationId xmlns:a16="http://schemas.microsoft.com/office/drawing/2014/main" id="{EFBE8E09-DC2E-423F-AB05-42B61EE8A325}"/>
              </a:ext>
            </a:extLst>
          </p:cNvPr>
          <p:cNvSpPr>
            <a:spLocks noGrp="1"/>
          </p:cNvSpPr>
          <p:nvPr>
            <p:ph type="sldNum" sz="quarter" idx="14"/>
          </p:nvPr>
        </p:nvSpPr>
        <p:spPr>
          <a:xfrm>
            <a:off x="11407951" y="6650661"/>
            <a:ext cx="232665" cy="123111"/>
          </a:xfrm>
        </p:spPr>
        <p:txBody>
          <a:bodyPr/>
          <a:lstStyle>
            <a:lvl1pPr algn="r">
              <a:defRPr/>
            </a:lvl1pPr>
          </a:lstStyle>
          <a:p>
            <a:fld id="{5D9A5160-6218-4E5A-B9E6-B93E3DAE377C}" type="slidenum">
              <a:rPr lang="en-US" smtClean="0"/>
              <a:pPr/>
              <a:t>‹#›</a:t>
            </a:fld>
            <a:endParaRPr lang="en-US"/>
          </a:p>
        </p:txBody>
      </p:sp>
    </p:spTree>
    <p:extLst>
      <p:ext uri="{BB962C8B-B14F-4D97-AF65-F5344CB8AC3E}">
        <p14:creationId xmlns:p14="http://schemas.microsoft.com/office/powerpoint/2010/main" val="11787978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21" y="14"/>
          <a:ext cx="180999" cy="143985"/>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4" name="Object 3"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 y="14"/>
                        <a:ext cx="180999"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2"/>
            </p:custDataLst>
          </p:nvPr>
        </p:nvSpPr>
        <p:spPr>
          <a:xfrm>
            <a:off x="796999" y="396873"/>
            <a:ext cx="6197689" cy="794325"/>
          </a:xfrm>
          <a:prstGeom prst="rect">
            <a:avLst/>
          </a:prstGeom>
        </p:spPr>
        <p:txBody>
          <a:bodyPr/>
          <a:lstStyle>
            <a:lvl1pPr>
              <a:defRPr sz="2400"/>
            </a:lvl1pPr>
          </a:lstStyle>
          <a:p>
            <a:r>
              <a:rPr lang="en-US" noProof="0"/>
              <a:t>Click to edit Master title style</a:t>
            </a:r>
            <a:endParaRPr lang="en-US"/>
          </a:p>
        </p:txBody>
      </p:sp>
      <p:sp>
        <p:nvSpPr>
          <p:cNvPr id="8" name="Content Placeholder 7"/>
          <p:cNvSpPr>
            <a:spLocks noGrp="1"/>
          </p:cNvSpPr>
          <p:nvPr>
            <p:ph sz="quarter" idx="10"/>
          </p:nvPr>
        </p:nvSpPr>
        <p:spPr>
          <a:xfrm>
            <a:off x="4270076" y="1511300"/>
            <a:ext cx="7527249" cy="4584700"/>
          </a:xfrm>
        </p:spPr>
        <p:txBody>
          <a:bodyPr/>
          <a:lstStyle>
            <a:lvl1pPr>
              <a:defRPr sz="1200"/>
            </a:lvl1pPr>
            <a:lvl2pPr>
              <a:defRPr sz="1200"/>
            </a:lvl2pPr>
            <a:lvl3pPr>
              <a:defRPr sz="1200"/>
            </a:lvl3pPr>
            <a:lvl4pPr>
              <a:defRPr sz="1200"/>
            </a:lvl4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p:txBody>
      </p:sp>
    </p:spTree>
    <p:extLst>
      <p:ext uri="{BB962C8B-B14F-4D97-AF65-F5344CB8AC3E}">
        <p14:creationId xmlns:p14="http://schemas.microsoft.com/office/powerpoint/2010/main" val="141958494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Content RH image 2">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5C94FEA8-066A-4CC1-BFCC-10ED1764A21E}"/>
              </a:ext>
            </a:extLst>
          </p:cNvPr>
          <p:cNvSpPr>
            <a:spLocks noGrp="1"/>
          </p:cNvSpPr>
          <p:nvPr>
            <p:ph type="pic" sz="quarter" idx="10"/>
          </p:nvPr>
        </p:nvSpPr>
        <p:spPr>
          <a:xfrm>
            <a:off x="7223124" y="0"/>
            <a:ext cx="4968876" cy="6858000"/>
          </a:xfrm>
          <a:custGeom>
            <a:avLst/>
            <a:gdLst>
              <a:gd name="connsiteX0" fmla="*/ 4563423 w 4968876"/>
              <a:gd name="connsiteY0" fmla="*/ 205058 h 6858000"/>
              <a:gd name="connsiteX1" fmla="*/ 4339039 w 4968876"/>
              <a:gd name="connsiteY1" fmla="*/ 436971 h 6858000"/>
              <a:gd name="connsiteX2" fmla="*/ 4416767 w 4968876"/>
              <a:gd name="connsiteY2" fmla="*/ 551459 h 6858000"/>
              <a:gd name="connsiteX3" fmla="*/ 4495961 w 4968876"/>
              <a:gd name="connsiteY3" fmla="*/ 552927 h 6858000"/>
              <a:gd name="connsiteX4" fmla="*/ 4528042 w 4968876"/>
              <a:gd name="connsiteY4" fmla="*/ 536965 h 6858000"/>
              <a:gd name="connsiteX5" fmla="*/ 4554424 w 4968876"/>
              <a:gd name="connsiteY5" fmla="*/ 513474 h 6858000"/>
              <a:gd name="connsiteX6" fmla="*/ 4547380 w 4968876"/>
              <a:gd name="connsiteY6" fmla="*/ 536398 h 6858000"/>
              <a:gd name="connsiteX7" fmla="*/ 4482579 w 4968876"/>
              <a:gd name="connsiteY7" fmla="*/ 579359 h 6858000"/>
              <a:gd name="connsiteX8" fmla="*/ 4536878 w 4968876"/>
              <a:gd name="connsiteY8" fmla="*/ 594046 h 6858000"/>
              <a:gd name="connsiteX9" fmla="*/ 4666020 w 4968876"/>
              <a:gd name="connsiteY9" fmla="*/ 551453 h 6858000"/>
              <a:gd name="connsiteX10" fmla="*/ 4601449 w 4968876"/>
              <a:gd name="connsiteY10" fmla="*/ 494172 h 6858000"/>
              <a:gd name="connsiteX11" fmla="*/ 4666020 w 4968876"/>
              <a:gd name="connsiteY11" fmla="*/ 525016 h 6858000"/>
              <a:gd name="connsiteX12" fmla="*/ 4751252 w 4968876"/>
              <a:gd name="connsiteY12" fmla="*/ 467391 h 6858000"/>
              <a:gd name="connsiteX13" fmla="*/ 4758467 w 4968876"/>
              <a:gd name="connsiteY13" fmla="*/ 431058 h 6858000"/>
              <a:gd name="connsiteX14" fmla="*/ 4758475 w 4968876"/>
              <a:gd name="connsiteY14" fmla="*/ 431100 h 6858000"/>
              <a:gd name="connsiteX15" fmla="*/ 4758475 w 4968876"/>
              <a:gd name="connsiteY15" fmla="*/ 431017 h 6858000"/>
              <a:gd name="connsiteX16" fmla="*/ 4758475 w 4968876"/>
              <a:gd name="connsiteY16" fmla="*/ 428164 h 6858000"/>
              <a:gd name="connsiteX17" fmla="*/ 4686614 w 4968876"/>
              <a:gd name="connsiteY17" fmla="*/ 279916 h 6858000"/>
              <a:gd name="connsiteX18" fmla="*/ 4573689 w 4968876"/>
              <a:gd name="connsiteY18" fmla="*/ 209461 h 6858000"/>
              <a:gd name="connsiteX19" fmla="*/ 4563423 w 4968876"/>
              <a:gd name="connsiteY19" fmla="*/ 205058 h 6858000"/>
              <a:gd name="connsiteX20" fmla="*/ 0 w 4968876"/>
              <a:gd name="connsiteY20" fmla="*/ 0 h 6858000"/>
              <a:gd name="connsiteX21" fmla="*/ 4968876 w 4968876"/>
              <a:gd name="connsiteY21" fmla="*/ 0 h 6858000"/>
              <a:gd name="connsiteX22" fmla="*/ 4968876 w 4968876"/>
              <a:gd name="connsiteY22" fmla="*/ 6858000 h 6858000"/>
              <a:gd name="connsiteX23" fmla="*/ 0 w 496887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68876" h="6858000">
                <a:moveTo>
                  <a:pt x="4563423" y="205058"/>
                </a:moveTo>
                <a:cubicBezTo>
                  <a:pt x="4513560" y="265238"/>
                  <a:pt x="4339039" y="310740"/>
                  <a:pt x="4339039" y="436971"/>
                </a:cubicBezTo>
                <a:cubicBezTo>
                  <a:pt x="4339039" y="486876"/>
                  <a:pt x="4369837" y="533846"/>
                  <a:pt x="4416767" y="551459"/>
                </a:cubicBezTo>
                <a:cubicBezTo>
                  <a:pt x="4443165" y="561734"/>
                  <a:pt x="4469563" y="561734"/>
                  <a:pt x="4495961" y="552927"/>
                </a:cubicBezTo>
                <a:cubicBezTo>
                  <a:pt x="4507694" y="549258"/>
                  <a:pt x="4518326" y="543753"/>
                  <a:pt x="4528042" y="536965"/>
                </a:cubicBezTo>
                <a:lnTo>
                  <a:pt x="4554424" y="513474"/>
                </a:lnTo>
                <a:lnTo>
                  <a:pt x="4547380" y="536398"/>
                </a:lnTo>
                <a:cubicBezTo>
                  <a:pt x="4535685" y="558154"/>
                  <a:pt x="4511196" y="574953"/>
                  <a:pt x="4482579" y="579359"/>
                </a:cubicBezTo>
                <a:cubicBezTo>
                  <a:pt x="4491384" y="588171"/>
                  <a:pt x="4511930" y="594046"/>
                  <a:pt x="4536878" y="594046"/>
                </a:cubicBezTo>
                <a:cubicBezTo>
                  <a:pt x="4582371" y="594046"/>
                  <a:pt x="4638137" y="580827"/>
                  <a:pt x="4666020" y="551453"/>
                </a:cubicBezTo>
                <a:cubicBezTo>
                  <a:pt x="4627865" y="552921"/>
                  <a:pt x="4602917" y="527953"/>
                  <a:pt x="4601449" y="494172"/>
                </a:cubicBezTo>
                <a:cubicBezTo>
                  <a:pt x="4619059" y="516203"/>
                  <a:pt x="4641072" y="525016"/>
                  <a:pt x="4666020" y="525016"/>
                </a:cubicBezTo>
                <a:cubicBezTo>
                  <a:pt x="4704543" y="525016"/>
                  <a:pt x="4737287" y="501057"/>
                  <a:pt x="4751252" y="467391"/>
                </a:cubicBezTo>
                <a:lnTo>
                  <a:pt x="4758467" y="431058"/>
                </a:lnTo>
                <a:lnTo>
                  <a:pt x="4758475" y="431100"/>
                </a:lnTo>
                <a:lnTo>
                  <a:pt x="4758475" y="431017"/>
                </a:lnTo>
                <a:lnTo>
                  <a:pt x="4758475" y="428164"/>
                </a:lnTo>
                <a:cubicBezTo>
                  <a:pt x="4758475" y="369452"/>
                  <a:pt x="4729144" y="319547"/>
                  <a:pt x="4686614" y="279916"/>
                </a:cubicBezTo>
                <a:cubicBezTo>
                  <a:pt x="4654349" y="249092"/>
                  <a:pt x="4614752" y="227075"/>
                  <a:pt x="4573689" y="209461"/>
                </a:cubicBezTo>
                <a:cubicBezTo>
                  <a:pt x="4570755" y="207994"/>
                  <a:pt x="4567822" y="206526"/>
                  <a:pt x="4563423" y="205058"/>
                </a:cubicBezTo>
                <a:close/>
                <a:moveTo>
                  <a:pt x="0" y="0"/>
                </a:moveTo>
                <a:lnTo>
                  <a:pt x="4968876" y="0"/>
                </a:lnTo>
                <a:lnTo>
                  <a:pt x="496887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a:t>Click icon to add picture</a:t>
            </a:r>
            <a:endParaRPr lang="en-GB"/>
          </a:p>
        </p:txBody>
      </p:sp>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404814" y="1161430"/>
            <a:ext cx="6627290" cy="1115442"/>
          </a:xfrm>
        </p:spPr>
        <p:txBody>
          <a:bodyPr vert="horz" lIns="0" tIns="0" rIns="0" bIns="0" rtlCol="0" anchor="b">
            <a:noAutofit/>
          </a:bodyPr>
          <a:lstStyle>
            <a:lvl1pPr>
              <a:defRPr lang="en-GB" sz="3600">
                <a:solidFill>
                  <a:schemeClr val="tx1"/>
                </a:solidFill>
              </a:defRPr>
            </a:lvl1pPr>
          </a:lstStyle>
          <a:p>
            <a:pPr lvl="0"/>
            <a:r>
              <a:rPr lang="en-US"/>
              <a:t>Click to edit Master title style</a:t>
            </a:r>
            <a:endParaRPr lang="en-GB"/>
          </a:p>
        </p:txBody>
      </p:sp>
      <p:sp>
        <p:nvSpPr>
          <p:cNvPr id="5" name="Text Placeholder 4">
            <a:extLst>
              <a:ext uri="{FF2B5EF4-FFF2-40B4-BE49-F238E27FC236}">
                <a16:creationId xmlns:a16="http://schemas.microsoft.com/office/drawing/2014/main" id="{D410FA47-1FF8-451B-8532-F1B477524FA0}"/>
              </a:ext>
            </a:extLst>
          </p:cNvPr>
          <p:cNvSpPr>
            <a:spLocks noGrp="1"/>
          </p:cNvSpPr>
          <p:nvPr>
            <p:ph type="body" sz="quarter" idx="11"/>
          </p:nvPr>
        </p:nvSpPr>
        <p:spPr>
          <a:xfrm>
            <a:off x="404813" y="2492374"/>
            <a:ext cx="6627290" cy="2736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5330117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3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vert="horz" lIns="0" tIns="180000" rIns="0" bIns="0" rtlCol="0" anchor="t">
            <a:noAutofit/>
          </a:bodyPr>
          <a:lstStyle>
            <a:lvl1pPr>
              <a:defRPr lang="en-GB" dirty="0"/>
            </a:lvl1pPr>
          </a:lstStyle>
          <a:p>
            <a:pPr lvl="0"/>
            <a:r>
              <a:rPr lang="en-US"/>
              <a:t>Click to edit Master title style</a:t>
            </a:r>
            <a:endParaRPr lang="en-GB"/>
          </a:p>
        </p:txBody>
      </p:sp>
    </p:spTree>
    <p:extLst>
      <p:ext uri="{BB962C8B-B14F-4D97-AF65-F5344CB8AC3E}">
        <p14:creationId xmlns:p14="http://schemas.microsoft.com/office/powerpoint/2010/main" val="363436495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1_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550200" y="0"/>
            <a:ext cx="11091600" cy="1104900"/>
          </a:xfrm>
        </p:spPr>
        <p:txBody>
          <a:bodyPr tIns="180000"/>
          <a:lstStyle>
            <a:lvl1pPr>
              <a:spcBef>
                <a:spcPts val="0"/>
              </a:spcBef>
              <a:defRPr spc="200" baseline="0"/>
            </a:lvl1pPr>
          </a:lstStyle>
          <a:p>
            <a:r>
              <a:rPr lang="en-US"/>
              <a:t>Click to edit Master title style</a:t>
            </a:r>
            <a:endParaRPr lang="en-GB"/>
          </a:p>
        </p:txBody>
      </p:sp>
      <p:sp>
        <p:nvSpPr>
          <p:cNvPr id="5" name="Espace réservé du texte 4"/>
          <p:cNvSpPr>
            <a:spLocks noGrp="1"/>
          </p:cNvSpPr>
          <p:nvPr>
            <p:ph type="body" sz="quarter" idx="11" hasCustomPrompt="1"/>
          </p:nvPr>
        </p:nvSpPr>
        <p:spPr>
          <a:xfrm>
            <a:off x="550200" y="1148607"/>
            <a:ext cx="11091600" cy="504056"/>
          </a:xfrm>
          <a:prstGeom prst="rect">
            <a:avLst/>
          </a:prstGeom>
        </p:spPr>
        <p:txBody>
          <a:bodyPr>
            <a:normAutofit/>
          </a:bodyPr>
          <a:lstStyle>
            <a:lvl1pPr>
              <a:spcBef>
                <a:spcPts val="0"/>
              </a:spcBef>
              <a:defRPr sz="2200" spc="-110" baseline="0">
                <a:solidFill>
                  <a:schemeClr val="accent1"/>
                </a:solidFill>
              </a:defRPr>
            </a:lvl1pPr>
          </a:lstStyle>
          <a:p>
            <a:pPr lvl="0"/>
            <a:r>
              <a:rPr lang="en-US"/>
              <a:t>Click to edit Master subtitle styles</a:t>
            </a:r>
          </a:p>
        </p:txBody>
      </p:sp>
    </p:spTree>
    <p:extLst>
      <p:ext uri="{BB962C8B-B14F-4D97-AF65-F5344CB8AC3E}">
        <p14:creationId xmlns:p14="http://schemas.microsoft.com/office/powerpoint/2010/main" val="95057719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cSld name="Empty Grey">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793789B1-45FE-41D7-AB00-BF9FA7CBE232}"/>
              </a:ext>
            </a:extLst>
          </p:cNvPr>
          <p:cNvSpPr>
            <a:spLocks noGrp="1"/>
          </p:cNvSpPr>
          <p:nvPr>
            <p:ph type="dt" sz="half" idx="10"/>
          </p:nvPr>
        </p:nvSpPr>
        <p:spPr/>
        <p:txBody>
          <a:bodyPr/>
          <a:lstStyle>
            <a:lvl1pPr algn="r">
              <a:defRPr/>
            </a:lvl1pPr>
          </a:lstStyle>
          <a:p>
            <a:pPr>
              <a:spcBef>
                <a:spcPts val="1000"/>
              </a:spcBef>
              <a:buFont typeface="Arial" panose="020B0604020202020204" pitchFamily="34" charset="0"/>
              <a:buNone/>
            </a:pPr>
            <a:r>
              <a:rPr lang="en-US"/>
              <a:t>© Capgemini Invent 2021. All rights reserved.</a:t>
            </a:r>
          </a:p>
        </p:txBody>
      </p:sp>
      <p:sp>
        <p:nvSpPr>
          <p:cNvPr id="6" name="Slide Number Placeholder 5">
            <a:extLst>
              <a:ext uri="{FF2B5EF4-FFF2-40B4-BE49-F238E27FC236}">
                <a16:creationId xmlns:a16="http://schemas.microsoft.com/office/drawing/2014/main" id="{A01F3CCC-A7A2-43F4-B41C-6E884F53F29B}"/>
              </a:ext>
            </a:extLst>
          </p:cNvPr>
          <p:cNvSpPr>
            <a:spLocks noGrp="1"/>
          </p:cNvSpPr>
          <p:nvPr>
            <p:ph type="sldNum" sz="quarter" idx="12"/>
          </p:nvPr>
        </p:nvSpPr>
        <p:spPr/>
        <p:txBody>
          <a:bodyPr/>
          <a:lstStyle>
            <a:lvl1pPr algn="r">
              <a:defRPr/>
            </a:lvl1pPr>
          </a:lstStyle>
          <a:p>
            <a:fld id="{5D9A5160-6218-4E5A-B9E6-B93E3DAE377C}" type="slidenum">
              <a:rPr lang="en-US" smtClean="0"/>
              <a:pPr/>
              <a:t>‹#›</a:t>
            </a:fld>
            <a:endParaRPr lang="en-US"/>
          </a:p>
        </p:txBody>
      </p:sp>
      <p:sp>
        <p:nvSpPr>
          <p:cNvPr id="4" name="Footer Placeholder 3">
            <a:extLst>
              <a:ext uri="{FF2B5EF4-FFF2-40B4-BE49-F238E27FC236}">
                <a16:creationId xmlns:a16="http://schemas.microsoft.com/office/drawing/2014/main" id="{E2C3B471-E4AD-4C4F-9E65-D3218FBC84DD}"/>
              </a:ext>
            </a:extLst>
          </p:cNvPr>
          <p:cNvSpPr>
            <a:spLocks noGrp="1"/>
          </p:cNvSpPr>
          <p:nvPr>
            <p:ph type="ftr" sz="quarter" idx="13"/>
          </p:nvPr>
        </p:nvSpPr>
        <p:spPr/>
        <p:txBody>
          <a:bodyPr/>
          <a:lstStyle/>
          <a:p>
            <a:pPr>
              <a:spcBef>
                <a:spcPts val="1000"/>
              </a:spcBef>
              <a:buFont typeface="Arial" panose="020B0604020202020204" pitchFamily="34" charset="0"/>
              <a:buNone/>
            </a:pPr>
            <a:r>
              <a:rPr lang="en-US"/>
              <a:t>Playbook</a:t>
            </a:r>
          </a:p>
        </p:txBody>
      </p:sp>
      <p:sp>
        <p:nvSpPr>
          <p:cNvPr id="16" name="TextBox 15">
            <a:extLst>
              <a:ext uri="{FF2B5EF4-FFF2-40B4-BE49-F238E27FC236}">
                <a16:creationId xmlns:a16="http://schemas.microsoft.com/office/drawing/2014/main" id="{7B79C550-E4F7-4CA2-9B52-941D1E8F1B1A}"/>
              </a:ext>
            </a:extLst>
          </p:cNvPr>
          <p:cNvSpPr txBox="1"/>
          <p:nvPr>
            <p:custDataLst>
              <p:tags r:id="rId1"/>
            </p:custDataLst>
          </p:nvPr>
        </p:nvSpPr>
        <p:spPr>
          <a:xfrm>
            <a:off x="8102301" y="6650661"/>
            <a:ext cx="1090042" cy="123111"/>
          </a:xfrm>
          <a:prstGeom prst="rect">
            <a:avLst/>
          </a:prstGeom>
          <a:noFill/>
        </p:spPr>
        <p:txBody>
          <a:bodyPr vert="horz" wrap="none" lIns="0" tIns="0" rIns="0" bIns="0" rtlCol="0" anchor="ctr" anchorCtr="0">
            <a:spAutoFit/>
          </a:bodyPr>
          <a:lstStyle/>
          <a:p>
            <a:pPr algn="r">
              <a:spcBef>
                <a:spcPts val="1000"/>
              </a:spcBef>
              <a:spcAft>
                <a:spcPts val="0"/>
              </a:spcAft>
            </a:pPr>
            <a:r>
              <a:rPr lang="en-GB" sz="800" b="1">
                <a:solidFill>
                  <a:schemeClr val="bg1">
                    <a:lumMod val="65000"/>
                  </a:schemeClr>
                </a:solidFill>
                <a:cs typeface="Times New Roman" pitchFamily="18" charset="0"/>
              </a:rPr>
              <a:t>Company Confidential</a:t>
            </a:r>
            <a:endParaRPr lang="en-GB" sz="800" b="1">
              <a:solidFill>
                <a:schemeClr val="bg1">
                  <a:lumMod val="65000"/>
                </a:schemeClr>
              </a:solidFill>
              <a:ea typeface="Times New Roman" pitchFamily="18" charset="0"/>
              <a:cs typeface="Times New Roman" pitchFamily="18" charset="0"/>
            </a:endParaRPr>
          </a:p>
        </p:txBody>
      </p:sp>
      <p:sp>
        <p:nvSpPr>
          <p:cNvPr id="21" name="TextBox 20">
            <a:extLst>
              <a:ext uri="{FF2B5EF4-FFF2-40B4-BE49-F238E27FC236}">
                <a16:creationId xmlns:a16="http://schemas.microsoft.com/office/drawing/2014/main" id="{5E8AD42E-3046-4835-98DA-5878B0C209AD}"/>
              </a:ext>
            </a:extLst>
          </p:cNvPr>
          <p:cNvSpPr txBox="1"/>
          <p:nvPr userDrawn="1">
            <p:custDataLst>
              <p:tags r:id="rId2"/>
            </p:custDataLst>
          </p:nvPr>
        </p:nvSpPr>
        <p:spPr>
          <a:xfrm>
            <a:off x="8102301" y="6650661"/>
            <a:ext cx="1090042" cy="123111"/>
          </a:xfrm>
          <a:prstGeom prst="rect">
            <a:avLst/>
          </a:prstGeom>
          <a:noFill/>
        </p:spPr>
        <p:txBody>
          <a:bodyPr vert="horz" wrap="none" lIns="0" tIns="0" rIns="0" bIns="0" rtlCol="0" anchor="ctr" anchorCtr="0">
            <a:spAutoFit/>
          </a:bodyPr>
          <a:lstStyle/>
          <a:p>
            <a:pPr algn="r">
              <a:spcBef>
                <a:spcPts val="1000"/>
              </a:spcBef>
              <a:spcAft>
                <a:spcPts val="0"/>
              </a:spcAft>
            </a:pPr>
            <a:r>
              <a:rPr lang="en-GB" sz="800" b="1">
                <a:solidFill>
                  <a:schemeClr val="bg1">
                    <a:lumMod val="65000"/>
                  </a:schemeClr>
                </a:solidFill>
                <a:cs typeface="Times New Roman" pitchFamily="18" charset="0"/>
              </a:rPr>
              <a:t>Company Confidential</a:t>
            </a:r>
            <a:endParaRPr lang="en-GB" sz="800" b="1">
              <a:solidFill>
                <a:schemeClr val="bg1">
                  <a:lumMod val="65000"/>
                </a:schemeClr>
              </a:solidFill>
              <a:ea typeface="Times New Roman" pitchFamily="18" charset="0"/>
              <a:cs typeface="Times New Roman" pitchFamily="18" charset="0"/>
            </a:endParaRPr>
          </a:p>
        </p:txBody>
      </p:sp>
    </p:spTree>
    <p:extLst>
      <p:ext uri="{BB962C8B-B14F-4D97-AF65-F5344CB8AC3E}">
        <p14:creationId xmlns:p14="http://schemas.microsoft.com/office/powerpoint/2010/main" val="94426445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Classic Cap">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B1C6480-CBC1-4E06-9BFC-701F80F06D44}"/>
              </a:ext>
            </a:extLst>
          </p:cNvPr>
          <p:cNvPicPr>
            <a:picLocks noChangeAspect="1"/>
          </p:cNvPicPr>
          <p:nvPr userDrawn="1"/>
        </p:nvPicPr>
        <p:blipFill>
          <a:blip r:embed="rId3"/>
          <a:stretch>
            <a:fillRect/>
          </a:stretch>
        </p:blipFill>
        <p:spPr>
          <a:xfrm>
            <a:off x="0" y="0"/>
            <a:ext cx="12192000" cy="6858000"/>
          </a:xfrm>
          <a:prstGeom prst="rect">
            <a:avLst/>
          </a:prstGeom>
        </p:spPr>
      </p:pic>
      <p:grpSp>
        <p:nvGrpSpPr>
          <p:cNvPr id="8" name="Group 37">
            <a:extLst>
              <a:ext uri="{FF2B5EF4-FFF2-40B4-BE49-F238E27FC236}">
                <a16:creationId xmlns:a16="http://schemas.microsoft.com/office/drawing/2014/main" id="{8045CCAE-BD2B-495D-9881-0F2682E7F5DC}"/>
              </a:ext>
            </a:extLst>
          </p:cNvPr>
          <p:cNvGrpSpPr/>
          <p:nvPr userDrawn="1"/>
        </p:nvGrpSpPr>
        <p:grpSpPr>
          <a:xfrm>
            <a:off x="11501102" y="171573"/>
            <a:ext cx="419436" cy="388087"/>
            <a:chOff x="5481638" y="2859088"/>
            <a:chExt cx="1231900" cy="1139825"/>
          </a:xfrm>
          <a:solidFill>
            <a:schemeClr val="bg1"/>
          </a:solidFill>
        </p:grpSpPr>
        <p:sp>
          <p:nvSpPr>
            <p:cNvPr id="9" name="Freeform 320">
              <a:extLst>
                <a:ext uri="{FF2B5EF4-FFF2-40B4-BE49-F238E27FC236}">
                  <a16:creationId xmlns:a16="http://schemas.microsoft.com/office/drawing/2014/main" id="{6A17AE04-922A-4540-99C5-F8D62C3B08E0}"/>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321">
              <a:extLst>
                <a:ext uri="{FF2B5EF4-FFF2-40B4-BE49-F238E27FC236}">
                  <a16:creationId xmlns:a16="http://schemas.microsoft.com/office/drawing/2014/main" id="{DF832F2C-D3A7-4DE5-96EA-08ADD488B23C}"/>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
        <p:nvSpPr>
          <p:cNvPr id="3" name="Date Placeholder 2">
            <a:extLst>
              <a:ext uri="{FF2B5EF4-FFF2-40B4-BE49-F238E27FC236}">
                <a16:creationId xmlns:a16="http://schemas.microsoft.com/office/drawing/2014/main" id="{793789B1-45FE-41D7-AB00-BF9FA7CBE232}"/>
              </a:ext>
            </a:extLst>
          </p:cNvPr>
          <p:cNvSpPr>
            <a:spLocks noGrp="1"/>
          </p:cNvSpPr>
          <p:nvPr>
            <p:ph type="dt" sz="half" idx="10"/>
          </p:nvPr>
        </p:nvSpPr>
        <p:spPr/>
        <p:txBody>
          <a:bodyPr/>
          <a:lstStyle>
            <a:lvl1pPr algn="r">
              <a:defRPr/>
            </a:lvl1pPr>
          </a:lstStyle>
          <a:p>
            <a:pPr>
              <a:spcBef>
                <a:spcPts val="1000"/>
              </a:spcBef>
              <a:buFont typeface="Arial" panose="020B0604020202020204" pitchFamily="34" charset="0"/>
              <a:buNone/>
            </a:pPr>
            <a:r>
              <a:rPr lang="de-DE"/>
              <a:t>© Capgemini Invent 2021. All rights reserved.</a:t>
            </a:r>
            <a:endParaRPr lang="en-US"/>
          </a:p>
        </p:txBody>
      </p:sp>
      <p:sp>
        <p:nvSpPr>
          <p:cNvPr id="6" name="Slide Number Placeholder 5">
            <a:extLst>
              <a:ext uri="{FF2B5EF4-FFF2-40B4-BE49-F238E27FC236}">
                <a16:creationId xmlns:a16="http://schemas.microsoft.com/office/drawing/2014/main" id="{A01F3CCC-A7A2-43F4-B41C-6E884F53F29B}"/>
              </a:ext>
            </a:extLst>
          </p:cNvPr>
          <p:cNvSpPr>
            <a:spLocks noGrp="1"/>
          </p:cNvSpPr>
          <p:nvPr>
            <p:ph type="sldNum" sz="quarter" idx="12"/>
          </p:nvPr>
        </p:nvSpPr>
        <p:spPr/>
        <p:txBody>
          <a:bodyPr/>
          <a:lstStyle>
            <a:lvl1pPr algn="r">
              <a:defRPr/>
            </a:lvl1pPr>
          </a:lstStyle>
          <a:p>
            <a:fld id="{5D9A5160-6218-4E5A-B9E6-B93E3DAE377C}" type="slidenum">
              <a:rPr lang="en-US" smtClean="0"/>
              <a:pPr/>
              <a:t>‹#›</a:t>
            </a:fld>
            <a:endParaRPr lang="en-US"/>
          </a:p>
        </p:txBody>
      </p:sp>
      <p:sp>
        <p:nvSpPr>
          <p:cNvPr id="11" name="Title Placeholder 4">
            <a:extLst>
              <a:ext uri="{FF2B5EF4-FFF2-40B4-BE49-F238E27FC236}">
                <a16:creationId xmlns:a16="http://schemas.microsoft.com/office/drawing/2014/main" id="{F7454237-AC24-4A89-B176-A4E48F6020D0}"/>
              </a:ext>
            </a:extLst>
          </p:cNvPr>
          <p:cNvSpPr>
            <a:spLocks noGrp="1"/>
          </p:cNvSpPr>
          <p:nvPr>
            <p:ph type="title"/>
          </p:nvPr>
        </p:nvSpPr>
        <p:spPr>
          <a:xfrm>
            <a:off x="550863" y="6907"/>
            <a:ext cx="10873877" cy="1127300"/>
          </a:xfrm>
          <a:prstGeom prst="rect">
            <a:avLst/>
          </a:prstGeom>
        </p:spPr>
        <p:txBody>
          <a:bodyPr vert="horz" lIns="0" tIns="180000" rIns="0" bIns="0" rtlCol="0" anchor="t" anchorCtr="0">
            <a:noAutofit/>
          </a:bodyPr>
          <a:lstStyle>
            <a:lvl1pPr>
              <a:defRPr>
                <a:solidFill>
                  <a:schemeClr val="bg1"/>
                </a:solidFill>
                <a:latin typeface="+mj-lt"/>
              </a:defRPr>
            </a:lvl1pPr>
          </a:lstStyle>
          <a:p>
            <a:r>
              <a:rPr lang="en-US"/>
              <a:t>Click to edit Master title style</a:t>
            </a:r>
            <a:endParaRPr lang="de-DE"/>
          </a:p>
        </p:txBody>
      </p:sp>
      <p:sp>
        <p:nvSpPr>
          <p:cNvPr id="12" name="Text Placeholder 9">
            <a:extLst>
              <a:ext uri="{FF2B5EF4-FFF2-40B4-BE49-F238E27FC236}">
                <a16:creationId xmlns:a16="http://schemas.microsoft.com/office/drawing/2014/main" id="{5F942043-0ED4-4362-8DCB-F241572195DD}"/>
              </a:ext>
            </a:extLst>
          </p:cNvPr>
          <p:cNvSpPr>
            <a:spLocks noGrp="1"/>
          </p:cNvSpPr>
          <p:nvPr>
            <p:ph type="body" sz="quarter" idx="15" hasCustomPrompt="1"/>
          </p:nvPr>
        </p:nvSpPr>
        <p:spPr>
          <a:xfrm>
            <a:off x="550200" y="1125538"/>
            <a:ext cx="11090938" cy="246221"/>
          </a:xfrm>
        </p:spPr>
        <p:txBody>
          <a:bodyPr lIns="0">
            <a:spAutoFit/>
          </a:bodyPr>
          <a:lstStyle>
            <a:lvl1pPr>
              <a:defRPr sz="1600" b="1">
                <a:solidFill>
                  <a:schemeClr val="bg1"/>
                </a:solidFill>
                <a:latin typeface="+mj-lt"/>
              </a:defRPr>
            </a:lvl1pPr>
          </a:lstStyle>
          <a:p>
            <a:pPr lvl="0"/>
            <a:r>
              <a:rPr lang="en-US"/>
              <a:t>Click to edit Master text styles</a:t>
            </a:r>
          </a:p>
        </p:txBody>
      </p:sp>
      <p:sp>
        <p:nvSpPr>
          <p:cNvPr id="4" name="Footer Placeholder 3">
            <a:extLst>
              <a:ext uri="{FF2B5EF4-FFF2-40B4-BE49-F238E27FC236}">
                <a16:creationId xmlns:a16="http://schemas.microsoft.com/office/drawing/2014/main" id="{9C8D7CF0-A226-4CF8-8904-8CECDB821FD9}"/>
              </a:ext>
            </a:extLst>
          </p:cNvPr>
          <p:cNvSpPr>
            <a:spLocks noGrp="1"/>
          </p:cNvSpPr>
          <p:nvPr>
            <p:ph type="ftr" sz="quarter" idx="16"/>
          </p:nvPr>
        </p:nvSpPr>
        <p:spPr/>
        <p:txBody>
          <a:bodyPr/>
          <a:lstStyle/>
          <a:p>
            <a:pPr>
              <a:spcBef>
                <a:spcPts val="1000"/>
              </a:spcBef>
              <a:buFont typeface="Arial" panose="020B0604020202020204" pitchFamily="34" charset="0"/>
              <a:buNone/>
            </a:pPr>
            <a:r>
              <a:rPr lang="en-US"/>
              <a:t>NSO Inventive IT </a:t>
            </a:r>
          </a:p>
        </p:txBody>
      </p:sp>
      <p:sp>
        <p:nvSpPr>
          <p:cNvPr id="15" name="TextBox 14">
            <a:extLst>
              <a:ext uri="{FF2B5EF4-FFF2-40B4-BE49-F238E27FC236}">
                <a16:creationId xmlns:a16="http://schemas.microsoft.com/office/drawing/2014/main" id="{097CD63F-7FB7-4D83-875B-1A1A994E6530}"/>
              </a:ext>
            </a:extLst>
          </p:cNvPr>
          <p:cNvSpPr txBox="1"/>
          <p:nvPr userDrawn="1">
            <p:custDataLst>
              <p:tags r:id="rId1"/>
            </p:custDataLst>
          </p:nvPr>
        </p:nvSpPr>
        <p:spPr>
          <a:xfrm>
            <a:off x="8102301" y="6650661"/>
            <a:ext cx="1090042" cy="123111"/>
          </a:xfrm>
          <a:prstGeom prst="rect">
            <a:avLst/>
          </a:prstGeom>
          <a:noFill/>
        </p:spPr>
        <p:txBody>
          <a:bodyPr vert="horz" wrap="none" lIns="0" tIns="0" rIns="0" bIns="0" rtlCol="0" anchor="ctr" anchorCtr="0">
            <a:spAutoFit/>
          </a:bodyPr>
          <a:lstStyle/>
          <a:p>
            <a:pPr algn="r">
              <a:spcBef>
                <a:spcPts val="1000"/>
              </a:spcBef>
              <a:spcAft>
                <a:spcPts val="0"/>
              </a:spcAft>
            </a:pPr>
            <a:r>
              <a:rPr lang="en-GB" sz="800" b="1">
                <a:solidFill>
                  <a:schemeClr val="bg1">
                    <a:lumMod val="65000"/>
                  </a:schemeClr>
                </a:solidFill>
                <a:cs typeface="Times New Roman" pitchFamily="18" charset="0"/>
              </a:rPr>
              <a:t>Company Confidential</a:t>
            </a:r>
            <a:endParaRPr lang="en-GB" sz="800" b="1">
              <a:solidFill>
                <a:schemeClr val="bg1">
                  <a:lumMod val="65000"/>
                </a:schemeClr>
              </a:solidFill>
              <a:ea typeface="Times New Roman" pitchFamily="18" charset="0"/>
              <a:cs typeface="Times New Roman" pitchFamily="18" charset="0"/>
            </a:endParaRPr>
          </a:p>
        </p:txBody>
      </p:sp>
    </p:spTree>
    <p:extLst>
      <p:ext uri="{BB962C8B-B14F-4D97-AF65-F5344CB8AC3E}">
        <p14:creationId xmlns:p14="http://schemas.microsoft.com/office/powerpoint/2010/main" val="125613313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1_Title only">
    <p:bg>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name="think-cell Slide" r:id="rId4" imgW="360" imgH="360" progId="TCLayout.ActiveDocument.1">
                  <p:embed/>
                </p:oleObj>
              </mc:Choice>
              <mc:Fallback>
                <p:oleObj name="think-cell Slide" r:id="rId4" imgW="360" imgH="360" progId="TCLayout.ActiveDocument.1">
                  <p:embed/>
                  <p:pic>
                    <p:nvPicPr>
                      <p:cNvPr id="3" name="Object 2"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custDataLst>
              <p:tags r:id="rId2"/>
            </p:custDataLst>
          </p:nvPr>
        </p:nvSpPr>
        <p:spPr/>
        <p:txBody>
          <a:bodyPr/>
          <a:lstStyle>
            <a:lvl1pPr marL="0" indent="0">
              <a:defRPr>
                <a:latin typeface="+mj-lt"/>
              </a:defRPr>
            </a:lvl1pPr>
          </a:lstStyle>
          <a:p>
            <a:r>
              <a:rPr lang="en-GB"/>
              <a:t>Click to edit Master title style</a:t>
            </a:r>
          </a:p>
        </p:txBody>
      </p:sp>
    </p:spTree>
    <p:extLst>
      <p:ext uri="{BB962C8B-B14F-4D97-AF65-F5344CB8AC3E}">
        <p14:creationId xmlns:p14="http://schemas.microsoft.com/office/powerpoint/2010/main" val="1245404854"/>
      </p:ext>
    </p:extLst>
  </p:cSld>
  <p:clrMapOvr>
    <a:overrideClrMapping bg1="lt1" tx1="dk1" bg2="lt2" tx2="dk2" accent1="accent1" accent2="accent2" accent3="accent3" accent4="accent4" accent5="accent5" accent6="accent6" hlink="hlink" folHlink="folHlink"/>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2_Title only">
    <p:bg>
      <p:bgRef idx="1001">
        <a:schemeClr val="bg1"/>
      </p:bgRef>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lvl1pPr>
              <a:defRPr sz="2800">
                <a:latin typeface="+mj-lt"/>
              </a:defRPr>
            </a:lvl1pPr>
          </a:lstStyle>
          <a:p>
            <a:r>
              <a:rPr lang="fr-FR"/>
              <a:t>Modifiez le style du titre</a:t>
            </a:r>
            <a:endParaRPr lang="en-GB"/>
          </a:p>
        </p:txBody>
      </p:sp>
    </p:spTree>
    <p:extLst>
      <p:ext uri="{BB962C8B-B14F-4D97-AF65-F5344CB8AC3E}">
        <p14:creationId xmlns:p14="http://schemas.microsoft.com/office/powerpoint/2010/main" val="249193808"/>
      </p:ext>
    </p:extLst>
  </p:cSld>
  <p:clrMapOvr>
    <a:overrideClrMapping bg1="lt1" tx1="dk1" bg2="lt2" tx2="dk2" accent1="accent1" accent2="accent2" accent3="accent3" accent4="accent4" accent5="accent5" accent6="accent6" hlink="hlink" folHlink="folHlink"/>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97D50A5-1950-4321-901F-91FBAD6B9029}"/>
              </a:ext>
            </a:extLst>
          </p:cNvPr>
          <p:cNvSpPr>
            <a:spLocks noGrp="1"/>
          </p:cNvSpPr>
          <p:nvPr>
            <p:ph type="title"/>
          </p:nvPr>
        </p:nvSpPr>
        <p:spPr>
          <a:xfrm>
            <a:off x="227349" y="0"/>
            <a:ext cx="11125236" cy="1104900"/>
          </a:xfrm>
        </p:spPr>
        <p:txBody>
          <a:bodyPr/>
          <a:lstStyle>
            <a:lvl1pPr>
              <a:defRPr sz="2800">
                <a:latin typeface="+mj-lt"/>
              </a:defRPr>
            </a:lvl1pPr>
          </a:lstStyle>
          <a:p>
            <a:r>
              <a:rPr lang="en-US"/>
              <a:t>Click to edit Master title style</a:t>
            </a:r>
            <a:endParaRPr lang="en-GB"/>
          </a:p>
        </p:txBody>
      </p:sp>
    </p:spTree>
    <p:extLst>
      <p:ext uri="{BB962C8B-B14F-4D97-AF65-F5344CB8AC3E}">
        <p14:creationId xmlns:p14="http://schemas.microsoft.com/office/powerpoint/2010/main" val="2969237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image" Target="../media/image1.emf"/><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oleObject" Target="../embeddings/oleObject1.bin"/><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tags" Target="../tags/tag1.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52.xml"/><Relationship Id="rId18" Type="http://schemas.openxmlformats.org/officeDocument/2006/relationships/slideLayout" Target="../slideLayouts/slideLayout57.xml"/><Relationship Id="rId26" Type="http://schemas.openxmlformats.org/officeDocument/2006/relationships/slideLayout" Target="../slideLayouts/slideLayout65.xml"/><Relationship Id="rId3" Type="http://schemas.openxmlformats.org/officeDocument/2006/relationships/slideLayout" Target="../slideLayouts/slideLayout42.xml"/><Relationship Id="rId21" Type="http://schemas.openxmlformats.org/officeDocument/2006/relationships/slideLayout" Target="../slideLayouts/slideLayout60.xml"/><Relationship Id="rId34" Type="http://schemas.openxmlformats.org/officeDocument/2006/relationships/tags" Target="../tags/tag1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17" Type="http://schemas.openxmlformats.org/officeDocument/2006/relationships/slideLayout" Target="../slideLayouts/slideLayout56.xml"/><Relationship Id="rId25" Type="http://schemas.openxmlformats.org/officeDocument/2006/relationships/slideLayout" Target="../slideLayouts/slideLayout64.xml"/><Relationship Id="rId33" Type="http://schemas.openxmlformats.org/officeDocument/2006/relationships/theme" Target="../theme/theme3.xml"/><Relationship Id="rId2" Type="http://schemas.openxmlformats.org/officeDocument/2006/relationships/slideLayout" Target="../slideLayouts/slideLayout41.xml"/><Relationship Id="rId16" Type="http://schemas.openxmlformats.org/officeDocument/2006/relationships/slideLayout" Target="../slideLayouts/slideLayout55.xml"/><Relationship Id="rId20" Type="http://schemas.openxmlformats.org/officeDocument/2006/relationships/slideLayout" Target="../slideLayouts/slideLayout59.xml"/><Relationship Id="rId29" Type="http://schemas.openxmlformats.org/officeDocument/2006/relationships/slideLayout" Target="../slideLayouts/slideLayout68.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24" Type="http://schemas.openxmlformats.org/officeDocument/2006/relationships/slideLayout" Target="../slideLayouts/slideLayout63.xml"/><Relationship Id="rId32" Type="http://schemas.openxmlformats.org/officeDocument/2006/relationships/slideLayout" Target="../slideLayouts/slideLayout71.xml"/><Relationship Id="rId5" Type="http://schemas.openxmlformats.org/officeDocument/2006/relationships/slideLayout" Target="../slideLayouts/slideLayout44.xml"/><Relationship Id="rId15" Type="http://schemas.openxmlformats.org/officeDocument/2006/relationships/slideLayout" Target="../slideLayouts/slideLayout54.xml"/><Relationship Id="rId23" Type="http://schemas.openxmlformats.org/officeDocument/2006/relationships/slideLayout" Target="../slideLayouts/slideLayout62.xml"/><Relationship Id="rId28" Type="http://schemas.openxmlformats.org/officeDocument/2006/relationships/slideLayout" Target="../slideLayouts/slideLayout67.xml"/><Relationship Id="rId36" Type="http://schemas.openxmlformats.org/officeDocument/2006/relationships/image" Target="../media/image1.emf"/><Relationship Id="rId10" Type="http://schemas.openxmlformats.org/officeDocument/2006/relationships/slideLayout" Target="../slideLayouts/slideLayout49.xml"/><Relationship Id="rId19" Type="http://schemas.openxmlformats.org/officeDocument/2006/relationships/slideLayout" Target="../slideLayouts/slideLayout58.xml"/><Relationship Id="rId31" Type="http://schemas.openxmlformats.org/officeDocument/2006/relationships/slideLayout" Target="../slideLayouts/slideLayout70.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slideLayout" Target="../slideLayouts/slideLayout53.xml"/><Relationship Id="rId22" Type="http://schemas.openxmlformats.org/officeDocument/2006/relationships/slideLayout" Target="../slideLayouts/slideLayout61.xml"/><Relationship Id="rId27" Type="http://schemas.openxmlformats.org/officeDocument/2006/relationships/slideLayout" Target="../slideLayouts/slideLayout66.xml"/><Relationship Id="rId30" Type="http://schemas.openxmlformats.org/officeDocument/2006/relationships/slideLayout" Target="../slideLayouts/slideLayout69.xml"/><Relationship Id="rId35" Type="http://schemas.openxmlformats.org/officeDocument/2006/relationships/oleObject" Target="../embeddings/oleObject8.bin"/><Relationship Id="rId8" Type="http://schemas.openxmlformats.org/officeDocument/2006/relationships/slideLayout" Target="../slideLayouts/slideLayout4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E3CD48-E64A-B648-0180-F6B9A0E328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19A9EAC-AE5D-FD62-A893-12B68F11EE0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AE8F6F-BB98-10EB-BEB0-ADCEAD1CD06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9C4E682-E9F6-1A4F-BFD5-6C5FA9735697}" type="datetimeFigureOut">
              <a:rPr lang="en-US" smtClean="0"/>
              <a:t>3/12/2024</a:t>
            </a:fld>
            <a:endParaRPr lang="en-US"/>
          </a:p>
        </p:txBody>
      </p:sp>
      <p:sp>
        <p:nvSpPr>
          <p:cNvPr id="5" name="Footer Placeholder 4">
            <a:extLst>
              <a:ext uri="{FF2B5EF4-FFF2-40B4-BE49-F238E27FC236}">
                <a16:creationId xmlns:a16="http://schemas.microsoft.com/office/drawing/2014/main" id="{855D4F6B-829D-9059-DFA1-5E64B1A6BA6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5EC675F-4421-AE00-D11E-A4BF0C86DE3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7EA0CBD-BC52-9D42-84B9-5364E1A8A65B}" type="slidenum">
              <a:rPr lang="en-US" smtClean="0"/>
              <a:t>‹#›</a:t>
            </a:fld>
            <a:endParaRPr lang="en-US"/>
          </a:p>
        </p:txBody>
      </p:sp>
    </p:spTree>
    <p:extLst>
      <p:ext uri="{BB962C8B-B14F-4D97-AF65-F5344CB8AC3E}">
        <p14:creationId xmlns:p14="http://schemas.microsoft.com/office/powerpoint/2010/main" val="33489804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0"/>
            </p:custDataLst>
            <p:extLst>
              <p:ext uri="{D42A27DB-BD31-4B8C-83A1-F6EECF244321}">
                <p14:modId xmlns:p14="http://schemas.microsoft.com/office/powerpoint/2010/main" val="1617870677"/>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1" imgW="270" imgH="270" progId="TCLayout.ActiveDocument.1">
                  <p:embed/>
                </p:oleObj>
              </mc:Choice>
              <mc:Fallback>
                <p:oleObj name="think-cell Slide" r:id="rId31" imgW="270" imgH="270" progId="TCLayout.ActiveDocument.1">
                  <p:embed/>
                  <p:pic>
                    <p:nvPicPr>
                      <p:cNvPr id="21" name="Object 20" hidden="1"/>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 / 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Capgemini Response to LFAB RFP  | 7</a:t>
            </a:r>
            <a:r>
              <a:rPr lang="en-US" sz="700" kern="0" baseline="30000">
                <a:solidFill>
                  <a:srgbClr val="A6A6A6"/>
                </a:solidFill>
                <a:latin typeface="Ubuntu" panose="020B0504030602030204" pitchFamily="34" charset="0"/>
                <a:cs typeface="Arial" panose="020B0604020202020204" pitchFamily="34" charset="0"/>
              </a:rPr>
              <a:t>th</a:t>
            </a:r>
            <a:r>
              <a:rPr lang="en-US" sz="700" kern="0">
                <a:solidFill>
                  <a:srgbClr val="A6A6A6"/>
                </a:solidFill>
                <a:latin typeface="Ubuntu" panose="020B0504030602030204" pitchFamily="34" charset="0"/>
                <a:cs typeface="Arial" panose="020B0604020202020204" pitchFamily="34" charset="0"/>
              </a:rPr>
              <a:t> April, 2022</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2022. All rights reserved  |</a:t>
            </a:r>
          </a:p>
        </p:txBody>
      </p:sp>
    </p:spTree>
    <p:extLst>
      <p:ext uri="{BB962C8B-B14F-4D97-AF65-F5344CB8AC3E}">
        <p14:creationId xmlns:p14="http://schemas.microsoft.com/office/powerpoint/2010/main" val="29565614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4"/>
            </p:custDataLst>
            <p:extLst>
              <p:ext uri="{D42A27DB-BD31-4B8C-83A1-F6EECF244321}">
                <p14:modId xmlns:p14="http://schemas.microsoft.com/office/powerpoint/2010/main" val="3385205361"/>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5" imgW="270" imgH="270" progId="TCLayout.ActiveDocument.1">
                  <p:embed/>
                </p:oleObj>
              </mc:Choice>
              <mc:Fallback>
                <p:oleObj name="think-cell Slide" r:id="rId35" imgW="270" imgH="270" progId="TCLayout.ActiveDocument.1">
                  <p:embed/>
                  <p:pic>
                    <p:nvPicPr>
                      <p:cNvPr id="21" name="Object 20" hidden="1"/>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 / 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Presentation Title  |  Author  |  Date</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Invent 2022. All rights reserved  |</a:t>
            </a:r>
          </a:p>
        </p:txBody>
      </p:sp>
    </p:spTree>
    <p:extLst>
      <p:ext uri="{BB962C8B-B14F-4D97-AF65-F5344CB8AC3E}">
        <p14:creationId xmlns:p14="http://schemas.microsoft.com/office/powerpoint/2010/main" val="4020493730"/>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 id="2147483702" r:id="rId13"/>
    <p:sldLayoutId id="2147483703" r:id="rId14"/>
    <p:sldLayoutId id="2147483704" r:id="rId15"/>
    <p:sldLayoutId id="2147483705" r:id="rId16"/>
    <p:sldLayoutId id="2147483706" r:id="rId17"/>
    <p:sldLayoutId id="2147483707" r:id="rId18"/>
    <p:sldLayoutId id="2147483708" r:id="rId19"/>
    <p:sldLayoutId id="2147483709" r:id="rId20"/>
    <p:sldLayoutId id="2147483710" r:id="rId21"/>
    <p:sldLayoutId id="2147483711" r:id="rId22"/>
    <p:sldLayoutId id="2147483712" r:id="rId23"/>
    <p:sldLayoutId id="2147483713" r:id="rId24"/>
    <p:sldLayoutId id="2147483714" r:id="rId25"/>
    <p:sldLayoutId id="2147483715" r:id="rId26"/>
    <p:sldLayoutId id="2147483716" r:id="rId27"/>
    <p:sldLayoutId id="2147483717" r:id="rId28"/>
    <p:sldLayoutId id="2147483718" r:id="rId29"/>
    <p:sldLayoutId id="2147483719" r:id="rId30"/>
    <p:sldLayoutId id="2147483720" r:id="rId31"/>
    <p:sldLayoutId id="2147483721" r:id="rId32"/>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7" Type="http://schemas.openxmlformats.org/officeDocument/2006/relationships/image" Target="../media/image18.png"/><Relationship Id="rId2" Type="http://schemas.openxmlformats.org/officeDocument/2006/relationships/slideLayout" Target="../slideLayouts/slideLayout43.xml"/><Relationship Id="rId1" Type="http://schemas.openxmlformats.org/officeDocument/2006/relationships/tags" Target="../tags/tag34.xml"/><Relationship Id="rId6" Type="http://schemas.openxmlformats.org/officeDocument/2006/relationships/image" Target="../media/image17.png"/><Relationship Id="rId5" Type="http://schemas.openxmlformats.org/officeDocument/2006/relationships/image" Target="../media/image16.emf"/><Relationship Id="rId4" Type="http://schemas.openxmlformats.org/officeDocument/2006/relationships/oleObject" Target="../embeddings/oleObject17.bin"/></Relationships>
</file>

<file path=ppt/slides/_rels/slide5.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jpeg"/><Relationship Id="rId2" Type="http://schemas.openxmlformats.org/officeDocument/2006/relationships/notesSlide" Target="../notesSlides/notesSlide4.xml"/><Relationship Id="rId1" Type="http://schemas.openxmlformats.org/officeDocument/2006/relationships/slideLayout" Target="../slideLayouts/slideLayout44.xml"/><Relationship Id="rId6" Type="http://schemas.openxmlformats.org/officeDocument/2006/relationships/image" Target="../media/image22.jpe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6.xml.rels><?xml version="1.0" encoding="UTF-8" standalone="yes"?>
<Relationships xmlns="http://schemas.openxmlformats.org/package/2006/relationships"><Relationship Id="rId8" Type="http://schemas.openxmlformats.org/officeDocument/2006/relationships/image" Target="../media/image33.svg"/><Relationship Id="rId3" Type="http://schemas.openxmlformats.org/officeDocument/2006/relationships/image" Target="../media/image28.png"/><Relationship Id="rId7" Type="http://schemas.openxmlformats.org/officeDocument/2006/relationships/image" Target="../media/image32.png"/><Relationship Id="rId12" Type="http://schemas.openxmlformats.org/officeDocument/2006/relationships/image" Target="../media/image37.png"/><Relationship Id="rId2" Type="http://schemas.openxmlformats.org/officeDocument/2006/relationships/notesSlide" Target="../notesSlides/notesSlide5.xml"/><Relationship Id="rId1" Type="http://schemas.openxmlformats.org/officeDocument/2006/relationships/slideLayout" Target="../slideLayouts/slideLayout49.xml"/><Relationship Id="rId6" Type="http://schemas.openxmlformats.org/officeDocument/2006/relationships/image" Target="../media/image31.svg"/><Relationship Id="rId11" Type="http://schemas.openxmlformats.org/officeDocument/2006/relationships/image" Target="../media/image36.png"/><Relationship Id="rId5" Type="http://schemas.openxmlformats.org/officeDocument/2006/relationships/image" Target="../media/image30.png"/><Relationship Id="rId10" Type="http://schemas.openxmlformats.org/officeDocument/2006/relationships/image" Target="../media/image35.svg"/><Relationship Id="rId4" Type="http://schemas.openxmlformats.org/officeDocument/2006/relationships/image" Target="../media/image29.svg"/><Relationship Id="rId9" Type="http://schemas.openxmlformats.org/officeDocument/2006/relationships/image" Target="../media/image34.png"/></Relationships>
</file>

<file path=ppt/slides/_rels/slide7.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png"/><Relationship Id="rId7" Type="http://schemas.openxmlformats.org/officeDocument/2006/relationships/image" Target="../media/image41.svg"/><Relationship Id="rId2" Type="http://schemas.openxmlformats.org/officeDocument/2006/relationships/notesSlide" Target="../notesSlides/notesSlide6.xml"/><Relationship Id="rId1" Type="http://schemas.openxmlformats.org/officeDocument/2006/relationships/slideLayout" Target="../slideLayouts/slideLayout22.xml"/><Relationship Id="rId6" Type="http://schemas.openxmlformats.org/officeDocument/2006/relationships/image" Target="../media/image40.png"/><Relationship Id="rId5" Type="http://schemas.openxmlformats.org/officeDocument/2006/relationships/image" Target="../media/image39.sv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svg"/></Relationships>
</file>

<file path=ppt/slides/_rels/slide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xml"/><Relationship Id="rId1" Type="http://schemas.openxmlformats.org/officeDocument/2006/relationships/slideLayout" Target="../slideLayouts/slideLayout39.xml"/><Relationship Id="rId4" Type="http://schemas.openxmlformats.org/officeDocument/2006/relationships/image" Target="../media/image44.png"/></Relationships>
</file>

<file path=ppt/slides/_rels/slide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8.xml"/><Relationship Id="rId1" Type="http://schemas.openxmlformats.org/officeDocument/2006/relationships/slideLayout" Target="../slideLayouts/slideLayout36.xml"/><Relationship Id="rId6" Type="http://schemas.openxmlformats.org/officeDocument/2006/relationships/image" Target="../media/image44.png"/><Relationship Id="rId5" Type="http://schemas.openxmlformats.org/officeDocument/2006/relationships/image" Target="../media/image37.png"/><Relationship Id="rId4" Type="http://schemas.openxmlformats.org/officeDocument/2006/relationships/image" Target="../media/image46.jpeg"/></Relationships>
</file>

<file path=ppt/slides/_rels/slide10.xml.rels><?xml version="1.0" encoding="UTF-8" standalone="yes"?>
<Relationships xmlns="http://schemas.openxmlformats.org/package/2006/relationships"><Relationship Id="rId26" Type="http://schemas.openxmlformats.org/officeDocument/2006/relationships/diagramColors" Target="../diagrams/colors1.xml"/><Relationship Id="rId21" Type="http://schemas.openxmlformats.org/officeDocument/2006/relationships/image" Target="../media/image64.png"/><Relationship Id="rId42" Type="http://schemas.microsoft.com/office/2007/relationships/diagramDrawing" Target="../diagrams/drawing4.xml"/><Relationship Id="rId47" Type="http://schemas.microsoft.com/office/2007/relationships/diagramDrawing" Target="../diagrams/drawing5.xml"/><Relationship Id="rId63" Type="http://schemas.openxmlformats.org/officeDocument/2006/relationships/diagramData" Target="../diagrams/data9.xml"/><Relationship Id="rId68" Type="http://schemas.openxmlformats.org/officeDocument/2006/relationships/diagramData" Target="../diagrams/data10.xml"/><Relationship Id="rId16" Type="http://schemas.openxmlformats.org/officeDocument/2006/relationships/image" Target="../media/image59.png"/><Relationship Id="rId11" Type="http://schemas.openxmlformats.org/officeDocument/2006/relationships/image" Target="../media/image45.png"/><Relationship Id="rId24" Type="http://schemas.openxmlformats.org/officeDocument/2006/relationships/diagramLayout" Target="../diagrams/layout1.xml"/><Relationship Id="rId32" Type="http://schemas.microsoft.com/office/2007/relationships/diagramDrawing" Target="../diagrams/drawing2.xml"/><Relationship Id="rId37" Type="http://schemas.microsoft.com/office/2007/relationships/diagramDrawing" Target="../diagrams/drawing3.xml"/><Relationship Id="rId40" Type="http://schemas.openxmlformats.org/officeDocument/2006/relationships/diagramQuickStyle" Target="../diagrams/quickStyle4.xml"/><Relationship Id="rId45" Type="http://schemas.openxmlformats.org/officeDocument/2006/relationships/diagramQuickStyle" Target="../diagrams/quickStyle5.xml"/><Relationship Id="rId53" Type="http://schemas.openxmlformats.org/officeDocument/2006/relationships/diagramData" Target="../diagrams/data7.xml"/><Relationship Id="rId58" Type="http://schemas.openxmlformats.org/officeDocument/2006/relationships/diagramData" Target="../diagrams/data8.xml"/><Relationship Id="rId66" Type="http://schemas.openxmlformats.org/officeDocument/2006/relationships/diagramColors" Target="../diagrams/colors9.xml"/><Relationship Id="rId74" Type="http://schemas.openxmlformats.org/officeDocument/2006/relationships/image" Target="../media/image67.png"/><Relationship Id="rId5" Type="http://schemas.openxmlformats.org/officeDocument/2006/relationships/image" Target="../media/image49.png"/><Relationship Id="rId61" Type="http://schemas.openxmlformats.org/officeDocument/2006/relationships/diagramColors" Target="../diagrams/colors8.xml"/><Relationship Id="rId19" Type="http://schemas.openxmlformats.org/officeDocument/2006/relationships/image" Target="../media/image62.png"/><Relationship Id="rId14" Type="http://schemas.openxmlformats.org/officeDocument/2006/relationships/image" Target="../media/image57.png"/><Relationship Id="rId22" Type="http://schemas.openxmlformats.org/officeDocument/2006/relationships/image" Target="../media/image65.png"/><Relationship Id="rId27" Type="http://schemas.microsoft.com/office/2007/relationships/diagramDrawing" Target="../diagrams/drawing1.xml"/><Relationship Id="rId30" Type="http://schemas.openxmlformats.org/officeDocument/2006/relationships/diagramQuickStyle" Target="../diagrams/quickStyle2.xml"/><Relationship Id="rId35" Type="http://schemas.openxmlformats.org/officeDocument/2006/relationships/diagramQuickStyle" Target="../diagrams/quickStyle3.xml"/><Relationship Id="rId43" Type="http://schemas.openxmlformats.org/officeDocument/2006/relationships/diagramData" Target="../diagrams/data5.xml"/><Relationship Id="rId48" Type="http://schemas.openxmlformats.org/officeDocument/2006/relationships/diagramData" Target="../diagrams/data6.xml"/><Relationship Id="rId56" Type="http://schemas.openxmlformats.org/officeDocument/2006/relationships/diagramColors" Target="../diagrams/colors7.xml"/><Relationship Id="rId64" Type="http://schemas.openxmlformats.org/officeDocument/2006/relationships/diagramLayout" Target="../diagrams/layout9.xml"/><Relationship Id="rId69" Type="http://schemas.openxmlformats.org/officeDocument/2006/relationships/diagramLayout" Target="../diagrams/layout10.xml"/><Relationship Id="rId77" Type="http://schemas.openxmlformats.org/officeDocument/2006/relationships/image" Target="../media/image68.png"/><Relationship Id="rId8" Type="http://schemas.openxmlformats.org/officeDocument/2006/relationships/image" Target="../media/image52.png"/><Relationship Id="rId51" Type="http://schemas.openxmlformats.org/officeDocument/2006/relationships/diagramColors" Target="../diagrams/colors6.xml"/><Relationship Id="rId72" Type="http://schemas.microsoft.com/office/2007/relationships/diagramDrawing" Target="../diagrams/drawing10.xml"/><Relationship Id="rId3" Type="http://schemas.openxmlformats.org/officeDocument/2006/relationships/image" Target="../media/image47.png"/><Relationship Id="rId12" Type="http://schemas.openxmlformats.org/officeDocument/2006/relationships/image" Target="../media/image55.png"/><Relationship Id="rId17" Type="http://schemas.openxmlformats.org/officeDocument/2006/relationships/image" Target="../media/image60.jpeg"/><Relationship Id="rId25" Type="http://schemas.openxmlformats.org/officeDocument/2006/relationships/diagramQuickStyle" Target="../diagrams/quickStyle1.xml"/><Relationship Id="rId33" Type="http://schemas.openxmlformats.org/officeDocument/2006/relationships/diagramData" Target="../diagrams/data3.xml"/><Relationship Id="rId38" Type="http://schemas.openxmlformats.org/officeDocument/2006/relationships/diagramData" Target="../diagrams/data4.xml"/><Relationship Id="rId46" Type="http://schemas.openxmlformats.org/officeDocument/2006/relationships/diagramColors" Target="../diagrams/colors5.xml"/><Relationship Id="rId59" Type="http://schemas.openxmlformats.org/officeDocument/2006/relationships/diagramLayout" Target="../diagrams/layout8.xml"/><Relationship Id="rId67" Type="http://schemas.microsoft.com/office/2007/relationships/diagramDrawing" Target="../diagrams/drawing9.xml"/><Relationship Id="rId20" Type="http://schemas.openxmlformats.org/officeDocument/2006/relationships/image" Target="../media/image63.png"/><Relationship Id="rId41" Type="http://schemas.openxmlformats.org/officeDocument/2006/relationships/diagramColors" Target="../diagrams/colors4.xml"/><Relationship Id="rId54" Type="http://schemas.openxmlformats.org/officeDocument/2006/relationships/diagramLayout" Target="../diagrams/layout7.xml"/><Relationship Id="rId62" Type="http://schemas.microsoft.com/office/2007/relationships/diagramDrawing" Target="../diagrams/drawing8.xml"/><Relationship Id="rId70" Type="http://schemas.openxmlformats.org/officeDocument/2006/relationships/diagramQuickStyle" Target="../diagrams/quickStyle10.xml"/><Relationship Id="rId75" Type="http://schemas.openxmlformats.org/officeDocument/2006/relationships/image" Target="../media/image18.png"/><Relationship Id="rId1" Type="http://schemas.openxmlformats.org/officeDocument/2006/relationships/slideLayout" Target="../slideLayouts/slideLayout49.xml"/><Relationship Id="rId6" Type="http://schemas.openxmlformats.org/officeDocument/2006/relationships/image" Target="../media/image50.png"/><Relationship Id="rId15" Type="http://schemas.openxmlformats.org/officeDocument/2006/relationships/image" Target="../media/image58.png"/><Relationship Id="rId23" Type="http://schemas.openxmlformats.org/officeDocument/2006/relationships/diagramData" Target="../diagrams/data1.xml"/><Relationship Id="rId28" Type="http://schemas.openxmlformats.org/officeDocument/2006/relationships/diagramData" Target="../diagrams/data2.xml"/><Relationship Id="rId36" Type="http://schemas.openxmlformats.org/officeDocument/2006/relationships/diagramColors" Target="../diagrams/colors3.xml"/><Relationship Id="rId49" Type="http://schemas.openxmlformats.org/officeDocument/2006/relationships/diagramLayout" Target="../diagrams/layout6.xml"/><Relationship Id="rId57" Type="http://schemas.microsoft.com/office/2007/relationships/diagramDrawing" Target="../diagrams/drawing7.xml"/><Relationship Id="rId10" Type="http://schemas.openxmlformats.org/officeDocument/2006/relationships/image" Target="../media/image54.png"/><Relationship Id="rId31" Type="http://schemas.openxmlformats.org/officeDocument/2006/relationships/diagramColors" Target="../diagrams/colors2.xml"/><Relationship Id="rId44" Type="http://schemas.openxmlformats.org/officeDocument/2006/relationships/diagramLayout" Target="../diagrams/layout5.xml"/><Relationship Id="rId52" Type="http://schemas.microsoft.com/office/2007/relationships/diagramDrawing" Target="../diagrams/drawing6.xml"/><Relationship Id="rId60" Type="http://schemas.openxmlformats.org/officeDocument/2006/relationships/diagramQuickStyle" Target="../diagrams/quickStyle8.xml"/><Relationship Id="rId65" Type="http://schemas.openxmlformats.org/officeDocument/2006/relationships/diagramQuickStyle" Target="../diagrams/quickStyle9.xml"/><Relationship Id="rId73" Type="http://schemas.openxmlformats.org/officeDocument/2006/relationships/image" Target="../media/image66.png"/><Relationship Id="rId4" Type="http://schemas.openxmlformats.org/officeDocument/2006/relationships/image" Target="../media/image48.png"/><Relationship Id="rId9" Type="http://schemas.openxmlformats.org/officeDocument/2006/relationships/image" Target="../media/image53.png"/><Relationship Id="rId13" Type="http://schemas.openxmlformats.org/officeDocument/2006/relationships/image" Target="../media/image56.png"/><Relationship Id="rId18" Type="http://schemas.openxmlformats.org/officeDocument/2006/relationships/image" Target="../media/image61.png"/><Relationship Id="rId39" Type="http://schemas.openxmlformats.org/officeDocument/2006/relationships/diagramLayout" Target="../diagrams/layout4.xml"/><Relationship Id="rId34" Type="http://schemas.openxmlformats.org/officeDocument/2006/relationships/diagramLayout" Target="../diagrams/layout3.xml"/><Relationship Id="rId50" Type="http://schemas.openxmlformats.org/officeDocument/2006/relationships/diagramQuickStyle" Target="../diagrams/quickStyle6.xml"/><Relationship Id="rId55" Type="http://schemas.openxmlformats.org/officeDocument/2006/relationships/diagramQuickStyle" Target="../diagrams/quickStyle7.xml"/><Relationship Id="rId76" Type="http://schemas.openxmlformats.org/officeDocument/2006/relationships/image" Target="../media/image37.png"/><Relationship Id="rId7" Type="http://schemas.openxmlformats.org/officeDocument/2006/relationships/image" Target="../media/image51.png"/><Relationship Id="rId71" Type="http://schemas.openxmlformats.org/officeDocument/2006/relationships/diagramColors" Target="../diagrams/colors10.xml"/><Relationship Id="rId2" Type="http://schemas.openxmlformats.org/officeDocument/2006/relationships/notesSlide" Target="../notesSlides/notesSlide9.xml"/><Relationship Id="rId29"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10.xml"/><Relationship Id="rId1" Type="http://schemas.openxmlformats.org/officeDocument/2006/relationships/slideLayout" Target="../slideLayouts/slideLayout70.xml"/><Relationship Id="rId6" Type="http://schemas.openxmlformats.org/officeDocument/2006/relationships/image" Target="../media/image68.png"/><Relationship Id="rId5" Type="http://schemas.openxmlformats.org/officeDocument/2006/relationships/image" Target="../media/image37.png"/><Relationship Id="rId4" Type="http://schemas.openxmlformats.org/officeDocument/2006/relationships/image" Target="../media/image70.gif"/></Relationships>
</file>

<file path=ppt/slides/_rels/slide12.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71.png"/><Relationship Id="rId7" Type="http://schemas.openxmlformats.org/officeDocument/2006/relationships/image" Target="../media/image37.png"/><Relationship Id="rId2" Type="http://schemas.openxmlformats.org/officeDocument/2006/relationships/notesSlide" Target="../notesSlides/notesSlide11.xml"/><Relationship Id="rId1" Type="http://schemas.openxmlformats.org/officeDocument/2006/relationships/slideLayout" Target="../slideLayouts/slideLayout70.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72.png"/><Relationship Id="rId9" Type="http://schemas.openxmlformats.org/officeDocument/2006/relationships/comments" Target="../comments/comment1.xml"/></Relationships>
</file>

<file path=ppt/slides/_rels/slide13.xml.rels><?xml version="1.0" encoding="UTF-8" standalone="yes"?>
<Relationships xmlns="http://schemas.openxmlformats.org/package/2006/relationships"><Relationship Id="rId8" Type="http://schemas.openxmlformats.org/officeDocument/2006/relationships/comments" Target="../comments/comment2.xml"/><Relationship Id="rId3" Type="http://schemas.openxmlformats.org/officeDocument/2006/relationships/image" Target="../media/image72.png"/><Relationship Id="rId7" Type="http://schemas.openxmlformats.org/officeDocument/2006/relationships/image" Target="../media/image68.png"/><Relationship Id="rId2" Type="http://schemas.openxmlformats.org/officeDocument/2006/relationships/notesSlide" Target="../notesSlides/notesSlide12.xml"/><Relationship Id="rId1" Type="http://schemas.openxmlformats.org/officeDocument/2006/relationships/slideLayout" Target="../slideLayouts/slideLayout71.xml"/><Relationship Id="rId6" Type="http://schemas.openxmlformats.org/officeDocument/2006/relationships/image" Target="../media/image37.png"/><Relationship Id="rId5" Type="http://schemas.openxmlformats.org/officeDocument/2006/relationships/image" Target="../media/image76.svg"/><Relationship Id="rId4" Type="http://schemas.openxmlformats.org/officeDocument/2006/relationships/image" Target="../media/image75.png"/></Relationships>
</file>

<file path=ppt/slides/_rels/slide14.xml.rels><?xml version="1.0" encoding="UTF-8" standalone="yes"?>
<Relationships xmlns="http://schemas.openxmlformats.org/package/2006/relationships"><Relationship Id="rId8" Type="http://schemas.openxmlformats.org/officeDocument/2006/relationships/image" Target="../media/image82.png"/><Relationship Id="rId13" Type="http://schemas.openxmlformats.org/officeDocument/2006/relationships/image" Target="../media/image87.svg"/><Relationship Id="rId3" Type="http://schemas.openxmlformats.org/officeDocument/2006/relationships/image" Target="../media/image77.png"/><Relationship Id="rId7" Type="http://schemas.openxmlformats.org/officeDocument/2006/relationships/image" Target="../media/image81.svg"/><Relationship Id="rId12" Type="http://schemas.openxmlformats.org/officeDocument/2006/relationships/image" Target="../media/image86.png"/><Relationship Id="rId2" Type="http://schemas.openxmlformats.org/officeDocument/2006/relationships/notesSlide" Target="../notesSlides/notesSlide13.xml"/><Relationship Id="rId1" Type="http://schemas.openxmlformats.org/officeDocument/2006/relationships/slideLayout" Target="../slideLayouts/slideLayout49.xml"/><Relationship Id="rId6" Type="http://schemas.openxmlformats.org/officeDocument/2006/relationships/image" Target="../media/image80.png"/><Relationship Id="rId11" Type="http://schemas.openxmlformats.org/officeDocument/2006/relationships/image" Target="../media/image85.svg"/><Relationship Id="rId5" Type="http://schemas.openxmlformats.org/officeDocument/2006/relationships/image" Target="../media/image79.svg"/><Relationship Id="rId15" Type="http://schemas.openxmlformats.org/officeDocument/2006/relationships/image" Target="../media/image68.png"/><Relationship Id="rId10" Type="http://schemas.openxmlformats.org/officeDocument/2006/relationships/image" Target="../media/image84.png"/><Relationship Id="rId4" Type="http://schemas.openxmlformats.org/officeDocument/2006/relationships/image" Target="../media/image78.png"/><Relationship Id="rId9" Type="http://schemas.openxmlformats.org/officeDocument/2006/relationships/image" Target="../media/image83.svg"/><Relationship Id="rId14" Type="http://schemas.openxmlformats.org/officeDocument/2006/relationships/image" Target="../media/image37.png"/></Relationships>
</file>

<file path=ppt/slides/_rels/slide15.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14.xml"/><Relationship Id="rId1" Type="http://schemas.openxmlformats.org/officeDocument/2006/relationships/slideLayout" Target="../slideLayouts/slideLayout49.xml"/><Relationship Id="rId4" Type="http://schemas.openxmlformats.org/officeDocument/2006/relationships/image" Target="../media/image89.png"/></Relationships>
</file>

<file path=ppt/slides/_rels/slide16.xml.rels><?xml version="1.0" encoding="UTF-8" standalone="yes"?>
<Relationships xmlns="http://schemas.openxmlformats.org/package/2006/relationships"><Relationship Id="rId3" Type="http://schemas.openxmlformats.org/officeDocument/2006/relationships/image" Target="../media/image75.png"/><Relationship Id="rId7" Type="http://schemas.openxmlformats.org/officeDocument/2006/relationships/image" Target="../media/image92.png"/><Relationship Id="rId2" Type="http://schemas.openxmlformats.org/officeDocument/2006/relationships/notesSlide" Target="../notesSlides/notesSlide15.xml"/><Relationship Id="rId1" Type="http://schemas.openxmlformats.org/officeDocument/2006/relationships/slideLayout" Target="../slideLayouts/slideLayout49.xml"/><Relationship Id="rId6" Type="http://schemas.openxmlformats.org/officeDocument/2006/relationships/image" Target="../media/image89.png"/><Relationship Id="rId5" Type="http://schemas.openxmlformats.org/officeDocument/2006/relationships/image" Target="../media/image91.png"/><Relationship Id="rId4" Type="http://schemas.openxmlformats.org/officeDocument/2006/relationships/image" Target="../media/image90.svg"/></Relationships>
</file>

<file path=ppt/slides/_rels/slide1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16.xml"/><Relationship Id="rId1" Type="http://schemas.openxmlformats.org/officeDocument/2006/relationships/slideLayout" Target="../slideLayouts/slideLayout49.xml"/><Relationship Id="rId6" Type="http://schemas.openxmlformats.org/officeDocument/2006/relationships/image" Target="../media/image89.png"/><Relationship Id="rId5" Type="http://schemas.openxmlformats.org/officeDocument/2006/relationships/image" Target="../media/image95.png"/><Relationship Id="rId4" Type="http://schemas.openxmlformats.org/officeDocument/2006/relationships/image" Target="../media/image94.png"/></Relationships>
</file>

<file path=ppt/slides/_rels/slide18.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17.xml"/><Relationship Id="rId1" Type="http://schemas.openxmlformats.org/officeDocument/2006/relationships/slideLayout" Target="../slideLayouts/slideLayout6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50934-760D-D222-25DF-A14D8CB5F283}"/>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DD386A8B-5ACA-0976-0910-069AEA39E04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563757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58B5E0C-26FB-4057-BB27-1CEA1F746759}"/>
              </a:ext>
            </a:extLst>
          </p:cNvPr>
          <p:cNvSpPr>
            <a:spLocks noGrp="1"/>
          </p:cNvSpPr>
          <p:nvPr>
            <p:ph type="title"/>
          </p:nvPr>
        </p:nvSpPr>
        <p:spPr>
          <a:xfrm>
            <a:off x="404813" y="226575"/>
            <a:ext cx="10683993" cy="716711"/>
          </a:xfrm>
        </p:spPr>
        <p:txBody>
          <a:bodyPr vert="horz" lIns="0" tIns="0" rIns="0" bIns="0" rtlCol="0" anchor="t">
            <a:normAutofit/>
          </a:bodyPr>
          <a:lstStyle/>
          <a:p>
            <a:r>
              <a:rPr lang="en-US" sz="2400" b="1" cap="none"/>
              <a:t>High level understanding of track-2 activities across program phases </a:t>
            </a:r>
          </a:p>
        </p:txBody>
      </p:sp>
      <p:sp>
        <p:nvSpPr>
          <p:cNvPr id="8" name="Rectangle 543" descr="© INSCALE GmbH, 26.05.2010&#10;http://www.presentationload.com/">
            <a:extLst>
              <a:ext uri="{FF2B5EF4-FFF2-40B4-BE49-F238E27FC236}">
                <a16:creationId xmlns:a16="http://schemas.microsoft.com/office/drawing/2014/main" id="{2626B819-5E64-4DBE-822E-334B8CD45FFE}"/>
              </a:ext>
            </a:extLst>
          </p:cNvPr>
          <p:cNvSpPr>
            <a:spLocks noChangeArrowheads="1"/>
          </p:cNvSpPr>
          <p:nvPr/>
        </p:nvSpPr>
        <p:spPr bwMode="gray">
          <a:xfrm>
            <a:off x="483932" y="2484221"/>
            <a:ext cx="4805824" cy="3138791"/>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wrap="none" lIns="35981" tIns="108000" rIns="35981" bIns="35981"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FFFFFF"/>
                </a:solidFill>
                <a:effectLst/>
                <a:uLnTx/>
                <a:uFillTx/>
                <a:latin typeface="Ubuntu" panose="020B0504030602030204" pitchFamily="34" charset="0"/>
                <a:ea typeface="Calibri" panose="020F0502020204030204" pitchFamily="34" charset="0"/>
                <a:cs typeface="Times New Roman" panose="02020603050405020304" pitchFamily="18" charset="0"/>
              </a:rPr>
              <a:t>Programme Inception</a:t>
            </a:r>
            <a:endParaRPr kumimoji="0" lang="pt-BR" sz="1100" b="1" i="0" u="none" strike="noStrike" kern="0" cap="none" spc="0" normalizeH="0" baseline="0" noProof="1">
              <a:ln>
                <a:noFill/>
              </a:ln>
              <a:solidFill>
                <a:srgbClr val="FFFFFF"/>
              </a:solidFill>
              <a:effectLst/>
              <a:uLnTx/>
              <a:uFillTx/>
              <a:latin typeface="Ubuntu" panose="020B0504030602030204" pitchFamily="34" charset="0"/>
              <a:ea typeface="+mn-ea"/>
              <a:cs typeface="+mn-cs"/>
            </a:endParaRPr>
          </a:p>
        </p:txBody>
      </p:sp>
      <p:cxnSp>
        <p:nvCxnSpPr>
          <p:cNvPr id="10" name="Straight Arrow Connector 9">
            <a:extLst>
              <a:ext uri="{FF2B5EF4-FFF2-40B4-BE49-F238E27FC236}">
                <a16:creationId xmlns:a16="http://schemas.microsoft.com/office/drawing/2014/main" id="{DED5C640-04D6-49C6-90BC-32BC6D90BD25}"/>
              </a:ext>
            </a:extLst>
          </p:cNvPr>
          <p:cNvCxnSpPr>
            <a:cxnSpLocks/>
          </p:cNvCxnSpPr>
          <p:nvPr/>
        </p:nvCxnSpPr>
        <p:spPr>
          <a:xfrm>
            <a:off x="461589" y="2001162"/>
            <a:ext cx="10947772" cy="0"/>
          </a:xfrm>
          <a:prstGeom prst="straightConnector1">
            <a:avLst/>
          </a:prstGeom>
          <a:ln w="28575">
            <a:solidFill>
              <a:schemeClr val="bg1">
                <a:lumMod val="85000"/>
              </a:schemeClr>
            </a:solidFill>
            <a:tailEnd type="triangle"/>
          </a:ln>
        </p:spPr>
        <p:style>
          <a:lnRef idx="1">
            <a:schemeClr val="dk1"/>
          </a:lnRef>
          <a:fillRef idx="0">
            <a:schemeClr val="dk1"/>
          </a:fillRef>
          <a:effectRef idx="0">
            <a:schemeClr val="dk1"/>
          </a:effectRef>
          <a:fontRef idx="minor">
            <a:schemeClr val="tx1"/>
          </a:fontRef>
        </p:style>
      </p:cxnSp>
      <p:sp>
        <p:nvSpPr>
          <p:cNvPr id="13" name="Rectangle 543" descr="© INSCALE GmbH, 26.05.2010&#10;http://www.presentationload.com/">
            <a:extLst>
              <a:ext uri="{FF2B5EF4-FFF2-40B4-BE49-F238E27FC236}">
                <a16:creationId xmlns:a16="http://schemas.microsoft.com/office/drawing/2014/main" id="{F5F734BD-BAD7-4D71-A919-1497127D401D}"/>
              </a:ext>
            </a:extLst>
          </p:cNvPr>
          <p:cNvSpPr>
            <a:spLocks noChangeArrowheads="1"/>
          </p:cNvSpPr>
          <p:nvPr/>
        </p:nvSpPr>
        <p:spPr bwMode="gray">
          <a:xfrm>
            <a:off x="6902246" y="2484078"/>
            <a:ext cx="4579188" cy="3138791"/>
          </a:xfrm>
          <a:prstGeom prst="homePlate">
            <a:avLst>
              <a:gd name="adj" fmla="val 17334"/>
            </a:avLst>
          </a:prstGeom>
          <a:solidFill>
            <a:schemeClr val="accent2"/>
          </a:solidFill>
          <a:ln>
            <a:noFill/>
          </a:ln>
        </p:spPr>
        <p:style>
          <a:lnRef idx="2">
            <a:schemeClr val="accent2">
              <a:shade val="50000"/>
            </a:schemeClr>
          </a:lnRef>
          <a:fillRef idx="1">
            <a:schemeClr val="accent2"/>
          </a:fillRef>
          <a:effectRef idx="0">
            <a:schemeClr val="accent2"/>
          </a:effectRef>
          <a:fontRef idx="minor">
            <a:schemeClr val="lt1"/>
          </a:fontRef>
        </p:style>
        <p:txBody>
          <a:bodyPr wrap="none" lIns="35981" tIns="108000" rIns="35981" bIns="35981"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1">
                <a:ln>
                  <a:noFill/>
                </a:ln>
                <a:solidFill>
                  <a:srgbClr val="FFFFFF"/>
                </a:solidFill>
                <a:effectLst/>
                <a:uLnTx/>
                <a:uFillTx/>
                <a:latin typeface="Ubuntu" panose="020B0504030602030204" pitchFamily="34" charset="0"/>
                <a:ea typeface="+mn-ea"/>
                <a:cs typeface="Times New Roman" panose="02020603050405020304" pitchFamily="18" charset="0"/>
              </a:rPr>
              <a:t>Design and Build</a:t>
            </a:r>
            <a:endParaRPr kumimoji="0" lang="pt-BR" sz="1100" b="1" i="0" u="none" strike="noStrike" kern="0" cap="none" spc="0" normalizeH="0" baseline="0" noProof="1">
              <a:ln>
                <a:noFill/>
              </a:ln>
              <a:solidFill>
                <a:srgbClr val="FFFFFF"/>
              </a:solidFill>
              <a:effectLst/>
              <a:uLnTx/>
              <a:uFillTx/>
              <a:latin typeface="Ubuntu" panose="020B0504030602030204" pitchFamily="34" charset="0"/>
              <a:ea typeface="+mn-ea"/>
              <a:cs typeface="+mn-cs"/>
            </a:endParaRPr>
          </a:p>
        </p:txBody>
      </p:sp>
      <p:sp>
        <p:nvSpPr>
          <p:cNvPr id="18" name="Rectangle 543" descr="© INSCALE GmbH, 26.05.2010&#10;http://www.presentationload.com/">
            <a:extLst>
              <a:ext uri="{FF2B5EF4-FFF2-40B4-BE49-F238E27FC236}">
                <a16:creationId xmlns:a16="http://schemas.microsoft.com/office/drawing/2014/main" id="{3A417B17-1614-49D4-BBD6-42E35B27CE2C}"/>
              </a:ext>
            </a:extLst>
          </p:cNvPr>
          <p:cNvSpPr>
            <a:spLocks noChangeArrowheads="1"/>
          </p:cNvSpPr>
          <p:nvPr/>
        </p:nvSpPr>
        <p:spPr bwMode="gray">
          <a:xfrm>
            <a:off x="5289755" y="2484078"/>
            <a:ext cx="1612491" cy="3138791"/>
          </a:xfrm>
          <a:prstGeom prst="rect">
            <a:avLst/>
          </a:prstGeom>
          <a:gradFill flip="none" rotWithShape="1">
            <a:gsLst>
              <a:gs pos="26000">
                <a:srgbClr val="0070AD"/>
              </a:gs>
              <a:gs pos="100000">
                <a:srgbClr val="12ABDB"/>
              </a:gs>
            </a:gsLst>
            <a:lin ang="0" scaled="1"/>
            <a:tileRect/>
          </a:gradFill>
          <a:ln>
            <a:noFill/>
          </a:ln>
        </p:spPr>
        <p:style>
          <a:lnRef idx="2">
            <a:schemeClr val="accent2">
              <a:shade val="50000"/>
            </a:schemeClr>
          </a:lnRef>
          <a:fillRef idx="1">
            <a:schemeClr val="accent2"/>
          </a:fillRef>
          <a:effectRef idx="0">
            <a:schemeClr val="accent2"/>
          </a:effectRef>
          <a:fontRef idx="minor">
            <a:schemeClr val="lt1"/>
          </a:fontRef>
        </p:style>
        <p:txBody>
          <a:bodyPr wrap="none" lIns="35981" tIns="108000" rIns="35981" bIns="35981"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1100" b="1" i="0" u="none" strike="noStrike" kern="0" cap="none" spc="0" normalizeH="0" baseline="0" noProof="1">
              <a:ln>
                <a:noFill/>
              </a:ln>
              <a:solidFill>
                <a:srgbClr val="FFFFFF"/>
              </a:solidFill>
              <a:effectLst/>
              <a:uLnTx/>
              <a:uFillTx/>
              <a:latin typeface="Ubuntu" panose="020B0504030602030204" pitchFamily="34" charset="0"/>
              <a:ea typeface="+mn-ea"/>
              <a:cs typeface="+mn-cs"/>
            </a:endParaRPr>
          </a:p>
        </p:txBody>
      </p:sp>
      <p:cxnSp>
        <p:nvCxnSpPr>
          <p:cNvPr id="20" name="Straight Arrow Connector 19">
            <a:extLst>
              <a:ext uri="{FF2B5EF4-FFF2-40B4-BE49-F238E27FC236}">
                <a16:creationId xmlns:a16="http://schemas.microsoft.com/office/drawing/2014/main" id="{D85F753C-2B99-462F-BD27-FFA3D0A92E95}"/>
              </a:ext>
            </a:extLst>
          </p:cNvPr>
          <p:cNvCxnSpPr>
            <a:cxnSpLocks/>
          </p:cNvCxnSpPr>
          <p:nvPr/>
        </p:nvCxnSpPr>
        <p:spPr>
          <a:xfrm>
            <a:off x="461589" y="5749676"/>
            <a:ext cx="10947772" cy="0"/>
          </a:xfrm>
          <a:prstGeom prst="straightConnector1">
            <a:avLst/>
          </a:prstGeom>
          <a:ln w="28575">
            <a:solidFill>
              <a:schemeClr val="bg1">
                <a:lumMod val="85000"/>
              </a:schemeClr>
            </a:solidFill>
            <a:tailEnd type="triangle"/>
          </a:ln>
        </p:spPr>
        <p:style>
          <a:lnRef idx="1">
            <a:schemeClr val="dk1"/>
          </a:lnRef>
          <a:fillRef idx="0">
            <a:schemeClr val="dk1"/>
          </a:fillRef>
          <a:effectRef idx="0">
            <a:schemeClr val="dk1"/>
          </a:effectRef>
          <a:fontRef idx="minor">
            <a:schemeClr val="tx1"/>
          </a:fontRef>
        </p:style>
      </p:cxnSp>
      <p:sp>
        <p:nvSpPr>
          <p:cNvPr id="21" name="Title 1">
            <a:extLst>
              <a:ext uri="{FF2B5EF4-FFF2-40B4-BE49-F238E27FC236}">
                <a16:creationId xmlns:a16="http://schemas.microsoft.com/office/drawing/2014/main" id="{E4EAE63E-5005-4860-A0DE-7CAEBD00358E}"/>
              </a:ext>
            </a:extLst>
          </p:cNvPr>
          <p:cNvSpPr txBox="1">
            <a:spLocks/>
          </p:cNvSpPr>
          <p:nvPr/>
        </p:nvSpPr>
        <p:spPr>
          <a:xfrm>
            <a:off x="404813" y="1215811"/>
            <a:ext cx="11004548" cy="512826"/>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36000" tIns="36000" rIns="36000" bIns="0" rtlCol="0" anchor="t">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IN" sz="1600" b="0" i="0" u="none" strike="noStrike" kern="1200" cap="none" spc="0" normalizeH="0" baseline="0" noProof="0">
                <a:ln>
                  <a:noFill/>
                </a:ln>
                <a:solidFill>
                  <a:prstClr val="black"/>
                </a:solidFill>
                <a:effectLst/>
                <a:uLnTx/>
                <a:uFillTx/>
                <a:latin typeface="Ubuntu" panose="020B0504030602030204" pitchFamily="34" charset="0"/>
                <a:ea typeface="+mj-ea"/>
                <a:cs typeface="+mj-cs"/>
              </a:rPr>
              <a:t>The activities for delivering Core Transformation in Track-2, spans the Inception Phase and the Build phase, with specific experience &amp; expertise driving the workshops &amp; deliverables </a:t>
            </a:r>
            <a:endParaRPr kumimoji="0" lang="en-IN" sz="1400" b="0" i="0" u="none" strike="noStrike" kern="1200" cap="none" spc="0" normalizeH="0" baseline="0" noProof="0">
              <a:ln>
                <a:noFill/>
              </a:ln>
              <a:solidFill>
                <a:prstClr val="black"/>
              </a:solidFill>
              <a:effectLst/>
              <a:uLnTx/>
              <a:uFillTx/>
              <a:latin typeface="Ubuntu" panose="020B0504030602030204" pitchFamily="34" charset="0"/>
              <a:ea typeface="+mj-ea"/>
              <a:cs typeface="+mj-cs"/>
            </a:endParaRPr>
          </a:p>
        </p:txBody>
      </p:sp>
      <p:sp>
        <p:nvSpPr>
          <p:cNvPr id="22" name="Title 1">
            <a:extLst>
              <a:ext uri="{FF2B5EF4-FFF2-40B4-BE49-F238E27FC236}">
                <a16:creationId xmlns:a16="http://schemas.microsoft.com/office/drawing/2014/main" id="{09FC5E31-A29D-4D32-9230-D5B141181E8B}"/>
              </a:ext>
            </a:extLst>
          </p:cNvPr>
          <p:cNvSpPr txBox="1">
            <a:spLocks/>
          </p:cNvSpPr>
          <p:nvPr/>
        </p:nvSpPr>
        <p:spPr>
          <a:xfrm>
            <a:off x="483931" y="5995335"/>
            <a:ext cx="5718905" cy="512826"/>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36000" tIns="36000" rIns="36000" bIns="0" rtlCol="0" anchor="t">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IN" sz="1050" b="0" i="0" u="none" strike="noStrike" kern="1200" cap="none" spc="0" normalizeH="0" baseline="0" noProof="0">
                <a:ln>
                  <a:noFill/>
                </a:ln>
                <a:solidFill>
                  <a:prstClr val="black"/>
                </a:solidFill>
                <a:effectLst/>
                <a:uLnTx/>
                <a:uFillTx/>
                <a:latin typeface="Ubuntu" panose="020B0504030602030204" pitchFamily="34" charset="0"/>
                <a:ea typeface="+mj-ea"/>
                <a:cs typeface="+mj-cs"/>
              </a:rPr>
              <a:t>A detailed plan for the activities and deliverables for Track-2 is depicted in next slide</a:t>
            </a:r>
            <a:endParaRPr kumimoji="0" lang="en-IN" sz="1000" b="0" i="0" u="none" strike="noStrike" kern="1200" cap="none" spc="0" normalizeH="0" baseline="0" noProof="0">
              <a:ln>
                <a:noFill/>
              </a:ln>
              <a:solidFill>
                <a:prstClr val="black"/>
              </a:solidFill>
              <a:effectLst/>
              <a:uLnTx/>
              <a:uFillTx/>
              <a:latin typeface="Ubuntu" panose="020B0504030602030204" pitchFamily="34" charset="0"/>
              <a:ea typeface="+mj-ea"/>
              <a:cs typeface="+mj-cs"/>
            </a:endParaRPr>
          </a:p>
        </p:txBody>
      </p:sp>
      <p:sp>
        <p:nvSpPr>
          <p:cNvPr id="23" name="TextBox 22">
            <a:extLst>
              <a:ext uri="{FF2B5EF4-FFF2-40B4-BE49-F238E27FC236}">
                <a16:creationId xmlns:a16="http://schemas.microsoft.com/office/drawing/2014/main" id="{01C35F48-C40C-43D3-900E-28F7B42BD3E3}"/>
              </a:ext>
            </a:extLst>
          </p:cNvPr>
          <p:cNvSpPr txBox="1"/>
          <p:nvPr/>
        </p:nvSpPr>
        <p:spPr>
          <a:xfrm>
            <a:off x="952106" y="2959616"/>
            <a:ext cx="4337647" cy="2517533"/>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100" b="1" i="0" u="none" strike="noStrike" kern="1200" cap="none" spc="0" normalizeH="0" baseline="0" noProof="0">
                <a:ln>
                  <a:noFill/>
                </a:ln>
                <a:solidFill>
                  <a:srgbClr val="FFFFFF"/>
                </a:solidFill>
                <a:effectLst/>
                <a:uLnTx/>
                <a:uFillTx/>
                <a:latin typeface="Ubuntu"/>
                <a:ea typeface="+mn-ea"/>
                <a:cs typeface="+mn-cs"/>
              </a:rPr>
              <a:t>Supports Technical &amp; Platform expertise to Track-1</a:t>
            </a:r>
          </a:p>
          <a:p>
            <a:pPr marL="228600" marR="0" lvl="0" indent="-228600" algn="l" defTabSz="914400" rtl="0" eaLnBrk="1" fontAlgn="auto" latinLnBrk="0" hangingPunct="1">
              <a:lnSpc>
                <a:spcPct val="120000"/>
              </a:lnSpc>
              <a:spcBef>
                <a:spcPts val="0"/>
              </a:spcBef>
              <a:spcAft>
                <a:spcPts val="0"/>
              </a:spcAft>
              <a:buClrTx/>
              <a:buSzTx/>
              <a:buFontTx/>
              <a:buAutoNum type="arabicPeriod"/>
              <a:tabLst/>
              <a:defRPr/>
            </a:pPr>
            <a:r>
              <a:rPr kumimoji="0" lang="en-US" sz="1100" b="0" i="0" u="none" strike="noStrike" kern="1200" cap="none" spc="0" normalizeH="0" baseline="0" noProof="0">
                <a:ln>
                  <a:noFill/>
                </a:ln>
                <a:solidFill>
                  <a:srgbClr val="FFFFFF"/>
                </a:solidFill>
                <a:effectLst/>
                <a:uLnTx/>
                <a:uFillTx/>
                <a:latin typeface="Ubuntu"/>
                <a:ea typeface="+mn-ea"/>
                <a:cs typeface="+mn-cs"/>
              </a:rPr>
              <a:t>Assist with APD &amp; Platform Product Model setup</a:t>
            </a:r>
          </a:p>
          <a:p>
            <a:pPr marL="228600" marR="0" lvl="0" indent="-228600" algn="l" defTabSz="914400" rtl="0" eaLnBrk="1" fontAlgn="auto" latinLnBrk="0" hangingPunct="1">
              <a:lnSpc>
                <a:spcPct val="120000"/>
              </a:lnSpc>
              <a:spcBef>
                <a:spcPts val="0"/>
              </a:spcBef>
              <a:spcAft>
                <a:spcPts val="0"/>
              </a:spcAft>
              <a:buClrTx/>
              <a:buSzTx/>
              <a:buFontTx/>
              <a:buAutoNum type="arabicPeriod"/>
              <a:tabLst/>
              <a:defRPr/>
            </a:pPr>
            <a:r>
              <a:rPr kumimoji="0" lang="en-US" sz="1100" b="0" i="0" u="none" strike="noStrike" kern="1200" cap="none" spc="0" normalizeH="0" baseline="0" noProof="0">
                <a:ln>
                  <a:noFill/>
                </a:ln>
                <a:solidFill>
                  <a:srgbClr val="FFFFFF"/>
                </a:solidFill>
                <a:effectLst/>
                <a:uLnTx/>
                <a:uFillTx/>
                <a:latin typeface="Ubuntu"/>
                <a:ea typeface="+mn-ea"/>
                <a:cs typeface="+mn-cs"/>
              </a:rPr>
              <a:t>Assist Process design with technical inputs on integrations, data, digital etc.</a:t>
            </a:r>
          </a:p>
          <a:p>
            <a:pPr marL="228600" marR="0" lvl="0" indent="-228600" algn="l" defTabSz="914400" rtl="0" eaLnBrk="1" fontAlgn="auto" latinLnBrk="0" hangingPunct="1">
              <a:lnSpc>
                <a:spcPct val="120000"/>
              </a:lnSpc>
              <a:spcBef>
                <a:spcPts val="0"/>
              </a:spcBef>
              <a:spcAft>
                <a:spcPts val="0"/>
              </a:spcAft>
              <a:buClrTx/>
              <a:buSzTx/>
              <a:buFontTx/>
              <a:buAutoNum type="arabicPeriod"/>
              <a:tabLst/>
              <a:defRPr/>
            </a:pPr>
            <a:r>
              <a:rPr kumimoji="0" lang="en-US" sz="1100" b="0" i="0" u="none" strike="noStrike" kern="1200" cap="none" spc="0" normalizeH="0" baseline="0" noProof="0">
                <a:ln>
                  <a:noFill/>
                </a:ln>
                <a:solidFill>
                  <a:srgbClr val="FFFFFF"/>
                </a:solidFill>
                <a:effectLst/>
                <a:uLnTx/>
                <a:uFillTx/>
                <a:latin typeface="Ubuntu"/>
                <a:ea typeface="+mn-ea"/>
                <a:cs typeface="+mn-cs"/>
              </a:rPr>
              <a:t>Guide on OOTB conformance (Config vs Custom)</a:t>
            </a:r>
          </a:p>
          <a:p>
            <a:pPr marL="228600" marR="0" lvl="0" indent="-228600" algn="l" defTabSz="914400" rtl="0" eaLnBrk="1" fontAlgn="auto" latinLnBrk="0" hangingPunct="1">
              <a:lnSpc>
                <a:spcPct val="120000"/>
              </a:lnSpc>
              <a:spcBef>
                <a:spcPts val="0"/>
              </a:spcBef>
              <a:spcAft>
                <a:spcPts val="0"/>
              </a:spcAft>
              <a:buClrTx/>
              <a:buSzTx/>
              <a:buFontTx/>
              <a:buAutoNum type="arabicPeriod"/>
              <a:tabLst/>
              <a:defRPr/>
            </a:pPr>
            <a:r>
              <a:rPr kumimoji="0" lang="en-US" sz="1100" b="0" i="0" u="none" strike="noStrike" kern="1200" cap="none" spc="0" normalizeH="0" baseline="0" noProof="0">
                <a:ln>
                  <a:noFill/>
                </a:ln>
                <a:solidFill>
                  <a:srgbClr val="FFFFFF"/>
                </a:solidFill>
                <a:effectLst/>
                <a:uLnTx/>
                <a:uFillTx/>
                <a:latin typeface="Ubuntu"/>
                <a:ea typeface="+mn-ea"/>
                <a:cs typeface="+mn-cs"/>
              </a:rPr>
              <a:t>Identify big ticket items and that deviate build principles</a:t>
            </a:r>
          </a:p>
          <a:p>
            <a:pPr marL="228600" marR="0" lvl="0" indent="-228600" algn="l" defTabSz="914400" rtl="0" eaLnBrk="1" fontAlgn="auto" latinLnBrk="0" hangingPunct="1">
              <a:lnSpc>
                <a:spcPct val="120000"/>
              </a:lnSpc>
              <a:spcBef>
                <a:spcPts val="0"/>
              </a:spcBef>
              <a:spcAft>
                <a:spcPts val="0"/>
              </a:spcAft>
              <a:buClrTx/>
              <a:buSzTx/>
              <a:buFontTx/>
              <a:buAutoNum type="arabicPeriod"/>
              <a:tabLst/>
              <a:defRPr/>
            </a:pPr>
            <a:r>
              <a:rPr kumimoji="0" lang="en-US" sz="1100" b="0" i="0" u="none" strike="noStrike" kern="1200" cap="none" spc="0" normalizeH="0" baseline="0" noProof="0">
                <a:ln>
                  <a:noFill/>
                </a:ln>
                <a:solidFill>
                  <a:srgbClr val="FFFFFF"/>
                </a:solidFill>
                <a:effectLst/>
                <a:uLnTx/>
                <a:uFillTx/>
                <a:latin typeface="Ubuntu"/>
                <a:ea typeface="+mn-ea"/>
                <a:cs typeface="+mn-cs"/>
              </a:rPr>
              <a:t>Build Integration mapping &amp; inventory including HLAPs</a:t>
            </a:r>
          </a:p>
          <a:p>
            <a:pPr marL="228600" marR="0" lvl="0" indent="-228600" algn="l" defTabSz="914400" rtl="0" eaLnBrk="1" fontAlgn="auto" latinLnBrk="0" hangingPunct="1">
              <a:lnSpc>
                <a:spcPct val="120000"/>
              </a:lnSpc>
              <a:spcBef>
                <a:spcPts val="0"/>
              </a:spcBef>
              <a:spcAft>
                <a:spcPts val="0"/>
              </a:spcAft>
              <a:buClrTx/>
              <a:buSzTx/>
              <a:buFontTx/>
              <a:buAutoNum type="arabicPeriod"/>
              <a:tabLst/>
              <a:defRPr/>
            </a:pPr>
            <a:r>
              <a:rPr kumimoji="0" lang="en-US" sz="1100" b="0" i="0" u="none" strike="noStrike" kern="1200" cap="none" spc="0" normalizeH="0" baseline="0" noProof="0">
                <a:ln>
                  <a:noFill/>
                </a:ln>
                <a:solidFill>
                  <a:srgbClr val="FFFFFF"/>
                </a:solidFill>
                <a:effectLst/>
                <a:uLnTx/>
                <a:uFillTx/>
                <a:latin typeface="Ubuntu"/>
                <a:ea typeface="+mn-ea"/>
                <a:cs typeface="+mn-cs"/>
              </a:rPr>
              <a:t>Provide guidance on foundation elements, specific to integrations, BillingCenter, to drive reuse with releases</a:t>
            </a:r>
          </a:p>
          <a:p>
            <a:pPr marL="228600" marR="0" lvl="0" indent="-228600" algn="l" defTabSz="914400" rtl="0" eaLnBrk="1" fontAlgn="auto" latinLnBrk="0" hangingPunct="1">
              <a:lnSpc>
                <a:spcPct val="120000"/>
              </a:lnSpc>
              <a:spcBef>
                <a:spcPts val="0"/>
              </a:spcBef>
              <a:spcAft>
                <a:spcPts val="0"/>
              </a:spcAft>
              <a:buClrTx/>
              <a:buSzTx/>
              <a:buFontTx/>
              <a:buAutoNum type="arabicPeriod"/>
              <a:tabLst/>
              <a:defRPr/>
            </a:pPr>
            <a:r>
              <a:rPr kumimoji="0" lang="en-US" sz="1100" b="0" i="0" u="none" strike="noStrike" kern="1200" cap="none" spc="0" normalizeH="0" baseline="0" noProof="0">
                <a:ln>
                  <a:noFill/>
                </a:ln>
                <a:solidFill>
                  <a:srgbClr val="FFFFFF"/>
                </a:solidFill>
                <a:effectLst/>
                <a:uLnTx/>
                <a:uFillTx/>
                <a:latin typeface="Ubuntu"/>
                <a:ea typeface="+mn-ea"/>
                <a:cs typeface="+mn-cs"/>
              </a:rPr>
              <a:t>Setup Data and Test Strategies.</a:t>
            </a:r>
          </a:p>
          <a:p>
            <a:pPr marL="228600" marR="0" lvl="0" indent="-228600" algn="l" defTabSz="914400" rtl="0" eaLnBrk="1" fontAlgn="auto" latinLnBrk="0" hangingPunct="1">
              <a:lnSpc>
                <a:spcPct val="120000"/>
              </a:lnSpc>
              <a:spcBef>
                <a:spcPts val="0"/>
              </a:spcBef>
              <a:spcAft>
                <a:spcPts val="0"/>
              </a:spcAft>
              <a:buClrTx/>
              <a:buSzTx/>
              <a:buFontTx/>
              <a:buAutoNum type="arabicPeriod"/>
              <a:tabLst/>
              <a:defRPr/>
            </a:pPr>
            <a:r>
              <a:rPr kumimoji="0" lang="en-US" sz="1100" b="0" i="0" u="none" strike="noStrike" kern="1200" cap="none" spc="0" normalizeH="0" baseline="0" noProof="0">
                <a:ln>
                  <a:noFill/>
                </a:ln>
                <a:solidFill>
                  <a:srgbClr val="FFFFFF"/>
                </a:solidFill>
                <a:effectLst/>
                <a:uLnTx/>
                <a:uFillTx/>
                <a:latin typeface="Ubuntu"/>
                <a:ea typeface="+mn-ea"/>
                <a:cs typeface="+mn-cs"/>
              </a:rPr>
              <a:t>Enable Automation &amp; Interoperability</a:t>
            </a:r>
          </a:p>
        </p:txBody>
      </p:sp>
      <p:sp>
        <p:nvSpPr>
          <p:cNvPr id="24" name="TextBox 23">
            <a:extLst>
              <a:ext uri="{FF2B5EF4-FFF2-40B4-BE49-F238E27FC236}">
                <a16:creationId xmlns:a16="http://schemas.microsoft.com/office/drawing/2014/main" id="{184C071E-5A48-483C-9DC3-2BF5F615791D}"/>
              </a:ext>
            </a:extLst>
          </p:cNvPr>
          <p:cNvSpPr txBox="1"/>
          <p:nvPr/>
        </p:nvSpPr>
        <p:spPr>
          <a:xfrm>
            <a:off x="6751159" y="2959616"/>
            <a:ext cx="4337647" cy="221421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100" b="1" i="0" u="none" strike="noStrike" kern="1200" cap="none" spc="0" normalizeH="0" baseline="0" noProof="0">
                <a:ln>
                  <a:noFill/>
                </a:ln>
                <a:solidFill>
                  <a:srgbClr val="FFFFFF"/>
                </a:solidFill>
                <a:effectLst/>
                <a:uLnTx/>
                <a:uFillTx/>
                <a:latin typeface="Ubuntu"/>
                <a:ea typeface="+mn-ea"/>
                <a:cs typeface="+mn-cs"/>
              </a:rPr>
              <a:t>Build Core based on backlog &amp; design</a:t>
            </a:r>
          </a:p>
          <a:p>
            <a:pPr marL="228600" marR="0" lvl="0" indent="-228600" algn="l" defTabSz="914400" rtl="0" eaLnBrk="1" fontAlgn="auto" latinLnBrk="0" hangingPunct="1">
              <a:lnSpc>
                <a:spcPct val="120000"/>
              </a:lnSpc>
              <a:spcBef>
                <a:spcPts val="0"/>
              </a:spcBef>
              <a:spcAft>
                <a:spcPts val="0"/>
              </a:spcAft>
              <a:buClrTx/>
              <a:buSzTx/>
              <a:buFontTx/>
              <a:buAutoNum type="arabicPeriod"/>
              <a:tabLst/>
              <a:defRPr/>
            </a:pPr>
            <a:r>
              <a:rPr kumimoji="0" lang="en-US" sz="1100" b="0" i="0" u="none" strike="noStrike" kern="1200" cap="none" spc="0" normalizeH="0" baseline="0" noProof="0">
                <a:ln>
                  <a:noFill/>
                </a:ln>
                <a:solidFill>
                  <a:srgbClr val="FFFFFF"/>
                </a:solidFill>
                <a:effectLst/>
                <a:uLnTx/>
                <a:uFillTx/>
                <a:latin typeface="Ubuntu"/>
                <a:ea typeface="+mn-ea"/>
                <a:cs typeface="+mn-cs"/>
              </a:rPr>
              <a:t>Build Digital, Core (Policy / Billing / Claims) functional</a:t>
            </a:r>
          </a:p>
          <a:p>
            <a:pPr marL="228600" marR="0" lvl="0" indent="-228600" algn="l" defTabSz="914400" rtl="0" eaLnBrk="1" fontAlgn="auto" latinLnBrk="0" hangingPunct="1">
              <a:lnSpc>
                <a:spcPct val="120000"/>
              </a:lnSpc>
              <a:spcBef>
                <a:spcPts val="0"/>
              </a:spcBef>
              <a:spcAft>
                <a:spcPts val="0"/>
              </a:spcAft>
              <a:buClrTx/>
              <a:buSzTx/>
              <a:buFontTx/>
              <a:buAutoNum type="arabicPeriod"/>
              <a:tabLst/>
              <a:defRPr/>
            </a:pPr>
            <a:r>
              <a:rPr kumimoji="0" lang="en-US" sz="1100" b="0" i="0" u="none" strike="noStrike" kern="1200" cap="none" spc="0" normalizeH="0" baseline="0" noProof="0">
                <a:ln>
                  <a:noFill/>
                </a:ln>
                <a:solidFill>
                  <a:srgbClr val="FFFFFF"/>
                </a:solidFill>
                <a:effectLst/>
                <a:uLnTx/>
                <a:uFillTx/>
                <a:latin typeface="Ubuntu"/>
                <a:ea typeface="+mn-ea"/>
                <a:cs typeface="+mn-cs"/>
              </a:rPr>
              <a:t>Build Integrations from Core – using APIs</a:t>
            </a:r>
          </a:p>
          <a:p>
            <a:pPr marL="228600" marR="0" lvl="0" indent="-228600" algn="l" defTabSz="914400" rtl="0" eaLnBrk="1" fontAlgn="auto" latinLnBrk="0" hangingPunct="1">
              <a:lnSpc>
                <a:spcPct val="120000"/>
              </a:lnSpc>
              <a:spcBef>
                <a:spcPts val="0"/>
              </a:spcBef>
              <a:spcAft>
                <a:spcPts val="0"/>
              </a:spcAft>
              <a:buClrTx/>
              <a:buSzTx/>
              <a:buFontTx/>
              <a:buAutoNum type="arabicPeriod"/>
              <a:tabLst/>
              <a:defRPr/>
            </a:pPr>
            <a:r>
              <a:rPr kumimoji="0" lang="en-US" sz="1100" b="0" i="0" u="none" strike="noStrike" kern="1200" cap="none" spc="0" normalizeH="0" baseline="0" noProof="0">
                <a:ln>
                  <a:noFill/>
                </a:ln>
                <a:solidFill>
                  <a:srgbClr val="FFFFFF"/>
                </a:solidFill>
                <a:effectLst/>
                <a:uLnTx/>
                <a:uFillTx/>
                <a:latin typeface="Ubuntu"/>
                <a:ea typeface="+mn-ea"/>
                <a:cs typeface="+mn-cs"/>
              </a:rPr>
              <a:t>Integrate Digital Portal with Core</a:t>
            </a:r>
          </a:p>
          <a:p>
            <a:pPr marL="228600" marR="0" lvl="0" indent="-228600" algn="l" defTabSz="914400" rtl="0" eaLnBrk="1" fontAlgn="auto" latinLnBrk="0" hangingPunct="1">
              <a:lnSpc>
                <a:spcPct val="120000"/>
              </a:lnSpc>
              <a:spcBef>
                <a:spcPts val="0"/>
              </a:spcBef>
              <a:spcAft>
                <a:spcPts val="0"/>
              </a:spcAft>
              <a:buClrTx/>
              <a:buSzTx/>
              <a:buFontTx/>
              <a:buAutoNum type="arabicPeriod"/>
              <a:tabLst/>
              <a:defRPr/>
            </a:pPr>
            <a:r>
              <a:rPr kumimoji="0" lang="en-US" sz="1100" b="0" i="0" u="none" strike="noStrike" kern="1200" cap="none" spc="0" normalizeH="0" baseline="0" noProof="0">
                <a:ln>
                  <a:noFill/>
                </a:ln>
                <a:solidFill>
                  <a:srgbClr val="FFFFFF"/>
                </a:solidFill>
                <a:effectLst/>
                <a:uLnTx/>
                <a:uFillTx/>
                <a:latin typeface="Ubuntu"/>
                <a:ea typeface="+mn-ea"/>
                <a:cs typeface="+mn-cs"/>
              </a:rPr>
              <a:t>Perform Manual test on components built</a:t>
            </a:r>
          </a:p>
          <a:p>
            <a:pPr marL="228600" marR="0" lvl="0" indent="-228600" algn="l" defTabSz="914400" rtl="0" eaLnBrk="1" fontAlgn="auto" latinLnBrk="0" hangingPunct="1">
              <a:lnSpc>
                <a:spcPct val="120000"/>
              </a:lnSpc>
              <a:spcBef>
                <a:spcPts val="0"/>
              </a:spcBef>
              <a:spcAft>
                <a:spcPts val="0"/>
              </a:spcAft>
              <a:buClrTx/>
              <a:buSzTx/>
              <a:buFontTx/>
              <a:buAutoNum type="arabicPeriod"/>
              <a:tabLst/>
              <a:defRPr/>
            </a:pPr>
            <a:r>
              <a:rPr kumimoji="0" lang="en-US" sz="1100" b="0" i="0" u="none" strike="noStrike" kern="1200" cap="none" spc="0" normalizeH="0" baseline="0" noProof="0">
                <a:ln>
                  <a:noFill/>
                </a:ln>
                <a:solidFill>
                  <a:srgbClr val="FFFFFF"/>
                </a:solidFill>
                <a:effectLst/>
                <a:uLnTx/>
                <a:uFillTx/>
                <a:latin typeface="Ubuntu"/>
                <a:ea typeface="+mn-ea"/>
                <a:cs typeface="+mn-cs"/>
              </a:rPr>
              <a:t>Build Migration process for Renewals</a:t>
            </a:r>
          </a:p>
          <a:p>
            <a:pPr marL="228600" marR="0" lvl="0" indent="-228600" algn="l" defTabSz="914400" rtl="0" eaLnBrk="1" fontAlgn="auto" latinLnBrk="0" hangingPunct="1">
              <a:lnSpc>
                <a:spcPct val="120000"/>
              </a:lnSpc>
              <a:spcBef>
                <a:spcPts val="0"/>
              </a:spcBef>
              <a:spcAft>
                <a:spcPts val="0"/>
              </a:spcAft>
              <a:buClrTx/>
              <a:buSzTx/>
              <a:buFontTx/>
              <a:buAutoNum type="arabicPeriod"/>
              <a:tabLst/>
              <a:defRPr/>
            </a:pPr>
            <a:r>
              <a:rPr kumimoji="0" lang="en-US" sz="1100" b="0" i="0" u="none" strike="noStrike" kern="1200" cap="none" spc="0" normalizeH="0" baseline="0" noProof="0">
                <a:ln>
                  <a:noFill/>
                </a:ln>
                <a:solidFill>
                  <a:srgbClr val="FFFFFF"/>
                </a:solidFill>
                <a:effectLst/>
                <a:uLnTx/>
                <a:uFillTx/>
                <a:latin typeface="Ubuntu"/>
                <a:ea typeface="+mn-ea"/>
                <a:cs typeface="+mn-cs"/>
              </a:rPr>
              <a:t>Feed DW/BI from Core</a:t>
            </a:r>
          </a:p>
          <a:p>
            <a:pPr marL="228600" marR="0" lvl="0" indent="-228600" algn="l" defTabSz="914400" rtl="0" eaLnBrk="1" fontAlgn="auto" latinLnBrk="0" hangingPunct="1">
              <a:lnSpc>
                <a:spcPct val="120000"/>
              </a:lnSpc>
              <a:spcBef>
                <a:spcPts val="0"/>
              </a:spcBef>
              <a:spcAft>
                <a:spcPts val="0"/>
              </a:spcAft>
              <a:buClrTx/>
              <a:buSzTx/>
              <a:buFontTx/>
              <a:buAutoNum type="arabicPeriod"/>
              <a:tabLst/>
              <a:defRPr/>
            </a:pPr>
            <a:r>
              <a:rPr kumimoji="0" lang="en-US" sz="1100" b="0" i="0" u="none" strike="noStrike" kern="1200" cap="none" spc="0" normalizeH="0" baseline="0" noProof="0">
                <a:ln>
                  <a:noFill/>
                </a:ln>
                <a:solidFill>
                  <a:srgbClr val="FFFFFF"/>
                </a:solidFill>
                <a:effectLst/>
                <a:uLnTx/>
                <a:uFillTx/>
                <a:latin typeface="Ubuntu"/>
                <a:ea typeface="+mn-ea"/>
                <a:cs typeface="+mn-cs"/>
              </a:rPr>
              <a:t>Build Automation Test capabilities</a:t>
            </a:r>
          </a:p>
          <a:p>
            <a:pPr marL="228600" marR="0" lvl="0" indent="-228600" algn="l" defTabSz="914400" rtl="0" eaLnBrk="1" fontAlgn="auto" latinLnBrk="0" hangingPunct="1">
              <a:lnSpc>
                <a:spcPct val="120000"/>
              </a:lnSpc>
              <a:spcBef>
                <a:spcPts val="0"/>
              </a:spcBef>
              <a:spcAft>
                <a:spcPts val="0"/>
              </a:spcAft>
              <a:buClrTx/>
              <a:buSzTx/>
              <a:buFontTx/>
              <a:buAutoNum type="arabicPeriod"/>
              <a:tabLst/>
              <a:defRPr/>
            </a:pPr>
            <a:r>
              <a:rPr kumimoji="0" lang="en-US" sz="1100" b="0" i="0" u="none" strike="noStrike" kern="1200" cap="none" spc="0" normalizeH="0" baseline="0" noProof="0">
                <a:ln>
                  <a:noFill/>
                </a:ln>
                <a:solidFill>
                  <a:srgbClr val="FFFFFF"/>
                </a:solidFill>
                <a:effectLst/>
                <a:uLnTx/>
                <a:uFillTx/>
                <a:latin typeface="Ubuntu"/>
                <a:ea typeface="+mn-ea"/>
                <a:cs typeface="+mn-cs"/>
              </a:rPr>
              <a:t>Support Stabilization &amp; Hypercare </a:t>
            </a:r>
          </a:p>
        </p:txBody>
      </p:sp>
      <p:sp>
        <p:nvSpPr>
          <p:cNvPr id="16" name="Arrow: Chevron 15">
            <a:extLst>
              <a:ext uri="{FF2B5EF4-FFF2-40B4-BE49-F238E27FC236}">
                <a16:creationId xmlns:a16="http://schemas.microsoft.com/office/drawing/2014/main" id="{A6D9E59B-D848-4FC4-942D-EF8454D9B1D8}"/>
              </a:ext>
            </a:extLst>
          </p:cNvPr>
          <p:cNvSpPr/>
          <p:nvPr/>
        </p:nvSpPr>
        <p:spPr>
          <a:xfrm>
            <a:off x="2139885" y="2088201"/>
            <a:ext cx="7598004" cy="374672"/>
          </a:xfrm>
          <a:prstGeom prst="chevron">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1" i="0" u="none" strike="noStrike" kern="1200" cap="none" spc="0" normalizeH="0" baseline="0" noProof="0">
                <a:ln>
                  <a:noFill/>
                </a:ln>
                <a:solidFill>
                  <a:srgbClr val="FFFFFF"/>
                </a:solidFill>
                <a:effectLst/>
                <a:uLnTx/>
                <a:uFillTx/>
                <a:latin typeface="Ubuntu"/>
                <a:ea typeface="+mn-ea"/>
                <a:cs typeface="+mn-cs"/>
              </a:rPr>
              <a:t>Program Phase</a:t>
            </a:r>
          </a:p>
        </p:txBody>
      </p:sp>
    </p:spTree>
    <p:extLst>
      <p:ext uri="{BB962C8B-B14F-4D97-AF65-F5344CB8AC3E}">
        <p14:creationId xmlns:p14="http://schemas.microsoft.com/office/powerpoint/2010/main" val="8815115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FC8D9-6D13-426E-A9B0-0D9071905E5A}"/>
              </a:ext>
            </a:extLst>
          </p:cNvPr>
          <p:cNvSpPr>
            <a:spLocks noGrp="1"/>
          </p:cNvSpPr>
          <p:nvPr>
            <p:ph type="title"/>
          </p:nvPr>
        </p:nvSpPr>
        <p:spPr>
          <a:xfrm>
            <a:off x="448001" y="76183"/>
            <a:ext cx="10947772" cy="716711"/>
          </a:xfrm>
        </p:spPr>
        <p:txBody>
          <a:bodyPr vert="horz" lIns="0" tIns="0" rIns="0" bIns="0" rtlCol="0" anchor="t">
            <a:normAutofit/>
          </a:bodyPr>
          <a:lstStyle/>
          <a:p>
            <a:r>
              <a:rPr lang="en-US" sz="2400" b="1" cap="none"/>
              <a:t>Track-2 HIGH-LEVEL </a:t>
            </a:r>
            <a:r>
              <a:rPr lang="en-US" sz="2400" b="1" cap="none" err="1"/>
              <a:t>programme</a:t>
            </a:r>
            <a:r>
              <a:rPr lang="en-US" sz="2400" b="1" cap="none"/>
              <a:t> Inception activities</a:t>
            </a:r>
            <a:br>
              <a:rPr lang="en-US" sz="2400" b="1" cap="none"/>
            </a:br>
            <a:r>
              <a:rPr lang="en-US" sz="1800" b="1" cap="none"/>
              <a:t>12-week accelerated plan to Define the solution for LÄNSFÖRSÄKRINGAR</a:t>
            </a:r>
            <a:endParaRPr lang="en-US" sz="2400" b="1" cap="none"/>
          </a:p>
        </p:txBody>
      </p:sp>
      <p:graphicFrame>
        <p:nvGraphicFramePr>
          <p:cNvPr id="3" name="Table 2">
            <a:extLst>
              <a:ext uri="{FF2B5EF4-FFF2-40B4-BE49-F238E27FC236}">
                <a16:creationId xmlns:a16="http://schemas.microsoft.com/office/drawing/2014/main" id="{19C1F5E9-5A08-43CA-A0A0-0E16A749371F}"/>
              </a:ext>
            </a:extLst>
          </p:cNvPr>
          <p:cNvGraphicFramePr>
            <a:graphicFrameLocks noGrp="1"/>
          </p:cNvGraphicFramePr>
          <p:nvPr/>
        </p:nvGraphicFramePr>
        <p:xfrm>
          <a:off x="1345404" y="1027806"/>
          <a:ext cx="7549392" cy="5442012"/>
        </p:xfrm>
        <a:graphic>
          <a:graphicData uri="http://schemas.openxmlformats.org/drawingml/2006/table">
            <a:tbl>
              <a:tblPr firstRow="1" bandCol="1">
                <a:tableStyleId>{21E4AEA4-8DFA-4A89-87EB-49C32662AFE0}</a:tableStyleId>
              </a:tblPr>
              <a:tblGrid>
                <a:gridCol w="629116">
                  <a:extLst>
                    <a:ext uri="{9D8B030D-6E8A-4147-A177-3AD203B41FA5}">
                      <a16:colId xmlns:a16="http://schemas.microsoft.com/office/drawing/2014/main" val="2434104519"/>
                    </a:ext>
                  </a:extLst>
                </a:gridCol>
                <a:gridCol w="629116">
                  <a:extLst>
                    <a:ext uri="{9D8B030D-6E8A-4147-A177-3AD203B41FA5}">
                      <a16:colId xmlns:a16="http://schemas.microsoft.com/office/drawing/2014/main" val="2648586674"/>
                    </a:ext>
                  </a:extLst>
                </a:gridCol>
                <a:gridCol w="629116">
                  <a:extLst>
                    <a:ext uri="{9D8B030D-6E8A-4147-A177-3AD203B41FA5}">
                      <a16:colId xmlns:a16="http://schemas.microsoft.com/office/drawing/2014/main" val="2687534431"/>
                    </a:ext>
                  </a:extLst>
                </a:gridCol>
                <a:gridCol w="629116">
                  <a:extLst>
                    <a:ext uri="{9D8B030D-6E8A-4147-A177-3AD203B41FA5}">
                      <a16:colId xmlns:a16="http://schemas.microsoft.com/office/drawing/2014/main" val="2772601554"/>
                    </a:ext>
                  </a:extLst>
                </a:gridCol>
                <a:gridCol w="629116">
                  <a:extLst>
                    <a:ext uri="{9D8B030D-6E8A-4147-A177-3AD203B41FA5}">
                      <a16:colId xmlns:a16="http://schemas.microsoft.com/office/drawing/2014/main" val="1916182580"/>
                    </a:ext>
                  </a:extLst>
                </a:gridCol>
                <a:gridCol w="629116">
                  <a:extLst>
                    <a:ext uri="{9D8B030D-6E8A-4147-A177-3AD203B41FA5}">
                      <a16:colId xmlns:a16="http://schemas.microsoft.com/office/drawing/2014/main" val="1357150914"/>
                    </a:ext>
                  </a:extLst>
                </a:gridCol>
                <a:gridCol w="629116">
                  <a:extLst>
                    <a:ext uri="{9D8B030D-6E8A-4147-A177-3AD203B41FA5}">
                      <a16:colId xmlns:a16="http://schemas.microsoft.com/office/drawing/2014/main" val="2756916824"/>
                    </a:ext>
                  </a:extLst>
                </a:gridCol>
                <a:gridCol w="629116">
                  <a:extLst>
                    <a:ext uri="{9D8B030D-6E8A-4147-A177-3AD203B41FA5}">
                      <a16:colId xmlns:a16="http://schemas.microsoft.com/office/drawing/2014/main" val="1967235476"/>
                    </a:ext>
                  </a:extLst>
                </a:gridCol>
                <a:gridCol w="629116">
                  <a:extLst>
                    <a:ext uri="{9D8B030D-6E8A-4147-A177-3AD203B41FA5}">
                      <a16:colId xmlns:a16="http://schemas.microsoft.com/office/drawing/2014/main" val="330715715"/>
                    </a:ext>
                  </a:extLst>
                </a:gridCol>
                <a:gridCol w="629116">
                  <a:extLst>
                    <a:ext uri="{9D8B030D-6E8A-4147-A177-3AD203B41FA5}">
                      <a16:colId xmlns:a16="http://schemas.microsoft.com/office/drawing/2014/main" val="308209152"/>
                    </a:ext>
                  </a:extLst>
                </a:gridCol>
                <a:gridCol w="629116">
                  <a:extLst>
                    <a:ext uri="{9D8B030D-6E8A-4147-A177-3AD203B41FA5}">
                      <a16:colId xmlns:a16="http://schemas.microsoft.com/office/drawing/2014/main" val="905296055"/>
                    </a:ext>
                  </a:extLst>
                </a:gridCol>
                <a:gridCol w="629116">
                  <a:extLst>
                    <a:ext uri="{9D8B030D-6E8A-4147-A177-3AD203B41FA5}">
                      <a16:colId xmlns:a16="http://schemas.microsoft.com/office/drawing/2014/main" val="649822748"/>
                    </a:ext>
                  </a:extLst>
                </a:gridCol>
              </a:tblGrid>
              <a:tr h="311961">
                <a:tc>
                  <a:txBody>
                    <a:bodyPr/>
                    <a:lstStyle/>
                    <a:p>
                      <a:pPr marL="0" algn="ctr" defTabSz="844029" rtl="0" eaLnBrk="1" fontAlgn="b" latinLnBrk="0" hangingPunct="1"/>
                      <a:r>
                        <a:rPr lang="en-US" sz="1000" b="1" u="none" strike="noStrike" kern="1200">
                          <a:solidFill>
                            <a:srgbClr val="FFFFFF"/>
                          </a:solidFill>
                          <a:effectLst/>
                          <a:latin typeface="+mn-lt"/>
                        </a:rPr>
                        <a:t>01</a:t>
                      </a:r>
                      <a:endParaRPr lang="en-US" sz="1000" b="1" i="0" u="none" strike="noStrike" kern="1200">
                        <a:solidFill>
                          <a:srgbClr val="FFFFFF"/>
                        </a:solidFill>
                        <a:effectLst/>
                        <a:latin typeface="+mn-lt"/>
                        <a:ea typeface="+mn-ea"/>
                        <a:cs typeface="+mn-cs"/>
                      </a:endParaRPr>
                    </a:p>
                  </a:txBody>
                  <a:tcPr marL="0" marR="0" marT="0" marB="0" anchor="ctr">
                    <a:solidFill>
                      <a:schemeClr val="accent1"/>
                    </a:solidFill>
                  </a:tcPr>
                </a:tc>
                <a:tc>
                  <a:txBody>
                    <a:bodyPr/>
                    <a:lstStyle/>
                    <a:p>
                      <a:pPr marL="0" algn="ctr" defTabSz="844029" rtl="0" eaLnBrk="1" fontAlgn="b" latinLnBrk="0" hangingPunct="1"/>
                      <a:r>
                        <a:rPr lang="en-US" sz="1000" b="1" u="none" strike="noStrike" kern="1200">
                          <a:solidFill>
                            <a:srgbClr val="FFFFFF"/>
                          </a:solidFill>
                          <a:effectLst/>
                          <a:latin typeface="+mn-lt"/>
                        </a:rPr>
                        <a:t>02</a:t>
                      </a:r>
                      <a:endParaRPr lang="en-US" sz="1000" b="1" i="0" u="none" strike="noStrike" kern="1200">
                        <a:solidFill>
                          <a:srgbClr val="FFFFFF"/>
                        </a:solidFill>
                        <a:effectLst/>
                        <a:latin typeface="+mn-lt"/>
                        <a:ea typeface="+mn-ea"/>
                        <a:cs typeface="+mn-cs"/>
                      </a:endParaRPr>
                    </a:p>
                  </a:txBody>
                  <a:tcPr marL="0" marR="0" marT="0" marB="0" anchor="ctr">
                    <a:solidFill>
                      <a:schemeClr val="accent1"/>
                    </a:solidFill>
                  </a:tcPr>
                </a:tc>
                <a:tc>
                  <a:txBody>
                    <a:bodyPr/>
                    <a:lstStyle/>
                    <a:p>
                      <a:pPr marL="0" algn="ctr" defTabSz="844029" rtl="0" eaLnBrk="1" fontAlgn="b" latinLnBrk="0" hangingPunct="1"/>
                      <a:r>
                        <a:rPr lang="en-US" sz="1000" b="1" u="none" strike="noStrike" kern="1200">
                          <a:solidFill>
                            <a:srgbClr val="FFFFFF"/>
                          </a:solidFill>
                          <a:effectLst/>
                          <a:latin typeface="+mn-lt"/>
                        </a:rPr>
                        <a:t>03</a:t>
                      </a:r>
                      <a:endParaRPr lang="en-US" sz="1000" b="1" i="0" u="none" strike="noStrike" kern="1200">
                        <a:solidFill>
                          <a:srgbClr val="FFFFFF"/>
                        </a:solidFill>
                        <a:effectLst/>
                        <a:latin typeface="+mn-lt"/>
                        <a:ea typeface="+mn-ea"/>
                        <a:cs typeface="+mn-cs"/>
                      </a:endParaRPr>
                    </a:p>
                  </a:txBody>
                  <a:tcPr marL="0" marR="0" marT="0" marB="0" anchor="ctr">
                    <a:solidFill>
                      <a:schemeClr val="accent1"/>
                    </a:solidFill>
                  </a:tcPr>
                </a:tc>
                <a:tc>
                  <a:txBody>
                    <a:bodyPr/>
                    <a:lstStyle/>
                    <a:p>
                      <a:pPr marL="0" algn="ctr" defTabSz="844029" rtl="0" eaLnBrk="1" fontAlgn="b" latinLnBrk="0" hangingPunct="1"/>
                      <a:r>
                        <a:rPr lang="en-US" sz="1000" b="1" u="none" strike="noStrike" kern="1200">
                          <a:solidFill>
                            <a:srgbClr val="FFFFFF"/>
                          </a:solidFill>
                          <a:effectLst/>
                          <a:latin typeface="+mn-lt"/>
                        </a:rPr>
                        <a:t>04</a:t>
                      </a:r>
                      <a:endParaRPr lang="en-US" sz="1000" b="1" i="0" u="none" strike="noStrike" kern="1200">
                        <a:solidFill>
                          <a:srgbClr val="FFFFFF"/>
                        </a:solidFill>
                        <a:effectLst/>
                        <a:latin typeface="+mn-lt"/>
                        <a:ea typeface="+mn-ea"/>
                        <a:cs typeface="+mn-cs"/>
                      </a:endParaRPr>
                    </a:p>
                  </a:txBody>
                  <a:tcPr marL="0" marR="0" marT="0" marB="0" anchor="ctr">
                    <a:solidFill>
                      <a:schemeClr val="accent1"/>
                    </a:solidFill>
                  </a:tcPr>
                </a:tc>
                <a:tc>
                  <a:txBody>
                    <a:bodyPr/>
                    <a:lstStyle/>
                    <a:p>
                      <a:pPr marL="0" algn="ctr" defTabSz="844029" rtl="0" eaLnBrk="1" fontAlgn="b" latinLnBrk="0" hangingPunct="1"/>
                      <a:r>
                        <a:rPr lang="en-US" sz="1000" b="1" u="none" strike="noStrike" kern="1200">
                          <a:solidFill>
                            <a:srgbClr val="FFFFFF"/>
                          </a:solidFill>
                          <a:effectLst/>
                          <a:latin typeface="+mn-lt"/>
                        </a:rPr>
                        <a:t>05</a:t>
                      </a:r>
                      <a:endParaRPr lang="en-US" sz="1000" b="1" i="0" u="none" strike="noStrike" kern="1200">
                        <a:solidFill>
                          <a:srgbClr val="FFFFFF"/>
                        </a:solidFill>
                        <a:effectLst/>
                        <a:latin typeface="+mn-lt"/>
                        <a:ea typeface="+mn-ea"/>
                        <a:cs typeface="+mn-cs"/>
                      </a:endParaRPr>
                    </a:p>
                  </a:txBody>
                  <a:tcPr marL="0" marR="0" marT="0" marB="0" anchor="ctr">
                    <a:solidFill>
                      <a:schemeClr val="accent1"/>
                    </a:solidFill>
                  </a:tcPr>
                </a:tc>
                <a:tc>
                  <a:txBody>
                    <a:bodyPr/>
                    <a:lstStyle/>
                    <a:p>
                      <a:pPr marL="0" algn="ctr" defTabSz="844029" rtl="0" eaLnBrk="1" fontAlgn="b" latinLnBrk="0" hangingPunct="1"/>
                      <a:r>
                        <a:rPr lang="en-US" sz="1000" b="1" u="none" strike="noStrike" kern="1200">
                          <a:solidFill>
                            <a:srgbClr val="FFFFFF"/>
                          </a:solidFill>
                          <a:effectLst/>
                          <a:latin typeface="+mn-lt"/>
                        </a:rPr>
                        <a:t>06</a:t>
                      </a:r>
                      <a:endParaRPr lang="en-US" sz="1000" b="1" i="0" u="none" strike="noStrike" kern="1200">
                        <a:solidFill>
                          <a:srgbClr val="FFFFFF"/>
                        </a:solidFill>
                        <a:effectLst/>
                        <a:latin typeface="+mn-lt"/>
                        <a:ea typeface="+mn-ea"/>
                        <a:cs typeface="+mn-cs"/>
                      </a:endParaRPr>
                    </a:p>
                  </a:txBody>
                  <a:tcPr marL="0" marR="0" marT="0" marB="0" anchor="ctr">
                    <a:solidFill>
                      <a:schemeClr val="accent1"/>
                    </a:solidFill>
                  </a:tcPr>
                </a:tc>
                <a:tc>
                  <a:txBody>
                    <a:bodyPr/>
                    <a:lstStyle/>
                    <a:p>
                      <a:pPr marL="0" algn="ctr" defTabSz="844029" rtl="0" eaLnBrk="1" fontAlgn="b" latinLnBrk="0" hangingPunct="1"/>
                      <a:r>
                        <a:rPr lang="en-US" sz="1000" b="1" u="none" strike="noStrike" kern="1200">
                          <a:solidFill>
                            <a:srgbClr val="FFFFFF"/>
                          </a:solidFill>
                          <a:effectLst/>
                          <a:latin typeface="+mn-lt"/>
                        </a:rPr>
                        <a:t>07</a:t>
                      </a:r>
                      <a:endParaRPr lang="en-US" sz="1000" b="1" i="0" u="none" strike="noStrike" kern="1200">
                        <a:solidFill>
                          <a:srgbClr val="FFFFFF"/>
                        </a:solidFill>
                        <a:effectLst/>
                        <a:latin typeface="+mn-lt"/>
                        <a:ea typeface="+mn-ea"/>
                        <a:cs typeface="+mn-cs"/>
                      </a:endParaRPr>
                    </a:p>
                  </a:txBody>
                  <a:tcPr marL="0" marR="0" marT="0" marB="0" anchor="ctr">
                    <a:solidFill>
                      <a:schemeClr val="accent1"/>
                    </a:solidFill>
                  </a:tcPr>
                </a:tc>
                <a:tc>
                  <a:txBody>
                    <a:bodyPr/>
                    <a:lstStyle/>
                    <a:p>
                      <a:pPr marL="0" algn="ctr" defTabSz="844029" rtl="0" eaLnBrk="1" fontAlgn="b" latinLnBrk="0" hangingPunct="1"/>
                      <a:r>
                        <a:rPr lang="en-US" sz="1000" b="1" u="none" strike="noStrike" kern="1200">
                          <a:solidFill>
                            <a:srgbClr val="FFFFFF"/>
                          </a:solidFill>
                          <a:effectLst/>
                          <a:latin typeface="+mn-lt"/>
                        </a:rPr>
                        <a:t>08</a:t>
                      </a:r>
                      <a:endParaRPr lang="en-US" sz="1000" b="1" i="0" u="none" strike="noStrike" kern="1200">
                        <a:solidFill>
                          <a:srgbClr val="FFFFFF"/>
                        </a:solidFill>
                        <a:effectLst/>
                        <a:latin typeface="+mn-lt"/>
                        <a:ea typeface="+mn-ea"/>
                        <a:cs typeface="+mn-cs"/>
                      </a:endParaRPr>
                    </a:p>
                  </a:txBody>
                  <a:tcPr marL="0" marR="0" marT="0" marB="0" anchor="ctr">
                    <a:solidFill>
                      <a:schemeClr val="accent1"/>
                    </a:solidFill>
                  </a:tcPr>
                </a:tc>
                <a:tc>
                  <a:txBody>
                    <a:bodyPr/>
                    <a:lstStyle/>
                    <a:p>
                      <a:pPr marL="0" algn="ctr" defTabSz="844029" rtl="0" eaLnBrk="1" fontAlgn="b" latinLnBrk="0" hangingPunct="1"/>
                      <a:r>
                        <a:rPr lang="en-US" sz="1000" b="1" i="0" u="none" strike="noStrike" kern="1200">
                          <a:solidFill>
                            <a:srgbClr val="FFFFFF"/>
                          </a:solidFill>
                          <a:effectLst/>
                          <a:latin typeface="+mn-lt"/>
                          <a:ea typeface="+mn-ea"/>
                          <a:cs typeface="+mn-cs"/>
                        </a:rPr>
                        <a:t>09</a:t>
                      </a:r>
                    </a:p>
                  </a:txBody>
                  <a:tcPr marL="0" marR="0" marT="0" marB="0" anchor="ctr">
                    <a:solidFill>
                      <a:schemeClr val="accent1"/>
                    </a:solidFill>
                  </a:tcPr>
                </a:tc>
                <a:tc>
                  <a:txBody>
                    <a:bodyPr/>
                    <a:lstStyle/>
                    <a:p>
                      <a:pPr marL="0" algn="ctr" defTabSz="844029" rtl="0" eaLnBrk="1" fontAlgn="b" latinLnBrk="0" hangingPunct="1"/>
                      <a:r>
                        <a:rPr lang="en-US" sz="1000" b="1" i="0" u="none" strike="noStrike" kern="1200">
                          <a:solidFill>
                            <a:srgbClr val="FFFFFF"/>
                          </a:solidFill>
                          <a:effectLst/>
                          <a:latin typeface="+mn-lt"/>
                          <a:ea typeface="+mn-ea"/>
                          <a:cs typeface="+mn-cs"/>
                        </a:rPr>
                        <a:t>10</a:t>
                      </a:r>
                    </a:p>
                  </a:txBody>
                  <a:tcPr marL="0" marR="0" marT="0" marB="0" anchor="ctr">
                    <a:solidFill>
                      <a:schemeClr val="accent1"/>
                    </a:solidFill>
                  </a:tcPr>
                </a:tc>
                <a:tc>
                  <a:txBody>
                    <a:bodyPr/>
                    <a:lstStyle/>
                    <a:p>
                      <a:pPr marL="0" algn="ctr" defTabSz="844029" rtl="0" eaLnBrk="1" fontAlgn="b" latinLnBrk="0" hangingPunct="1"/>
                      <a:r>
                        <a:rPr lang="en-US" sz="1000" b="1" i="0" u="none" strike="noStrike" kern="1200">
                          <a:solidFill>
                            <a:srgbClr val="FFFFFF"/>
                          </a:solidFill>
                          <a:effectLst/>
                          <a:latin typeface="+mn-lt"/>
                          <a:ea typeface="+mn-ea"/>
                          <a:cs typeface="+mn-cs"/>
                        </a:rPr>
                        <a:t>11</a:t>
                      </a:r>
                    </a:p>
                  </a:txBody>
                  <a:tcPr marL="0" marR="0" marT="0" marB="0" anchor="ctr">
                    <a:solidFill>
                      <a:schemeClr val="accent1"/>
                    </a:solidFill>
                  </a:tcPr>
                </a:tc>
                <a:tc>
                  <a:txBody>
                    <a:bodyPr/>
                    <a:lstStyle/>
                    <a:p>
                      <a:pPr marL="0" algn="ctr" defTabSz="844029" rtl="0" eaLnBrk="1" fontAlgn="b" latinLnBrk="0" hangingPunct="1"/>
                      <a:r>
                        <a:rPr lang="en-US" sz="1000" b="1" i="0" u="none" strike="noStrike" kern="1200">
                          <a:solidFill>
                            <a:srgbClr val="FFFFFF"/>
                          </a:solidFill>
                          <a:effectLst/>
                          <a:latin typeface="+mn-lt"/>
                          <a:ea typeface="+mn-ea"/>
                          <a:cs typeface="+mn-cs"/>
                        </a:rPr>
                        <a:t>12</a:t>
                      </a:r>
                    </a:p>
                  </a:txBody>
                  <a:tcPr marL="0" marR="0" marT="0" marB="0" anchor="ctr">
                    <a:solidFill>
                      <a:schemeClr val="accent1"/>
                    </a:solidFill>
                  </a:tcPr>
                </a:tc>
                <a:extLst>
                  <a:ext uri="{0D108BD9-81ED-4DB2-BD59-A6C34878D82A}">
                    <a16:rowId xmlns:a16="http://schemas.microsoft.com/office/drawing/2014/main" val="1966925492"/>
                  </a:ext>
                </a:extLst>
              </a:tr>
              <a:tr h="5130051">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833775156"/>
                  </a:ext>
                </a:extLst>
              </a:tr>
            </a:tbl>
          </a:graphicData>
        </a:graphic>
      </p:graphicFrame>
      <p:sp>
        <p:nvSpPr>
          <p:cNvPr id="4" name="Arrow: Pentagon 3">
            <a:extLst>
              <a:ext uri="{FF2B5EF4-FFF2-40B4-BE49-F238E27FC236}">
                <a16:creationId xmlns:a16="http://schemas.microsoft.com/office/drawing/2014/main" id="{8D9FD191-504D-4058-9564-9C5838EDAE8E}"/>
              </a:ext>
            </a:extLst>
          </p:cNvPr>
          <p:cNvSpPr/>
          <p:nvPr/>
        </p:nvSpPr>
        <p:spPr>
          <a:xfrm>
            <a:off x="1738062" y="1854400"/>
            <a:ext cx="6529118" cy="220125"/>
          </a:xfrm>
          <a:prstGeom prst="homePlate">
            <a:avLst>
              <a:gd name="adj" fmla="val 9707"/>
            </a:avLst>
          </a:prstGeom>
          <a:solidFill>
            <a:schemeClr val="accent1">
              <a:lumMod val="75000"/>
            </a:schemeClr>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Business Capabilities &amp; Data Gathering – Build Program &amp; Release Backlogs</a:t>
            </a:r>
          </a:p>
        </p:txBody>
      </p:sp>
      <p:sp>
        <p:nvSpPr>
          <p:cNvPr id="5" name="Arrow: Pentagon 4">
            <a:extLst>
              <a:ext uri="{FF2B5EF4-FFF2-40B4-BE49-F238E27FC236}">
                <a16:creationId xmlns:a16="http://schemas.microsoft.com/office/drawing/2014/main" id="{6A4A8F48-3930-4D16-8417-5FB4FBC977AF}"/>
              </a:ext>
            </a:extLst>
          </p:cNvPr>
          <p:cNvSpPr/>
          <p:nvPr/>
        </p:nvSpPr>
        <p:spPr>
          <a:xfrm>
            <a:off x="1738264" y="2105470"/>
            <a:ext cx="5924079" cy="215844"/>
          </a:xfrm>
          <a:prstGeom prst="homePlate">
            <a:avLst>
              <a:gd name="adj" fmla="val 9707"/>
            </a:avLst>
          </a:prstGeom>
          <a:solidFill>
            <a:schemeClr val="accent1">
              <a:lumMod val="75000"/>
            </a:schemeClr>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Current State Process &amp; Product Rationalization Review</a:t>
            </a:r>
          </a:p>
        </p:txBody>
      </p:sp>
      <p:sp>
        <p:nvSpPr>
          <p:cNvPr id="6" name="Arrow: Pentagon 5">
            <a:extLst>
              <a:ext uri="{FF2B5EF4-FFF2-40B4-BE49-F238E27FC236}">
                <a16:creationId xmlns:a16="http://schemas.microsoft.com/office/drawing/2014/main" id="{A4D22206-1483-4BC2-8989-73CEE453B56F}"/>
              </a:ext>
            </a:extLst>
          </p:cNvPr>
          <p:cNvSpPr/>
          <p:nvPr/>
        </p:nvSpPr>
        <p:spPr>
          <a:xfrm>
            <a:off x="3181850" y="2347278"/>
            <a:ext cx="5187465" cy="220126"/>
          </a:xfrm>
          <a:prstGeom prst="homePlate">
            <a:avLst>
              <a:gd name="adj" fmla="val 9707"/>
            </a:avLst>
          </a:prstGeom>
          <a:solidFill>
            <a:schemeClr val="accent1">
              <a:lumMod val="75000"/>
            </a:schemeClr>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GW Future State Gap Analysis – Core Processing</a:t>
            </a:r>
          </a:p>
        </p:txBody>
      </p:sp>
      <p:sp>
        <p:nvSpPr>
          <p:cNvPr id="7" name="Rectangle 6">
            <a:extLst>
              <a:ext uri="{FF2B5EF4-FFF2-40B4-BE49-F238E27FC236}">
                <a16:creationId xmlns:a16="http://schemas.microsoft.com/office/drawing/2014/main" id="{FFF73C2C-A22A-4E08-9CD5-43E4381A2BD2}"/>
              </a:ext>
            </a:extLst>
          </p:cNvPr>
          <p:cNvSpPr/>
          <p:nvPr/>
        </p:nvSpPr>
        <p:spPr>
          <a:xfrm rot="5400000" flipH="1" flipV="1">
            <a:off x="-385567" y="3626921"/>
            <a:ext cx="3789535" cy="332176"/>
          </a:xfrm>
          <a:prstGeom prst="rect">
            <a:avLst/>
          </a:prstGeom>
          <a:solidFill>
            <a:srgbClr val="002060"/>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Preparation &amp; Kick Off</a:t>
            </a:r>
          </a:p>
        </p:txBody>
      </p:sp>
      <p:sp>
        <p:nvSpPr>
          <p:cNvPr id="8" name="Arrow: Pentagon 7">
            <a:extLst>
              <a:ext uri="{FF2B5EF4-FFF2-40B4-BE49-F238E27FC236}">
                <a16:creationId xmlns:a16="http://schemas.microsoft.com/office/drawing/2014/main" id="{43E569E2-042E-4044-B90C-4D98D749F09F}"/>
              </a:ext>
            </a:extLst>
          </p:cNvPr>
          <p:cNvSpPr/>
          <p:nvPr/>
        </p:nvSpPr>
        <p:spPr>
          <a:xfrm>
            <a:off x="5090474" y="2689929"/>
            <a:ext cx="3153959" cy="245546"/>
          </a:xfrm>
          <a:prstGeom prst="homePlate">
            <a:avLst>
              <a:gd name="adj" fmla="val 9707"/>
            </a:avLst>
          </a:prstGeom>
          <a:solidFill>
            <a:schemeClr val="accent2">
              <a:lumMod val="75000"/>
            </a:schemeClr>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Product Model Definition - APD</a:t>
            </a:r>
          </a:p>
        </p:txBody>
      </p:sp>
      <p:sp>
        <p:nvSpPr>
          <p:cNvPr id="9" name="Arrow: Pentagon 8">
            <a:extLst>
              <a:ext uri="{FF2B5EF4-FFF2-40B4-BE49-F238E27FC236}">
                <a16:creationId xmlns:a16="http://schemas.microsoft.com/office/drawing/2014/main" id="{4C1A25B7-A34F-407D-AB08-EFDB5C575F4E}"/>
              </a:ext>
            </a:extLst>
          </p:cNvPr>
          <p:cNvSpPr/>
          <p:nvPr/>
        </p:nvSpPr>
        <p:spPr>
          <a:xfrm>
            <a:off x="1738062" y="2985624"/>
            <a:ext cx="6566859" cy="215087"/>
          </a:xfrm>
          <a:prstGeom prst="homePlate">
            <a:avLst>
              <a:gd name="adj" fmla="val 9707"/>
            </a:avLst>
          </a:prstGeom>
          <a:solidFill>
            <a:schemeClr val="accent2">
              <a:lumMod val="75000"/>
            </a:schemeClr>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Support &amp; Assist defining Future State Architecture</a:t>
            </a:r>
          </a:p>
        </p:txBody>
      </p:sp>
      <p:sp>
        <p:nvSpPr>
          <p:cNvPr id="10" name="Arrow: Pentagon 9">
            <a:extLst>
              <a:ext uri="{FF2B5EF4-FFF2-40B4-BE49-F238E27FC236}">
                <a16:creationId xmlns:a16="http://schemas.microsoft.com/office/drawing/2014/main" id="{072BD3E6-35B9-4FE7-90BA-2BA646EF83BF}"/>
              </a:ext>
            </a:extLst>
          </p:cNvPr>
          <p:cNvSpPr/>
          <p:nvPr/>
        </p:nvSpPr>
        <p:spPr>
          <a:xfrm>
            <a:off x="1738062" y="3254345"/>
            <a:ext cx="6566859" cy="215087"/>
          </a:xfrm>
          <a:prstGeom prst="homePlate">
            <a:avLst>
              <a:gd name="adj" fmla="val 9707"/>
            </a:avLst>
          </a:prstGeom>
          <a:solidFill>
            <a:schemeClr val="accent2">
              <a:lumMod val="75000"/>
            </a:schemeClr>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Integration Analysis (GW and Interoperability Layer) – HLAP Definition</a:t>
            </a:r>
          </a:p>
        </p:txBody>
      </p:sp>
      <p:sp>
        <p:nvSpPr>
          <p:cNvPr id="11" name="Arrow: Pentagon 10">
            <a:extLst>
              <a:ext uri="{FF2B5EF4-FFF2-40B4-BE49-F238E27FC236}">
                <a16:creationId xmlns:a16="http://schemas.microsoft.com/office/drawing/2014/main" id="{ADBA715A-90A8-494D-B7FB-BFC5D017973B}"/>
              </a:ext>
            </a:extLst>
          </p:cNvPr>
          <p:cNvSpPr/>
          <p:nvPr/>
        </p:nvSpPr>
        <p:spPr>
          <a:xfrm>
            <a:off x="1738062" y="3523066"/>
            <a:ext cx="6566859" cy="215087"/>
          </a:xfrm>
          <a:prstGeom prst="homePlate">
            <a:avLst>
              <a:gd name="adj" fmla="val 9707"/>
            </a:avLst>
          </a:prstGeom>
          <a:solidFill>
            <a:schemeClr val="accent2">
              <a:lumMod val="75000"/>
            </a:schemeClr>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Conversion Strategy &amp; Approach</a:t>
            </a:r>
          </a:p>
        </p:txBody>
      </p:sp>
      <p:sp>
        <p:nvSpPr>
          <p:cNvPr id="12" name="Arrow: Pentagon 11">
            <a:extLst>
              <a:ext uri="{FF2B5EF4-FFF2-40B4-BE49-F238E27FC236}">
                <a16:creationId xmlns:a16="http://schemas.microsoft.com/office/drawing/2014/main" id="{47FF55A1-F0FD-42A6-9F0F-3FDFB21555B8}"/>
              </a:ext>
            </a:extLst>
          </p:cNvPr>
          <p:cNvSpPr/>
          <p:nvPr/>
        </p:nvSpPr>
        <p:spPr>
          <a:xfrm>
            <a:off x="1738062" y="3800375"/>
            <a:ext cx="6566859" cy="215087"/>
          </a:xfrm>
          <a:prstGeom prst="homePlate">
            <a:avLst>
              <a:gd name="adj" fmla="val 9707"/>
            </a:avLst>
          </a:prstGeom>
          <a:solidFill>
            <a:schemeClr val="accent2">
              <a:lumMod val="75000"/>
            </a:schemeClr>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Data &amp; Downstream Integration Strategy</a:t>
            </a:r>
          </a:p>
        </p:txBody>
      </p:sp>
      <p:sp>
        <p:nvSpPr>
          <p:cNvPr id="14" name="Arrow: Pentagon 13">
            <a:extLst>
              <a:ext uri="{FF2B5EF4-FFF2-40B4-BE49-F238E27FC236}">
                <a16:creationId xmlns:a16="http://schemas.microsoft.com/office/drawing/2014/main" id="{B10978FE-B07B-428C-9964-7D6CEC76639B}"/>
              </a:ext>
            </a:extLst>
          </p:cNvPr>
          <p:cNvSpPr/>
          <p:nvPr/>
        </p:nvSpPr>
        <p:spPr>
          <a:xfrm>
            <a:off x="2613638" y="4081983"/>
            <a:ext cx="5626268" cy="241275"/>
          </a:xfrm>
          <a:prstGeom prst="homePlate">
            <a:avLst>
              <a:gd name="adj" fmla="val 9707"/>
            </a:avLst>
          </a:prstGeom>
          <a:solidFill>
            <a:schemeClr val="accent1">
              <a:lumMod val="60000"/>
              <a:lumOff val="40000"/>
            </a:schemeClr>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Test Strategy &amp; Automation Approach </a:t>
            </a:r>
          </a:p>
        </p:txBody>
      </p:sp>
      <p:sp>
        <p:nvSpPr>
          <p:cNvPr id="15" name="Arrow: Pentagon 14">
            <a:extLst>
              <a:ext uri="{FF2B5EF4-FFF2-40B4-BE49-F238E27FC236}">
                <a16:creationId xmlns:a16="http://schemas.microsoft.com/office/drawing/2014/main" id="{8FAFCD0A-D934-427F-B940-46BCC5729224}"/>
              </a:ext>
            </a:extLst>
          </p:cNvPr>
          <p:cNvSpPr/>
          <p:nvPr/>
        </p:nvSpPr>
        <p:spPr>
          <a:xfrm>
            <a:off x="3603870" y="4363566"/>
            <a:ext cx="4636035" cy="261822"/>
          </a:xfrm>
          <a:prstGeom prst="homePlate">
            <a:avLst>
              <a:gd name="adj" fmla="val 9707"/>
            </a:avLst>
          </a:prstGeom>
          <a:solidFill>
            <a:schemeClr val="accent1">
              <a:lumMod val="60000"/>
              <a:lumOff val="40000"/>
            </a:schemeClr>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Test Environment &amp; Data Management Plan</a:t>
            </a:r>
          </a:p>
        </p:txBody>
      </p:sp>
      <p:sp>
        <p:nvSpPr>
          <p:cNvPr id="19" name="Arrow: Pentagon 18">
            <a:extLst>
              <a:ext uri="{FF2B5EF4-FFF2-40B4-BE49-F238E27FC236}">
                <a16:creationId xmlns:a16="http://schemas.microsoft.com/office/drawing/2014/main" id="{27F32EBF-C407-4E3B-BEE6-87731C877594}"/>
              </a:ext>
            </a:extLst>
          </p:cNvPr>
          <p:cNvSpPr/>
          <p:nvPr/>
        </p:nvSpPr>
        <p:spPr>
          <a:xfrm>
            <a:off x="2613638" y="5786579"/>
            <a:ext cx="6120760" cy="253860"/>
          </a:xfrm>
          <a:prstGeom prst="homePlate">
            <a:avLst>
              <a:gd name="adj" fmla="val 9707"/>
            </a:avLst>
          </a:prstGeom>
          <a:solidFill>
            <a:srgbClr val="002060"/>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err="1">
                <a:ln>
                  <a:noFill/>
                </a:ln>
                <a:solidFill>
                  <a:srgbClr val="FFFFFF"/>
                </a:solidFill>
                <a:effectLst/>
                <a:uLnTx/>
                <a:uFillTx/>
                <a:latin typeface="Calibri" panose="020F0502020204030204" pitchFamily="34" charset="0"/>
                <a:ea typeface="+mn-ea"/>
                <a:cs typeface="Calibri" panose="020F0502020204030204" pitchFamily="34" charset="0"/>
              </a:rPr>
              <a:t>Devops</a:t>
            </a:r>
            <a:r>
              <a:rPr kumimoji="0" lang="en-US" sz="900" b="1"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 / Code-Release Management / Environment Provisioning Planning / Security/Performance Testing Guidance</a:t>
            </a:r>
          </a:p>
        </p:txBody>
      </p:sp>
      <p:grpSp>
        <p:nvGrpSpPr>
          <p:cNvPr id="20" name="Group 19">
            <a:extLst>
              <a:ext uri="{FF2B5EF4-FFF2-40B4-BE49-F238E27FC236}">
                <a16:creationId xmlns:a16="http://schemas.microsoft.com/office/drawing/2014/main" id="{8F96E574-A0E3-4EFD-868D-1FA0261FBED6}"/>
              </a:ext>
            </a:extLst>
          </p:cNvPr>
          <p:cNvGrpSpPr/>
          <p:nvPr/>
        </p:nvGrpSpPr>
        <p:grpSpPr>
          <a:xfrm>
            <a:off x="-104267" y="1920659"/>
            <a:ext cx="1448454" cy="4148100"/>
            <a:chOff x="651957" y="1760719"/>
            <a:chExt cx="2528419" cy="4148100"/>
          </a:xfrm>
        </p:grpSpPr>
        <p:sp>
          <p:nvSpPr>
            <p:cNvPr id="21" name="TextBox 20">
              <a:extLst>
                <a:ext uri="{FF2B5EF4-FFF2-40B4-BE49-F238E27FC236}">
                  <a16:creationId xmlns:a16="http://schemas.microsoft.com/office/drawing/2014/main" id="{8C739AA8-A31C-412C-B35F-9F128BE622D1}"/>
                </a:ext>
              </a:extLst>
            </p:cNvPr>
            <p:cNvSpPr txBox="1"/>
            <p:nvPr/>
          </p:nvSpPr>
          <p:spPr>
            <a:xfrm>
              <a:off x="820632" y="1760719"/>
              <a:ext cx="2359744" cy="253916"/>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lumMod val="50000"/>
                    </a:srgbClr>
                  </a:solidFill>
                  <a:effectLst/>
                  <a:uLnTx/>
                  <a:uFillTx/>
                  <a:latin typeface="Ubuntu"/>
                  <a:ea typeface="+mn-ea"/>
                  <a:cs typeface="Calibri" panose="020F0502020204030204" pitchFamily="34" charset="0"/>
                </a:rPr>
                <a:t>Track-1</a:t>
              </a:r>
            </a:p>
          </p:txBody>
        </p:sp>
        <p:sp>
          <p:nvSpPr>
            <p:cNvPr id="22" name="TextBox 21">
              <a:extLst>
                <a:ext uri="{FF2B5EF4-FFF2-40B4-BE49-F238E27FC236}">
                  <a16:creationId xmlns:a16="http://schemas.microsoft.com/office/drawing/2014/main" id="{BC60CD90-FBB0-4BE7-8BE4-F6DA6DDA0339}"/>
                </a:ext>
              </a:extLst>
            </p:cNvPr>
            <p:cNvSpPr txBox="1"/>
            <p:nvPr/>
          </p:nvSpPr>
          <p:spPr>
            <a:xfrm>
              <a:off x="820632" y="2878698"/>
              <a:ext cx="2359740" cy="26161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lumMod val="50000"/>
                    </a:srgbClr>
                  </a:solidFill>
                  <a:effectLst/>
                  <a:uLnTx/>
                  <a:uFillTx/>
                  <a:latin typeface="Ubuntu"/>
                  <a:ea typeface="+mn-ea"/>
                  <a:cs typeface="Calibri" panose="020F0502020204030204" pitchFamily="34" charset="0"/>
                </a:rPr>
                <a:t>Technical</a:t>
              </a:r>
            </a:p>
          </p:txBody>
        </p:sp>
        <p:sp>
          <p:nvSpPr>
            <p:cNvPr id="23" name="TextBox 22">
              <a:extLst>
                <a:ext uri="{FF2B5EF4-FFF2-40B4-BE49-F238E27FC236}">
                  <a16:creationId xmlns:a16="http://schemas.microsoft.com/office/drawing/2014/main" id="{52EAF7B6-BC54-495C-806B-F6BACEBD55BC}"/>
                </a:ext>
              </a:extLst>
            </p:cNvPr>
            <p:cNvSpPr txBox="1"/>
            <p:nvPr/>
          </p:nvSpPr>
          <p:spPr>
            <a:xfrm>
              <a:off x="820632" y="4021698"/>
              <a:ext cx="2359740" cy="261610"/>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lumMod val="50000"/>
                    </a:srgbClr>
                  </a:solidFill>
                  <a:effectLst/>
                  <a:uLnTx/>
                  <a:uFillTx/>
                  <a:latin typeface="Ubuntu"/>
                  <a:ea typeface="+mn-ea"/>
                  <a:cs typeface="Calibri" panose="020F0502020204030204" pitchFamily="34" charset="0"/>
                </a:rPr>
                <a:t>Test</a:t>
              </a:r>
            </a:p>
          </p:txBody>
        </p:sp>
        <p:sp>
          <p:nvSpPr>
            <p:cNvPr id="24" name="TextBox 23">
              <a:extLst>
                <a:ext uri="{FF2B5EF4-FFF2-40B4-BE49-F238E27FC236}">
                  <a16:creationId xmlns:a16="http://schemas.microsoft.com/office/drawing/2014/main" id="{BA76CD40-77BF-4324-AF54-0695C910AD53}"/>
                </a:ext>
              </a:extLst>
            </p:cNvPr>
            <p:cNvSpPr txBox="1"/>
            <p:nvPr/>
          </p:nvSpPr>
          <p:spPr>
            <a:xfrm>
              <a:off x="792509" y="4758427"/>
              <a:ext cx="2359740" cy="43088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lumMod val="50000"/>
                    </a:srgbClr>
                  </a:solidFill>
                  <a:effectLst/>
                  <a:uLnTx/>
                  <a:uFillTx/>
                  <a:latin typeface="Ubuntu"/>
                  <a:ea typeface="+mn-ea"/>
                  <a:cs typeface="Calibri" panose="020F0502020204030204" pitchFamily="34" charset="0"/>
                </a:rPr>
                <a:t>Implementation Planning</a:t>
              </a:r>
            </a:p>
          </p:txBody>
        </p:sp>
        <p:sp>
          <p:nvSpPr>
            <p:cNvPr id="25" name="TextBox 24">
              <a:extLst>
                <a:ext uri="{FF2B5EF4-FFF2-40B4-BE49-F238E27FC236}">
                  <a16:creationId xmlns:a16="http://schemas.microsoft.com/office/drawing/2014/main" id="{890EB298-DDE5-4661-A825-42830A131962}"/>
                </a:ext>
              </a:extLst>
            </p:cNvPr>
            <p:cNvSpPr txBox="1"/>
            <p:nvPr/>
          </p:nvSpPr>
          <p:spPr>
            <a:xfrm>
              <a:off x="651957" y="5654903"/>
              <a:ext cx="2359740" cy="253916"/>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lumMod val="50000"/>
                    </a:srgbClr>
                  </a:solidFill>
                  <a:effectLst/>
                  <a:uLnTx/>
                  <a:uFillTx/>
                  <a:latin typeface="Ubuntu"/>
                  <a:ea typeface="+mn-ea"/>
                  <a:cs typeface="Calibri" panose="020F0502020204030204" pitchFamily="34" charset="0"/>
                </a:rPr>
                <a:t>Track-3</a:t>
              </a:r>
            </a:p>
          </p:txBody>
        </p:sp>
      </p:grpSp>
      <p:cxnSp>
        <p:nvCxnSpPr>
          <p:cNvPr id="26" name="Straight Connector 25">
            <a:extLst>
              <a:ext uri="{FF2B5EF4-FFF2-40B4-BE49-F238E27FC236}">
                <a16:creationId xmlns:a16="http://schemas.microsoft.com/office/drawing/2014/main" id="{F6137F6E-AC76-46A5-ABF5-74CE6B38409A}"/>
              </a:ext>
            </a:extLst>
          </p:cNvPr>
          <p:cNvCxnSpPr>
            <a:cxnSpLocks/>
          </p:cNvCxnSpPr>
          <p:nvPr/>
        </p:nvCxnSpPr>
        <p:spPr>
          <a:xfrm>
            <a:off x="2058474" y="1709249"/>
            <a:ext cx="6076431" cy="0"/>
          </a:xfrm>
          <a:prstGeom prst="line">
            <a:avLst/>
          </a:prstGeom>
          <a:ln>
            <a:solidFill>
              <a:schemeClr val="tx2"/>
            </a:solidFill>
            <a:prstDash val="solid"/>
          </a:ln>
        </p:spPr>
        <p:style>
          <a:lnRef idx="1">
            <a:schemeClr val="accent1"/>
          </a:lnRef>
          <a:fillRef idx="0">
            <a:schemeClr val="accent1"/>
          </a:fillRef>
          <a:effectRef idx="0">
            <a:schemeClr val="accent1"/>
          </a:effectRef>
          <a:fontRef idx="minor">
            <a:schemeClr val="tx1"/>
          </a:fontRef>
        </p:style>
      </p:cxnSp>
      <p:sp>
        <p:nvSpPr>
          <p:cNvPr id="27" name="Isosceles Triangle 26">
            <a:extLst>
              <a:ext uri="{FF2B5EF4-FFF2-40B4-BE49-F238E27FC236}">
                <a16:creationId xmlns:a16="http://schemas.microsoft.com/office/drawing/2014/main" id="{0EB94531-3473-48B5-95FC-DBFCBA97E054}"/>
              </a:ext>
            </a:extLst>
          </p:cNvPr>
          <p:cNvSpPr/>
          <p:nvPr/>
        </p:nvSpPr>
        <p:spPr>
          <a:xfrm>
            <a:off x="2168012" y="1643551"/>
            <a:ext cx="176980" cy="13139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lumMod val="50000"/>
                </a:srgbClr>
              </a:solidFill>
              <a:effectLst/>
              <a:uLnTx/>
              <a:uFillTx/>
              <a:latin typeface="Ubuntu"/>
              <a:ea typeface="+mn-ea"/>
              <a:cs typeface="+mn-cs"/>
            </a:endParaRPr>
          </a:p>
        </p:txBody>
      </p:sp>
      <p:sp>
        <p:nvSpPr>
          <p:cNvPr id="28" name="Isosceles Triangle 27">
            <a:extLst>
              <a:ext uri="{FF2B5EF4-FFF2-40B4-BE49-F238E27FC236}">
                <a16:creationId xmlns:a16="http://schemas.microsoft.com/office/drawing/2014/main" id="{58C83231-866B-4921-874C-B98FF7909DAD}"/>
              </a:ext>
            </a:extLst>
          </p:cNvPr>
          <p:cNvSpPr/>
          <p:nvPr/>
        </p:nvSpPr>
        <p:spPr>
          <a:xfrm>
            <a:off x="3426890" y="1643551"/>
            <a:ext cx="176980" cy="13139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lumMod val="50000"/>
                </a:srgbClr>
              </a:solidFill>
              <a:effectLst/>
              <a:uLnTx/>
              <a:uFillTx/>
              <a:latin typeface="Ubuntu"/>
              <a:ea typeface="+mn-ea"/>
              <a:cs typeface="+mn-cs"/>
            </a:endParaRPr>
          </a:p>
        </p:txBody>
      </p:sp>
      <p:sp>
        <p:nvSpPr>
          <p:cNvPr id="29" name="Isosceles Triangle 28">
            <a:extLst>
              <a:ext uri="{FF2B5EF4-FFF2-40B4-BE49-F238E27FC236}">
                <a16:creationId xmlns:a16="http://schemas.microsoft.com/office/drawing/2014/main" id="{94D1821E-0E3E-424A-AF02-085103246D6C}"/>
              </a:ext>
            </a:extLst>
          </p:cNvPr>
          <p:cNvSpPr/>
          <p:nvPr/>
        </p:nvSpPr>
        <p:spPr>
          <a:xfrm>
            <a:off x="4054918" y="1643551"/>
            <a:ext cx="176980" cy="13139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lumMod val="50000"/>
                </a:srgbClr>
              </a:solidFill>
              <a:effectLst/>
              <a:uLnTx/>
              <a:uFillTx/>
              <a:latin typeface="Ubuntu"/>
              <a:ea typeface="+mn-ea"/>
              <a:cs typeface="+mn-cs"/>
            </a:endParaRPr>
          </a:p>
        </p:txBody>
      </p:sp>
      <p:sp>
        <p:nvSpPr>
          <p:cNvPr id="30" name="Isosceles Triangle 29">
            <a:extLst>
              <a:ext uri="{FF2B5EF4-FFF2-40B4-BE49-F238E27FC236}">
                <a16:creationId xmlns:a16="http://schemas.microsoft.com/office/drawing/2014/main" id="{D2488DDB-0D6F-48FE-BD1E-94EE3B7D69D6}"/>
              </a:ext>
            </a:extLst>
          </p:cNvPr>
          <p:cNvSpPr/>
          <p:nvPr/>
        </p:nvSpPr>
        <p:spPr>
          <a:xfrm>
            <a:off x="4658010" y="1643551"/>
            <a:ext cx="176980" cy="13139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lumMod val="50000"/>
                </a:srgbClr>
              </a:solidFill>
              <a:effectLst/>
              <a:uLnTx/>
              <a:uFillTx/>
              <a:latin typeface="Ubuntu"/>
              <a:ea typeface="+mn-ea"/>
              <a:cs typeface="+mn-cs"/>
            </a:endParaRPr>
          </a:p>
        </p:txBody>
      </p:sp>
      <p:sp>
        <p:nvSpPr>
          <p:cNvPr id="31" name="Isosceles Triangle 30">
            <a:extLst>
              <a:ext uri="{FF2B5EF4-FFF2-40B4-BE49-F238E27FC236}">
                <a16:creationId xmlns:a16="http://schemas.microsoft.com/office/drawing/2014/main" id="{51520138-058D-41A8-B74C-5A8112264D27}"/>
              </a:ext>
            </a:extLst>
          </p:cNvPr>
          <p:cNvSpPr/>
          <p:nvPr/>
        </p:nvSpPr>
        <p:spPr>
          <a:xfrm>
            <a:off x="5328467" y="1643551"/>
            <a:ext cx="176980" cy="13139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lumMod val="50000"/>
                </a:srgbClr>
              </a:solidFill>
              <a:effectLst/>
              <a:uLnTx/>
              <a:uFillTx/>
              <a:latin typeface="Ubuntu"/>
              <a:ea typeface="+mn-ea"/>
              <a:cs typeface="+mn-cs"/>
            </a:endParaRPr>
          </a:p>
        </p:txBody>
      </p:sp>
      <p:sp>
        <p:nvSpPr>
          <p:cNvPr id="32" name="Isosceles Triangle 31">
            <a:extLst>
              <a:ext uri="{FF2B5EF4-FFF2-40B4-BE49-F238E27FC236}">
                <a16:creationId xmlns:a16="http://schemas.microsoft.com/office/drawing/2014/main" id="{4239A5AD-7AFB-44F0-8A0C-BAF0276FF8BB}"/>
              </a:ext>
            </a:extLst>
          </p:cNvPr>
          <p:cNvSpPr/>
          <p:nvPr/>
        </p:nvSpPr>
        <p:spPr>
          <a:xfrm>
            <a:off x="6889488" y="1635740"/>
            <a:ext cx="176980" cy="13139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lumMod val="50000"/>
                </a:srgbClr>
              </a:solidFill>
              <a:effectLst/>
              <a:uLnTx/>
              <a:uFillTx/>
              <a:latin typeface="Ubuntu"/>
              <a:ea typeface="+mn-ea"/>
              <a:cs typeface="+mn-cs"/>
            </a:endParaRPr>
          </a:p>
        </p:txBody>
      </p:sp>
      <p:sp>
        <p:nvSpPr>
          <p:cNvPr id="33" name="TextBox 32">
            <a:extLst>
              <a:ext uri="{FF2B5EF4-FFF2-40B4-BE49-F238E27FC236}">
                <a16:creationId xmlns:a16="http://schemas.microsoft.com/office/drawing/2014/main" id="{DE02B650-A4E2-4B5A-B176-FF7284723B90}"/>
              </a:ext>
            </a:extLst>
          </p:cNvPr>
          <p:cNvSpPr txBox="1"/>
          <p:nvPr/>
        </p:nvSpPr>
        <p:spPr>
          <a:xfrm>
            <a:off x="2068889" y="1446957"/>
            <a:ext cx="6028157" cy="24622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lumMod val="50000"/>
                  </a:srgbClr>
                </a:solidFill>
                <a:effectLst/>
                <a:uLnTx/>
                <a:uFillTx/>
                <a:latin typeface="Calibri" panose="020F0502020204030204" pitchFamily="34" charset="0"/>
                <a:ea typeface="+mn-ea"/>
                <a:cs typeface="Calibri" panose="020F0502020204030204" pitchFamily="34" charset="0"/>
              </a:rPr>
              <a:t>Rapid Solution Workshops (RSWs) with Rationalization Across Workstreams</a:t>
            </a:r>
          </a:p>
        </p:txBody>
      </p:sp>
      <p:sp>
        <p:nvSpPr>
          <p:cNvPr id="34" name="Isosceles Triangle 33">
            <a:extLst>
              <a:ext uri="{FF2B5EF4-FFF2-40B4-BE49-F238E27FC236}">
                <a16:creationId xmlns:a16="http://schemas.microsoft.com/office/drawing/2014/main" id="{24411649-760A-41DC-805F-E48A5E512415}"/>
              </a:ext>
            </a:extLst>
          </p:cNvPr>
          <p:cNvSpPr/>
          <p:nvPr/>
        </p:nvSpPr>
        <p:spPr>
          <a:xfrm>
            <a:off x="5998031" y="1643551"/>
            <a:ext cx="176980" cy="13139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lumMod val="50000"/>
                </a:srgbClr>
              </a:solidFill>
              <a:effectLst/>
              <a:uLnTx/>
              <a:uFillTx/>
              <a:latin typeface="Ubuntu"/>
              <a:ea typeface="+mn-ea"/>
              <a:cs typeface="+mn-cs"/>
            </a:endParaRPr>
          </a:p>
        </p:txBody>
      </p:sp>
      <p:sp>
        <p:nvSpPr>
          <p:cNvPr id="35" name="Isosceles Triangle 34">
            <a:extLst>
              <a:ext uri="{FF2B5EF4-FFF2-40B4-BE49-F238E27FC236}">
                <a16:creationId xmlns:a16="http://schemas.microsoft.com/office/drawing/2014/main" id="{D279CA2D-6403-4B3F-B61E-46DFB58DAA98}"/>
              </a:ext>
            </a:extLst>
          </p:cNvPr>
          <p:cNvSpPr/>
          <p:nvPr/>
        </p:nvSpPr>
        <p:spPr>
          <a:xfrm>
            <a:off x="2798862" y="1643551"/>
            <a:ext cx="176980" cy="13139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lumMod val="50000"/>
                </a:srgbClr>
              </a:solidFill>
              <a:effectLst/>
              <a:uLnTx/>
              <a:uFillTx/>
              <a:latin typeface="Ubuntu"/>
              <a:ea typeface="+mn-ea"/>
              <a:cs typeface="+mn-cs"/>
            </a:endParaRPr>
          </a:p>
        </p:txBody>
      </p:sp>
      <p:sp>
        <p:nvSpPr>
          <p:cNvPr id="16" name="Arrow: Pentagon 15">
            <a:extLst>
              <a:ext uri="{FF2B5EF4-FFF2-40B4-BE49-F238E27FC236}">
                <a16:creationId xmlns:a16="http://schemas.microsoft.com/office/drawing/2014/main" id="{F6535649-35FA-43AA-A22F-51F8974005A6}"/>
              </a:ext>
            </a:extLst>
          </p:cNvPr>
          <p:cNvSpPr/>
          <p:nvPr/>
        </p:nvSpPr>
        <p:spPr>
          <a:xfrm>
            <a:off x="5722071" y="4725104"/>
            <a:ext cx="2075454" cy="275127"/>
          </a:xfrm>
          <a:prstGeom prst="homePlate">
            <a:avLst>
              <a:gd name="adj" fmla="val 9707"/>
            </a:avLst>
          </a:prstGeom>
          <a:solidFill>
            <a:schemeClr val="accent1">
              <a:lumMod val="60000"/>
              <a:lumOff val="40000"/>
            </a:schemeClr>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Implementation Planning 1</a:t>
            </a:r>
            <a:r>
              <a:rPr kumimoji="0" lang="en-US" sz="800" b="1" i="0" u="none" strike="noStrike" kern="1200" cap="none" spc="0" normalizeH="0" baseline="30000" noProof="0">
                <a:ln>
                  <a:noFill/>
                </a:ln>
                <a:solidFill>
                  <a:prstClr val="black"/>
                </a:solidFill>
                <a:effectLst/>
                <a:uLnTx/>
                <a:uFillTx/>
                <a:latin typeface="Calibri" panose="020F0502020204030204" pitchFamily="34" charset="0"/>
                <a:ea typeface="+mn-ea"/>
                <a:cs typeface="Calibri" panose="020F0502020204030204" pitchFamily="34" charset="0"/>
              </a:rPr>
              <a:t>st</a:t>
            </a:r>
            <a:r>
              <a:rPr kumimoji="0" 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 Cut</a:t>
            </a:r>
          </a:p>
        </p:txBody>
      </p:sp>
      <p:sp>
        <p:nvSpPr>
          <p:cNvPr id="17" name="Arrow: Pentagon 16">
            <a:extLst>
              <a:ext uri="{FF2B5EF4-FFF2-40B4-BE49-F238E27FC236}">
                <a16:creationId xmlns:a16="http://schemas.microsoft.com/office/drawing/2014/main" id="{FD91244F-CE6F-480C-A93B-C3BC120D81EE}"/>
              </a:ext>
            </a:extLst>
          </p:cNvPr>
          <p:cNvSpPr/>
          <p:nvPr/>
        </p:nvSpPr>
        <p:spPr>
          <a:xfrm>
            <a:off x="6871536" y="5061460"/>
            <a:ext cx="1404635" cy="235338"/>
          </a:xfrm>
          <a:prstGeom prst="homePlate">
            <a:avLst>
              <a:gd name="adj" fmla="val 9707"/>
            </a:avLst>
          </a:prstGeom>
          <a:solidFill>
            <a:schemeClr val="accent1">
              <a:lumMod val="60000"/>
              <a:lumOff val="40000"/>
            </a:schemeClr>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Core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Modernization Roadmap</a:t>
            </a:r>
          </a:p>
        </p:txBody>
      </p:sp>
      <p:sp>
        <p:nvSpPr>
          <p:cNvPr id="18" name="Arrow: Pentagon 17">
            <a:extLst>
              <a:ext uri="{FF2B5EF4-FFF2-40B4-BE49-F238E27FC236}">
                <a16:creationId xmlns:a16="http://schemas.microsoft.com/office/drawing/2014/main" id="{A965329A-671E-4A49-803F-74DAE85B5CBC}"/>
              </a:ext>
            </a:extLst>
          </p:cNvPr>
          <p:cNvSpPr/>
          <p:nvPr/>
        </p:nvSpPr>
        <p:spPr>
          <a:xfrm>
            <a:off x="6871536" y="5376251"/>
            <a:ext cx="1407675" cy="276286"/>
          </a:xfrm>
          <a:prstGeom prst="homePlate">
            <a:avLst>
              <a:gd name="adj" fmla="val 9707"/>
            </a:avLst>
          </a:prstGeom>
          <a:solidFill>
            <a:schemeClr val="accent1">
              <a:lumMod val="60000"/>
              <a:lumOff val="40000"/>
            </a:schemeClr>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Operational Planning</a:t>
            </a:r>
          </a:p>
        </p:txBody>
      </p:sp>
      <p:sp>
        <p:nvSpPr>
          <p:cNvPr id="53" name="Arrow: Pentagon 52">
            <a:extLst>
              <a:ext uri="{FF2B5EF4-FFF2-40B4-BE49-F238E27FC236}">
                <a16:creationId xmlns:a16="http://schemas.microsoft.com/office/drawing/2014/main" id="{CB1B1D5E-7803-46C3-B7EB-4AFFDF72A4BE}"/>
              </a:ext>
            </a:extLst>
          </p:cNvPr>
          <p:cNvSpPr/>
          <p:nvPr/>
        </p:nvSpPr>
        <p:spPr>
          <a:xfrm>
            <a:off x="7797524" y="4719406"/>
            <a:ext cx="507396" cy="289523"/>
          </a:xfrm>
          <a:prstGeom prst="homePlate">
            <a:avLst>
              <a:gd name="adj" fmla="val 9707"/>
            </a:avLst>
          </a:prstGeom>
          <a:solidFill>
            <a:schemeClr val="accent1">
              <a:lumMod val="60000"/>
              <a:lumOff val="40000"/>
            </a:schemeClr>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Review</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rPr>
              <a:t>Refine</a:t>
            </a:r>
          </a:p>
        </p:txBody>
      </p:sp>
      <p:sp>
        <p:nvSpPr>
          <p:cNvPr id="57" name="Diamond 56">
            <a:extLst>
              <a:ext uri="{FF2B5EF4-FFF2-40B4-BE49-F238E27FC236}">
                <a16:creationId xmlns:a16="http://schemas.microsoft.com/office/drawing/2014/main" id="{164A5471-E653-4432-8B96-683C1DF3869B}"/>
              </a:ext>
            </a:extLst>
          </p:cNvPr>
          <p:cNvSpPr/>
          <p:nvPr/>
        </p:nvSpPr>
        <p:spPr>
          <a:xfrm>
            <a:off x="7689400" y="4726162"/>
            <a:ext cx="194270" cy="227968"/>
          </a:xfrm>
          <a:prstGeom prst="diamond">
            <a:avLst/>
          </a:prstGeom>
          <a:solidFill>
            <a:schemeClr val="tx2"/>
          </a:solidFill>
          <a:ln w="3175">
            <a:solidFill>
              <a:srgbClr val="008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lumMod val="50000"/>
                </a:srgbClr>
              </a:solidFill>
              <a:effectLst/>
              <a:uLnTx/>
              <a:uFillTx/>
              <a:latin typeface="Ubuntu"/>
              <a:ea typeface="+mn-ea"/>
              <a:cs typeface="+mn-cs"/>
            </a:endParaRPr>
          </a:p>
        </p:txBody>
      </p:sp>
      <p:cxnSp>
        <p:nvCxnSpPr>
          <p:cNvPr id="63" name="Straight Connector 62">
            <a:extLst>
              <a:ext uri="{FF2B5EF4-FFF2-40B4-BE49-F238E27FC236}">
                <a16:creationId xmlns:a16="http://schemas.microsoft.com/office/drawing/2014/main" id="{F94EE3C2-CC6D-4E0B-972C-FD70189157E6}"/>
              </a:ext>
            </a:extLst>
          </p:cNvPr>
          <p:cNvCxnSpPr>
            <a:cxnSpLocks/>
          </p:cNvCxnSpPr>
          <p:nvPr/>
        </p:nvCxnSpPr>
        <p:spPr>
          <a:xfrm>
            <a:off x="185738" y="4061382"/>
            <a:ext cx="8628843" cy="0"/>
          </a:xfrm>
          <a:prstGeom prst="line">
            <a:avLst/>
          </a:prstGeom>
          <a:ln>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A8E62AC0-33E4-4E14-A3CC-9DD6D853B3EC}"/>
              </a:ext>
            </a:extLst>
          </p:cNvPr>
          <p:cNvCxnSpPr>
            <a:cxnSpLocks/>
          </p:cNvCxnSpPr>
          <p:nvPr/>
        </p:nvCxnSpPr>
        <p:spPr>
          <a:xfrm>
            <a:off x="185738" y="4701185"/>
            <a:ext cx="8628843" cy="0"/>
          </a:xfrm>
          <a:prstGeom prst="line">
            <a:avLst/>
          </a:prstGeom>
          <a:ln>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CEBF5A7E-4BD6-4155-8818-28B79BB4F361}"/>
              </a:ext>
            </a:extLst>
          </p:cNvPr>
          <p:cNvCxnSpPr>
            <a:cxnSpLocks/>
          </p:cNvCxnSpPr>
          <p:nvPr/>
        </p:nvCxnSpPr>
        <p:spPr>
          <a:xfrm>
            <a:off x="185738" y="2634494"/>
            <a:ext cx="8628843" cy="0"/>
          </a:xfrm>
          <a:prstGeom prst="line">
            <a:avLst/>
          </a:prstGeom>
          <a:ln>
            <a:solidFill>
              <a:schemeClr val="tx2"/>
            </a:solidFill>
            <a:prstDash val="sysDash"/>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1D580E5D-6CD8-4790-BA23-1A10D6C8EBC5}"/>
              </a:ext>
            </a:extLst>
          </p:cNvPr>
          <p:cNvCxnSpPr>
            <a:cxnSpLocks/>
          </p:cNvCxnSpPr>
          <p:nvPr/>
        </p:nvCxnSpPr>
        <p:spPr>
          <a:xfrm>
            <a:off x="185738" y="5687775"/>
            <a:ext cx="8628843" cy="0"/>
          </a:xfrm>
          <a:prstGeom prst="line">
            <a:avLst/>
          </a:prstGeom>
          <a:ln>
            <a:solidFill>
              <a:schemeClr val="tx2"/>
            </a:solidFill>
            <a:prstDash val="sysDash"/>
          </a:ln>
        </p:spPr>
        <p:style>
          <a:lnRef idx="1">
            <a:schemeClr val="accent1"/>
          </a:lnRef>
          <a:fillRef idx="0">
            <a:schemeClr val="accent1"/>
          </a:fillRef>
          <a:effectRef idx="0">
            <a:schemeClr val="accent1"/>
          </a:effectRef>
          <a:fontRef idx="minor">
            <a:schemeClr val="tx1"/>
          </a:fontRef>
        </p:style>
      </p:cxnSp>
      <p:grpSp>
        <p:nvGrpSpPr>
          <p:cNvPr id="98" name="Group 97">
            <a:extLst>
              <a:ext uri="{FF2B5EF4-FFF2-40B4-BE49-F238E27FC236}">
                <a16:creationId xmlns:a16="http://schemas.microsoft.com/office/drawing/2014/main" id="{EC7A88CA-25E7-4C3B-8130-029A0AB364A1}"/>
              </a:ext>
            </a:extLst>
          </p:cNvPr>
          <p:cNvGrpSpPr/>
          <p:nvPr/>
        </p:nvGrpSpPr>
        <p:grpSpPr>
          <a:xfrm>
            <a:off x="9158421" y="3774425"/>
            <a:ext cx="2964986" cy="2390294"/>
            <a:chOff x="8633004" y="1546680"/>
            <a:chExt cx="3533896" cy="2435078"/>
          </a:xfrm>
        </p:grpSpPr>
        <p:sp>
          <p:nvSpPr>
            <p:cNvPr id="86" name="TextBox 85">
              <a:extLst>
                <a:ext uri="{FF2B5EF4-FFF2-40B4-BE49-F238E27FC236}">
                  <a16:creationId xmlns:a16="http://schemas.microsoft.com/office/drawing/2014/main" id="{AAE59144-5937-459B-AFF3-407A32FF7DF3}"/>
                </a:ext>
              </a:extLst>
            </p:cNvPr>
            <p:cNvSpPr txBox="1">
              <a:spLocks/>
            </p:cNvSpPr>
            <p:nvPr/>
          </p:nvSpPr>
          <p:spPr>
            <a:xfrm>
              <a:off x="8633004" y="1546680"/>
              <a:ext cx="3521821" cy="246529"/>
            </a:xfrm>
            <a:prstGeom prst="round2SameRect">
              <a:avLst/>
            </a:prstGeom>
            <a:solidFill>
              <a:schemeClr val="accent1"/>
            </a:solidFill>
            <a:ln>
              <a:solidFill>
                <a:schemeClr val="bg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FFFFFF"/>
                  </a:solidFill>
                  <a:effectLst/>
                  <a:uLnTx/>
                  <a:uFillTx/>
                  <a:latin typeface="Ubuntu"/>
                  <a:ea typeface="+mn-ea"/>
                  <a:cs typeface="Calibri" panose="020F0502020204030204" pitchFamily="34" charset="0"/>
                </a:rPr>
                <a:t>Key Accelerators</a:t>
              </a:r>
              <a:endParaRPr kumimoji="0" lang="en-US" sz="900" b="1" i="0" u="none" strike="noStrike" kern="1200" cap="none" spc="0" normalizeH="0" baseline="0" noProof="0">
                <a:ln>
                  <a:noFill/>
                </a:ln>
                <a:solidFill>
                  <a:srgbClr val="FFFFFF"/>
                </a:solidFill>
                <a:effectLst/>
                <a:uLnTx/>
                <a:uFillTx/>
                <a:latin typeface="Ubuntu"/>
                <a:ea typeface="+mn-ea"/>
                <a:cs typeface="Calibri" panose="020F0502020204030204" pitchFamily="34" charset="0"/>
              </a:endParaRPr>
            </a:p>
          </p:txBody>
        </p:sp>
        <p:sp>
          <p:nvSpPr>
            <p:cNvPr id="94" name="Rectangle 93">
              <a:extLst>
                <a:ext uri="{FF2B5EF4-FFF2-40B4-BE49-F238E27FC236}">
                  <a16:creationId xmlns:a16="http://schemas.microsoft.com/office/drawing/2014/main" id="{7027AF48-535B-4092-890A-9AB841E50A18}"/>
                </a:ext>
              </a:extLst>
            </p:cNvPr>
            <p:cNvSpPr>
              <a:spLocks/>
            </p:cNvSpPr>
            <p:nvPr/>
          </p:nvSpPr>
          <p:spPr>
            <a:xfrm>
              <a:off x="8675045" y="1775556"/>
              <a:ext cx="3491855" cy="2206202"/>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19063" marR="0" lvl="0" indent="-119063" algn="l" defTabSz="914400" rtl="0" eaLnBrk="1" fontAlgn="auto" latinLnBrk="0" hangingPunct="1">
                <a:lnSpc>
                  <a:spcPct val="100000"/>
                </a:lnSpc>
                <a:spcBef>
                  <a:spcPts val="0"/>
                </a:spcBef>
                <a:spcAft>
                  <a:spcPts val="400"/>
                </a:spcAft>
                <a:buClr>
                  <a:srgbClr val="0070AD"/>
                </a:buClr>
                <a:buSzTx/>
                <a:buFont typeface="Wingdings" panose="05000000000000000000" pitchFamily="2" charset="2"/>
                <a:buChar char="§"/>
                <a:tabLst/>
                <a:defRPr/>
              </a:pPr>
              <a:r>
                <a:rPr kumimoji="0" lang="en-GB" sz="9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Product </a:t>
              </a:r>
              <a:r>
                <a:rPr kumimoji="0" lang="en-GB" sz="8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Backlog</a:t>
              </a:r>
              <a:r>
                <a:rPr kumimoji="0" lang="en-GB" sz="9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 (Capgemini’s GW OOTB product backlog)</a:t>
              </a:r>
            </a:p>
            <a:p>
              <a:pPr marL="119063" marR="0" lvl="0" indent="-119063" algn="l" defTabSz="914400" rtl="0" eaLnBrk="1" fontAlgn="auto" latinLnBrk="0" hangingPunct="1">
                <a:lnSpc>
                  <a:spcPct val="100000"/>
                </a:lnSpc>
                <a:spcBef>
                  <a:spcPts val="0"/>
                </a:spcBef>
                <a:spcAft>
                  <a:spcPts val="400"/>
                </a:spcAft>
                <a:buClr>
                  <a:srgbClr val="0070AD"/>
                </a:buClr>
                <a:buSzTx/>
                <a:buFont typeface="Wingdings" panose="05000000000000000000" pitchFamily="2" charset="2"/>
                <a:buChar char="§"/>
                <a:tabLst/>
                <a:defRPr/>
              </a:pPr>
              <a:r>
                <a:rPr kumimoji="0" lang="en-GB" sz="9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OOTB Process Flows</a:t>
              </a:r>
            </a:p>
            <a:p>
              <a:pPr marL="119063" marR="0" lvl="0" indent="-119063" algn="l" defTabSz="914400" rtl="0" eaLnBrk="1" fontAlgn="auto" latinLnBrk="0" hangingPunct="1">
                <a:lnSpc>
                  <a:spcPct val="100000"/>
                </a:lnSpc>
                <a:spcBef>
                  <a:spcPts val="0"/>
                </a:spcBef>
                <a:spcAft>
                  <a:spcPts val="400"/>
                </a:spcAft>
                <a:buClr>
                  <a:srgbClr val="0070AD"/>
                </a:buClr>
                <a:buSzTx/>
                <a:buFont typeface="Wingdings" panose="05000000000000000000" pitchFamily="2" charset="2"/>
                <a:buChar char="§"/>
                <a:tabLst/>
                <a:defRPr/>
              </a:pPr>
              <a:r>
                <a:rPr kumimoji="0" lang="en-GB" sz="9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OOTB User Stories and User Stories</a:t>
              </a:r>
            </a:p>
            <a:p>
              <a:pPr marL="119063" marR="0" lvl="0" indent="-119063" algn="l" defTabSz="914400" rtl="0" eaLnBrk="1" fontAlgn="auto" latinLnBrk="0" hangingPunct="1">
                <a:lnSpc>
                  <a:spcPct val="100000"/>
                </a:lnSpc>
                <a:spcBef>
                  <a:spcPts val="0"/>
                </a:spcBef>
                <a:spcAft>
                  <a:spcPts val="400"/>
                </a:spcAft>
                <a:buClr>
                  <a:srgbClr val="0070AD"/>
                </a:buClr>
                <a:buSzTx/>
                <a:buFont typeface="Wingdings" panose="05000000000000000000" pitchFamily="2" charset="2"/>
                <a:buChar char="§"/>
                <a:tabLst/>
                <a:defRPr/>
              </a:pPr>
              <a:r>
                <a:rPr kumimoji="0" lang="en-GB" sz="9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OOTB Field Level Specifications</a:t>
              </a:r>
            </a:p>
            <a:p>
              <a:pPr marL="119063" marR="0" lvl="0" indent="-119063" algn="l" defTabSz="914400" rtl="0" eaLnBrk="1" fontAlgn="auto" latinLnBrk="0" hangingPunct="1">
                <a:lnSpc>
                  <a:spcPct val="100000"/>
                </a:lnSpc>
                <a:spcBef>
                  <a:spcPts val="0"/>
                </a:spcBef>
                <a:spcAft>
                  <a:spcPts val="400"/>
                </a:spcAft>
                <a:buClr>
                  <a:srgbClr val="0070AD"/>
                </a:buClr>
                <a:buSzTx/>
                <a:buFont typeface="Wingdings" panose="05000000000000000000" pitchFamily="2" charset="2"/>
                <a:buChar char="§"/>
                <a:tabLst/>
                <a:defRPr/>
              </a:pPr>
              <a:r>
                <a:rPr kumimoji="0" lang="en-GB" sz="9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OOTB Business Rules in plain English</a:t>
              </a:r>
            </a:p>
            <a:p>
              <a:pPr marL="119063" marR="0" lvl="0" indent="-119063" algn="l" defTabSz="914400" rtl="0" eaLnBrk="1" fontAlgn="auto" latinLnBrk="0" hangingPunct="1">
                <a:lnSpc>
                  <a:spcPct val="100000"/>
                </a:lnSpc>
                <a:spcBef>
                  <a:spcPts val="0"/>
                </a:spcBef>
                <a:spcAft>
                  <a:spcPts val="400"/>
                </a:spcAft>
                <a:buClr>
                  <a:srgbClr val="0070AD"/>
                </a:buClr>
                <a:buSzTx/>
                <a:buFont typeface="Wingdings" panose="05000000000000000000" pitchFamily="2" charset="2"/>
                <a:buChar char="§"/>
                <a:tabLst/>
                <a:defRPr/>
              </a:pPr>
              <a:r>
                <a:rPr kumimoji="0" lang="en-GB" sz="9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High Level Approach and Designs key components and integrations to billing system</a:t>
              </a:r>
              <a:r>
                <a:rPr kumimoji="0" lang="en-GB" sz="900" b="1" i="0" u="none" strike="noStrike" kern="1200" cap="none" spc="0" normalizeH="0" baseline="0" noProof="0">
                  <a:ln>
                    <a:noFill/>
                  </a:ln>
                  <a:solidFill>
                    <a:prstClr val="black"/>
                  </a:solidFill>
                  <a:effectLst/>
                  <a:uLnTx/>
                  <a:uFillTx/>
                  <a:latin typeface="Ubuntu"/>
                  <a:ea typeface="+mn-ea"/>
                  <a:cs typeface="Calibri" panose="020F0502020204030204" pitchFamily="34" charset="0"/>
                </a:rPr>
                <a:t> </a:t>
              </a:r>
              <a:r>
                <a:rPr kumimoji="0" lang="en-GB" sz="9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 Document Production/Management, Financials etc</a:t>
              </a:r>
            </a:p>
            <a:p>
              <a:pPr marL="119063" marR="0" lvl="0" indent="-119063" algn="l" defTabSz="914400" rtl="0" eaLnBrk="1" fontAlgn="auto" latinLnBrk="0" hangingPunct="1">
                <a:lnSpc>
                  <a:spcPct val="100000"/>
                </a:lnSpc>
                <a:spcBef>
                  <a:spcPts val="0"/>
                </a:spcBef>
                <a:spcAft>
                  <a:spcPts val="400"/>
                </a:spcAft>
                <a:buClr>
                  <a:srgbClr val="0070AD"/>
                </a:buClr>
                <a:buSzTx/>
                <a:buFont typeface="Wingdings" panose="05000000000000000000" pitchFamily="2" charset="2"/>
                <a:buChar char="§"/>
                <a:tabLst/>
                <a:defRPr/>
              </a:pPr>
              <a:r>
                <a:rPr kumimoji="0" lang="en-GB" sz="9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Templates for key deliverables – Estimation Models, Test Strategy, Implementation Plan etc.</a:t>
              </a:r>
              <a:endParaRPr kumimoji="0" lang="en-IN" sz="900" b="0" i="0" u="none" strike="noStrike" kern="1200" cap="none" spc="0" normalizeH="0" baseline="0" noProof="0">
                <a:ln>
                  <a:noFill/>
                </a:ln>
                <a:solidFill>
                  <a:prstClr val="black"/>
                </a:solidFill>
                <a:effectLst/>
                <a:uLnTx/>
                <a:uFillTx/>
                <a:latin typeface="Ubuntu"/>
                <a:ea typeface="+mn-ea"/>
                <a:cs typeface="+mn-cs"/>
              </a:endParaRPr>
            </a:p>
          </p:txBody>
        </p:sp>
      </p:grpSp>
      <p:sp>
        <p:nvSpPr>
          <p:cNvPr id="69" name="Isosceles Triangle 68">
            <a:extLst>
              <a:ext uri="{FF2B5EF4-FFF2-40B4-BE49-F238E27FC236}">
                <a16:creationId xmlns:a16="http://schemas.microsoft.com/office/drawing/2014/main" id="{8B41DD20-C56E-4BFA-91EB-37B47759C9C6}"/>
              </a:ext>
            </a:extLst>
          </p:cNvPr>
          <p:cNvSpPr/>
          <p:nvPr/>
        </p:nvSpPr>
        <p:spPr>
          <a:xfrm>
            <a:off x="7573853" y="1643136"/>
            <a:ext cx="176980" cy="131396"/>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srgbClr val="000000">
                  <a:lumMod val="50000"/>
                </a:srgbClr>
              </a:solidFill>
              <a:effectLst/>
              <a:uLnTx/>
              <a:uFillTx/>
              <a:latin typeface="Ubuntu"/>
              <a:ea typeface="+mn-ea"/>
              <a:cs typeface="+mn-cs"/>
            </a:endParaRPr>
          </a:p>
        </p:txBody>
      </p:sp>
      <p:sp>
        <p:nvSpPr>
          <p:cNvPr id="13" name="Rectangle 12">
            <a:extLst>
              <a:ext uri="{FF2B5EF4-FFF2-40B4-BE49-F238E27FC236}">
                <a16:creationId xmlns:a16="http://schemas.microsoft.com/office/drawing/2014/main" id="{99763F86-30FB-455C-8028-2A0CA909FC17}"/>
              </a:ext>
            </a:extLst>
          </p:cNvPr>
          <p:cNvSpPr/>
          <p:nvPr/>
        </p:nvSpPr>
        <p:spPr>
          <a:xfrm rot="5400000" flipH="1" flipV="1">
            <a:off x="6827997" y="3552649"/>
            <a:ext cx="3640992" cy="332176"/>
          </a:xfrm>
          <a:prstGeom prst="rect">
            <a:avLst/>
          </a:prstGeom>
          <a:solidFill>
            <a:srgbClr val="002060"/>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Finalization &amp; Solution Build Mobilization</a:t>
            </a:r>
          </a:p>
        </p:txBody>
      </p:sp>
      <p:sp>
        <p:nvSpPr>
          <p:cNvPr id="41" name="TextBox 40">
            <a:extLst>
              <a:ext uri="{FF2B5EF4-FFF2-40B4-BE49-F238E27FC236}">
                <a16:creationId xmlns:a16="http://schemas.microsoft.com/office/drawing/2014/main" id="{F90DF112-7377-41ED-AA4F-B024D9B15A4E}"/>
              </a:ext>
            </a:extLst>
          </p:cNvPr>
          <p:cNvSpPr txBox="1"/>
          <p:nvPr/>
        </p:nvSpPr>
        <p:spPr>
          <a:xfrm>
            <a:off x="4693171" y="6583865"/>
            <a:ext cx="2969172"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70AD"/>
                </a:solidFill>
                <a:effectLst/>
                <a:uLnTx/>
                <a:uFillTx/>
                <a:latin typeface="Ubuntu"/>
                <a:ea typeface="+mn-ea"/>
                <a:cs typeface="+mn-cs"/>
              </a:rPr>
              <a:t>ASE = Accelerated Solutions Environment</a:t>
            </a:r>
          </a:p>
        </p:txBody>
      </p:sp>
      <p:pic>
        <p:nvPicPr>
          <p:cNvPr id="74" name="Picture 2" descr="image">
            <a:extLst>
              <a:ext uri="{FF2B5EF4-FFF2-40B4-BE49-F238E27FC236}">
                <a16:creationId xmlns:a16="http://schemas.microsoft.com/office/drawing/2014/main" id="{7E6FD16C-3CCA-4936-810D-5F6D8C7BB1DA}"/>
              </a:ext>
            </a:extLst>
          </p:cNvPr>
          <p:cNvPicPr>
            <a:picLocks noChangeAspect="1" noChangeArrowheads="1"/>
          </p:cNvPicPr>
          <p:nvPr/>
        </p:nvPicPr>
        <p:blipFill rotWithShape="1">
          <a:blip r:embed="rId3">
            <a:duotone>
              <a:prstClr val="black"/>
              <a:schemeClr val="accent6">
                <a:tint val="45000"/>
                <a:satMod val="400000"/>
              </a:schemeClr>
            </a:duotone>
            <a:extLst>
              <a:ext uri="{28A0092B-C50C-407E-A947-70E740481C1C}">
                <a14:useLocalDpi xmlns:a14="http://schemas.microsoft.com/office/drawing/2010/main" val="0"/>
              </a:ext>
            </a:extLst>
          </a:blip>
          <a:srcRect t="21338"/>
          <a:stretch/>
        </p:blipFill>
        <p:spPr bwMode="auto">
          <a:xfrm>
            <a:off x="8257223" y="1517147"/>
            <a:ext cx="557106" cy="30717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71" name="TextBox 70">
            <a:extLst>
              <a:ext uri="{FF2B5EF4-FFF2-40B4-BE49-F238E27FC236}">
                <a16:creationId xmlns:a16="http://schemas.microsoft.com/office/drawing/2014/main" id="{5C6DB368-CB1B-4C1F-A96F-F60227DA1A54}"/>
              </a:ext>
            </a:extLst>
          </p:cNvPr>
          <p:cNvSpPr txBox="1">
            <a:spLocks/>
          </p:cNvSpPr>
          <p:nvPr/>
        </p:nvSpPr>
        <p:spPr>
          <a:xfrm>
            <a:off x="9163487" y="1225660"/>
            <a:ext cx="2954855" cy="241995"/>
          </a:xfrm>
          <a:prstGeom prst="round2SameRect">
            <a:avLst/>
          </a:prstGeom>
          <a:solidFill>
            <a:schemeClr val="accent1"/>
          </a:solidFill>
          <a:ln>
            <a:solidFill>
              <a:schemeClr val="bg1"/>
            </a:solidFill>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srgbClr val="FFFFFF"/>
                </a:solidFill>
                <a:effectLst/>
                <a:uLnTx/>
                <a:uFillTx/>
                <a:latin typeface="Ubuntu"/>
                <a:ea typeface="+mn-ea"/>
                <a:cs typeface="Calibri" panose="020F0502020204030204" pitchFamily="34" charset="0"/>
              </a:rPr>
              <a:t>Key Focus Areas</a:t>
            </a:r>
            <a:endParaRPr kumimoji="0" lang="en-US" sz="900" b="1" i="0" u="none" strike="noStrike" kern="1200" cap="none" spc="0" normalizeH="0" baseline="0" noProof="0">
              <a:ln>
                <a:noFill/>
              </a:ln>
              <a:solidFill>
                <a:srgbClr val="FFFFFF"/>
              </a:solidFill>
              <a:effectLst/>
              <a:uLnTx/>
              <a:uFillTx/>
              <a:latin typeface="Ubuntu"/>
              <a:ea typeface="+mn-ea"/>
              <a:cs typeface="Calibri" panose="020F0502020204030204" pitchFamily="34" charset="0"/>
            </a:endParaRPr>
          </a:p>
        </p:txBody>
      </p:sp>
      <p:sp>
        <p:nvSpPr>
          <p:cNvPr id="72" name="Rectangle 71">
            <a:extLst>
              <a:ext uri="{FF2B5EF4-FFF2-40B4-BE49-F238E27FC236}">
                <a16:creationId xmlns:a16="http://schemas.microsoft.com/office/drawing/2014/main" id="{AFC0D6CA-B9E1-4629-9F33-CFE78064C64C}"/>
              </a:ext>
            </a:extLst>
          </p:cNvPr>
          <p:cNvSpPr>
            <a:spLocks/>
          </p:cNvSpPr>
          <p:nvPr/>
        </p:nvSpPr>
        <p:spPr>
          <a:xfrm>
            <a:off x="9207239" y="1471740"/>
            <a:ext cx="2911102" cy="2195287"/>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19063" marR="0" lvl="0" indent="-119063" algn="l" defTabSz="914400" rtl="0" eaLnBrk="1" fontAlgn="auto" latinLnBrk="0" hangingPunct="1">
              <a:lnSpc>
                <a:spcPct val="100000"/>
              </a:lnSpc>
              <a:spcBef>
                <a:spcPts val="0"/>
              </a:spcBef>
              <a:spcAft>
                <a:spcPts val="400"/>
              </a:spcAft>
              <a:buClr>
                <a:srgbClr val="0070AD"/>
              </a:buClr>
              <a:buSzTx/>
              <a:buFont typeface="Wingdings" panose="05000000000000000000" pitchFamily="2" charset="2"/>
              <a:buChar char="§"/>
              <a:tabLst/>
              <a:defRPr/>
            </a:pPr>
            <a:r>
              <a:rPr kumimoji="0" lang="en-US" sz="800" b="0" i="0" u="none" strike="noStrike" kern="1200" cap="none" spc="0" normalizeH="0" baseline="0" noProof="0">
                <a:ln>
                  <a:noFill/>
                </a:ln>
                <a:solidFill>
                  <a:prstClr val="black"/>
                </a:solidFill>
                <a:effectLst/>
                <a:uLnTx/>
                <a:uFillTx/>
                <a:latin typeface="Ubuntu"/>
                <a:ea typeface="+mn-ea"/>
                <a:cs typeface="+mn-cs"/>
              </a:rPr>
              <a:t>Foundational phase that enables predictable and higher quality implementation outcome through a focus on the end-state and participation from cross-functional, empowered delivery teams</a:t>
            </a:r>
          </a:p>
          <a:p>
            <a:pPr marL="119063" marR="0" lvl="0" indent="-119063" algn="l" defTabSz="914400" rtl="0" eaLnBrk="1" fontAlgn="auto" latinLnBrk="0" hangingPunct="1">
              <a:lnSpc>
                <a:spcPct val="100000"/>
              </a:lnSpc>
              <a:spcBef>
                <a:spcPts val="0"/>
              </a:spcBef>
              <a:spcAft>
                <a:spcPts val="400"/>
              </a:spcAft>
              <a:buClr>
                <a:srgbClr val="0070AD"/>
              </a:buClr>
              <a:buSzTx/>
              <a:buFont typeface="Wingdings" panose="05000000000000000000" pitchFamily="2" charset="2"/>
              <a:buChar char="§"/>
              <a:tabLst/>
              <a:defRPr/>
            </a:pPr>
            <a:r>
              <a:rPr kumimoji="0" lang="en-US" sz="800" b="0" i="0" u="none" strike="noStrike" kern="1200" cap="none" spc="0" normalizeH="0" baseline="0" noProof="0">
                <a:ln>
                  <a:noFill/>
                </a:ln>
                <a:solidFill>
                  <a:prstClr val="black"/>
                </a:solidFill>
                <a:effectLst/>
                <a:uLnTx/>
                <a:uFillTx/>
                <a:latin typeface="Ubuntu"/>
                <a:ea typeface="+mn-ea"/>
                <a:cs typeface="+mn-cs"/>
              </a:rPr>
              <a:t>Emphasis is on gaining an understanding of the breadth of requirements at a planning/estimating level of detail</a:t>
            </a:r>
            <a:endParaRPr kumimoji="0" lang="en-IN" sz="800" b="0" i="0" u="none" strike="noStrike" kern="1200" cap="none" spc="0" normalizeH="0" baseline="0" noProof="0">
              <a:ln>
                <a:noFill/>
              </a:ln>
              <a:solidFill>
                <a:prstClr val="black"/>
              </a:solidFill>
              <a:effectLst/>
              <a:uLnTx/>
              <a:uFillTx/>
              <a:latin typeface="Ubuntu"/>
              <a:ea typeface="+mn-ea"/>
              <a:cs typeface="+mn-cs"/>
            </a:endParaRPr>
          </a:p>
          <a:p>
            <a:pPr marL="119063" marR="0" lvl="0" indent="-119063" algn="l" defTabSz="914400" rtl="0" eaLnBrk="1" fontAlgn="auto" latinLnBrk="0" hangingPunct="1">
              <a:lnSpc>
                <a:spcPct val="100000"/>
              </a:lnSpc>
              <a:spcBef>
                <a:spcPts val="0"/>
              </a:spcBef>
              <a:spcAft>
                <a:spcPts val="400"/>
              </a:spcAft>
              <a:buClr>
                <a:srgbClr val="0070AD"/>
              </a:buClr>
              <a:buSzTx/>
              <a:buFont typeface="Wingdings" panose="05000000000000000000" pitchFamily="2" charset="2"/>
              <a:buChar char="§"/>
              <a:tabLst/>
              <a:defRPr/>
            </a:pPr>
            <a:r>
              <a:rPr kumimoji="0" lang="en-IN" sz="800" b="0" i="0" u="none" strike="noStrike" kern="1200" cap="none" spc="0" normalizeH="0" baseline="0" noProof="0">
                <a:ln>
                  <a:noFill/>
                </a:ln>
                <a:solidFill>
                  <a:prstClr val="black"/>
                </a:solidFill>
                <a:effectLst/>
                <a:uLnTx/>
                <a:uFillTx/>
                <a:latin typeface="Ubuntu"/>
                <a:ea typeface="+mn-ea"/>
                <a:cs typeface="+mn-cs"/>
              </a:rPr>
              <a:t>Conduct Rapid Solution Workshops (RSWs) to validate requirements for Insurance</a:t>
            </a:r>
          </a:p>
          <a:p>
            <a:pPr marL="119063" marR="0" lvl="0" indent="-119063" algn="l" defTabSz="914400" rtl="0" eaLnBrk="1" fontAlgn="auto" latinLnBrk="0" hangingPunct="1">
              <a:lnSpc>
                <a:spcPct val="100000"/>
              </a:lnSpc>
              <a:spcBef>
                <a:spcPts val="0"/>
              </a:spcBef>
              <a:spcAft>
                <a:spcPts val="400"/>
              </a:spcAft>
              <a:buClr>
                <a:srgbClr val="0070AD"/>
              </a:buClr>
              <a:buSzTx/>
              <a:buFont typeface="Wingdings" panose="05000000000000000000" pitchFamily="2" charset="2"/>
              <a:buChar char="§"/>
              <a:tabLst/>
              <a:defRPr/>
            </a:pPr>
            <a:r>
              <a:rPr kumimoji="0" lang="en-IN" sz="800" b="0" i="0" u="none" strike="noStrike" kern="1200" cap="none" spc="0" normalizeH="0" baseline="0" noProof="0">
                <a:ln>
                  <a:noFill/>
                </a:ln>
                <a:solidFill>
                  <a:prstClr val="black"/>
                </a:solidFill>
                <a:effectLst/>
                <a:uLnTx/>
                <a:uFillTx/>
                <a:latin typeface="Ubuntu"/>
                <a:ea typeface="+mn-ea"/>
                <a:cs typeface="+mn-cs"/>
              </a:rPr>
              <a:t>Future State Architecture &amp; Product Definition</a:t>
            </a:r>
          </a:p>
          <a:p>
            <a:pPr marL="119063" marR="0" lvl="0" indent="-119063" algn="l" defTabSz="914400" rtl="0" eaLnBrk="1" fontAlgn="auto" latinLnBrk="0" hangingPunct="1">
              <a:lnSpc>
                <a:spcPct val="100000"/>
              </a:lnSpc>
              <a:spcBef>
                <a:spcPts val="0"/>
              </a:spcBef>
              <a:spcAft>
                <a:spcPts val="400"/>
              </a:spcAft>
              <a:buClr>
                <a:srgbClr val="0070AD"/>
              </a:buClr>
              <a:buSzTx/>
              <a:buFont typeface="Wingdings" panose="05000000000000000000" pitchFamily="2" charset="2"/>
              <a:buChar char="§"/>
              <a:tabLst/>
              <a:defRPr/>
            </a:pPr>
            <a:r>
              <a:rPr kumimoji="0" lang="en-US" sz="800" b="0" i="0" u="none" strike="noStrike" kern="1200" cap="none" spc="0" normalizeH="0" baseline="0" noProof="0">
                <a:ln>
                  <a:noFill/>
                </a:ln>
                <a:solidFill>
                  <a:prstClr val="black"/>
                </a:solidFill>
                <a:effectLst/>
                <a:uLnTx/>
                <a:uFillTx/>
                <a:latin typeface="Ubuntu"/>
                <a:ea typeface="+mn-ea"/>
                <a:cs typeface="+mn-cs"/>
              </a:rPr>
              <a:t>ASE 1 will have a focus on the Future of Insurance and will provide the </a:t>
            </a:r>
            <a:r>
              <a:rPr kumimoji="0" lang="en-US" sz="800" b="0" i="0" u="none" strike="noStrike" kern="1200" cap="none" spc="0" normalizeH="0" baseline="0" noProof="0" err="1">
                <a:ln>
                  <a:noFill/>
                </a:ln>
                <a:solidFill>
                  <a:prstClr val="black"/>
                </a:solidFill>
                <a:effectLst/>
                <a:uLnTx/>
                <a:uFillTx/>
                <a:latin typeface="Ubuntu"/>
                <a:ea typeface="+mn-ea"/>
                <a:cs typeface="+mn-cs"/>
              </a:rPr>
              <a:t>Länsförsäkringar</a:t>
            </a:r>
            <a:r>
              <a:rPr kumimoji="0" lang="en-US" sz="800" b="0" i="0" u="none" strike="noStrike" kern="1200" cap="none" spc="0" normalizeH="0" baseline="0" noProof="0">
                <a:ln>
                  <a:noFill/>
                </a:ln>
                <a:solidFill>
                  <a:prstClr val="black"/>
                </a:solidFill>
                <a:effectLst/>
                <a:uLnTx/>
                <a:uFillTx/>
                <a:latin typeface="Ubuntu"/>
                <a:ea typeface="+mn-ea"/>
                <a:cs typeface="+mn-cs"/>
              </a:rPr>
              <a:t> leadership with a target state user journey and roadmap. </a:t>
            </a:r>
          </a:p>
          <a:p>
            <a:pPr marL="119063" marR="0" lvl="0" indent="-119063" algn="l" defTabSz="914400" rtl="0" eaLnBrk="1" fontAlgn="auto" latinLnBrk="0" hangingPunct="1">
              <a:lnSpc>
                <a:spcPct val="100000"/>
              </a:lnSpc>
              <a:spcBef>
                <a:spcPts val="0"/>
              </a:spcBef>
              <a:spcAft>
                <a:spcPts val="400"/>
              </a:spcAft>
              <a:buClr>
                <a:srgbClr val="0070AD"/>
              </a:buClr>
              <a:buSzTx/>
              <a:buFont typeface="Wingdings" panose="05000000000000000000" pitchFamily="2" charset="2"/>
              <a:buChar char="§"/>
              <a:tabLst/>
              <a:defRPr/>
            </a:pPr>
            <a:r>
              <a:rPr kumimoji="0" lang="en-US" sz="800" b="0" i="0" u="none" strike="noStrike" kern="1200" cap="none" spc="0" normalizeH="0" baseline="0" noProof="0">
                <a:ln>
                  <a:noFill/>
                </a:ln>
                <a:solidFill>
                  <a:prstClr val="black"/>
                </a:solidFill>
                <a:effectLst/>
                <a:uLnTx/>
                <a:uFillTx/>
                <a:latin typeface="Ubuntu"/>
                <a:ea typeface="+mn-ea"/>
                <a:cs typeface="+mn-cs"/>
              </a:rPr>
              <a:t>ASE 2 will be during the inception phase with a focus on requirement definition, road mapping and prioritization. </a:t>
            </a:r>
            <a:endParaRPr kumimoji="0" lang="en-IN" sz="800" b="0" i="0" u="none" strike="noStrike" kern="1200" cap="none" spc="0" normalizeH="0" baseline="0" noProof="0">
              <a:ln>
                <a:noFill/>
              </a:ln>
              <a:solidFill>
                <a:prstClr val="black"/>
              </a:solidFill>
              <a:effectLst/>
              <a:uLnTx/>
              <a:uFillTx/>
              <a:latin typeface="Ubuntu"/>
              <a:ea typeface="+mn-ea"/>
              <a:cs typeface="+mn-cs"/>
            </a:endParaRPr>
          </a:p>
        </p:txBody>
      </p:sp>
      <p:pic>
        <p:nvPicPr>
          <p:cNvPr id="76" name="Picture 2" descr="image">
            <a:extLst>
              <a:ext uri="{FF2B5EF4-FFF2-40B4-BE49-F238E27FC236}">
                <a16:creationId xmlns:a16="http://schemas.microsoft.com/office/drawing/2014/main" id="{8B27E149-AF69-490D-837D-017C11E2C740}"/>
              </a:ext>
            </a:extLst>
          </p:cNvPr>
          <p:cNvPicPr>
            <a:picLocks noChangeAspect="1" noChangeArrowheads="1"/>
          </p:cNvPicPr>
          <p:nvPr/>
        </p:nvPicPr>
        <p:blipFill rotWithShape="1">
          <a:blip r:embed="rId3">
            <a:duotone>
              <a:prstClr val="black"/>
              <a:schemeClr val="accent6">
                <a:tint val="45000"/>
                <a:satMod val="400000"/>
              </a:schemeClr>
            </a:duotone>
            <a:extLst>
              <a:ext uri="{28A0092B-C50C-407E-A947-70E740481C1C}">
                <a14:useLocalDpi xmlns:a14="http://schemas.microsoft.com/office/drawing/2010/main" val="0"/>
              </a:ext>
            </a:extLst>
          </a:blip>
          <a:srcRect t="21338"/>
          <a:stretch/>
        </p:blipFill>
        <p:spPr bwMode="auto">
          <a:xfrm>
            <a:off x="1363771" y="1517147"/>
            <a:ext cx="557106" cy="32482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55" name="TextBox 54">
            <a:extLst>
              <a:ext uri="{FF2B5EF4-FFF2-40B4-BE49-F238E27FC236}">
                <a16:creationId xmlns:a16="http://schemas.microsoft.com/office/drawing/2014/main" id="{B7639595-DD95-4D3F-A9BC-A8A15E379A1E}"/>
              </a:ext>
            </a:extLst>
          </p:cNvPr>
          <p:cNvSpPr txBox="1"/>
          <p:nvPr/>
        </p:nvSpPr>
        <p:spPr>
          <a:xfrm>
            <a:off x="-24953" y="2694499"/>
            <a:ext cx="1351825"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400" b="1" i="0" u="sng" strike="noStrike" kern="1200" cap="none" spc="0" normalizeH="0" baseline="0" noProof="0">
                <a:ln>
                  <a:noFill/>
                </a:ln>
                <a:solidFill>
                  <a:srgbClr val="000000">
                    <a:lumMod val="50000"/>
                  </a:srgbClr>
                </a:solidFill>
                <a:effectLst/>
                <a:uLnTx/>
                <a:uFillTx/>
                <a:latin typeface="Ubuntu"/>
                <a:ea typeface="+mn-ea"/>
                <a:cs typeface="Calibri" panose="020F0502020204030204" pitchFamily="34" charset="0"/>
              </a:rPr>
              <a:t>Track-2</a:t>
            </a:r>
            <a:endParaRPr kumimoji="0" lang="en-US" sz="1050" b="1" i="0" u="sng" strike="noStrike" kern="1200" cap="none" spc="0" normalizeH="0" baseline="0" noProof="0">
              <a:ln>
                <a:noFill/>
              </a:ln>
              <a:solidFill>
                <a:srgbClr val="000000">
                  <a:lumMod val="50000"/>
                </a:srgbClr>
              </a:solidFill>
              <a:effectLst/>
              <a:uLnTx/>
              <a:uFillTx/>
              <a:latin typeface="Ubuntu"/>
              <a:ea typeface="+mn-ea"/>
              <a:cs typeface="Calibri" panose="020F0502020204030204" pitchFamily="34" charset="0"/>
            </a:endParaRPr>
          </a:p>
        </p:txBody>
      </p:sp>
      <p:sp>
        <p:nvSpPr>
          <p:cNvPr id="36" name="Rectangle: Rounded Corners 35">
            <a:extLst>
              <a:ext uri="{FF2B5EF4-FFF2-40B4-BE49-F238E27FC236}">
                <a16:creationId xmlns:a16="http://schemas.microsoft.com/office/drawing/2014/main" id="{3C49D193-9066-4E2F-A763-FA8F84ACB780}"/>
              </a:ext>
            </a:extLst>
          </p:cNvPr>
          <p:cNvSpPr/>
          <p:nvPr/>
        </p:nvSpPr>
        <p:spPr>
          <a:xfrm>
            <a:off x="73660" y="2681588"/>
            <a:ext cx="8837042" cy="3062490"/>
          </a:xfrm>
          <a:prstGeom prst="roundRect">
            <a:avLst/>
          </a:prstGeom>
          <a:noFill/>
          <a:ln w="19050">
            <a:solidFill>
              <a:schemeClr val="accent3">
                <a:lumMod val="50000"/>
                <a:lumOff val="50000"/>
              </a:schemeClr>
            </a:solidFill>
            <a:prstDash val="dash"/>
            <a:extLst>
              <a:ext uri="{C807C97D-BFC1-408E-A445-0C87EB9F89A2}">
                <ask:lineSketchStyleProps xmlns:ask="http://schemas.microsoft.com/office/drawing/2018/sketchyshapes" sd="1219033472">
                  <a:custGeom>
                    <a:avLst/>
                    <a:gdLst>
                      <a:gd name="connsiteX0" fmla="*/ 0 w 8910702"/>
                      <a:gd name="connsiteY0" fmla="*/ 510425 h 3062490"/>
                      <a:gd name="connsiteX1" fmla="*/ 510425 w 8910702"/>
                      <a:gd name="connsiteY1" fmla="*/ 0 h 3062490"/>
                      <a:gd name="connsiteX2" fmla="*/ 8400277 w 8910702"/>
                      <a:gd name="connsiteY2" fmla="*/ 0 h 3062490"/>
                      <a:gd name="connsiteX3" fmla="*/ 8910702 w 8910702"/>
                      <a:gd name="connsiteY3" fmla="*/ 510425 h 3062490"/>
                      <a:gd name="connsiteX4" fmla="*/ 8910702 w 8910702"/>
                      <a:gd name="connsiteY4" fmla="*/ 2552065 h 3062490"/>
                      <a:gd name="connsiteX5" fmla="*/ 8400277 w 8910702"/>
                      <a:gd name="connsiteY5" fmla="*/ 3062490 h 3062490"/>
                      <a:gd name="connsiteX6" fmla="*/ 510425 w 8910702"/>
                      <a:gd name="connsiteY6" fmla="*/ 3062490 h 3062490"/>
                      <a:gd name="connsiteX7" fmla="*/ 0 w 8910702"/>
                      <a:gd name="connsiteY7" fmla="*/ 2552065 h 3062490"/>
                      <a:gd name="connsiteX8" fmla="*/ 0 w 8910702"/>
                      <a:gd name="connsiteY8" fmla="*/ 510425 h 3062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910702" h="3062490" fill="none" extrusionOk="0">
                        <a:moveTo>
                          <a:pt x="0" y="510425"/>
                        </a:moveTo>
                        <a:cubicBezTo>
                          <a:pt x="-31140" y="223488"/>
                          <a:pt x="256630" y="22985"/>
                          <a:pt x="510425" y="0"/>
                        </a:cubicBezTo>
                        <a:cubicBezTo>
                          <a:pt x="2634920" y="130954"/>
                          <a:pt x="6112783" y="43574"/>
                          <a:pt x="8400277" y="0"/>
                        </a:cubicBezTo>
                        <a:cubicBezTo>
                          <a:pt x="8687919" y="8844"/>
                          <a:pt x="8935009" y="258300"/>
                          <a:pt x="8910702" y="510425"/>
                        </a:cubicBezTo>
                        <a:cubicBezTo>
                          <a:pt x="8760263" y="1526766"/>
                          <a:pt x="8996581" y="1569114"/>
                          <a:pt x="8910702" y="2552065"/>
                        </a:cubicBezTo>
                        <a:cubicBezTo>
                          <a:pt x="8875497" y="2839746"/>
                          <a:pt x="8674781" y="3057387"/>
                          <a:pt x="8400277" y="3062490"/>
                        </a:cubicBezTo>
                        <a:cubicBezTo>
                          <a:pt x="4530863" y="3217687"/>
                          <a:pt x="2260531" y="3225510"/>
                          <a:pt x="510425" y="3062490"/>
                        </a:cubicBezTo>
                        <a:cubicBezTo>
                          <a:pt x="231265" y="3025423"/>
                          <a:pt x="-4324" y="2836490"/>
                          <a:pt x="0" y="2552065"/>
                        </a:cubicBezTo>
                        <a:cubicBezTo>
                          <a:pt x="64656" y="1980362"/>
                          <a:pt x="-17807" y="1524563"/>
                          <a:pt x="0" y="510425"/>
                        </a:cubicBezTo>
                        <a:close/>
                      </a:path>
                      <a:path w="8910702" h="3062490" stroke="0" extrusionOk="0">
                        <a:moveTo>
                          <a:pt x="0" y="510425"/>
                        </a:moveTo>
                        <a:cubicBezTo>
                          <a:pt x="-41913" y="202672"/>
                          <a:pt x="216849" y="4382"/>
                          <a:pt x="510425" y="0"/>
                        </a:cubicBezTo>
                        <a:cubicBezTo>
                          <a:pt x="1402096" y="132882"/>
                          <a:pt x="5193909" y="-84951"/>
                          <a:pt x="8400277" y="0"/>
                        </a:cubicBezTo>
                        <a:cubicBezTo>
                          <a:pt x="8646824" y="34525"/>
                          <a:pt x="8909108" y="237334"/>
                          <a:pt x="8910702" y="510425"/>
                        </a:cubicBezTo>
                        <a:cubicBezTo>
                          <a:pt x="8930889" y="1531241"/>
                          <a:pt x="9063182" y="1749683"/>
                          <a:pt x="8910702" y="2552065"/>
                        </a:cubicBezTo>
                        <a:cubicBezTo>
                          <a:pt x="8958750" y="2839665"/>
                          <a:pt x="8703883" y="3017819"/>
                          <a:pt x="8400277" y="3062490"/>
                        </a:cubicBezTo>
                        <a:cubicBezTo>
                          <a:pt x="4481807" y="3150129"/>
                          <a:pt x="1566641" y="2989811"/>
                          <a:pt x="510425" y="3062490"/>
                        </a:cubicBezTo>
                        <a:cubicBezTo>
                          <a:pt x="224518" y="3024275"/>
                          <a:pt x="-10732" y="2848879"/>
                          <a:pt x="0" y="2552065"/>
                        </a:cubicBezTo>
                        <a:cubicBezTo>
                          <a:pt x="-38581" y="2219944"/>
                          <a:pt x="63341" y="1183278"/>
                          <a:pt x="0" y="510425"/>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54" name="Arrow: Pentagon 53">
            <a:extLst>
              <a:ext uri="{FF2B5EF4-FFF2-40B4-BE49-F238E27FC236}">
                <a16:creationId xmlns:a16="http://schemas.microsoft.com/office/drawing/2014/main" id="{FF710071-F4B3-427D-A83A-E26EE41D3F50}"/>
              </a:ext>
            </a:extLst>
          </p:cNvPr>
          <p:cNvSpPr/>
          <p:nvPr/>
        </p:nvSpPr>
        <p:spPr>
          <a:xfrm>
            <a:off x="1343112" y="6164719"/>
            <a:ext cx="7391286" cy="253860"/>
          </a:xfrm>
          <a:prstGeom prst="homePlate">
            <a:avLst>
              <a:gd name="adj" fmla="val 9707"/>
            </a:avLst>
          </a:prstGeom>
          <a:solidFill>
            <a:srgbClr val="002060"/>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Program Management – Establish Program Governance, Operating Model,  Infrastructure, Support Architecture, Program Planning</a:t>
            </a:r>
          </a:p>
        </p:txBody>
      </p:sp>
      <p:sp>
        <p:nvSpPr>
          <p:cNvPr id="56" name="TextBox 55">
            <a:extLst>
              <a:ext uri="{FF2B5EF4-FFF2-40B4-BE49-F238E27FC236}">
                <a16:creationId xmlns:a16="http://schemas.microsoft.com/office/drawing/2014/main" id="{5E2C4B69-2311-420B-A023-7AF5E18E4272}"/>
              </a:ext>
            </a:extLst>
          </p:cNvPr>
          <p:cNvSpPr txBox="1"/>
          <p:nvPr/>
        </p:nvSpPr>
        <p:spPr>
          <a:xfrm>
            <a:off x="-104267" y="6164719"/>
            <a:ext cx="1351823" cy="253916"/>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lumMod val="50000"/>
                  </a:srgbClr>
                </a:solidFill>
                <a:effectLst/>
                <a:uLnTx/>
                <a:uFillTx/>
                <a:latin typeface="Ubuntu"/>
                <a:ea typeface="+mn-ea"/>
                <a:cs typeface="Calibri" panose="020F0502020204030204" pitchFamily="34" charset="0"/>
              </a:rPr>
              <a:t>PMO</a:t>
            </a:r>
          </a:p>
        </p:txBody>
      </p:sp>
      <p:cxnSp>
        <p:nvCxnSpPr>
          <p:cNvPr id="58" name="Straight Connector 57">
            <a:extLst>
              <a:ext uri="{FF2B5EF4-FFF2-40B4-BE49-F238E27FC236}">
                <a16:creationId xmlns:a16="http://schemas.microsoft.com/office/drawing/2014/main" id="{FD477C09-1A15-4F84-9252-F394432B7352}"/>
              </a:ext>
            </a:extLst>
          </p:cNvPr>
          <p:cNvCxnSpPr>
            <a:cxnSpLocks/>
          </p:cNvCxnSpPr>
          <p:nvPr/>
        </p:nvCxnSpPr>
        <p:spPr>
          <a:xfrm>
            <a:off x="185738" y="6103027"/>
            <a:ext cx="8628843" cy="0"/>
          </a:xfrm>
          <a:prstGeom prst="line">
            <a:avLst/>
          </a:prstGeom>
          <a:ln>
            <a:solidFill>
              <a:schemeClr val="tx2"/>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44951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51527BF4-4617-483D-80FA-2A1607801C1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1" progId="TCLayout.ActiveDocument.1">
                  <p:embed/>
                </p:oleObj>
              </mc:Choice>
              <mc:Fallback>
                <p:oleObj name="think-cell Slide" r:id="rId4" imgW="592" imgH="591" progId="TCLayout.ActiveDocument.1">
                  <p:embed/>
                  <p:pic>
                    <p:nvPicPr>
                      <p:cNvPr id="4" name="Object 3" hidden="1">
                        <a:extLst>
                          <a:ext uri="{FF2B5EF4-FFF2-40B4-BE49-F238E27FC236}">
                            <a16:creationId xmlns:a16="http://schemas.microsoft.com/office/drawing/2014/main" id="{51527BF4-4617-483D-80FA-2A1607801C10}"/>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Rectangle 5">
            <a:extLst>
              <a:ext uri="{FF2B5EF4-FFF2-40B4-BE49-F238E27FC236}">
                <a16:creationId xmlns:a16="http://schemas.microsoft.com/office/drawing/2014/main" id="{79BAFA6B-894E-4F05-B116-1B839DB1A60D}"/>
              </a:ext>
            </a:extLst>
          </p:cNvPr>
          <p:cNvSpPr/>
          <p:nvPr/>
        </p:nvSpPr>
        <p:spPr>
          <a:xfrm>
            <a:off x="159945" y="5520256"/>
            <a:ext cx="2415089" cy="11433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sv-SE"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16" name="Arrow: Pentagon 15">
            <a:extLst>
              <a:ext uri="{FF2B5EF4-FFF2-40B4-BE49-F238E27FC236}">
                <a16:creationId xmlns:a16="http://schemas.microsoft.com/office/drawing/2014/main" id="{5C831968-44D0-4504-9936-931BC7E04F1C}"/>
              </a:ext>
            </a:extLst>
          </p:cNvPr>
          <p:cNvSpPr/>
          <p:nvPr/>
        </p:nvSpPr>
        <p:spPr>
          <a:xfrm>
            <a:off x="9225452" y="0"/>
            <a:ext cx="3009252" cy="6858000"/>
          </a:xfrm>
          <a:prstGeom prst="homePlate">
            <a:avLst>
              <a:gd name="adj" fmla="val 0"/>
            </a:avLst>
          </a:prstGeom>
          <a:solidFill>
            <a:srgbClr val="173340"/>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400" b="0" i="0" u="none" strike="noStrike" kern="1200" cap="none" spc="0" normalizeH="0" baseline="0" noProof="0" err="1">
              <a:ln>
                <a:noFill/>
              </a:ln>
              <a:solidFill>
                <a:prstClr val="black"/>
              </a:solidFill>
              <a:effectLst/>
              <a:uLnTx/>
              <a:uFillTx/>
              <a:latin typeface="Ubuntu"/>
              <a:ea typeface="+mn-ea"/>
              <a:cs typeface="+mn-cs"/>
            </a:endParaRPr>
          </a:p>
        </p:txBody>
      </p:sp>
      <p:sp>
        <p:nvSpPr>
          <p:cNvPr id="64" name="Arrow: Pentagon 63">
            <a:extLst>
              <a:ext uri="{FF2B5EF4-FFF2-40B4-BE49-F238E27FC236}">
                <a16:creationId xmlns:a16="http://schemas.microsoft.com/office/drawing/2014/main" id="{611D2647-E9A8-409B-ACB4-0F960FFB918F}"/>
              </a:ext>
            </a:extLst>
          </p:cNvPr>
          <p:cNvSpPr/>
          <p:nvPr/>
        </p:nvSpPr>
        <p:spPr>
          <a:xfrm>
            <a:off x="3485" y="0"/>
            <a:ext cx="9816580" cy="6858000"/>
          </a:xfrm>
          <a:prstGeom prst="homePlate">
            <a:avLst>
              <a:gd name="adj" fmla="val 7453"/>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Ubuntu"/>
              <a:ea typeface="+mn-ea"/>
              <a:cs typeface="+mn-cs"/>
            </a:endParaRPr>
          </a:p>
        </p:txBody>
      </p:sp>
      <p:sp>
        <p:nvSpPr>
          <p:cNvPr id="2" name="Arrow: Pentagon 1">
            <a:extLst>
              <a:ext uri="{FF2B5EF4-FFF2-40B4-BE49-F238E27FC236}">
                <a16:creationId xmlns:a16="http://schemas.microsoft.com/office/drawing/2014/main" id="{CD509536-A7F9-4D83-A806-C3913146DCEE}"/>
              </a:ext>
            </a:extLst>
          </p:cNvPr>
          <p:cNvSpPr/>
          <p:nvPr/>
        </p:nvSpPr>
        <p:spPr>
          <a:xfrm>
            <a:off x="0" y="0"/>
            <a:ext cx="3426246" cy="6858000"/>
          </a:xfrm>
          <a:prstGeom prst="homePlate">
            <a:avLst>
              <a:gd name="adj" fmla="val 14024"/>
            </a:avLst>
          </a:prstGeom>
          <a:solidFill>
            <a:srgbClr val="0070AD"/>
          </a:solidFill>
          <a:ln w="9525">
            <a:no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400" b="0" i="0" u="none" strike="noStrike" kern="1200" cap="none" spc="0" normalizeH="0" baseline="0" noProof="0">
              <a:ln>
                <a:noFill/>
              </a:ln>
              <a:solidFill>
                <a:prstClr val="black"/>
              </a:solidFill>
              <a:effectLst/>
              <a:uLnTx/>
              <a:uFillTx/>
              <a:latin typeface="Ubuntu"/>
              <a:ea typeface="+mn-ea"/>
              <a:cs typeface="+mn-cs"/>
            </a:endParaRPr>
          </a:p>
        </p:txBody>
      </p:sp>
      <p:sp>
        <p:nvSpPr>
          <p:cNvPr id="3" name="Title 2">
            <a:extLst>
              <a:ext uri="{FF2B5EF4-FFF2-40B4-BE49-F238E27FC236}">
                <a16:creationId xmlns:a16="http://schemas.microsoft.com/office/drawing/2014/main" id="{B490EBA8-8698-49C6-91C6-93EB77884919}"/>
              </a:ext>
            </a:extLst>
          </p:cNvPr>
          <p:cNvSpPr>
            <a:spLocks noGrp="1"/>
          </p:cNvSpPr>
          <p:nvPr>
            <p:ph type="title"/>
          </p:nvPr>
        </p:nvSpPr>
        <p:spPr>
          <a:xfrm>
            <a:off x="30499" y="172080"/>
            <a:ext cx="2969823" cy="925511"/>
          </a:xfrm>
          <a:noFill/>
        </p:spPr>
        <p:txBody>
          <a:bodyPr vert="horz" wrap="square" lIns="90000" tIns="46800" rIns="90000" bIns="46800" rtlCol="0" anchor="ctr">
            <a:spAutoFit/>
          </a:bodyPr>
          <a:lstStyle/>
          <a:p>
            <a:pPr>
              <a:lnSpc>
                <a:spcPct val="100000"/>
              </a:lnSpc>
            </a:pPr>
            <a:r>
              <a:rPr lang="en-US" sz="1800" b="1" cap="none">
                <a:solidFill>
                  <a:srgbClr val="FFFFFF"/>
                </a:solidFill>
                <a:latin typeface="Ubuntu"/>
                <a:ea typeface="+mn-ea"/>
                <a:cs typeface="+mn-cs"/>
              </a:rPr>
              <a:t>Track-2 </a:t>
            </a:r>
            <a:r>
              <a:rPr lang="en-US" sz="1800" cap="none">
                <a:solidFill>
                  <a:srgbClr val="FFFFFF"/>
                </a:solidFill>
                <a:latin typeface="Ubuntu"/>
                <a:ea typeface="+mn-ea"/>
                <a:cs typeface="+mn-cs"/>
              </a:rPr>
              <a:t>assumes natural synergies of </a:t>
            </a:r>
            <a:r>
              <a:rPr lang="en-US" sz="1800" b="1" cap="none">
                <a:solidFill>
                  <a:srgbClr val="FFFFFF"/>
                </a:solidFill>
                <a:latin typeface="Ubuntu"/>
                <a:ea typeface="+mn-ea"/>
                <a:cs typeface="+mn-cs"/>
              </a:rPr>
              <a:t>Track-1 </a:t>
            </a:r>
            <a:r>
              <a:rPr lang="en-US" sz="1800" cap="none">
                <a:solidFill>
                  <a:srgbClr val="FFFFFF"/>
                </a:solidFill>
                <a:latin typeface="Ubuntu"/>
                <a:ea typeface="+mn-ea"/>
                <a:cs typeface="+mn-cs"/>
              </a:rPr>
              <a:t>deliverables to build core</a:t>
            </a:r>
            <a:endParaRPr lang="en-GB" sz="1800" cap="none">
              <a:solidFill>
                <a:srgbClr val="FFFFFF"/>
              </a:solidFill>
              <a:latin typeface="Ubuntu"/>
              <a:ea typeface="+mn-ea"/>
              <a:cs typeface="+mn-cs"/>
            </a:endParaRPr>
          </a:p>
        </p:txBody>
      </p:sp>
      <p:sp>
        <p:nvSpPr>
          <p:cNvPr id="140" name="TextBox 139">
            <a:extLst>
              <a:ext uri="{FF2B5EF4-FFF2-40B4-BE49-F238E27FC236}">
                <a16:creationId xmlns:a16="http://schemas.microsoft.com/office/drawing/2014/main" id="{89072EFD-2C19-4CB6-B3EF-01D03ADF106C}"/>
              </a:ext>
            </a:extLst>
          </p:cNvPr>
          <p:cNvSpPr txBox="1"/>
          <p:nvPr/>
        </p:nvSpPr>
        <p:spPr>
          <a:xfrm>
            <a:off x="5340942" y="5943827"/>
            <a:ext cx="2389393" cy="20005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7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Verdana" panose="020B0604030504040204" pitchFamily="34" charset="0"/>
              </a:rPr>
              <a:t>..</a:t>
            </a:r>
          </a:p>
        </p:txBody>
      </p:sp>
      <p:sp>
        <p:nvSpPr>
          <p:cNvPr id="28" name="TextBox 27">
            <a:extLst>
              <a:ext uri="{FF2B5EF4-FFF2-40B4-BE49-F238E27FC236}">
                <a16:creationId xmlns:a16="http://schemas.microsoft.com/office/drawing/2014/main" id="{0CD39056-69F4-4F02-A0EA-036C3656FE2B}"/>
              </a:ext>
            </a:extLst>
          </p:cNvPr>
          <p:cNvSpPr txBox="1"/>
          <p:nvPr/>
        </p:nvSpPr>
        <p:spPr>
          <a:xfrm>
            <a:off x="9717103" y="310579"/>
            <a:ext cx="1927867" cy="648512"/>
          </a:xfrm>
          <a:prstGeom prst="rect">
            <a:avLst/>
          </a:prstGeom>
          <a:noFill/>
        </p:spPr>
        <p:txBody>
          <a:bodyPr vert="horz" wrap="square" lIns="90000" tIns="46800" rIns="90000" bIns="46800" rtlCol="0" anchor="ctr">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1800" b="1" i="0" u="none" strike="noStrike" kern="1200" cap="none" spc="0" normalizeH="0" baseline="0" noProof="0">
                <a:ln>
                  <a:noFill/>
                </a:ln>
                <a:solidFill>
                  <a:srgbClr val="FFFFFF"/>
                </a:solidFill>
                <a:effectLst/>
                <a:uLnTx/>
                <a:uFillTx/>
                <a:latin typeface="Ubuntu"/>
                <a:ea typeface="+mn-ea"/>
                <a:cs typeface="+mn-cs"/>
              </a:rPr>
              <a:t>Key Outputs &amp; Deliverables</a:t>
            </a:r>
          </a:p>
        </p:txBody>
      </p:sp>
      <p:sp>
        <p:nvSpPr>
          <p:cNvPr id="34" name="TextBox 33">
            <a:extLst>
              <a:ext uri="{FF2B5EF4-FFF2-40B4-BE49-F238E27FC236}">
                <a16:creationId xmlns:a16="http://schemas.microsoft.com/office/drawing/2014/main" id="{9E6399CD-B569-4D0F-A8A5-074186558EEF}"/>
              </a:ext>
            </a:extLst>
          </p:cNvPr>
          <p:cNvSpPr txBox="1"/>
          <p:nvPr/>
        </p:nvSpPr>
        <p:spPr>
          <a:xfrm>
            <a:off x="138222" y="1213027"/>
            <a:ext cx="3025375" cy="3501922"/>
          </a:xfrm>
          <a:prstGeom prst="rect">
            <a:avLst/>
          </a:prstGeom>
          <a:noFill/>
        </p:spPr>
        <p:txBody>
          <a:bodyPr vert="horz" wrap="square" lIns="90000" tIns="46800" rIns="90000" bIns="46800" rtlCol="0" anchor="t">
            <a:spAutoFit/>
          </a:bodyPr>
          <a:lstStyle/>
          <a:p>
            <a:pPr marL="0" marR="0" lvl="0" indent="0" algn="l" defTabSz="914400" rtl="0" eaLnBrk="1" fontAlgn="auto" latinLnBrk="0" hangingPunct="1">
              <a:lnSpc>
                <a:spcPct val="100000"/>
              </a:lnSpc>
              <a:spcBef>
                <a:spcPct val="0"/>
              </a:spcBef>
              <a:spcAft>
                <a:spcPts val="12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Ubuntu"/>
                <a:ea typeface="+mn-ea"/>
                <a:cs typeface="+mn-cs"/>
              </a:rPr>
              <a:t>Product Design &amp; Rationalization</a:t>
            </a:r>
          </a:p>
          <a:p>
            <a:pPr marL="171450" marR="0" lvl="0" indent="-171450" algn="l" defTabSz="914400" rtl="0" eaLnBrk="1" fontAlgn="auto" latinLnBrk="0" hangingPunct="1">
              <a:lnSpc>
                <a:spcPct val="120000"/>
              </a:lnSpc>
              <a:spcBef>
                <a:spcPct val="0"/>
              </a:spcBef>
              <a:spcAft>
                <a:spcPts val="0"/>
              </a:spcAft>
              <a:buClrTx/>
              <a:buSzTx/>
              <a:buFont typeface="Wingdings" panose="05000000000000000000" pitchFamily="2" charset="2"/>
              <a:buChar char="§"/>
              <a:tabLst/>
              <a:defRPr/>
            </a:pPr>
            <a:r>
              <a:rPr kumimoji="0" lang="en-GB" sz="1000" b="0" i="0" u="none" strike="noStrike" kern="1200" cap="none" spc="0" normalizeH="0" baseline="0" noProof="0">
                <a:ln>
                  <a:noFill/>
                </a:ln>
                <a:solidFill>
                  <a:srgbClr val="ECECEC">
                    <a:lumMod val="90000"/>
                  </a:srgbClr>
                </a:solidFill>
                <a:effectLst/>
                <a:uLnTx/>
                <a:uFillTx/>
                <a:latin typeface="Ubuntu"/>
                <a:ea typeface="+mn-ea"/>
                <a:cs typeface="+mn-cs"/>
              </a:rPr>
              <a:t>As-is understanding of The organization, systems &amp; processes support and deliver LF strategy</a:t>
            </a:r>
          </a:p>
          <a:p>
            <a:pPr marL="171450" marR="0" lvl="0" indent="-171450" algn="l" defTabSz="914400" rtl="0" eaLnBrk="1" fontAlgn="auto" latinLnBrk="0" hangingPunct="1">
              <a:lnSpc>
                <a:spcPct val="120000"/>
              </a:lnSpc>
              <a:spcBef>
                <a:spcPct val="0"/>
              </a:spcBef>
              <a:spcAft>
                <a:spcPts val="0"/>
              </a:spcAft>
              <a:buClrTx/>
              <a:buSzTx/>
              <a:buFont typeface="Wingdings" panose="05000000000000000000" pitchFamily="2" charset="2"/>
              <a:buChar char="§"/>
              <a:tabLst/>
              <a:defRPr/>
            </a:pPr>
            <a:r>
              <a:rPr kumimoji="0" lang="en-GB" sz="1000" b="0" i="0" u="none" strike="noStrike" kern="1200" cap="none" spc="0" normalizeH="0" baseline="0" noProof="0">
                <a:ln>
                  <a:noFill/>
                </a:ln>
                <a:solidFill>
                  <a:srgbClr val="ECECEC">
                    <a:lumMod val="90000"/>
                  </a:srgbClr>
                </a:solidFill>
                <a:effectLst/>
                <a:uLnTx/>
                <a:uFillTx/>
                <a:latin typeface="Ubuntu"/>
                <a:ea typeface="+mn-ea"/>
                <a:cs typeface="+mn-cs"/>
              </a:rPr>
              <a:t>Vision, target states &amp; clear understanding of gaps</a:t>
            </a:r>
          </a:p>
          <a:p>
            <a:pPr marL="171450" marR="0" lvl="0" indent="-171450" algn="l" defTabSz="914400" rtl="0" eaLnBrk="1" fontAlgn="auto" latinLnBrk="0" hangingPunct="1">
              <a:lnSpc>
                <a:spcPct val="120000"/>
              </a:lnSpc>
              <a:spcBef>
                <a:spcPct val="0"/>
              </a:spcBef>
              <a:spcAft>
                <a:spcPts val="0"/>
              </a:spcAft>
              <a:buClrTx/>
              <a:buSzTx/>
              <a:buFont typeface="Wingdings" panose="05000000000000000000" pitchFamily="2" charset="2"/>
              <a:buChar char="§"/>
              <a:tabLst/>
              <a:defRPr/>
            </a:pPr>
            <a:r>
              <a:rPr kumimoji="0" lang="en-GB" sz="1000" b="0" i="0" u="none" strike="noStrike" kern="1200" cap="none" spc="0" normalizeH="0" baseline="0" noProof="0">
                <a:ln>
                  <a:noFill/>
                </a:ln>
                <a:solidFill>
                  <a:srgbClr val="ECECEC">
                    <a:lumMod val="90000"/>
                  </a:srgbClr>
                </a:solidFill>
                <a:effectLst/>
                <a:uLnTx/>
                <a:uFillTx/>
                <a:latin typeface="Ubuntu"/>
                <a:ea typeface="+mn-ea"/>
                <a:cs typeface="+mn-cs"/>
              </a:rPr>
              <a:t>Defined outputs for Product design and Target Operating Model</a:t>
            </a:r>
          </a:p>
          <a:p>
            <a:pPr marL="171450" marR="0" lvl="0" indent="-171450" algn="l" defTabSz="914400" rtl="0" eaLnBrk="1" fontAlgn="auto" latinLnBrk="0" hangingPunct="1">
              <a:lnSpc>
                <a:spcPct val="120000"/>
              </a:lnSpc>
              <a:spcBef>
                <a:spcPct val="0"/>
              </a:spcBef>
              <a:spcAft>
                <a:spcPts val="0"/>
              </a:spcAft>
              <a:buClrTx/>
              <a:buSzTx/>
              <a:buFont typeface="Wingdings" panose="05000000000000000000" pitchFamily="2" charset="2"/>
              <a:buChar char="§"/>
              <a:tabLst/>
              <a:defRPr/>
            </a:pPr>
            <a:r>
              <a:rPr kumimoji="0" lang="en-GB" sz="1000" b="0" i="0" u="none" strike="noStrike" kern="1200" cap="none" spc="0" normalizeH="0" baseline="0" noProof="0">
                <a:ln>
                  <a:noFill/>
                </a:ln>
                <a:solidFill>
                  <a:srgbClr val="ECECEC">
                    <a:lumMod val="90000"/>
                  </a:srgbClr>
                </a:solidFill>
                <a:effectLst/>
                <a:uLnTx/>
                <a:uFillTx/>
                <a:latin typeface="Ubuntu"/>
                <a:ea typeface="+mn-ea"/>
                <a:cs typeface="+mn-cs"/>
              </a:rPr>
              <a:t>To-be processes</a:t>
            </a:r>
          </a:p>
          <a:p>
            <a:pPr marL="182563" marR="0" lvl="0" indent="-182563" algn="l" defTabSz="914400" rtl="0" eaLnBrk="1" fontAlgn="auto" latinLnBrk="0" hangingPunct="1">
              <a:lnSpc>
                <a:spcPct val="100000"/>
              </a:lnSpc>
              <a:spcBef>
                <a:spcPct val="0"/>
              </a:spcBef>
              <a:spcAft>
                <a:spcPts val="0"/>
              </a:spcAft>
              <a:buClrTx/>
              <a:buSzTx/>
              <a:buFontTx/>
              <a:buChar char="-"/>
              <a:tabLst/>
              <a:defRPr/>
            </a:pPr>
            <a:endParaRPr kumimoji="0" lang="en-GB" sz="1100" b="1" i="0" u="none" strike="noStrike" kern="1200" cap="none" spc="0" normalizeH="0" baseline="0" noProof="0">
              <a:ln>
                <a:noFill/>
              </a:ln>
              <a:solidFill>
                <a:srgbClr val="FFFFFF"/>
              </a:solidFill>
              <a:effectLst/>
              <a:uLnTx/>
              <a:uFillTx/>
              <a:latin typeface="Ubuntu"/>
              <a:ea typeface="+mn-ea"/>
              <a:cs typeface="+mn-cs"/>
            </a:endParaRPr>
          </a:p>
          <a:p>
            <a:pPr marL="0" marR="0" lvl="0" indent="0" algn="l" defTabSz="914400" rtl="0" eaLnBrk="1" fontAlgn="auto" latinLnBrk="0" hangingPunct="1">
              <a:lnSpc>
                <a:spcPct val="100000"/>
              </a:lnSpc>
              <a:spcBef>
                <a:spcPct val="0"/>
              </a:spcBef>
              <a:spcAft>
                <a:spcPts val="12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Ubuntu"/>
                <a:ea typeface="+mn-ea"/>
                <a:cs typeface="+mn-cs"/>
              </a:rPr>
              <a:t>Target Business Process</a:t>
            </a:r>
          </a:p>
          <a:p>
            <a:pPr marL="171450" marR="0" lvl="0" indent="-171450" algn="l" defTabSz="914400" rtl="0" eaLnBrk="1" fontAlgn="auto" latinLnBrk="0" hangingPunct="1">
              <a:lnSpc>
                <a:spcPct val="120000"/>
              </a:lnSpc>
              <a:spcBef>
                <a:spcPct val="0"/>
              </a:spcBef>
              <a:spcAft>
                <a:spcPts val="0"/>
              </a:spcAft>
              <a:buClrTx/>
              <a:buSzTx/>
              <a:buFont typeface="Wingdings" panose="05000000000000000000" pitchFamily="2" charset="2"/>
              <a:buChar char="§"/>
              <a:tabLst/>
              <a:defRPr/>
            </a:pPr>
            <a:r>
              <a:rPr kumimoji="0" lang="en-GB" sz="1000" b="0" i="0" u="none" strike="noStrike" kern="1200" cap="none" spc="0" normalizeH="0" baseline="0" noProof="0">
                <a:ln>
                  <a:noFill/>
                </a:ln>
                <a:solidFill>
                  <a:srgbClr val="ECECEC">
                    <a:lumMod val="90000"/>
                  </a:srgbClr>
                </a:solidFill>
                <a:effectLst/>
                <a:uLnTx/>
                <a:uFillTx/>
                <a:latin typeface="Ubuntu"/>
                <a:ea typeface="+mn-ea"/>
                <a:cs typeface="+mn-cs"/>
              </a:rPr>
              <a:t>Gap analysis</a:t>
            </a:r>
          </a:p>
          <a:p>
            <a:pPr marL="171450" marR="0" lvl="0" indent="-171450" algn="l" defTabSz="914400" rtl="0" eaLnBrk="1" fontAlgn="auto" latinLnBrk="0" hangingPunct="1">
              <a:lnSpc>
                <a:spcPct val="120000"/>
              </a:lnSpc>
              <a:spcBef>
                <a:spcPct val="0"/>
              </a:spcBef>
              <a:spcAft>
                <a:spcPts val="0"/>
              </a:spcAft>
              <a:buClrTx/>
              <a:buSzTx/>
              <a:buFont typeface="Wingdings" panose="05000000000000000000" pitchFamily="2" charset="2"/>
              <a:buChar char="§"/>
              <a:tabLst/>
              <a:defRPr/>
            </a:pPr>
            <a:r>
              <a:rPr kumimoji="0" lang="en-GB" sz="1000" b="0" i="0" u="none" strike="noStrike" kern="1200" cap="none" spc="0" normalizeH="0" baseline="0" noProof="0">
                <a:ln>
                  <a:noFill/>
                </a:ln>
                <a:solidFill>
                  <a:srgbClr val="ECECEC">
                    <a:lumMod val="90000"/>
                  </a:srgbClr>
                </a:solidFill>
                <a:effectLst/>
                <a:uLnTx/>
                <a:uFillTx/>
                <a:latin typeface="Ubuntu"/>
                <a:ea typeface="+mn-ea"/>
                <a:cs typeface="+mn-cs"/>
              </a:rPr>
              <a:t>Process maps</a:t>
            </a:r>
          </a:p>
          <a:p>
            <a:pPr marL="171450" marR="0" lvl="0" indent="-171450" algn="l" defTabSz="914400" rtl="0" eaLnBrk="1" fontAlgn="auto" latinLnBrk="0" hangingPunct="1">
              <a:lnSpc>
                <a:spcPct val="120000"/>
              </a:lnSpc>
              <a:spcBef>
                <a:spcPct val="0"/>
              </a:spcBef>
              <a:spcAft>
                <a:spcPts val="0"/>
              </a:spcAft>
              <a:buClrTx/>
              <a:buSzTx/>
              <a:buFont typeface="Wingdings" panose="05000000000000000000" pitchFamily="2" charset="2"/>
              <a:buChar char="§"/>
              <a:tabLst/>
              <a:defRPr/>
            </a:pPr>
            <a:r>
              <a:rPr kumimoji="0" lang="en-GB" sz="1000" b="0" i="0" u="none" strike="noStrike" kern="1200" cap="none" spc="0" normalizeH="0" baseline="0" noProof="0">
                <a:ln>
                  <a:noFill/>
                </a:ln>
                <a:solidFill>
                  <a:srgbClr val="ECECEC">
                    <a:lumMod val="90000"/>
                  </a:srgbClr>
                </a:solidFill>
                <a:effectLst/>
                <a:uLnTx/>
                <a:uFillTx/>
                <a:latin typeface="Ubuntu"/>
                <a:ea typeface="+mn-ea"/>
                <a:cs typeface="+mn-cs"/>
              </a:rPr>
              <a:t>Role definitions</a:t>
            </a:r>
          </a:p>
          <a:p>
            <a:pPr marL="171450" marR="0" lvl="0" indent="-171450" algn="l" defTabSz="914400" rtl="0" eaLnBrk="1" fontAlgn="auto" latinLnBrk="0" hangingPunct="1">
              <a:lnSpc>
                <a:spcPct val="120000"/>
              </a:lnSpc>
              <a:spcBef>
                <a:spcPct val="0"/>
              </a:spcBef>
              <a:spcAft>
                <a:spcPts val="0"/>
              </a:spcAft>
              <a:buClrTx/>
              <a:buSzTx/>
              <a:buFont typeface="Wingdings" panose="05000000000000000000" pitchFamily="2" charset="2"/>
              <a:buChar char="§"/>
              <a:tabLst/>
              <a:defRPr/>
            </a:pPr>
            <a:r>
              <a:rPr kumimoji="0" lang="en-GB" sz="1000" b="0" i="0" u="none" strike="noStrike" kern="1200" cap="none" spc="0" normalizeH="0" baseline="0" noProof="0">
                <a:ln>
                  <a:noFill/>
                </a:ln>
                <a:solidFill>
                  <a:srgbClr val="ECECEC">
                    <a:lumMod val="90000"/>
                  </a:srgbClr>
                </a:solidFill>
                <a:effectLst/>
                <a:uLnTx/>
                <a:uFillTx/>
                <a:latin typeface="Ubuntu"/>
                <a:ea typeface="+mn-ea"/>
                <a:cs typeface="+mn-cs"/>
              </a:rPr>
              <a:t>Roadmap and summary of key implementation enablers</a:t>
            </a:r>
          </a:p>
        </p:txBody>
      </p:sp>
      <p:pic>
        <p:nvPicPr>
          <p:cNvPr id="49" name="Picture 3">
            <a:extLst>
              <a:ext uri="{FF2B5EF4-FFF2-40B4-BE49-F238E27FC236}">
                <a16:creationId xmlns:a16="http://schemas.microsoft.com/office/drawing/2014/main" id="{ADFCBCCE-6BA6-4349-93B3-1B080D02858E}"/>
              </a:ext>
            </a:extLst>
          </p:cNvPr>
          <p:cNvPicPr>
            <a:picLocks noChangeAspect="1" noChangeArrowheads="1"/>
          </p:cNvPicPr>
          <p:nvPr/>
        </p:nvPicPr>
        <p:blipFill>
          <a:blip r:embed="rId6" cstate="print"/>
          <a:srcRect l="2160" t="24286" r="16335" b="15036"/>
          <a:stretch>
            <a:fillRect/>
          </a:stretch>
        </p:blipFill>
        <p:spPr bwMode="auto">
          <a:xfrm>
            <a:off x="219071" y="5108672"/>
            <a:ext cx="1174949" cy="649926"/>
          </a:xfrm>
          <a:prstGeom prst="rect">
            <a:avLst/>
          </a:prstGeom>
          <a:noFill/>
          <a:ln w="9525">
            <a:solidFill>
              <a:schemeClr val="tx1">
                <a:lumMod val="50000"/>
                <a:lumOff val="50000"/>
              </a:schemeClr>
            </a:solidFill>
            <a:miter lim="800000"/>
            <a:headEnd/>
            <a:tailEnd/>
          </a:ln>
          <a:effectLst>
            <a:outerShdw blurRad="50800" dist="38100" dir="2700000" algn="tl" rotWithShape="0">
              <a:prstClr val="black">
                <a:alpha val="40000"/>
              </a:prstClr>
            </a:outerShdw>
          </a:effectLst>
        </p:spPr>
      </p:pic>
      <p:sp>
        <p:nvSpPr>
          <p:cNvPr id="58" name="TextBox 57">
            <a:extLst>
              <a:ext uri="{FF2B5EF4-FFF2-40B4-BE49-F238E27FC236}">
                <a16:creationId xmlns:a16="http://schemas.microsoft.com/office/drawing/2014/main" id="{EC4985BB-6EA9-4231-B4EB-23925211EEAC}"/>
              </a:ext>
            </a:extLst>
          </p:cNvPr>
          <p:cNvSpPr txBox="1"/>
          <p:nvPr/>
        </p:nvSpPr>
        <p:spPr>
          <a:xfrm>
            <a:off x="143760" y="4702822"/>
            <a:ext cx="2500591" cy="307777"/>
          </a:xfrm>
          <a:prstGeom prst="rect">
            <a:avLst/>
          </a:prstGeom>
          <a:noFill/>
        </p:spPr>
        <p:txBody>
          <a:bodyPr wrap="square">
            <a:spAutoFit/>
          </a:bodyPr>
          <a:lstStyle/>
          <a:p>
            <a:pPr marL="0" marR="0" lvl="0" indent="0" algn="l" defTabSz="914400" rtl="0" eaLnBrk="1" fontAlgn="auto" latinLnBrk="0" hangingPunct="1">
              <a:lnSpc>
                <a:spcPct val="100000"/>
              </a:lnSpc>
              <a:spcBef>
                <a:spcPct val="0"/>
              </a:spcBef>
              <a:spcAft>
                <a:spcPts val="12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Ubuntu"/>
                <a:ea typeface="+mn-ea"/>
                <a:cs typeface="+mn-cs"/>
              </a:rPr>
              <a:t>Platform Requirements</a:t>
            </a:r>
          </a:p>
        </p:txBody>
      </p:sp>
      <p:cxnSp>
        <p:nvCxnSpPr>
          <p:cNvPr id="14" name="Straight Connector 13">
            <a:extLst>
              <a:ext uri="{FF2B5EF4-FFF2-40B4-BE49-F238E27FC236}">
                <a16:creationId xmlns:a16="http://schemas.microsoft.com/office/drawing/2014/main" id="{D4B9F2E4-E96E-4F51-A570-9E975A978A74}"/>
              </a:ext>
            </a:extLst>
          </p:cNvPr>
          <p:cNvCxnSpPr/>
          <p:nvPr/>
        </p:nvCxnSpPr>
        <p:spPr>
          <a:xfrm>
            <a:off x="-17035" y="1187377"/>
            <a:ext cx="313598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A7BA8BDF-8D08-4E4A-A957-6A0B1A60543E}"/>
              </a:ext>
            </a:extLst>
          </p:cNvPr>
          <p:cNvSpPr txBox="1"/>
          <p:nvPr/>
        </p:nvSpPr>
        <p:spPr>
          <a:xfrm>
            <a:off x="1402538" y="5022854"/>
            <a:ext cx="1885812" cy="861774"/>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1200" cap="none" spc="0" normalizeH="0" baseline="0" noProof="0">
                <a:ln>
                  <a:noFill/>
                </a:ln>
                <a:solidFill>
                  <a:srgbClr val="ECECEC">
                    <a:lumMod val="90000"/>
                  </a:srgbClr>
                </a:solidFill>
                <a:effectLst/>
                <a:uLnTx/>
                <a:uFillTx/>
                <a:latin typeface="Ubuntu"/>
                <a:ea typeface="+mn-ea"/>
                <a:cs typeface="+mn-cs"/>
              </a:rPr>
              <a:t>Backlogs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1200" cap="none" spc="0" normalizeH="0" baseline="0" noProof="0">
                <a:ln>
                  <a:noFill/>
                </a:ln>
                <a:solidFill>
                  <a:srgbClr val="ECECEC">
                    <a:lumMod val="90000"/>
                  </a:srgbClr>
                </a:solidFill>
                <a:effectLst/>
                <a:uLnTx/>
                <a:uFillTx/>
                <a:latin typeface="Ubuntu"/>
                <a:ea typeface="+mn-ea"/>
                <a:cs typeface="+mn-cs"/>
              </a:rPr>
              <a:t>Field Specifications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1200" cap="none" spc="0" normalizeH="0" baseline="0" noProof="0">
                <a:ln>
                  <a:noFill/>
                </a:ln>
                <a:solidFill>
                  <a:srgbClr val="ECECEC">
                    <a:lumMod val="90000"/>
                  </a:srgbClr>
                </a:solidFill>
                <a:effectLst/>
                <a:uLnTx/>
                <a:uFillTx/>
                <a:latin typeface="Ubuntu"/>
                <a:ea typeface="+mn-ea"/>
                <a:cs typeface="+mn-cs"/>
              </a:rPr>
              <a:t>Business Rules Catalogue</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1200" cap="none" spc="0" normalizeH="0" baseline="0" noProof="0">
                <a:ln>
                  <a:noFill/>
                </a:ln>
                <a:solidFill>
                  <a:srgbClr val="ECECEC">
                    <a:lumMod val="90000"/>
                  </a:srgbClr>
                </a:solidFill>
                <a:effectLst/>
                <a:uLnTx/>
                <a:uFillTx/>
                <a:latin typeface="Ubuntu"/>
                <a:ea typeface="+mn-ea"/>
                <a:cs typeface="+mn-cs"/>
              </a:rPr>
              <a:t>Process Flow Designs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1200" cap="none" spc="0" normalizeH="0" baseline="0" noProof="0">
                <a:ln>
                  <a:noFill/>
                </a:ln>
                <a:solidFill>
                  <a:srgbClr val="ECECEC">
                    <a:lumMod val="90000"/>
                  </a:srgbClr>
                </a:solidFill>
                <a:effectLst/>
                <a:uLnTx/>
                <a:uFillTx/>
                <a:latin typeface="Ubuntu"/>
                <a:ea typeface="+mn-ea"/>
                <a:cs typeface="+mn-cs"/>
              </a:rPr>
              <a:t>Rating Rules</a:t>
            </a:r>
          </a:p>
        </p:txBody>
      </p:sp>
      <p:sp>
        <p:nvSpPr>
          <p:cNvPr id="61" name="TextBox 60">
            <a:extLst>
              <a:ext uri="{FF2B5EF4-FFF2-40B4-BE49-F238E27FC236}">
                <a16:creationId xmlns:a16="http://schemas.microsoft.com/office/drawing/2014/main" id="{782DBF06-F423-4D15-AA0E-B3BEAF9C96F8}"/>
              </a:ext>
            </a:extLst>
          </p:cNvPr>
          <p:cNvSpPr txBox="1"/>
          <p:nvPr/>
        </p:nvSpPr>
        <p:spPr>
          <a:xfrm>
            <a:off x="176635" y="5844965"/>
            <a:ext cx="2500591" cy="307777"/>
          </a:xfrm>
          <a:prstGeom prst="rect">
            <a:avLst/>
          </a:prstGeom>
          <a:noFill/>
        </p:spPr>
        <p:txBody>
          <a:bodyPr wrap="square">
            <a:spAutoFit/>
          </a:bodyPr>
          <a:lstStyle/>
          <a:p>
            <a:pPr marL="0" marR="0" lvl="0" indent="0" algn="l" defTabSz="914400" rtl="0" eaLnBrk="1" fontAlgn="auto" latinLnBrk="0" hangingPunct="1">
              <a:lnSpc>
                <a:spcPct val="100000"/>
              </a:lnSpc>
              <a:spcBef>
                <a:spcPct val="0"/>
              </a:spcBef>
              <a:spcAft>
                <a:spcPts val="12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Ubuntu"/>
                <a:ea typeface="+mn-ea"/>
                <a:cs typeface="+mn-cs"/>
              </a:rPr>
              <a:t>Others</a:t>
            </a:r>
          </a:p>
        </p:txBody>
      </p:sp>
      <p:sp>
        <p:nvSpPr>
          <p:cNvPr id="63" name="TextBox 62">
            <a:extLst>
              <a:ext uri="{FF2B5EF4-FFF2-40B4-BE49-F238E27FC236}">
                <a16:creationId xmlns:a16="http://schemas.microsoft.com/office/drawing/2014/main" id="{759FBCAE-5917-4A38-A91B-9EC1AB0BC408}"/>
              </a:ext>
            </a:extLst>
          </p:cNvPr>
          <p:cNvSpPr txBox="1"/>
          <p:nvPr/>
        </p:nvSpPr>
        <p:spPr>
          <a:xfrm>
            <a:off x="140897" y="6115998"/>
            <a:ext cx="1885812" cy="707886"/>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1200" cap="none" spc="0" normalizeH="0" baseline="0" noProof="0">
                <a:ln>
                  <a:noFill/>
                </a:ln>
                <a:solidFill>
                  <a:srgbClr val="ECECEC">
                    <a:lumMod val="90000"/>
                  </a:srgbClr>
                </a:solidFill>
                <a:effectLst/>
                <a:uLnTx/>
                <a:uFillTx/>
                <a:latin typeface="Ubuntu"/>
                <a:ea typeface="+mn-ea"/>
                <a:cs typeface="+mn-cs"/>
              </a:rPr>
              <a:t>Program Estimates</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1200" cap="none" spc="0" normalizeH="0" baseline="0" noProof="0">
                <a:ln>
                  <a:noFill/>
                </a:ln>
                <a:solidFill>
                  <a:srgbClr val="ECECEC">
                    <a:lumMod val="90000"/>
                  </a:srgbClr>
                </a:solidFill>
                <a:effectLst/>
                <a:uLnTx/>
                <a:uFillTx/>
                <a:latin typeface="Ubuntu"/>
                <a:ea typeface="+mn-ea"/>
                <a:cs typeface="+mn-cs"/>
              </a:rPr>
              <a:t>Sprint Plan</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1200" cap="none" spc="0" normalizeH="0" baseline="0" noProof="0">
                <a:ln>
                  <a:noFill/>
                </a:ln>
                <a:solidFill>
                  <a:srgbClr val="ECECEC">
                    <a:lumMod val="90000"/>
                  </a:srgbClr>
                </a:solidFill>
                <a:effectLst/>
                <a:uLnTx/>
                <a:uFillTx/>
                <a:latin typeface="Ubuntu"/>
                <a:ea typeface="+mn-ea"/>
                <a:cs typeface="+mn-cs"/>
              </a:rPr>
              <a:t>HLAP</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en-US" sz="1000" b="0" i="0" u="none" strike="noStrike" kern="1200" cap="none" spc="0" normalizeH="0" baseline="0" noProof="0">
                <a:ln>
                  <a:noFill/>
                </a:ln>
                <a:solidFill>
                  <a:srgbClr val="ECECEC">
                    <a:lumMod val="90000"/>
                  </a:srgbClr>
                </a:solidFill>
                <a:effectLst/>
                <a:uLnTx/>
                <a:uFillTx/>
                <a:latin typeface="Ubuntu"/>
                <a:ea typeface="+mn-ea"/>
                <a:cs typeface="+mn-cs"/>
              </a:rPr>
              <a:t>Data &amp; Test Strategy</a:t>
            </a:r>
          </a:p>
        </p:txBody>
      </p:sp>
      <p:sp>
        <p:nvSpPr>
          <p:cNvPr id="69" name="Rectangle 68">
            <a:extLst>
              <a:ext uri="{FF2B5EF4-FFF2-40B4-BE49-F238E27FC236}">
                <a16:creationId xmlns:a16="http://schemas.microsoft.com/office/drawing/2014/main" id="{54E27FDD-2CD1-475A-885D-691EA9D647EC}"/>
              </a:ext>
            </a:extLst>
          </p:cNvPr>
          <p:cNvSpPr/>
          <p:nvPr/>
        </p:nvSpPr>
        <p:spPr>
          <a:xfrm>
            <a:off x="4706747" y="1095441"/>
            <a:ext cx="1815811" cy="572002"/>
          </a:xfrm>
          <a:prstGeom prst="rect">
            <a:avLst/>
          </a:prstGeom>
        </p:spPr>
        <p:txBody>
          <a:bodyPr wrap="square" lIns="78794" tIns="39395" rIns="78794" bIns="39395">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0070AD"/>
                </a:solidFill>
                <a:effectLst/>
                <a:uLnTx/>
                <a:uFillTx/>
                <a:latin typeface="Ubuntu"/>
                <a:ea typeface="+mn-ea"/>
                <a:cs typeface="+mn-cs"/>
              </a:rPr>
              <a:t>Programme Delivery</a:t>
            </a:r>
          </a:p>
        </p:txBody>
      </p:sp>
      <p:sp>
        <p:nvSpPr>
          <p:cNvPr id="70" name="Rectangle 69">
            <a:extLst>
              <a:ext uri="{FF2B5EF4-FFF2-40B4-BE49-F238E27FC236}">
                <a16:creationId xmlns:a16="http://schemas.microsoft.com/office/drawing/2014/main" id="{1471ADC7-0D65-4977-94F4-C1B3E93ADBE0}"/>
              </a:ext>
            </a:extLst>
          </p:cNvPr>
          <p:cNvSpPr/>
          <p:nvPr/>
        </p:nvSpPr>
        <p:spPr>
          <a:xfrm>
            <a:off x="7550039" y="1272684"/>
            <a:ext cx="1545044" cy="572002"/>
          </a:xfrm>
          <a:prstGeom prst="rect">
            <a:avLst/>
          </a:prstGeom>
        </p:spPr>
        <p:txBody>
          <a:bodyPr wrap="square" lIns="78794" tIns="39395" rIns="78794" bIns="39395">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12ABDB"/>
                </a:solidFill>
                <a:effectLst/>
                <a:uLnTx/>
                <a:uFillTx/>
                <a:latin typeface="Ubuntu"/>
                <a:ea typeface="+mn-ea"/>
                <a:cs typeface="+mn-cs"/>
              </a:rPr>
              <a:t>Platform Architecture</a:t>
            </a:r>
          </a:p>
        </p:txBody>
      </p:sp>
      <p:sp>
        <p:nvSpPr>
          <p:cNvPr id="71" name="Rectangle 70">
            <a:extLst>
              <a:ext uri="{FF2B5EF4-FFF2-40B4-BE49-F238E27FC236}">
                <a16:creationId xmlns:a16="http://schemas.microsoft.com/office/drawing/2014/main" id="{51D77EA6-010E-44B3-9E17-E658CE4CCA37}"/>
              </a:ext>
            </a:extLst>
          </p:cNvPr>
          <p:cNvSpPr/>
          <p:nvPr/>
        </p:nvSpPr>
        <p:spPr>
          <a:xfrm>
            <a:off x="4805076" y="2662090"/>
            <a:ext cx="1716340" cy="572002"/>
          </a:xfrm>
          <a:prstGeom prst="rect">
            <a:avLst/>
          </a:prstGeom>
        </p:spPr>
        <p:txBody>
          <a:bodyPr wrap="square" lIns="78794" tIns="39395" rIns="78794" bIns="39395">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srgbClr val="2B0A3D"/>
                </a:solidFill>
                <a:effectLst/>
                <a:uLnTx/>
                <a:uFillTx/>
                <a:latin typeface="Ubuntu"/>
                <a:ea typeface="+mn-ea"/>
                <a:cs typeface="+mn-cs"/>
              </a:rPr>
              <a:t>Operating Model</a:t>
            </a:r>
          </a:p>
        </p:txBody>
      </p:sp>
      <p:grpSp>
        <p:nvGrpSpPr>
          <p:cNvPr id="15" name="Group 14">
            <a:extLst>
              <a:ext uri="{FF2B5EF4-FFF2-40B4-BE49-F238E27FC236}">
                <a16:creationId xmlns:a16="http://schemas.microsoft.com/office/drawing/2014/main" id="{FADFC97E-F658-4867-A3B0-AC286AF6FA33}"/>
              </a:ext>
            </a:extLst>
          </p:cNvPr>
          <p:cNvGrpSpPr/>
          <p:nvPr/>
        </p:nvGrpSpPr>
        <p:grpSpPr>
          <a:xfrm>
            <a:off x="5580111" y="1292319"/>
            <a:ext cx="1865767" cy="1727393"/>
            <a:chOff x="5355863" y="669470"/>
            <a:chExt cx="2554349" cy="2448453"/>
          </a:xfrm>
        </p:grpSpPr>
        <p:grpSp>
          <p:nvGrpSpPr>
            <p:cNvPr id="67" name="Group 66">
              <a:extLst>
                <a:ext uri="{FF2B5EF4-FFF2-40B4-BE49-F238E27FC236}">
                  <a16:creationId xmlns:a16="http://schemas.microsoft.com/office/drawing/2014/main" id="{2F11DBDE-E6ED-4178-8BC3-97EAED903C26}"/>
                </a:ext>
              </a:extLst>
            </p:cNvPr>
            <p:cNvGrpSpPr/>
            <p:nvPr/>
          </p:nvGrpSpPr>
          <p:grpSpPr>
            <a:xfrm>
              <a:off x="5355863" y="669470"/>
              <a:ext cx="2554349" cy="2448453"/>
              <a:chOff x="3506314" y="1075532"/>
              <a:chExt cx="4894073" cy="4871961"/>
            </a:xfrm>
          </p:grpSpPr>
          <p:sp>
            <p:nvSpPr>
              <p:cNvPr id="75" name="Freeform 48">
                <a:extLst>
                  <a:ext uri="{FF2B5EF4-FFF2-40B4-BE49-F238E27FC236}">
                    <a16:creationId xmlns:a16="http://schemas.microsoft.com/office/drawing/2014/main" id="{7BB28F37-BAB9-4AC9-AE45-FA122D862D06}"/>
                  </a:ext>
                </a:extLst>
              </p:cNvPr>
              <p:cNvSpPr>
                <a:spLocks/>
              </p:cNvSpPr>
              <p:nvPr/>
            </p:nvSpPr>
            <p:spPr bwMode="auto">
              <a:xfrm rot="18900000">
                <a:off x="4004519" y="3654336"/>
                <a:ext cx="1070315" cy="816790"/>
              </a:xfrm>
              <a:custGeom>
                <a:avLst/>
                <a:gdLst>
                  <a:gd name="T0" fmla="*/ 0 w 971"/>
                  <a:gd name="T1" fmla="*/ 74 h 741"/>
                  <a:gd name="T2" fmla="*/ 653 w 971"/>
                  <a:gd name="T3" fmla="*/ 0 h 741"/>
                  <a:gd name="T4" fmla="*/ 971 w 971"/>
                  <a:gd name="T5" fmla="*/ 384 h 741"/>
                  <a:gd name="T6" fmla="*/ 403 w 971"/>
                  <a:gd name="T7" fmla="*/ 741 h 741"/>
                  <a:gd name="T8" fmla="*/ 133 w 971"/>
                  <a:gd name="T9" fmla="*/ 566 h 741"/>
                  <a:gd name="T10" fmla="*/ 0 w 971"/>
                  <a:gd name="T11" fmla="*/ 74 h 741"/>
                </a:gdLst>
                <a:ahLst/>
                <a:cxnLst>
                  <a:cxn ang="0">
                    <a:pos x="T0" y="T1"/>
                  </a:cxn>
                  <a:cxn ang="0">
                    <a:pos x="T2" y="T3"/>
                  </a:cxn>
                  <a:cxn ang="0">
                    <a:pos x="T4" y="T5"/>
                  </a:cxn>
                  <a:cxn ang="0">
                    <a:pos x="T6" y="T7"/>
                  </a:cxn>
                  <a:cxn ang="0">
                    <a:pos x="T8" y="T9"/>
                  </a:cxn>
                  <a:cxn ang="0">
                    <a:pos x="T10" y="T11"/>
                  </a:cxn>
                </a:cxnLst>
                <a:rect l="0" t="0" r="r" b="b"/>
                <a:pathLst>
                  <a:path w="971" h="741">
                    <a:moveTo>
                      <a:pt x="0" y="74"/>
                    </a:moveTo>
                    <a:lnTo>
                      <a:pt x="653" y="0"/>
                    </a:lnTo>
                    <a:lnTo>
                      <a:pt x="971" y="384"/>
                    </a:lnTo>
                    <a:lnTo>
                      <a:pt x="403" y="741"/>
                    </a:lnTo>
                    <a:lnTo>
                      <a:pt x="133" y="566"/>
                    </a:lnTo>
                    <a:lnTo>
                      <a:pt x="0" y="74"/>
                    </a:lnTo>
                    <a:close/>
                  </a:path>
                </a:pathLst>
              </a:custGeom>
              <a:solidFill>
                <a:schemeClr val="accent3">
                  <a:lumMod val="75000"/>
                </a:schemeClr>
              </a:solidFill>
              <a:ln w="8208">
                <a:solidFill>
                  <a:sysClr val="window" lastClr="FFFFFF"/>
                </a:solidFill>
              </a:ln>
            </p:spPr>
            <p:txBody>
              <a:bodyPr vert="horz" wrap="square" lIns="78794" tIns="39395" rIns="78794" bIns="39395" numCol="1" anchor="t" anchorCtr="0" compatLnSpc="1">
                <a:prstTxWarp prst="textNoShape">
                  <a:avLst/>
                </a:prstTxWarp>
              </a:bodyPr>
              <a:lstStyle/>
              <a:p>
                <a:pPr marL="0" marR="0" lvl="0" indent="0" algn="l" defTabSz="914203" rtl="0" eaLnBrk="1" fontAlgn="auto" latinLnBrk="0" hangingPunct="1">
                  <a:lnSpc>
                    <a:spcPct val="100000"/>
                  </a:lnSpc>
                  <a:spcBef>
                    <a:spcPts val="0"/>
                  </a:spcBef>
                  <a:spcAft>
                    <a:spcPts val="0"/>
                  </a:spcAft>
                  <a:buClrTx/>
                  <a:buSzTx/>
                  <a:buFontTx/>
                  <a:buNone/>
                  <a:tabLst/>
                  <a:defRPr/>
                </a:pPr>
                <a:endParaRPr kumimoji="0" lang="id-ID" sz="1050" b="0" i="0" u="none" strike="noStrike" kern="0" cap="none" spc="0" normalizeH="0" baseline="0" noProof="0">
                  <a:ln>
                    <a:noFill/>
                  </a:ln>
                  <a:solidFill>
                    <a:prstClr val="black"/>
                  </a:solidFill>
                  <a:effectLst/>
                  <a:uLnTx/>
                  <a:uFillTx/>
                  <a:latin typeface="Ubuntu"/>
                  <a:ea typeface="Verdana" panose="020B0604030504040204" pitchFamily="34" charset="0"/>
                  <a:cs typeface="Verdana" panose="020B0604030504040204" pitchFamily="34" charset="0"/>
                </a:endParaRPr>
              </a:p>
            </p:txBody>
          </p:sp>
          <p:sp>
            <p:nvSpPr>
              <p:cNvPr id="76" name="Freeform 49">
                <a:extLst>
                  <a:ext uri="{FF2B5EF4-FFF2-40B4-BE49-F238E27FC236}">
                    <a16:creationId xmlns:a16="http://schemas.microsoft.com/office/drawing/2014/main" id="{7F145BF4-3BD4-42F5-B93E-9BCB7BDFE3C7}"/>
                  </a:ext>
                </a:extLst>
              </p:cNvPr>
              <p:cNvSpPr>
                <a:spLocks/>
              </p:cNvSpPr>
              <p:nvPr/>
            </p:nvSpPr>
            <p:spPr bwMode="auto">
              <a:xfrm rot="18900000">
                <a:off x="4229913" y="3543078"/>
                <a:ext cx="654756" cy="433196"/>
              </a:xfrm>
              <a:custGeom>
                <a:avLst/>
                <a:gdLst>
                  <a:gd name="T0" fmla="*/ 36 w 594"/>
                  <a:gd name="T1" fmla="*/ 393 h 393"/>
                  <a:gd name="T2" fmla="*/ 594 w 594"/>
                  <a:gd name="T3" fmla="*/ 331 h 393"/>
                  <a:gd name="T4" fmla="*/ 407 w 594"/>
                  <a:gd name="T5" fmla="*/ 80 h 393"/>
                  <a:gd name="T6" fmla="*/ 152 w 594"/>
                  <a:gd name="T7" fmla="*/ 0 h 393"/>
                  <a:gd name="T8" fmla="*/ 0 w 594"/>
                  <a:gd name="T9" fmla="*/ 42 h 393"/>
                  <a:gd name="T10" fmla="*/ 0 w 594"/>
                  <a:gd name="T11" fmla="*/ 246 h 393"/>
                  <a:gd name="T12" fmla="*/ 36 w 594"/>
                  <a:gd name="T13" fmla="*/ 393 h 393"/>
                </a:gdLst>
                <a:ahLst/>
                <a:cxnLst>
                  <a:cxn ang="0">
                    <a:pos x="T0" y="T1"/>
                  </a:cxn>
                  <a:cxn ang="0">
                    <a:pos x="T2" y="T3"/>
                  </a:cxn>
                  <a:cxn ang="0">
                    <a:pos x="T4" y="T5"/>
                  </a:cxn>
                  <a:cxn ang="0">
                    <a:pos x="T6" y="T7"/>
                  </a:cxn>
                  <a:cxn ang="0">
                    <a:pos x="T8" y="T9"/>
                  </a:cxn>
                  <a:cxn ang="0">
                    <a:pos x="T10" y="T11"/>
                  </a:cxn>
                  <a:cxn ang="0">
                    <a:pos x="T12" y="T13"/>
                  </a:cxn>
                </a:cxnLst>
                <a:rect l="0" t="0" r="r" b="b"/>
                <a:pathLst>
                  <a:path w="594" h="393">
                    <a:moveTo>
                      <a:pt x="36" y="393"/>
                    </a:moveTo>
                    <a:lnTo>
                      <a:pt x="594" y="331"/>
                    </a:lnTo>
                    <a:lnTo>
                      <a:pt x="407" y="80"/>
                    </a:lnTo>
                    <a:lnTo>
                      <a:pt x="152" y="0"/>
                    </a:lnTo>
                    <a:lnTo>
                      <a:pt x="0" y="42"/>
                    </a:lnTo>
                    <a:lnTo>
                      <a:pt x="0" y="246"/>
                    </a:lnTo>
                    <a:lnTo>
                      <a:pt x="36" y="393"/>
                    </a:lnTo>
                    <a:close/>
                  </a:path>
                </a:pathLst>
              </a:custGeom>
              <a:solidFill>
                <a:srgbClr val="7BB21B">
                  <a:lumMod val="50000"/>
                </a:srgbClr>
              </a:solidFill>
              <a:ln>
                <a:noFill/>
              </a:ln>
            </p:spPr>
            <p:txBody>
              <a:bodyPr vert="horz" wrap="square" lIns="78794" tIns="39395" rIns="78794" bIns="39395" numCol="1" anchor="t" anchorCtr="0" compatLnSpc="1">
                <a:prstTxWarp prst="textNoShape">
                  <a:avLst/>
                </a:prstTxWarp>
              </a:bodyPr>
              <a:lstStyle/>
              <a:p>
                <a:pPr marL="0" marR="0" lvl="0" indent="0" algn="l" defTabSz="914203" rtl="0" eaLnBrk="1" fontAlgn="auto" latinLnBrk="0" hangingPunct="1">
                  <a:lnSpc>
                    <a:spcPct val="100000"/>
                  </a:lnSpc>
                  <a:spcBef>
                    <a:spcPts val="0"/>
                  </a:spcBef>
                  <a:spcAft>
                    <a:spcPts val="0"/>
                  </a:spcAft>
                  <a:buClrTx/>
                  <a:buSzTx/>
                  <a:buFontTx/>
                  <a:buNone/>
                  <a:tabLst/>
                  <a:defRPr/>
                </a:pPr>
                <a:endParaRPr kumimoji="0" lang="id-ID" sz="1050" b="0" i="0" u="none" strike="noStrike" kern="0" cap="none" spc="0" normalizeH="0" baseline="0" noProof="0">
                  <a:ln>
                    <a:noFill/>
                  </a:ln>
                  <a:solidFill>
                    <a:prstClr val="black"/>
                  </a:solidFill>
                  <a:effectLst/>
                  <a:uLnTx/>
                  <a:uFillTx/>
                  <a:latin typeface="Ubuntu"/>
                  <a:ea typeface="Verdana" panose="020B0604030504040204" pitchFamily="34" charset="0"/>
                  <a:cs typeface="Verdana" panose="020B0604030504040204" pitchFamily="34" charset="0"/>
                </a:endParaRPr>
              </a:p>
            </p:txBody>
          </p:sp>
          <p:sp>
            <p:nvSpPr>
              <p:cNvPr id="77" name="Freeform 50">
                <a:extLst>
                  <a:ext uri="{FF2B5EF4-FFF2-40B4-BE49-F238E27FC236}">
                    <a16:creationId xmlns:a16="http://schemas.microsoft.com/office/drawing/2014/main" id="{60505F36-1C6C-4304-90C8-FEB2AE4695E9}"/>
                  </a:ext>
                </a:extLst>
              </p:cNvPr>
              <p:cNvSpPr>
                <a:spLocks/>
              </p:cNvSpPr>
              <p:nvPr/>
            </p:nvSpPr>
            <p:spPr bwMode="auto">
              <a:xfrm rot="18900000">
                <a:off x="4808436" y="4404962"/>
                <a:ext cx="586414" cy="914893"/>
              </a:xfrm>
              <a:custGeom>
                <a:avLst/>
                <a:gdLst>
                  <a:gd name="T0" fmla="*/ 55 w 225"/>
                  <a:gd name="T1" fmla="*/ 351 h 351"/>
                  <a:gd name="T2" fmla="*/ 210 w 225"/>
                  <a:gd name="T3" fmla="*/ 304 h 351"/>
                  <a:gd name="T4" fmla="*/ 225 w 225"/>
                  <a:gd name="T5" fmla="*/ 70 h 351"/>
                  <a:gd name="T6" fmla="*/ 163 w 225"/>
                  <a:gd name="T7" fmla="*/ 0 h 351"/>
                  <a:gd name="T8" fmla="*/ 36 w 225"/>
                  <a:gd name="T9" fmla="*/ 84 h 351"/>
                  <a:gd name="T10" fmla="*/ 0 w 225"/>
                  <a:gd name="T11" fmla="*/ 200 h 351"/>
                  <a:gd name="T12" fmla="*/ 55 w 225"/>
                  <a:gd name="T13" fmla="*/ 351 h 351"/>
                </a:gdLst>
                <a:ahLst/>
                <a:cxnLst>
                  <a:cxn ang="0">
                    <a:pos x="T0" y="T1"/>
                  </a:cxn>
                  <a:cxn ang="0">
                    <a:pos x="T2" y="T3"/>
                  </a:cxn>
                  <a:cxn ang="0">
                    <a:pos x="T4" y="T5"/>
                  </a:cxn>
                  <a:cxn ang="0">
                    <a:pos x="T6" y="T7"/>
                  </a:cxn>
                  <a:cxn ang="0">
                    <a:pos x="T8" y="T9"/>
                  </a:cxn>
                  <a:cxn ang="0">
                    <a:pos x="T10" y="T11"/>
                  </a:cxn>
                  <a:cxn ang="0">
                    <a:pos x="T12" y="T13"/>
                  </a:cxn>
                </a:cxnLst>
                <a:rect l="0" t="0" r="r" b="b"/>
                <a:pathLst>
                  <a:path w="225" h="351">
                    <a:moveTo>
                      <a:pt x="55" y="351"/>
                    </a:moveTo>
                    <a:cubicBezTo>
                      <a:pt x="210" y="304"/>
                      <a:pt x="210" y="304"/>
                      <a:pt x="210" y="304"/>
                    </a:cubicBezTo>
                    <a:cubicBezTo>
                      <a:pt x="225" y="70"/>
                      <a:pt x="225" y="70"/>
                      <a:pt x="225" y="70"/>
                    </a:cubicBezTo>
                    <a:cubicBezTo>
                      <a:pt x="163" y="0"/>
                      <a:pt x="163" y="0"/>
                      <a:pt x="163" y="0"/>
                    </a:cubicBezTo>
                    <a:cubicBezTo>
                      <a:pt x="163" y="0"/>
                      <a:pt x="38" y="82"/>
                      <a:pt x="36" y="84"/>
                    </a:cubicBezTo>
                    <a:cubicBezTo>
                      <a:pt x="35" y="85"/>
                      <a:pt x="0" y="200"/>
                      <a:pt x="0" y="200"/>
                    </a:cubicBezTo>
                    <a:lnTo>
                      <a:pt x="55" y="351"/>
                    </a:lnTo>
                    <a:close/>
                  </a:path>
                </a:pathLst>
              </a:custGeom>
              <a:solidFill>
                <a:schemeClr val="accent3">
                  <a:lumMod val="75000"/>
                </a:schemeClr>
              </a:solidFill>
              <a:ln w="8208">
                <a:solidFill>
                  <a:sysClr val="window" lastClr="FFFFFF"/>
                </a:solidFill>
              </a:ln>
            </p:spPr>
            <p:txBody>
              <a:bodyPr vert="horz" wrap="square" lIns="78794" tIns="39395" rIns="78794" bIns="39395" numCol="1" anchor="t" anchorCtr="0" compatLnSpc="1">
                <a:prstTxWarp prst="textNoShape">
                  <a:avLst/>
                </a:prstTxWarp>
              </a:bodyPr>
              <a:lstStyle/>
              <a:p>
                <a:pPr marL="0" marR="0" lvl="0" indent="0" algn="l" defTabSz="914203" rtl="0" eaLnBrk="1" fontAlgn="auto" latinLnBrk="0" hangingPunct="1">
                  <a:lnSpc>
                    <a:spcPct val="100000"/>
                  </a:lnSpc>
                  <a:spcBef>
                    <a:spcPts val="0"/>
                  </a:spcBef>
                  <a:spcAft>
                    <a:spcPts val="0"/>
                  </a:spcAft>
                  <a:buClrTx/>
                  <a:buSzTx/>
                  <a:buFontTx/>
                  <a:buNone/>
                  <a:tabLst/>
                  <a:defRPr/>
                </a:pPr>
                <a:endParaRPr kumimoji="0" lang="id-ID" sz="1050" b="0" i="0" u="none" strike="noStrike" kern="0" cap="none" spc="0" normalizeH="0" baseline="0" noProof="0">
                  <a:ln>
                    <a:noFill/>
                  </a:ln>
                  <a:solidFill>
                    <a:prstClr val="black"/>
                  </a:solidFill>
                  <a:effectLst/>
                  <a:uLnTx/>
                  <a:uFillTx/>
                  <a:latin typeface="Ubuntu"/>
                  <a:ea typeface="Verdana" panose="020B0604030504040204" pitchFamily="34" charset="0"/>
                  <a:cs typeface="Verdana" panose="020B0604030504040204" pitchFamily="34" charset="0"/>
                </a:endParaRPr>
              </a:p>
            </p:txBody>
          </p:sp>
          <p:sp>
            <p:nvSpPr>
              <p:cNvPr id="78" name="Freeform 51">
                <a:extLst>
                  <a:ext uri="{FF2B5EF4-FFF2-40B4-BE49-F238E27FC236}">
                    <a16:creationId xmlns:a16="http://schemas.microsoft.com/office/drawing/2014/main" id="{4B46E493-CBEF-49E6-8099-6DF2C6A428DF}"/>
                  </a:ext>
                </a:extLst>
              </p:cNvPr>
              <p:cNvSpPr>
                <a:spLocks/>
              </p:cNvSpPr>
              <p:nvPr/>
            </p:nvSpPr>
            <p:spPr bwMode="auto">
              <a:xfrm rot="18900000">
                <a:off x="5310454" y="4111824"/>
                <a:ext cx="853166" cy="622788"/>
              </a:xfrm>
              <a:custGeom>
                <a:avLst/>
                <a:gdLst>
                  <a:gd name="T0" fmla="*/ 6 w 327"/>
                  <a:gd name="T1" fmla="*/ 23 h 239"/>
                  <a:gd name="T2" fmla="*/ 327 w 327"/>
                  <a:gd name="T3" fmla="*/ 0 h 239"/>
                  <a:gd name="T4" fmla="*/ 249 w 327"/>
                  <a:gd name="T5" fmla="*/ 160 h 239"/>
                  <a:gd name="T6" fmla="*/ 108 w 327"/>
                  <a:gd name="T7" fmla="*/ 239 h 239"/>
                  <a:gd name="T8" fmla="*/ 1 w 327"/>
                  <a:gd name="T9" fmla="*/ 152 h 239"/>
                  <a:gd name="T10" fmla="*/ 6 w 327"/>
                  <a:gd name="T11" fmla="*/ 23 h 239"/>
                </a:gdLst>
                <a:ahLst/>
                <a:cxnLst>
                  <a:cxn ang="0">
                    <a:pos x="T0" y="T1"/>
                  </a:cxn>
                  <a:cxn ang="0">
                    <a:pos x="T2" y="T3"/>
                  </a:cxn>
                  <a:cxn ang="0">
                    <a:pos x="T4" y="T5"/>
                  </a:cxn>
                  <a:cxn ang="0">
                    <a:pos x="T6" y="T7"/>
                  </a:cxn>
                  <a:cxn ang="0">
                    <a:pos x="T8" y="T9"/>
                  </a:cxn>
                  <a:cxn ang="0">
                    <a:pos x="T10" y="T11"/>
                  </a:cxn>
                </a:cxnLst>
                <a:rect l="0" t="0" r="r" b="b"/>
                <a:pathLst>
                  <a:path w="327" h="239">
                    <a:moveTo>
                      <a:pt x="6" y="23"/>
                    </a:moveTo>
                    <a:cubicBezTo>
                      <a:pt x="327" y="0"/>
                      <a:pt x="327" y="0"/>
                      <a:pt x="327" y="0"/>
                    </a:cubicBezTo>
                    <a:cubicBezTo>
                      <a:pt x="249" y="160"/>
                      <a:pt x="249" y="160"/>
                      <a:pt x="249" y="160"/>
                    </a:cubicBezTo>
                    <a:cubicBezTo>
                      <a:pt x="249" y="160"/>
                      <a:pt x="113" y="239"/>
                      <a:pt x="108" y="239"/>
                    </a:cubicBezTo>
                    <a:cubicBezTo>
                      <a:pt x="103" y="238"/>
                      <a:pt x="3" y="152"/>
                      <a:pt x="1" y="152"/>
                    </a:cubicBezTo>
                    <a:cubicBezTo>
                      <a:pt x="0" y="151"/>
                      <a:pt x="6" y="23"/>
                      <a:pt x="6" y="23"/>
                    </a:cubicBezTo>
                    <a:close/>
                  </a:path>
                </a:pathLst>
              </a:custGeom>
              <a:solidFill>
                <a:srgbClr val="7BB21B">
                  <a:lumMod val="50000"/>
                </a:srgbClr>
              </a:solidFill>
              <a:ln>
                <a:noFill/>
              </a:ln>
            </p:spPr>
            <p:txBody>
              <a:bodyPr vert="horz" wrap="square" lIns="78794" tIns="39395" rIns="78794" bIns="39395" numCol="1" anchor="t" anchorCtr="0" compatLnSpc="1">
                <a:prstTxWarp prst="textNoShape">
                  <a:avLst/>
                </a:prstTxWarp>
              </a:bodyPr>
              <a:lstStyle/>
              <a:p>
                <a:pPr marL="0" marR="0" lvl="0" indent="0" algn="l" defTabSz="914203" rtl="0" eaLnBrk="1" fontAlgn="auto" latinLnBrk="0" hangingPunct="1">
                  <a:lnSpc>
                    <a:spcPct val="100000"/>
                  </a:lnSpc>
                  <a:spcBef>
                    <a:spcPts val="0"/>
                  </a:spcBef>
                  <a:spcAft>
                    <a:spcPts val="0"/>
                  </a:spcAft>
                  <a:buClrTx/>
                  <a:buSzTx/>
                  <a:buFontTx/>
                  <a:buNone/>
                  <a:tabLst/>
                  <a:defRPr/>
                </a:pPr>
                <a:endParaRPr kumimoji="0" lang="id-ID" sz="1050" b="0" i="0" u="none" strike="noStrike" kern="0" cap="none" spc="0" normalizeH="0" baseline="0" noProof="0">
                  <a:ln>
                    <a:noFill/>
                  </a:ln>
                  <a:solidFill>
                    <a:prstClr val="black"/>
                  </a:solidFill>
                  <a:effectLst/>
                  <a:uLnTx/>
                  <a:uFillTx/>
                  <a:latin typeface="Ubuntu"/>
                  <a:ea typeface="Verdana" panose="020B0604030504040204" pitchFamily="34" charset="0"/>
                  <a:cs typeface="Verdana" panose="020B0604030504040204" pitchFamily="34" charset="0"/>
                </a:endParaRPr>
              </a:p>
            </p:txBody>
          </p:sp>
          <p:sp>
            <p:nvSpPr>
              <p:cNvPr id="79" name="Freeform 52">
                <a:extLst>
                  <a:ext uri="{FF2B5EF4-FFF2-40B4-BE49-F238E27FC236}">
                    <a16:creationId xmlns:a16="http://schemas.microsoft.com/office/drawing/2014/main" id="{722878B7-A5C0-4166-8F72-8CDC8A9ADA15}"/>
                  </a:ext>
                </a:extLst>
              </p:cNvPr>
              <p:cNvSpPr>
                <a:spLocks/>
              </p:cNvSpPr>
              <p:nvPr/>
            </p:nvSpPr>
            <p:spPr bwMode="auto">
              <a:xfrm rot="18900000">
                <a:off x="4759928" y="3555575"/>
                <a:ext cx="651449" cy="1139759"/>
              </a:xfrm>
              <a:custGeom>
                <a:avLst/>
                <a:gdLst>
                  <a:gd name="T0" fmla="*/ 94 w 591"/>
                  <a:gd name="T1" fmla="*/ 1034 h 1034"/>
                  <a:gd name="T2" fmla="*/ 579 w 591"/>
                  <a:gd name="T3" fmla="*/ 968 h 1034"/>
                  <a:gd name="T4" fmla="*/ 591 w 591"/>
                  <a:gd name="T5" fmla="*/ 497 h 1034"/>
                  <a:gd name="T6" fmla="*/ 402 w 591"/>
                  <a:gd name="T7" fmla="*/ 24 h 1034"/>
                  <a:gd name="T8" fmla="*/ 321 w 591"/>
                  <a:gd name="T9" fmla="*/ 0 h 1034"/>
                  <a:gd name="T10" fmla="*/ 0 w 591"/>
                  <a:gd name="T11" fmla="*/ 19 h 1034"/>
                  <a:gd name="T12" fmla="*/ 94 w 591"/>
                  <a:gd name="T13" fmla="*/ 1034 h 1034"/>
                </a:gdLst>
                <a:ahLst/>
                <a:cxnLst>
                  <a:cxn ang="0">
                    <a:pos x="T0" y="T1"/>
                  </a:cxn>
                  <a:cxn ang="0">
                    <a:pos x="T2" y="T3"/>
                  </a:cxn>
                  <a:cxn ang="0">
                    <a:pos x="T4" y="T5"/>
                  </a:cxn>
                  <a:cxn ang="0">
                    <a:pos x="T6" y="T7"/>
                  </a:cxn>
                  <a:cxn ang="0">
                    <a:pos x="T8" y="T9"/>
                  </a:cxn>
                  <a:cxn ang="0">
                    <a:pos x="T10" y="T11"/>
                  </a:cxn>
                  <a:cxn ang="0">
                    <a:pos x="T12" y="T13"/>
                  </a:cxn>
                </a:cxnLst>
                <a:rect l="0" t="0" r="r" b="b"/>
                <a:pathLst>
                  <a:path w="591" h="1034">
                    <a:moveTo>
                      <a:pt x="94" y="1034"/>
                    </a:moveTo>
                    <a:lnTo>
                      <a:pt x="579" y="968"/>
                    </a:lnTo>
                    <a:lnTo>
                      <a:pt x="591" y="497"/>
                    </a:lnTo>
                    <a:lnTo>
                      <a:pt x="402" y="24"/>
                    </a:lnTo>
                    <a:lnTo>
                      <a:pt x="321" y="0"/>
                    </a:lnTo>
                    <a:lnTo>
                      <a:pt x="0" y="19"/>
                    </a:lnTo>
                    <a:lnTo>
                      <a:pt x="94" y="1034"/>
                    </a:lnTo>
                    <a:close/>
                  </a:path>
                </a:pathLst>
              </a:custGeom>
              <a:solidFill>
                <a:schemeClr val="accent3">
                  <a:lumMod val="75000"/>
                </a:schemeClr>
              </a:solidFill>
              <a:ln>
                <a:noFill/>
              </a:ln>
            </p:spPr>
            <p:txBody>
              <a:bodyPr vert="horz" wrap="square" lIns="78794" tIns="39395" rIns="78794" bIns="39395" numCol="1" anchor="t" anchorCtr="0" compatLnSpc="1">
                <a:prstTxWarp prst="textNoShape">
                  <a:avLst/>
                </a:prstTxWarp>
              </a:bodyPr>
              <a:lstStyle/>
              <a:p>
                <a:pPr marL="0" marR="0" lvl="0" indent="0" algn="l" defTabSz="914203" rtl="0" eaLnBrk="1" fontAlgn="auto" latinLnBrk="0" hangingPunct="1">
                  <a:lnSpc>
                    <a:spcPct val="100000"/>
                  </a:lnSpc>
                  <a:spcBef>
                    <a:spcPts val="0"/>
                  </a:spcBef>
                  <a:spcAft>
                    <a:spcPts val="0"/>
                  </a:spcAft>
                  <a:buClrTx/>
                  <a:buSzTx/>
                  <a:buFontTx/>
                  <a:buNone/>
                  <a:tabLst/>
                  <a:defRPr/>
                </a:pPr>
                <a:endParaRPr kumimoji="0" lang="id-ID" sz="1050" b="0" i="0" u="none" strike="noStrike" kern="0" cap="none" spc="0" normalizeH="0" baseline="0" noProof="0">
                  <a:ln>
                    <a:noFill/>
                  </a:ln>
                  <a:solidFill>
                    <a:prstClr val="black"/>
                  </a:solidFill>
                  <a:effectLst/>
                  <a:uLnTx/>
                  <a:uFillTx/>
                  <a:latin typeface="Ubuntu"/>
                  <a:ea typeface="Verdana" panose="020B0604030504040204" pitchFamily="34" charset="0"/>
                  <a:cs typeface="Verdana" panose="020B0604030504040204" pitchFamily="34" charset="0"/>
                </a:endParaRPr>
              </a:p>
            </p:txBody>
          </p:sp>
          <p:sp>
            <p:nvSpPr>
              <p:cNvPr id="80" name="Freeform 53">
                <a:extLst>
                  <a:ext uri="{FF2B5EF4-FFF2-40B4-BE49-F238E27FC236}">
                    <a16:creationId xmlns:a16="http://schemas.microsoft.com/office/drawing/2014/main" id="{B4AA1B62-F95D-43D0-9CDC-B2C11C4D286C}"/>
                  </a:ext>
                </a:extLst>
              </p:cNvPr>
              <p:cNvSpPr>
                <a:spLocks/>
              </p:cNvSpPr>
              <p:nvPr/>
            </p:nvSpPr>
            <p:spPr bwMode="auto">
              <a:xfrm rot="18900000">
                <a:off x="4245041" y="1574515"/>
                <a:ext cx="769393" cy="777109"/>
              </a:xfrm>
              <a:custGeom>
                <a:avLst/>
                <a:gdLst>
                  <a:gd name="T0" fmla="*/ 168 w 698"/>
                  <a:gd name="T1" fmla="*/ 0 h 705"/>
                  <a:gd name="T2" fmla="*/ 0 w 698"/>
                  <a:gd name="T3" fmla="*/ 485 h 705"/>
                  <a:gd name="T4" fmla="*/ 457 w 698"/>
                  <a:gd name="T5" fmla="*/ 705 h 705"/>
                  <a:gd name="T6" fmla="*/ 698 w 698"/>
                  <a:gd name="T7" fmla="*/ 606 h 705"/>
                  <a:gd name="T8" fmla="*/ 660 w 698"/>
                  <a:gd name="T9" fmla="*/ 352 h 705"/>
                  <a:gd name="T10" fmla="*/ 168 w 698"/>
                  <a:gd name="T11" fmla="*/ 0 h 705"/>
                </a:gdLst>
                <a:ahLst/>
                <a:cxnLst>
                  <a:cxn ang="0">
                    <a:pos x="T0" y="T1"/>
                  </a:cxn>
                  <a:cxn ang="0">
                    <a:pos x="T2" y="T3"/>
                  </a:cxn>
                  <a:cxn ang="0">
                    <a:pos x="T4" y="T5"/>
                  </a:cxn>
                  <a:cxn ang="0">
                    <a:pos x="T6" y="T7"/>
                  </a:cxn>
                  <a:cxn ang="0">
                    <a:pos x="T8" y="T9"/>
                  </a:cxn>
                  <a:cxn ang="0">
                    <a:pos x="T10" y="T11"/>
                  </a:cxn>
                </a:cxnLst>
                <a:rect l="0" t="0" r="r" b="b"/>
                <a:pathLst>
                  <a:path w="698" h="705">
                    <a:moveTo>
                      <a:pt x="168" y="0"/>
                    </a:moveTo>
                    <a:lnTo>
                      <a:pt x="0" y="485"/>
                    </a:lnTo>
                    <a:lnTo>
                      <a:pt x="457" y="705"/>
                    </a:lnTo>
                    <a:lnTo>
                      <a:pt x="698" y="606"/>
                    </a:lnTo>
                    <a:lnTo>
                      <a:pt x="660" y="352"/>
                    </a:lnTo>
                    <a:lnTo>
                      <a:pt x="168" y="0"/>
                    </a:lnTo>
                    <a:close/>
                  </a:path>
                </a:pathLst>
              </a:custGeom>
              <a:solidFill>
                <a:schemeClr val="accent4">
                  <a:lumMod val="50000"/>
                </a:schemeClr>
              </a:solidFill>
              <a:ln w="8208">
                <a:solidFill>
                  <a:sysClr val="window" lastClr="FFFFFF"/>
                </a:solidFill>
              </a:ln>
            </p:spPr>
            <p:txBody>
              <a:bodyPr vert="horz" wrap="square" lIns="78794" tIns="39395" rIns="78794" bIns="39395" numCol="1" anchor="t" anchorCtr="0" compatLnSpc="1">
                <a:prstTxWarp prst="textNoShape">
                  <a:avLst/>
                </a:prstTxWarp>
              </a:bodyPr>
              <a:lstStyle/>
              <a:p>
                <a:pPr marL="0" marR="0" lvl="0" indent="0" algn="l" defTabSz="914203" rtl="0" eaLnBrk="1" fontAlgn="auto" latinLnBrk="0" hangingPunct="1">
                  <a:lnSpc>
                    <a:spcPct val="100000"/>
                  </a:lnSpc>
                  <a:spcBef>
                    <a:spcPts val="0"/>
                  </a:spcBef>
                  <a:spcAft>
                    <a:spcPts val="0"/>
                  </a:spcAft>
                  <a:buClrTx/>
                  <a:buSzTx/>
                  <a:buFontTx/>
                  <a:buNone/>
                  <a:tabLst/>
                  <a:defRPr/>
                </a:pPr>
                <a:endParaRPr kumimoji="0" lang="id-ID" sz="1050" b="0" i="0" u="none" strike="noStrike" kern="0" cap="none" spc="0" normalizeH="0" baseline="0" noProof="0">
                  <a:ln>
                    <a:noFill/>
                  </a:ln>
                  <a:solidFill>
                    <a:prstClr val="black"/>
                  </a:solidFill>
                  <a:effectLst/>
                  <a:uLnTx/>
                  <a:uFillTx/>
                  <a:latin typeface="Ubuntu"/>
                  <a:ea typeface="Verdana" panose="020B0604030504040204" pitchFamily="34" charset="0"/>
                  <a:cs typeface="Verdana" panose="020B0604030504040204" pitchFamily="34" charset="0"/>
                </a:endParaRPr>
              </a:p>
            </p:txBody>
          </p:sp>
          <p:sp>
            <p:nvSpPr>
              <p:cNvPr id="81" name="Freeform 54">
                <a:extLst>
                  <a:ext uri="{FF2B5EF4-FFF2-40B4-BE49-F238E27FC236}">
                    <a16:creationId xmlns:a16="http://schemas.microsoft.com/office/drawing/2014/main" id="{658163E0-90FD-4A3C-AC4F-774D48A635A3}"/>
                  </a:ext>
                </a:extLst>
              </p:cNvPr>
              <p:cNvSpPr>
                <a:spLocks/>
              </p:cNvSpPr>
              <p:nvPr/>
            </p:nvSpPr>
            <p:spPr bwMode="auto">
              <a:xfrm rot="18900000">
                <a:off x="4531833" y="2160815"/>
                <a:ext cx="570982" cy="761675"/>
              </a:xfrm>
              <a:custGeom>
                <a:avLst/>
                <a:gdLst>
                  <a:gd name="T0" fmla="*/ 518 w 518"/>
                  <a:gd name="T1" fmla="*/ 71 h 691"/>
                  <a:gd name="T2" fmla="*/ 303 w 518"/>
                  <a:gd name="T3" fmla="*/ 691 h 691"/>
                  <a:gd name="T4" fmla="*/ 45 w 518"/>
                  <a:gd name="T5" fmla="*/ 407 h 691"/>
                  <a:gd name="T6" fmla="*/ 0 w 518"/>
                  <a:gd name="T7" fmla="*/ 94 h 691"/>
                  <a:gd name="T8" fmla="*/ 166 w 518"/>
                  <a:gd name="T9" fmla="*/ 0 h 691"/>
                  <a:gd name="T10" fmla="*/ 518 w 518"/>
                  <a:gd name="T11" fmla="*/ 71 h 691"/>
                </a:gdLst>
                <a:ahLst/>
                <a:cxnLst>
                  <a:cxn ang="0">
                    <a:pos x="T0" y="T1"/>
                  </a:cxn>
                  <a:cxn ang="0">
                    <a:pos x="T2" y="T3"/>
                  </a:cxn>
                  <a:cxn ang="0">
                    <a:pos x="T4" y="T5"/>
                  </a:cxn>
                  <a:cxn ang="0">
                    <a:pos x="T6" y="T7"/>
                  </a:cxn>
                  <a:cxn ang="0">
                    <a:pos x="T8" y="T9"/>
                  </a:cxn>
                  <a:cxn ang="0">
                    <a:pos x="T10" y="T11"/>
                  </a:cxn>
                </a:cxnLst>
                <a:rect l="0" t="0" r="r" b="b"/>
                <a:pathLst>
                  <a:path w="518" h="691">
                    <a:moveTo>
                      <a:pt x="518" y="71"/>
                    </a:moveTo>
                    <a:lnTo>
                      <a:pt x="303" y="691"/>
                    </a:lnTo>
                    <a:lnTo>
                      <a:pt x="45" y="407"/>
                    </a:lnTo>
                    <a:lnTo>
                      <a:pt x="0" y="94"/>
                    </a:lnTo>
                    <a:lnTo>
                      <a:pt x="166" y="0"/>
                    </a:lnTo>
                    <a:lnTo>
                      <a:pt x="518" y="71"/>
                    </a:lnTo>
                    <a:close/>
                  </a:path>
                </a:pathLst>
              </a:custGeom>
              <a:solidFill>
                <a:srgbClr val="7BB21B">
                  <a:lumMod val="50000"/>
                </a:srgbClr>
              </a:solidFill>
              <a:ln>
                <a:noFill/>
              </a:ln>
            </p:spPr>
            <p:txBody>
              <a:bodyPr vert="horz" wrap="square" lIns="78794" tIns="39395" rIns="78794" bIns="39395" numCol="1" anchor="t" anchorCtr="0" compatLnSpc="1">
                <a:prstTxWarp prst="textNoShape">
                  <a:avLst/>
                </a:prstTxWarp>
              </a:bodyPr>
              <a:lstStyle/>
              <a:p>
                <a:pPr marL="0" marR="0" lvl="0" indent="0" algn="l" defTabSz="914203" rtl="0" eaLnBrk="1" fontAlgn="auto" latinLnBrk="0" hangingPunct="1">
                  <a:lnSpc>
                    <a:spcPct val="100000"/>
                  </a:lnSpc>
                  <a:spcBef>
                    <a:spcPts val="0"/>
                  </a:spcBef>
                  <a:spcAft>
                    <a:spcPts val="0"/>
                  </a:spcAft>
                  <a:buClrTx/>
                  <a:buSzTx/>
                  <a:buFontTx/>
                  <a:buNone/>
                  <a:tabLst/>
                  <a:defRPr/>
                </a:pPr>
                <a:endParaRPr kumimoji="0" lang="id-ID" sz="1050" b="0" i="0" u="none" strike="noStrike" kern="0" cap="none" spc="0" normalizeH="0" baseline="0" noProof="0">
                  <a:ln>
                    <a:noFill/>
                  </a:ln>
                  <a:solidFill>
                    <a:prstClr val="black"/>
                  </a:solidFill>
                  <a:effectLst/>
                  <a:uLnTx/>
                  <a:uFillTx/>
                  <a:latin typeface="Ubuntu"/>
                  <a:ea typeface="Verdana" panose="020B0604030504040204" pitchFamily="34" charset="0"/>
                  <a:cs typeface="Verdana" panose="020B0604030504040204" pitchFamily="34" charset="0"/>
                </a:endParaRPr>
              </a:p>
            </p:txBody>
          </p:sp>
          <p:sp>
            <p:nvSpPr>
              <p:cNvPr id="82" name="Freeform 55">
                <a:extLst>
                  <a:ext uri="{FF2B5EF4-FFF2-40B4-BE49-F238E27FC236}">
                    <a16:creationId xmlns:a16="http://schemas.microsoft.com/office/drawing/2014/main" id="{C1F08440-C00C-4B27-BA20-39C1F4E1EB0D}"/>
                  </a:ext>
                </a:extLst>
              </p:cNvPr>
              <p:cNvSpPr>
                <a:spLocks/>
              </p:cNvSpPr>
              <p:nvPr/>
            </p:nvSpPr>
            <p:spPr bwMode="auto">
              <a:xfrm rot="18900000">
                <a:off x="5174665" y="1328182"/>
                <a:ext cx="973315" cy="647039"/>
              </a:xfrm>
              <a:custGeom>
                <a:avLst/>
                <a:gdLst>
                  <a:gd name="T0" fmla="*/ 883 w 883"/>
                  <a:gd name="T1" fmla="*/ 78 h 587"/>
                  <a:gd name="T2" fmla="*/ 665 w 883"/>
                  <a:gd name="T3" fmla="*/ 587 h 587"/>
                  <a:gd name="T4" fmla="*/ 137 w 883"/>
                  <a:gd name="T5" fmla="*/ 411 h 587"/>
                  <a:gd name="T6" fmla="*/ 0 w 883"/>
                  <a:gd name="T7" fmla="*/ 142 h 587"/>
                  <a:gd name="T8" fmla="*/ 279 w 883"/>
                  <a:gd name="T9" fmla="*/ 0 h 587"/>
                  <a:gd name="T10" fmla="*/ 883 w 883"/>
                  <a:gd name="T11" fmla="*/ 78 h 587"/>
                </a:gdLst>
                <a:ahLst/>
                <a:cxnLst>
                  <a:cxn ang="0">
                    <a:pos x="T0" y="T1"/>
                  </a:cxn>
                  <a:cxn ang="0">
                    <a:pos x="T2" y="T3"/>
                  </a:cxn>
                  <a:cxn ang="0">
                    <a:pos x="T4" y="T5"/>
                  </a:cxn>
                  <a:cxn ang="0">
                    <a:pos x="T6" y="T7"/>
                  </a:cxn>
                  <a:cxn ang="0">
                    <a:pos x="T8" y="T9"/>
                  </a:cxn>
                  <a:cxn ang="0">
                    <a:pos x="T10" y="T11"/>
                  </a:cxn>
                </a:cxnLst>
                <a:rect l="0" t="0" r="r" b="b"/>
                <a:pathLst>
                  <a:path w="883" h="587">
                    <a:moveTo>
                      <a:pt x="883" y="78"/>
                    </a:moveTo>
                    <a:lnTo>
                      <a:pt x="665" y="587"/>
                    </a:lnTo>
                    <a:lnTo>
                      <a:pt x="137" y="411"/>
                    </a:lnTo>
                    <a:lnTo>
                      <a:pt x="0" y="142"/>
                    </a:lnTo>
                    <a:lnTo>
                      <a:pt x="279" y="0"/>
                    </a:lnTo>
                    <a:lnTo>
                      <a:pt x="883" y="78"/>
                    </a:lnTo>
                    <a:close/>
                  </a:path>
                </a:pathLst>
              </a:custGeom>
              <a:solidFill>
                <a:schemeClr val="accent4">
                  <a:lumMod val="50000"/>
                </a:schemeClr>
              </a:solidFill>
              <a:ln w="8208">
                <a:solidFill>
                  <a:sysClr val="window" lastClr="FFFFFF"/>
                </a:solidFill>
              </a:ln>
            </p:spPr>
            <p:txBody>
              <a:bodyPr vert="horz" wrap="square" lIns="78794" tIns="39395" rIns="78794" bIns="39395" numCol="1" anchor="t" anchorCtr="0" compatLnSpc="1">
                <a:prstTxWarp prst="textNoShape">
                  <a:avLst/>
                </a:prstTxWarp>
              </a:bodyPr>
              <a:lstStyle/>
              <a:p>
                <a:pPr marL="0" marR="0" lvl="0" indent="0" algn="l" defTabSz="914203" rtl="0" eaLnBrk="1" fontAlgn="auto" latinLnBrk="0" hangingPunct="1">
                  <a:lnSpc>
                    <a:spcPct val="100000"/>
                  </a:lnSpc>
                  <a:spcBef>
                    <a:spcPts val="0"/>
                  </a:spcBef>
                  <a:spcAft>
                    <a:spcPts val="0"/>
                  </a:spcAft>
                  <a:buClrTx/>
                  <a:buSzTx/>
                  <a:buFontTx/>
                  <a:buNone/>
                  <a:tabLst/>
                  <a:defRPr/>
                </a:pPr>
                <a:endParaRPr kumimoji="0" lang="id-ID" sz="1050" b="0" i="0" u="none" strike="noStrike" kern="0" cap="none" spc="0" normalizeH="0" baseline="0" noProof="0">
                  <a:ln>
                    <a:noFill/>
                  </a:ln>
                  <a:solidFill>
                    <a:prstClr val="black"/>
                  </a:solidFill>
                  <a:effectLst/>
                  <a:uLnTx/>
                  <a:uFillTx/>
                  <a:latin typeface="Ubuntu"/>
                  <a:ea typeface="Verdana" panose="020B0604030504040204" pitchFamily="34" charset="0"/>
                  <a:cs typeface="Verdana" panose="020B0604030504040204" pitchFamily="34" charset="0"/>
                </a:endParaRPr>
              </a:p>
            </p:txBody>
          </p:sp>
          <p:sp>
            <p:nvSpPr>
              <p:cNvPr id="83" name="Freeform 56">
                <a:extLst>
                  <a:ext uri="{FF2B5EF4-FFF2-40B4-BE49-F238E27FC236}">
                    <a16:creationId xmlns:a16="http://schemas.microsoft.com/office/drawing/2014/main" id="{D8A664C8-E8D2-4E02-93ED-A262968A2221}"/>
                  </a:ext>
                </a:extLst>
              </p:cNvPr>
              <p:cNvSpPr>
                <a:spLocks/>
              </p:cNvSpPr>
              <p:nvPr/>
            </p:nvSpPr>
            <p:spPr bwMode="auto">
              <a:xfrm rot="18900000">
                <a:off x="5557896" y="1661402"/>
                <a:ext cx="582005" cy="659165"/>
              </a:xfrm>
              <a:custGeom>
                <a:avLst/>
                <a:gdLst>
                  <a:gd name="T0" fmla="*/ 83 w 223"/>
                  <a:gd name="T1" fmla="*/ 0 h 253"/>
                  <a:gd name="T2" fmla="*/ 0 w 223"/>
                  <a:gd name="T3" fmla="*/ 241 h 253"/>
                  <a:gd name="T4" fmla="*/ 118 w 223"/>
                  <a:gd name="T5" fmla="*/ 253 h 253"/>
                  <a:gd name="T6" fmla="*/ 223 w 223"/>
                  <a:gd name="T7" fmla="*/ 193 h 253"/>
                  <a:gd name="T8" fmla="*/ 203 w 223"/>
                  <a:gd name="T9" fmla="*/ 75 h 253"/>
                  <a:gd name="T10" fmla="*/ 83 w 223"/>
                  <a:gd name="T11" fmla="*/ 0 h 253"/>
                </a:gdLst>
                <a:ahLst/>
                <a:cxnLst>
                  <a:cxn ang="0">
                    <a:pos x="T0" y="T1"/>
                  </a:cxn>
                  <a:cxn ang="0">
                    <a:pos x="T2" y="T3"/>
                  </a:cxn>
                  <a:cxn ang="0">
                    <a:pos x="T4" y="T5"/>
                  </a:cxn>
                  <a:cxn ang="0">
                    <a:pos x="T6" y="T7"/>
                  </a:cxn>
                  <a:cxn ang="0">
                    <a:pos x="T8" y="T9"/>
                  </a:cxn>
                  <a:cxn ang="0">
                    <a:pos x="T10" y="T11"/>
                  </a:cxn>
                </a:cxnLst>
                <a:rect l="0" t="0" r="r" b="b"/>
                <a:pathLst>
                  <a:path w="223" h="253">
                    <a:moveTo>
                      <a:pt x="83" y="0"/>
                    </a:moveTo>
                    <a:cubicBezTo>
                      <a:pt x="0" y="241"/>
                      <a:pt x="0" y="241"/>
                      <a:pt x="0" y="241"/>
                    </a:cubicBezTo>
                    <a:cubicBezTo>
                      <a:pt x="118" y="253"/>
                      <a:pt x="118" y="253"/>
                      <a:pt x="118" y="253"/>
                    </a:cubicBezTo>
                    <a:cubicBezTo>
                      <a:pt x="118" y="253"/>
                      <a:pt x="223" y="198"/>
                      <a:pt x="223" y="193"/>
                    </a:cubicBezTo>
                    <a:cubicBezTo>
                      <a:pt x="223" y="188"/>
                      <a:pt x="203" y="75"/>
                      <a:pt x="203" y="75"/>
                    </a:cubicBezTo>
                    <a:lnTo>
                      <a:pt x="83" y="0"/>
                    </a:lnTo>
                    <a:close/>
                  </a:path>
                </a:pathLst>
              </a:custGeom>
              <a:solidFill>
                <a:srgbClr val="7BB21B">
                  <a:lumMod val="50000"/>
                </a:srgbClr>
              </a:solidFill>
              <a:ln>
                <a:noFill/>
              </a:ln>
            </p:spPr>
            <p:txBody>
              <a:bodyPr vert="horz" wrap="square" lIns="78794" tIns="39395" rIns="78794" bIns="39395" numCol="1" anchor="t" anchorCtr="0" compatLnSpc="1">
                <a:prstTxWarp prst="textNoShape">
                  <a:avLst/>
                </a:prstTxWarp>
              </a:bodyPr>
              <a:lstStyle/>
              <a:p>
                <a:pPr marL="0" marR="0" lvl="0" indent="0" algn="l" defTabSz="914203" rtl="0" eaLnBrk="1" fontAlgn="auto" latinLnBrk="0" hangingPunct="1">
                  <a:lnSpc>
                    <a:spcPct val="100000"/>
                  </a:lnSpc>
                  <a:spcBef>
                    <a:spcPts val="0"/>
                  </a:spcBef>
                  <a:spcAft>
                    <a:spcPts val="0"/>
                  </a:spcAft>
                  <a:buClrTx/>
                  <a:buSzTx/>
                  <a:buFontTx/>
                  <a:buNone/>
                  <a:tabLst/>
                  <a:defRPr/>
                </a:pPr>
                <a:endParaRPr kumimoji="0" lang="id-ID" sz="1050" b="0" i="0" u="none" strike="noStrike" kern="0" cap="none" spc="0" normalizeH="0" baseline="0" noProof="0">
                  <a:ln>
                    <a:noFill/>
                  </a:ln>
                  <a:solidFill>
                    <a:prstClr val="black"/>
                  </a:solidFill>
                  <a:effectLst/>
                  <a:uLnTx/>
                  <a:uFillTx/>
                  <a:latin typeface="Ubuntu"/>
                  <a:ea typeface="Verdana" panose="020B0604030504040204" pitchFamily="34" charset="0"/>
                  <a:cs typeface="Verdana" panose="020B0604030504040204" pitchFamily="34" charset="0"/>
                </a:endParaRPr>
              </a:p>
            </p:txBody>
          </p:sp>
          <p:sp>
            <p:nvSpPr>
              <p:cNvPr id="84" name="Freeform 57">
                <a:extLst>
                  <a:ext uri="{FF2B5EF4-FFF2-40B4-BE49-F238E27FC236}">
                    <a16:creationId xmlns:a16="http://schemas.microsoft.com/office/drawing/2014/main" id="{41AF587A-A782-4CF6-A9E4-282B76E9090D}"/>
                  </a:ext>
                </a:extLst>
              </p:cNvPr>
              <p:cNvSpPr>
                <a:spLocks/>
              </p:cNvSpPr>
              <p:nvPr/>
            </p:nvSpPr>
            <p:spPr bwMode="auto">
              <a:xfrm rot="18900000">
                <a:off x="4693284" y="1791835"/>
                <a:ext cx="1176135" cy="855370"/>
              </a:xfrm>
              <a:custGeom>
                <a:avLst/>
                <a:gdLst>
                  <a:gd name="T0" fmla="*/ 451 w 451"/>
                  <a:gd name="T1" fmla="*/ 138 h 328"/>
                  <a:gd name="T2" fmla="*/ 400 w 451"/>
                  <a:gd name="T3" fmla="*/ 327 h 328"/>
                  <a:gd name="T4" fmla="*/ 22 w 451"/>
                  <a:gd name="T5" fmla="*/ 247 h 328"/>
                  <a:gd name="T6" fmla="*/ 0 w 451"/>
                  <a:gd name="T7" fmla="*/ 169 h 328"/>
                  <a:gd name="T8" fmla="*/ 42 w 451"/>
                  <a:gd name="T9" fmla="*/ 0 h 328"/>
                  <a:gd name="T10" fmla="*/ 451 w 451"/>
                  <a:gd name="T11" fmla="*/ 138 h 328"/>
                </a:gdLst>
                <a:ahLst/>
                <a:cxnLst>
                  <a:cxn ang="0">
                    <a:pos x="T0" y="T1"/>
                  </a:cxn>
                  <a:cxn ang="0">
                    <a:pos x="T2" y="T3"/>
                  </a:cxn>
                  <a:cxn ang="0">
                    <a:pos x="T4" y="T5"/>
                  </a:cxn>
                  <a:cxn ang="0">
                    <a:pos x="T6" y="T7"/>
                  </a:cxn>
                  <a:cxn ang="0">
                    <a:pos x="T8" y="T9"/>
                  </a:cxn>
                  <a:cxn ang="0">
                    <a:pos x="T10" y="T11"/>
                  </a:cxn>
                </a:cxnLst>
                <a:rect l="0" t="0" r="r" b="b"/>
                <a:pathLst>
                  <a:path w="451" h="328">
                    <a:moveTo>
                      <a:pt x="451" y="138"/>
                    </a:moveTo>
                    <a:cubicBezTo>
                      <a:pt x="451" y="138"/>
                      <a:pt x="395" y="328"/>
                      <a:pt x="400" y="327"/>
                    </a:cubicBezTo>
                    <a:cubicBezTo>
                      <a:pt x="405" y="326"/>
                      <a:pt x="22" y="247"/>
                      <a:pt x="22" y="247"/>
                    </a:cubicBezTo>
                    <a:cubicBezTo>
                      <a:pt x="0" y="169"/>
                      <a:pt x="0" y="169"/>
                      <a:pt x="0" y="169"/>
                    </a:cubicBezTo>
                    <a:cubicBezTo>
                      <a:pt x="42" y="0"/>
                      <a:pt x="42" y="0"/>
                      <a:pt x="42" y="0"/>
                    </a:cubicBezTo>
                    <a:lnTo>
                      <a:pt x="451" y="138"/>
                    </a:lnTo>
                    <a:close/>
                  </a:path>
                </a:pathLst>
              </a:custGeom>
              <a:solidFill>
                <a:schemeClr val="accent4">
                  <a:lumMod val="50000"/>
                </a:schemeClr>
              </a:solidFill>
              <a:ln>
                <a:noFill/>
              </a:ln>
            </p:spPr>
            <p:txBody>
              <a:bodyPr vert="horz" wrap="square" lIns="78794" tIns="39395" rIns="78794" bIns="39395" numCol="1" anchor="t" anchorCtr="0" compatLnSpc="1">
                <a:prstTxWarp prst="textNoShape">
                  <a:avLst/>
                </a:prstTxWarp>
              </a:bodyPr>
              <a:lstStyle/>
              <a:p>
                <a:pPr marL="0" marR="0" lvl="0" indent="0" algn="l" defTabSz="914203" rtl="0" eaLnBrk="1" fontAlgn="auto" latinLnBrk="0" hangingPunct="1">
                  <a:lnSpc>
                    <a:spcPct val="100000"/>
                  </a:lnSpc>
                  <a:spcBef>
                    <a:spcPts val="0"/>
                  </a:spcBef>
                  <a:spcAft>
                    <a:spcPts val="0"/>
                  </a:spcAft>
                  <a:buClrTx/>
                  <a:buSzTx/>
                  <a:buFontTx/>
                  <a:buNone/>
                  <a:tabLst/>
                  <a:defRPr/>
                </a:pPr>
                <a:endParaRPr kumimoji="0" lang="id-ID" sz="1050" b="0" i="0" u="none" strike="noStrike" kern="0" cap="none" spc="0" normalizeH="0" baseline="0" noProof="0">
                  <a:ln>
                    <a:noFill/>
                  </a:ln>
                  <a:solidFill>
                    <a:prstClr val="black"/>
                  </a:solidFill>
                  <a:effectLst/>
                  <a:uLnTx/>
                  <a:uFillTx/>
                  <a:latin typeface="Ubuntu"/>
                  <a:ea typeface="Verdana" panose="020B0604030504040204" pitchFamily="34" charset="0"/>
                  <a:cs typeface="Verdana" panose="020B0604030504040204" pitchFamily="34" charset="0"/>
                </a:endParaRPr>
              </a:p>
            </p:txBody>
          </p:sp>
          <p:sp>
            <p:nvSpPr>
              <p:cNvPr id="85" name="Freeform 58">
                <a:extLst>
                  <a:ext uri="{FF2B5EF4-FFF2-40B4-BE49-F238E27FC236}">
                    <a16:creationId xmlns:a16="http://schemas.microsoft.com/office/drawing/2014/main" id="{94C1BDF8-3290-4BA1-A385-31EE40E0122E}"/>
                  </a:ext>
                </a:extLst>
              </p:cNvPr>
              <p:cNvSpPr>
                <a:spLocks/>
              </p:cNvSpPr>
              <p:nvPr/>
            </p:nvSpPr>
            <p:spPr bwMode="auto">
              <a:xfrm rot="18900000">
                <a:off x="6789990" y="3621015"/>
                <a:ext cx="1050475" cy="965599"/>
              </a:xfrm>
              <a:custGeom>
                <a:avLst/>
                <a:gdLst>
                  <a:gd name="T0" fmla="*/ 473 w 953"/>
                  <a:gd name="T1" fmla="*/ 876 h 876"/>
                  <a:gd name="T2" fmla="*/ 0 w 953"/>
                  <a:gd name="T3" fmla="*/ 261 h 876"/>
                  <a:gd name="T4" fmla="*/ 236 w 953"/>
                  <a:gd name="T5" fmla="*/ 0 h 876"/>
                  <a:gd name="T6" fmla="*/ 953 w 953"/>
                  <a:gd name="T7" fmla="*/ 0 h 876"/>
                  <a:gd name="T8" fmla="*/ 773 w 953"/>
                  <a:gd name="T9" fmla="*/ 348 h 876"/>
                  <a:gd name="T10" fmla="*/ 473 w 953"/>
                  <a:gd name="T11" fmla="*/ 876 h 876"/>
                </a:gdLst>
                <a:ahLst/>
                <a:cxnLst>
                  <a:cxn ang="0">
                    <a:pos x="T0" y="T1"/>
                  </a:cxn>
                  <a:cxn ang="0">
                    <a:pos x="T2" y="T3"/>
                  </a:cxn>
                  <a:cxn ang="0">
                    <a:pos x="T4" y="T5"/>
                  </a:cxn>
                  <a:cxn ang="0">
                    <a:pos x="T6" y="T7"/>
                  </a:cxn>
                  <a:cxn ang="0">
                    <a:pos x="T8" y="T9"/>
                  </a:cxn>
                  <a:cxn ang="0">
                    <a:pos x="T10" y="T11"/>
                  </a:cxn>
                </a:cxnLst>
                <a:rect l="0" t="0" r="r" b="b"/>
                <a:pathLst>
                  <a:path w="953" h="876">
                    <a:moveTo>
                      <a:pt x="473" y="876"/>
                    </a:moveTo>
                    <a:lnTo>
                      <a:pt x="0" y="261"/>
                    </a:lnTo>
                    <a:lnTo>
                      <a:pt x="236" y="0"/>
                    </a:lnTo>
                    <a:lnTo>
                      <a:pt x="953" y="0"/>
                    </a:lnTo>
                    <a:lnTo>
                      <a:pt x="773" y="348"/>
                    </a:lnTo>
                    <a:lnTo>
                      <a:pt x="473" y="876"/>
                    </a:lnTo>
                    <a:close/>
                  </a:path>
                </a:pathLst>
              </a:custGeom>
              <a:solidFill>
                <a:schemeClr val="accent2">
                  <a:lumMod val="75000"/>
                </a:schemeClr>
              </a:solidFill>
              <a:ln w="8208">
                <a:solidFill>
                  <a:sysClr val="window" lastClr="FFFFFF"/>
                </a:solidFill>
              </a:ln>
            </p:spPr>
            <p:txBody>
              <a:bodyPr vert="horz" wrap="square" lIns="78794" tIns="39395" rIns="78794" bIns="39395" numCol="1" anchor="t" anchorCtr="0" compatLnSpc="1">
                <a:prstTxWarp prst="textNoShape">
                  <a:avLst/>
                </a:prstTxWarp>
              </a:bodyPr>
              <a:lstStyle/>
              <a:p>
                <a:pPr marL="0" marR="0" lvl="0" indent="0" algn="l" defTabSz="914203" rtl="0" eaLnBrk="1" fontAlgn="auto" latinLnBrk="0" hangingPunct="1">
                  <a:lnSpc>
                    <a:spcPct val="100000"/>
                  </a:lnSpc>
                  <a:spcBef>
                    <a:spcPts val="0"/>
                  </a:spcBef>
                  <a:spcAft>
                    <a:spcPts val="0"/>
                  </a:spcAft>
                  <a:buClrTx/>
                  <a:buSzTx/>
                  <a:buFontTx/>
                  <a:buNone/>
                  <a:tabLst/>
                  <a:defRPr/>
                </a:pPr>
                <a:endParaRPr kumimoji="0" lang="id-ID" sz="1050" b="0" i="0" u="none" strike="noStrike" kern="0" cap="none" spc="0" normalizeH="0" baseline="0" noProof="0">
                  <a:ln>
                    <a:noFill/>
                  </a:ln>
                  <a:solidFill>
                    <a:prstClr val="black"/>
                  </a:solidFill>
                  <a:effectLst/>
                  <a:uLnTx/>
                  <a:uFillTx/>
                  <a:latin typeface="Ubuntu"/>
                  <a:ea typeface="Verdana" panose="020B0604030504040204" pitchFamily="34" charset="0"/>
                  <a:cs typeface="Verdana" panose="020B0604030504040204" pitchFamily="34" charset="0"/>
                </a:endParaRPr>
              </a:p>
            </p:txBody>
          </p:sp>
          <p:sp>
            <p:nvSpPr>
              <p:cNvPr id="86" name="Freeform 59">
                <a:extLst>
                  <a:ext uri="{FF2B5EF4-FFF2-40B4-BE49-F238E27FC236}">
                    <a16:creationId xmlns:a16="http://schemas.microsoft.com/office/drawing/2014/main" id="{B727AC64-7282-4162-ABE1-45C5ED033571}"/>
                  </a:ext>
                </a:extLst>
              </p:cNvPr>
              <p:cNvSpPr>
                <a:spLocks/>
              </p:cNvSpPr>
              <p:nvPr/>
            </p:nvSpPr>
            <p:spPr bwMode="auto">
              <a:xfrm rot="18900000">
                <a:off x="6058526" y="3404375"/>
                <a:ext cx="891747" cy="1017407"/>
              </a:xfrm>
              <a:custGeom>
                <a:avLst/>
                <a:gdLst>
                  <a:gd name="T0" fmla="*/ 342 w 342"/>
                  <a:gd name="T1" fmla="*/ 309 h 390"/>
                  <a:gd name="T2" fmla="*/ 112 w 342"/>
                  <a:gd name="T3" fmla="*/ 0 h 390"/>
                  <a:gd name="T4" fmla="*/ 2 w 342"/>
                  <a:gd name="T5" fmla="*/ 198 h 390"/>
                  <a:gd name="T6" fmla="*/ 102 w 342"/>
                  <a:gd name="T7" fmla="*/ 340 h 390"/>
                  <a:gd name="T8" fmla="*/ 252 w 342"/>
                  <a:gd name="T9" fmla="*/ 390 h 390"/>
                  <a:gd name="T10" fmla="*/ 342 w 342"/>
                  <a:gd name="T11" fmla="*/ 309 h 390"/>
                </a:gdLst>
                <a:ahLst/>
                <a:cxnLst>
                  <a:cxn ang="0">
                    <a:pos x="T0" y="T1"/>
                  </a:cxn>
                  <a:cxn ang="0">
                    <a:pos x="T2" y="T3"/>
                  </a:cxn>
                  <a:cxn ang="0">
                    <a:pos x="T4" y="T5"/>
                  </a:cxn>
                  <a:cxn ang="0">
                    <a:pos x="T6" y="T7"/>
                  </a:cxn>
                  <a:cxn ang="0">
                    <a:pos x="T8" y="T9"/>
                  </a:cxn>
                  <a:cxn ang="0">
                    <a:pos x="T10" y="T11"/>
                  </a:cxn>
                </a:cxnLst>
                <a:rect l="0" t="0" r="r" b="b"/>
                <a:pathLst>
                  <a:path w="342" h="390">
                    <a:moveTo>
                      <a:pt x="342" y="309"/>
                    </a:moveTo>
                    <a:cubicBezTo>
                      <a:pt x="112" y="0"/>
                      <a:pt x="112" y="0"/>
                      <a:pt x="112" y="0"/>
                    </a:cubicBezTo>
                    <a:cubicBezTo>
                      <a:pt x="112" y="0"/>
                      <a:pt x="0" y="185"/>
                      <a:pt x="2" y="198"/>
                    </a:cubicBezTo>
                    <a:cubicBezTo>
                      <a:pt x="4" y="211"/>
                      <a:pt x="102" y="340"/>
                      <a:pt x="102" y="340"/>
                    </a:cubicBezTo>
                    <a:cubicBezTo>
                      <a:pt x="252" y="390"/>
                      <a:pt x="252" y="390"/>
                      <a:pt x="252" y="390"/>
                    </a:cubicBezTo>
                    <a:lnTo>
                      <a:pt x="342" y="309"/>
                    </a:lnTo>
                    <a:close/>
                  </a:path>
                </a:pathLst>
              </a:custGeom>
              <a:solidFill>
                <a:srgbClr val="7BB21B">
                  <a:lumMod val="50000"/>
                </a:srgbClr>
              </a:solidFill>
              <a:ln>
                <a:noFill/>
              </a:ln>
            </p:spPr>
            <p:txBody>
              <a:bodyPr vert="horz" wrap="square" lIns="78794" tIns="39395" rIns="78794" bIns="39395" numCol="1" anchor="t" anchorCtr="0" compatLnSpc="1">
                <a:prstTxWarp prst="textNoShape">
                  <a:avLst/>
                </a:prstTxWarp>
              </a:bodyPr>
              <a:lstStyle/>
              <a:p>
                <a:pPr marL="0" marR="0" lvl="0" indent="0" algn="l" defTabSz="914203" rtl="0" eaLnBrk="1" fontAlgn="auto" latinLnBrk="0" hangingPunct="1">
                  <a:lnSpc>
                    <a:spcPct val="100000"/>
                  </a:lnSpc>
                  <a:spcBef>
                    <a:spcPts val="0"/>
                  </a:spcBef>
                  <a:spcAft>
                    <a:spcPts val="0"/>
                  </a:spcAft>
                  <a:buClrTx/>
                  <a:buSzTx/>
                  <a:buFontTx/>
                  <a:buNone/>
                  <a:tabLst/>
                  <a:defRPr/>
                </a:pPr>
                <a:endParaRPr kumimoji="0" lang="id-ID" sz="1050" b="0" i="0" u="none" strike="noStrike" kern="0" cap="none" spc="0" normalizeH="0" baseline="0" noProof="0">
                  <a:ln>
                    <a:noFill/>
                  </a:ln>
                  <a:solidFill>
                    <a:prstClr val="black"/>
                  </a:solidFill>
                  <a:effectLst/>
                  <a:uLnTx/>
                  <a:uFillTx/>
                  <a:latin typeface="Ubuntu"/>
                  <a:ea typeface="Verdana" panose="020B0604030504040204" pitchFamily="34" charset="0"/>
                  <a:cs typeface="Verdana" panose="020B0604030504040204" pitchFamily="34" charset="0"/>
                </a:endParaRPr>
              </a:p>
            </p:txBody>
          </p:sp>
          <p:sp>
            <p:nvSpPr>
              <p:cNvPr id="87" name="Freeform 60">
                <a:extLst>
                  <a:ext uri="{FF2B5EF4-FFF2-40B4-BE49-F238E27FC236}">
                    <a16:creationId xmlns:a16="http://schemas.microsoft.com/office/drawing/2014/main" id="{33F7AB92-29C3-49A4-80F7-D663E5335CDC}"/>
                  </a:ext>
                </a:extLst>
              </p:cNvPr>
              <p:cNvSpPr>
                <a:spLocks/>
              </p:cNvSpPr>
              <p:nvPr/>
            </p:nvSpPr>
            <p:spPr bwMode="auto">
              <a:xfrm rot="18900000">
                <a:off x="6587508" y="2499792"/>
                <a:ext cx="1262112" cy="798051"/>
              </a:xfrm>
              <a:custGeom>
                <a:avLst/>
                <a:gdLst>
                  <a:gd name="T0" fmla="*/ 1145 w 1145"/>
                  <a:gd name="T1" fmla="*/ 648 h 724"/>
                  <a:gd name="T2" fmla="*/ 722 w 1145"/>
                  <a:gd name="T3" fmla="*/ 0 h 724"/>
                  <a:gd name="T4" fmla="*/ 0 w 1145"/>
                  <a:gd name="T5" fmla="*/ 35 h 724"/>
                  <a:gd name="T6" fmla="*/ 532 w 1145"/>
                  <a:gd name="T7" fmla="*/ 724 h 724"/>
                  <a:gd name="T8" fmla="*/ 1145 w 1145"/>
                  <a:gd name="T9" fmla="*/ 648 h 724"/>
                </a:gdLst>
                <a:ahLst/>
                <a:cxnLst>
                  <a:cxn ang="0">
                    <a:pos x="T0" y="T1"/>
                  </a:cxn>
                  <a:cxn ang="0">
                    <a:pos x="T2" y="T3"/>
                  </a:cxn>
                  <a:cxn ang="0">
                    <a:pos x="T4" y="T5"/>
                  </a:cxn>
                  <a:cxn ang="0">
                    <a:pos x="T6" y="T7"/>
                  </a:cxn>
                  <a:cxn ang="0">
                    <a:pos x="T8" y="T9"/>
                  </a:cxn>
                </a:cxnLst>
                <a:rect l="0" t="0" r="r" b="b"/>
                <a:pathLst>
                  <a:path w="1145" h="724">
                    <a:moveTo>
                      <a:pt x="1145" y="648"/>
                    </a:moveTo>
                    <a:lnTo>
                      <a:pt x="722" y="0"/>
                    </a:lnTo>
                    <a:lnTo>
                      <a:pt x="0" y="35"/>
                    </a:lnTo>
                    <a:lnTo>
                      <a:pt x="532" y="724"/>
                    </a:lnTo>
                    <a:lnTo>
                      <a:pt x="1145" y="648"/>
                    </a:lnTo>
                    <a:close/>
                  </a:path>
                </a:pathLst>
              </a:custGeom>
              <a:solidFill>
                <a:schemeClr val="accent2">
                  <a:lumMod val="75000"/>
                </a:schemeClr>
              </a:solidFill>
              <a:ln w="8208">
                <a:solidFill>
                  <a:sysClr val="window" lastClr="FFFFFF"/>
                </a:solidFill>
              </a:ln>
            </p:spPr>
            <p:txBody>
              <a:bodyPr vert="horz" wrap="square" lIns="78794" tIns="39395" rIns="78794" bIns="39395" numCol="1" anchor="t" anchorCtr="0" compatLnSpc="1">
                <a:prstTxWarp prst="textNoShape">
                  <a:avLst/>
                </a:prstTxWarp>
              </a:bodyPr>
              <a:lstStyle/>
              <a:p>
                <a:pPr marL="0" marR="0" lvl="0" indent="0" algn="l" defTabSz="914203" rtl="0" eaLnBrk="1" fontAlgn="auto" latinLnBrk="0" hangingPunct="1">
                  <a:lnSpc>
                    <a:spcPct val="100000"/>
                  </a:lnSpc>
                  <a:spcBef>
                    <a:spcPts val="0"/>
                  </a:spcBef>
                  <a:spcAft>
                    <a:spcPts val="0"/>
                  </a:spcAft>
                  <a:buClrTx/>
                  <a:buSzTx/>
                  <a:buFontTx/>
                  <a:buNone/>
                  <a:tabLst/>
                  <a:defRPr/>
                </a:pPr>
                <a:endParaRPr kumimoji="0" lang="id-ID" sz="1050" b="0" i="0" u="none" strike="noStrike" kern="0" cap="none" spc="0" normalizeH="0" baseline="0" noProof="0">
                  <a:ln>
                    <a:noFill/>
                  </a:ln>
                  <a:solidFill>
                    <a:prstClr val="black"/>
                  </a:solidFill>
                  <a:effectLst/>
                  <a:uLnTx/>
                  <a:uFillTx/>
                  <a:latin typeface="Ubuntu"/>
                  <a:ea typeface="Verdana" panose="020B0604030504040204" pitchFamily="34" charset="0"/>
                  <a:cs typeface="Verdana" panose="020B0604030504040204" pitchFamily="34" charset="0"/>
                </a:endParaRPr>
              </a:p>
            </p:txBody>
          </p:sp>
          <p:sp>
            <p:nvSpPr>
              <p:cNvPr id="88" name="Freeform 61">
                <a:extLst>
                  <a:ext uri="{FF2B5EF4-FFF2-40B4-BE49-F238E27FC236}">
                    <a16:creationId xmlns:a16="http://schemas.microsoft.com/office/drawing/2014/main" id="{5D9822FE-546E-458C-9252-78FFC9443CA2}"/>
                  </a:ext>
                </a:extLst>
              </p:cNvPr>
              <p:cNvSpPr>
                <a:spLocks/>
              </p:cNvSpPr>
              <p:nvPr/>
            </p:nvSpPr>
            <p:spPr bwMode="auto">
              <a:xfrm rot="18900000">
                <a:off x="6423697" y="2358677"/>
                <a:ext cx="950166" cy="725302"/>
              </a:xfrm>
              <a:custGeom>
                <a:avLst/>
                <a:gdLst>
                  <a:gd name="T0" fmla="*/ 177 w 364"/>
                  <a:gd name="T1" fmla="*/ 278 h 278"/>
                  <a:gd name="T2" fmla="*/ 0 w 364"/>
                  <a:gd name="T3" fmla="*/ 22 h 278"/>
                  <a:gd name="T4" fmla="*/ 163 w 364"/>
                  <a:gd name="T5" fmla="*/ 0 h 278"/>
                  <a:gd name="T6" fmla="*/ 344 w 364"/>
                  <a:gd name="T7" fmla="*/ 71 h 278"/>
                  <a:gd name="T8" fmla="*/ 357 w 364"/>
                  <a:gd name="T9" fmla="*/ 198 h 278"/>
                  <a:gd name="T10" fmla="*/ 177 w 364"/>
                  <a:gd name="T11" fmla="*/ 278 h 278"/>
                </a:gdLst>
                <a:ahLst/>
                <a:cxnLst>
                  <a:cxn ang="0">
                    <a:pos x="T0" y="T1"/>
                  </a:cxn>
                  <a:cxn ang="0">
                    <a:pos x="T2" y="T3"/>
                  </a:cxn>
                  <a:cxn ang="0">
                    <a:pos x="T4" y="T5"/>
                  </a:cxn>
                  <a:cxn ang="0">
                    <a:pos x="T6" y="T7"/>
                  </a:cxn>
                  <a:cxn ang="0">
                    <a:pos x="T8" y="T9"/>
                  </a:cxn>
                  <a:cxn ang="0">
                    <a:pos x="T10" y="T11"/>
                  </a:cxn>
                </a:cxnLst>
                <a:rect l="0" t="0" r="r" b="b"/>
                <a:pathLst>
                  <a:path w="364" h="278">
                    <a:moveTo>
                      <a:pt x="177" y="278"/>
                    </a:moveTo>
                    <a:cubicBezTo>
                      <a:pt x="0" y="22"/>
                      <a:pt x="0" y="22"/>
                      <a:pt x="0" y="22"/>
                    </a:cubicBezTo>
                    <a:cubicBezTo>
                      <a:pt x="163" y="0"/>
                      <a:pt x="163" y="0"/>
                      <a:pt x="163" y="0"/>
                    </a:cubicBezTo>
                    <a:cubicBezTo>
                      <a:pt x="163" y="0"/>
                      <a:pt x="342" y="60"/>
                      <a:pt x="344" y="71"/>
                    </a:cubicBezTo>
                    <a:cubicBezTo>
                      <a:pt x="345" y="82"/>
                      <a:pt x="364" y="190"/>
                      <a:pt x="357" y="198"/>
                    </a:cubicBezTo>
                    <a:cubicBezTo>
                      <a:pt x="349" y="205"/>
                      <a:pt x="177" y="278"/>
                      <a:pt x="177" y="278"/>
                    </a:cubicBezTo>
                    <a:close/>
                  </a:path>
                </a:pathLst>
              </a:custGeom>
              <a:solidFill>
                <a:srgbClr val="7BB21B">
                  <a:lumMod val="50000"/>
                </a:srgbClr>
              </a:solidFill>
              <a:ln>
                <a:noFill/>
              </a:ln>
            </p:spPr>
            <p:txBody>
              <a:bodyPr vert="horz" wrap="square" lIns="78794" tIns="39395" rIns="78794" bIns="39395" numCol="1" anchor="t" anchorCtr="0" compatLnSpc="1">
                <a:prstTxWarp prst="textNoShape">
                  <a:avLst/>
                </a:prstTxWarp>
              </a:bodyPr>
              <a:lstStyle/>
              <a:p>
                <a:pPr marL="0" marR="0" lvl="0" indent="0" algn="l" defTabSz="914203" rtl="0" eaLnBrk="1" fontAlgn="auto" latinLnBrk="0" hangingPunct="1">
                  <a:lnSpc>
                    <a:spcPct val="100000"/>
                  </a:lnSpc>
                  <a:spcBef>
                    <a:spcPts val="0"/>
                  </a:spcBef>
                  <a:spcAft>
                    <a:spcPts val="0"/>
                  </a:spcAft>
                  <a:buClrTx/>
                  <a:buSzTx/>
                  <a:buFontTx/>
                  <a:buNone/>
                  <a:tabLst/>
                  <a:defRPr/>
                </a:pPr>
                <a:endParaRPr kumimoji="0" lang="id-ID" sz="1050" b="0" i="0" u="none" strike="noStrike" kern="0" cap="none" spc="0" normalizeH="0" baseline="0" noProof="0">
                  <a:ln>
                    <a:noFill/>
                  </a:ln>
                  <a:solidFill>
                    <a:prstClr val="black"/>
                  </a:solidFill>
                  <a:effectLst/>
                  <a:uLnTx/>
                  <a:uFillTx/>
                  <a:latin typeface="Ubuntu"/>
                  <a:ea typeface="Verdana" panose="020B0604030504040204" pitchFamily="34" charset="0"/>
                  <a:cs typeface="Verdana" panose="020B0604030504040204" pitchFamily="34" charset="0"/>
                </a:endParaRPr>
              </a:p>
            </p:txBody>
          </p:sp>
          <p:sp>
            <p:nvSpPr>
              <p:cNvPr id="89" name="Freeform 62">
                <a:extLst>
                  <a:ext uri="{FF2B5EF4-FFF2-40B4-BE49-F238E27FC236}">
                    <a16:creationId xmlns:a16="http://schemas.microsoft.com/office/drawing/2014/main" id="{086258B6-717F-46F5-A0F4-EDEED62BFB09}"/>
                  </a:ext>
                </a:extLst>
              </p:cNvPr>
              <p:cNvSpPr>
                <a:spLocks/>
              </p:cNvSpPr>
              <p:nvPr/>
            </p:nvSpPr>
            <p:spPr bwMode="auto">
              <a:xfrm rot="18900000">
                <a:off x="6189823" y="2784316"/>
                <a:ext cx="1252191" cy="1176135"/>
              </a:xfrm>
              <a:custGeom>
                <a:avLst/>
                <a:gdLst>
                  <a:gd name="T0" fmla="*/ 480 w 480"/>
                  <a:gd name="T1" fmla="*/ 205 h 451"/>
                  <a:gd name="T2" fmla="*/ 334 w 480"/>
                  <a:gd name="T3" fmla="*/ 0 h 451"/>
                  <a:gd name="T4" fmla="*/ 143 w 480"/>
                  <a:gd name="T5" fmla="*/ 47 h 451"/>
                  <a:gd name="T6" fmla="*/ 0 w 480"/>
                  <a:gd name="T7" fmla="*/ 235 h 451"/>
                  <a:gd name="T8" fmla="*/ 122 w 480"/>
                  <a:gd name="T9" fmla="*/ 451 h 451"/>
                  <a:gd name="T10" fmla="*/ 480 w 480"/>
                  <a:gd name="T11" fmla="*/ 205 h 451"/>
                </a:gdLst>
                <a:ahLst/>
                <a:cxnLst>
                  <a:cxn ang="0">
                    <a:pos x="T0" y="T1"/>
                  </a:cxn>
                  <a:cxn ang="0">
                    <a:pos x="T2" y="T3"/>
                  </a:cxn>
                  <a:cxn ang="0">
                    <a:pos x="T4" y="T5"/>
                  </a:cxn>
                  <a:cxn ang="0">
                    <a:pos x="T6" y="T7"/>
                  </a:cxn>
                  <a:cxn ang="0">
                    <a:pos x="T8" y="T9"/>
                  </a:cxn>
                  <a:cxn ang="0">
                    <a:pos x="T10" y="T11"/>
                  </a:cxn>
                </a:cxnLst>
                <a:rect l="0" t="0" r="r" b="b"/>
                <a:pathLst>
                  <a:path w="480" h="451">
                    <a:moveTo>
                      <a:pt x="480" y="205"/>
                    </a:moveTo>
                    <a:cubicBezTo>
                      <a:pt x="334" y="0"/>
                      <a:pt x="334" y="0"/>
                      <a:pt x="334" y="0"/>
                    </a:cubicBezTo>
                    <a:cubicBezTo>
                      <a:pt x="143" y="47"/>
                      <a:pt x="143" y="47"/>
                      <a:pt x="143" y="47"/>
                    </a:cubicBezTo>
                    <a:cubicBezTo>
                      <a:pt x="143" y="47"/>
                      <a:pt x="0" y="226"/>
                      <a:pt x="0" y="235"/>
                    </a:cubicBezTo>
                    <a:cubicBezTo>
                      <a:pt x="0" y="245"/>
                      <a:pt x="122" y="451"/>
                      <a:pt x="122" y="451"/>
                    </a:cubicBezTo>
                    <a:lnTo>
                      <a:pt x="480" y="205"/>
                    </a:lnTo>
                    <a:close/>
                  </a:path>
                </a:pathLst>
              </a:custGeom>
              <a:solidFill>
                <a:schemeClr val="accent2">
                  <a:lumMod val="75000"/>
                </a:schemeClr>
              </a:solidFill>
              <a:ln>
                <a:noFill/>
              </a:ln>
            </p:spPr>
            <p:txBody>
              <a:bodyPr vert="horz" wrap="square" lIns="78794" tIns="39395" rIns="78794" bIns="39395" numCol="1" anchor="t" anchorCtr="0" compatLnSpc="1">
                <a:prstTxWarp prst="textNoShape">
                  <a:avLst/>
                </a:prstTxWarp>
              </a:bodyPr>
              <a:lstStyle/>
              <a:p>
                <a:pPr marL="0" marR="0" lvl="0" indent="0" algn="l" defTabSz="914203" rtl="0" eaLnBrk="1" fontAlgn="auto" latinLnBrk="0" hangingPunct="1">
                  <a:lnSpc>
                    <a:spcPct val="100000"/>
                  </a:lnSpc>
                  <a:spcBef>
                    <a:spcPts val="0"/>
                  </a:spcBef>
                  <a:spcAft>
                    <a:spcPts val="0"/>
                  </a:spcAft>
                  <a:buClrTx/>
                  <a:buSzTx/>
                  <a:buFontTx/>
                  <a:buNone/>
                  <a:tabLst/>
                  <a:defRPr/>
                </a:pPr>
                <a:endParaRPr kumimoji="0" lang="id-ID" sz="1050" b="0" i="0" u="none" strike="noStrike" kern="0" cap="none" spc="0" normalizeH="0" baseline="0" noProof="0">
                  <a:ln>
                    <a:noFill/>
                  </a:ln>
                  <a:solidFill>
                    <a:prstClr val="black"/>
                  </a:solidFill>
                  <a:effectLst/>
                  <a:uLnTx/>
                  <a:uFillTx/>
                  <a:latin typeface="Ubuntu"/>
                  <a:ea typeface="Verdana" panose="020B0604030504040204" pitchFamily="34" charset="0"/>
                  <a:cs typeface="Verdana" panose="020B0604030504040204" pitchFamily="34" charset="0"/>
                </a:endParaRPr>
              </a:p>
            </p:txBody>
          </p:sp>
          <p:sp>
            <p:nvSpPr>
              <p:cNvPr id="90" name="Freeform 63">
                <a:extLst>
                  <a:ext uri="{FF2B5EF4-FFF2-40B4-BE49-F238E27FC236}">
                    <a16:creationId xmlns:a16="http://schemas.microsoft.com/office/drawing/2014/main" id="{10AFA048-8709-435B-AE0A-F83BFFBAC3A2}"/>
                  </a:ext>
                </a:extLst>
              </p:cNvPr>
              <p:cNvSpPr>
                <a:spLocks/>
              </p:cNvSpPr>
              <p:nvPr/>
            </p:nvSpPr>
            <p:spPr bwMode="auto">
              <a:xfrm rot="18900000">
                <a:off x="4381937" y="2018961"/>
                <a:ext cx="1565239" cy="3928532"/>
              </a:xfrm>
              <a:custGeom>
                <a:avLst/>
                <a:gdLst>
                  <a:gd name="T0" fmla="*/ 121 w 600"/>
                  <a:gd name="T1" fmla="*/ 0 h 1506"/>
                  <a:gd name="T2" fmla="*/ 0 w 600"/>
                  <a:gd name="T3" fmla="*/ 438 h 1506"/>
                  <a:gd name="T4" fmla="*/ 118 w 600"/>
                  <a:gd name="T5" fmla="*/ 618 h 1506"/>
                  <a:gd name="T6" fmla="*/ 119 w 600"/>
                  <a:gd name="T7" fmla="*/ 615 h 1506"/>
                  <a:gd name="T8" fmla="*/ 120 w 600"/>
                  <a:gd name="T9" fmla="*/ 612 h 1506"/>
                  <a:gd name="T10" fmla="*/ 121 w 600"/>
                  <a:gd name="T11" fmla="*/ 610 h 1506"/>
                  <a:gd name="T12" fmla="*/ 121 w 600"/>
                  <a:gd name="T13" fmla="*/ 607 h 1506"/>
                  <a:gd name="T14" fmla="*/ 151 w 600"/>
                  <a:gd name="T15" fmla="*/ 544 h 1506"/>
                  <a:gd name="T16" fmla="*/ 190 w 600"/>
                  <a:gd name="T17" fmla="*/ 514 h 1506"/>
                  <a:gd name="T18" fmla="*/ 235 w 600"/>
                  <a:gd name="T19" fmla="*/ 519 h 1506"/>
                  <a:gd name="T20" fmla="*/ 280 w 600"/>
                  <a:gd name="T21" fmla="*/ 561 h 1506"/>
                  <a:gd name="T22" fmla="*/ 316 w 600"/>
                  <a:gd name="T23" fmla="*/ 636 h 1506"/>
                  <a:gd name="T24" fmla="*/ 336 w 600"/>
                  <a:gd name="T25" fmla="*/ 728 h 1506"/>
                  <a:gd name="T26" fmla="*/ 339 w 600"/>
                  <a:gd name="T27" fmla="*/ 824 h 1506"/>
                  <a:gd name="T28" fmla="*/ 322 w 600"/>
                  <a:gd name="T29" fmla="*/ 912 h 1506"/>
                  <a:gd name="T30" fmla="*/ 290 w 600"/>
                  <a:gd name="T31" fmla="*/ 973 h 1506"/>
                  <a:gd name="T32" fmla="*/ 249 w 600"/>
                  <a:gd name="T33" fmla="*/ 998 h 1506"/>
                  <a:gd name="T34" fmla="*/ 204 w 600"/>
                  <a:gd name="T35" fmla="*/ 987 h 1506"/>
                  <a:gd name="T36" fmla="*/ 162 w 600"/>
                  <a:gd name="T37" fmla="*/ 942 h 1506"/>
                  <a:gd name="T38" fmla="*/ 160 w 600"/>
                  <a:gd name="T39" fmla="*/ 939 h 1506"/>
                  <a:gd name="T40" fmla="*/ 158 w 600"/>
                  <a:gd name="T41" fmla="*/ 936 h 1506"/>
                  <a:gd name="T42" fmla="*/ 157 w 600"/>
                  <a:gd name="T43" fmla="*/ 933 h 1506"/>
                  <a:gd name="T44" fmla="*/ 155 w 600"/>
                  <a:gd name="T45" fmla="*/ 930 h 1506"/>
                  <a:gd name="T46" fmla="*/ 88 w 600"/>
                  <a:gd name="T47" fmla="*/ 1148 h 1506"/>
                  <a:gd name="T48" fmla="*/ 303 w 600"/>
                  <a:gd name="T49" fmla="*/ 1506 h 1506"/>
                  <a:gd name="T50" fmla="*/ 600 w 600"/>
                  <a:gd name="T51" fmla="*/ 655 h 1506"/>
                  <a:gd name="T52" fmla="*/ 121 w 600"/>
                  <a:gd name="T53" fmla="*/ 0 h 15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00" h="1506">
                    <a:moveTo>
                      <a:pt x="121" y="0"/>
                    </a:moveTo>
                    <a:cubicBezTo>
                      <a:pt x="0" y="438"/>
                      <a:pt x="0" y="438"/>
                      <a:pt x="0" y="438"/>
                    </a:cubicBezTo>
                    <a:cubicBezTo>
                      <a:pt x="118" y="618"/>
                      <a:pt x="118" y="618"/>
                      <a:pt x="118" y="618"/>
                    </a:cubicBezTo>
                    <a:cubicBezTo>
                      <a:pt x="119" y="617"/>
                      <a:pt x="119" y="616"/>
                      <a:pt x="119" y="615"/>
                    </a:cubicBezTo>
                    <a:cubicBezTo>
                      <a:pt x="119" y="614"/>
                      <a:pt x="120" y="613"/>
                      <a:pt x="120" y="612"/>
                    </a:cubicBezTo>
                    <a:cubicBezTo>
                      <a:pt x="120" y="612"/>
                      <a:pt x="120" y="611"/>
                      <a:pt x="121" y="610"/>
                    </a:cubicBezTo>
                    <a:cubicBezTo>
                      <a:pt x="121" y="609"/>
                      <a:pt x="121" y="608"/>
                      <a:pt x="121" y="607"/>
                    </a:cubicBezTo>
                    <a:cubicBezTo>
                      <a:pt x="129" y="581"/>
                      <a:pt x="139" y="560"/>
                      <a:pt x="151" y="544"/>
                    </a:cubicBezTo>
                    <a:cubicBezTo>
                      <a:pt x="163" y="529"/>
                      <a:pt x="176" y="518"/>
                      <a:pt x="190" y="514"/>
                    </a:cubicBezTo>
                    <a:cubicBezTo>
                      <a:pt x="205" y="510"/>
                      <a:pt x="220" y="511"/>
                      <a:pt x="235" y="519"/>
                    </a:cubicBezTo>
                    <a:cubicBezTo>
                      <a:pt x="250" y="527"/>
                      <a:pt x="266" y="541"/>
                      <a:pt x="280" y="561"/>
                    </a:cubicBezTo>
                    <a:cubicBezTo>
                      <a:pt x="294" y="582"/>
                      <a:pt x="306" y="608"/>
                      <a:pt x="316" y="636"/>
                    </a:cubicBezTo>
                    <a:cubicBezTo>
                      <a:pt x="325" y="665"/>
                      <a:pt x="332" y="696"/>
                      <a:pt x="336" y="728"/>
                    </a:cubicBezTo>
                    <a:cubicBezTo>
                      <a:pt x="340" y="760"/>
                      <a:pt x="341" y="793"/>
                      <a:pt x="339" y="824"/>
                    </a:cubicBezTo>
                    <a:cubicBezTo>
                      <a:pt x="336" y="855"/>
                      <a:pt x="331" y="885"/>
                      <a:pt x="322" y="912"/>
                    </a:cubicBezTo>
                    <a:cubicBezTo>
                      <a:pt x="314" y="938"/>
                      <a:pt x="303" y="958"/>
                      <a:pt x="290" y="973"/>
                    </a:cubicBezTo>
                    <a:cubicBezTo>
                      <a:pt x="277" y="987"/>
                      <a:pt x="263" y="996"/>
                      <a:pt x="249" y="998"/>
                    </a:cubicBezTo>
                    <a:cubicBezTo>
                      <a:pt x="234" y="1000"/>
                      <a:pt x="219" y="997"/>
                      <a:pt x="204" y="987"/>
                    </a:cubicBezTo>
                    <a:cubicBezTo>
                      <a:pt x="189" y="978"/>
                      <a:pt x="175" y="963"/>
                      <a:pt x="162" y="942"/>
                    </a:cubicBezTo>
                    <a:cubicBezTo>
                      <a:pt x="161" y="941"/>
                      <a:pt x="160" y="940"/>
                      <a:pt x="160" y="939"/>
                    </a:cubicBezTo>
                    <a:cubicBezTo>
                      <a:pt x="159" y="938"/>
                      <a:pt x="159" y="937"/>
                      <a:pt x="158" y="936"/>
                    </a:cubicBezTo>
                    <a:cubicBezTo>
                      <a:pt x="158" y="935"/>
                      <a:pt x="157" y="934"/>
                      <a:pt x="157" y="933"/>
                    </a:cubicBezTo>
                    <a:cubicBezTo>
                      <a:pt x="156" y="932"/>
                      <a:pt x="155" y="931"/>
                      <a:pt x="155" y="930"/>
                    </a:cubicBezTo>
                    <a:cubicBezTo>
                      <a:pt x="88" y="1148"/>
                      <a:pt x="88" y="1148"/>
                      <a:pt x="88" y="1148"/>
                    </a:cubicBezTo>
                    <a:cubicBezTo>
                      <a:pt x="303" y="1506"/>
                      <a:pt x="303" y="1506"/>
                      <a:pt x="303" y="1506"/>
                    </a:cubicBezTo>
                    <a:cubicBezTo>
                      <a:pt x="600" y="655"/>
                      <a:pt x="600" y="655"/>
                      <a:pt x="600" y="655"/>
                    </a:cubicBezTo>
                    <a:cubicBezTo>
                      <a:pt x="121" y="0"/>
                      <a:pt x="121" y="0"/>
                      <a:pt x="121" y="0"/>
                    </a:cubicBezTo>
                    <a:close/>
                  </a:path>
                </a:pathLst>
              </a:custGeom>
              <a:gradFill flip="none" rotWithShape="1">
                <a:gsLst>
                  <a:gs pos="75000">
                    <a:schemeClr val="accent6"/>
                  </a:gs>
                  <a:gs pos="0">
                    <a:schemeClr val="accent6">
                      <a:lumMod val="40000"/>
                      <a:lumOff val="60000"/>
                    </a:schemeClr>
                  </a:gs>
                  <a:gs pos="100000">
                    <a:schemeClr val="accent6">
                      <a:lumMod val="75000"/>
                    </a:schemeClr>
                  </a:gs>
                </a:gsLst>
                <a:path path="circle">
                  <a:fillToRect l="100000" b="100000"/>
                </a:path>
                <a:tileRect t="-100000" r="-100000"/>
              </a:gradFill>
              <a:ln>
                <a:noFill/>
              </a:ln>
            </p:spPr>
            <p:txBody>
              <a:bodyPr vert="horz" wrap="square" lIns="78794" tIns="39395" rIns="78794" bIns="39395" numCol="1" anchor="t" anchorCtr="0" compatLnSpc="1">
                <a:prstTxWarp prst="textNoShape">
                  <a:avLst/>
                </a:prstTxWarp>
              </a:bodyPr>
              <a:lstStyle/>
              <a:p>
                <a:pPr marL="0" marR="0" lvl="0" indent="0" algn="l" defTabSz="914203" rtl="0" eaLnBrk="1" fontAlgn="auto" latinLnBrk="0" hangingPunct="1">
                  <a:lnSpc>
                    <a:spcPct val="100000"/>
                  </a:lnSpc>
                  <a:spcBef>
                    <a:spcPts val="0"/>
                  </a:spcBef>
                  <a:spcAft>
                    <a:spcPts val="0"/>
                  </a:spcAft>
                  <a:buClrTx/>
                  <a:buSzTx/>
                  <a:buFontTx/>
                  <a:buNone/>
                  <a:tabLst/>
                  <a:defRPr/>
                </a:pPr>
                <a:endParaRPr kumimoji="0" lang="id-ID" sz="1050" b="0" i="0" u="none" strike="noStrike" kern="0" cap="none" spc="0" normalizeH="0" baseline="0" noProof="0">
                  <a:ln>
                    <a:noFill/>
                  </a:ln>
                  <a:solidFill>
                    <a:prstClr val="black"/>
                  </a:solidFill>
                  <a:effectLst/>
                  <a:uLnTx/>
                  <a:uFillTx/>
                  <a:latin typeface="Ubuntu"/>
                  <a:ea typeface="Verdana" panose="020B0604030504040204" pitchFamily="34" charset="0"/>
                  <a:cs typeface="Verdana" panose="020B0604030504040204" pitchFamily="34" charset="0"/>
                </a:endParaRPr>
              </a:p>
            </p:txBody>
          </p:sp>
          <p:sp>
            <p:nvSpPr>
              <p:cNvPr id="91" name="Freeform 64">
                <a:extLst>
                  <a:ext uri="{FF2B5EF4-FFF2-40B4-BE49-F238E27FC236}">
                    <a16:creationId xmlns:a16="http://schemas.microsoft.com/office/drawing/2014/main" id="{53B893CB-BCD0-4FDD-B90F-3A9EACD65786}"/>
                  </a:ext>
                </a:extLst>
              </p:cNvPr>
              <p:cNvSpPr>
                <a:spLocks/>
              </p:cNvSpPr>
              <p:nvPr/>
            </p:nvSpPr>
            <p:spPr bwMode="auto">
              <a:xfrm rot="18900000">
                <a:off x="4196117" y="3741009"/>
                <a:ext cx="1129839" cy="1747116"/>
              </a:xfrm>
              <a:custGeom>
                <a:avLst/>
                <a:gdLst>
                  <a:gd name="T0" fmla="*/ 101 w 433"/>
                  <a:gd name="T1" fmla="*/ 0 h 670"/>
                  <a:gd name="T2" fmla="*/ 220 w 433"/>
                  <a:gd name="T3" fmla="*/ 182 h 670"/>
                  <a:gd name="T4" fmla="*/ 232 w 433"/>
                  <a:gd name="T5" fmla="*/ 200 h 670"/>
                  <a:gd name="T6" fmla="*/ 233 w 433"/>
                  <a:gd name="T7" fmla="*/ 193 h 670"/>
                  <a:gd name="T8" fmla="*/ 234 w 433"/>
                  <a:gd name="T9" fmla="*/ 187 h 670"/>
                  <a:gd name="T10" fmla="*/ 235 w 433"/>
                  <a:gd name="T11" fmla="*/ 181 h 670"/>
                  <a:gd name="T12" fmla="*/ 237 w 433"/>
                  <a:gd name="T13" fmla="*/ 175 h 670"/>
                  <a:gd name="T14" fmla="*/ 237 w 433"/>
                  <a:gd name="T15" fmla="*/ 172 h 670"/>
                  <a:gd name="T16" fmla="*/ 238 w 433"/>
                  <a:gd name="T17" fmla="*/ 170 h 670"/>
                  <a:gd name="T18" fmla="*/ 239 w 433"/>
                  <a:gd name="T19" fmla="*/ 167 h 670"/>
                  <a:gd name="T20" fmla="*/ 240 w 433"/>
                  <a:gd name="T21" fmla="*/ 164 h 670"/>
                  <a:gd name="T22" fmla="*/ 266 w 433"/>
                  <a:gd name="T23" fmla="*/ 109 h 670"/>
                  <a:gd name="T24" fmla="*/ 301 w 433"/>
                  <a:gd name="T25" fmla="*/ 82 h 670"/>
                  <a:gd name="T26" fmla="*/ 340 w 433"/>
                  <a:gd name="T27" fmla="*/ 87 h 670"/>
                  <a:gd name="T28" fmla="*/ 380 w 433"/>
                  <a:gd name="T29" fmla="*/ 125 h 670"/>
                  <a:gd name="T30" fmla="*/ 411 w 433"/>
                  <a:gd name="T31" fmla="*/ 191 h 670"/>
                  <a:gd name="T32" fmla="*/ 429 w 433"/>
                  <a:gd name="T33" fmla="*/ 271 h 670"/>
                  <a:gd name="T34" fmla="*/ 431 w 433"/>
                  <a:gd name="T35" fmla="*/ 356 h 670"/>
                  <a:gd name="T36" fmla="*/ 417 w 433"/>
                  <a:gd name="T37" fmla="*/ 433 h 670"/>
                  <a:gd name="T38" fmla="*/ 389 w 433"/>
                  <a:gd name="T39" fmla="*/ 487 h 670"/>
                  <a:gd name="T40" fmla="*/ 352 w 433"/>
                  <a:gd name="T41" fmla="*/ 509 h 670"/>
                  <a:gd name="T42" fmla="*/ 313 w 433"/>
                  <a:gd name="T43" fmla="*/ 500 h 670"/>
                  <a:gd name="T44" fmla="*/ 275 w 433"/>
                  <a:gd name="T45" fmla="*/ 460 h 670"/>
                  <a:gd name="T46" fmla="*/ 274 w 433"/>
                  <a:gd name="T47" fmla="*/ 457 h 670"/>
                  <a:gd name="T48" fmla="*/ 272 w 433"/>
                  <a:gd name="T49" fmla="*/ 455 h 670"/>
                  <a:gd name="T50" fmla="*/ 270 w 433"/>
                  <a:gd name="T51" fmla="*/ 452 h 670"/>
                  <a:gd name="T52" fmla="*/ 269 w 433"/>
                  <a:gd name="T53" fmla="*/ 449 h 670"/>
                  <a:gd name="T54" fmla="*/ 266 w 433"/>
                  <a:gd name="T55" fmla="*/ 444 h 670"/>
                  <a:gd name="T56" fmla="*/ 263 w 433"/>
                  <a:gd name="T57" fmla="*/ 438 h 670"/>
                  <a:gd name="T58" fmla="*/ 261 w 433"/>
                  <a:gd name="T59" fmla="*/ 433 h 670"/>
                  <a:gd name="T60" fmla="*/ 258 w 433"/>
                  <a:gd name="T61" fmla="*/ 428 h 670"/>
                  <a:gd name="T62" fmla="*/ 251 w 433"/>
                  <a:gd name="T63" fmla="*/ 450 h 670"/>
                  <a:gd name="T64" fmla="*/ 184 w 433"/>
                  <a:gd name="T65" fmla="*/ 670 h 670"/>
                  <a:gd name="T66" fmla="*/ 0 w 433"/>
                  <a:gd name="T67" fmla="*/ 364 h 670"/>
                  <a:gd name="T68" fmla="*/ 101 w 433"/>
                  <a:gd name="T69" fmla="*/ 0 h 6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33" h="670">
                    <a:moveTo>
                      <a:pt x="101" y="0"/>
                    </a:moveTo>
                    <a:cubicBezTo>
                      <a:pt x="220" y="182"/>
                      <a:pt x="220" y="182"/>
                      <a:pt x="220" y="182"/>
                    </a:cubicBezTo>
                    <a:cubicBezTo>
                      <a:pt x="232" y="200"/>
                      <a:pt x="232" y="200"/>
                      <a:pt x="232" y="200"/>
                    </a:cubicBezTo>
                    <a:cubicBezTo>
                      <a:pt x="232" y="198"/>
                      <a:pt x="232" y="196"/>
                      <a:pt x="233" y="193"/>
                    </a:cubicBezTo>
                    <a:cubicBezTo>
                      <a:pt x="233" y="191"/>
                      <a:pt x="233" y="189"/>
                      <a:pt x="234" y="187"/>
                    </a:cubicBezTo>
                    <a:cubicBezTo>
                      <a:pt x="234" y="185"/>
                      <a:pt x="235" y="183"/>
                      <a:pt x="235" y="181"/>
                    </a:cubicBezTo>
                    <a:cubicBezTo>
                      <a:pt x="236" y="179"/>
                      <a:pt x="236" y="177"/>
                      <a:pt x="237" y="175"/>
                    </a:cubicBezTo>
                    <a:cubicBezTo>
                      <a:pt x="237" y="174"/>
                      <a:pt x="237" y="173"/>
                      <a:pt x="237" y="172"/>
                    </a:cubicBezTo>
                    <a:cubicBezTo>
                      <a:pt x="238" y="171"/>
                      <a:pt x="238" y="171"/>
                      <a:pt x="238" y="170"/>
                    </a:cubicBezTo>
                    <a:cubicBezTo>
                      <a:pt x="238" y="169"/>
                      <a:pt x="239" y="168"/>
                      <a:pt x="239" y="167"/>
                    </a:cubicBezTo>
                    <a:cubicBezTo>
                      <a:pt x="239" y="166"/>
                      <a:pt x="239" y="165"/>
                      <a:pt x="240" y="164"/>
                    </a:cubicBezTo>
                    <a:cubicBezTo>
                      <a:pt x="247" y="141"/>
                      <a:pt x="255" y="122"/>
                      <a:pt x="266" y="109"/>
                    </a:cubicBezTo>
                    <a:cubicBezTo>
                      <a:pt x="276" y="95"/>
                      <a:pt x="288" y="86"/>
                      <a:pt x="301" y="82"/>
                    </a:cubicBezTo>
                    <a:cubicBezTo>
                      <a:pt x="313" y="79"/>
                      <a:pt x="327" y="80"/>
                      <a:pt x="340" y="87"/>
                    </a:cubicBezTo>
                    <a:cubicBezTo>
                      <a:pt x="354" y="94"/>
                      <a:pt x="367" y="106"/>
                      <a:pt x="380" y="125"/>
                    </a:cubicBezTo>
                    <a:cubicBezTo>
                      <a:pt x="392" y="143"/>
                      <a:pt x="403" y="166"/>
                      <a:pt x="411" y="191"/>
                    </a:cubicBezTo>
                    <a:cubicBezTo>
                      <a:pt x="419" y="216"/>
                      <a:pt x="425" y="243"/>
                      <a:pt x="429" y="271"/>
                    </a:cubicBezTo>
                    <a:cubicBezTo>
                      <a:pt x="432" y="299"/>
                      <a:pt x="433" y="328"/>
                      <a:pt x="431" y="356"/>
                    </a:cubicBezTo>
                    <a:cubicBezTo>
                      <a:pt x="429" y="383"/>
                      <a:pt x="425" y="409"/>
                      <a:pt x="417" y="433"/>
                    </a:cubicBezTo>
                    <a:cubicBezTo>
                      <a:pt x="409" y="456"/>
                      <a:pt x="400" y="474"/>
                      <a:pt x="389" y="487"/>
                    </a:cubicBezTo>
                    <a:cubicBezTo>
                      <a:pt x="378" y="500"/>
                      <a:pt x="365" y="507"/>
                      <a:pt x="352" y="509"/>
                    </a:cubicBezTo>
                    <a:cubicBezTo>
                      <a:pt x="339" y="512"/>
                      <a:pt x="326" y="509"/>
                      <a:pt x="313" y="500"/>
                    </a:cubicBezTo>
                    <a:cubicBezTo>
                      <a:pt x="300" y="492"/>
                      <a:pt x="287" y="479"/>
                      <a:pt x="275" y="460"/>
                    </a:cubicBezTo>
                    <a:cubicBezTo>
                      <a:pt x="275" y="459"/>
                      <a:pt x="274" y="458"/>
                      <a:pt x="274" y="457"/>
                    </a:cubicBezTo>
                    <a:cubicBezTo>
                      <a:pt x="273" y="456"/>
                      <a:pt x="272" y="455"/>
                      <a:pt x="272" y="455"/>
                    </a:cubicBezTo>
                    <a:cubicBezTo>
                      <a:pt x="271" y="454"/>
                      <a:pt x="271" y="453"/>
                      <a:pt x="270" y="452"/>
                    </a:cubicBezTo>
                    <a:cubicBezTo>
                      <a:pt x="270" y="451"/>
                      <a:pt x="269" y="450"/>
                      <a:pt x="269" y="449"/>
                    </a:cubicBezTo>
                    <a:cubicBezTo>
                      <a:pt x="268" y="447"/>
                      <a:pt x="267" y="445"/>
                      <a:pt x="266" y="444"/>
                    </a:cubicBezTo>
                    <a:cubicBezTo>
                      <a:pt x="265" y="442"/>
                      <a:pt x="264" y="440"/>
                      <a:pt x="263" y="438"/>
                    </a:cubicBezTo>
                    <a:cubicBezTo>
                      <a:pt x="262" y="437"/>
                      <a:pt x="261" y="435"/>
                      <a:pt x="261" y="433"/>
                    </a:cubicBezTo>
                    <a:cubicBezTo>
                      <a:pt x="260" y="431"/>
                      <a:pt x="259" y="429"/>
                      <a:pt x="258" y="428"/>
                    </a:cubicBezTo>
                    <a:cubicBezTo>
                      <a:pt x="251" y="450"/>
                      <a:pt x="251" y="450"/>
                      <a:pt x="251" y="450"/>
                    </a:cubicBezTo>
                    <a:cubicBezTo>
                      <a:pt x="184" y="670"/>
                      <a:pt x="184" y="670"/>
                      <a:pt x="184" y="670"/>
                    </a:cubicBezTo>
                    <a:cubicBezTo>
                      <a:pt x="0" y="364"/>
                      <a:pt x="0" y="364"/>
                      <a:pt x="0" y="364"/>
                    </a:cubicBezTo>
                    <a:lnTo>
                      <a:pt x="101" y="0"/>
                    </a:lnTo>
                    <a:close/>
                  </a:path>
                </a:pathLst>
              </a:custGeom>
              <a:solidFill>
                <a:sysClr val="window" lastClr="FFFFFF"/>
              </a:solidFill>
              <a:ln w="8208">
                <a:solidFill>
                  <a:sysClr val="window" lastClr="FFFFFF"/>
                </a:solidFill>
              </a:ln>
            </p:spPr>
            <p:txBody>
              <a:bodyPr vert="horz" wrap="square" lIns="78794" tIns="39395" rIns="78794" bIns="39395" numCol="1" anchor="t" anchorCtr="0" compatLnSpc="1">
                <a:prstTxWarp prst="textNoShape">
                  <a:avLst/>
                </a:prstTxWarp>
              </a:bodyPr>
              <a:lstStyle/>
              <a:p>
                <a:pPr marL="0" marR="0" lvl="0" indent="0" algn="l" defTabSz="914203" rtl="0" eaLnBrk="1" fontAlgn="auto" latinLnBrk="0" hangingPunct="1">
                  <a:lnSpc>
                    <a:spcPct val="100000"/>
                  </a:lnSpc>
                  <a:spcBef>
                    <a:spcPts val="0"/>
                  </a:spcBef>
                  <a:spcAft>
                    <a:spcPts val="0"/>
                  </a:spcAft>
                  <a:buClrTx/>
                  <a:buSzTx/>
                  <a:buFontTx/>
                  <a:buNone/>
                  <a:tabLst/>
                  <a:defRPr/>
                </a:pPr>
                <a:endParaRPr kumimoji="0" lang="id-ID" sz="1050" b="0" i="0" u="none" strike="noStrike" kern="0" cap="none" spc="0" normalizeH="0" baseline="0" noProof="0">
                  <a:ln>
                    <a:noFill/>
                  </a:ln>
                  <a:solidFill>
                    <a:prstClr val="black"/>
                  </a:solidFill>
                  <a:effectLst/>
                  <a:uLnTx/>
                  <a:uFillTx/>
                  <a:latin typeface="Ubuntu"/>
                  <a:ea typeface="Verdana" panose="020B0604030504040204" pitchFamily="34" charset="0"/>
                  <a:cs typeface="Verdana" panose="020B0604030504040204" pitchFamily="34" charset="0"/>
                </a:endParaRPr>
              </a:p>
            </p:txBody>
          </p:sp>
          <p:sp>
            <p:nvSpPr>
              <p:cNvPr id="92" name="Freeform 66">
                <a:extLst>
                  <a:ext uri="{FF2B5EF4-FFF2-40B4-BE49-F238E27FC236}">
                    <a16:creationId xmlns:a16="http://schemas.microsoft.com/office/drawing/2014/main" id="{2A943FC2-6AF0-47DC-9A5C-9965B5ACDF17}"/>
                  </a:ext>
                </a:extLst>
              </p:cNvPr>
              <p:cNvSpPr>
                <a:spLocks/>
              </p:cNvSpPr>
              <p:nvPr/>
            </p:nvSpPr>
            <p:spPr bwMode="auto">
              <a:xfrm rot="18900000">
                <a:off x="3506314" y="1360398"/>
                <a:ext cx="3661779" cy="1729481"/>
              </a:xfrm>
              <a:custGeom>
                <a:avLst/>
                <a:gdLst>
                  <a:gd name="T0" fmla="*/ 455 w 1404"/>
                  <a:gd name="T1" fmla="*/ 0 h 663"/>
                  <a:gd name="T2" fmla="*/ 0 w 1404"/>
                  <a:gd name="T3" fmla="*/ 8 h 663"/>
                  <a:gd name="T4" fmla="*/ 479 w 1404"/>
                  <a:gd name="T5" fmla="*/ 663 h 663"/>
                  <a:gd name="T6" fmla="*/ 1404 w 1404"/>
                  <a:gd name="T7" fmla="*/ 587 h 663"/>
                  <a:gd name="T8" fmla="*/ 1120 w 1404"/>
                  <a:gd name="T9" fmla="*/ 269 h 663"/>
                  <a:gd name="T10" fmla="*/ 876 w 1404"/>
                  <a:gd name="T11" fmla="*/ 280 h 663"/>
                  <a:gd name="T12" fmla="*/ 877 w 1404"/>
                  <a:gd name="T13" fmla="*/ 282 h 663"/>
                  <a:gd name="T14" fmla="*/ 879 w 1404"/>
                  <a:gd name="T15" fmla="*/ 284 h 663"/>
                  <a:gd name="T16" fmla="*/ 881 w 1404"/>
                  <a:gd name="T17" fmla="*/ 286 h 663"/>
                  <a:gd name="T18" fmla="*/ 883 w 1404"/>
                  <a:gd name="T19" fmla="*/ 289 h 663"/>
                  <a:gd name="T20" fmla="*/ 913 w 1404"/>
                  <a:gd name="T21" fmla="*/ 344 h 663"/>
                  <a:gd name="T22" fmla="*/ 909 w 1404"/>
                  <a:gd name="T23" fmla="*/ 391 h 663"/>
                  <a:gd name="T24" fmla="*/ 871 w 1404"/>
                  <a:gd name="T25" fmla="*/ 426 h 663"/>
                  <a:gd name="T26" fmla="*/ 801 w 1404"/>
                  <a:gd name="T27" fmla="*/ 443 h 663"/>
                  <a:gd name="T28" fmla="*/ 710 w 1404"/>
                  <a:gd name="T29" fmla="*/ 436 h 663"/>
                  <a:gd name="T30" fmla="*/ 618 w 1404"/>
                  <a:gd name="T31" fmla="*/ 408 h 663"/>
                  <a:gd name="T32" fmla="*/ 536 w 1404"/>
                  <a:gd name="T33" fmla="*/ 364 h 663"/>
                  <a:gd name="T34" fmla="*/ 475 w 1404"/>
                  <a:gd name="T35" fmla="*/ 308 h 663"/>
                  <a:gd name="T36" fmla="*/ 448 w 1404"/>
                  <a:gd name="T37" fmla="*/ 251 h 663"/>
                  <a:gd name="T38" fmla="*/ 458 w 1404"/>
                  <a:gd name="T39" fmla="*/ 205 h 663"/>
                  <a:gd name="T40" fmla="*/ 500 w 1404"/>
                  <a:gd name="T41" fmla="*/ 173 h 663"/>
                  <a:gd name="T42" fmla="*/ 571 w 1404"/>
                  <a:gd name="T43" fmla="*/ 160 h 663"/>
                  <a:gd name="T44" fmla="*/ 574 w 1404"/>
                  <a:gd name="T45" fmla="*/ 160 h 663"/>
                  <a:gd name="T46" fmla="*/ 578 w 1404"/>
                  <a:gd name="T47" fmla="*/ 160 h 663"/>
                  <a:gd name="T48" fmla="*/ 582 w 1404"/>
                  <a:gd name="T49" fmla="*/ 160 h 663"/>
                  <a:gd name="T50" fmla="*/ 585 w 1404"/>
                  <a:gd name="T51" fmla="*/ 160 h 663"/>
                  <a:gd name="T52" fmla="*/ 455 w 1404"/>
                  <a:gd name="T53" fmla="*/ 0 h 6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404" h="663">
                    <a:moveTo>
                      <a:pt x="455" y="0"/>
                    </a:moveTo>
                    <a:cubicBezTo>
                      <a:pt x="0" y="8"/>
                      <a:pt x="0" y="8"/>
                      <a:pt x="0" y="8"/>
                    </a:cubicBezTo>
                    <a:cubicBezTo>
                      <a:pt x="479" y="663"/>
                      <a:pt x="479" y="663"/>
                      <a:pt x="479" y="663"/>
                    </a:cubicBezTo>
                    <a:cubicBezTo>
                      <a:pt x="1404" y="587"/>
                      <a:pt x="1404" y="587"/>
                      <a:pt x="1404" y="587"/>
                    </a:cubicBezTo>
                    <a:cubicBezTo>
                      <a:pt x="1120" y="269"/>
                      <a:pt x="1120" y="269"/>
                      <a:pt x="1120" y="269"/>
                    </a:cubicBezTo>
                    <a:cubicBezTo>
                      <a:pt x="876" y="280"/>
                      <a:pt x="876" y="280"/>
                      <a:pt x="876" y="280"/>
                    </a:cubicBezTo>
                    <a:cubicBezTo>
                      <a:pt x="876" y="281"/>
                      <a:pt x="877" y="282"/>
                      <a:pt x="877" y="282"/>
                    </a:cubicBezTo>
                    <a:cubicBezTo>
                      <a:pt x="878" y="283"/>
                      <a:pt x="879" y="284"/>
                      <a:pt x="879" y="284"/>
                    </a:cubicBezTo>
                    <a:cubicBezTo>
                      <a:pt x="880" y="285"/>
                      <a:pt x="881" y="286"/>
                      <a:pt x="881" y="286"/>
                    </a:cubicBezTo>
                    <a:cubicBezTo>
                      <a:pt x="882" y="287"/>
                      <a:pt x="882" y="288"/>
                      <a:pt x="883" y="289"/>
                    </a:cubicBezTo>
                    <a:cubicBezTo>
                      <a:pt x="899" y="308"/>
                      <a:pt x="909" y="326"/>
                      <a:pt x="913" y="344"/>
                    </a:cubicBezTo>
                    <a:cubicBezTo>
                      <a:pt x="918" y="361"/>
                      <a:pt x="916" y="377"/>
                      <a:pt x="909" y="391"/>
                    </a:cubicBezTo>
                    <a:cubicBezTo>
                      <a:pt x="902" y="405"/>
                      <a:pt x="889" y="417"/>
                      <a:pt x="871" y="426"/>
                    </a:cubicBezTo>
                    <a:cubicBezTo>
                      <a:pt x="853" y="435"/>
                      <a:pt x="829" y="441"/>
                      <a:pt x="801" y="443"/>
                    </a:cubicBezTo>
                    <a:cubicBezTo>
                      <a:pt x="772" y="445"/>
                      <a:pt x="741" y="442"/>
                      <a:pt x="710" y="436"/>
                    </a:cubicBezTo>
                    <a:cubicBezTo>
                      <a:pt x="679" y="430"/>
                      <a:pt x="648" y="420"/>
                      <a:pt x="618" y="408"/>
                    </a:cubicBezTo>
                    <a:cubicBezTo>
                      <a:pt x="588" y="396"/>
                      <a:pt x="560" y="381"/>
                      <a:pt x="536" y="364"/>
                    </a:cubicBezTo>
                    <a:cubicBezTo>
                      <a:pt x="511" y="347"/>
                      <a:pt x="490" y="328"/>
                      <a:pt x="475" y="308"/>
                    </a:cubicBezTo>
                    <a:cubicBezTo>
                      <a:pt x="459" y="288"/>
                      <a:pt x="451" y="269"/>
                      <a:pt x="448" y="251"/>
                    </a:cubicBezTo>
                    <a:cubicBezTo>
                      <a:pt x="446" y="234"/>
                      <a:pt x="449" y="219"/>
                      <a:pt x="458" y="205"/>
                    </a:cubicBezTo>
                    <a:cubicBezTo>
                      <a:pt x="467" y="192"/>
                      <a:pt x="481" y="181"/>
                      <a:pt x="500" y="173"/>
                    </a:cubicBezTo>
                    <a:cubicBezTo>
                      <a:pt x="519" y="166"/>
                      <a:pt x="543" y="161"/>
                      <a:pt x="571" y="160"/>
                    </a:cubicBezTo>
                    <a:cubicBezTo>
                      <a:pt x="572" y="160"/>
                      <a:pt x="573" y="160"/>
                      <a:pt x="574" y="160"/>
                    </a:cubicBezTo>
                    <a:cubicBezTo>
                      <a:pt x="576" y="160"/>
                      <a:pt x="577" y="160"/>
                      <a:pt x="578" y="160"/>
                    </a:cubicBezTo>
                    <a:cubicBezTo>
                      <a:pt x="579" y="160"/>
                      <a:pt x="580" y="160"/>
                      <a:pt x="582" y="160"/>
                    </a:cubicBezTo>
                    <a:cubicBezTo>
                      <a:pt x="583" y="160"/>
                      <a:pt x="584" y="160"/>
                      <a:pt x="585" y="160"/>
                    </a:cubicBezTo>
                    <a:cubicBezTo>
                      <a:pt x="455" y="0"/>
                      <a:pt x="455" y="0"/>
                      <a:pt x="455" y="0"/>
                    </a:cubicBezTo>
                    <a:close/>
                  </a:path>
                </a:pathLst>
              </a:custGeom>
              <a:gradFill flip="none" rotWithShape="1">
                <a:gsLst>
                  <a:gs pos="75000">
                    <a:schemeClr val="accent6"/>
                  </a:gs>
                  <a:gs pos="0">
                    <a:schemeClr val="accent6">
                      <a:lumMod val="40000"/>
                      <a:lumOff val="60000"/>
                    </a:schemeClr>
                  </a:gs>
                  <a:gs pos="100000">
                    <a:schemeClr val="accent6">
                      <a:lumMod val="75000"/>
                    </a:schemeClr>
                  </a:gs>
                </a:gsLst>
                <a:path path="circle">
                  <a:fillToRect t="100000" r="100000"/>
                </a:path>
                <a:tileRect l="-100000" b="-100000"/>
              </a:gradFill>
              <a:ln>
                <a:noFill/>
              </a:ln>
            </p:spPr>
            <p:txBody>
              <a:bodyPr vert="horz" wrap="square" lIns="78794" tIns="39395" rIns="78794" bIns="39395" numCol="1" anchor="t" anchorCtr="0" compatLnSpc="1">
                <a:prstTxWarp prst="textNoShape">
                  <a:avLst/>
                </a:prstTxWarp>
              </a:bodyPr>
              <a:lstStyle/>
              <a:p>
                <a:pPr marL="0" marR="0" lvl="0" indent="0" algn="l" defTabSz="914203" rtl="0" eaLnBrk="1" fontAlgn="auto" latinLnBrk="0" hangingPunct="1">
                  <a:lnSpc>
                    <a:spcPct val="100000"/>
                  </a:lnSpc>
                  <a:spcBef>
                    <a:spcPts val="0"/>
                  </a:spcBef>
                  <a:spcAft>
                    <a:spcPts val="0"/>
                  </a:spcAft>
                  <a:buClrTx/>
                  <a:buSzTx/>
                  <a:buFontTx/>
                  <a:buNone/>
                  <a:tabLst/>
                  <a:defRPr/>
                </a:pPr>
                <a:endParaRPr kumimoji="0" lang="id-ID" sz="1050" b="0" i="0" u="none" strike="noStrike" kern="0" cap="none" spc="0" normalizeH="0" baseline="0" noProof="0">
                  <a:ln>
                    <a:noFill/>
                  </a:ln>
                  <a:solidFill>
                    <a:prstClr val="black"/>
                  </a:solidFill>
                  <a:effectLst/>
                  <a:uLnTx/>
                  <a:uFillTx/>
                  <a:latin typeface="Ubuntu"/>
                  <a:ea typeface="+mn-ea"/>
                  <a:cs typeface="+mn-cs"/>
                </a:endParaRPr>
              </a:p>
            </p:txBody>
          </p:sp>
          <p:sp>
            <p:nvSpPr>
              <p:cNvPr id="93" name="Freeform 67">
                <a:extLst>
                  <a:ext uri="{FF2B5EF4-FFF2-40B4-BE49-F238E27FC236}">
                    <a16:creationId xmlns:a16="http://schemas.microsoft.com/office/drawing/2014/main" id="{9CE989F5-431A-433A-8D39-F0B09C8D64C7}"/>
                  </a:ext>
                </a:extLst>
              </p:cNvPr>
              <p:cNvSpPr>
                <a:spLocks/>
              </p:cNvSpPr>
              <p:nvPr/>
            </p:nvSpPr>
            <p:spPr bwMode="auto">
              <a:xfrm rot="18900000">
                <a:off x="4352875" y="1075532"/>
                <a:ext cx="1645706" cy="1132043"/>
              </a:xfrm>
              <a:custGeom>
                <a:avLst/>
                <a:gdLst>
                  <a:gd name="T0" fmla="*/ 399 w 631"/>
                  <a:gd name="T1" fmla="*/ 0 h 434"/>
                  <a:gd name="T2" fmla="*/ 4 w 631"/>
                  <a:gd name="T3" fmla="*/ 7 h 434"/>
                  <a:gd name="T4" fmla="*/ 137 w 631"/>
                  <a:gd name="T5" fmla="*/ 168 h 434"/>
                  <a:gd name="T6" fmla="*/ 150 w 631"/>
                  <a:gd name="T7" fmla="*/ 184 h 434"/>
                  <a:gd name="T8" fmla="*/ 143 w 631"/>
                  <a:gd name="T9" fmla="*/ 184 h 434"/>
                  <a:gd name="T10" fmla="*/ 137 w 631"/>
                  <a:gd name="T11" fmla="*/ 183 h 434"/>
                  <a:gd name="T12" fmla="*/ 131 w 631"/>
                  <a:gd name="T13" fmla="*/ 183 h 434"/>
                  <a:gd name="T14" fmla="*/ 124 w 631"/>
                  <a:gd name="T15" fmla="*/ 183 h 434"/>
                  <a:gd name="T16" fmla="*/ 121 w 631"/>
                  <a:gd name="T17" fmla="*/ 183 h 434"/>
                  <a:gd name="T18" fmla="*/ 117 w 631"/>
                  <a:gd name="T19" fmla="*/ 183 h 434"/>
                  <a:gd name="T20" fmla="*/ 113 w 631"/>
                  <a:gd name="T21" fmla="*/ 183 h 434"/>
                  <a:gd name="T22" fmla="*/ 110 w 631"/>
                  <a:gd name="T23" fmla="*/ 183 h 434"/>
                  <a:gd name="T24" fmla="*/ 48 w 631"/>
                  <a:gd name="T25" fmla="*/ 195 h 434"/>
                  <a:gd name="T26" fmla="*/ 11 w 631"/>
                  <a:gd name="T27" fmla="*/ 223 h 434"/>
                  <a:gd name="T28" fmla="*/ 2 w 631"/>
                  <a:gd name="T29" fmla="*/ 264 h 434"/>
                  <a:gd name="T30" fmla="*/ 26 w 631"/>
                  <a:gd name="T31" fmla="*/ 314 h 434"/>
                  <a:gd name="T32" fmla="*/ 79 w 631"/>
                  <a:gd name="T33" fmla="*/ 363 h 434"/>
                  <a:gd name="T34" fmla="*/ 152 w 631"/>
                  <a:gd name="T35" fmla="*/ 402 h 434"/>
                  <a:gd name="T36" fmla="*/ 233 w 631"/>
                  <a:gd name="T37" fmla="*/ 426 h 434"/>
                  <a:gd name="T38" fmla="*/ 313 w 631"/>
                  <a:gd name="T39" fmla="*/ 432 h 434"/>
                  <a:gd name="T40" fmla="*/ 375 w 631"/>
                  <a:gd name="T41" fmla="*/ 418 h 434"/>
                  <a:gd name="T42" fmla="*/ 408 w 631"/>
                  <a:gd name="T43" fmla="*/ 387 h 434"/>
                  <a:gd name="T44" fmla="*/ 413 w 631"/>
                  <a:gd name="T45" fmla="*/ 345 h 434"/>
                  <a:gd name="T46" fmla="*/ 386 w 631"/>
                  <a:gd name="T47" fmla="*/ 297 h 434"/>
                  <a:gd name="T48" fmla="*/ 384 w 631"/>
                  <a:gd name="T49" fmla="*/ 295 h 434"/>
                  <a:gd name="T50" fmla="*/ 382 w 631"/>
                  <a:gd name="T51" fmla="*/ 293 h 434"/>
                  <a:gd name="T52" fmla="*/ 380 w 631"/>
                  <a:gd name="T53" fmla="*/ 291 h 434"/>
                  <a:gd name="T54" fmla="*/ 379 w 631"/>
                  <a:gd name="T55" fmla="*/ 289 h 434"/>
                  <a:gd name="T56" fmla="*/ 375 w 631"/>
                  <a:gd name="T57" fmla="*/ 284 h 434"/>
                  <a:gd name="T58" fmla="*/ 370 w 631"/>
                  <a:gd name="T59" fmla="*/ 280 h 434"/>
                  <a:gd name="T60" fmla="*/ 366 w 631"/>
                  <a:gd name="T61" fmla="*/ 276 h 434"/>
                  <a:gd name="T62" fmla="*/ 362 w 631"/>
                  <a:gd name="T63" fmla="*/ 272 h 434"/>
                  <a:gd name="T64" fmla="*/ 385 w 631"/>
                  <a:gd name="T65" fmla="*/ 271 h 434"/>
                  <a:gd name="T66" fmla="*/ 631 w 631"/>
                  <a:gd name="T67" fmla="*/ 260 h 434"/>
                  <a:gd name="T68" fmla="*/ 399 w 631"/>
                  <a:gd name="T69" fmla="*/ 0 h 4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31" h="434">
                    <a:moveTo>
                      <a:pt x="399" y="0"/>
                    </a:moveTo>
                    <a:cubicBezTo>
                      <a:pt x="4" y="7"/>
                      <a:pt x="4" y="7"/>
                      <a:pt x="4" y="7"/>
                    </a:cubicBezTo>
                    <a:cubicBezTo>
                      <a:pt x="137" y="168"/>
                      <a:pt x="137" y="168"/>
                      <a:pt x="137" y="168"/>
                    </a:cubicBezTo>
                    <a:cubicBezTo>
                      <a:pt x="150" y="184"/>
                      <a:pt x="150" y="184"/>
                      <a:pt x="150" y="184"/>
                    </a:cubicBezTo>
                    <a:cubicBezTo>
                      <a:pt x="148" y="184"/>
                      <a:pt x="145" y="184"/>
                      <a:pt x="143" y="184"/>
                    </a:cubicBezTo>
                    <a:cubicBezTo>
                      <a:pt x="141" y="184"/>
                      <a:pt x="139" y="184"/>
                      <a:pt x="137" y="183"/>
                    </a:cubicBezTo>
                    <a:cubicBezTo>
                      <a:pt x="135" y="183"/>
                      <a:pt x="133" y="183"/>
                      <a:pt x="131" y="183"/>
                    </a:cubicBezTo>
                    <a:cubicBezTo>
                      <a:pt x="128" y="183"/>
                      <a:pt x="126" y="183"/>
                      <a:pt x="124" y="183"/>
                    </a:cubicBezTo>
                    <a:cubicBezTo>
                      <a:pt x="123" y="183"/>
                      <a:pt x="122" y="183"/>
                      <a:pt x="121" y="183"/>
                    </a:cubicBezTo>
                    <a:cubicBezTo>
                      <a:pt x="119" y="183"/>
                      <a:pt x="118" y="183"/>
                      <a:pt x="117" y="183"/>
                    </a:cubicBezTo>
                    <a:cubicBezTo>
                      <a:pt x="116" y="183"/>
                      <a:pt x="115" y="183"/>
                      <a:pt x="113" y="183"/>
                    </a:cubicBezTo>
                    <a:cubicBezTo>
                      <a:pt x="112" y="183"/>
                      <a:pt x="111" y="183"/>
                      <a:pt x="110" y="183"/>
                    </a:cubicBezTo>
                    <a:cubicBezTo>
                      <a:pt x="85" y="184"/>
                      <a:pt x="64" y="188"/>
                      <a:pt x="48" y="195"/>
                    </a:cubicBezTo>
                    <a:cubicBezTo>
                      <a:pt x="31" y="202"/>
                      <a:pt x="18" y="211"/>
                      <a:pt x="11" y="223"/>
                    </a:cubicBezTo>
                    <a:cubicBezTo>
                      <a:pt x="3" y="235"/>
                      <a:pt x="0" y="249"/>
                      <a:pt x="2" y="264"/>
                    </a:cubicBezTo>
                    <a:cubicBezTo>
                      <a:pt x="4" y="279"/>
                      <a:pt x="12" y="296"/>
                      <a:pt x="26" y="314"/>
                    </a:cubicBezTo>
                    <a:cubicBezTo>
                      <a:pt x="39" y="331"/>
                      <a:pt x="58" y="348"/>
                      <a:pt x="79" y="363"/>
                    </a:cubicBezTo>
                    <a:cubicBezTo>
                      <a:pt x="101" y="378"/>
                      <a:pt x="126" y="391"/>
                      <a:pt x="152" y="402"/>
                    </a:cubicBezTo>
                    <a:cubicBezTo>
                      <a:pt x="178" y="413"/>
                      <a:pt x="206" y="421"/>
                      <a:pt x="233" y="426"/>
                    </a:cubicBezTo>
                    <a:cubicBezTo>
                      <a:pt x="260" y="432"/>
                      <a:pt x="287" y="434"/>
                      <a:pt x="313" y="432"/>
                    </a:cubicBezTo>
                    <a:cubicBezTo>
                      <a:pt x="338" y="431"/>
                      <a:pt x="358" y="426"/>
                      <a:pt x="375" y="418"/>
                    </a:cubicBezTo>
                    <a:cubicBezTo>
                      <a:pt x="391" y="410"/>
                      <a:pt x="402" y="400"/>
                      <a:pt x="408" y="387"/>
                    </a:cubicBezTo>
                    <a:cubicBezTo>
                      <a:pt x="415" y="375"/>
                      <a:pt x="416" y="361"/>
                      <a:pt x="413" y="345"/>
                    </a:cubicBezTo>
                    <a:cubicBezTo>
                      <a:pt x="409" y="330"/>
                      <a:pt x="400" y="314"/>
                      <a:pt x="386" y="297"/>
                    </a:cubicBezTo>
                    <a:cubicBezTo>
                      <a:pt x="385" y="296"/>
                      <a:pt x="385" y="295"/>
                      <a:pt x="384" y="295"/>
                    </a:cubicBezTo>
                    <a:cubicBezTo>
                      <a:pt x="383" y="294"/>
                      <a:pt x="383" y="293"/>
                      <a:pt x="382" y="293"/>
                    </a:cubicBezTo>
                    <a:cubicBezTo>
                      <a:pt x="382" y="292"/>
                      <a:pt x="381" y="291"/>
                      <a:pt x="380" y="291"/>
                    </a:cubicBezTo>
                    <a:cubicBezTo>
                      <a:pt x="380" y="290"/>
                      <a:pt x="379" y="289"/>
                      <a:pt x="379" y="289"/>
                    </a:cubicBezTo>
                    <a:cubicBezTo>
                      <a:pt x="377" y="287"/>
                      <a:pt x="376" y="286"/>
                      <a:pt x="375" y="284"/>
                    </a:cubicBezTo>
                    <a:cubicBezTo>
                      <a:pt x="373" y="283"/>
                      <a:pt x="372" y="282"/>
                      <a:pt x="370" y="280"/>
                    </a:cubicBezTo>
                    <a:cubicBezTo>
                      <a:pt x="369" y="279"/>
                      <a:pt x="368" y="278"/>
                      <a:pt x="366" y="276"/>
                    </a:cubicBezTo>
                    <a:cubicBezTo>
                      <a:pt x="365" y="275"/>
                      <a:pt x="363" y="274"/>
                      <a:pt x="362" y="272"/>
                    </a:cubicBezTo>
                    <a:cubicBezTo>
                      <a:pt x="385" y="271"/>
                      <a:pt x="385" y="271"/>
                      <a:pt x="385" y="271"/>
                    </a:cubicBezTo>
                    <a:cubicBezTo>
                      <a:pt x="631" y="260"/>
                      <a:pt x="631" y="260"/>
                      <a:pt x="631" y="260"/>
                    </a:cubicBezTo>
                    <a:cubicBezTo>
                      <a:pt x="399" y="0"/>
                      <a:pt x="399" y="0"/>
                      <a:pt x="399" y="0"/>
                    </a:cubicBezTo>
                    <a:close/>
                  </a:path>
                </a:pathLst>
              </a:custGeom>
              <a:solidFill>
                <a:sysClr val="window" lastClr="FFFFFF"/>
              </a:solidFill>
              <a:ln>
                <a:noFill/>
              </a:ln>
            </p:spPr>
            <p:txBody>
              <a:bodyPr vert="horz" wrap="square" lIns="78794" tIns="39395" rIns="78794" bIns="39395" numCol="1" anchor="t" anchorCtr="0" compatLnSpc="1">
                <a:prstTxWarp prst="textNoShape">
                  <a:avLst/>
                </a:prstTxWarp>
              </a:bodyPr>
              <a:lstStyle/>
              <a:p>
                <a:pPr marL="0" marR="0" lvl="0" indent="0" algn="l" defTabSz="914203" rtl="0" eaLnBrk="1" fontAlgn="auto" latinLnBrk="0" hangingPunct="1">
                  <a:lnSpc>
                    <a:spcPct val="100000"/>
                  </a:lnSpc>
                  <a:spcBef>
                    <a:spcPts val="0"/>
                  </a:spcBef>
                  <a:spcAft>
                    <a:spcPts val="0"/>
                  </a:spcAft>
                  <a:buClrTx/>
                  <a:buSzTx/>
                  <a:buFontTx/>
                  <a:buNone/>
                  <a:tabLst/>
                  <a:defRPr/>
                </a:pPr>
                <a:endParaRPr kumimoji="0" lang="id-ID" sz="1050" b="0" i="0" u="none" strike="noStrike" kern="0" cap="none" spc="0" normalizeH="0" baseline="0" noProof="0">
                  <a:ln>
                    <a:noFill/>
                  </a:ln>
                  <a:solidFill>
                    <a:prstClr val="black"/>
                  </a:solidFill>
                  <a:effectLst/>
                  <a:uLnTx/>
                  <a:uFillTx/>
                  <a:latin typeface="Ubuntu"/>
                  <a:ea typeface="Verdana" panose="020B0604030504040204" pitchFamily="34" charset="0"/>
                  <a:cs typeface="Verdana" panose="020B0604030504040204" pitchFamily="34" charset="0"/>
                </a:endParaRPr>
              </a:p>
            </p:txBody>
          </p:sp>
          <p:sp>
            <p:nvSpPr>
              <p:cNvPr id="94" name="Freeform 69">
                <a:extLst>
                  <a:ext uri="{FF2B5EF4-FFF2-40B4-BE49-F238E27FC236}">
                    <a16:creationId xmlns:a16="http://schemas.microsoft.com/office/drawing/2014/main" id="{1129166E-FD9E-42EC-864C-43BD4C59DED6}"/>
                  </a:ext>
                </a:extLst>
              </p:cNvPr>
              <p:cNvSpPr>
                <a:spLocks/>
              </p:cNvSpPr>
              <p:nvPr/>
            </p:nvSpPr>
            <p:spPr bwMode="auto">
              <a:xfrm rot="18900000">
                <a:off x="5213688" y="2149755"/>
                <a:ext cx="3186699" cy="2418403"/>
              </a:xfrm>
              <a:custGeom>
                <a:avLst/>
                <a:gdLst>
                  <a:gd name="T0" fmla="*/ 1222 w 1222"/>
                  <a:gd name="T1" fmla="*/ 0 h 927"/>
                  <a:gd name="T2" fmla="*/ 1037 w 1222"/>
                  <a:gd name="T3" fmla="*/ 412 h 927"/>
                  <a:gd name="T4" fmla="*/ 804 w 1222"/>
                  <a:gd name="T5" fmla="*/ 441 h 927"/>
                  <a:gd name="T6" fmla="*/ 806 w 1222"/>
                  <a:gd name="T7" fmla="*/ 437 h 927"/>
                  <a:gd name="T8" fmla="*/ 808 w 1222"/>
                  <a:gd name="T9" fmla="*/ 434 h 927"/>
                  <a:gd name="T10" fmla="*/ 809 w 1222"/>
                  <a:gd name="T11" fmla="*/ 431 h 927"/>
                  <a:gd name="T12" fmla="*/ 810 w 1222"/>
                  <a:gd name="T13" fmla="*/ 428 h 927"/>
                  <a:gd name="T14" fmla="*/ 825 w 1222"/>
                  <a:gd name="T15" fmla="*/ 358 h 927"/>
                  <a:gd name="T16" fmla="*/ 808 w 1222"/>
                  <a:gd name="T17" fmla="*/ 303 h 927"/>
                  <a:gd name="T18" fmla="*/ 761 w 1222"/>
                  <a:gd name="T19" fmla="*/ 269 h 927"/>
                  <a:gd name="T20" fmla="*/ 687 w 1222"/>
                  <a:gd name="T21" fmla="*/ 262 h 927"/>
                  <a:gd name="T22" fmla="*/ 601 w 1222"/>
                  <a:gd name="T23" fmla="*/ 286 h 927"/>
                  <a:gd name="T24" fmla="*/ 518 w 1222"/>
                  <a:gd name="T25" fmla="*/ 335 h 927"/>
                  <a:gd name="T26" fmla="*/ 449 w 1222"/>
                  <a:gd name="T27" fmla="*/ 401 h 927"/>
                  <a:gd name="T28" fmla="*/ 404 w 1222"/>
                  <a:gd name="T29" fmla="*/ 477 h 927"/>
                  <a:gd name="T30" fmla="*/ 393 w 1222"/>
                  <a:gd name="T31" fmla="*/ 548 h 927"/>
                  <a:gd name="T32" fmla="*/ 415 w 1222"/>
                  <a:gd name="T33" fmla="*/ 601 h 927"/>
                  <a:gd name="T34" fmla="*/ 465 w 1222"/>
                  <a:gd name="T35" fmla="*/ 631 h 927"/>
                  <a:gd name="T36" fmla="*/ 538 w 1222"/>
                  <a:gd name="T37" fmla="*/ 634 h 927"/>
                  <a:gd name="T38" fmla="*/ 541 w 1222"/>
                  <a:gd name="T39" fmla="*/ 634 h 927"/>
                  <a:gd name="T40" fmla="*/ 544 w 1222"/>
                  <a:gd name="T41" fmla="*/ 633 h 927"/>
                  <a:gd name="T42" fmla="*/ 547 w 1222"/>
                  <a:gd name="T43" fmla="*/ 633 h 927"/>
                  <a:gd name="T44" fmla="*/ 550 w 1222"/>
                  <a:gd name="T45" fmla="*/ 632 h 927"/>
                  <a:gd name="T46" fmla="*/ 461 w 1222"/>
                  <a:gd name="T47" fmla="*/ 853 h 927"/>
                  <a:gd name="T48" fmla="*/ 0 w 1222"/>
                  <a:gd name="T49" fmla="*/ 927 h 927"/>
                  <a:gd name="T50" fmla="*/ 297 w 1222"/>
                  <a:gd name="T51" fmla="*/ 76 h 927"/>
                  <a:gd name="T52" fmla="*/ 1222 w 1222"/>
                  <a:gd name="T53" fmla="*/ 0 h 9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222" h="927">
                    <a:moveTo>
                      <a:pt x="1222" y="0"/>
                    </a:moveTo>
                    <a:cubicBezTo>
                      <a:pt x="1037" y="412"/>
                      <a:pt x="1037" y="412"/>
                      <a:pt x="1037" y="412"/>
                    </a:cubicBezTo>
                    <a:cubicBezTo>
                      <a:pt x="804" y="441"/>
                      <a:pt x="804" y="441"/>
                      <a:pt x="804" y="441"/>
                    </a:cubicBezTo>
                    <a:cubicBezTo>
                      <a:pt x="805" y="440"/>
                      <a:pt x="805" y="439"/>
                      <a:pt x="806" y="437"/>
                    </a:cubicBezTo>
                    <a:cubicBezTo>
                      <a:pt x="807" y="436"/>
                      <a:pt x="807" y="435"/>
                      <a:pt x="808" y="434"/>
                    </a:cubicBezTo>
                    <a:cubicBezTo>
                      <a:pt x="808" y="433"/>
                      <a:pt x="809" y="432"/>
                      <a:pt x="809" y="431"/>
                    </a:cubicBezTo>
                    <a:cubicBezTo>
                      <a:pt x="810" y="430"/>
                      <a:pt x="810" y="429"/>
                      <a:pt x="810" y="428"/>
                    </a:cubicBezTo>
                    <a:cubicBezTo>
                      <a:pt x="821" y="402"/>
                      <a:pt x="826" y="379"/>
                      <a:pt x="825" y="358"/>
                    </a:cubicBezTo>
                    <a:cubicBezTo>
                      <a:pt x="825" y="337"/>
                      <a:pt x="819" y="318"/>
                      <a:pt x="808" y="303"/>
                    </a:cubicBezTo>
                    <a:cubicBezTo>
                      <a:pt x="797" y="288"/>
                      <a:pt x="781" y="276"/>
                      <a:pt x="761" y="269"/>
                    </a:cubicBezTo>
                    <a:cubicBezTo>
                      <a:pt x="740" y="262"/>
                      <a:pt x="716" y="259"/>
                      <a:pt x="687" y="262"/>
                    </a:cubicBezTo>
                    <a:cubicBezTo>
                      <a:pt x="659" y="265"/>
                      <a:pt x="630" y="273"/>
                      <a:pt x="601" y="286"/>
                    </a:cubicBezTo>
                    <a:cubicBezTo>
                      <a:pt x="572" y="298"/>
                      <a:pt x="544" y="315"/>
                      <a:pt x="518" y="335"/>
                    </a:cubicBezTo>
                    <a:cubicBezTo>
                      <a:pt x="492" y="354"/>
                      <a:pt x="468" y="377"/>
                      <a:pt x="449" y="401"/>
                    </a:cubicBezTo>
                    <a:cubicBezTo>
                      <a:pt x="429" y="425"/>
                      <a:pt x="414" y="451"/>
                      <a:pt x="404" y="477"/>
                    </a:cubicBezTo>
                    <a:cubicBezTo>
                      <a:pt x="394" y="503"/>
                      <a:pt x="391" y="527"/>
                      <a:pt x="393" y="548"/>
                    </a:cubicBezTo>
                    <a:cubicBezTo>
                      <a:pt x="395" y="569"/>
                      <a:pt x="403" y="587"/>
                      <a:pt x="415" y="601"/>
                    </a:cubicBezTo>
                    <a:cubicBezTo>
                      <a:pt x="428" y="615"/>
                      <a:pt x="445" y="625"/>
                      <a:pt x="465" y="631"/>
                    </a:cubicBezTo>
                    <a:cubicBezTo>
                      <a:pt x="486" y="637"/>
                      <a:pt x="511" y="638"/>
                      <a:pt x="538" y="634"/>
                    </a:cubicBezTo>
                    <a:cubicBezTo>
                      <a:pt x="539" y="634"/>
                      <a:pt x="540" y="634"/>
                      <a:pt x="541" y="634"/>
                    </a:cubicBezTo>
                    <a:cubicBezTo>
                      <a:pt x="542" y="633"/>
                      <a:pt x="543" y="633"/>
                      <a:pt x="544" y="633"/>
                    </a:cubicBezTo>
                    <a:cubicBezTo>
                      <a:pt x="545" y="633"/>
                      <a:pt x="546" y="633"/>
                      <a:pt x="547" y="633"/>
                    </a:cubicBezTo>
                    <a:cubicBezTo>
                      <a:pt x="548" y="632"/>
                      <a:pt x="549" y="632"/>
                      <a:pt x="550" y="632"/>
                    </a:cubicBezTo>
                    <a:cubicBezTo>
                      <a:pt x="461" y="853"/>
                      <a:pt x="461" y="853"/>
                      <a:pt x="461" y="853"/>
                    </a:cubicBezTo>
                    <a:cubicBezTo>
                      <a:pt x="0" y="927"/>
                      <a:pt x="0" y="927"/>
                      <a:pt x="0" y="927"/>
                    </a:cubicBezTo>
                    <a:cubicBezTo>
                      <a:pt x="297" y="76"/>
                      <a:pt x="297" y="76"/>
                      <a:pt x="297" y="76"/>
                    </a:cubicBezTo>
                    <a:lnTo>
                      <a:pt x="1222" y="0"/>
                    </a:lnTo>
                    <a:close/>
                  </a:path>
                </a:pathLst>
              </a:custGeom>
              <a:solidFill>
                <a:schemeClr val="accent6"/>
              </a:solidFill>
              <a:ln>
                <a:noFill/>
              </a:ln>
            </p:spPr>
            <p:txBody>
              <a:bodyPr vert="horz" wrap="square" lIns="78794" tIns="39395" rIns="78794" bIns="39395" numCol="1" anchor="t" anchorCtr="0" compatLnSpc="1">
                <a:prstTxWarp prst="textNoShape">
                  <a:avLst/>
                </a:prstTxWarp>
              </a:bodyPr>
              <a:lstStyle/>
              <a:p>
                <a:pPr marL="0" marR="0" lvl="0" indent="0" algn="l" defTabSz="914203" rtl="0" eaLnBrk="1" fontAlgn="auto" latinLnBrk="0" hangingPunct="1">
                  <a:lnSpc>
                    <a:spcPct val="100000"/>
                  </a:lnSpc>
                  <a:spcBef>
                    <a:spcPts val="0"/>
                  </a:spcBef>
                  <a:spcAft>
                    <a:spcPts val="0"/>
                  </a:spcAft>
                  <a:buClrTx/>
                  <a:buSzTx/>
                  <a:buFontTx/>
                  <a:buNone/>
                  <a:tabLst/>
                  <a:defRPr/>
                </a:pPr>
                <a:endParaRPr kumimoji="0" lang="id-ID" sz="1050" b="0" i="0" u="none" strike="noStrike" kern="0" cap="none" spc="0" normalizeH="0" baseline="0" noProof="0">
                  <a:ln>
                    <a:noFill/>
                  </a:ln>
                  <a:solidFill>
                    <a:prstClr val="black"/>
                  </a:solidFill>
                  <a:effectLst/>
                  <a:uLnTx/>
                  <a:uFillTx/>
                  <a:latin typeface="Ubuntu"/>
                  <a:ea typeface="Verdana" panose="020B0604030504040204" pitchFamily="34" charset="0"/>
                  <a:cs typeface="Verdana" panose="020B0604030504040204" pitchFamily="34" charset="0"/>
                </a:endParaRPr>
              </a:p>
            </p:txBody>
          </p:sp>
          <p:sp>
            <p:nvSpPr>
              <p:cNvPr id="95" name="Freeform 70">
                <a:extLst>
                  <a:ext uri="{FF2B5EF4-FFF2-40B4-BE49-F238E27FC236}">
                    <a16:creationId xmlns:a16="http://schemas.microsoft.com/office/drawing/2014/main" id="{F0E4DB0C-EF1F-427E-9665-D44CE0D6F2C5}"/>
                  </a:ext>
                </a:extLst>
              </p:cNvPr>
              <p:cNvSpPr>
                <a:spLocks/>
              </p:cNvSpPr>
              <p:nvPr/>
            </p:nvSpPr>
            <p:spPr bwMode="auto">
              <a:xfrm rot="18900000">
                <a:off x="6772760" y="2743810"/>
                <a:ext cx="1593899" cy="1481466"/>
              </a:xfrm>
              <a:custGeom>
                <a:avLst/>
                <a:gdLst>
                  <a:gd name="T0" fmla="*/ 261 w 611"/>
                  <a:gd name="T1" fmla="*/ 3 h 568"/>
                  <a:gd name="T2" fmla="*/ 185 w 611"/>
                  <a:gd name="T3" fmla="*/ 24 h 568"/>
                  <a:gd name="T4" fmla="*/ 112 w 611"/>
                  <a:gd name="T5" fmla="*/ 67 h 568"/>
                  <a:gd name="T6" fmla="*/ 51 w 611"/>
                  <a:gd name="T7" fmla="*/ 125 h 568"/>
                  <a:gd name="T8" fmla="*/ 12 w 611"/>
                  <a:gd name="T9" fmla="*/ 192 h 568"/>
                  <a:gd name="T10" fmla="*/ 2 w 611"/>
                  <a:gd name="T11" fmla="*/ 255 h 568"/>
                  <a:gd name="T12" fmla="*/ 21 w 611"/>
                  <a:gd name="T13" fmla="*/ 301 h 568"/>
                  <a:gd name="T14" fmla="*/ 65 w 611"/>
                  <a:gd name="T15" fmla="*/ 328 h 568"/>
                  <a:gd name="T16" fmla="*/ 130 w 611"/>
                  <a:gd name="T17" fmla="*/ 331 h 568"/>
                  <a:gd name="T18" fmla="*/ 133 w 611"/>
                  <a:gd name="T19" fmla="*/ 331 h 568"/>
                  <a:gd name="T20" fmla="*/ 136 w 611"/>
                  <a:gd name="T21" fmla="*/ 330 h 568"/>
                  <a:gd name="T22" fmla="*/ 139 w 611"/>
                  <a:gd name="T23" fmla="*/ 330 h 568"/>
                  <a:gd name="T24" fmla="*/ 142 w 611"/>
                  <a:gd name="T25" fmla="*/ 329 h 568"/>
                  <a:gd name="T26" fmla="*/ 148 w 611"/>
                  <a:gd name="T27" fmla="*/ 328 h 568"/>
                  <a:gd name="T28" fmla="*/ 154 w 611"/>
                  <a:gd name="T29" fmla="*/ 326 h 568"/>
                  <a:gd name="T30" fmla="*/ 160 w 611"/>
                  <a:gd name="T31" fmla="*/ 325 h 568"/>
                  <a:gd name="T32" fmla="*/ 166 w 611"/>
                  <a:gd name="T33" fmla="*/ 323 h 568"/>
                  <a:gd name="T34" fmla="*/ 158 w 611"/>
                  <a:gd name="T35" fmla="*/ 344 h 568"/>
                  <a:gd name="T36" fmla="*/ 67 w 611"/>
                  <a:gd name="T37" fmla="*/ 568 h 568"/>
                  <a:gd name="T38" fmla="*/ 452 w 611"/>
                  <a:gd name="T39" fmla="*/ 506 h 568"/>
                  <a:gd name="T40" fmla="*/ 611 w 611"/>
                  <a:gd name="T41" fmla="*/ 151 h 568"/>
                  <a:gd name="T42" fmla="*/ 375 w 611"/>
                  <a:gd name="T43" fmla="*/ 180 h 568"/>
                  <a:gd name="T44" fmla="*/ 352 w 611"/>
                  <a:gd name="T45" fmla="*/ 183 h 568"/>
                  <a:gd name="T46" fmla="*/ 355 w 611"/>
                  <a:gd name="T47" fmla="*/ 178 h 568"/>
                  <a:gd name="T48" fmla="*/ 359 w 611"/>
                  <a:gd name="T49" fmla="*/ 173 h 568"/>
                  <a:gd name="T50" fmla="*/ 362 w 611"/>
                  <a:gd name="T51" fmla="*/ 167 h 568"/>
                  <a:gd name="T52" fmla="*/ 364 w 611"/>
                  <a:gd name="T53" fmla="*/ 162 h 568"/>
                  <a:gd name="T54" fmla="*/ 366 w 611"/>
                  <a:gd name="T55" fmla="*/ 158 h 568"/>
                  <a:gd name="T56" fmla="*/ 368 w 611"/>
                  <a:gd name="T57" fmla="*/ 155 h 568"/>
                  <a:gd name="T58" fmla="*/ 369 w 611"/>
                  <a:gd name="T59" fmla="*/ 152 h 568"/>
                  <a:gd name="T60" fmla="*/ 370 w 611"/>
                  <a:gd name="T61" fmla="*/ 149 h 568"/>
                  <a:gd name="T62" fmla="*/ 383 w 611"/>
                  <a:gd name="T63" fmla="*/ 87 h 568"/>
                  <a:gd name="T64" fmla="*/ 368 w 611"/>
                  <a:gd name="T65" fmla="*/ 39 h 568"/>
                  <a:gd name="T66" fmla="*/ 326 w 611"/>
                  <a:gd name="T67" fmla="*/ 9 h 568"/>
                  <a:gd name="T68" fmla="*/ 261 w 611"/>
                  <a:gd name="T69" fmla="*/ 3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11" h="568">
                    <a:moveTo>
                      <a:pt x="261" y="3"/>
                    </a:moveTo>
                    <a:cubicBezTo>
                      <a:pt x="236" y="5"/>
                      <a:pt x="210" y="13"/>
                      <a:pt x="185" y="24"/>
                    </a:cubicBezTo>
                    <a:cubicBezTo>
                      <a:pt x="160" y="35"/>
                      <a:pt x="135" y="50"/>
                      <a:pt x="112" y="67"/>
                    </a:cubicBezTo>
                    <a:cubicBezTo>
                      <a:pt x="89" y="84"/>
                      <a:pt x="68" y="104"/>
                      <a:pt x="51" y="125"/>
                    </a:cubicBezTo>
                    <a:cubicBezTo>
                      <a:pt x="34" y="147"/>
                      <a:pt x="21" y="169"/>
                      <a:pt x="12" y="192"/>
                    </a:cubicBezTo>
                    <a:cubicBezTo>
                      <a:pt x="3" y="215"/>
                      <a:pt x="0" y="236"/>
                      <a:pt x="2" y="255"/>
                    </a:cubicBezTo>
                    <a:cubicBezTo>
                      <a:pt x="4" y="273"/>
                      <a:pt x="10" y="289"/>
                      <a:pt x="21" y="301"/>
                    </a:cubicBezTo>
                    <a:cubicBezTo>
                      <a:pt x="32" y="314"/>
                      <a:pt x="47" y="323"/>
                      <a:pt x="65" y="328"/>
                    </a:cubicBezTo>
                    <a:cubicBezTo>
                      <a:pt x="84" y="333"/>
                      <a:pt x="105" y="334"/>
                      <a:pt x="130" y="331"/>
                    </a:cubicBezTo>
                    <a:cubicBezTo>
                      <a:pt x="131" y="331"/>
                      <a:pt x="132" y="331"/>
                      <a:pt x="133" y="331"/>
                    </a:cubicBezTo>
                    <a:cubicBezTo>
                      <a:pt x="134" y="330"/>
                      <a:pt x="135" y="330"/>
                      <a:pt x="136" y="330"/>
                    </a:cubicBezTo>
                    <a:cubicBezTo>
                      <a:pt x="137" y="330"/>
                      <a:pt x="138" y="330"/>
                      <a:pt x="139" y="330"/>
                    </a:cubicBezTo>
                    <a:cubicBezTo>
                      <a:pt x="140" y="329"/>
                      <a:pt x="141" y="329"/>
                      <a:pt x="142" y="329"/>
                    </a:cubicBezTo>
                    <a:cubicBezTo>
                      <a:pt x="144" y="329"/>
                      <a:pt x="146" y="328"/>
                      <a:pt x="148" y="328"/>
                    </a:cubicBezTo>
                    <a:cubicBezTo>
                      <a:pt x="150" y="327"/>
                      <a:pt x="152" y="327"/>
                      <a:pt x="154" y="326"/>
                    </a:cubicBezTo>
                    <a:cubicBezTo>
                      <a:pt x="156" y="326"/>
                      <a:pt x="158" y="325"/>
                      <a:pt x="160" y="325"/>
                    </a:cubicBezTo>
                    <a:cubicBezTo>
                      <a:pt x="162" y="324"/>
                      <a:pt x="164" y="324"/>
                      <a:pt x="166" y="323"/>
                    </a:cubicBezTo>
                    <a:cubicBezTo>
                      <a:pt x="158" y="344"/>
                      <a:pt x="158" y="344"/>
                      <a:pt x="158" y="344"/>
                    </a:cubicBezTo>
                    <a:cubicBezTo>
                      <a:pt x="67" y="568"/>
                      <a:pt x="67" y="568"/>
                      <a:pt x="67" y="568"/>
                    </a:cubicBezTo>
                    <a:cubicBezTo>
                      <a:pt x="452" y="506"/>
                      <a:pt x="452" y="506"/>
                      <a:pt x="452" y="506"/>
                    </a:cubicBezTo>
                    <a:cubicBezTo>
                      <a:pt x="611" y="151"/>
                      <a:pt x="611" y="151"/>
                      <a:pt x="611" y="151"/>
                    </a:cubicBezTo>
                    <a:cubicBezTo>
                      <a:pt x="375" y="180"/>
                      <a:pt x="375" y="180"/>
                      <a:pt x="375" y="180"/>
                    </a:cubicBezTo>
                    <a:cubicBezTo>
                      <a:pt x="352" y="183"/>
                      <a:pt x="352" y="183"/>
                      <a:pt x="352" y="183"/>
                    </a:cubicBezTo>
                    <a:cubicBezTo>
                      <a:pt x="353" y="182"/>
                      <a:pt x="354" y="180"/>
                      <a:pt x="355" y="178"/>
                    </a:cubicBezTo>
                    <a:cubicBezTo>
                      <a:pt x="356" y="176"/>
                      <a:pt x="358" y="174"/>
                      <a:pt x="359" y="173"/>
                    </a:cubicBezTo>
                    <a:cubicBezTo>
                      <a:pt x="360" y="171"/>
                      <a:pt x="361" y="169"/>
                      <a:pt x="362" y="167"/>
                    </a:cubicBezTo>
                    <a:cubicBezTo>
                      <a:pt x="363" y="165"/>
                      <a:pt x="364" y="163"/>
                      <a:pt x="364" y="162"/>
                    </a:cubicBezTo>
                    <a:cubicBezTo>
                      <a:pt x="365" y="160"/>
                      <a:pt x="366" y="159"/>
                      <a:pt x="366" y="158"/>
                    </a:cubicBezTo>
                    <a:cubicBezTo>
                      <a:pt x="367" y="157"/>
                      <a:pt x="367" y="156"/>
                      <a:pt x="368" y="155"/>
                    </a:cubicBezTo>
                    <a:cubicBezTo>
                      <a:pt x="368" y="154"/>
                      <a:pt x="369" y="153"/>
                      <a:pt x="369" y="152"/>
                    </a:cubicBezTo>
                    <a:cubicBezTo>
                      <a:pt x="369" y="151"/>
                      <a:pt x="370" y="150"/>
                      <a:pt x="370" y="149"/>
                    </a:cubicBezTo>
                    <a:cubicBezTo>
                      <a:pt x="380" y="126"/>
                      <a:pt x="384" y="105"/>
                      <a:pt x="383" y="87"/>
                    </a:cubicBezTo>
                    <a:cubicBezTo>
                      <a:pt x="383" y="68"/>
                      <a:pt x="377" y="52"/>
                      <a:pt x="368" y="39"/>
                    </a:cubicBezTo>
                    <a:cubicBezTo>
                      <a:pt x="358" y="25"/>
                      <a:pt x="344" y="15"/>
                      <a:pt x="326" y="9"/>
                    </a:cubicBezTo>
                    <a:cubicBezTo>
                      <a:pt x="308" y="2"/>
                      <a:pt x="286" y="0"/>
                      <a:pt x="261" y="3"/>
                    </a:cubicBezTo>
                    <a:close/>
                  </a:path>
                </a:pathLst>
              </a:custGeom>
              <a:solidFill>
                <a:sysClr val="window" lastClr="FFFFFF"/>
              </a:solidFill>
              <a:ln w="8208">
                <a:solidFill>
                  <a:sysClr val="window" lastClr="FFFFFF"/>
                </a:solidFill>
              </a:ln>
            </p:spPr>
            <p:txBody>
              <a:bodyPr vert="horz" wrap="square" lIns="78794" tIns="39395" rIns="78794" bIns="39395" numCol="1" anchor="t" anchorCtr="0" compatLnSpc="1">
                <a:prstTxWarp prst="textNoShape">
                  <a:avLst/>
                </a:prstTxWarp>
              </a:bodyPr>
              <a:lstStyle/>
              <a:p>
                <a:pPr marL="0" marR="0" lvl="0" indent="0" algn="l" defTabSz="914203" rtl="0" eaLnBrk="1" fontAlgn="auto" latinLnBrk="0" hangingPunct="1">
                  <a:lnSpc>
                    <a:spcPct val="100000"/>
                  </a:lnSpc>
                  <a:spcBef>
                    <a:spcPts val="0"/>
                  </a:spcBef>
                  <a:spcAft>
                    <a:spcPts val="0"/>
                  </a:spcAft>
                  <a:buClrTx/>
                  <a:buSzTx/>
                  <a:buFontTx/>
                  <a:buNone/>
                  <a:tabLst/>
                  <a:defRPr/>
                </a:pPr>
                <a:endParaRPr kumimoji="0" lang="id-ID" sz="1050" b="0" i="0" u="none" strike="noStrike" kern="0" cap="none" spc="0" normalizeH="0" baseline="0" noProof="0">
                  <a:ln>
                    <a:noFill/>
                  </a:ln>
                  <a:solidFill>
                    <a:prstClr val="black"/>
                  </a:solidFill>
                  <a:effectLst/>
                  <a:uLnTx/>
                  <a:uFillTx/>
                  <a:latin typeface="Ubuntu"/>
                  <a:ea typeface="Verdana" panose="020B0604030504040204" pitchFamily="34" charset="0"/>
                  <a:cs typeface="Verdana" panose="020B0604030504040204" pitchFamily="34" charset="0"/>
                </a:endParaRPr>
              </a:p>
            </p:txBody>
          </p:sp>
          <p:sp>
            <p:nvSpPr>
              <p:cNvPr id="96" name="Freeform 72">
                <a:extLst>
                  <a:ext uri="{FF2B5EF4-FFF2-40B4-BE49-F238E27FC236}">
                    <a16:creationId xmlns:a16="http://schemas.microsoft.com/office/drawing/2014/main" id="{B7ACDC47-FFA3-4A7A-9E49-146EC6522574}"/>
                  </a:ext>
                </a:extLst>
              </p:cNvPr>
              <p:cNvSpPr>
                <a:spLocks/>
              </p:cNvSpPr>
              <p:nvPr/>
            </p:nvSpPr>
            <p:spPr bwMode="auto">
              <a:xfrm rot="18900000">
                <a:off x="4295782" y="1097429"/>
                <a:ext cx="3665086" cy="3928532"/>
              </a:xfrm>
              <a:custGeom>
                <a:avLst/>
                <a:gdLst>
                  <a:gd name="T0" fmla="*/ 3318 w 3325"/>
                  <a:gd name="T1" fmla="*/ 1363 h 3564"/>
                  <a:gd name="T2" fmla="*/ 1141 w 3325"/>
                  <a:gd name="T3" fmla="*/ 1541 h 3564"/>
                  <a:gd name="T4" fmla="*/ 15 w 3325"/>
                  <a:gd name="T5" fmla="*/ 0 h 3564"/>
                  <a:gd name="T6" fmla="*/ 3 w 3325"/>
                  <a:gd name="T7" fmla="*/ 0 h 3564"/>
                  <a:gd name="T8" fmla="*/ 0 w 3325"/>
                  <a:gd name="T9" fmla="*/ 12 h 3564"/>
                  <a:gd name="T10" fmla="*/ 1127 w 3325"/>
                  <a:gd name="T11" fmla="*/ 1550 h 3564"/>
                  <a:gd name="T12" fmla="*/ 426 w 3325"/>
                  <a:gd name="T13" fmla="*/ 3555 h 3564"/>
                  <a:gd name="T14" fmla="*/ 434 w 3325"/>
                  <a:gd name="T15" fmla="*/ 3564 h 3564"/>
                  <a:gd name="T16" fmla="*/ 443 w 3325"/>
                  <a:gd name="T17" fmla="*/ 3564 h 3564"/>
                  <a:gd name="T18" fmla="*/ 1143 w 3325"/>
                  <a:gd name="T19" fmla="*/ 1557 h 3564"/>
                  <a:gd name="T20" fmla="*/ 3321 w 3325"/>
                  <a:gd name="T21" fmla="*/ 1380 h 3564"/>
                  <a:gd name="T22" fmla="*/ 3325 w 3325"/>
                  <a:gd name="T23" fmla="*/ 1370 h 3564"/>
                  <a:gd name="T24" fmla="*/ 3318 w 3325"/>
                  <a:gd name="T25" fmla="*/ 1363 h 35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25" h="3564">
                    <a:moveTo>
                      <a:pt x="3318" y="1363"/>
                    </a:moveTo>
                    <a:lnTo>
                      <a:pt x="1141" y="1541"/>
                    </a:lnTo>
                    <a:lnTo>
                      <a:pt x="15" y="0"/>
                    </a:lnTo>
                    <a:lnTo>
                      <a:pt x="3" y="0"/>
                    </a:lnTo>
                    <a:lnTo>
                      <a:pt x="0" y="12"/>
                    </a:lnTo>
                    <a:lnTo>
                      <a:pt x="1127" y="1550"/>
                    </a:lnTo>
                    <a:lnTo>
                      <a:pt x="426" y="3555"/>
                    </a:lnTo>
                    <a:lnTo>
                      <a:pt x="434" y="3564"/>
                    </a:lnTo>
                    <a:lnTo>
                      <a:pt x="443" y="3564"/>
                    </a:lnTo>
                    <a:lnTo>
                      <a:pt x="1143" y="1557"/>
                    </a:lnTo>
                    <a:lnTo>
                      <a:pt x="3321" y="1380"/>
                    </a:lnTo>
                    <a:lnTo>
                      <a:pt x="3325" y="1370"/>
                    </a:lnTo>
                    <a:lnTo>
                      <a:pt x="3318" y="1363"/>
                    </a:lnTo>
                    <a:close/>
                  </a:path>
                </a:pathLst>
              </a:custGeom>
              <a:solidFill>
                <a:schemeClr val="accent6">
                  <a:alpha val="20000"/>
                </a:schemeClr>
              </a:solidFill>
              <a:ln>
                <a:noFill/>
              </a:ln>
            </p:spPr>
            <p:txBody>
              <a:bodyPr vert="horz" wrap="square" lIns="78794" tIns="39395" rIns="78794" bIns="39395" numCol="1" anchor="t" anchorCtr="0" compatLnSpc="1">
                <a:prstTxWarp prst="textNoShape">
                  <a:avLst/>
                </a:prstTxWarp>
              </a:bodyPr>
              <a:lstStyle/>
              <a:p>
                <a:pPr marL="0" marR="0" lvl="0" indent="0" algn="l" defTabSz="914203" rtl="0" eaLnBrk="1" fontAlgn="auto" latinLnBrk="0" hangingPunct="1">
                  <a:lnSpc>
                    <a:spcPct val="100000"/>
                  </a:lnSpc>
                  <a:spcBef>
                    <a:spcPts val="0"/>
                  </a:spcBef>
                  <a:spcAft>
                    <a:spcPts val="0"/>
                  </a:spcAft>
                  <a:buClrTx/>
                  <a:buSzTx/>
                  <a:buFontTx/>
                  <a:buNone/>
                  <a:tabLst/>
                  <a:defRPr/>
                </a:pPr>
                <a:endParaRPr kumimoji="0" lang="id-ID" sz="1050" b="0" i="0" u="none" strike="noStrike" kern="0" cap="none" spc="0" normalizeH="0" baseline="0" noProof="0">
                  <a:ln>
                    <a:noFill/>
                  </a:ln>
                  <a:solidFill>
                    <a:prstClr val="black"/>
                  </a:solidFill>
                  <a:effectLst/>
                  <a:uLnTx/>
                  <a:uFillTx/>
                  <a:latin typeface="Ubuntu"/>
                  <a:ea typeface="+mn-ea"/>
                  <a:cs typeface="+mn-cs"/>
                </a:endParaRPr>
              </a:p>
            </p:txBody>
          </p:sp>
          <p:sp>
            <p:nvSpPr>
              <p:cNvPr id="97" name="Freeform 65">
                <a:extLst>
                  <a:ext uri="{FF2B5EF4-FFF2-40B4-BE49-F238E27FC236}">
                    <a16:creationId xmlns:a16="http://schemas.microsoft.com/office/drawing/2014/main" id="{52244019-0B8F-4F1F-A8F6-FBCB52EB59A6}"/>
                  </a:ext>
                </a:extLst>
              </p:cNvPr>
              <p:cNvSpPr>
                <a:spLocks/>
              </p:cNvSpPr>
              <p:nvPr/>
            </p:nvSpPr>
            <p:spPr bwMode="auto">
              <a:xfrm rot="18900000">
                <a:off x="4218101" y="3792157"/>
                <a:ext cx="1084645" cy="1643502"/>
              </a:xfrm>
              <a:custGeom>
                <a:avLst/>
                <a:gdLst>
                  <a:gd name="T0" fmla="*/ 0 w 416"/>
                  <a:gd name="T1" fmla="*/ 343 h 630"/>
                  <a:gd name="T2" fmla="*/ 95 w 416"/>
                  <a:gd name="T3" fmla="*/ 0 h 630"/>
                  <a:gd name="T4" fmla="*/ 227 w 416"/>
                  <a:gd name="T5" fmla="*/ 202 h 630"/>
                  <a:gd name="T6" fmla="*/ 231 w 416"/>
                  <a:gd name="T7" fmla="*/ 181 h 630"/>
                  <a:gd name="T8" fmla="*/ 232 w 416"/>
                  <a:gd name="T9" fmla="*/ 175 h 630"/>
                  <a:gd name="T10" fmla="*/ 233 w 416"/>
                  <a:gd name="T11" fmla="*/ 169 h 630"/>
                  <a:gd name="T12" fmla="*/ 234 w 416"/>
                  <a:gd name="T13" fmla="*/ 163 h 630"/>
                  <a:gd name="T14" fmla="*/ 237 w 416"/>
                  <a:gd name="T15" fmla="*/ 153 h 630"/>
                  <a:gd name="T16" fmla="*/ 238 w 416"/>
                  <a:gd name="T17" fmla="*/ 149 h 630"/>
                  <a:gd name="T18" fmla="*/ 238 w 416"/>
                  <a:gd name="T19" fmla="*/ 146 h 630"/>
                  <a:gd name="T20" fmla="*/ 263 w 416"/>
                  <a:gd name="T21" fmla="*/ 94 h 630"/>
                  <a:gd name="T22" fmla="*/ 294 w 416"/>
                  <a:gd name="T23" fmla="*/ 70 h 630"/>
                  <a:gd name="T24" fmla="*/ 306 w 416"/>
                  <a:gd name="T25" fmla="*/ 68 h 630"/>
                  <a:gd name="T26" fmla="*/ 327 w 416"/>
                  <a:gd name="T27" fmla="*/ 74 h 630"/>
                  <a:gd name="T28" fmla="*/ 364 w 416"/>
                  <a:gd name="T29" fmla="*/ 109 h 630"/>
                  <a:gd name="T30" fmla="*/ 394 w 416"/>
                  <a:gd name="T31" fmla="*/ 173 h 630"/>
                  <a:gd name="T32" fmla="*/ 412 w 416"/>
                  <a:gd name="T33" fmla="*/ 252 h 630"/>
                  <a:gd name="T34" fmla="*/ 414 w 416"/>
                  <a:gd name="T35" fmla="*/ 335 h 630"/>
                  <a:gd name="T36" fmla="*/ 400 w 416"/>
                  <a:gd name="T37" fmla="*/ 410 h 630"/>
                  <a:gd name="T38" fmla="*/ 373 w 416"/>
                  <a:gd name="T39" fmla="*/ 462 h 630"/>
                  <a:gd name="T40" fmla="*/ 342 w 416"/>
                  <a:gd name="T41" fmla="*/ 481 h 630"/>
                  <a:gd name="T42" fmla="*/ 335 w 416"/>
                  <a:gd name="T43" fmla="*/ 482 h 630"/>
                  <a:gd name="T44" fmla="*/ 308 w 416"/>
                  <a:gd name="T45" fmla="*/ 474 h 630"/>
                  <a:gd name="T46" fmla="*/ 273 w 416"/>
                  <a:gd name="T47" fmla="*/ 436 h 630"/>
                  <a:gd name="T48" fmla="*/ 271 w 416"/>
                  <a:gd name="T49" fmla="*/ 433 h 630"/>
                  <a:gd name="T50" fmla="*/ 268 w 416"/>
                  <a:gd name="T51" fmla="*/ 428 h 630"/>
                  <a:gd name="T52" fmla="*/ 267 w 416"/>
                  <a:gd name="T53" fmla="*/ 425 h 630"/>
                  <a:gd name="T54" fmla="*/ 264 w 416"/>
                  <a:gd name="T55" fmla="*/ 420 h 630"/>
                  <a:gd name="T56" fmla="*/ 262 w 416"/>
                  <a:gd name="T57" fmla="*/ 416 h 630"/>
                  <a:gd name="T58" fmla="*/ 259 w 416"/>
                  <a:gd name="T59" fmla="*/ 410 h 630"/>
                  <a:gd name="T60" fmla="*/ 257 w 416"/>
                  <a:gd name="T61" fmla="*/ 404 h 630"/>
                  <a:gd name="T62" fmla="*/ 248 w 416"/>
                  <a:gd name="T63" fmla="*/ 384 h 630"/>
                  <a:gd name="T64" fmla="*/ 172 w 416"/>
                  <a:gd name="T65" fmla="*/ 630 h 630"/>
                  <a:gd name="T66" fmla="*/ 0 w 416"/>
                  <a:gd name="T67" fmla="*/ 343 h 6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6" h="630">
                    <a:moveTo>
                      <a:pt x="0" y="343"/>
                    </a:moveTo>
                    <a:cubicBezTo>
                      <a:pt x="95" y="0"/>
                      <a:pt x="95" y="0"/>
                      <a:pt x="95" y="0"/>
                    </a:cubicBezTo>
                    <a:cubicBezTo>
                      <a:pt x="227" y="202"/>
                      <a:pt x="227" y="202"/>
                      <a:pt x="227" y="202"/>
                    </a:cubicBezTo>
                    <a:cubicBezTo>
                      <a:pt x="231" y="181"/>
                      <a:pt x="231" y="181"/>
                      <a:pt x="231" y="181"/>
                    </a:cubicBezTo>
                    <a:cubicBezTo>
                      <a:pt x="231" y="179"/>
                      <a:pt x="231" y="177"/>
                      <a:pt x="232" y="175"/>
                    </a:cubicBezTo>
                    <a:cubicBezTo>
                      <a:pt x="232" y="173"/>
                      <a:pt x="232" y="171"/>
                      <a:pt x="233" y="169"/>
                    </a:cubicBezTo>
                    <a:cubicBezTo>
                      <a:pt x="233" y="167"/>
                      <a:pt x="234" y="165"/>
                      <a:pt x="234" y="163"/>
                    </a:cubicBezTo>
                    <a:cubicBezTo>
                      <a:pt x="235" y="161"/>
                      <a:pt x="237" y="153"/>
                      <a:pt x="237" y="153"/>
                    </a:cubicBezTo>
                    <a:cubicBezTo>
                      <a:pt x="238" y="149"/>
                      <a:pt x="238" y="149"/>
                      <a:pt x="238" y="149"/>
                    </a:cubicBezTo>
                    <a:cubicBezTo>
                      <a:pt x="238" y="146"/>
                      <a:pt x="238" y="146"/>
                      <a:pt x="238" y="146"/>
                    </a:cubicBezTo>
                    <a:cubicBezTo>
                      <a:pt x="245" y="125"/>
                      <a:pt x="253" y="107"/>
                      <a:pt x="263" y="94"/>
                    </a:cubicBezTo>
                    <a:cubicBezTo>
                      <a:pt x="273" y="81"/>
                      <a:pt x="283" y="73"/>
                      <a:pt x="294" y="70"/>
                    </a:cubicBezTo>
                    <a:cubicBezTo>
                      <a:pt x="298" y="69"/>
                      <a:pt x="302" y="68"/>
                      <a:pt x="306" y="68"/>
                    </a:cubicBezTo>
                    <a:cubicBezTo>
                      <a:pt x="313" y="68"/>
                      <a:pt x="320" y="70"/>
                      <a:pt x="327" y="74"/>
                    </a:cubicBezTo>
                    <a:cubicBezTo>
                      <a:pt x="340" y="81"/>
                      <a:pt x="352" y="92"/>
                      <a:pt x="364" y="109"/>
                    </a:cubicBezTo>
                    <a:cubicBezTo>
                      <a:pt x="376" y="127"/>
                      <a:pt x="386" y="148"/>
                      <a:pt x="394" y="173"/>
                    </a:cubicBezTo>
                    <a:cubicBezTo>
                      <a:pt x="402" y="198"/>
                      <a:pt x="408" y="224"/>
                      <a:pt x="412" y="252"/>
                    </a:cubicBezTo>
                    <a:cubicBezTo>
                      <a:pt x="415" y="280"/>
                      <a:pt x="416" y="308"/>
                      <a:pt x="414" y="335"/>
                    </a:cubicBezTo>
                    <a:cubicBezTo>
                      <a:pt x="412" y="363"/>
                      <a:pt x="408" y="388"/>
                      <a:pt x="400" y="410"/>
                    </a:cubicBezTo>
                    <a:cubicBezTo>
                      <a:pt x="393" y="432"/>
                      <a:pt x="384" y="449"/>
                      <a:pt x="373" y="462"/>
                    </a:cubicBezTo>
                    <a:cubicBezTo>
                      <a:pt x="364" y="473"/>
                      <a:pt x="353" y="479"/>
                      <a:pt x="342" y="481"/>
                    </a:cubicBezTo>
                    <a:cubicBezTo>
                      <a:pt x="340" y="482"/>
                      <a:pt x="337" y="482"/>
                      <a:pt x="335" y="482"/>
                    </a:cubicBezTo>
                    <a:cubicBezTo>
                      <a:pt x="326" y="482"/>
                      <a:pt x="317" y="479"/>
                      <a:pt x="308" y="474"/>
                    </a:cubicBezTo>
                    <a:cubicBezTo>
                      <a:pt x="296" y="466"/>
                      <a:pt x="284" y="453"/>
                      <a:pt x="273" y="436"/>
                    </a:cubicBezTo>
                    <a:cubicBezTo>
                      <a:pt x="271" y="433"/>
                      <a:pt x="271" y="433"/>
                      <a:pt x="271" y="433"/>
                    </a:cubicBezTo>
                    <a:cubicBezTo>
                      <a:pt x="268" y="428"/>
                      <a:pt x="268" y="428"/>
                      <a:pt x="268" y="428"/>
                    </a:cubicBezTo>
                    <a:cubicBezTo>
                      <a:pt x="268" y="427"/>
                      <a:pt x="267" y="426"/>
                      <a:pt x="267" y="425"/>
                    </a:cubicBezTo>
                    <a:cubicBezTo>
                      <a:pt x="266" y="423"/>
                      <a:pt x="265" y="422"/>
                      <a:pt x="264" y="420"/>
                    </a:cubicBezTo>
                    <a:cubicBezTo>
                      <a:pt x="263" y="418"/>
                      <a:pt x="263" y="417"/>
                      <a:pt x="262" y="416"/>
                    </a:cubicBezTo>
                    <a:cubicBezTo>
                      <a:pt x="262" y="416"/>
                      <a:pt x="260" y="411"/>
                      <a:pt x="259" y="410"/>
                    </a:cubicBezTo>
                    <a:cubicBezTo>
                      <a:pt x="258" y="408"/>
                      <a:pt x="257" y="406"/>
                      <a:pt x="257" y="404"/>
                    </a:cubicBezTo>
                    <a:cubicBezTo>
                      <a:pt x="248" y="384"/>
                      <a:pt x="248" y="384"/>
                      <a:pt x="248" y="384"/>
                    </a:cubicBezTo>
                    <a:cubicBezTo>
                      <a:pt x="172" y="630"/>
                      <a:pt x="172" y="630"/>
                      <a:pt x="172" y="630"/>
                    </a:cubicBezTo>
                    <a:lnTo>
                      <a:pt x="0" y="343"/>
                    </a:lnTo>
                    <a:close/>
                  </a:path>
                </a:pathLst>
              </a:custGeom>
              <a:solidFill>
                <a:schemeClr val="accent3"/>
              </a:solidFill>
              <a:ln w="8208">
                <a:solidFill>
                  <a:sysClr val="window" lastClr="FFFFFF"/>
                </a:solidFill>
              </a:ln>
            </p:spPr>
            <p:txBody>
              <a:bodyPr vert="horz" wrap="square" lIns="78794" tIns="39395" rIns="78794" bIns="39395" numCol="1" anchor="t" anchorCtr="0" compatLnSpc="1">
                <a:prstTxWarp prst="textNoShape">
                  <a:avLst/>
                </a:prstTxWarp>
              </a:bodyPr>
              <a:lstStyle/>
              <a:p>
                <a:pPr marL="0" marR="0" lvl="0" indent="0" algn="l" defTabSz="914203" rtl="0" eaLnBrk="1" fontAlgn="auto" latinLnBrk="0" hangingPunct="1">
                  <a:lnSpc>
                    <a:spcPct val="100000"/>
                  </a:lnSpc>
                  <a:spcBef>
                    <a:spcPts val="0"/>
                  </a:spcBef>
                  <a:spcAft>
                    <a:spcPts val="0"/>
                  </a:spcAft>
                  <a:buClrTx/>
                  <a:buSzTx/>
                  <a:buFontTx/>
                  <a:buNone/>
                  <a:tabLst/>
                  <a:defRPr/>
                </a:pPr>
                <a:endParaRPr kumimoji="0" lang="id-ID" sz="1050" b="0" i="0" u="none" strike="noStrike" kern="0" cap="none" spc="0" normalizeH="0" baseline="0" noProof="0">
                  <a:ln>
                    <a:noFill/>
                  </a:ln>
                  <a:solidFill>
                    <a:prstClr val="black"/>
                  </a:solidFill>
                  <a:effectLst/>
                  <a:uLnTx/>
                  <a:uFillTx/>
                  <a:latin typeface="Ubuntu"/>
                  <a:ea typeface="Verdana" panose="020B0604030504040204" pitchFamily="34" charset="0"/>
                  <a:cs typeface="Verdana" panose="020B0604030504040204" pitchFamily="34" charset="0"/>
                </a:endParaRPr>
              </a:p>
            </p:txBody>
          </p:sp>
          <p:sp>
            <p:nvSpPr>
              <p:cNvPr id="98" name="Freeform 68">
                <a:extLst>
                  <a:ext uri="{FF2B5EF4-FFF2-40B4-BE49-F238E27FC236}">
                    <a16:creationId xmlns:a16="http://schemas.microsoft.com/office/drawing/2014/main" id="{D14F0471-E5A5-4E71-A9BA-06B8BF573B0B}"/>
                  </a:ext>
                </a:extLst>
              </p:cNvPr>
              <p:cNvSpPr>
                <a:spLocks/>
              </p:cNvSpPr>
              <p:nvPr/>
            </p:nvSpPr>
            <p:spPr bwMode="auto">
              <a:xfrm rot="18900000">
                <a:off x="4375648" y="1105778"/>
                <a:ext cx="1580672" cy="1087952"/>
              </a:xfrm>
              <a:custGeom>
                <a:avLst/>
                <a:gdLst>
                  <a:gd name="T0" fmla="*/ 289 w 606"/>
                  <a:gd name="T1" fmla="*/ 417 h 417"/>
                  <a:gd name="T2" fmla="*/ 227 w 606"/>
                  <a:gd name="T3" fmla="*/ 410 h 417"/>
                  <a:gd name="T4" fmla="*/ 147 w 606"/>
                  <a:gd name="T5" fmla="*/ 386 h 417"/>
                  <a:gd name="T6" fmla="*/ 76 w 606"/>
                  <a:gd name="T7" fmla="*/ 348 h 417"/>
                  <a:gd name="T8" fmla="*/ 24 w 606"/>
                  <a:gd name="T9" fmla="*/ 301 h 417"/>
                  <a:gd name="T10" fmla="*/ 2 w 606"/>
                  <a:gd name="T11" fmla="*/ 255 h 417"/>
                  <a:gd name="T12" fmla="*/ 9 w 606"/>
                  <a:gd name="T13" fmla="*/ 220 h 417"/>
                  <a:gd name="T14" fmla="*/ 43 w 606"/>
                  <a:gd name="T15" fmla="*/ 194 h 417"/>
                  <a:gd name="T16" fmla="*/ 102 w 606"/>
                  <a:gd name="T17" fmla="*/ 183 h 417"/>
                  <a:gd name="T18" fmla="*/ 111 w 606"/>
                  <a:gd name="T19" fmla="*/ 183 h 417"/>
                  <a:gd name="T20" fmla="*/ 116 w 606"/>
                  <a:gd name="T21" fmla="*/ 183 h 417"/>
                  <a:gd name="T22" fmla="*/ 122 w 606"/>
                  <a:gd name="T23" fmla="*/ 183 h 417"/>
                  <a:gd name="T24" fmla="*/ 128 w 606"/>
                  <a:gd name="T25" fmla="*/ 184 h 417"/>
                  <a:gd name="T26" fmla="*/ 134 w 606"/>
                  <a:gd name="T27" fmla="*/ 184 h 417"/>
                  <a:gd name="T28" fmla="*/ 141 w 606"/>
                  <a:gd name="T29" fmla="*/ 185 h 417"/>
                  <a:gd name="T30" fmla="*/ 161 w 606"/>
                  <a:gd name="T31" fmla="*/ 187 h 417"/>
                  <a:gd name="T32" fmla="*/ 135 w 606"/>
                  <a:gd name="T33" fmla="*/ 155 h 417"/>
                  <a:gd name="T34" fmla="*/ 13 w 606"/>
                  <a:gd name="T35" fmla="*/ 7 h 417"/>
                  <a:gd name="T36" fmla="*/ 387 w 606"/>
                  <a:gd name="T37" fmla="*/ 0 h 417"/>
                  <a:gd name="T38" fmla="*/ 606 w 606"/>
                  <a:gd name="T39" fmla="*/ 245 h 417"/>
                  <a:gd name="T40" fmla="*/ 333 w 606"/>
                  <a:gd name="T41" fmla="*/ 257 h 417"/>
                  <a:gd name="T42" fmla="*/ 348 w 606"/>
                  <a:gd name="T43" fmla="*/ 271 h 417"/>
                  <a:gd name="T44" fmla="*/ 353 w 606"/>
                  <a:gd name="T45" fmla="*/ 274 h 417"/>
                  <a:gd name="T46" fmla="*/ 357 w 606"/>
                  <a:gd name="T47" fmla="*/ 278 h 417"/>
                  <a:gd name="T48" fmla="*/ 361 w 606"/>
                  <a:gd name="T49" fmla="*/ 282 h 417"/>
                  <a:gd name="T50" fmla="*/ 365 w 606"/>
                  <a:gd name="T51" fmla="*/ 287 h 417"/>
                  <a:gd name="T52" fmla="*/ 370 w 606"/>
                  <a:gd name="T53" fmla="*/ 292 h 417"/>
                  <a:gd name="T54" fmla="*/ 372 w 606"/>
                  <a:gd name="T55" fmla="*/ 294 h 417"/>
                  <a:gd name="T56" fmla="*/ 397 w 606"/>
                  <a:gd name="T57" fmla="*/ 339 h 417"/>
                  <a:gd name="T58" fmla="*/ 393 w 606"/>
                  <a:gd name="T59" fmla="*/ 376 h 417"/>
                  <a:gd name="T60" fmla="*/ 363 w 606"/>
                  <a:gd name="T61" fmla="*/ 403 h 417"/>
                  <a:gd name="T62" fmla="*/ 304 w 606"/>
                  <a:gd name="T63" fmla="*/ 416 h 417"/>
                  <a:gd name="T64" fmla="*/ 289 w 606"/>
                  <a:gd name="T65" fmla="*/ 417 h 4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06" h="417">
                    <a:moveTo>
                      <a:pt x="289" y="417"/>
                    </a:moveTo>
                    <a:cubicBezTo>
                      <a:pt x="269" y="417"/>
                      <a:pt x="248" y="415"/>
                      <a:pt x="227" y="410"/>
                    </a:cubicBezTo>
                    <a:cubicBezTo>
                      <a:pt x="200" y="405"/>
                      <a:pt x="173" y="397"/>
                      <a:pt x="147" y="386"/>
                    </a:cubicBezTo>
                    <a:cubicBezTo>
                      <a:pt x="121" y="375"/>
                      <a:pt x="97" y="363"/>
                      <a:pt x="76" y="348"/>
                    </a:cubicBezTo>
                    <a:cubicBezTo>
                      <a:pt x="54" y="333"/>
                      <a:pt x="37" y="317"/>
                      <a:pt x="24" y="301"/>
                    </a:cubicBezTo>
                    <a:cubicBezTo>
                      <a:pt x="12" y="285"/>
                      <a:pt x="4" y="269"/>
                      <a:pt x="2" y="255"/>
                    </a:cubicBezTo>
                    <a:cubicBezTo>
                      <a:pt x="0" y="242"/>
                      <a:pt x="3" y="230"/>
                      <a:pt x="9" y="220"/>
                    </a:cubicBezTo>
                    <a:cubicBezTo>
                      <a:pt x="16" y="209"/>
                      <a:pt x="28" y="201"/>
                      <a:pt x="43" y="194"/>
                    </a:cubicBezTo>
                    <a:cubicBezTo>
                      <a:pt x="59" y="188"/>
                      <a:pt x="79" y="184"/>
                      <a:pt x="102" y="183"/>
                    </a:cubicBezTo>
                    <a:cubicBezTo>
                      <a:pt x="111" y="183"/>
                      <a:pt x="111" y="183"/>
                      <a:pt x="111" y="183"/>
                    </a:cubicBezTo>
                    <a:cubicBezTo>
                      <a:pt x="111" y="183"/>
                      <a:pt x="115" y="183"/>
                      <a:pt x="116" y="183"/>
                    </a:cubicBezTo>
                    <a:cubicBezTo>
                      <a:pt x="118" y="183"/>
                      <a:pt x="120" y="183"/>
                      <a:pt x="122" y="183"/>
                    </a:cubicBezTo>
                    <a:cubicBezTo>
                      <a:pt x="124" y="183"/>
                      <a:pt x="126" y="183"/>
                      <a:pt x="128" y="184"/>
                    </a:cubicBezTo>
                    <a:cubicBezTo>
                      <a:pt x="134" y="184"/>
                      <a:pt x="134" y="184"/>
                      <a:pt x="134" y="184"/>
                    </a:cubicBezTo>
                    <a:cubicBezTo>
                      <a:pt x="137" y="184"/>
                      <a:pt x="139" y="184"/>
                      <a:pt x="141" y="185"/>
                    </a:cubicBezTo>
                    <a:cubicBezTo>
                      <a:pt x="161" y="187"/>
                      <a:pt x="161" y="187"/>
                      <a:pt x="161" y="187"/>
                    </a:cubicBezTo>
                    <a:cubicBezTo>
                      <a:pt x="135" y="155"/>
                      <a:pt x="135" y="155"/>
                      <a:pt x="135" y="155"/>
                    </a:cubicBezTo>
                    <a:cubicBezTo>
                      <a:pt x="13" y="7"/>
                      <a:pt x="13" y="7"/>
                      <a:pt x="13" y="7"/>
                    </a:cubicBezTo>
                    <a:cubicBezTo>
                      <a:pt x="387" y="0"/>
                      <a:pt x="387" y="0"/>
                      <a:pt x="387" y="0"/>
                    </a:cubicBezTo>
                    <a:cubicBezTo>
                      <a:pt x="606" y="245"/>
                      <a:pt x="606" y="245"/>
                      <a:pt x="606" y="245"/>
                    </a:cubicBezTo>
                    <a:cubicBezTo>
                      <a:pt x="333" y="257"/>
                      <a:pt x="333" y="257"/>
                      <a:pt x="333" y="257"/>
                    </a:cubicBezTo>
                    <a:cubicBezTo>
                      <a:pt x="348" y="271"/>
                      <a:pt x="348" y="271"/>
                      <a:pt x="348" y="271"/>
                    </a:cubicBezTo>
                    <a:cubicBezTo>
                      <a:pt x="350" y="272"/>
                      <a:pt x="351" y="273"/>
                      <a:pt x="353" y="274"/>
                    </a:cubicBezTo>
                    <a:cubicBezTo>
                      <a:pt x="357" y="278"/>
                      <a:pt x="357" y="278"/>
                      <a:pt x="357" y="278"/>
                    </a:cubicBezTo>
                    <a:cubicBezTo>
                      <a:pt x="361" y="282"/>
                      <a:pt x="361" y="282"/>
                      <a:pt x="361" y="282"/>
                    </a:cubicBezTo>
                    <a:cubicBezTo>
                      <a:pt x="362" y="283"/>
                      <a:pt x="365" y="287"/>
                      <a:pt x="365" y="287"/>
                    </a:cubicBezTo>
                    <a:cubicBezTo>
                      <a:pt x="370" y="292"/>
                      <a:pt x="370" y="292"/>
                      <a:pt x="370" y="292"/>
                    </a:cubicBezTo>
                    <a:cubicBezTo>
                      <a:pt x="372" y="294"/>
                      <a:pt x="372" y="294"/>
                      <a:pt x="372" y="294"/>
                    </a:cubicBezTo>
                    <a:cubicBezTo>
                      <a:pt x="385" y="309"/>
                      <a:pt x="393" y="325"/>
                      <a:pt x="397" y="339"/>
                    </a:cubicBezTo>
                    <a:cubicBezTo>
                      <a:pt x="400" y="353"/>
                      <a:pt x="399" y="365"/>
                      <a:pt x="393" y="376"/>
                    </a:cubicBezTo>
                    <a:cubicBezTo>
                      <a:pt x="387" y="387"/>
                      <a:pt x="377" y="396"/>
                      <a:pt x="363" y="403"/>
                    </a:cubicBezTo>
                    <a:cubicBezTo>
                      <a:pt x="347" y="410"/>
                      <a:pt x="328" y="415"/>
                      <a:pt x="304" y="416"/>
                    </a:cubicBezTo>
                    <a:cubicBezTo>
                      <a:pt x="299" y="417"/>
                      <a:pt x="294" y="417"/>
                      <a:pt x="289" y="417"/>
                    </a:cubicBezTo>
                    <a:close/>
                  </a:path>
                </a:pathLst>
              </a:custGeom>
              <a:solidFill>
                <a:schemeClr val="accent1"/>
              </a:solidFill>
              <a:ln w="8208">
                <a:solidFill>
                  <a:sysClr val="window" lastClr="FFFFFF"/>
                </a:solidFill>
              </a:ln>
            </p:spPr>
            <p:txBody>
              <a:bodyPr vert="horz" wrap="square" lIns="78794" tIns="39395" rIns="78794" bIns="39395" numCol="1" anchor="t" anchorCtr="0" compatLnSpc="1">
                <a:prstTxWarp prst="textNoShape">
                  <a:avLst/>
                </a:prstTxWarp>
              </a:bodyPr>
              <a:lstStyle/>
              <a:p>
                <a:pPr marL="0" marR="0" lvl="0" indent="0" algn="l" defTabSz="914203" rtl="0" eaLnBrk="1" fontAlgn="auto" latinLnBrk="0" hangingPunct="1">
                  <a:lnSpc>
                    <a:spcPct val="100000"/>
                  </a:lnSpc>
                  <a:spcBef>
                    <a:spcPts val="0"/>
                  </a:spcBef>
                  <a:spcAft>
                    <a:spcPts val="0"/>
                  </a:spcAft>
                  <a:buClrTx/>
                  <a:buSzTx/>
                  <a:buFontTx/>
                  <a:buNone/>
                  <a:tabLst/>
                  <a:defRPr/>
                </a:pPr>
                <a:endParaRPr kumimoji="0" lang="id-ID" sz="1050" b="0" i="0" u="none" strike="noStrike" kern="0" cap="none" spc="0" normalizeH="0" baseline="0" noProof="0">
                  <a:ln>
                    <a:noFill/>
                  </a:ln>
                  <a:solidFill>
                    <a:prstClr val="black"/>
                  </a:solidFill>
                  <a:effectLst/>
                  <a:uLnTx/>
                  <a:uFillTx/>
                  <a:latin typeface="Ubuntu"/>
                  <a:ea typeface="Verdana" panose="020B0604030504040204" pitchFamily="34" charset="0"/>
                  <a:cs typeface="Verdana" panose="020B0604030504040204" pitchFamily="34" charset="0"/>
                </a:endParaRPr>
              </a:p>
            </p:txBody>
          </p:sp>
          <p:sp>
            <p:nvSpPr>
              <p:cNvPr id="99" name="Freeform 245">
                <a:extLst>
                  <a:ext uri="{FF2B5EF4-FFF2-40B4-BE49-F238E27FC236}">
                    <a16:creationId xmlns:a16="http://schemas.microsoft.com/office/drawing/2014/main" id="{CA5E0DC3-5621-443A-92CD-BE53895A2BCF}"/>
                  </a:ext>
                </a:extLst>
              </p:cNvPr>
              <p:cNvSpPr>
                <a:spLocks/>
              </p:cNvSpPr>
              <p:nvPr/>
            </p:nvSpPr>
            <p:spPr bwMode="auto">
              <a:xfrm rot="18900000">
                <a:off x="6794513" y="2766683"/>
                <a:ext cx="1538784" cy="1427455"/>
              </a:xfrm>
              <a:custGeom>
                <a:avLst/>
                <a:gdLst>
                  <a:gd name="T0" fmla="*/ 172 w 590"/>
                  <a:gd name="T1" fmla="*/ 301 h 547"/>
                  <a:gd name="T2" fmla="*/ 156 w 590"/>
                  <a:gd name="T3" fmla="*/ 305 h 547"/>
                  <a:gd name="T4" fmla="*/ 150 w 590"/>
                  <a:gd name="T5" fmla="*/ 307 h 547"/>
                  <a:gd name="T6" fmla="*/ 144 w 590"/>
                  <a:gd name="T7" fmla="*/ 308 h 547"/>
                  <a:gd name="T8" fmla="*/ 138 w 590"/>
                  <a:gd name="T9" fmla="*/ 310 h 547"/>
                  <a:gd name="T10" fmla="*/ 132 w 590"/>
                  <a:gd name="T11" fmla="*/ 311 h 547"/>
                  <a:gd name="T12" fmla="*/ 123 w 590"/>
                  <a:gd name="T13" fmla="*/ 313 h 547"/>
                  <a:gd name="T14" fmla="*/ 121 w 590"/>
                  <a:gd name="T15" fmla="*/ 313 h 547"/>
                  <a:gd name="T16" fmla="*/ 95 w 590"/>
                  <a:gd name="T17" fmla="*/ 315 h 547"/>
                  <a:gd name="T18" fmla="*/ 60 w 590"/>
                  <a:gd name="T19" fmla="*/ 310 h 547"/>
                  <a:gd name="T20" fmla="*/ 19 w 590"/>
                  <a:gd name="T21" fmla="*/ 286 h 547"/>
                  <a:gd name="T22" fmla="*/ 2 w 590"/>
                  <a:gd name="T23" fmla="*/ 244 h 547"/>
                  <a:gd name="T24" fmla="*/ 11 w 590"/>
                  <a:gd name="T25" fmla="*/ 185 h 547"/>
                  <a:gd name="T26" fmla="*/ 50 w 590"/>
                  <a:gd name="T27" fmla="*/ 120 h 547"/>
                  <a:gd name="T28" fmla="*/ 109 w 590"/>
                  <a:gd name="T29" fmla="*/ 63 h 547"/>
                  <a:gd name="T30" fmla="*/ 180 w 590"/>
                  <a:gd name="T31" fmla="*/ 21 h 547"/>
                  <a:gd name="T32" fmla="*/ 254 w 590"/>
                  <a:gd name="T33" fmla="*/ 1 h 547"/>
                  <a:gd name="T34" fmla="*/ 273 w 590"/>
                  <a:gd name="T35" fmla="*/ 0 h 547"/>
                  <a:gd name="T36" fmla="*/ 315 w 590"/>
                  <a:gd name="T37" fmla="*/ 6 h 547"/>
                  <a:gd name="T38" fmla="*/ 353 w 590"/>
                  <a:gd name="T39" fmla="*/ 33 h 547"/>
                  <a:gd name="T40" fmla="*/ 367 w 590"/>
                  <a:gd name="T41" fmla="*/ 77 h 547"/>
                  <a:gd name="T42" fmla="*/ 355 w 590"/>
                  <a:gd name="T43" fmla="*/ 135 h 547"/>
                  <a:gd name="T44" fmla="*/ 354 w 590"/>
                  <a:gd name="T45" fmla="*/ 139 h 547"/>
                  <a:gd name="T46" fmla="*/ 351 w 590"/>
                  <a:gd name="T47" fmla="*/ 145 h 547"/>
                  <a:gd name="T48" fmla="*/ 349 w 590"/>
                  <a:gd name="T49" fmla="*/ 148 h 547"/>
                  <a:gd name="T50" fmla="*/ 346 w 590"/>
                  <a:gd name="T51" fmla="*/ 153 h 547"/>
                  <a:gd name="T52" fmla="*/ 344 w 590"/>
                  <a:gd name="T53" fmla="*/ 158 h 547"/>
                  <a:gd name="T54" fmla="*/ 341 w 590"/>
                  <a:gd name="T55" fmla="*/ 162 h 547"/>
                  <a:gd name="T56" fmla="*/ 340 w 590"/>
                  <a:gd name="T57" fmla="*/ 164 h 547"/>
                  <a:gd name="T58" fmla="*/ 337 w 590"/>
                  <a:gd name="T59" fmla="*/ 169 h 547"/>
                  <a:gd name="T60" fmla="*/ 328 w 590"/>
                  <a:gd name="T61" fmla="*/ 184 h 547"/>
                  <a:gd name="T62" fmla="*/ 590 w 590"/>
                  <a:gd name="T63" fmla="*/ 151 h 547"/>
                  <a:gd name="T64" fmla="*/ 438 w 590"/>
                  <a:gd name="T65" fmla="*/ 489 h 547"/>
                  <a:gd name="T66" fmla="*/ 72 w 590"/>
                  <a:gd name="T67" fmla="*/ 547 h 547"/>
                  <a:gd name="T68" fmla="*/ 172 w 590"/>
                  <a:gd name="T69" fmla="*/ 301 h 5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90" h="547">
                    <a:moveTo>
                      <a:pt x="172" y="301"/>
                    </a:moveTo>
                    <a:cubicBezTo>
                      <a:pt x="156" y="305"/>
                      <a:pt x="156" y="305"/>
                      <a:pt x="156" y="305"/>
                    </a:cubicBezTo>
                    <a:cubicBezTo>
                      <a:pt x="154" y="306"/>
                      <a:pt x="152" y="306"/>
                      <a:pt x="150" y="307"/>
                    </a:cubicBezTo>
                    <a:cubicBezTo>
                      <a:pt x="148" y="307"/>
                      <a:pt x="146" y="308"/>
                      <a:pt x="144" y="308"/>
                    </a:cubicBezTo>
                    <a:cubicBezTo>
                      <a:pt x="138" y="310"/>
                      <a:pt x="138" y="310"/>
                      <a:pt x="138" y="310"/>
                    </a:cubicBezTo>
                    <a:cubicBezTo>
                      <a:pt x="136" y="310"/>
                      <a:pt x="134" y="311"/>
                      <a:pt x="132" y="311"/>
                    </a:cubicBezTo>
                    <a:cubicBezTo>
                      <a:pt x="132" y="311"/>
                      <a:pt x="124" y="312"/>
                      <a:pt x="123" y="313"/>
                    </a:cubicBezTo>
                    <a:cubicBezTo>
                      <a:pt x="121" y="313"/>
                      <a:pt x="121" y="313"/>
                      <a:pt x="121" y="313"/>
                    </a:cubicBezTo>
                    <a:cubicBezTo>
                      <a:pt x="112" y="314"/>
                      <a:pt x="103" y="315"/>
                      <a:pt x="95" y="315"/>
                    </a:cubicBezTo>
                    <a:cubicBezTo>
                      <a:pt x="82" y="315"/>
                      <a:pt x="70" y="313"/>
                      <a:pt x="60" y="310"/>
                    </a:cubicBezTo>
                    <a:cubicBezTo>
                      <a:pt x="43" y="305"/>
                      <a:pt x="29" y="297"/>
                      <a:pt x="19" y="286"/>
                    </a:cubicBezTo>
                    <a:cubicBezTo>
                      <a:pt x="9" y="275"/>
                      <a:pt x="4" y="260"/>
                      <a:pt x="2" y="244"/>
                    </a:cubicBezTo>
                    <a:cubicBezTo>
                      <a:pt x="0" y="226"/>
                      <a:pt x="3" y="206"/>
                      <a:pt x="11" y="185"/>
                    </a:cubicBezTo>
                    <a:cubicBezTo>
                      <a:pt x="20" y="163"/>
                      <a:pt x="33" y="142"/>
                      <a:pt x="50" y="120"/>
                    </a:cubicBezTo>
                    <a:cubicBezTo>
                      <a:pt x="66" y="100"/>
                      <a:pt x="86" y="80"/>
                      <a:pt x="109" y="63"/>
                    </a:cubicBezTo>
                    <a:cubicBezTo>
                      <a:pt x="131" y="46"/>
                      <a:pt x="155" y="32"/>
                      <a:pt x="180" y="21"/>
                    </a:cubicBezTo>
                    <a:cubicBezTo>
                      <a:pt x="206" y="10"/>
                      <a:pt x="231" y="3"/>
                      <a:pt x="254" y="1"/>
                    </a:cubicBezTo>
                    <a:cubicBezTo>
                      <a:pt x="261" y="0"/>
                      <a:pt x="267" y="0"/>
                      <a:pt x="273" y="0"/>
                    </a:cubicBezTo>
                    <a:cubicBezTo>
                      <a:pt x="289" y="0"/>
                      <a:pt x="303" y="2"/>
                      <a:pt x="315" y="6"/>
                    </a:cubicBezTo>
                    <a:cubicBezTo>
                      <a:pt x="331" y="12"/>
                      <a:pt x="344" y="21"/>
                      <a:pt x="353" y="33"/>
                    </a:cubicBezTo>
                    <a:cubicBezTo>
                      <a:pt x="362" y="45"/>
                      <a:pt x="367" y="60"/>
                      <a:pt x="367" y="77"/>
                    </a:cubicBezTo>
                    <a:cubicBezTo>
                      <a:pt x="368" y="95"/>
                      <a:pt x="364" y="115"/>
                      <a:pt x="355" y="135"/>
                    </a:cubicBezTo>
                    <a:cubicBezTo>
                      <a:pt x="355" y="136"/>
                      <a:pt x="354" y="139"/>
                      <a:pt x="354" y="139"/>
                    </a:cubicBezTo>
                    <a:cubicBezTo>
                      <a:pt x="351" y="145"/>
                      <a:pt x="351" y="145"/>
                      <a:pt x="351" y="145"/>
                    </a:cubicBezTo>
                    <a:cubicBezTo>
                      <a:pt x="349" y="148"/>
                      <a:pt x="349" y="148"/>
                      <a:pt x="349" y="148"/>
                    </a:cubicBezTo>
                    <a:cubicBezTo>
                      <a:pt x="346" y="153"/>
                      <a:pt x="346" y="153"/>
                      <a:pt x="346" y="153"/>
                    </a:cubicBezTo>
                    <a:cubicBezTo>
                      <a:pt x="346" y="155"/>
                      <a:pt x="345" y="157"/>
                      <a:pt x="344" y="158"/>
                    </a:cubicBezTo>
                    <a:cubicBezTo>
                      <a:pt x="343" y="160"/>
                      <a:pt x="342" y="161"/>
                      <a:pt x="341" y="162"/>
                    </a:cubicBezTo>
                    <a:cubicBezTo>
                      <a:pt x="340" y="164"/>
                      <a:pt x="340" y="164"/>
                      <a:pt x="340" y="164"/>
                    </a:cubicBezTo>
                    <a:cubicBezTo>
                      <a:pt x="339" y="165"/>
                      <a:pt x="338" y="167"/>
                      <a:pt x="337" y="169"/>
                    </a:cubicBezTo>
                    <a:cubicBezTo>
                      <a:pt x="328" y="184"/>
                      <a:pt x="328" y="184"/>
                      <a:pt x="328" y="184"/>
                    </a:cubicBezTo>
                    <a:cubicBezTo>
                      <a:pt x="590" y="151"/>
                      <a:pt x="590" y="151"/>
                      <a:pt x="590" y="151"/>
                    </a:cubicBezTo>
                    <a:cubicBezTo>
                      <a:pt x="438" y="489"/>
                      <a:pt x="438" y="489"/>
                      <a:pt x="438" y="489"/>
                    </a:cubicBezTo>
                    <a:cubicBezTo>
                      <a:pt x="72" y="547"/>
                      <a:pt x="72" y="547"/>
                      <a:pt x="72" y="547"/>
                    </a:cubicBezTo>
                    <a:lnTo>
                      <a:pt x="172" y="301"/>
                    </a:lnTo>
                    <a:close/>
                  </a:path>
                </a:pathLst>
              </a:custGeom>
              <a:solidFill>
                <a:schemeClr val="accent2"/>
              </a:solidFill>
              <a:ln w="8208">
                <a:solidFill>
                  <a:sysClr val="window" lastClr="FFFFFF"/>
                </a:solidFill>
              </a:ln>
            </p:spPr>
            <p:txBody>
              <a:bodyPr vert="horz" wrap="square" lIns="78794" tIns="39395" rIns="78794" bIns="39395" numCol="1" anchor="t" anchorCtr="0" compatLnSpc="1">
                <a:prstTxWarp prst="textNoShape">
                  <a:avLst/>
                </a:prstTxWarp>
              </a:bodyPr>
              <a:lstStyle/>
              <a:p>
                <a:pPr marL="0" marR="0" lvl="0" indent="0" algn="l" defTabSz="914203" rtl="0" eaLnBrk="1" fontAlgn="auto" latinLnBrk="0" hangingPunct="1">
                  <a:lnSpc>
                    <a:spcPct val="100000"/>
                  </a:lnSpc>
                  <a:spcBef>
                    <a:spcPts val="0"/>
                  </a:spcBef>
                  <a:spcAft>
                    <a:spcPts val="0"/>
                  </a:spcAft>
                  <a:buClrTx/>
                  <a:buSzTx/>
                  <a:buFontTx/>
                  <a:buNone/>
                  <a:tabLst/>
                  <a:defRPr/>
                </a:pPr>
                <a:endParaRPr kumimoji="0" lang="id-ID" sz="1050" b="0" i="0" u="none" strike="noStrike" kern="0" cap="none" spc="0" normalizeH="0" baseline="0" noProof="0">
                  <a:ln>
                    <a:noFill/>
                  </a:ln>
                  <a:solidFill>
                    <a:prstClr val="black"/>
                  </a:solidFill>
                  <a:effectLst/>
                  <a:uLnTx/>
                  <a:uFillTx/>
                  <a:latin typeface="Ubuntu"/>
                  <a:ea typeface="Verdana" panose="020B0604030504040204" pitchFamily="34" charset="0"/>
                  <a:cs typeface="Verdana" panose="020B0604030504040204" pitchFamily="34" charset="0"/>
                </a:endParaRPr>
              </a:p>
            </p:txBody>
          </p:sp>
          <p:sp>
            <p:nvSpPr>
              <p:cNvPr id="100" name="TextBox 99">
                <a:extLst>
                  <a:ext uri="{FF2B5EF4-FFF2-40B4-BE49-F238E27FC236}">
                    <a16:creationId xmlns:a16="http://schemas.microsoft.com/office/drawing/2014/main" id="{B0846FD5-CC2C-4D9D-96CF-771DE41D7B79}"/>
                  </a:ext>
                </a:extLst>
              </p:cNvPr>
              <p:cNvSpPr txBox="1"/>
              <p:nvPr/>
            </p:nvSpPr>
            <p:spPr>
              <a:xfrm rot="19800000">
                <a:off x="4582105" y="4273178"/>
                <a:ext cx="305008" cy="479828"/>
              </a:xfrm>
              <a:prstGeom prst="rect">
                <a:avLst/>
              </a:prstGeom>
              <a:noFill/>
            </p:spPr>
            <p:txBody>
              <a:bodyPr wrap="none" lIns="78794" tIns="39395" rIns="78794" bIns="39395" rtlCol="0">
                <a:spAutoFit/>
              </a:bodyPr>
              <a:lstStyle/>
              <a:p>
                <a:pPr marL="0" marR="0" lvl="0" indent="0" algn="ctr" defTabSz="914203" rtl="0" eaLnBrk="1" fontAlgn="auto" latinLnBrk="0" hangingPunct="1">
                  <a:lnSpc>
                    <a:spcPct val="100000"/>
                  </a:lnSpc>
                  <a:spcBef>
                    <a:spcPts val="0"/>
                  </a:spcBef>
                  <a:spcAft>
                    <a:spcPts val="0"/>
                  </a:spcAft>
                  <a:buClrTx/>
                  <a:buSzTx/>
                  <a:buFontTx/>
                  <a:buNone/>
                  <a:tabLst/>
                  <a:defRPr/>
                </a:pPr>
                <a:endParaRPr kumimoji="0" lang="id-ID" sz="1050" b="0" i="0" u="none" strike="noStrike" kern="0" cap="none" spc="0" normalizeH="0" baseline="0" noProof="0">
                  <a:ln>
                    <a:noFill/>
                  </a:ln>
                  <a:solidFill>
                    <a:prstClr val="black"/>
                  </a:solidFill>
                  <a:effectLst/>
                  <a:uLnTx/>
                  <a:uFillTx/>
                  <a:latin typeface="Ubuntu"/>
                  <a:ea typeface="Verdana" panose="020B0604030504040204" pitchFamily="34" charset="0"/>
                  <a:cs typeface="Verdana" panose="020B0604030504040204" pitchFamily="34" charset="0"/>
                </a:endParaRPr>
              </a:p>
            </p:txBody>
          </p:sp>
        </p:grpSp>
        <p:sp>
          <p:nvSpPr>
            <p:cNvPr id="68" name="Freeform 72">
              <a:extLst>
                <a:ext uri="{FF2B5EF4-FFF2-40B4-BE49-F238E27FC236}">
                  <a16:creationId xmlns:a16="http://schemas.microsoft.com/office/drawing/2014/main" id="{F74BD2C2-2465-4C3B-92F0-441F9ED4D199}"/>
                </a:ext>
              </a:extLst>
            </p:cNvPr>
            <p:cNvSpPr>
              <a:spLocks/>
            </p:cNvSpPr>
            <p:nvPr/>
          </p:nvSpPr>
          <p:spPr bwMode="auto">
            <a:xfrm rot="18900000">
              <a:off x="5702976" y="805238"/>
              <a:ext cx="1429792" cy="1253677"/>
            </a:xfrm>
            <a:custGeom>
              <a:avLst/>
              <a:gdLst>
                <a:gd name="T0" fmla="*/ 3318 w 3325"/>
                <a:gd name="T1" fmla="*/ 1363 h 3564"/>
                <a:gd name="T2" fmla="*/ 1141 w 3325"/>
                <a:gd name="T3" fmla="*/ 1541 h 3564"/>
                <a:gd name="T4" fmla="*/ 15 w 3325"/>
                <a:gd name="T5" fmla="*/ 0 h 3564"/>
                <a:gd name="T6" fmla="*/ 3 w 3325"/>
                <a:gd name="T7" fmla="*/ 0 h 3564"/>
                <a:gd name="T8" fmla="*/ 0 w 3325"/>
                <a:gd name="T9" fmla="*/ 12 h 3564"/>
                <a:gd name="T10" fmla="*/ 1127 w 3325"/>
                <a:gd name="T11" fmla="*/ 1550 h 3564"/>
                <a:gd name="T12" fmla="*/ 426 w 3325"/>
                <a:gd name="T13" fmla="*/ 3555 h 3564"/>
                <a:gd name="T14" fmla="*/ 434 w 3325"/>
                <a:gd name="T15" fmla="*/ 3564 h 3564"/>
                <a:gd name="T16" fmla="*/ 443 w 3325"/>
                <a:gd name="T17" fmla="*/ 3564 h 3564"/>
                <a:gd name="T18" fmla="*/ 1143 w 3325"/>
                <a:gd name="T19" fmla="*/ 1557 h 3564"/>
                <a:gd name="T20" fmla="*/ 3321 w 3325"/>
                <a:gd name="T21" fmla="*/ 1380 h 3564"/>
                <a:gd name="T22" fmla="*/ 3325 w 3325"/>
                <a:gd name="T23" fmla="*/ 1370 h 3564"/>
                <a:gd name="T24" fmla="*/ 3318 w 3325"/>
                <a:gd name="T25" fmla="*/ 1363 h 35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325" h="3564">
                  <a:moveTo>
                    <a:pt x="3318" y="1363"/>
                  </a:moveTo>
                  <a:lnTo>
                    <a:pt x="1141" y="1541"/>
                  </a:lnTo>
                  <a:lnTo>
                    <a:pt x="15" y="0"/>
                  </a:lnTo>
                  <a:lnTo>
                    <a:pt x="3" y="0"/>
                  </a:lnTo>
                  <a:lnTo>
                    <a:pt x="0" y="12"/>
                  </a:lnTo>
                  <a:lnTo>
                    <a:pt x="1127" y="1550"/>
                  </a:lnTo>
                  <a:lnTo>
                    <a:pt x="426" y="3555"/>
                  </a:lnTo>
                  <a:lnTo>
                    <a:pt x="434" y="3564"/>
                  </a:lnTo>
                  <a:lnTo>
                    <a:pt x="443" y="3564"/>
                  </a:lnTo>
                  <a:lnTo>
                    <a:pt x="1143" y="1557"/>
                  </a:lnTo>
                  <a:lnTo>
                    <a:pt x="3321" y="1380"/>
                  </a:lnTo>
                  <a:lnTo>
                    <a:pt x="3325" y="1370"/>
                  </a:lnTo>
                  <a:lnTo>
                    <a:pt x="3318" y="1363"/>
                  </a:lnTo>
                  <a:close/>
                </a:path>
              </a:pathLst>
            </a:custGeom>
            <a:solidFill>
              <a:schemeClr val="accent6">
                <a:alpha val="20000"/>
              </a:schemeClr>
            </a:solidFill>
            <a:ln>
              <a:noFill/>
            </a:ln>
          </p:spPr>
          <p:txBody>
            <a:bodyPr vert="horz" wrap="square" lIns="78794" tIns="39395" rIns="78794" bIns="39395" numCol="1" anchor="t" anchorCtr="0" compatLnSpc="1">
              <a:prstTxWarp prst="textNoShape">
                <a:avLst/>
              </a:prstTxWarp>
            </a:bodyPr>
            <a:lstStyle/>
            <a:p>
              <a:pPr marL="0" marR="0" lvl="0" indent="0" algn="l" defTabSz="914203" rtl="0" eaLnBrk="1" fontAlgn="auto" latinLnBrk="0" hangingPunct="1">
                <a:lnSpc>
                  <a:spcPct val="100000"/>
                </a:lnSpc>
                <a:spcBef>
                  <a:spcPts val="0"/>
                </a:spcBef>
                <a:spcAft>
                  <a:spcPts val="0"/>
                </a:spcAft>
                <a:buClrTx/>
                <a:buSzTx/>
                <a:buFontTx/>
                <a:buNone/>
                <a:tabLst/>
                <a:defRPr/>
              </a:pPr>
              <a:endParaRPr kumimoji="0" lang="id-ID" sz="1050" b="0" i="0" u="none" strike="noStrike" kern="0" cap="none" spc="0" normalizeH="0" baseline="0" noProof="0">
                <a:ln>
                  <a:noFill/>
                </a:ln>
                <a:solidFill>
                  <a:prstClr val="black"/>
                </a:solidFill>
                <a:effectLst/>
                <a:uLnTx/>
                <a:uFillTx/>
                <a:latin typeface="Ubuntu"/>
                <a:ea typeface="+mn-ea"/>
                <a:cs typeface="+mn-cs"/>
              </a:endParaRPr>
            </a:p>
          </p:txBody>
        </p:sp>
      </p:grpSp>
      <p:cxnSp>
        <p:nvCxnSpPr>
          <p:cNvPr id="74" name="Elbow Connector 220">
            <a:extLst>
              <a:ext uri="{FF2B5EF4-FFF2-40B4-BE49-F238E27FC236}">
                <a16:creationId xmlns:a16="http://schemas.microsoft.com/office/drawing/2014/main" id="{8DB6C6ED-D84C-4BE2-B273-0252DDC76E2F}"/>
              </a:ext>
            </a:extLst>
          </p:cNvPr>
          <p:cNvCxnSpPr>
            <a:cxnSpLocks/>
          </p:cNvCxnSpPr>
          <p:nvPr/>
        </p:nvCxnSpPr>
        <p:spPr>
          <a:xfrm>
            <a:off x="7181771" y="519855"/>
            <a:ext cx="840718" cy="313847"/>
          </a:xfrm>
          <a:prstGeom prst="bentConnector2">
            <a:avLst/>
          </a:prstGeom>
          <a:ln w="5472">
            <a:solidFill>
              <a:schemeClr val="bg1"/>
            </a:solidFill>
            <a:tailEnd type="none" w="sm" len="sm"/>
          </a:ln>
        </p:spPr>
        <p:style>
          <a:lnRef idx="1">
            <a:schemeClr val="accent1"/>
          </a:lnRef>
          <a:fillRef idx="0">
            <a:schemeClr val="accent1"/>
          </a:fillRef>
          <a:effectRef idx="0">
            <a:schemeClr val="accent1"/>
          </a:effectRef>
          <a:fontRef idx="minor">
            <a:schemeClr val="tx1"/>
          </a:fontRef>
        </p:style>
      </p:cxnSp>
      <p:sp>
        <p:nvSpPr>
          <p:cNvPr id="101" name="Title 1">
            <a:extLst>
              <a:ext uri="{FF2B5EF4-FFF2-40B4-BE49-F238E27FC236}">
                <a16:creationId xmlns:a16="http://schemas.microsoft.com/office/drawing/2014/main" id="{9AF43A25-DAFF-4CDF-90A4-5A67747E7B9C}"/>
              </a:ext>
            </a:extLst>
          </p:cNvPr>
          <p:cNvSpPr txBox="1">
            <a:spLocks/>
          </p:cNvSpPr>
          <p:nvPr/>
        </p:nvSpPr>
        <p:spPr>
          <a:xfrm>
            <a:off x="3288350" y="129538"/>
            <a:ext cx="5347368" cy="785146"/>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36000" tIns="36000" rIns="36000" bIns="0" rtlCol="0" anchor="t">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pPr marL="0" marR="0" lvl="0" indent="0" algn="l" defTabSz="914400" rtl="0" eaLnBrk="1" fontAlgn="auto" latinLnBrk="0" hangingPunct="1">
              <a:lnSpc>
                <a:spcPct val="150000"/>
              </a:lnSpc>
              <a:spcBef>
                <a:spcPct val="0"/>
              </a:spcBef>
              <a:spcAft>
                <a:spcPts val="0"/>
              </a:spcAft>
              <a:buClrTx/>
              <a:buSzTx/>
              <a:buFontTx/>
              <a:buNone/>
              <a:tabLst/>
              <a:defRPr/>
            </a:pPr>
            <a:r>
              <a:rPr kumimoji="0" lang="en-IN" sz="1800" b="1" i="0" u="none" strike="noStrike" kern="1200" cap="all" spc="0" normalizeH="0" baseline="0" noProof="0">
                <a:ln>
                  <a:noFill/>
                </a:ln>
                <a:solidFill>
                  <a:prstClr val="black"/>
                </a:solidFill>
                <a:effectLst/>
                <a:uLnTx/>
                <a:uFillTx/>
                <a:latin typeface="Ubuntu" panose="020B0504030602030204" pitchFamily="34" charset="0"/>
                <a:ea typeface="+mj-ea"/>
                <a:cs typeface="+mj-cs"/>
              </a:rPr>
              <a:t>Our solution approach  </a:t>
            </a:r>
            <a:br>
              <a:rPr kumimoji="0" lang="en-IN" sz="1600" b="1" i="0" u="none" strike="noStrike" kern="1200" cap="all" spc="0" normalizeH="0" baseline="0" noProof="0">
                <a:ln>
                  <a:noFill/>
                </a:ln>
                <a:solidFill>
                  <a:prstClr val="black"/>
                </a:solidFill>
                <a:effectLst/>
                <a:uLnTx/>
                <a:uFillTx/>
                <a:latin typeface="Ubuntu" panose="020B0504030602030204" pitchFamily="34" charset="0"/>
                <a:ea typeface="+mj-ea"/>
                <a:cs typeface="+mj-cs"/>
              </a:rPr>
            </a:br>
            <a:r>
              <a:rPr kumimoji="0" lang="en-IN" sz="1400" b="0" i="0" u="none" strike="noStrike" kern="1200" cap="none" spc="0" normalizeH="0" baseline="0" noProof="0">
                <a:ln>
                  <a:noFill/>
                </a:ln>
                <a:solidFill>
                  <a:prstClr val="black"/>
                </a:solidFill>
                <a:effectLst/>
                <a:uLnTx/>
                <a:uFillTx/>
                <a:latin typeface="Ubuntu" panose="020B0504030602030204" pitchFamily="34" charset="0"/>
                <a:ea typeface="+mj-ea"/>
                <a:cs typeface="+mj-cs"/>
              </a:rPr>
              <a:t>Key </a:t>
            </a:r>
            <a:r>
              <a:rPr kumimoji="0" lang="en-IN" sz="1400" b="1" i="0" u="none" strike="noStrike" kern="1200" cap="none" spc="0" normalizeH="0" baseline="0" noProof="0">
                <a:ln>
                  <a:noFill/>
                </a:ln>
                <a:solidFill>
                  <a:prstClr val="black"/>
                </a:solidFill>
                <a:effectLst/>
                <a:uLnTx/>
                <a:uFillTx/>
                <a:latin typeface="Ubuntu" panose="020B0504030602030204" pitchFamily="34" charset="0"/>
                <a:ea typeface="+mj-ea"/>
                <a:cs typeface="+mj-cs"/>
              </a:rPr>
              <a:t>building blocks* </a:t>
            </a:r>
            <a:r>
              <a:rPr kumimoji="0" lang="en-IN" sz="1400" b="0" i="0" u="none" strike="noStrike" kern="1200" cap="none" spc="0" normalizeH="0" baseline="0" noProof="0">
                <a:ln>
                  <a:noFill/>
                </a:ln>
                <a:solidFill>
                  <a:prstClr val="black"/>
                </a:solidFill>
                <a:effectLst/>
                <a:uLnTx/>
                <a:uFillTx/>
                <a:latin typeface="Ubuntu" panose="020B0504030602030204" pitchFamily="34" charset="0"/>
                <a:ea typeface="+mj-ea"/>
                <a:cs typeface="+mj-cs"/>
              </a:rPr>
              <a:t>of the platform implementation approach</a:t>
            </a:r>
            <a:endParaRPr kumimoji="0" lang="en-IN" sz="1600" b="0" i="0" u="none" strike="noStrike" kern="1200" cap="all" spc="0" normalizeH="0" baseline="0" noProof="0">
              <a:ln>
                <a:noFill/>
              </a:ln>
              <a:solidFill>
                <a:prstClr val="black"/>
              </a:solidFill>
              <a:effectLst/>
              <a:uLnTx/>
              <a:uFillTx/>
              <a:latin typeface="Ubuntu" panose="020B0504030602030204" pitchFamily="34" charset="0"/>
              <a:ea typeface="+mj-ea"/>
              <a:cs typeface="+mj-cs"/>
            </a:endParaRPr>
          </a:p>
        </p:txBody>
      </p:sp>
      <p:sp>
        <p:nvSpPr>
          <p:cNvPr id="17" name="TextBox 16">
            <a:extLst>
              <a:ext uri="{FF2B5EF4-FFF2-40B4-BE49-F238E27FC236}">
                <a16:creationId xmlns:a16="http://schemas.microsoft.com/office/drawing/2014/main" id="{CF520638-9735-40B4-A7F2-023E144D367D}"/>
              </a:ext>
            </a:extLst>
          </p:cNvPr>
          <p:cNvSpPr txBox="1"/>
          <p:nvPr/>
        </p:nvSpPr>
        <p:spPr>
          <a:xfrm>
            <a:off x="3360871" y="2432285"/>
            <a:ext cx="2599607"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Ubuntu"/>
                <a:ea typeface="+mn-ea"/>
                <a:cs typeface="+mn-cs"/>
              </a:rPr>
              <a:t>Focus on team structure, Governance</a:t>
            </a:r>
          </a:p>
        </p:txBody>
      </p:sp>
      <p:sp>
        <p:nvSpPr>
          <p:cNvPr id="102" name="TextBox 101">
            <a:extLst>
              <a:ext uri="{FF2B5EF4-FFF2-40B4-BE49-F238E27FC236}">
                <a16:creationId xmlns:a16="http://schemas.microsoft.com/office/drawing/2014/main" id="{BBFAB7A9-364A-40A1-83C7-1B1B359AF102}"/>
              </a:ext>
            </a:extLst>
          </p:cNvPr>
          <p:cNvSpPr txBox="1"/>
          <p:nvPr/>
        </p:nvSpPr>
        <p:spPr>
          <a:xfrm>
            <a:off x="3271320" y="1607298"/>
            <a:ext cx="2599607"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Ubuntu"/>
                <a:ea typeface="+mn-ea"/>
                <a:cs typeface="+mn-cs"/>
              </a:rPr>
              <a:t>Consistent Methodology, Value delivery</a:t>
            </a:r>
          </a:p>
        </p:txBody>
      </p:sp>
      <p:sp>
        <p:nvSpPr>
          <p:cNvPr id="103" name="TextBox 102">
            <a:extLst>
              <a:ext uri="{FF2B5EF4-FFF2-40B4-BE49-F238E27FC236}">
                <a16:creationId xmlns:a16="http://schemas.microsoft.com/office/drawing/2014/main" id="{01AAF862-F2EA-4290-BDC6-7CF896F71C50}"/>
              </a:ext>
            </a:extLst>
          </p:cNvPr>
          <p:cNvSpPr txBox="1"/>
          <p:nvPr/>
        </p:nvSpPr>
        <p:spPr>
          <a:xfrm>
            <a:off x="7272643" y="1862612"/>
            <a:ext cx="2599607"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Ubuntu"/>
                <a:ea typeface="+mn-ea"/>
                <a:cs typeface="+mn-cs"/>
              </a:rPr>
              <a:t>Align to existing &amp; revamp for new</a:t>
            </a:r>
          </a:p>
        </p:txBody>
      </p:sp>
      <p:cxnSp>
        <p:nvCxnSpPr>
          <p:cNvPr id="104" name="Straight Connector 103">
            <a:extLst>
              <a:ext uri="{FF2B5EF4-FFF2-40B4-BE49-F238E27FC236}">
                <a16:creationId xmlns:a16="http://schemas.microsoft.com/office/drawing/2014/main" id="{90510A1F-F0CD-4420-B8C0-26A56F18A141}"/>
              </a:ext>
            </a:extLst>
          </p:cNvPr>
          <p:cNvCxnSpPr/>
          <p:nvPr/>
        </p:nvCxnSpPr>
        <p:spPr>
          <a:xfrm>
            <a:off x="3426246" y="3429000"/>
            <a:ext cx="6408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03576CD9-CE67-4C64-8D87-42D89585A147}"/>
              </a:ext>
            </a:extLst>
          </p:cNvPr>
          <p:cNvCxnSpPr/>
          <p:nvPr/>
        </p:nvCxnSpPr>
        <p:spPr>
          <a:xfrm>
            <a:off x="9485793" y="1187377"/>
            <a:ext cx="2736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6" name="TextBox 105">
            <a:extLst>
              <a:ext uri="{FF2B5EF4-FFF2-40B4-BE49-F238E27FC236}">
                <a16:creationId xmlns:a16="http://schemas.microsoft.com/office/drawing/2014/main" id="{A5C34514-499B-46A8-BEA6-7F9DBAE14055}"/>
              </a:ext>
            </a:extLst>
          </p:cNvPr>
          <p:cNvSpPr txBox="1"/>
          <p:nvPr/>
        </p:nvSpPr>
        <p:spPr>
          <a:xfrm>
            <a:off x="3442379" y="3705738"/>
            <a:ext cx="2030956" cy="338554"/>
          </a:xfrm>
          <a:prstGeom prst="rect">
            <a:avLst/>
          </a:prstGeom>
          <a:noFill/>
        </p:spPr>
        <p:txBody>
          <a:bodyPr wrap="square">
            <a:spAutoFit/>
          </a:bodyPr>
          <a:lstStyle/>
          <a:p>
            <a:pPr marL="0" marR="0" lvl="0" indent="0" algn="l" defTabSz="914400" rtl="0" eaLnBrk="1" fontAlgn="auto" latinLnBrk="0" hangingPunct="1">
              <a:lnSpc>
                <a:spcPct val="100000"/>
              </a:lnSpc>
              <a:spcBef>
                <a:spcPct val="0"/>
              </a:spcBef>
              <a:spcAft>
                <a:spcPts val="1200"/>
              </a:spcAft>
              <a:buClrTx/>
              <a:buSzTx/>
              <a:buFontTx/>
              <a:buNone/>
              <a:tabLst/>
              <a:defRPr/>
            </a:pPr>
            <a:r>
              <a:rPr kumimoji="0" lang="en-GB" sz="1600" b="1" i="0" u="none" strike="noStrike" kern="1200" cap="all" spc="0" normalizeH="0" baseline="0" noProof="0">
                <a:ln>
                  <a:noFill/>
                </a:ln>
                <a:solidFill>
                  <a:prstClr val="black"/>
                </a:solidFill>
                <a:effectLst/>
                <a:uLnTx/>
                <a:uFillTx/>
                <a:latin typeface="Ubuntu" panose="020B0504030602030204" pitchFamily="34" charset="0"/>
                <a:ea typeface="+mn-ea"/>
                <a:cs typeface="+mn-cs"/>
              </a:rPr>
              <a:t>Key Activities</a:t>
            </a:r>
          </a:p>
        </p:txBody>
      </p:sp>
      <p:sp>
        <p:nvSpPr>
          <p:cNvPr id="107" name="TextBox 106">
            <a:extLst>
              <a:ext uri="{FF2B5EF4-FFF2-40B4-BE49-F238E27FC236}">
                <a16:creationId xmlns:a16="http://schemas.microsoft.com/office/drawing/2014/main" id="{175A641F-0514-4D2B-BE91-8721A5BD194A}"/>
              </a:ext>
            </a:extLst>
          </p:cNvPr>
          <p:cNvSpPr txBox="1"/>
          <p:nvPr/>
        </p:nvSpPr>
        <p:spPr>
          <a:xfrm>
            <a:off x="3553899" y="4026673"/>
            <a:ext cx="2362824" cy="1473050"/>
          </a:xfrm>
          <a:prstGeom prst="rect">
            <a:avLst/>
          </a:prstGeom>
          <a:noFill/>
        </p:spPr>
        <p:txBody>
          <a:bodyPr wrap="square">
            <a:noAutofit/>
          </a:bodyPr>
          <a:lstStyle/>
          <a:p>
            <a:pPr marL="0" marR="0" lvl="0" indent="0" algn="l" defTabSz="914400" rtl="0" eaLnBrk="1" fontAlgn="auto" latinLnBrk="0" hangingPunct="1">
              <a:lnSpc>
                <a:spcPct val="100000"/>
              </a:lnSpc>
              <a:spcBef>
                <a:spcPct val="0"/>
              </a:spcBef>
              <a:spcAft>
                <a:spcPts val="1200"/>
              </a:spcAft>
              <a:buClrTx/>
              <a:buSzTx/>
              <a:buFontTx/>
              <a:buNone/>
              <a:tabLst/>
              <a:defRPr/>
            </a:pPr>
            <a:r>
              <a:rPr kumimoji="0" lang="en-GB" sz="1400" b="1" i="0" u="none" strike="noStrike" kern="1200" cap="none" spc="0" normalizeH="0" baseline="0" noProof="0">
                <a:ln>
                  <a:noFill/>
                </a:ln>
                <a:solidFill>
                  <a:prstClr val="black"/>
                </a:solidFill>
                <a:effectLst/>
                <a:uLnTx/>
                <a:uFillTx/>
                <a:latin typeface="Ubuntu"/>
                <a:ea typeface="+mn-ea"/>
                <a:cs typeface="+mn-cs"/>
              </a:rPr>
              <a:t>Build</a:t>
            </a:r>
            <a:endParaRPr kumimoji="0" lang="en-GB" sz="1200" b="1"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ct val="0"/>
              </a:spcBef>
              <a:spcAft>
                <a:spcPts val="0"/>
              </a:spcAft>
              <a:buClrTx/>
              <a:buSzTx/>
              <a:buFont typeface="Arial" panose="020B0604020202020204" pitchFamily="34" charset="0"/>
              <a:buChar char="•"/>
              <a:tabLst/>
              <a:defRPr/>
            </a:pPr>
            <a:r>
              <a:rPr kumimoji="0" lang="en-GB" sz="800" b="0" i="0" u="none" strike="noStrike" kern="1200" cap="none" spc="0" normalizeH="0" baseline="0" noProof="0">
                <a:ln>
                  <a:noFill/>
                </a:ln>
                <a:solidFill>
                  <a:prstClr val="black"/>
                </a:solidFill>
                <a:effectLst/>
                <a:uLnTx/>
                <a:uFillTx/>
                <a:latin typeface="Ubuntu"/>
                <a:ea typeface="+mn-ea"/>
                <a:cs typeface="+mn-cs"/>
              </a:rPr>
              <a:t>Understand requirements</a:t>
            </a:r>
          </a:p>
          <a:p>
            <a:pPr marL="171450" marR="0" lvl="0" indent="-171450" algn="l" defTabSz="914400" rtl="0" eaLnBrk="1" fontAlgn="auto" latinLnBrk="0" hangingPunct="1">
              <a:lnSpc>
                <a:spcPct val="100000"/>
              </a:lnSpc>
              <a:spcBef>
                <a:spcPct val="0"/>
              </a:spcBef>
              <a:spcAft>
                <a:spcPts val="0"/>
              </a:spcAft>
              <a:buClrTx/>
              <a:buSzTx/>
              <a:buFont typeface="Arial" panose="020B0604020202020204" pitchFamily="34" charset="0"/>
              <a:buChar char="•"/>
              <a:tabLst/>
              <a:defRPr/>
            </a:pPr>
            <a:r>
              <a:rPr kumimoji="0" lang="en-GB" sz="800" b="0" i="0" u="none" strike="noStrike" kern="1200" cap="none" spc="0" normalizeH="0" baseline="0" noProof="0">
                <a:ln>
                  <a:noFill/>
                </a:ln>
                <a:solidFill>
                  <a:prstClr val="black"/>
                </a:solidFill>
                <a:effectLst/>
                <a:uLnTx/>
                <a:uFillTx/>
                <a:latin typeface="Ubuntu"/>
                <a:ea typeface="+mn-ea"/>
                <a:cs typeface="+mn-cs"/>
              </a:rPr>
              <a:t>Define optimal solution Design</a:t>
            </a:r>
          </a:p>
          <a:p>
            <a:pPr marL="171450" marR="0" lvl="0" indent="-171450" algn="l" defTabSz="914400" rtl="0" eaLnBrk="1" fontAlgn="auto" latinLnBrk="0" hangingPunct="1">
              <a:lnSpc>
                <a:spcPct val="100000"/>
              </a:lnSpc>
              <a:spcBef>
                <a:spcPct val="0"/>
              </a:spcBef>
              <a:spcAft>
                <a:spcPts val="0"/>
              </a:spcAft>
              <a:buClrTx/>
              <a:buSzTx/>
              <a:buFont typeface="Arial" panose="020B0604020202020204" pitchFamily="34" charset="0"/>
              <a:buChar char="•"/>
              <a:tabLst/>
              <a:defRPr/>
            </a:pPr>
            <a:r>
              <a:rPr kumimoji="0" lang="en-GB" sz="800" b="0" i="0" u="none" strike="noStrike" kern="1200" cap="none" spc="0" normalizeH="0" baseline="0" noProof="0">
                <a:ln>
                  <a:noFill/>
                </a:ln>
                <a:solidFill>
                  <a:prstClr val="black"/>
                </a:solidFill>
                <a:effectLst/>
                <a:uLnTx/>
                <a:uFillTx/>
                <a:latin typeface="Ubuntu"/>
                <a:ea typeface="+mn-ea"/>
                <a:cs typeface="+mn-cs"/>
              </a:rPr>
              <a:t>Adapt best practices</a:t>
            </a:r>
          </a:p>
          <a:p>
            <a:pPr marL="171450" marR="0" lvl="0" indent="-171450" algn="l" defTabSz="914400" rtl="0" eaLnBrk="1" fontAlgn="auto" latinLnBrk="0" hangingPunct="1">
              <a:lnSpc>
                <a:spcPct val="100000"/>
              </a:lnSpc>
              <a:spcBef>
                <a:spcPct val="0"/>
              </a:spcBef>
              <a:spcAft>
                <a:spcPts val="0"/>
              </a:spcAft>
              <a:buClrTx/>
              <a:buSzTx/>
              <a:buFont typeface="Arial" panose="020B0604020202020204" pitchFamily="34" charset="0"/>
              <a:buChar char="•"/>
              <a:tabLst/>
              <a:defRPr/>
            </a:pPr>
            <a:r>
              <a:rPr kumimoji="0" lang="en-GB" sz="800" b="0" i="0" u="none" strike="noStrike" kern="1200" cap="none" spc="0" normalizeH="0" baseline="0" noProof="0">
                <a:ln>
                  <a:noFill/>
                </a:ln>
                <a:solidFill>
                  <a:prstClr val="black"/>
                </a:solidFill>
                <a:effectLst/>
                <a:uLnTx/>
                <a:uFillTx/>
                <a:latin typeface="Ubuntu"/>
                <a:ea typeface="+mn-ea"/>
                <a:cs typeface="+mn-cs"/>
              </a:rPr>
              <a:t>Develop for Design</a:t>
            </a:r>
          </a:p>
          <a:p>
            <a:pPr marL="171450" marR="0" lvl="0" indent="-171450" algn="l" defTabSz="914400" rtl="0" eaLnBrk="1" fontAlgn="auto" latinLnBrk="0" hangingPunct="1">
              <a:lnSpc>
                <a:spcPct val="100000"/>
              </a:lnSpc>
              <a:spcBef>
                <a:spcPct val="0"/>
              </a:spcBef>
              <a:spcAft>
                <a:spcPts val="0"/>
              </a:spcAft>
              <a:buClrTx/>
              <a:buSzTx/>
              <a:buFont typeface="Arial" panose="020B0604020202020204" pitchFamily="34" charset="0"/>
              <a:buChar char="•"/>
              <a:tabLst/>
              <a:defRPr/>
            </a:pPr>
            <a:r>
              <a:rPr kumimoji="0" lang="en-GB" sz="800" b="0" i="0" u="none" strike="noStrike" kern="1200" cap="none" spc="0" normalizeH="0" baseline="0" noProof="0">
                <a:ln>
                  <a:noFill/>
                </a:ln>
                <a:solidFill>
                  <a:prstClr val="black"/>
                </a:solidFill>
                <a:effectLst/>
                <a:uLnTx/>
                <a:uFillTx/>
                <a:latin typeface="Ubuntu"/>
                <a:ea typeface="+mn-ea"/>
                <a:cs typeface="+mn-cs"/>
              </a:rPr>
              <a:t>Integrate seamlessly</a:t>
            </a:r>
          </a:p>
          <a:p>
            <a:pPr marL="171450" marR="0" lvl="0" indent="-171450" algn="l" defTabSz="914400" rtl="0" eaLnBrk="1" fontAlgn="auto" latinLnBrk="0" hangingPunct="1">
              <a:lnSpc>
                <a:spcPct val="100000"/>
              </a:lnSpc>
              <a:spcBef>
                <a:spcPct val="0"/>
              </a:spcBef>
              <a:spcAft>
                <a:spcPts val="0"/>
              </a:spcAft>
              <a:buClrTx/>
              <a:buSzTx/>
              <a:buFont typeface="Arial" panose="020B0604020202020204" pitchFamily="34" charset="0"/>
              <a:buChar char="•"/>
              <a:tabLst/>
              <a:defRPr/>
            </a:pPr>
            <a:r>
              <a:rPr kumimoji="0" lang="en-GB" sz="800" b="0" i="0" u="none" strike="noStrike" kern="1200" cap="none" spc="0" normalizeH="0" baseline="0" noProof="0">
                <a:ln>
                  <a:noFill/>
                </a:ln>
                <a:solidFill>
                  <a:prstClr val="black"/>
                </a:solidFill>
                <a:effectLst/>
                <a:uLnTx/>
                <a:uFillTx/>
                <a:latin typeface="Ubuntu"/>
                <a:ea typeface="+mn-ea"/>
                <a:cs typeface="+mn-cs"/>
              </a:rPr>
              <a:t>Unit test, validate and promote</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GB" sz="1000" b="0" i="0" u="none" strike="noStrike" kern="1200" cap="none" spc="0" normalizeH="0" baseline="0" noProof="0">
              <a:ln>
                <a:noFill/>
              </a:ln>
              <a:solidFill>
                <a:prstClr val="black"/>
              </a:solidFill>
              <a:effectLst/>
              <a:uLnTx/>
              <a:uFillTx/>
              <a:latin typeface="Ubuntu"/>
              <a:ea typeface="+mn-ea"/>
              <a:cs typeface="+mn-cs"/>
            </a:endParaRPr>
          </a:p>
        </p:txBody>
      </p:sp>
      <p:pic>
        <p:nvPicPr>
          <p:cNvPr id="108" name="Picture 107">
            <a:extLst>
              <a:ext uri="{FF2B5EF4-FFF2-40B4-BE49-F238E27FC236}">
                <a16:creationId xmlns:a16="http://schemas.microsoft.com/office/drawing/2014/main" id="{07E2978B-E8A8-41BB-A058-C6E066E86EDF}"/>
              </a:ext>
            </a:extLst>
          </p:cNvPr>
          <p:cNvPicPr>
            <a:picLocks noChangeAspect="1"/>
          </p:cNvPicPr>
          <p:nvPr/>
        </p:nvPicPr>
        <p:blipFill rotWithShape="1">
          <a:blip r:embed="rId7"/>
          <a:srcRect l="69227" t="92571" b="1569"/>
          <a:stretch/>
        </p:blipFill>
        <p:spPr>
          <a:xfrm>
            <a:off x="3927173" y="6475197"/>
            <a:ext cx="1440931" cy="210060"/>
          </a:xfrm>
          <a:prstGeom prst="rect">
            <a:avLst/>
          </a:prstGeom>
        </p:spPr>
      </p:pic>
      <p:sp>
        <p:nvSpPr>
          <p:cNvPr id="62" name="TextBox 61">
            <a:extLst>
              <a:ext uri="{FF2B5EF4-FFF2-40B4-BE49-F238E27FC236}">
                <a16:creationId xmlns:a16="http://schemas.microsoft.com/office/drawing/2014/main" id="{5A3CD30A-0CB5-4CDD-8266-B1223A8A93D6}"/>
              </a:ext>
            </a:extLst>
          </p:cNvPr>
          <p:cNvSpPr txBox="1"/>
          <p:nvPr/>
        </p:nvSpPr>
        <p:spPr>
          <a:xfrm>
            <a:off x="9840363" y="1349282"/>
            <a:ext cx="2331943" cy="5023364"/>
          </a:xfrm>
          <a:prstGeom prst="rect">
            <a:avLst/>
          </a:prstGeom>
          <a:noFill/>
        </p:spPr>
        <p:txBody>
          <a:bodyPr vert="horz" wrap="square" lIns="90000" tIns="46800" rIns="90000" bIns="46800" rtlCol="0" anchor="t">
            <a:spAutoFit/>
          </a:bodyPr>
          <a:lstStyle/>
          <a:p>
            <a:pPr marL="0" marR="0" lvl="0" indent="0" algn="l" defTabSz="914400" rtl="0" eaLnBrk="1" fontAlgn="auto" latinLnBrk="0" hangingPunct="1">
              <a:lnSpc>
                <a:spcPct val="100000"/>
              </a:lnSpc>
              <a:spcBef>
                <a:spcPct val="0"/>
              </a:spcBef>
              <a:spcAft>
                <a:spcPts val="1200"/>
              </a:spcAft>
              <a:buClrTx/>
              <a:buSzTx/>
              <a:buFontTx/>
              <a:buNone/>
              <a:tabLst/>
              <a:defRPr/>
            </a:pPr>
            <a:r>
              <a:rPr kumimoji="0" lang="en-GB" sz="1400" b="1" i="0" u="none" strike="noStrike" kern="1200" cap="none" spc="0" normalizeH="0" baseline="0" noProof="0">
                <a:ln>
                  <a:noFill/>
                </a:ln>
                <a:solidFill>
                  <a:srgbClr val="FFFFFF"/>
                </a:solidFill>
                <a:effectLst/>
                <a:uLnTx/>
                <a:uFillTx/>
                <a:latin typeface="Ubuntu"/>
                <a:ea typeface="+mn-ea"/>
                <a:cs typeface="+mn-cs"/>
              </a:rPr>
              <a:t>Build</a:t>
            </a:r>
          </a:p>
          <a:p>
            <a:pPr marL="171450" marR="0" lvl="0" indent="-171450" algn="l" defTabSz="914400" rtl="0" eaLnBrk="1" fontAlgn="auto" latinLnBrk="0" hangingPunct="1">
              <a:lnSpc>
                <a:spcPct val="120000"/>
              </a:lnSpc>
              <a:spcBef>
                <a:spcPct val="0"/>
              </a:spcBef>
              <a:spcAft>
                <a:spcPts val="0"/>
              </a:spcAft>
              <a:buClrTx/>
              <a:buSzTx/>
              <a:buFont typeface="Wingdings" panose="05000000000000000000" pitchFamily="2" charset="2"/>
              <a:buChar char="§"/>
              <a:tabLst/>
              <a:defRPr/>
            </a:pPr>
            <a:r>
              <a:rPr kumimoji="0" lang="en-GB" sz="1000" b="0" i="0" u="none" strike="noStrike" kern="1200" cap="none" spc="0" normalizeH="0" baseline="0" noProof="0">
                <a:ln>
                  <a:noFill/>
                </a:ln>
                <a:solidFill>
                  <a:srgbClr val="ECECEC">
                    <a:lumMod val="90000"/>
                  </a:srgbClr>
                </a:solidFill>
                <a:effectLst/>
                <a:uLnTx/>
                <a:uFillTx/>
                <a:latin typeface="Ubuntu"/>
                <a:ea typeface="+mn-ea"/>
                <a:cs typeface="+mn-cs"/>
              </a:rPr>
              <a:t>Guidewire Code with Design</a:t>
            </a:r>
          </a:p>
          <a:p>
            <a:pPr marL="171450" marR="0" lvl="0" indent="-171450" algn="l" defTabSz="914400" rtl="0" eaLnBrk="1" fontAlgn="auto" latinLnBrk="0" hangingPunct="1">
              <a:lnSpc>
                <a:spcPct val="120000"/>
              </a:lnSpc>
              <a:spcBef>
                <a:spcPct val="0"/>
              </a:spcBef>
              <a:spcAft>
                <a:spcPts val="0"/>
              </a:spcAft>
              <a:buClrTx/>
              <a:buSzTx/>
              <a:buFont typeface="Wingdings" panose="05000000000000000000" pitchFamily="2" charset="2"/>
              <a:buChar char="§"/>
              <a:tabLst/>
              <a:defRPr/>
            </a:pPr>
            <a:r>
              <a:rPr kumimoji="0" lang="en-GB" sz="1000" b="0" i="0" u="none" strike="noStrike" kern="1200" cap="none" spc="0" normalizeH="0" baseline="0" noProof="0">
                <a:ln>
                  <a:noFill/>
                </a:ln>
                <a:solidFill>
                  <a:srgbClr val="ECECEC">
                    <a:lumMod val="90000"/>
                  </a:srgbClr>
                </a:solidFill>
                <a:effectLst/>
                <a:uLnTx/>
                <a:uFillTx/>
                <a:latin typeface="Ubuntu"/>
                <a:ea typeface="+mn-ea"/>
                <a:cs typeface="+mn-cs"/>
              </a:rPr>
              <a:t>Integration Mapping, Design &amp; Code</a:t>
            </a:r>
          </a:p>
          <a:p>
            <a:pPr marL="171450" marR="0" lvl="0" indent="-171450" algn="l" defTabSz="914400" rtl="0" eaLnBrk="1" fontAlgn="auto" latinLnBrk="0" hangingPunct="1">
              <a:lnSpc>
                <a:spcPct val="120000"/>
              </a:lnSpc>
              <a:spcBef>
                <a:spcPct val="0"/>
              </a:spcBef>
              <a:spcAft>
                <a:spcPts val="0"/>
              </a:spcAft>
              <a:buClrTx/>
              <a:buSzTx/>
              <a:buFont typeface="Wingdings" panose="05000000000000000000" pitchFamily="2" charset="2"/>
              <a:buChar char="§"/>
              <a:tabLst/>
              <a:defRPr/>
            </a:pPr>
            <a:r>
              <a:rPr kumimoji="0" lang="en-GB" sz="1000" b="0" i="0" u="none" strike="noStrike" kern="1200" cap="none" spc="0" normalizeH="0" baseline="0" noProof="0">
                <a:ln>
                  <a:noFill/>
                </a:ln>
                <a:solidFill>
                  <a:srgbClr val="ECECEC">
                    <a:lumMod val="90000"/>
                  </a:srgbClr>
                </a:solidFill>
                <a:effectLst/>
                <a:uLnTx/>
                <a:uFillTx/>
                <a:latin typeface="Ubuntu"/>
                <a:ea typeface="+mn-ea"/>
                <a:cs typeface="+mn-cs"/>
              </a:rPr>
              <a:t>Code Development Package</a:t>
            </a:r>
          </a:p>
          <a:p>
            <a:pPr marL="0" marR="0" lvl="0" indent="0" algn="l" defTabSz="914400" rtl="0" eaLnBrk="1" fontAlgn="auto" latinLnBrk="0" hangingPunct="1">
              <a:lnSpc>
                <a:spcPct val="120000"/>
              </a:lnSpc>
              <a:spcBef>
                <a:spcPct val="0"/>
              </a:spcBef>
              <a:spcAft>
                <a:spcPts val="0"/>
              </a:spcAft>
              <a:buClrTx/>
              <a:buSzTx/>
              <a:buFontTx/>
              <a:buNone/>
              <a:tabLst/>
              <a:defRPr/>
            </a:pPr>
            <a:endParaRPr kumimoji="0" lang="en-GB" sz="1050" b="0" i="0" u="none" strike="noStrike" kern="1200" cap="none" spc="0" normalizeH="0" baseline="0" noProof="0">
              <a:ln>
                <a:noFill/>
              </a:ln>
              <a:solidFill>
                <a:srgbClr val="ECECEC">
                  <a:lumMod val="90000"/>
                </a:srgbClr>
              </a:solidFill>
              <a:effectLst/>
              <a:uLnTx/>
              <a:uFillTx/>
              <a:latin typeface="Ubuntu"/>
              <a:ea typeface="+mn-ea"/>
              <a:cs typeface="+mn-cs"/>
            </a:endParaRPr>
          </a:p>
          <a:p>
            <a:pPr marL="0" marR="0" lvl="0" indent="0" algn="l" defTabSz="914400" rtl="0" eaLnBrk="1" fontAlgn="auto" latinLnBrk="0" hangingPunct="1">
              <a:lnSpc>
                <a:spcPct val="120000"/>
              </a:lnSpc>
              <a:spcBef>
                <a:spcPct val="0"/>
              </a:spcBef>
              <a:spcAft>
                <a:spcPts val="0"/>
              </a:spcAft>
              <a:buClrTx/>
              <a:buSzTx/>
              <a:buFontTx/>
              <a:buNone/>
              <a:tabLst/>
              <a:defRPr/>
            </a:pPr>
            <a:r>
              <a:rPr kumimoji="0" lang="en-GB" sz="1400" b="1" i="0" u="none" strike="noStrike" kern="1200" cap="none" spc="0" normalizeH="0" baseline="0" noProof="0">
                <a:ln>
                  <a:noFill/>
                </a:ln>
                <a:solidFill>
                  <a:srgbClr val="FFFFFF"/>
                </a:solidFill>
                <a:effectLst/>
                <a:uLnTx/>
                <a:uFillTx/>
                <a:latin typeface="Ubuntu"/>
                <a:ea typeface="+mn-ea"/>
                <a:cs typeface="+mn-cs"/>
              </a:rPr>
              <a:t>Test</a:t>
            </a:r>
          </a:p>
          <a:p>
            <a:pPr marL="171450" marR="0" lvl="0" indent="-171450" algn="l" defTabSz="914400" rtl="0" eaLnBrk="1" fontAlgn="auto" latinLnBrk="0" hangingPunct="1">
              <a:lnSpc>
                <a:spcPct val="120000"/>
              </a:lnSpc>
              <a:spcBef>
                <a:spcPct val="0"/>
              </a:spcBef>
              <a:spcAft>
                <a:spcPts val="0"/>
              </a:spcAft>
              <a:buClrTx/>
              <a:buSzTx/>
              <a:buFont typeface="Wingdings" panose="05000000000000000000" pitchFamily="2" charset="2"/>
              <a:buChar char="§"/>
              <a:tabLst/>
              <a:defRPr/>
            </a:pPr>
            <a:r>
              <a:rPr kumimoji="0" lang="en-GB" sz="1000" b="0" i="0" u="none" strike="noStrike" kern="1200" cap="none" spc="0" normalizeH="0" baseline="0" noProof="0">
                <a:ln>
                  <a:noFill/>
                </a:ln>
                <a:solidFill>
                  <a:srgbClr val="ECECEC">
                    <a:lumMod val="90000"/>
                  </a:srgbClr>
                </a:solidFill>
                <a:effectLst/>
                <a:uLnTx/>
                <a:uFillTx/>
                <a:latin typeface="Ubuntu"/>
                <a:ea typeface="+mn-ea"/>
                <a:cs typeface="+mn-cs"/>
              </a:rPr>
              <a:t>Functional Platform with Continuous Integration</a:t>
            </a:r>
          </a:p>
          <a:p>
            <a:pPr marL="171450" marR="0" lvl="0" indent="-171450" algn="l" defTabSz="914400" rtl="0" eaLnBrk="1" fontAlgn="auto" latinLnBrk="0" hangingPunct="1">
              <a:lnSpc>
                <a:spcPct val="120000"/>
              </a:lnSpc>
              <a:spcBef>
                <a:spcPct val="0"/>
              </a:spcBef>
              <a:spcAft>
                <a:spcPts val="0"/>
              </a:spcAft>
              <a:buClrTx/>
              <a:buSzTx/>
              <a:buFont typeface="Wingdings" panose="05000000000000000000" pitchFamily="2" charset="2"/>
              <a:buChar char="§"/>
              <a:tabLst/>
              <a:defRPr/>
            </a:pPr>
            <a:r>
              <a:rPr kumimoji="0" lang="en-GB" sz="1000" b="0" i="0" u="none" strike="noStrike" kern="1200" cap="none" spc="0" normalizeH="0" baseline="0" noProof="0">
                <a:ln>
                  <a:noFill/>
                </a:ln>
                <a:solidFill>
                  <a:srgbClr val="ECECEC">
                    <a:lumMod val="90000"/>
                  </a:srgbClr>
                </a:solidFill>
                <a:effectLst/>
                <a:uLnTx/>
                <a:uFillTx/>
                <a:latin typeface="Ubuntu"/>
                <a:ea typeface="+mn-ea"/>
                <a:cs typeface="+mn-cs"/>
              </a:rPr>
              <a:t>Functional Automation Scripts &amp; Execution pack</a:t>
            </a:r>
          </a:p>
          <a:p>
            <a:pPr marL="171450" marR="0" lvl="0" indent="-171450" algn="l" defTabSz="914400" rtl="0" eaLnBrk="1" fontAlgn="auto" latinLnBrk="0" hangingPunct="1">
              <a:lnSpc>
                <a:spcPct val="120000"/>
              </a:lnSpc>
              <a:spcBef>
                <a:spcPct val="0"/>
              </a:spcBef>
              <a:spcAft>
                <a:spcPts val="0"/>
              </a:spcAft>
              <a:buClrTx/>
              <a:buSzTx/>
              <a:buFont typeface="Wingdings" panose="05000000000000000000" pitchFamily="2" charset="2"/>
              <a:buChar char="§"/>
              <a:tabLst/>
              <a:defRPr/>
            </a:pPr>
            <a:r>
              <a:rPr kumimoji="0" lang="en-GB" sz="1000" b="0" i="0" u="none" strike="noStrike" kern="1200" cap="none" spc="0" normalizeH="0" baseline="0" noProof="0">
                <a:ln>
                  <a:noFill/>
                </a:ln>
                <a:solidFill>
                  <a:srgbClr val="ECECEC">
                    <a:lumMod val="90000"/>
                  </a:srgbClr>
                </a:solidFill>
                <a:effectLst/>
                <a:uLnTx/>
                <a:uFillTx/>
                <a:latin typeface="Ubuntu"/>
                <a:ea typeface="+mn-ea"/>
                <a:cs typeface="+mn-cs"/>
              </a:rPr>
              <a:t>Test Design, Scenarios &amp; Cases with Results</a:t>
            </a:r>
          </a:p>
          <a:p>
            <a:pPr marL="171450" marR="0" lvl="0" indent="-171450" algn="l" defTabSz="914400" rtl="0" eaLnBrk="1" fontAlgn="auto" latinLnBrk="0" hangingPunct="1">
              <a:lnSpc>
                <a:spcPct val="120000"/>
              </a:lnSpc>
              <a:spcBef>
                <a:spcPct val="0"/>
              </a:spcBef>
              <a:spcAft>
                <a:spcPts val="0"/>
              </a:spcAft>
              <a:buClrTx/>
              <a:buSzTx/>
              <a:buFont typeface="Wingdings" panose="05000000000000000000" pitchFamily="2" charset="2"/>
              <a:buChar char="§"/>
              <a:tabLst/>
              <a:defRPr/>
            </a:pPr>
            <a:r>
              <a:rPr kumimoji="0" lang="en-GB" sz="1000" b="0" i="0" u="none" strike="noStrike" kern="1200" cap="none" spc="0" normalizeH="0" baseline="0" noProof="0">
                <a:ln>
                  <a:noFill/>
                </a:ln>
                <a:solidFill>
                  <a:srgbClr val="ECECEC">
                    <a:lumMod val="90000"/>
                  </a:srgbClr>
                </a:solidFill>
                <a:effectLst/>
                <a:uLnTx/>
                <a:uFillTx/>
                <a:latin typeface="Ubuntu"/>
                <a:ea typeface="+mn-ea"/>
                <a:cs typeface="+mn-cs"/>
              </a:rPr>
              <a:t>QA certified code base</a:t>
            </a:r>
          </a:p>
          <a:p>
            <a:pPr marL="0" marR="0" lvl="0" indent="0" algn="l" defTabSz="914400" rtl="0" eaLnBrk="1" fontAlgn="auto" latinLnBrk="0" hangingPunct="1">
              <a:lnSpc>
                <a:spcPct val="120000"/>
              </a:lnSpc>
              <a:spcBef>
                <a:spcPct val="0"/>
              </a:spcBef>
              <a:spcAft>
                <a:spcPts val="0"/>
              </a:spcAft>
              <a:buClrTx/>
              <a:buSzTx/>
              <a:buFontTx/>
              <a:buNone/>
              <a:tabLst/>
              <a:defRPr/>
            </a:pPr>
            <a:endParaRPr kumimoji="0" lang="en-GB" sz="1400" b="1" i="0" u="none" strike="noStrike" kern="1200" cap="none" spc="0" normalizeH="0" baseline="0" noProof="0">
              <a:ln>
                <a:noFill/>
              </a:ln>
              <a:solidFill>
                <a:srgbClr val="FFFFFF"/>
              </a:solidFill>
              <a:effectLst/>
              <a:uLnTx/>
              <a:uFillTx/>
              <a:latin typeface="Ubuntu"/>
              <a:ea typeface="+mn-ea"/>
              <a:cs typeface="+mn-cs"/>
            </a:endParaRPr>
          </a:p>
          <a:p>
            <a:pPr marL="0" marR="0" lvl="0" indent="0" algn="l" defTabSz="914400" rtl="0" eaLnBrk="1" fontAlgn="auto" latinLnBrk="0" hangingPunct="1">
              <a:lnSpc>
                <a:spcPct val="120000"/>
              </a:lnSpc>
              <a:spcBef>
                <a:spcPct val="0"/>
              </a:spcBef>
              <a:spcAft>
                <a:spcPts val="0"/>
              </a:spcAft>
              <a:buClrTx/>
              <a:buSzTx/>
              <a:buFontTx/>
              <a:buNone/>
              <a:tabLst/>
              <a:defRPr/>
            </a:pPr>
            <a:r>
              <a:rPr kumimoji="0" lang="en-GB" sz="1400" b="1" i="0" u="none" strike="noStrike" kern="1200" cap="none" spc="0" normalizeH="0" baseline="0" noProof="0">
                <a:ln>
                  <a:noFill/>
                </a:ln>
                <a:solidFill>
                  <a:srgbClr val="FFFFFF"/>
                </a:solidFill>
                <a:effectLst/>
                <a:uLnTx/>
                <a:uFillTx/>
                <a:latin typeface="Ubuntu"/>
                <a:ea typeface="+mn-ea"/>
                <a:cs typeface="+mn-cs"/>
              </a:rPr>
              <a:t>Migrate / Data</a:t>
            </a:r>
          </a:p>
          <a:p>
            <a:pPr marL="171450" marR="0" lvl="0" indent="-171450" algn="l" defTabSz="914400" rtl="0" eaLnBrk="1" fontAlgn="auto" latinLnBrk="0" hangingPunct="1">
              <a:lnSpc>
                <a:spcPct val="120000"/>
              </a:lnSpc>
              <a:spcBef>
                <a:spcPct val="0"/>
              </a:spcBef>
              <a:spcAft>
                <a:spcPts val="0"/>
              </a:spcAft>
              <a:buClrTx/>
              <a:buSzTx/>
              <a:buFont typeface="Wingdings" panose="05000000000000000000" pitchFamily="2" charset="2"/>
              <a:buChar char="§"/>
              <a:tabLst/>
              <a:defRPr/>
            </a:pPr>
            <a:r>
              <a:rPr kumimoji="0" lang="en-GB" sz="1000" b="0" i="0" u="none" strike="noStrike" kern="1200" cap="none" spc="0" normalizeH="0" baseline="0" noProof="0">
                <a:ln>
                  <a:noFill/>
                </a:ln>
                <a:solidFill>
                  <a:srgbClr val="ECECEC">
                    <a:lumMod val="90000"/>
                  </a:srgbClr>
                </a:solidFill>
                <a:effectLst/>
                <a:uLnTx/>
                <a:uFillTx/>
                <a:latin typeface="Ubuntu"/>
                <a:ea typeface="+mn-ea"/>
                <a:cs typeface="+mn-cs"/>
              </a:rPr>
              <a:t>ETL routines for Data Integration</a:t>
            </a:r>
          </a:p>
          <a:p>
            <a:pPr marL="171450" marR="0" lvl="0" indent="-171450" algn="l" defTabSz="914400" rtl="0" eaLnBrk="1" fontAlgn="auto" latinLnBrk="0" hangingPunct="1">
              <a:lnSpc>
                <a:spcPct val="120000"/>
              </a:lnSpc>
              <a:spcBef>
                <a:spcPct val="0"/>
              </a:spcBef>
              <a:spcAft>
                <a:spcPts val="0"/>
              </a:spcAft>
              <a:buClrTx/>
              <a:buSzTx/>
              <a:buFont typeface="Wingdings" panose="05000000000000000000" pitchFamily="2" charset="2"/>
              <a:buChar char="§"/>
              <a:tabLst/>
              <a:defRPr/>
            </a:pPr>
            <a:r>
              <a:rPr kumimoji="0" lang="en-GB" sz="1000" b="0" i="0" u="none" strike="noStrike" kern="1200" cap="none" spc="0" normalizeH="0" baseline="0" noProof="0">
                <a:ln>
                  <a:noFill/>
                </a:ln>
                <a:solidFill>
                  <a:srgbClr val="ECECEC">
                    <a:lumMod val="90000"/>
                  </a:srgbClr>
                </a:solidFill>
                <a:effectLst/>
                <a:uLnTx/>
                <a:uFillTx/>
                <a:latin typeface="Ubuntu"/>
                <a:ea typeface="+mn-ea"/>
                <a:cs typeface="+mn-cs"/>
              </a:rPr>
              <a:t>Data Mapping between core applications and LF BI Platform</a:t>
            </a:r>
          </a:p>
          <a:p>
            <a:pPr marL="171450" marR="0" lvl="0" indent="-171450" algn="l" defTabSz="914400" rtl="0" eaLnBrk="1" fontAlgn="auto" latinLnBrk="0" hangingPunct="1">
              <a:lnSpc>
                <a:spcPct val="120000"/>
              </a:lnSpc>
              <a:spcBef>
                <a:spcPct val="0"/>
              </a:spcBef>
              <a:spcAft>
                <a:spcPts val="0"/>
              </a:spcAft>
              <a:buClrTx/>
              <a:buSzTx/>
              <a:buFont typeface="Wingdings" panose="05000000000000000000" pitchFamily="2" charset="2"/>
              <a:buChar char="§"/>
              <a:tabLst/>
              <a:defRPr/>
            </a:pPr>
            <a:r>
              <a:rPr kumimoji="0" lang="en-GB" sz="1000" b="0" i="0" u="none" strike="noStrike" kern="1200" cap="none" spc="0" normalizeH="0" baseline="0" noProof="0">
                <a:ln>
                  <a:noFill/>
                </a:ln>
                <a:solidFill>
                  <a:srgbClr val="ECECEC">
                    <a:lumMod val="90000"/>
                  </a:srgbClr>
                </a:solidFill>
                <a:effectLst/>
                <a:uLnTx/>
                <a:uFillTx/>
                <a:latin typeface="Ubuntu"/>
                <a:ea typeface="+mn-ea"/>
                <a:cs typeface="+mn-cs"/>
              </a:rPr>
              <a:t>Data Mapping between Legacy policy and PolicyCenter</a:t>
            </a:r>
          </a:p>
          <a:p>
            <a:pPr marL="171450" marR="0" lvl="0" indent="-171450" algn="l" defTabSz="914400" rtl="0" eaLnBrk="1" fontAlgn="auto" latinLnBrk="0" hangingPunct="1">
              <a:lnSpc>
                <a:spcPct val="120000"/>
              </a:lnSpc>
              <a:spcBef>
                <a:spcPct val="0"/>
              </a:spcBef>
              <a:spcAft>
                <a:spcPts val="0"/>
              </a:spcAft>
              <a:buClrTx/>
              <a:buSzTx/>
              <a:buFont typeface="Wingdings" panose="05000000000000000000" pitchFamily="2" charset="2"/>
              <a:buChar char="§"/>
              <a:tabLst/>
              <a:defRPr/>
            </a:pPr>
            <a:r>
              <a:rPr kumimoji="0" lang="en-GB" sz="1000" b="0" i="0" u="none" strike="noStrike" kern="1200" cap="none" spc="0" normalizeH="0" baseline="0" noProof="0">
                <a:ln>
                  <a:noFill/>
                </a:ln>
                <a:solidFill>
                  <a:srgbClr val="ECECEC">
                    <a:lumMod val="90000"/>
                  </a:srgbClr>
                </a:solidFill>
                <a:effectLst/>
                <a:uLnTx/>
                <a:uFillTx/>
                <a:latin typeface="Ubuntu"/>
                <a:ea typeface="+mn-ea"/>
                <a:cs typeface="+mn-cs"/>
              </a:rPr>
              <a:t>ETL data load </a:t>
            </a:r>
          </a:p>
          <a:p>
            <a:pPr marL="171450" marR="0" lvl="0" indent="-171450" algn="l" defTabSz="914400" rtl="0" eaLnBrk="1" fontAlgn="auto" latinLnBrk="0" hangingPunct="1">
              <a:lnSpc>
                <a:spcPct val="120000"/>
              </a:lnSpc>
              <a:spcBef>
                <a:spcPct val="0"/>
              </a:spcBef>
              <a:spcAft>
                <a:spcPts val="0"/>
              </a:spcAft>
              <a:buClrTx/>
              <a:buSzTx/>
              <a:buFont typeface="Wingdings" panose="05000000000000000000" pitchFamily="2" charset="2"/>
              <a:buChar char="§"/>
              <a:tabLst/>
              <a:defRPr/>
            </a:pPr>
            <a:r>
              <a:rPr kumimoji="0" lang="en-GB" sz="1000" b="0" i="0" u="none" strike="noStrike" kern="1200" cap="none" spc="0" normalizeH="0" baseline="0" noProof="0">
                <a:ln>
                  <a:noFill/>
                </a:ln>
                <a:solidFill>
                  <a:srgbClr val="ECECEC">
                    <a:lumMod val="90000"/>
                  </a:srgbClr>
                </a:solidFill>
                <a:effectLst/>
                <a:uLnTx/>
                <a:uFillTx/>
                <a:latin typeface="Ubuntu"/>
                <a:ea typeface="+mn-ea"/>
                <a:cs typeface="+mn-cs"/>
              </a:rPr>
              <a:t>E2E reconciliation &amp; Exception handling reports</a:t>
            </a:r>
          </a:p>
        </p:txBody>
      </p:sp>
      <p:sp>
        <p:nvSpPr>
          <p:cNvPr id="65" name="TextBox 64">
            <a:extLst>
              <a:ext uri="{FF2B5EF4-FFF2-40B4-BE49-F238E27FC236}">
                <a16:creationId xmlns:a16="http://schemas.microsoft.com/office/drawing/2014/main" id="{1CEF36D9-9AD1-46A9-93DD-4D12999C9E8C}"/>
              </a:ext>
            </a:extLst>
          </p:cNvPr>
          <p:cNvSpPr txBox="1"/>
          <p:nvPr/>
        </p:nvSpPr>
        <p:spPr>
          <a:xfrm>
            <a:off x="7305093" y="4026674"/>
            <a:ext cx="2331943" cy="1656312"/>
          </a:xfrm>
          <a:prstGeom prst="rect">
            <a:avLst/>
          </a:prstGeom>
          <a:noFill/>
        </p:spPr>
        <p:txBody>
          <a:bodyPr wrap="square">
            <a:noAutofit/>
          </a:bodyPr>
          <a:lstStyle/>
          <a:p>
            <a:pPr marL="0" marR="0" lvl="0" indent="0" algn="l" defTabSz="914400" rtl="0" eaLnBrk="1" fontAlgn="auto" latinLnBrk="0" hangingPunct="1">
              <a:lnSpc>
                <a:spcPct val="100000"/>
              </a:lnSpc>
              <a:spcBef>
                <a:spcPct val="0"/>
              </a:spcBef>
              <a:spcAft>
                <a:spcPts val="1200"/>
              </a:spcAft>
              <a:buClrTx/>
              <a:buSzTx/>
              <a:buFontTx/>
              <a:buNone/>
              <a:tabLst/>
              <a:defRPr/>
            </a:pPr>
            <a:r>
              <a:rPr kumimoji="0" lang="en-GB" sz="1400" b="1" i="0" u="none" strike="noStrike" kern="1200" cap="none" spc="0" normalizeH="0" baseline="0" noProof="0">
                <a:ln>
                  <a:noFill/>
                </a:ln>
                <a:solidFill>
                  <a:prstClr val="black"/>
                </a:solidFill>
                <a:effectLst/>
                <a:uLnTx/>
                <a:uFillTx/>
                <a:latin typeface="Ubuntu"/>
                <a:ea typeface="+mn-ea"/>
                <a:cs typeface="+mn-cs"/>
              </a:rPr>
              <a:t>Test</a:t>
            </a:r>
            <a:endParaRPr kumimoji="0" lang="en-GB" sz="1200" b="1"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ct val="0"/>
              </a:spcBef>
              <a:spcAft>
                <a:spcPts val="0"/>
              </a:spcAft>
              <a:buClrTx/>
              <a:buSzTx/>
              <a:buFont typeface="Arial" panose="020B0604020202020204" pitchFamily="34" charset="0"/>
              <a:buChar char="•"/>
              <a:tabLst/>
              <a:defRPr/>
            </a:pPr>
            <a:r>
              <a:rPr kumimoji="0" lang="en-GB" sz="800" b="0" i="0" u="none" strike="noStrike" kern="1200" cap="none" spc="0" normalizeH="0" baseline="0" noProof="0">
                <a:ln>
                  <a:noFill/>
                </a:ln>
                <a:solidFill>
                  <a:prstClr val="black"/>
                </a:solidFill>
                <a:effectLst/>
                <a:uLnTx/>
                <a:uFillTx/>
                <a:latin typeface="Ubuntu"/>
                <a:ea typeface="+mn-ea"/>
                <a:cs typeface="+mn-cs"/>
              </a:rPr>
              <a:t>Create,  Execute Test Scripts</a:t>
            </a:r>
          </a:p>
          <a:p>
            <a:pPr marL="171450" marR="0" lvl="0" indent="-171450" algn="l" defTabSz="914400" rtl="0" eaLnBrk="1" fontAlgn="auto" latinLnBrk="0" hangingPunct="1">
              <a:lnSpc>
                <a:spcPct val="100000"/>
              </a:lnSpc>
              <a:spcBef>
                <a:spcPct val="0"/>
              </a:spcBef>
              <a:spcAft>
                <a:spcPts val="0"/>
              </a:spcAft>
              <a:buClrTx/>
              <a:buSzTx/>
              <a:buFont typeface="Arial" panose="020B0604020202020204" pitchFamily="34" charset="0"/>
              <a:buChar char="•"/>
              <a:tabLst/>
              <a:defRPr/>
            </a:pPr>
            <a:r>
              <a:rPr kumimoji="0" lang="en-GB" sz="800" b="0" i="0" u="none" strike="noStrike" kern="1200" cap="none" spc="0" normalizeH="0" baseline="0" noProof="0">
                <a:ln>
                  <a:noFill/>
                </a:ln>
                <a:solidFill>
                  <a:prstClr val="black"/>
                </a:solidFill>
                <a:effectLst/>
                <a:uLnTx/>
                <a:uFillTx/>
                <a:latin typeface="Ubuntu"/>
                <a:ea typeface="+mn-ea"/>
                <a:cs typeface="+mn-cs"/>
              </a:rPr>
              <a:t>Functional &amp; Service layer tests</a:t>
            </a:r>
          </a:p>
          <a:p>
            <a:pPr marL="171450" marR="0" lvl="0" indent="-171450" algn="l" defTabSz="914400" rtl="0" eaLnBrk="1" fontAlgn="auto" latinLnBrk="0" hangingPunct="1">
              <a:lnSpc>
                <a:spcPct val="100000"/>
              </a:lnSpc>
              <a:spcBef>
                <a:spcPct val="0"/>
              </a:spcBef>
              <a:spcAft>
                <a:spcPts val="0"/>
              </a:spcAft>
              <a:buClrTx/>
              <a:buSzTx/>
              <a:buFont typeface="Arial" panose="020B0604020202020204" pitchFamily="34" charset="0"/>
              <a:buChar char="•"/>
              <a:tabLst/>
              <a:defRPr/>
            </a:pPr>
            <a:r>
              <a:rPr kumimoji="0" lang="en-GB" sz="800" b="0" i="0" u="none" strike="noStrike" kern="1200" cap="none" spc="0" normalizeH="0" baseline="0" noProof="0">
                <a:ln>
                  <a:noFill/>
                </a:ln>
                <a:solidFill>
                  <a:prstClr val="black"/>
                </a:solidFill>
                <a:effectLst/>
                <a:uLnTx/>
                <a:uFillTx/>
                <a:latin typeface="Ubuntu"/>
                <a:ea typeface="+mn-ea"/>
                <a:cs typeface="+mn-cs"/>
              </a:rPr>
              <a:t>Test migration components</a:t>
            </a:r>
          </a:p>
          <a:p>
            <a:pPr marL="171450" marR="0" lvl="0" indent="-171450" algn="l" defTabSz="914400" rtl="0" eaLnBrk="1" fontAlgn="auto" latinLnBrk="0" hangingPunct="1">
              <a:lnSpc>
                <a:spcPct val="100000"/>
              </a:lnSpc>
              <a:spcBef>
                <a:spcPct val="0"/>
              </a:spcBef>
              <a:spcAft>
                <a:spcPts val="0"/>
              </a:spcAft>
              <a:buClrTx/>
              <a:buSzTx/>
              <a:buFont typeface="Arial" panose="020B0604020202020204" pitchFamily="34" charset="0"/>
              <a:buChar char="•"/>
              <a:tabLst/>
              <a:defRPr/>
            </a:pPr>
            <a:r>
              <a:rPr kumimoji="0" lang="en-GB" sz="800" b="0" i="0" u="none" strike="noStrike" kern="1200" cap="none" spc="0" normalizeH="0" baseline="0" noProof="0">
                <a:ln>
                  <a:noFill/>
                </a:ln>
                <a:solidFill>
                  <a:prstClr val="black"/>
                </a:solidFill>
                <a:effectLst/>
                <a:uLnTx/>
                <a:uFillTx/>
                <a:latin typeface="Ubuntu"/>
                <a:ea typeface="+mn-ea"/>
                <a:cs typeface="+mn-cs"/>
              </a:rPr>
              <a:t>End-to-End validations</a:t>
            </a:r>
          </a:p>
          <a:p>
            <a:pPr marL="171450" marR="0" lvl="0" indent="-171450" algn="l" defTabSz="914400" rtl="0" eaLnBrk="1" fontAlgn="auto" latinLnBrk="0" hangingPunct="1">
              <a:lnSpc>
                <a:spcPct val="100000"/>
              </a:lnSpc>
              <a:spcBef>
                <a:spcPct val="0"/>
              </a:spcBef>
              <a:spcAft>
                <a:spcPts val="0"/>
              </a:spcAft>
              <a:buClrTx/>
              <a:buSzTx/>
              <a:buFont typeface="Arial" panose="020B0604020202020204" pitchFamily="34" charset="0"/>
              <a:buChar char="•"/>
              <a:tabLst/>
              <a:defRPr/>
            </a:pPr>
            <a:r>
              <a:rPr kumimoji="0" lang="en-GB" sz="800" b="0" i="0" u="none" strike="noStrike" kern="1200" cap="none" spc="0" normalizeH="0" baseline="0" noProof="0">
                <a:ln>
                  <a:noFill/>
                </a:ln>
                <a:solidFill>
                  <a:prstClr val="black"/>
                </a:solidFill>
                <a:effectLst/>
                <a:uLnTx/>
                <a:uFillTx/>
                <a:latin typeface="Ubuntu"/>
                <a:ea typeface="+mn-ea"/>
                <a:cs typeface="+mn-cs"/>
              </a:rPr>
              <a:t>Build once and reuse framework</a:t>
            </a:r>
          </a:p>
          <a:p>
            <a:pPr marL="171450" marR="0" lvl="0" indent="-171450" algn="l" defTabSz="914400" rtl="0" eaLnBrk="1" fontAlgn="auto" latinLnBrk="0" hangingPunct="1">
              <a:lnSpc>
                <a:spcPct val="100000"/>
              </a:lnSpc>
              <a:spcBef>
                <a:spcPct val="0"/>
              </a:spcBef>
              <a:spcAft>
                <a:spcPts val="0"/>
              </a:spcAft>
              <a:buClrTx/>
              <a:buSzTx/>
              <a:buFont typeface="Arial" panose="020B0604020202020204" pitchFamily="34" charset="0"/>
              <a:buChar char="•"/>
              <a:tabLst/>
              <a:defRPr/>
            </a:pPr>
            <a:r>
              <a:rPr kumimoji="0" lang="en-GB" sz="800" b="0" i="0" u="none" strike="noStrike" kern="1200" cap="none" spc="0" normalizeH="0" baseline="0" noProof="0">
                <a:ln>
                  <a:noFill/>
                </a:ln>
                <a:solidFill>
                  <a:prstClr val="black"/>
                </a:solidFill>
                <a:effectLst/>
                <a:uLnTx/>
                <a:uFillTx/>
                <a:latin typeface="Ubuntu"/>
                <a:ea typeface="+mn-ea"/>
                <a:cs typeface="+mn-cs"/>
              </a:rPr>
              <a:t>Automated regressions</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GB" sz="1000" b="1" i="0" u="none" strike="noStrike" kern="1200" cap="none" spc="0" normalizeH="0" baseline="0" noProof="0">
              <a:ln>
                <a:noFill/>
              </a:ln>
              <a:solidFill>
                <a:prstClr val="black"/>
              </a:solidFill>
              <a:effectLst/>
              <a:uLnTx/>
              <a:uFillTx/>
              <a:latin typeface="Ubuntu"/>
              <a:ea typeface="+mn-ea"/>
              <a:cs typeface="+mn-cs"/>
            </a:endParaRPr>
          </a:p>
        </p:txBody>
      </p:sp>
      <p:sp>
        <p:nvSpPr>
          <p:cNvPr id="66" name="TextBox 65">
            <a:extLst>
              <a:ext uri="{FF2B5EF4-FFF2-40B4-BE49-F238E27FC236}">
                <a16:creationId xmlns:a16="http://schemas.microsoft.com/office/drawing/2014/main" id="{E8BB654C-B2CE-46AD-BC15-03492C3624F5}"/>
              </a:ext>
            </a:extLst>
          </p:cNvPr>
          <p:cNvSpPr txBox="1"/>
          <p:nvPr/>
        </p:nvSpPr>
        <p:spPr>
          <a:xfrm>
            <a:off x="5251331" y="5503231"/>
            <a:ext cx="3220139" cy="1229981"/>
          </a:xfrm>
          <a:prstGeom prst="rect">
            <a:avLst/>
          </a:prstGeom>
          <a:noFill/>
        </p:spPr>
        <p:txBody>
          <a:bodyPr wrap="square">
            <a:noAutofit/>
          </a:bodyPr>
          <a:lstStyle/>
          <a:p>
            <a:pPr marL="0" marR="0" lvl="0" indent="0" algn="l" defTabSz="914400" rtl="0" eaLnBrk="1" fontAlgn="auto" latinLnBrk="0" hangingPunct="1">
              <a:lnSpc>
                <a:spcPct val="100000"/>
              </a:lnSpc>
              <a:spcBef>
                <a:spcPct val="0"/>
              </a:spcBef>
              <a:spcAft>
                <a:spcPts val="1200"/>
              </a:spcAft>
              <a:buClrTx/>
              <a:buSzTx/>
              <a:buFontTx/>
              <a:buNone/>
              <a:tabLst/>
              <a:defRPr/>
            </a:pPr>
            <a:r>
              <a:rPr kumimoji="0" lang="en-GB" sz="1400" b="1" i="0" u="none" strike="noStrike" kern="1200" cap="none" spc="0" normalizeH="0" baseline="0" noProof="0">
                <a:ln>
                  <a:noFill/>
                </a:ln>
                <a:solidFill>
                  <a:prstClr val="black"/>
                </a:solidFill>
                <a:effectLst/>
                <a:uLnTx/>
                <a:uFillTx/>
                <a:latin typeface="Ubuntu"/>
                <a:ea typeface="+mn-ea"/>
                <a:cs typeface="+mn-cs"/>
              </a:rPr>
              <a:t>Migrate</a:t>
            </a:r>
            <a:endParaRPr kumimoji="0" lang="en-GB" sz="1200" b="1"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ct val="0"/>
              </a:spcBef>
              <a:spcAft>
                <a:spcPts val="0"/>
              </a:spcAft>
              <a:buClrTx/>
              <a:buSzTx/>
              <a:buFont typeface="Arial" panose="020B0604020202020204" pitchFamily="34" charset="0"/>
              <a:buChar char="•"/>
              <a:tabLst/>
              <a:defRPr/>
            </a:pPr>
            <a:r>
              <a:rPr kumimoji="0" lang="en-GB" sz="800" b="0" i="0" u="none" strike="noStrike" kern="1200" cap="none" spc="0" normalizeH="0" baseline="0" noProof="0">
                <a:ln>
                  <a:noFill/>
                </a:ln>
                <a:solidFill>
                  <a:prstClr val="black"/>
                </a:solidFill>
                <a:effectLst/>
                <a:uLnTx/>
                <a:uFillTx/>
                <a:latin typeface="Ubuntu"/>
                <a:ea typeface="+mn-ea"/>
                <a:cs typeface="+mn-cs"/>
              </a:rPr>
              <a:t>Data Profiling and Quality Assessment </a:t>
            </a:r>
          </a:p>
          <a:p>
            <a:pPr marL="171450" marR="0" lvl="0" indent="-171450" algn="l" defTabSz="914400" rtl="0" eaLnBrk="1" fontAlgn="auto" latinLnBrk="0" hangingPunct="1">
              <a:lnSpc>
                <a:spcPct val="100000"/>
              </a:lnSpc>
              <a:spcBef>
                <a:spcPct val="0"/>
              </a:spcBef>
              <a:spcAft>
                <a:spcPts val="0"/>
              </a:spcAft>
              <a:buClrTx/>
              <a:buSzTx/>
              <a:buFont typeface="Arial" panose="020B0604020202020204" pitchFamily="34" charset="0"/>
              <a:buChar char="•"/>
              <a:tabLst/>
              <a:defRPr/>
            </a:pPr>
            <a:r>
              <a:rPr kumimoji="0" lang="en-GB" sz="800" b="0" i="0" u="none" strike="noStrike" kern="1200" cap="none" spc="0" normalizeH="0" baseline="0" noProof="0">
                <a:ln>
                  <a:noFill/>
                </a:ln>
                <a:solidFill>
                  <a:prstClr val="black"/>
                </a:solidFill>
                <a:effectLst/>
                <a:uLnTx/>
                <a:uFillTx/>
                <a:latin typeface="Ubuntu"/>
                <a:ea typeface="+mn-ea"/>
                <a:cs typeface="+mn-cs"/>
              </a:rPr>
              <a:t>Data mapping, Data enrichment</a:t>
            </a:r>
          </a:p>
          <a:p>
            <a:pPr marL="171450" marR="0" lvl="0" indent="-171450" algn="l" defTabSz="914400" rtl="0" eaLnBrk="1" fontAlgn="auto" latinLnBrk="0" hangingPunct="1">
              <a:lnSpc>
                <a:spcPct val="100000"/>
              </a:lnSpc>
              <a:spcBef>
                <a:spcPct val="0"/>
              </a:spcBef>
              <a:spcAft>
                <a:spcPts val="0"/>
              </a:spcAft>
              <a:buClrTx/>
              <a:buSzTx/>
              <a:buFont typeface="Arial" panose="020B0604020202020204" pitchFamily="34" charset="0"/>
              <a:buChar char="•"/>
              <a:tabLst/>
              <a:defRPr/>
            </a:pPr>
            <a:r>
              <a:rPr kumimoji="0" lang="en-GB" sz="800" b="0" i="0" u="none" strike="noStrike" kern="1200" cap="none" spc="0" normalizeH="0" baseline="0" noProof="0">
                <a:ln>
                  <a:noFill/>
                </a:ln>
                <a:solidFill>
                  <a:prstClr val="black"/>
                </a:solidFill>
                <a:effectLst/>
                <a:uLnTx/>
                <a:uFillTx/>
                <a:latin typeface="Ubuntu"/>
                <a:ea typeface="+mn-ea"/>
                <a:cs typeface="+mn-cs"/>
              </a:rPr>
              <a:t>Load legacy data into PolicyCenter</a:t>
            </a:r>
          </a:p>
          <a:p>
            <a:pPr marL="171450" marR="0" lvl="0" indent="-171450" algn="l" defTabSz="914400" rtl="0" eaLnBrk="1" fontAlgn="auto" latinLnBrk="0" hangingPunct="1">
              <a:lnSpc>
                <a:spcPct val="100000"/>
              </a:lnSpc>
              <a:spcBef>
                <a:spcPct val="0"/>
              </a:spcBef>
              <a:spcAft>
                <a:spcPts val="0"/>
              </a:spcAft>
              <a:buClrTx/>
              <a:buSzTx/>
              <a:buFont typeface="Arial" panose="020B0604020202020204" pitchFamily="34" charset="0"/>
              <a:buChar char="•"/>
              <a:tabLst/>
              <a:defRPr/>
            </a:pPr>
            <a:r>
              <a:rPr kumimoji="0" lang="en-GB" sz="800" b="0" i="0" u="none" strike="noStrike" kern="1200" cap="none" spc="0" normalizeH="0" baseline="0" noProof="0">
                <a:ln>
                  <a:noFill/>
                </a:ln>
                <a:solidFill>
                  <a:prstClr val="black"/>
                </a:solidFill>
                <a:effectLst/>
                <a:uLnTx/>
                <a:uFillTx/>
                <a:latin typeface="Ubuntu"/>
                <a:ea typeface="+mn-ea"/>
                <a:cs typeface="+mn-cs"/>
              </a:rPr>
              <a:t>End to End to reconciliation, Exception handling</a:t>
            </a:r>
          </a:p>
          <a:p>
            <a:pPr marL="171450" marR="0" lvl="0" indent="-171450" algn="l" defTabSz="914400" rtl="0" eaLnBrk="1" fontAlgn="auto" latinLnBrk="0" hangingPunct="1">
              <a:lnSpc>
                <a:spcPct val="100000"/>
              </a:lnSpc>
              <a:spcBef>
                <a:spcPct val="0"/>
              </a:spcBef>
              <a:spcAft>
                <a:spcPts val="0"/>
              </a:spcAft>
              <a:buClrTx/>
              <a:buSzTx/>
              <a:buFont typeface="Arial" panose="020B0604020202020204" pitchFamily="34" charset="0"/>
              <a:buChar char="•"/>
              <a:tabLst/>
              <a:defRPr/>
            </a:pPr>
            <a:r>
              <a:rPr kumimoji="0" lang="en-GB" sz="800" b="0" i="0" u="none" strike="noStrike" kern="1200" cap="none" spc="0" normalizeH="0" baseline="0" noProof="0">
                <a:ln>
                  <a:noFill/>
                </a:ln>
                <a:solidFill>
                  <a:prstClr val="black"/>
                </a:solidFill>
                <a:effectLst/>
                <a:uLnTx/>
                <a:uFillTx/>
                <a:latin typeface="Ubuntu"/>
                <a:ea typeface="+mn-ea"/>
                <a:cs typeface="+mn-cs"/>
              </a:rPr>
              <a:t>Dry run data load</a:t>
            </a:r>
          </a:p>
          <a:p>
            <a:pPr marL="0" marR="0" lvl="0" indent="0" algn="l" defTabSz="914400" rtl="0" eaLnBrk="1" fontAlgn="auto" latinLnBrk="0" hangingPunct="1">
              <a:lnSpc>
                <a:spcPct val="100000"/>
              </a:lnSpc>
              <a:spcBef>
                <a:spcPct val="0"/>
              </a:spcBef>
              <a:spcAft>
                <a:spcPts val="0"/>
              </a:spcAft>
              <a:buClrTx/>
              <a:buSzTx/>
              <a:buFontTx/>
              <a:buNone/>
              <a:tabLst/>
              <a:defRPr/>
            </a:pPr>
            <a:endParaRPr kumimoji="0" lang="en-GB" sz="1000" b="1" i="0" u="none" strike="noStrike" kern="1200" cap="none" spc="0" normalizeH="0" baseline="0" noProof="0">
              <a:ln>
                <a:noFill/>
              </a:ln>
              <a:solidFill>
                <a:prstClr val="black"/>
              </a:solidFill>
              <a:effectLst/>
              <a:uLnTx/>
              <a:uFillTx/>
              <a:latin typeface="Ubuntu"/>
              <a:ea typeface="+mn-ea"/>
              <a:cs typeface="+mn-cs"/>
            </a:endParaRPr>
          </a:p>
        </p:txBody>
      </p:sp>
      <p:grpSp>
        <p:nvGrpSpPr>
          <p:cNvPr id="7" name="Group 6">
            <a:extLst>
              <a:ext uri="{FF2B5EF4-FFF2-40B4-BE49-F238E27FC236}">
                <a16:creationId xmlns:a16="http://schemas.microsoft.com/office/drawing/2014/main" id="{E4350B38-BF8D-47CE-9284-0C804CA5EE22}"/>
              </a:ext>
            </a:extLst>
          </p:cNvPr>
          <p:cNvGrpSpPr/>
          <p:nvPr/>
        </p:nvGrpSpPr>
        <p:grpSpPr>
          <a:xfrm>
            <a:off x="5751907" y="4387538"/>
            <a:ext cx="1138142" cy="914400"/>
            <a:chOff x="5557044" y="2748610"/>
            <a:chExt cx="1371600" cy="914400"/>
          </a:xfrm>
        </p:grpSpPr>
        <p:sp>
          <p:nvSpPr>
            <p:cNvPr id="73" name="Isosceles Triangle 72">
              <a:extLst>
                <a:ext uri="{FF2B5EF4-FFF2-40B4-BE49-F238E27FC236}">
                  <a16:creationId xmlns:a16="http://schemas.microsoft.com/office/drawing/2014/main" id="{61F57164-D7E8-4EE4-995B-DC8386DBF996}"/>
                </a:ext>
              </a:extLst>
            </p:cNvPr>
            <p:cNvSpPr/>
            <p:nvPr/>
          </p:nvSpPr>
          <p:spPr>
            <a:xfrm rot="10800000">
              <a:off x="5557044" y="2748610"/>
              <a:ext cx="1371600" cy="914400"/>
            </a:xfrm>
            <a:prstGeom prst="triangle">
              <a:avLst/>
            </a:prstGeom>
            <a:solidFill>
              <a:schemeClr val="accent2"/>
            </a:solidFill>
            <a:ln>
              <a:noFill/>
            </a:ln>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grpSp>
          <p:nvGrpSpPr>
            <p:cNvPr id="109" name="Technology2" descr="{&quot;Key&quot;:&quot;POWER_USER_SHAPE_ICON&quot;,&quot;Value&quot;:&quot;POWER_USER_SHAPE_ICON_STYLE_1&quot;}">
              <a:extLst>
                <a:ext uri="{FF2B5EF4-FFF2-40B4-BE49-F238E27FC236}">
                  <a16:creationId xmlns:a16="http://schemas.microsoft.com/office/drawing/2014/main" id="{0732EC5C-795A-4A87-B104-C4FD696CD80C}"/>
                </a:ext>
              </a:extLst>
            </p:cNvPr>
            <p:cNvGrpSpPr>
              <a:grpSpLocks noChangeAspect="1"/>
            </p:cNvGrpSpPr>
            <p:nvPr/>
          </p:nvGrpSpPr>
          <p:grpSpPr>
            <a:xfrm>
              <a:off x="5970581" y="2859454"/>
              <a:ext cx="488462" cy="479967"/>
              <a:chOff x="2311833" y="5697371"/>
              <a:chExt cx="786968" cy="773280"/>
            </a:xfrm>
            <a:solidFill>
              <a:schemeClr val="accent1"/>
            </a:solidFill>
          </p:grpSpPr>
          <p:sp>
            <p:nvSpPr>
              <p:cNvPr id="110" name="Freeform: Shape 109">
                <a:extLst>
                  <a:ext uri="{FF2B5EF4-FFF2-40B4-BE49-F238E27FC236}">
                    <a16:creationId xmlns:a16="http://schemas.microsoft.com/office/drawing/2014/main" id="{2FD3ED4E-7B6C-4A0A-8166-689295D6BC74}"/>
                  </a:ext>
                </a:extLst>
              </p:cNvPr>
              <p:cNvSpPr>
                <a:spLocks/>
              </p:cNvSpPr>
              <p:nvPr/>
            </p:nvSpPr>
            <p:spPr bwMode="auto">
              <a:xfrm>
                <a:off x="2311833" y="5697371"/>
                <a:ext cx="352426" cy="704850"/>
              </a:xfrm>
              <a:custGeom>
                <a:avLst/>
                <a:gdLst>
                  <a:gd name="connsiteX0" fmla="*/ 311917 w 352425"/>
                  <a:gd name="connsiteY0" fmla="*/ 0 h 704850"/>
                  <a:gd name="connsiteX1" fmla="*/ 352425 w 352425"/>
                  <a:gd name="connsiteY1" fmla="*/ 0 h 704850"/>
                  <a:gd name="connsiteX2" fmla="*/ 352425 w 352425"/>
                  <a:gd name="connsiteY2" fmla="*/ 193675 h 704850"/>
                  <a:gd name="connsiteX3" fmla="*/ 193675 w 352425"/>
                  <a:gd name="connsiteY3" fmla="*/ 352762 h 704850"/>
                  <a:gd name="connsiteX4" fmla="*/ 352425 w 352425"/>
                  <a:gd name="connsiteY4" fmla="*/ 511175 h 704850"/>
                  <a:gd name="connsiteX5" fmla="*/ 352425 w 352425"/>
                  <a:gd name="connsiteY5" fmla="*/ 704850 h 704850"/>
                  <a:gd name="connsiteX6" fmla="*/ 311917 w 352425"/>
                  <a:gd name="connsiteY6" fmla="*/ 704850 h 704850"/>
                  <a:gd name="connsiteX7" fmla="*/ 281535 w 352425"/>
                  <a:gd name="connsiteY7" fmla="*/ 671061 h 704850"/>
                  <a:gd name="connsiteX8" fmla="*/ 281535 w 352425"/>
                  <a:gd name="connsiteY8" fmla="*/ 650787 h 704850"/>
                  <a:gd name="connsiteX9" fmla="*/ 259255 w 352425"/>
                  <a:gd name="connsiteY9" fmla="*/ 619025 h 704850"/>
                  <a:gd name="connsiteX10" fmla="*/ 230224 w 352425"/>
                  <a:gd name="connsiteY10" fmla="*/ 606861 h 704850"/>
                  <a:gd name="connsiteX11" fmla="*/ 191066 w 352425"/>
                  <a:gd name="connsiteY11" fmla="*/ 614294 h 704850"/>
                  <a:gd name="connsiteX12" fmla="*/ 175537 w 352425"/>
                  <a:gd name="connsiteY12" fmla="*/ 629837 h 704850"/>
                  <a:gd name="connsiteX13" fmla="*/ 131653 w 352425"/>
                  <a:gd name="connsiteY13" fmla="*/ 629837 h 704850"/>
                  <a:gd name="connsiteX14" fmla="*/ 74941 w 352425"/>
                  <a:gd name="connsiteY14" fmla="*/ 573071 h 704850"/>
                  <a:gd name="connsiteX15" fmla="*/ 76967 w 352425"/>
                  <a:gd name="connsiteY15" fmla="*/ 527117 h 704850"/>
                  <a:gd name="connsiteX16" fmla="*/ 91145 w 352425"/>
                  <a:gd name="connsiteY16" fmla="*/ 512926 h 704850"/>
                  <a:gd name="connsiteX17" fmla="*/ 97896 w 352425"/>
                  <a:gd name="connsiteY17" fmla="*/ 475081 h 704850"/>
                  <a:gd name="connsiteX18" fmla="*/ 86419 w 352425"/>
                  <a:gd name="connsiteY18" fmla="*/ 446698 h 704850"/>
                  <a:gd name="connsiteX19" fmla="*/ 53336 w 352425"/>
                  <a:gd name="connsiteY19" fmla="*/ 423721 h 704850"/>
                  <a:gd name="connsiteX20" fmla="*/ 31057 w 352425"/>
                  <a:gd name="connsiteY20" fmla="*/ 423721 h 704850"/>
                  <a:gd name="connsiteX21" fmla="*/ 0 w 352425"/>
                  <a:gd name="connsiteY21" fmla="*/ 392635 h 704850"/>
                  <a:gd name="connsiteX22" fmla="*/ 0 w 352425"/>
                  <a:gd name="connsiteY22" fmla="*/ 312216 h 704850"/>
                  <a:gd name="connsiteX23" fmla="*/ 31057 w 352425"/>
                  <a:gd name="connsiteY23" fmla="*/ 281805 h 704850"/>
                  <a:gd name="connsiteX24" fmla="*/ 53336 w 352425"/>
                  <a:gd name="connsiteY24" fmla="*/ 281805 h 704850"/>
                  <a:gd name="connsiteX25" fmla="*/ 86419 w 352425"/>
                  <a:gd name="connsiteY25" fmla="*/ 258152 h 704850"/>
                  <a:gd name="connsiteX26" fmla="*/ 97896 w 352425"/>
                  <a:gd name="connsiteY26" fmla="*/ 230445 h 704850"/>
                  <a:gd name="connsiteX27" fmla="*/ 90469 w 352425"/>
                  <a:gd name="connsiteY27" fmla="*/ 191249 h 704850"/>
                  <a:gd name="connsiteX28" fmla="*/ 74941 w 352425"/>
                  <a:gd name="connsiteY28" fmla="*/ 175706 h 704850"/>
                  <a:gd name="connsiteX29" fmla="*/ 74941 w 352425"/>
                  <a:gd name="connsiteY29" fmla="*/ 131779 h 704850"/>
                  <a:gd name="connsiteX30" fmla="*/ 131653 w 352425"/>
                  <a:gd name="connsiteY30" fmla="*/ 75013 h 704850"/>
                  <a:gd name="connsiteX31" fmla="*/ 177563 w 352425"/>
                  <a:gd name="connsiteY31" fmla="*/ 77040 h 704850"/>
                  <a:gd name="connsiteX32" fmla="*/ 191741 w 352425"/>
                  <a:gd name="connsiteY32" fmla="*/ 91232 h 704850"/>
                  <a:gd name="connsiteX33" fmla="*/ 229549 w 352425"/>
                  <a:gd name="connsiteY33" fmla="*/ 97990 h 704850"/>
                  <a:gd name="connsiteX34" fmla="*/ 257905 w 352425"/>
                  <a:gd name="connsiteY34" fmla="*/ 86501 h 704850"/>
                  <a:gd name="connsiteX35" fmla="*/ 281535 w 352425"/>
                  <a:gd name="connsiteY35" fmla="*/ 53388 h 704850"/>
                  <a:gd name="connsiteX36" fmla="*/ 281535 w 352425"/>
                  <a:gd name="connsiteY36" fmla="*/ 31087 h 704850"/>
                  <a:gd name="connsiteX37" fmla="*/ 311917 w 352425"/>
                  <a:gd name="connsiteY37" fmla="*/ 0 h 70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2425" h="704850">
                    <a:moveTo>
                      <a:pt x="311917" y="0"/>
                    </a:moveTo>
                    <a:lnTo>
                      <a:pt x="352425" y="0"/>
                    </a:lnTo>
                    <a:lnTo>
                      <a:pt x="352425" y="193675"/>
                    </a:lnTo>
                    <a:cubicBezTo>
                      <a:pt x="264305" y="193675"/>
                      <a:pt x="193675" y="264456"/>
                      <a:pt x="193675" y="352762"/>
                    </a:cubicBezTo>
                    <a:cubicBezTo>
                      <a:pt x="193675" y="440395"/>
                      <a:pt x="264305" y="511175"/>
                      <a:pt x="352425" y="511175"/>
                    </a:cubicBezTo>
                    <a:lnTo>
                      <a:pt x="352425" y="704850"/>
                    </a:lnTo>
                    <a:lnTo>
                      <a:pt x="311917" y="704850"/>
                    </a:lnTo>
                    <a:cubicBezTo>
                      <a:pt x="295038" y="704850"/>
                      <a:pt x="281535" y="690659"/>
                      <a:pt x="281535" y="671061"/>
                    </a:cubicBezTo>
                    <a:lnTo>
                      <a:pt x="281535" y="650787"/>
                    </a:lnTo>
                    <a:cubicBezTo>
                      <a:pt x="281535" y="636595"/>
                      <a:pt x="272758" y="623755"/>
                      <a:pt x="259255" y="619025"/>
                    </a:cubicBezTo>
                    <a:cubicBezTo>
                      <a:pt x="249128" y="615646"/>
                      <a:pt x="239676" y="611591"/>
                      <a:pt x="230224" y="606861"/>
                    </a:cubicBezTo>
                    <a:cubicBezTo>
                      <a:pt x="217396" y="600778"/>
                      <a:pt x="201193" y="603482"/>
                      <a:pt x="191066" y="614294"/>
                    </a:cubicBezTo>
                    <a:lnTo>
                      <a:pt x="175537" y="629837"/>
                    </a:lnTo>
                    <a:cubicBezTo>
                      <a:pt x="163385" y="642002"/>
                      <a:pt x="143806" y="642002"/>
                      <a:pt x="131653" y="629837"/>
                    </a:cubicBezTo>
                    <a:lnTo>
                      <a:pt x="74941" y="573071"/>
                    </a:lnTo>
                    <a:cubicBezTo>
                      <a:pt x="62788" y="560907"/>
                      <a:pt x="62788" y="541309"/>
                      <a:pt x="76967" y="527117"/>
                    </a:cubicBezTo>
                    <a:lnTo>
                      <a:pt x="91145" y="512926"/>
                    </a:lnTo>
                    <a:cubicBezTo>
                      <a:pt x="101272" y="502789"/>
                      <a:pt x="103972" y="487921"/>
                      <a:pt x="97896" y="475081"/>
                    </a:cubicBezTo>
                    <a:cubicBezTo>
                      <a:pt x="93845" y="465620"/>
                      <a:pt x="89794" y="456159"/>
                      <a:pt x="86419" y="446698"/>
                    </a:cubicBezTo>
                    <a:cubicBezTo>
                      <a:pt x="81017" y="432506"/>
                      <a:pt x="68190" y="423721"/>
                      <a:pt x="53336" y="423721"/>
                    </a:cubicBezTo>
                    <a:lnTo>
                      <a:pt x="31057" y="423721"/>
                    </a:lnTo>
                    <a:cubicBezTo>
                      <a:pt x="14178" y="423721"/>
                      <a:pt x="0" y="409530"/>
                      <a:pt x="0" y="392635"/>
                    </a:cubicBezTo>
                    <a:lnTo>
                      <a:pt x="0" y="312216"/>
                    </a:lnTo>
                    <a:cubicBezTo>
                      <a:pt x="0" y="295321"/>
                      <a:pt x="14178" y="281805"/>
                      <a:pt x="31057" y="281805"/>
                    </a:cubicBezTo>
                    <a:lnTo>
                      <a:pt x="53336" y="281805"/>
                    </a:lnTo>
                    <a:cubicBezTo>
                      <a:pt x="68190" y="281805"/>
                      <a:pt x="81017" y="272344"/>
                      <a:pt x="86419" y="258152"/>
                    </a:cubicBezTo>
                    <a:cubicBezTo>
                      <a:pt x="89794" y="248691"/>
                      <a:pt x="93170" y="239906"/>
                      <a:pt x="97896" y="230445"/>
                    </a:cubicBezTo>
                    <a:cubicBezTo>
                      <a:pt x="103972" y="217605"/>
                      <a:pt x="101272" y="201386"/>
                      <a:pt x="90469" y="191249"/>
                    </a:cubicBezTo>
                    <a:lnTo>
                      <a:pt x="74941" y="175706"/>
                    </a:lnTo>
                    <a:cubicBezTo>
                      <a:pt x="62788" y="163542"/>
                      <a:pt x="62788" y="143944"/>
                      <a:pt x="74941" y="131779"/>
                    </a:cubicBezTo>
                    <a:lnTo>
                      <a:pt x="131653" y="75013"/>
                    </a:lnTo>
                    <a:cubicBezTo>
                      <a:pt x="143806" y="62849"/>
                      <a:pt x="163385" y="62849"/>
                      <a:pt x="177563" y="77040"/>
                    </a:cubicBezTo>
                    <a:lnTo>
                      <a:pt x="191741" y="91232"/>
                    </a:lnTo>
                    <a:cubicBezTo>
                      <a:pt x="201868" y="101369"/>
                      <a:pt x="216721" y="104072"/>
                      <a:pt x="229549" y="97990"/>
                    </a:cubicBezTo>
                    <a:cubicBezTo>
                      <a:pt x="239001" y="93935"/>
                      <a:pt x="248453" y="89880"/>
                      <a:pt x="257905" y="86501"/>
                    </a:cubicBezTo>
                    <a:cubicBezTo>
                      <a:pt x="272083" y="81095"/>
                      <a:pt x="281535" y="68255"/>
                      <a:pt x="281535" y="53388"/>
                    </a:cubicBezTo>
                    <a:lnTo>
                      <a:pt x="281535" y="31087"/>
                    </a:lnTo>
                    <a:cubicBezTo>
                      <a:pt x="281535" y="14192"/>
                      <a:pt x="295038" y="0"/>
                      <a:pt x="311917" y="0"/>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1" name="Freeform 480">
                <a:extLst>
                  <a:ext uri="{FF2B5EF4-FFF2-40B4-BE49-F238E27FC236}">
                    <a16:creationId xmlns:a16="http://schemas.microsoft.com/office/drawing/2014/main" id="{A332C31A-95D1-4486-B00D-0FB90ED98A90}"/>
                  </a:ext>
                </a:extLst>
              </p:cNvPr>
              <p:cNvSpPr>
                <a:spLocks/>
              </p:cNvSpPr>
              <p:nvPr/>
            </p:nvSpPr>
            <p:spPr bwMode="auto">
              <a:xfrm>
                <a:off x="2662238" y="6208713"/>
                <a:ext cx="144463" cy="123825"/>
              </a:xfrm>
              <a:custGeom>
                <a:avLst/>
                <a:gdLst>
                  <a:gd name="T0" fmla="*/ 214 w 214"/>
                  <a:gd name="T1" fmla="*/ 183 h 183"/>
                  <a:gd name="T2" fmla="*/ 168 w 214"/>
                  <a:gd name="T3" fmla="*/ 183 h 183"/>
                  <a:gd name="T4" fmla="*/ 112 w 214"/>
                  <a:gd name="T5" fmla="*/ 128 h 183"/>
                  <a:gd name="T6" fmla="*/ 112 w 214"/>
                  <a:gd name="T7" fmla="*/ 55 h 183"/>
                  <a:gd name="T8" fmla="*/ 73 w 214"/>
                  <a:gd name="T9" fmla="*/ 16 h 183"/>
                  <a:gd name="T10" fmla="*/ 0 w 214"/>
                  <a:gd name="T11" fmla="*/ 16 h 183"/>
                  <a:gd name="T12" fmla="*/ 0 w 214"/>
                  <a:gd name="T13" fmla="*/ 0 h 183"/>
                  <a:gd name="T14" fmla="*/ 73 w 214"/>
                  <a:gd name="T15" fmla="*/ 0 h 183"/>
                  <a:gd name="T16" fmla="*/ 129 w 214"/>
                  <a:gd name="T17" fmla="*/ 55 h 183"/>
                  <a:gd name="T18" fmla="*/ 129 w 214"/>
                  <a:gd name="T19" fmla="*/ 128 h 183"/>
                  <a:gd name="T20" fmla="*/ 168 w 214"/>
                  <a:gd name="T21" fmla="*/ 167 h 183"/>
                  <a:gd name="T22" fmla="*/ 214 w 214"/>
                  <a:gd name="T23" fmla="*/ 167 h 183"/>
                  <a:gd name="T24" fmla="*/ 214 w 214"/>
                  <a:gd name="T25" fmla="*/ 183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4" h="183">
                    <a:moveTo>
                      <a:pt x="214" y="183"/>
                    </a:moveTo>
                    <a:lnTo>
                      <a:pt x="168" y="183"/>
                    </a:lnTo>
                    <a:cubicBezTo>
                      <a:pt x="137" y="183"/>
                      <a:pt x="112" y="158"/>
                      <a:pt x="112" y="128"/>
                    </a:cubicBezTo>
                    <a:lnTo>
                      <a:pt x="112" y="55"/>
                    </a:lnTo>
                    <a:cubicBezTo>
                      <a:pt x="112" y="34"/>
                      <a:pt x="95" y="16"/>
                      <a:pt x="73" y="16"/>
                    </a:cubicBezTo>
                    <a:lnTo>
                      <a:pt x="0" y="16"/>
                    </a:lnTo>
                    <a:lnTo>
                      <a:pt x="0" y="0"/>
                    </a:lnTo>
                    <a:lnTo>
                      <a:pt x="73" y="0"/>
                    </a:lnTo>
                    <a:cubicBezTo>
                      <a:pt x="104" y="0"/>
                      <a:pt x="129" y="25"/>
                      <a:pt x="129" y="55"/>
                    </a:cubicBezTo>
                    <a:lnTo>
                      <a:pt x="129" y="128"/>
                    </a:lnTo>
                    <a:cubicBezTo>
                      <a:pt x="129" y="149"/>
                      <a:pt x="146" y="167"/>
                      <a:pt x="168" y="167"/>
                    </a:cubicBezTo>
                    <a:lnTo>
                      <a:pt x="214" y="167"/>
                    </a:lnTo>
                    <a:lnTo>
                      <a:pt x="214" y="183"/>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2" name="Freeform 481">
                <a:extLst>
                  <a:ext uri="{FF2B5EF4-FFF2-40B4-BE49-F238E27FC236}">
                    <a16:creationId xmlns:a16="http://schemas.microsoft.com/office/drawing/2014/main" id="{A733514B-713D-4CAA-BD83-204373D6AA02}"/>
                  </a:ext>
                </a:extLst>
              </p:cNvPr>
              <p:cNvSpPr>
                <a:spLocks/>
              </p:cNvSpPr>
              <p:nvPr/>
            </p:nvSpPr>
            <p:spPr bwMode="auto">
              <a:xfrm>
                <a:off x="2778126" y="6208713"/>
                <a:ext cx="155575" cy="190500"/>
              </a:xfrm>
              <a:custGeom>
                <a:avLst/>
                <a:gdLst>
                  <a:gd name="T0" fmla="*/ 232 w 232"/>
                  <a:gd name="T1" fmla="*/ 282 h 282"/>
                  <a:gd name="T2" fmla="*/ 215 w 232"/>
                  <a:gd name="T3" fmla="*/ 282 h 282"/>
                  <a:gd name="T4" fmla="*/ 215 w 232"/>
                  <a:gd name="T5" fmla="*/ 93 h 282"/>
                  <a:gd name="T6" fmla="*/ 139 w 232"/>
                  <a:gd name="T7" fmla="*/ 16 h 282"/>
                  <a:gd name="T8" fmla="*/ 0 w 232"/>
                  <a:gd name="T9" fmla="*/ 16 h 282"/>
                  <a:gd name="T10" fmla="*/ 0 w 232"/>
                  <a:gd name="T11" fmla="*/ 0 h 282"/>
                  <a:gd name="T12" fmla="*/ 139 w 232"/>
                  <a:gd name="T13" fmla="*/ 0 h 282"/>
                  <a:gd name="T14" fmla="*/ 232 w 232"/>
                  <a:gd name="T15" fmla="*/ 93 h 282"/>
                  <a:gd name="T16" fmla="*/ 232 w 232"/>
                  <a:gd name="T17" fmla="*/ 282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2" h="282">
                    <a:moveTo>
                      <a:pt x="232" y="282"/>
                    </a:moveTo>
                    <a:lnTo>
                      <a:pt x="215" y="282"/>
                    </a:lnTo>
                    <a:lnTo>
                      <a:pt x="215" y="93"/>
                    </a:lnTo>
                    <a:cubicBezTo>
                      <a:pt x="215" y="51"/>
                      <a:pt x="181" y="16"/>
                      <a:pt x="139" y="16"/>
                    </a:cubicBezTo>
                    <a:lnTo>
                      <a:pt x="0" y="16"/>
                    </a:lnTo>
                    <a:lnTo>
                      <a:pt x="0" y="0"/>
                    </a:lnTo>
                    <a:lnTo>
                      <a:pt x="139" y="0"/>
                    </a:lnTo>
                    <a:cubicBezTo>
                      <a:pt x="190" y="0"/>
                      <a:pt x="232" y="41"/>
                      <a:pt x="232" y="93"/>
                    </a:cubicBezTo>
                    <a:lnTo>
                      <a:pt x="232" y="282"/>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3" name="Freeform 482">
                <a:extLst>
                  <a:ext uri="{FF2B5EF4-FFF2-40B4-BE49-F238E27FC236}">
                    <a16:creationId xmlns:a16="http://schemas.microsoft.com/office/drawing/2014/main" id="{7B10C61E-E4A4-427B-AA2C-11DF9B658980}"/>
                  </a:ext>
                </a:extLst>
              </p:cNvPr>
              <p:cNvSpPr>
                <a:spLocks noEditPoints="1"/>
              </p:cNvSpPr>
              <p:nvPr/>
            </p:nvSpPr>
            <p:spPr bwMode="auto">
              <a:xfrm>
                <a:off x="2890838" y="6394451"/>
                <a:ext cx="76200" cy="76200"/>
              </a:xfrm>
              <a:custGeom>
                <a:avLst/>
                <a:gdLst>
                  <a:gd name="T0" fmla="*/ 57 w 113"/>
                  <a:gd name="T1" fmla="*/ 17 h 114"/>
                  <a:gd name="T2" fmla="*/ 16 w 113"/>
                  <a:gd name="T3" fmla="*/ 57 h 114"/>
                  <a:gd name="T4" fmla="*/ 57 w 113"/>
                  <a:gd name="T5" fmla="*/ 97 h 114"/>
                  <a:gd name="T6" fmla="*/ 97 w 113"/>
                  <a:gd name="T7" fmla="*/ 57 h 114"/>
                  <a:gd name="T8" fmla="*/ 57 w 113"/>
                  <a:gd name="T9" fmla="*/ 17 h 114"/>
                  <a:gd name="T10" fmla="*/ 57 w 113"/>
                  <a:gd name="T11" fmla="*/ 114 h 114"/>
                  <a:gd name="T12" fmla="*/ 0 w 113"/>
                  <a:gd name="T13" fmla="*/ 57 h 114"/>
                  <a:gd name="T14" fmla="*/ 57 w 113"/>
                  <a:gd name="T15" fmla="*/ 0 h 114"/>
                  <a:gd name="T16" fmla="*/ 113 w 113"/>
                  <a:gd name="T17" fmla="*/ 57 h 114"/>
                  <a:gd name="T18" fmla="*/ 57 w 113"/>
                  <a:gd name="T19" fmla="*/ 114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3" h="114">
                    <a:moveTo>
                      <a:pt x="57" y="17"/>
                    </a:moveTo>
                    <a:cubicBezTo>
                      <a:pt x="34" y="17"/>
                      <a:pt x="16" y="35"/>
                      <a:pt x="16" y="57"/>
                    </a:cubicBezTo>
                    <a:cubicBezTo>
                      <a:pt x="16" y="79"/>
                      <a:pt x="34" y="97"/>
                      <a:pt x="57" y="97"/>
                    </a:cubicBezTo>
                    <a:cubicBezTo>
                      <a:pt x="79" y="97"/>
                      <a:pt x="97" y="79"/>
                      <a:pt x="97" y="57"/>
                    </a:cubicBezTo>
                    <a:cubicBezTo>
                      <a:pt x="97" y="35"/>
                      <a:pt x="79" y="17"/>
                      <a:pt x="57" y="17"/>
                    </a:cubicBezTo>
                    <a:close/>
                    <a:moveTo>
                      <a:pt x="57" y="114"/>
                    </a:moveTo>
                    <a:cubicBezTo>
                      <a:pt x="25" y="114"/>
                      <a:pt x="0" y="88"/>
                      <a:pt x="0" y="57"/>
                    </a:cubicBezTo>
                    <a:cubicBezTo>
                      <a:pt x="0" y="26"/>
                      <a:pt x="25" y="0"/>
                      <a:pt x="57" y="0"/>
                    </a:cubicBezTo>
                    <a:cubicBezTo>
                      <a:pt x="88" y="0"/>
                      <a:pt x="113" y="26"/>
                      <a:pt x="113" y="57"/>
                    </a:cubicBezTo>
                    <a:cubicBezTo>
                      <a:pt x="113" y="88"/>
                      <a:pt x="88" y="114"/>
                      <a:pt x="57" y="114"/>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4" name="Freeform 483">
                <a:extLst>
                  <a:ext uri="{FF2B5EF4-FFF2-40B4-BE49-F238E27FC236}">
                    <a16:creationId xmlns:a16="http://schemas.microsoft.com/office/drawing/2014/main" id="{36C955D7-69DA-4065-A41D-FE0165FF923B}"/>
                  </a:ext>
                </a:extLst>
              </p:cNvPr>
              <p:cNvSpPr>
                <a:spLocks noEditPoints="1"/>
              </p:cNvSpPr>
              <p:nvPr/>
            </p:nvSpPr>
            <p:spPr bwMode="auto">
              <a:xfrm>
                <a:off x="2801938" y="6289676"/>
                <a:ext cx="76200" cy="76200"/>
              </a:xfrm>
              <a:custGeom>
                <a:avLst/>
                <a:gdLst>
                  <a:gd name="T0" fmla="*/ 56 w 113"/>
                  <a:gd name="T1" fmla="*/ 17 h 114"/>
                  <a:gd name="T2" fmla="*/ 16 w 113"/>
                  <a:gd name="T3" fmla="*/ 57 h 114"/>
                  <a:gd name="T4" fmla="*/ 56 w 113"/>
                  <a:gd name="T5" fmla="*/ 97 h 114"/>
                  <a:gd name="T6" fmla="*/ 97 w 113"/>
                  <a:gd name="T7" fmla="*/ 57 h 114"/>
                  <a:gd name="T8" fmla="*/ 56 w 113"/>
                  <a:gd name="T9" fmla="*/ 17 h 114"/>
                  <a:gd name="T10" fmla="*/ 56 w 113"/>
                  <a:gd name="T11" fmla="*/ 114 h 114"/>
                  <a:gd name="T12" fmla="*/ 0 w 113"/>
                  <a:gd name="T13" fmla="*/ 57 h 114"/>
                  <a:gd name="T14" fmla="*/ 56 w 113"/>
                  <a:gd name="T15" fmla="*/ 0 h 114"/>
                  <a:gd name="T16" fmla="*/ 113 w 113"/>
                  <a:gd name="T17" fmla="*/ 57 h 114"/>
                  <a:gd name="T18" fmla="*/ 56 w 113"/>
                  <a:gd name="T19" fmla="*/ 114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3" h="114">
                    <a:moveTo>
                      <a:pt x="56" y="17"/>
                    </a:moveTo>
                    <a:cubicBezTo>
                      <a:pt x="34" y="17"/>
                      <a:pt x="16" y="35"/>
                      <a:pt x="16" y="57"/>
                    </a:cubicBezTo>
                    <a:cubicBezTo>
                      <a:pt x="16" y="79"/>
                      <a:pt x="34" y="97"/>
                      <a:pt x="56" y="97"/>
                    </a:cubicBezTo>
                    <a:cubicBezTo>
                      <a:pt x="79" y="97"/>
                      <a:pt x="97" y="79"/>
                      <a:pt x="97" y="57"/>
                    </a:cubicBezTo>
                    <a:cubicBezTo>
                      <a:pt x="97" y="35"/>
                      <a:pt x="79" y="17"/>
                      <a:pt x="56" y="17"/>
                    </a:cubicBezTo>
                    <a:close/>
                    <a:moveTo>
                      <a:pt x="56" y="114"/>
                    </a:moveTo>
                    <a:cubicBezTo>
                      <a:pt x="25" y="114"/>
                      <a:pt x="0" y="88"/>
                      <a:pt x="0" y="57"/>
                    </a:cubicBezTo>
                    <a:cubicBezTo>
                      <a:pt x="0" y="26"/>
                      <a:pt x="25" y="0"/>
                      <a:pt x="56" y="0"/>
                    </a:cubicBezTo>
                    <a:cubicBezTo>
                      <a:pt x="88" y="0"/>
                      <a:pt x="113" y="26"/>
                      <a:pt x="113" y="57"/>
                    </a:cubicBezTo>
                    <a:cubicBezTo>
                      <a:pt x="113" y="88"/>
                      <a:pt x="88" y="114"/>
                      <a:pt x="56" y="114"/>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5" name="Freeform 484">
                <a:extLst>
                  <a:ext uri="{FF2B5EF4-FFF2-40B4-BE49-F238E27FC236}">
                    <a16:creationId xmlns:a16="http://schemas.microsoft.com/office/drawing/2014/main" id="{AC8B94EB-7FA1-4BAA-B37F-F77DCFBC44EA}"/>
                  </a:ext>
                </a:extLst>
              </p:cNvPr>
              <p:cNvSpPr>
                <a:spLocks/>
              </p:cNvSpPr>
              <p:nvPr/>
            </p:nvSpPr>
            <p:spPr bwMode="auto">
              <a:xfrm>
                <a:off x="2662238" y="5873751"/>
                <a:ext cx="144463" cy="123825"/>
              </a:xfrm>
              <a:custGeom>
                <a:avLst/>
                <a:gdLst>
                  <a:gd name="T0" fmla="*/ 73 w 214"/>
                  <a:gd name="T1" fmla="*/ 184 h 184"/>
                  <a:gd name="T2" fmla="*/ 0 w 214"/>
                  <a:gd name="T3" fmla="*/ 184 h 184"/>
                  <a:gd name="T4" fmla="*/ 0 w 214"/>
                  <a:gd name="T5" fmla="*/ 167 h 184"/>
                  <a:gd name="T6" fmla="*/ 73 w 214"/>
                  <a:gd name="T7" fmla="*/ 167 h 184"/>
                  <a:gd name="T8" fmla="*/ 112 w 214"/>
                  <a:gd name="T9" fmla="*/ 128 h 184"/>
                  <a:gd name="T10" fmla="*/ 112 w 214"/>
                  <a:gd name="T11" fmla="*/ 55 h 184"/>
                  <a:gd name="T12" fmla="*/ 168 w 214"/>
                  <a:gd name="T13" fmla="*/ 0 h 184"/>
                  <a:gd name="T14" fmla="*/ 214 w 214"/>
                  <a:gd name="T15" fmla="*/ 0 h 184"/>
                  <a:gd name="T16" fmla="*/ 214 w 214"/>
                  <a:gd name="T17" fmla="*/ 16 h 184"/>
                  <a:gd name="T18" fmla="*/ 168 w 214"/>
                  <a:gd name="T19" fmla="*/ 16 h 184"/>
                  <a:gd name="T20" fmla="*/ 129 w 214"/>
                  <a:gd name="T21" fmla="*/ 55 h 184"/>
                  <a:gd name="T22" fmla="*/ 129 w 214"/>
                  <a:gd name="T23" fmla="*/ 128 h 184"/>
                  <a:gd name="T24" fmla="*/ 73 w 214"/>
                  <a:gd name="T25" fmla="*/ 184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4" h="184">
                    <a:moveTo>
                      <a:pt x="73" y="184"/>
                    </a:moveTo>
                    <a:lnTo>
                      <a:pt x="0" y="184"/>
                    </a:lnTo>
                    <a:lnTo>
                      <a:pt x="0" y="167"/>
                    </a:lnTo>
                    <a:lnTo>
                      <a:pt x="73" y="167"/>
                    </a:lnTo>
                    <a:cubicBezTo>
                      <a:pt x="95" y="167"/>
                      <a:pt x="112" y="149"/>
                      <a:pt x="112" y="128"/>
                    </a:cubicBezTo>
                    <a:lnTo>
                      <a:pt x="112" y="55"/>
                    </a:lnTo>
                    <a:cubicBezTo>
                      <a:pt x="112" y="25"/>
                      <a:pt x="137" y="0"/>
                      <a:pt x="168" y="0"/>
                    </a:cubicBezTo>
                    <a:lnTo>
                      <a:pt x="214" y="0"/>
                    </a:lnTo>
                    <a:lnTo>
                      <a:pt x="214" y="16"/>
                    </a:lnTo>
                    <a:lnTo>
                      <a:pt x="168" y="16"/>
                    </a:lnTo>
                    <a:cubicBezTo>
                      <a:pt x="146" y="16"/>
                      <a:pt x="129" y="34"/>
                      <a:pt x="129" y="55"/>
                    </a:cubicBezTo>
                    <a:lnTo>
                      <a:pt x="129" y="128"/>
                    </a:lnTo>
                    <a:cubicBezTo>
                      <a:pt x="129" y="159"/>
                      <a:pt x="104" y="184"/>
                      <a:pt x="73" y="184"/>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6" name="Freeform 485">
                <a:extLst>
                  <a:ext uri="{FF2B5EF4-FFF2-40B4-BE49-F238E27FC236}">
                    <a16:creationId xmlns:a16="http://schemas.microsoft.com/office/drawing/2014/main" id="{FBC78F7B-7111-4AF3-838C-AC1BB401E564}"/>
                  </a:ext>
                </a:extLst>
              </p:cNvPr>
              <p:cNvSpPr>
                <a:spLocks noEditPoints="1"/>
              </p:cNvSpPr>
              <p:nvPr/>
            </p:nvSpPr>
            <p:spPr bwMode="auto">
              <a:xfrm>
                <a:off x="2801938" y="5840413"/>
                <a:ext cx="76200" cy="76200"/>
              </a:xfrm>
              <a:custGeom>
                <a:avLst/>
                <a:gdLst>
                  <a:gd name="T0" fmla="*/ 56 w 113"/>
                  <a:gd name="T1" fmla="*/ 17 h 114"/>
                  <a:gd name="T2" fmla="*/ 16 w 113"/>
                  <a:gd name="T3" fmla="*/ 57 h 114"/>
                  <a:gd name="T4" fmla="*/ 56 w 113"/>
                  <a:gd name="T5" fmla="*/ 97 h 114"/>
                  <a:gd name="T6" fmla="*/ 97 w 113"/>
                  <a:gd name="T7" fmla="*/ 57 h 114"/>
                  <a:gd name="T8" fmla="*/ 56 w 113"/>
                  <a:gd name="T9" fmla="*/ 17 h 114"/>
                  <a:gd name="T10" fmla="*/ 56 w 113"/>
                  <a:gd name="T11" fmla="*/ 114 h 114"/>
                  <a:gd name="T12" fmla="*/ 0 w 113"/>
                  <a:gd name="T13" fmla="*/ 57 h 114"/>
                  <a:gd name="T14" fmla="*/ 56 w 113"/>
                  <a:gd name="T15" fmla="*/ 0 h 114"/>
                  <a:gd name="T16" fmla="*/ 113 w 113"/>
                  <a:gd name="T17" fmla="*/ 57 h 114"/>
                  <a:gd name="T18" fmla="*/ 56 w 113"/>
                  <a:gd name="T19" fmla="*/ 114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3" h="114">
                    <a:moveTo>
                      <a:pt x="56" y="17"/>
                    </a:moveTo>
                    <a:cubicBezTo>
                      <a:pt x="34" y="17"/>
                      <a:pt x="16" y="35"/>
                      <a:pt x="16" y="57"/>
                    </a:cubicBezTo>
                    <a:cubicBezTo>
                      <a:pt x="16" y="79"/>
                      <a:pt x="34" y="97"/>
                      <a:pt x="56" y="97"/>
                    </a:cubicBezTo>
                    <a:cubicBezTo>
                      <a:pt x="79" y="97"/>
                      <a:pt x="97" y="79"/>
                      <a:pt x="97" y="57"/>
                    </a:cubicBezTo>
                    <a:cubicBezTo>
                      <a:pt x="97" y="35"/>
                      <a:pt x="79" y="17"/>
                      <a:pt x="56" y="17"/>
                    </a:cubicBezTo>
                    <a:close/>
                    <a:moveTo>
                      <a:pt x="56" y="114"/>
                    </a:moveTo>
                    <a:cubicBezTo>
                      <a:pt x="25" y="114"/>
                      <a:pt x="0" y="88"/>
                      <a:pt x="0" y="57"/>
                    </a:cubicBezTo>
                    <a:cubicBezTo>
                      <a:pt x="0" y="26"/>
                      <a:pt x="25" y="0"/>
                      <a:pt x="56" y="0"/>
                    </a:cubicBezTo>
                    <a:cubicBezTo>
                      <a:pt x="88" y="0"/>
                      <a:pt x="113" y="26"/>
                      <a:pt x="113" y="57"/>
                    </a:cubicBezTo>
                    <a:cubicBezTo>
                      <a:pt x="113" y="88"/>
                      <a:pt x="88" y="114"/>
                      <a:pt x="56" y="114"/>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7" name="Rectangle 486">
                <a:extLst>
                  <a:ext uri="{FF2B5EF4-FFF2-40B4-BE49-F238E27FC236}">
                    <a16:creationId xmlns:a16="http://schemas.microsoft.com/office/drawing/2014/main" id="{9DCEECE0-AF85-4495-933B-BA1F09BB019F}"/>
                  </a:ext>
                </a:extLst>
              </p:cNvPr>
              <p:cNvSpPr>
                <a:spLocks noChangeArrowheads="1"/>
              </p:cNvSpPr>
              <p:nvPr/>
            </p:nvSpPr>
            <p:spPr bwMode="auto">
              <a:xfrm>
                <a:off x="2732088" y="6097588"/>
                <a:ext cx="196850" cy="11113"/>
              </a:xfrm>
              <a:prstGeom prst="rect">
                <a:avLst/>
              </a:prstGeom>
              <a:grpFill/>
              <a:ln w="9525">
                <a:solidFill>
                  <a:schemeClr val="bg1"/>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8" name="Rectangle 487">
                <a:extLst>
                  <a:ext uri="{FF2B5EF4-FFF2-40B4-BE49-F238E27FC236}">
                    <a16:creationId xmlns:a16="http://schemas.microsoft.com/office/drawing/2014/main" id="{9AC8EDEE-6D44-48DB-A30D-75D7CFC49FC5}"/>
                  </a:ext>
                </a:extLst>
              </p:cNvPr>
              <p:cNvSpPr>
                <a:spLocks noChangeArrowheads="1"/>
              </p:cNvSpPr>
              <p:nvPr/>
            </p:nvSpPr>
            <p:spPr bwMode="auto">
              <a:xfrm>
                <a:off x="2578101" y="6097588"/>
                <a:ext cx="123825" cy="11113"/>
              </a:xfrm>
              <a:prstGeom prst="rect">
                <a:avLst/>
              </a:prstGeom>
              <a:grpFill/>
              <a:ln w="9525">
                <a:solidFill>
                  <a:schemeClr val="bg1"/>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9" name="Freeform 488">
                <a:extLst>
                  <a:ext uri="{FF2B5EF4-FFF2-40B4-BE49-F238E27FC236}">
                    <a16:creationId xmlns:a16="http://schemas.microsoft.com/office/drawing/2014/main" id="{6DC923C9-D080-4E63-92E0-28AF736357FB}"/>
                  </a:ext>
                </a:extLst>
              </p:cNvPr>
              <p:cNvSpPr>
                <a:spLocks noEditPoints="1"/>
              </p:cNvSpPr>
              <p:nvPr/>
            </p:nvSpPr>
            <p:spPr bwMode="auto">
              <a:xfrm>
                <a:off x="2925763" y="6064251"/>
                <a:ext cx="76200" cy="76200"/>
              </a:xfrm>
              <a:custGeom>
                <a:avLst/>
                <a:gdLst>
                  <a:gd name="T0" fmla="*/ 57 w 114"/>
                  <a:gd name="T1" fmla="*/ 16 h 113"/>
                  <a:gd name="T2" fmla="*/ 17 w 114"/>
                  <a:gd name="T3" fmla="*/ 57 h 113"/>
                  <a:gd name="T4" fmla="*/ 57 w 114"/>
                  <a:gd name="T5" fmla="*/ 97 h 113"/>
                  <a:gd name="T6" fmla="*/ 97 w 114"/>
                  <a:gd name="T7" fmla="*/ 57 h 113"/>
                  <a:gd name="T8" fmla="*/ 57 w 114"/>
                  <a:gd name="T9" fmla="*/ 16 h 113"/>
                  <a:gd name="T10" fmla="*/ 57 w 114"/>
                  <a:gd name="T11" fmla="*/ 113 h 113"/>
                  <a:gd name="T12" fmla="*/ 0 w 114"/>
                  <a:gd name="T13" fmla="*/ 57 h 113"/>
                  <a:gd name="T14" fmla="*/ 57 w 114"/>
                  <a:gd name="T15" fmla="*/ 0 h 113"/>
                  <a:gd name="T16" fmla="*/ 114 w 114"/>
                  <a:gd name="T17" fmla="*/ 57 h 113"/>
                  <a:gd name="T18" fmla="*/ 57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57" y="16"/>
                    </a:moveTo>
                    <a:cubicBezTo>
                      <a:pt x="35" y="16"/>
                      <a:pt x="17" y="34"/>
                      <a:pt x="17" y="57"/>
                    </a:cubicBezTo>
                    <a:cubicBezTo>
                      <a:pt x="17" y="79"/>
                      <a:pt x="35" y="97"/>
                      <a:pt x="57" y="97"/>
                    </a:cubicBezTo>
                    <a:cubicBezTo>
                      <a:pt x="79" y="97"/>
                      <a:pt x="97" y="79"/>
                      <a:pt x="97" y="57"/>
                    </a:cubicBezTo>
                    <a:cubicBezTo>
                      <a:pt x="97" y="34"/>
                      <a:pt x="79" y="16"/>
                      <a:pt x="57" y="16"/>
                    </a:cubicBezTo>
                    <a:close/>
                    <a:moveTo>
                      <a:pt x="57" y="113"/>
                    </a:moveTo>
                    <a:cubicBezTo>
                      <a:pt x="25" y="113"/>
                      <a:pt x="0" y="88"/>
                      <a:pt x="0" y="57"/>
                    </a:cubicBezTo>
                    <a:cubicBezTo>
                      <a:pt x="0" y="25"/>
                      <a:pt x="25" y="0"/>
                      <a:pt x="57" y="0"/>
                    </a:cubicBezTo>
                    <a:cubicBezTo>
                      <a:pt x="88" y="0"/>
                      <a:pt x="114" y="25"/>
                      <a:pt x="114" y="57"/>
                    </a:cubicBezTo>
                    <a:cubicBezTo>
                      <a:pt x="114" y="88"/>
                      <a:pt x="88" y="113"/>
                      <a:pt x="57" y="113"/>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0" name="Freeform 489">
                <a:extLst>
                  <a:ext uri="{FF2B5EF4-FFF2-40B4-BE49-F238E27FC236}">
                    <a16:creationId xmlns:a16="http://schemas.microsoft.com/office/drawing/2014/main" id="{EECC03C0-645C-41AD-A046-2A82C7FFD4CE}"/>
                  </a:ext>
                </a:extLst>
              </p:cNvPr>
              <p:cNvSpPr>
                <a:spLocks/>
              </p:cNvSpPr>
              <p:nvPr/>
            </p:nvSpPr>
            <p:spPr bwMode="auto">
              <a:xfrm>
                <a:off x="2778126" y="5805488"/>
                <a:ext cx="155575" cy="192088"/>
              </a:xfrm>
              <a:custGeom>
                <a:avLst/>
                <a:gdLst>
                  <a:gd name="T0" fmla="*/ 139 w 232"/>
                  <a:gd name="T1" fmla="*/ 283 h 283"/>
                  <a:gd name="T2" fmla="*/ 0 w 232"/>
                  <a:gd name="T3" fmla="*/ 283 h 283"/>
                  <a:gd name="T4" fmla="*/ 0 w 232"/>
                  <a:gd name="T5" fmla="*/ 266 h 283"/>
                  <a:gd name="T6" fmla="*/ 139 w 232"/>
                  <a:gd name="T7" fmla="*/ 266 h 283"/>
                  <a:gd name="T8" fmla="*/ 215 w 232"/>
                  <a:gd name="T9" fmla="*/ 189 h 283"/>
                  <a:gd name="T10" fmla="*/ 215 w 232"/>
                  <a:gd name="T11" fmla="*/ 0 h 283"/>
                  <a:gd name="T12" fmla="*/ 232 w 232"/>
                  <a:gd name="T13" fmla="*/ 0 h 283"/>
                  <a:gd name="T14" fmla="*/ 232 w 232"/>
                  <a:gd name="T15" fmla="*/ 189 h 283"/>
                  <a:gd name="T16" fmla="*/ 139 w 232"/>
                  <a:gd name="T17" fmla="*/ 283 h 2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2" h="283">
                    <a:moveTo>
                      <a:pt x="139" y="283"/>
                    </a:moveTo>
                    <a:lnTo>
                      <a:pt x="0" y="283"/>
                    </a:lnTo>
                    <a:lnTo>
                      <a:pt x="0" y="266"/>
                    </a:lnTo>
                    <a:lnTo>
                      <a:pt x="139" y="266"/>
                    </a:lnTo>
                    <a:cubicBezTo>
                      <a:pt x="181" y="266"/>
                      <a:pt x="215" y="232"/>
                      <a:pt x="215" y="189"/>
                    </a:cubicBezTo>
                    <a:lnTo>
                      <a:pt x="215" y="0"/>
                    </a:lnTo>
                    <a:lnTo>
                      <a:pt x="232" y="0"/>
                    </a:lnTo>
                    <a:lnTo>
                      <a:pt x="232" y="189"/>
                    </a:lnTo>
                    <a:cubicBezTo>
                      <a:pt x="232" y="241"/>
                      <a:pt x="190" y="283"/>
                      <a:pt x="139" y="283"/>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1" name="Freeform 490">
                <a:extLst>
                  <a:ext uri="{FF2B5EF4-FFF2-40B4-BE49-F238E27FC236}">
                    <a16:creationId xmlns:a16="http://schemas.microsoft.com/office/drawing/2014/main" id="{D3E97D28-2EB3-49F6-92C1-4F49EFB71287}"/>
                  </a:ext>
                </a:extLst>
              </p:cNvPr>
              <p:cNvSpPr>
                <a:spLocks/>
              </p:cNvSpPr>
              <p:nvPr/>
            </p:nvSpPr>
            <p:spPr bwMode="auto">
              <a:xfrm>
                <a:off x="2851151" y="5937251"/>
                <a:ext cx="187325" cy="114300"/>
              </a:xfrm>
              <a:custGeom>
                <a:avLst/>
                <a:gdLst>
                  <a:gd name="T0" fmla="*/ 41 w 278"/>
                  <a:gd name="T1" fmla="*/ 170 h 170"/>
                  <a:gd name="T2" fmla="*/ 0 w 278"/>
                  <a:gd name="T3" fmla="*/ 170 h 170"/>
                  <a:gd name="T4" fmla="*/ 0 w 278"/>
                  <a:gd name="T5" fmla="*/ 153 h 170"/>
                  <a:gd name="T6" fmla="*/ 41 w 278"/>
                  <a:gd name="T7" fmla="*/ 153 h 170"/>
                  <a:gd name="T8" fmla="*/ 105 w 278"/>
                  <a:gd name="T9" fmla="*/ 131 h 170"/>
                  <a:gd name="T10" fmla="*/ 267 w 278"/>
                  <a:gd name="T11" fmla="*/ 0 h 170"/>
                  <a:gd name="T12" fmla="*/ 278 w 278"/>
                  <a:gd name="T13" fmla="*/ 13 h 170"/>
                  <a:gd name="T14" fmla="*/ 115 w 278"/>
                  <a:gd name="T15" fmla="*/ 144 h 170"/>
                  <a:gd name="T16" fmla="*/ 41 w 278"/>
                  <a:gd name="T17" fmla="*/ 170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8" h="170">
                    <a:moveTo>
                      <a:pt x="41" y="170"/>
                    </a:moveTo>
                    <a:lnTo>
                      <a:pt x="0" y="170"/>
                    </a:lnTo>
                    <a:lnTo>
                      <a:pt x="0" y="153"/>
                    </a:lnTo>
                    <a:lnTo>
                      <a:pt x="41" y="153"/>
                    </a:lnTo>
                    <a:cubicBezTo>
                      <a:pt x="64" y="153"/>
                      <a:pt x="87" y="145"/>
                      <a:pt x="105" y="131"/>
                    </a:cubicBezTo>
                    <a:lnTo>
                      <a:pt x="267" y="0"/>
                    </a:lnTo>
                    <a:lnTo>
                      <a:pt x="278" y="13"/>
                    </a:lnTo>
                    <a:lnTo>
                      <a:pt x="115" y="144"/>
                    </a:lnTo>
                    <a:cubicBezTo>
                      <a:pt x="94" y="160"/>
                      <a:pt x="68" y="170"/>
                      <a:pt x="41" y="170"/>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2" name="Rectangle 491">
                <a:extLst>
                  <a:ext uri="{FF2B5EF4-FFF2-40B4-BE49-F238E27FC236}">
                    <a16:creationId xmlns:a16="http://schemas.microsoft.com/office/drawing/2014/main" id="{9441995E-187C-42F9-A689-925CE2CBAF2B}"/>
                  </a:ext>
                </a:extLst>
              </p:cNvPr>
              <p:cNvSpPr>
                <a:spLocks noChangeArrowheads="1"/>
              </p:cNvSpPr>
              <p:nvPr/>
            </p:nvSpPr>
            <p:spPr bwMode="auto">
              <a:xfrm>
                <a:off x="2636838" y="6040438"/>
                <a:ext cx="166688" cy="11113"/>
              </a:xfrm>
              <a:prstGeom prst="rect">
                <a:avLst/>
              </a:prstGeom>
              <a:grpFill/>
              <a:ln w="9525">
                <a:solidFill>
                  <a:schemeClr val="bg1"/>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3" name="Rectangle 492">
                <a:extLst>
                  <a:ext uri="{FF2B5EF4-FFF2-40B4-BE49-F238E27FC236}">
                    <a16:creationId xmlns:a16="http://schemas.microsoft.com/office/drawing/2014/main" id="{497BAFEF-DA2A-4085-BFE5-A49394403A03}"/>
                  </a:ext>
                </a:extLst>
              </p:cNvPr>
              <p:cNvSpPr>
                <a:spLocks noChangeArrowheads="1"/>
              </p:cNvSpPr>
              <p:nvPr/>
            </p:nvSpPr>
            <p:spPr bwMode="auto">
              <a:xfrm>
                <a:off x="2592388" y="6040438"/>
                <a:ext cx="22225" cy="11113"/>
              </a:xfrm>
              <a:prstGeom prst="rect">
                <a:avLst/>
              </a:prstGeom>
              <a:grpFill/>
              <a:ln w="9525">
                <a:solidFill>
                  <a:schemeClr val="bg1"/>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4" name="Freeform 493">
                <a:extLst>
                  <a:ext uri="{FF2B5EF4-FFF2-40B4-BE49-F238E27FC236}">
                    <a16:creationId xmlns:a16="http://schemas.microsoft.com/office/drawing/2014/main" id="{6415B6AE-8830-4282-8DDE-E8EB5D3A75CC}"/>
                  </a:ext>
                </a:extLst>
              </p:cNvPr>
              <p:cNvSpPr>
                <a:spLocks noEditPoints="1"/>
              </p:cNvSpPr>
              <p:nvPr/>
            </p:nvSpPr>
            <p:spPr bwMode="auto">
              <a:xfrm>
                <a:off x="2890838" y="5734051"/>
                <a:ext cx="76200" cy="77788"/>
              </a:xfrm>
              <a:custGeom>
                <a:avLst/>
                <a:gdLst>
                  <a:gd name="T0" fmla="*/ 57 w 113"/>
                  <a:gd name="T1" fmla="*/ 17 h 114"/>
                  <a:gd name="T2" fmla="*/ 16 w 113"/>
                  <a:gd name="T3" fmla="*/ 57 h 114"/>
                  <a:gd name="T4" fmla="*/ 57 w 113"/>
                  <a:gd name="T5" fmla="*/ 97 h 114"/>
                  <a:gd name="T6" fmla="*/ 97 w 113"/>
                  <a:gd name="T7" fmla="*/ 57 h 114"/>
                  <a:gd name="T8" fmla="*/ 57 w 113"/>
                  <a:gd name="T9" fmla="*/ 17 h 114"/>
                  <a:gd name="T10" fmla="*/ 57 w 113"/>
                  <a:gd name="T11" fmla="*/ 114 h 114"/>
                  <a:gd name="T12" fmla="*/ 0 w 113"/>
                  <a:gd name="T13" fmla="*/ 57 h 114"/>
                  <a:gd name="T14" fmla="*/ 57 w 113"/>
                  <a:gd name="T15" fmla="*/ 0 h 114"/>
                  <a:gd name="T16" fmla="*/ 113 w 113"/>
                  <a:gd name="T17" fmla="*/ 57 h 114"/>
                  <a:gd name="T18" fmla="*/ 57 w 113"/>
                  <a:gd name="T19" fmla="*/ 114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3" h="114">
                    <a:moveTo>
                      <a:pt x="57" y="17"/>
                    </a:moveTo>
                    <a:cubicBezTo>
                      <a:pt x="34" y="17"/>
                      <a:pt x="16" y="35"/>
                      <a:pt x="16" y="57"/>
                    </a:cubicBezTo>
                    <a:cubicBezTo>
                      <a:pt x="16" y="79"/>
                      <a:pt x="34" y="97"/>
                      <a:pt x="57" y="97"/>
                    </a:cubicBezTo>
                    <a:cubicBezTo>
                      <a:pt x="79" y="97"/>
                      <a:pt x="97" y="79"/>
                      <a:pt x="97" y="57"/>
                    </a:cubicBezTo>
                    <a:cubicBezTo>
                      <a:pt x="97" y="35"/>
                      <a:pt x="79" y="17"/>
                      <a:pt x="57" y="17"/>
                    </a:cubicBezTo>
                    <a:close/>
                    <a:moveTo>
                      <a:pt x="57" y="114"/>
                    </a:moveTo>
                    <a:cubicBezTo>
                      <a:pt x="25" y="114"/>
                      <a:pt x="0" y="89"/>
                      <a:pt x="0" y="57"/>
                    </a:cubicBezTo>
                    <a:cubicBezTo>
                      <a:pt x="0" y="26"/>
                      <a:pt x="25" y="0"/>
                      <a:pt x="57" y="0"/>
                    </a:cubicBezTo>
                    <a:cubicBezTo>
                      <a:pt x="88" y="0"/>
                      <a:pt x="113" y="26"/>
                      <a:pt x="113" y="57"/>
                    </a:cubicBezTo>
                    <a:cubicBezTo>
                      <a:pt x="113" y="89"/>
                      <a:pt x="88" y="114"/>
                      <a:pt x="57" y="114"/>
                    </a:cubicBez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5" name="Freeform 494">
                <a:extLst>
                  <a:ext uri="{FF2B5EF4-FFF2-40B4-BE49-F238E27FC236}">
                    <a16:creationId xmlns:a16="http://schemas.microsoft.com/office/drawing/2014/main" id="{3DE03C3A-2FBB-478F-B3B0-9B54A411465A}"/>
                  </a:ext>
                </a:extLst>
              </p:cNvPr>
              <p:cNvSpPr>
                <a:spLocks noEditPoints="1"/>
              </p:cNvSpPr>
              <p:nvPr/>
            </p:nvSpPr>
            <p:spPr bwMode="auto">
              <a:xfrm>
                <a:off x="3021013" y="5884863"/>
                <a:ext cx="77788" cy="76200"/>
              </a:xfrm>
              <a:custGeom>
                <a:avLst/>
                <a:gdLst>
                  <a:gd name="T0" fmla="*/ 57 w 114"/>
                  <a:gd name="T1" fmla="*/ 16 h 113"/>
                  <a:gd name="T2" fmla="*/ 17 w 114"/>
                  <a:gd name="T3" fmla="*/ 57 h 113"/>
                  <a:gd name="T4" fmla="*/ 57 w 114"/>
                  <a:gd name="T5" fmla="*/ 97 h 113"/>
                  <a:gd name="T6" fmla="*/ 97 w 114"/>
                  <a:gd name="T7" fmla="*/ 57 h 113"/>
                  <a:gd name="T8" fmla="*/ 57 w 114"/>
                  <a:gd name="T9" fmla="*/ 16 h 113"/>
                  <a:gd name="T10" fmla="*/ 57 w 114"/>
                  <a:gd name="T11" fmla="*/ 113 h 113"/>
                  <a:gd name="T12" fmla="*/ 0 w 114"/>
                  <a:gd name="T13" fmla="*/ 57 h 113"/>
                  <a:gd name="T14" fmla="*/ 57 w 114"/>
                  <a:gd name="T15" fmla="*/ 0 h 113"/>
                  <a:gd name="T16" fmla="*/ 114 w 114"/>
                  <a:gd name="T17" fmla="*/ 57 h 113"/>
                  <a:gd name="T18" fmla="*/ 57 w 114"/>
                  <a:gd name="T19" fmla="*/ 113 h 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3">
                    <a:moveTo>
                      <a:pt x="57" y="16"/>
                    </a:moveTo>
                    <a:cubicBezTo>
                      <a:pt x="35" y="16"/>
                      <a:pt x="17" y="34"/>
                      <a:pt x="17" y="57"/>
                    </a:cubicBezTo>
                    <a:cubicBezTo>
                      <a:pt x="17" y="79"/>
                      <a:pt x="35" y="97"/>
                      <a:pt x="57" y="97"/>
                    </a:cubicBezTo>
                    <a:cubicBezTo>
                      <a:pt x="79" y="97"/>
                      <a:pt x="97" y="79"/>
                      <a:pt x="97" y="57"/>
                    </a:cubicBezTo>
                    <a:cubicBezTo>
                      <a:pt x="97" y="34"/>
                      <a:pt x="79" y="16"/>
                      <a:pt x="57" y="16"/>
                    </a:cubicBezTo>
                    <a:close/>
                    <a:moveTo>
                      <a:pt x="57" y="113"/>
                    </a:moveTo>
                    <a:cubicBezTo>
                      <a:pt x="26" y="113"/>
                      <a:pt x="0" y="88"/>
                      <a:pt x="0" y="57"/>
                    </a:cubicBezTo>
                    <a:cubicBezTo>
                      <a:pt x="0" y="25"/>
                      <a:pt x="26" y="0"/>
                      <a:pt x="57" y="0"/>
                    </a:cubicBezTo>
                    <a:cubicBezTo>
                      <a:pt x="88" y="0"/>
                      <a:pt x="114" y="25"/>
                      <a:pt x="114" y="57"/>
                    </a:cubicBezTo>
                    <a:cubicBezTo>
                      <a:pt x="114" y="88"/>
                      <a:pt x="88" y="113"/>
                      <a:pt x="57" y="113"/>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6" name="Freeform 495">
                <a:extLst>
                  <a:ext uri="{FF2B5EF4-FFF2-40B4-BE49-F238E27FC236}">
                    <a16:creationId xmlns:a16="http://schemas.microsoft.com/office/drawing/2014/main" id="{BFCCD278-1A1B-4FCB-859C-0FE6E5F757C1}"/>
                  </a:ext>
                </a:extLst>
              </p:cNvPr>
              <p:cNvSpPr>
                <a:spLocks/>
              </p:cNvSpPr>
              <p:nvPr/>
            </p:nvSpPr>
            <p:spPr bwMode="auto">
              <a:xfrm>
                <a:off x="2662238" y="6151563"/>
                <a:ext cx="376238" cy="114300"/>
              </a:xfrm>
              <a:custGeom>
                <a:avLst/>
                <a:gdLst>
                  <a:gd name="T0" fmla="*/ 546 w 557"/>
                  <a:gd name="T1" fmla="*/ 169 h 169"/>
                  <a:gd name="T2" fmla="*/ 384 w 557"/>
                  <a:gd name="T3" fmla="*/ 39 h 169"/>
                  <a:gd name="T4" fmla="*/ 320 w 557"/>
                  <a:gd name="T5" fmla="*/ 16 h 169"/>
                  <a:gd name="T6" fmla="*/ 0 w 557"/>
                  <a:gd name="T7" fmla="*/ 16 h 169"/>
                  <a:gd name="T8" fmla="*/ 0 w 557"/>
                  <a:gd name="T9" fmla="*/ 0 h 169"/>
                  <a:gd name="T10" fmla="*/ 320 w 557"/>
                  <a:gd name="T11" fmla="*/ 0 h 169"/>
                  <a:gd name="T12" fmla="*/ 394 w 557"/>
                  <a:gd name="T13" fmla="*/ 26 h 169"/>
                  <a:gd name="T14" fmla="*/ 557 w 557"/>
                  <a:gd name="T15" fmla="*/ 156 h 169"/>
                  <a:gd name="T16" fmla="*/ 546 w 557"/>
                  <a:gd name="T17" fmla="*/ 169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57" h="169">
                    <a:moveTo>
                      <a:pt x="546" y="169"/>
                    </a:moveTo>
                    <a:lnTo>
                      <a:pt x="384" y="39"/>
                    </a:lnTo>
                    <a:cubicBezTo>
                      <a:pt x="366" y="24"/>
                      <a:pt x="343" y="16"/>
                      <a:pt x="320" y="16"/>
                    </a:cubicBezTo>
                    <a:lnTo>
                      <a:pt x="0" y="16"/>
                    </a:lnTo>
                    <a:lnTo>
                      <a:pt x="0" y="0"/>
                    </a:lnTo>
                    <a:lnTo>
                      <a:pt x="320" y="0"/>
                    </a:lnTo>
                    <a:cubicBezTo>
                      <a:pt x="347" y="0"/>
                      <a:pt x="373" y="9"/>
                      <a:pt x="394" y="26"/>
                    </a:cubicBezTo>
                    <a:lnTo>
                      <a:pt x="557" y="156"/>
                    </a:lnTo>
                    <a:lnTo>
                      <a:pt x="546" y="169"/>
                    </a:lnTo>
                    <a:close/>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7" name="Rectangle 496">
                <a:extLst>
                  <a:ext uri="{FF2B5EF4-FFF2-40B4-BE49-F238E27FC236}">
                    <a16:creationId xmlns:a16="http://schemas.microsoft.com/office/drawing/2014/main" id="{CA4CC982-36A5-45DC-9508-2D43001EF192}"/>
                  </a:ext>
                </a:extLst>
              </p:cNvPr>
              <p:cNvSpPr>
                <a:spLocks noChangeArrowheads="1"/>
              </p:cNvSpPr>
              <p:nvPr/>
            </p:nvSpPr>
            <p:spPr bwMode="auto">
              <a:xfrm>
                <a:off x="2617788" y="6151563"/>
                <a:ext cx="22225" cy="11113"/>
              </a:xfrm>
              <a:prstGeom prst="rect">
                <a:avLst/>
              </a:prstGeom>
              <a:grpFill/>
              <a:ln w="9525">
                <a:solidFill>
                  <a:schemeClr val="bg1"/>
                </a:solidFill>
                <a:miter lim="800000"/>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8" name="Freeform 497">
                <a:extLst>
                  <a:ext uri="{FF2B5EF4-FFF2-40B4-BE49-F238E27FC236}">
                    <a16:creationId xmlns:a16="http://schemas.microsoft.com/office/drawing/2014/main" id="{38A27C03-4A51-4E46-BFB0-237AD2D3FB48}"/>
                  </a:ext>
                </a:extLst>
              </p:cNvPr>
              <p:cNvSpPr>
                <a:spLocks noEditPoints="1"/>
              </p:cNvSpPr>
              <p:nvPr/>
            </p:nvSpPr>
            <p:spPr bwMode="auto">
              <a:xfrm>
                <a:off x="3021013" y="6242051"/>
                <a:ext cx="77788" cy="76200"/>
              </a:xfrm>
              <a:custGeom>
                <a:avLst/>
                <a:gdLst>
                  <a:gd name="T0" fmla="*/ 57 w 114"/>
                  <a:gd name="T1" fmla="*/ 17 h 114"/>
                  <a:gd name="T2" fmla="*/ 17 w 114"/>
                  <a:gd name="T3" fmla="*/ 57 h 114"/>
                  <a:gd name="T4" fmla="*/ 57 w 114"/>
                  <a:gd name="T5" fmla="*/ 97 h 114"/>
                  <a:gd name="T6" fmla="*/ 97 w 114"/>
                  <a:gd name="T7" fmla="*/ 57 h 114"/>
                  <a:gd name="T8" fmla="*/ 57 w 114"/>
                  <a:gd name="T9" fmla="*/ 17 h 114"/>
                  <a:gd name="T10" fmla="*/ 57 w 114"/>
                  <a:gd name="T11" fmla="*/ 114 h 114"/>
                  <a:gd name="T12" fmla="*/ 0 w 114"/>
                  <a:gd name="T13" fmla="*/ 57 h 114"/>
                  <a:gd name="T14" fmla="*/ 57 w 114"/>
                  <a:gd name="T15" fmla="*/ 0 h 114"/>
                  <a:gd name="T16" fmla="*/ 114 w 114"/>
                  <a:gd name="T17" fmla="*/ 57 h 114"/>
                  <a:gd name="T18" fmla="*/ 57 w 114"/>
                  <a:gd name="T19" fmla="*/ 114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4" h="114">
                    <a:moveTo>
                      <a:pt x="57" y="17"/>
                    </a:moveTo>
                    <a:cubicBezTo>
                      <a:pt x="35" y="17"/>
                      <a:pt x="17" y="35"/>
                      <a:pt x="17" y="57"/>
                    </a:cubicBezTo>
                    <a:cubicBezTo>
                      <a:pt x="17" y="79"/>
                      <a:pt x="35" y="97"/>
                      <a:pt x="57" y="97"/>
                    </a:cubicBezTo>
                    <a:cubicBezTo>
                      <a:pt x="79" y="97"/>
                      <a:pt x="97" y="79"/>
                      <a:pt x="97" y="57"/>
                    </a:cubicBezTo>
                    <a:cubicBezTo>
                      <a:pt x="97" y="35"/>
                      <a:pt x="79" y="17"/>
                      <a:pt x="57" y="17"/>
                    </a:cubicBezTo>
                    <a:close/>
                    <a:moveTo>
                      <a:pt x="57" y="114"/>
                    </a:moveTo>
                    <a:cubicBezTo>
                      <a:pt x="26" y="114"/>
                      <a:pt x="0" y="88"/>
                      <a:pt x="0" y="57"/>
                    </a:cubicBezTo>
                    <a:cubicBezTo>
                      <a:pt x="0" y="26"/>
                      <a:pt x="26" y="0"/>
                      <a:pt x="57" y="0"/>
                    </a:cubicBezTo>
                    <a:cubicBezTo>
                      <a:pt x="88" y="0"/>
                      <a:pt x="114" y="26"/>
                      <a:pt x="114" y="57"/>
                    </a:cubicBezTo>
                    <a:cubicBezTo>
                      <a:pt x="114" y="88"/>
                      <a:pt x="88" y="114"/>
                      <a:pt x="57" y="114"/>
                    </a:cubicBezTo>
                  </a:path>
                </a:pathLst>
              </a:custGeom>
              <a:grpFill/>
              <a:ln w="952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grpSp>
      <p:sp>
        <p:nvSpPr>
          <p:cNvPr id="129" name="TextBox 128">
            <a:extLst>
              <a:ext uri="{FF2B5EF4-FFF2-40B4-BE49-F238E27FC236}">
                <a16:creationId xmlns:a16="http://schemas.microsoft.com/office/drawing/2014/main" id="{AB0F6720-6FD5-4607-B586-91ADE670F006}"/>
              </a:ext>
            </a:extLst>
          </p:cNvPr>
          <p:cNvSpPr txBox="1"/>
          <p:nvPr/>
        </p:nvSpPr>
        <p:spPr>
          <a:xfrm>
            <a:off x="6847676" y="3101451"/>
            <a:ext cx="3068754" cy="439816"/>
          </a:xfrm>
          <a:prstGeom prst="rect">
            <a:avLst/>
          </a:prstGeom>
          <a:noFill/>
        </p:spPr>
        <p:txBody>
          <a:bodyPr wrap="square">
            <a:noAutofit/>
          </a:bodyPr>
          <a:lstStyle/>
          <a:p>
            <a:pPr marL="0" marR="0" lvl="0" indent="0" algn="l" defTabSz="914400" rtl="0" eaLnBrk="1" fontAlgn="auto" latinLnBrk="0" hangingPunct="1">
              <a:lnSpc>
                <a:spcPct val="100000"/>
              </a:lnSpc>
              <a:spcBef>
                <a:spcPct val="0"/>
              </a:spcBef>
              <a:spcAft>
                <a:spcPts val="1200"/>
              </a:spcAft>
              <a:buClrTx/>
              <a:buSzTx/>
              <a:buFontTx/>
              <a:buNone/>
              <a:tabLst/>
              <a:defRPr/>
            </a:pPr>
            <a:r>
              <a:rPr kumimoji="0" lang="en-GB" sz="800" b="1" i="0" u="none" strike="noStrike" kern="1200" cap="none" spc="0" normalizeH="0" baseline="0" noProof="0">
                <a:ln>
                  <a:noFill/>
                </a:ln>
                <a:solidFill>
                  <a:prstClr val="black"/>
                </a:solidFill>
                <a:effectLst/>
                <a:uLnTx/>
                <a:uFillTx/>
                <a:latin typeface="Ubuntu"/>
                <a:ea typeface="+mn-ea"/>
                <a:cs typeface="+mn-cs"/>
              </a:rPr>
              <a:t>* </a:t>
            </a:r>
            <a:r>
              <a:rPr kumimoji="0" lang="en-GB" sz="800" b="0" i="0" u="none" strike="noStrike" kern="1200" cap="none" spc="0" normalizeH="0" baseline="0" noProof="0">
                <a:ln>
                  <a:noFill/>
                </a:ln>
                <a:solidFill>
                  <a:prstClr val="black"/>
                </a:solidFill>
                <a:effectLst/>
                <a:uLnTx/>
                <a:uFillTx/>
                <a:latin typeface="Ubuntu"/>
                <a:ea typeface="+mn-ea"/>
                <a:cs typeface="+mn-cs"/>
              </a:rPr>
              <a:t>The next set of slides details these building blocks on how Capgemini will deliver Core to </a:t>
            </a:r>
            <a:r>
              <a:rPr kumimoji="0" lang="en-GB" sz="800" b="0" i="0" u="none" strike="noStrike" kern="1200" cap="none" spc="0" normalizeH="0" baseline="0" noProof="0" err="1">
                <a:ln>
                  <a:noFill/>
                </a:ln>
                <a:solidFill>
                  <a:prstClr val="black"/>
                </a:solidFill>
                <a:effectLst/>
                <a:uLnTx/>
                <a:uFillTx/>
                <a:latin typeface="Ubuntu"/>
                <a:ea typeface="+mn-ea"/>
                <a:cs typeface="+mn-cs"/>
              </a:rPr>
              <a:t>Länsförsäkringar</a:t>
            </a:r>
            <a:endParaRPr kumimoji="0" lang="en-GB" sz="400" b="0" i="0" u="none" strike="noStrike" kern="1200" cap="none" spc="0" normalizeH="0" baseline="0" noProof="0">
              <a:ln>
                <a:noFill/>
              </a:ln>
              <a:solidFill>
                <a:prstClr val="black"/>
              </a:solidFill>
              <a:effectLst/>
              <a:uLnTx/>
              <a:uFillTx/>
              <a:latin typeface="Ubuntu"/>
              <a:ea typeface="+mn-ea"/>
              <a:cs typeface="+mn-cs"/>
            </a:endParaRPr>
          </a:p>
        </p:txBody>
      </p:sp>
      <p:sp>
        <p:nvSpPr>
          <p:cNvPr id="5" name="Oval 4">
            <a:extLst>
              <a:ext uri="{FF2B5EF4-FFF2-40B4-BE49-F238E27FC236}">
                <a16:creationId xmlns:a16="http://schemas.microsoft.com/office/drawing/2014/main" id="{5B54AF59-73D5-4A85-830D-C00608DD2C88}"/>
              </a:ext>
            </a:extLst>
          </p:cNvPr>
          <p:cNvSpPr/>
          <p:nvPr/>
        </p:nvSpPr>
        <p:spPr>
          <a:xfrm>
            <a:off x="4350347" y="1210082"/>
            <a:ext cx="328326" cy="335526"/>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Ubuntu"/>
                <a:ea typeface="+mn-ea"/>
                <a:cs typeface="+mn-cs"/>
              </a:rPr>
              <a:t>b</a:t>
            </a:r>
          </a:p>
        </p:txBody>
      </p:sp>
      <p:sp>
        <p:nvSpPr>
          <p:cNvPr id="130" name="Oval 129">
            <a:extLst>
              <a:ext uri="{FF2B5EF4-FFF2-40B4-BE49-F238E27FC236}">
                <a16:creationId xmlns:a16="http://schemas.microsoft.com/office/drawing/2014/main" id="{8C20B78B-D47D-4415-844E-987EA4A619FB}"/>
              </a:ext>
            </a:extLst>
          </p:cNvPr>
          <p:cNvSpPr/>
          <p:nvPr/>
        </p:nvSpPr>
        <p:spPr>
          <a:xfrm>
            <a:off x="7187686" y="1391711"/>
            <a:ext cx="328326" cy="335526"/>
          </a:xfrm>
          <a:prstGeom prst="ellipse">
            <a:avLst/>
          </a:pr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Ubuntu"/>
                <a:ea typeface="+mn-ea"/>
                <a:cs typeface="+mn-cs"/>
              </a:rPr>
              <a:t>a</a:t>
            </a:r>
          </a:p>
        </p:txBody>
      </p:sp>
      <p:sp>
        <p:nvSpPr>
          <p:cNvPr id="131" name="Oval 130">
            <a:extLst>
              <a:ext uri="{FF2B5EF4-FFF2-40B4-BE49-F238E27FC236}">
                <a16:creationId xmlns:a16="http://schemas.microsoft.com/office/drawing/2014/main" id="{FDDA1101-0E52-42E3-A37C-E2460B1469F7}"/>
              </a:ext>
            </a:extLst>
          </p:cNvPr>
          <p:cNvSpPr/>
          <p:nvPr/>
        </p:nvSpPr>
        <p:spPr>
          <a:xfrm>
            <a:off x="4473692" y="2809579"/>
            <a:ext cx="328326" cy="335526"/>
          </a:xfrm>
          <a:prstGeom prst="ellipse">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Ubuntu"/>
                <a:ea typeface="+mn-ea"/>
                <a:cs typeface="+mn-cs"/>
              </a:rPr>
              <a:t>c</a:t>
            </a:r>
          </a:p>
        </p:txBody>
      </p:sp>
    </p:spTree>
    <p:extLst>
      <p:ext uri="{BB962C8B-B14F-4D97-AF65-F5344CB8AC3E}">
        <p14:creationId xmlns:p14="http://schemas.microsoft.com/office/powerpoint/2010/main" val="12391206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E7D7C671-7ECF-444B-BBF0-55EA47B41443}"/>
              </a:ext>
            </a:extLst>
          </p:cNvPr>
          <p:cNvSpPr txBox="1"/>
          <p:nvPr/>
        </p:nvSpPr>
        <p:spPr>
          <a:xfrm>
            <a:off x="9672948" y="2707977"/>
            <a:ext cx="2266277" cy="2746906"/>
          </a:xfrm>
          <a:prstGeom prst="rect">
            <a:avLst/>
          </a:prstGeom>
          <a:noFill/>
        </p:spPr>
        <p:txBody>
          <a:bodyPr wrap="square" lIns="0" tIns="45720" rIns="0" bIns="45720" anchor="t">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300" b="1" i="0" u="none" strike="noStrike" kern="1200" cap="none" spc="0" normalizeH="0" baseline="0" noProof="0">
                <a:ln>
                  <a:noFill/>
                </a:ln>
                <a:solidFill>
                  <a:prstClr val="black"/>
                </a:solidFill>
                <a:effectLst/>
                <a:uLnTx/>
                <a:uFillTx/>
                <a:latin typeface="Ubuntu" panose="020B0504030602030204" pitchFamily="34" charset="0"/>
                <a:ea typeface="+mn-ea"/>
                <a:cs typeface="+mn-cs"/>
              </a:rPr>
              <a:t>Business Outcomes</a:t>
            </a:r>
          </a:p>
          <a:p>
            <a:pPr marL="142875" marR="0" lvl="0" indent="-142875" algn="l" defTabSz="914400" rtl="0" eaLnBrk="1" fontAlgn="auto" latinLnBrk="0" hangingPunct="1">
              <a:lnSpc>
                <a:spcPct val="100000"/>
              </a:lnSpc>
              <a:spcBef>
                <a:spcPts val="0"/>
              </a:spcBef>
              <a:spcAft>
                <a:spcPts val="300"/>
              </a:spcAft>
              <a:buClrTx/>
              <a:buSzPct val="80000"/>
              <a:buFont typeface="Arial" panose="020B0604020202020204" pitchFamily="34" charset="0"/>
              <a:buChar char="•"/>
              <a:tabLst/>
              <a:defRPr/>
            </a:pPr>
            <a:r>
              <a:rPr kumimoji="0" lang="en-GB" sz="1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Digital Excellence</a:t>
            </a:r>
          </a:p>
          <a:p>
            <a:pPr marL="142875" marR="0" lvl="0" indent="-142875" algn="l" defTabSz="914400" rtl="0" eaLnBrk="1" fontAlgn="auto" latinLnBrk="0" hangingPunct="1">
              <a:lnSpc>
                <a:spcPct val="100000"/>
              </a:lnSpc>
              <a:spcBef>
                <a:spcPts val="0"/>
              </a:spcBef>
              <a:spcAft>
                <a:spcPts val="300"/>
              </a:spcAft>
              <a:buClrTx/>
              <a:buSzPct val="80000"/>
              <a:buFont typeface="Arial" panose="020B0604020202020204" pitchFamily="34" charset="0"/>
              <a:buChar char="•"/>
              <a:tabLst/>
              <a:defRPr/>
            </a:pPr>
            <a:r>
              <a:rPr kumimoji="0" lang="en-GB" sz="1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Heightened Customer Interactions</a:t>
            </a:r>
          </a:p>
          <a:p>
            <a:pPr marL="142875" marR="0" lvl="0" indent="-142875" algn="l" defTabSz="914400" rtl="0" eaLnBrk="1" fontAlgn="auto" latinLnBrk="0" hangingPunct="1">
              <a:lnSpc>
                <a:spcPct val="100000"/>
              </a:lnSpc>
              <a:spcBef>
                <a:spcPts val="0"/>
              </a:spcBef>
              <a:spcAft>
                <a:spcPts val="300"/>
              </a:spcAft>
              <a:buClrTx/>
              <a:buSzPct val="80000"/>
              <a:buFont typeface="Arial" panose="020B0604020202020204" pitchFamily="34" charset="0"/>
              <a:buChar char="•"/>
              <a:tabLst/>
              <a:defRPr/>
            </a:pPr>
            <a:r>
              <a:rPr kumimoji="0" lang="en-GB" sz="1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Pricing leadership</a:t>
            </a:r>
          </a:p>
          <a:p>
            <a:pPr marL="142875" marR="0" lvl="0" indent="-142875" algn="l" defTabSz="914400" rtl="0" eaLnBrk="1" fontAlgn="auto" latinLnBrk="0" hangingPunct="1">
              <a:lnSpc>
                <a:spcPct val="100000"/>
              </a:lnSpc>
              <a:spcBef>
                <a:spcPts val="0"/>
              </a:spcBef>
              <a:spcAft>
                <a:spcPts val="300"/>
              </a:spcAft>
              <a:buClrTx/>
              <a:buSzPct val="80000"/>
              <a:buFont typeface="Arial" panose="020B0604020202020204" pitchFamily="34" charset="0"/>
              <a:buChar char="•"/>
              <a:tabLst/>
              <a:defRPr/>
            </a:pPr>
            <a:r>
              <a:rPr kumimoji="0" lang="en-GB" sz="1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Agility</a:t>
            </a:r>
          </a:p>
          <a:p>
            <a:pPr marL="142875" marR="0" lvl="0" indent="-142875" algn="l" defTabSz="914400" rtl="0" eaLnBrk="1" fontAlgn="auto" latinLnBrk="0" hangingPunct="1">
              <a:lnSpc>
                <a:spcPct val="100000"/>
              </a:lnSpc>
              <a:spcBef>
                <a:spcPts val="0"/>
              </a:spcBef>
              <a:spcAft>
                <a:spcPts val="300"/>
              </a:spcAft>
              <a:buClrTx/>
              <a:buSzPct val="80000"/>
              <a:buFont typeface="Arial" panose="020B0604020202020204" pitchFamily="34" charset="0"/>
              <a:buChar char="•"/>
              <a:tabLst/>
              <a:defRPr/>
            </a:pPr>
            <a:r>
              <a:rPr kumimoji="0" lang="en-GB" sz="1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Automation</a:t>
            </a:r>
          </a:p>
          <a:p>
            <a:pPr marL="142875" marR="0" lvl="0" indent="-142875" algn="l" defTabSz="914400" rtl="0" eaLnBrk="1" fontAlgn="auto" latinLnBrk="0" hangingPunct="1">
              <a:lnSpc>
                <a:spcPct val="100000"/>
              </a:lnSpc>
              <a:spcBef>
                <a:spcPts val="0"/>
              </a:spcBef>
              <a:spcAft>
                <a:spcPts val="300"/>
              </a:spcAft>
              <a:buClrTx/>
              <a:buSzPct val="80000"/>
              <a:buFont typeface="Arial" panose="020B0604020202020204" pitchFamily="34" charset="0"/>
              <a:buChar char="•"/>
              <a:tabLst/>
              <a:defRPr/>
            </a:pPr>
            <a:r>
              <a:rPr kumimoji="0" lang="en-GB" sz="1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Realtime, Intelligent decisions</a:t>
            </a:r>
          </a:p>
          <a:p>
            <a:pPr marL="142875" marR="0" lvl="0" indent="-142875" algn="l" defTabSz="914400" rtl="0" eaLnBrk="1" fontAlgn="auto" latinLnBrk="0" hangingPunct="1">
              <a:lnSpc>
                <a:spcPct val="100000"/>
              </a:lnSpc>
              <a:spcBef>
                <a:spcPts val="0"/>
              </a:spcBef>
              <a:spcAft>
                <a:spcPts val="300"/>
              </a:spcAft>
              <a:buClrTx/>
              <a:buSzPct val="80000"/>
              <a:buFont typeface="Arial" panose="020B0604020202020204" pitchFamily="34" charset="0"/>
              <a:buChar char="•"/>
              <a:tabLst/>
              <a:defRPr/>
            </a:pPr>
            <a:r>
              <a:rPr kumimoji="0" lang="en-GB" sz="1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Speed to market</a:t>
            </a:r>
          </a:p>
          <a:p>
            <a:pPr marL="142875" marR="0" lvl="0" indent="-142875" algn="l" defTabSz="914400" rtl="0" eaLnBrk="1" fontAlgn="auto" latinLnBrk="0" hangingPunct="1">
              <a:lnSpc>
                <a:spcPct val="100000"/>
              </a:lnSpc>
              <a:spcBef>
                <a:spcPts val="0"/>
              </a:spcBef>
              <a:spcAft>
                <a:spcPts val="300"/>
              </a:spcAft>
              <a:buClrTx/>
              <a:buSzPct val="80000"/>
              <a:buFont typeface="Arial" panose="020B0604020202020204" pitchFamily="34" charset="0"/>
              <a:buChar char="•"/>
              <a:tabLst/>
              <a:defRPr/>
            </a:pPr>
            <a:r>
              <a:rPr kumimoji="0" lang="en-GB" sz="1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Personalisation</a:t>
            </a:r>
          </a:p>
          <a:p>
            <a:pPr marL="142875" marR="0" lvl="0" indent="-142875" algn="l" defTabSz="914400" rtl="0" eaLnBrk="1" fontAlgn="auto" latinLnBrk="0" hangingPunct="1">
              <a:lnSpc>
                <a:spcPct val="100000"/>
              </a:lnSpc>
              <a:spcBef>
                <a:spcPts val="0"/>
              </a:spcBef>
              <a:spcAft>
                <a:spcPts val="300"/>
              </a:spcAft>
              <a:buClrTx/>
              <a:buSzPct val="80000"/>
              <a:buFont typeface="Arial" panose="020B0604020202020204" pitchFamily="34" charset="0"/>
              <a:buChar char="•"/>
              <a:tabLst/>
              <a:defRPr/>
            </a:pPr>
            <a:r>
              <a:rPr kumimoji="0" lang="en-GB" sz="1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Optimisation</a:t>
            </a:r>
          </a:p>
          <a:p>
            <a:pPr marL="142875" marR="0" lvl="0" indent="-142875" algn="l" defTabSz="914400" rtl="0" eaLnBrk="1" fontAlgn="auto" latinLnBrk="0" hangingPunct="1">
              <a:lnSpc>
                <a:spcPct val="100000"/>
              </a:lnSpc>
              <a:spcBef>
                <a:spcPts val="0"/>
              </a:spcBef>
              <a:spcAft>
                <a:spcPts val="300"/>
              </a:spcAft>
              <a:buClrTx/>
              <a:buSzPct val="80000"/>
              <a:buFont typeface="Arial" panose="020B0604020202020204" pitchFamily="34" charset="0"/>
              <a:buChar char="•"/>
              <a:tabLst/>
              <a:defRPr/>
            </a:pPr>
            <a:r>
              <a:rPr kumimoji="0" lang="en-GB" sz="1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Innovation</a:t>
            </a:r>
          </a:p>
        </p:txBody>
      </p:sp>
      <p:sp>
        <p:nvSpPr>
          <p:cNvPr id="14" name="TextBox 13">
            <a:extLst>
              <a:ext uri="{FF2B5EF4-FFF2-40B4-BE49-F238E27FC236}">
                <a16:creationId xmlns:a16="http://schemas.microsoft.com/office/drawing/2014/main" id="{88CB5F00-B31B-48D5-B80A-2D4EF9EA0095}"/>
              </a:ext>
            </a:extLst>
          </p:cNvPr>
          <p:cNvSpPr txBox="1"/>
          <p:nvPr/>
        </p:nvSpPr>
        <p:spPr>
          <a:xfrm>
            <a:off x="287074" y="2969395"/>
            <a:ext cx="1990149" cy="2224070"/>
          </a:xfrm>
          <a:prstGeom prst="rect">
            <a:avLst/>
          </a:prstGeom>
          <a:noFill/>
        </p:spPr>
        <p:txBody>
          <a:bodyPr wrap="square" lIns="0" tIns="45720" rIns="0" bIns="45720" anchor="t">
            <a:spAutoFit/>
          </a:bodyPr>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GB" sz="1200" b="1" i="0" u="none" strike="noStrike" kern="1200" cap="none" spc="0" normalizeH="0" baseline="0" noProof="0">
                <a:ln>
                  <a:noFill/>
                </a:ln>
                <a:solidFill>
                  <a:prstClr val="black"/>
                </a:solidFill>
                <a:effectLst/>
                <a:uLnTx/>
                <a:uFillTx/>
                <a:latin typeface="Ubuntu" panose="020B0504030602030204" pitchFamily="34" charset="0"/>
                <a:ea typeface="+mn-ea"/>
                <a:cs typeface="+mn-cs"/>
              </a:rPr>
              <a:t>Architecture Principles</a:t>
            </a:r>
          </a:p>
          <a:p>
            <a:pPr marL="142875" marR="0" lvl="0" indent="-142875" algn="l" defTabSz="914400" rtl="0" eaLnBrk="1" fontAlgn="auto" latinLnBrk="0" hangingPunct="1">
              <a:lnSpc>
                <a:spcPct val="130000"/>
              </a:lnSpc>
              <a:spcBef>
                <a:spcPts val="0"/>
              </a:spcBef>
              <a:spcAft>
                <a:spcPts val="0"/>
              </a:spcAft>
              <a:buClrTx/>
              <a:buSzPct val="80000"/>
              <a:buFont typeface="Arial" panose="020B0604020202020204" pitchFamily="34" charset="0"/>
              <a:buChar char="•"/>
              <a:tabLst/>
              <a:defRPr/>
            </a:pPr>
            <a:r>
              <a:rPr kumimoji="0" lang="en-GB" sz="1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Interoperability</a:t>
            </a:r>
          </a:p>
          <a:p>
            <a:pPr marL="142875" marR="0" lvl="0" indent="-142875" algn="l" defTabSz="914400" rtl="0" eaLnBrk="1" fontAlgn="auto" latinLnBrk="0" hangingPunct="1">
              <a:lnSpc>
                <a:spcPct val="130000"/>
              </a:lnSpc>
              <a:spcBef>
                <a:spcPts val="0"/>
              </a:spcBef>
              <a:spcAft>
                <a:spcPts val="0"/>
              </a:spcAft>
              <a:buClrTx/>
              <a:buSzPct val="80000"/>
              <a:buFont typeface="Arial" panose="020B0604020202020204" pitchFamily="34" charset="0"/>
              <a:buChar char="•"/>
              <a:tabLst/>
              <a:defRPr/>
            </a:pPr>
            <a:r>
              <a:rPr kumimoji="0" lang="en-GB" sz="1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Lightweight / Open source</a:t>
            </a:r>
            <a:endParaRPr kumimoji="0" lang="en-GB" sz="1200" b="0" i="0" u="none" strike="noStrike" kern="1200" cap="none" spc="0" normalizeH="0" baseline="0" noProof="0">
              <a:ln>
                <a:noFill/>
              </a:ln>
              <a:solidFill>
                <a:prstClr val="black"/>
              </a:solidFill>
              <a:effectLst/>
              <a:uLnTx/>
              <a:uFillTx/>
              <a:latin typeface="Ubuntu Light" panose="020B0304030602030204" pitchFamily="34" charset="0"/>
              <a:ea typeface="Verdana"/>
              <a:cs typeface="+mn-cs"/>
            </a:endParaRPr>
          </a:p>
          <a:p>
            <a:pPr marL="142875" marR="0" lvl="0" indent="-142875" algn="l" defTabSz="914400" rtl="0" eaLnBrk="1" fontAlgn="auto" latinLnBrk="0" hangingPunct="1">
              <a:lnSpc>
                <a:spcPct val="130000"/>
              </a:lnSpc>
              <a:spcBef>
                <a:spcPts val="0"/>
              </a:spcBef>
              <a:spcAft>
                <a:spcPts val="0"/>
              </a:spcAft>
              <a:buClrTx/>
              <a:buSzPct val="80000"/>
              <a:buFont typeface="Arial" panose="020B0604020202020204" pitchFamily="34" charset="0"/>
              <a:buChar char="•"/>
              <a:tabLst/>
              <a:defRPr/>
            </a:pPr>
            <a:r>
              <a:rPr kumimoji="0" lang="en-GB" sz="1200" b="0" i="0" u="none" strike="noStrike" kern="1200" cap="none" spc="0" normalizeH="0" baseline="0" noProof="0">
                <a:ln>
                  <a:noFill/>
                </a:ln>
                <a:solidFill>
                  <a:prstClr val="black"/>
                </a:solidFill>
                <a:effectLst/>
                <a:uLnTx/>
                <a:uFillTx/>
                <a:latin typeface="Ubuntu Light" panose="020B0304030602030204" pitchFamily="34" charset="0"/>
                <a:ea typeface="Verdana"/>
                <a:cs typeface="+mn-cs"/>
              </a:rPr>
              <a:t>Scalable / Extensible</a:t>
            </a:r>
          </a:p>
          <a:p>
            <a:pPr marL="142875" marR="0" lvl="0" indent="-142875" algn="l" defTabSz="914400" rtl="0" eaLnBrk="1" fontAlgn="auto" latinLnBrk="0" hangingPunct="1">
              <a:lnSpc>
                <a:spcPct val="130000"/>
              </a:lnSpc>
              <a:spcBef>
                <a:spcPts val="0"/>
              </a:spcBef>
              <a:spcAft>
                <a:spcPts val="0"/>
              </a:spcAft>
              <a:buClrTx/>
              <a:buSzPct val="80000"/>
              <a:buFont typeface="Arial" panose="020B0604020202020204" pitchFamily="34" charset="0"/>
              <a:buChar char="•"/>
              <a:tabLst/>
              <a:defRPr/>
            </a:pPr>
            <a:r>
              <a:rPr kumimoji="0" lang="en-GB" sz="1200" b="0" i="0" u="none" strike="noStrike" kern="1200" cap="none" spc="0" normalizeH="0" baseline="0" noProof="0">
                <a:ln>
                  <a:noFill/>
                </a:ln>
                <a:solidFill>
                  <a:prstClr val="black"/>
                </a:solidFill>
                <a:effectLst/>
                <a:uLnTx/>
                <a:uFillTx/>
                <a:latin typeface="Ubuntu Light" panose="020B0304030602030204" pitchFamily="34" charset="0"/>
                <a:ea typeface="Verdana"/>
                <a:cs typeface="+mn-cs"/>
              </a:rPr>
              <a:t>Performant</a:t>
            </a:r>
            <a:endParaRPr kumimoji="0" lang="en-GB" sz="1200" b="0" i="0" u="none" strike="noStrike" kern="1200" cap="none" spc="0" normalizeH="0" baseline="0" noProof="0">
              <a:ln>
                <a:noFill/>
              </a:ln>
              <a:solidFill>
                <a:prstClr val="black"/>
              </a:solidFill>
              <a:effectLst/>
              <a:uLnTx/>
              <a:uFillTx/>
              <a:latin typeface="Ubuntu Light" panose="020B0304030602030204" pitchFamily="34" charset="0"/>
              <a:ea typeface="Verdana"/>
              <a:cs typeface="Verdana"/>
            </a:endParaRPr>
          </a:p>
          <a:p>
            <a:pPr marL="142875" marR="0" lvl="0" indent="-142875" algn="l" defTabSz="914400" rtl="0" eaLnBrk="1" fontAlgn="auto" latinLnBrk="0" hangingPunct="1">
              <a:lnSpc>
                <a:spcPct val="130000"/>
              </a:lnSpc>
              <a:spcBef>
                <a:spcPts val="0"/>
              </a:spcBef>
              <a:spcAft>
                <a:spcPts val="0"/>
              </a:spcAft>
              <a:buClrTx/>
              <a:buSzPct val="80000"/>
              <a:buFont typeface="Arial" panose="020B0604020202020204" pitchFamily="34" charset="0"/>
              <a:buChar char="•"/>
              <a:tabLst/>
              <a:defRPr/>
            </a:pPr>
            <a:r>
              <a:rPr kumimoji="0" lang="en-GB" sz="1200" b="0" i="0" u="none" strike="noStrike" kern="1200" cap="none" spc="0" normalizeH="0" baseline="0" noProof="0">
                <a:ln>
                  <a:noFill/>
                </a:ln>
                <a:solidFill>
                  <a:prstClr val="black"/>
                </a:solidFill>
                <a:effectLst/>
                <a:uLnTx/>
                <a:uFillTx/>
                <a:latin typeface="Ubuntu Light" panose="020B0304030602030204" pitchFamily="34" charset="0"/>
                <a:ea typeface="Verdana"/>
                <a:cs typeface="+mn-cs"/>
              </a:rPr>
              <a:t>Being Cloud Ready</a:t>
            </a:r>
          </a:p>
          <a:p>
            <a:pPr marL="142875" marR="0" lvl="0" indent="-142875" algn="l" defTabSz="914400" rtl="0" eaLnBrk="1" fontAlgn="auto" latinLnBrk="0" hangingPunct="1">
              <a:lnSpc>
                <a:spcPct val="130000"/>
              </a:lnSpc>
              <a:spcBef>
                <a:spcPts val="0"/>
              </a:spcBef>
              <a:spcAft>
                <a:spcPts val="0"/>
              </a:spcAft>
              <a:buClrTx/>
              <a:buSzPct val="80000"/>
              <a:buFont typeface="Arial" panose="020B0604020202020204" pitchFamily="34" charset="0"/>
              <a:buChar char="•"/>
              <a:tabLst/>
              <a:defRPr/>
            </a:pPr>
            <a:r>
              <a:rPr kumimoji="0" lang="en-GB" sz="1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Continuous Delivery</a:t>
            </a:r>
            <a:endParaRPr kumimoji="0" lang="en-GB" sz="1200" b="0" i="0" u="none" strike="noStrike" kern="1200" cap="none" spc="0" normalizeH="0" baseline="0" noProof="0">
              <a:ln>
                <a:noFill/>
              </a:ln>
              <a:solidFill>
                <a:prstClr val="black"/>
              </a:solidFill>
              <a:effectLst/>
              <a:uLnTx/>
              <a:uFillTx/>
              <a:latin typeface="Ubuntu Light" panose="020B0304030602030204" pitchFamily="34" charset="0"/>
              <a:ea typeface="Verdana"/>
              <a:cs typeface="+mn-cs"/>
            </a:endParaRPr>
          </a:p>
          <a:p>
            <a:pPr marL="142875" marR="0" lvl="0" indent="-142875" algn="l" defTabSz="914400" rtl="0" eaLnBrk="1" fontAlgn="auto" latinLnBrk="0" hangingPunct="1">
              <a:lnSpc>
                <a:spcPct val="130000"/>
              </a:lnSpc>
              <a:spcBef>
                <a:spcPts val="0"/>
              </a:spcBef>
              <a:spcAft>
                <a:spcPts val="0"/>
              </a:spcAft>
              <a:buClrTx/>
              <a:buSzPct val="80000"/>
              <a:buFont typeface="Arial" panose="020B0604020202020204" pitchFamily="34" charset="0"/>
              <a:buChar char="•"/>
              <a:tabLst/>
              <a:defRPr/>
            </a:pPr>
            <a:r>
              <a:rPr kumimoji="0" lang="en-GB" sz="1200" b="0" i="0" u="none" strike="noStrike" kern="1200" cap="none" spc="0" normalizeH="0" baseline="0" noProof="0">
                <a:ln>
                  <a:noFill/>
                </a:ln>
                <a:solidFill>
                  <a:prstClr val="black"/>
                </a:solidFill>
                <a:effectLst/>
                <a:uLnTx/>
                <a:uFillTx/>
                <a:latin typeface="Ubuntu Light" panose="020B0304030602030204" pitchFamily="34" charset="0"/>
                <a:ea typeface="+mn-ea"/>
                <a:cs typeface="+mn-cs"/>
              </a:rPr>
              <a:t>Automated Testing</a:t>
            </a:r>
          </a:p>
          <a:p>
            <a:pPr marL="142875" marR="0" lvl="0" indent="-142875" algn="l" defTabSz="914400" rtl="0" eaLnBrk="1" fontAlgn="auto" latinLnBrk="0" hangingPunct="1">
              <a:lnSpc>
                <a:spcPct val="130000"/>
              </a:lnSpc>
              <a:spcBef>
                <a:spcPts val="0"/>
              </a:spcBef>
              <a:spcAft>
                <a:spcPts val="0"/>
              </a:spcAft>
              <a:buClrTx/>
              <a:buSzPct val="80000"/>
              <a:buFont typeface="Arial" panose="020B0604020202020204" pitchFamily="34" charset="0"/>
              <a:buChar char="•"/>
              <a:tabLst/>
              <a:defRPr/>
            </a:pPr>
            <a:r>
              <a:rPr kumimoji="0" lang="en-GB" sz="1200" b="0" i="0" u="none" strike="noStrike" kern="1200" cap="none" spc="0" normalizeH="0" baseline="0" noProof="0">
                <a:ln>
                  <a:noFill/>
                </a:ln>
                <a:solidFill>
                  <a:prstClr val="black"/>
                </a:solidFill>
                <a:effectLst/>
                <a:uLnTx/>
                <a:uFillTx/>
                <a:latin typeface="Ubuntu Light" panose="020B0304030602030204" pitchFamily="34" charset="0"/>
                <a:ea typeface="Verdana"/>
                <a:cs typeface="+mn-cs"/>
              </a:rPr>
              <a:t>Data Driven</a:t>
            </a:r>
          </a:p>
        </p:txBody>
      </p:sp>
      <p:sp>
        <p:nvSpPr>
          <p:cNvPr id="2" name="Arrow: Pentagon 1">
            <a:extLst>
              <a:ext uri="{FF2B5EF4-FFF2-40B4-BE49-F238E27FC236}">
                <a16:creationId xmlns:a16="http://schemas.microsoft.com/office/drawing/2014/main" id="{C5D87D0E-2A00-4263-BBA2-0850D2B054EB}"/>
              </a:ext>
            </a:extLst>
          </p:cNvPr>
          <p:cNvSpPr/>
          <p:nvPr/>
        </p:nvSpPr>
        <p:spPr>
          <a:xfrm>
            <a:off x="2539988" y="3252287"/>
            <a:ext cx="130590" cy="1658286"/>
          </a:xfrm>
          <a:prstGeom prst="homePlat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Ubuntu"/>
              <a:ea typeface="+mn-ea"/>
              <a:cs typeface="+mn-cs"/>
            </a:endParaRPr>
          </a:p>
        </p:txBody>
      </p:sp>
      <p:sp>
        <p:nvSpPr>
          <p:cNvPr id="25" name="Arrow: Pentagon 24">
            <a:extLst>
              <a:ext uri="{FF2B5EF4-FFF2-40B4-BE49-F238E27FC236}">
                <a16:creationId xmlns:a16="http://schemas.microsoft.com/office/drawing/2014/main" id="{841D67D6-BB4B-4D74-A77F-D2FFB2ACBA4E}"/>
              </a:ext>
            </a:extLst>
          </p:cNvPr>
          <p:cNvSpPr/>
          <p:nvPr/>
        </p:nvSpPr>
        <p:spPr>
          <a:xfrm>
            <a:off x="9429569" y="3252287"/>
            <a:ext cx="130590" cy="1658286"/>
          </a:xfrm>
          <a:prstGeom prst="homePlat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Ubuntu"/>
              <a:ea typeface="+mn-ea"/>
              <a:cs typeface="+mn-cs"/>
            </a:endParaRPr>
          </a:p>
        </p:txBody>
      </p:sp>
      <p:pic>
        <p:nvPicPr>
          <p:cNvPr id="1032" name="Picture 8" descr="Microsoft Customer Story-AXA ensures innovation in digital customer service  and empowers employees with Microsoft 365">
            <a:extLst>
              <a:ext uri="{FF2B5EF4-FFF2-40B4-BE49-F238E27FC236}">
                <a16:creationId xmlns:a16="http://schemas.microsoft.com/office/drawing/2014/main" id="{C4344EDC-5B1D-4B22-A35F-7828FE3F4E1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8295" t="12279" r="29605" b="12279"/>
          <a:stretch/>
        </p:blipFill>
        <p:spPr bwMode="auto">
          <a:xfrm>
            <a:off x="2889653" y="5704511"/>
            <a:ext cx="673192" cy="678577"/>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a:extLst>
              <a:ext uri="{FF2B5EF4-FFF2-40B4-BE49-F238E27FC236}">
                <a16:creationId xmlns:a16="http://schemas.microsoft.com/office/drawing/2014/main" id="{91433EB2-02B7-4DF6-94B9-6DAF068D8DC3}"/>
              </a:ext>
            </a:extLst>
          </p:cNvPr>
          <p:cNvPicPr>
            <a:picLocks noChangeAspect="1"/>
          </p:cNvPicPr>
          <p:nvPr/>
        </p:nvPicPr>
        <p:blipFill rotWithShape="1">
          <a:blip r:embed="rId4">
            <a:clrChange>
              <a:clrFrom>
                <a:srgbClr val="F7F7F7"/>
              </a:clrFrom>
              <a:clrTo>
                <a:srgbClr val="F7F7F7">
                  <a:alpha val="0"/>
                </a:srgbClr>
              </a:clrTo>
            </a:clrChange>
          </a:blip>
          <a:srcRect t="25455" b="24259"/>
          <a:stretch/>
        </p:blipFill>
        <p:spPr>
          <a:xfrm>
            <a:off x="5355401" y="5696563"/>
            <a:ext cx="1192251" cy="599531"/>
          </a:xfrm>
          <a:prstGeom prst="rect">
            <a:avLst/>
          </a:prstGeom>
        </p:spPr>
      </p:pic>
      <p:pic>
        <p:nvPicPr>
          <p:cNvPr id="1026" name="Picture 2" descr="USAA - Wikipedia">
            <a:extLst>
              <a:ext uri="{FF2B5EF4-FFF2-40B4-BE49-F238E27FC236}">
                <a16:creationId xmlns:a16="http://schemas.microsoft.com/office/drawing/2014/main" id="{1C050F4A-D260-4455-BBFF-4027B9EFDE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80003" y="5582329"/>
            <a:ext cx="828001" cy="828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tate Farm Life Insurance Review">
            <a:extLst>
              <a:ext uri="{FF2B5EF4-FFF2-40B4-BE49-F238E27FC236}">
                <a16:creationId xmlns:a16="http://schemas.microsoft.com/office/drawing/2014/main" id="{F3CE53C2-E628-4D28-94FB-1202260068EF}"/>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27618" b="36504"/>
          <a:stretch/>
        </p:blipFill>
        <p:spPr bwMode="auto">
          <a:xfrm>
            <a:off x="8040355" y="5834754"/>
            <a:ext cx="1801370" cy="32315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A Message for My Chubb Clients - Desert Insurance Solutions">
            <a:extLst>
              <a:ext uri="{FF2B5EF4-FFF2-40B4-BE49-F238E27FC236}">
                <a16:creationId xmlns:a16="http://schemas.microsoft.com/office/drawing/2014/main" id="{D1826BCF-86C9-4094-B3FF-8C7CB3334AB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95196" y="5700267"/>
            <a:ext cx="1127854" cy="592123"/>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Zurich Insurance Group - Wikipedia">
            <a:extLst>
              <a:ext uri="{FF2B5EF4-FFF2-40B4-BE49-F238E27FC236}">
                <a16:creationId xmlns:a16="http://schemas.microsoft.com/office/drawing/2014/main" id="{00BAB58A-FB9F-426E-B288-DABBBCAFE08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174074" y="5693410"/>
            <a:ext cx="907635" cy="605837"/>
          </a:xfrm>
          <a:prstGeom prst="rect">
            <a:avLst/>
          </a:prstGeom>
          <a:noFill/>
          <a:extLst>
            <a:ext uri="{909E8E84-426E-40DD-AFC4-6F175D3DCCD1}">
              <a14:hiddenFill xmlns:a14="http://schemas.microsoft.com/office/drawing/2010/main">
                <a:solidFill>
                  <a:srgbClr val="FFFFFF"/>
                </a:solidFill>
              </a14:hiddenFill>
            </a:ext>
          </a:extLst>
        </p:spPr>
      </p:pic>
      <p:sp>
        <p:nvSpPr>
          <p:cNvPr id="35" name="Title 1">
            <a:extLst>
              <a:ext uri="{FF2B5EF4-FFF2-40B4-BE49-F238E27FC236}">
                <a16:creationId xmlns:a16="http://schemas.microsoft.com/office/drawing/2014/main" id="{8FF0E244-F3EC-4C97-99BE-0A3375522C6C}"/>
              </a:ext>
            </a:extLst>
          </p:cNvPr>
          <p:cNvSpPr txBox="1">
            <a:spLocks/>
          </p:cNvSpPr>
          <p:nvPr/>
        </p:nvSpPr>
        <p:spPr>
          <a:xfrm>
            <a:off x="712850" y="151686"/>
            <a:ext cx="9883602" cy="792660"/>
          </a:xfrm>
          <a:prstGeom prst="rect">
            <a:avLst/>
          </a:prstGeom>
          <a:noFill/>
          <a:ln>
            <a:noFill/>
          </a:ln>
        </p:spPr>
        <p:txBody>
          <a:bodyPr vert="horz" lIns="0" tIns="0" rIns="0" bIns="0" rtlCol="0" anchor="t">
            <a:normAutofit/>
          </a:bodyPr>
          <a:lstStyle>
            <a:lvl1pPr marR="0" indent="0" fontAlgn="auto">
              <a:lnSpc>
                <a:spcPct val="90000"/>
              </a:lnSpc>
              <a:spcBef>
                <a:spcPct val="0"/>
              </a:spcBef>
              <a:spcAft>
                <a:spcPts val="0"/>
              </a:spcAft>
              <a:buClrTx/>
              <a:buSzTx/>
              <a:buFontTx/>
              <a:buNone/>
              <a:tabLst/>
              <a:defRPr kumimoji="0" lang="en-US" sz="2400" b="1" i="0" u="none" strike="noStrike" cap="none" spc="0" normalizeH="0" baseline="0" noProof="0" dirty="0">
                <a:ln>
                  <a:noFill/>
                </a:ln>
                <a:solidFill>
                  <a:schemeClr val="accent4"/>
                </a:solidFill>
                <a:effectLst/>
                <a:uLnTx/>
                <a:uFillTx/>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GB" sz="2400" b="1" i="0" u="none" strike="noStrike" kern="1200" cap="none" spc="0" normalizeH="0" baseline="0" noProof="0">
                <a:ln>
                  <a:noFill/>
                </a:ln>
                <a:solidFill>
                  <a:srgbClr val="272936"/>
                </a:solidFill>
                <a:effectLst/>
                <a:uLnTx/>
                <a:uFillTx/>
                <a:latin typeface="Ubuntu Medium"/>
                <a:ea typeface="+mj-ea"/>
                <a:cs typeface="+mj-cs"/>
              </a:rPr>
              <a:t>Our Track-2 solution BUILDS your ambition and customer journeys through a series of interconnected capabilities</a:t>
            </a:r>
          </a:p>
        </p:txBody>
      </p:sp>
      <p:pic>
        <p:nvPicPr>
          <p:cNvPr id="32" name="Picture 2" descr="Direct Line Group chooses SSP Select Insurance as a Service for growth">
            <a:extLst>
              <a:ext uri="{FF2B5EF4-FFF2-40B4-BE49-F238E27FC236}">
                <a16:creationId xmlns:a16="http://schemas.microsoft.com/office/drawing/2014/main" id="{FF640A99-266F-41F3-94B3-11222444DB7C}"/>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6511" t="28438" r="16903" b="27567"/>
          <a:stretch/>
        </p:blipFill>
        <p:spPr bwMode="auto">
          <a:xfrm>
            <a:off x="1151991" y="5824213"/>
            <a:ext cx="1524241" cy="468177"/>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841E4F60-15B2-491A-AA5E-D39D73E2BF64}"/>
              </a:ext>
            </a:extLst>
          </p:cNvPr>
          <p:cNvSpPr txBox="1"/>
          <p:nvPr/>
        </p:nvSpPr>
        <p:spPr>
          <a:xfrm>
            <a:off x="0" y="1561918"/>
            <a:ext cx="12192000" cy="584775"/>
          </a:xfrm>
          <a:prstGeom prst="rect">
            <a:avLst/>
          </a:prstGeom>
          <a:solidFill>
            <a:schemeClr val="accent3"/>
          </a:solidFill>
        </p:spPr>
        <p:txBody>
          <a:bodyPr wrap="square" lIns="91440" tIns="45720" rIns="91440" bIns="45720" rtlCol="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a:ln>
                  <a:noFill/>
                </a:ln>
                <a:solidFill>
                  <a:srgbClr val="FFFFFF"/>
                </a:solidFill>
                <a:effectLst/>
                <a:uLnTx/>
                <a:uFillTx/>
                <a:latin typeface="Ubuntu" panose="020B0504030602030204" pitchFamily="34" charset="0"/>
                <a:ea typeface="+mn-ea"/>
                <a:cs typeface="+mn-cs"/>
              </a:rPr>
              <a:t>Each tenet of the solution is separate but intrinsically linked; they work together to provide a unified view of the customer, automate &amp; advise on the next best action &amp; create a seamless omni-channel customer journey across the customer lifecycle</a:t>
            </a:r>
          </a:p>
        </p:txBody>
      </p:sp>
      <p:pic>
        <p:nvPicPr>
          <p:cNvPr id="19" name="Picture 18">
            <a:extLst>
              <a:ext uri="{FF2B5EF4-FFF2-40B4-BE49-F238E27FC236}">
                <a16:creationId xmlns:a16="http://schemas.microsoft.com/office/drawing/2014/main" id="{74419715-9979-4E62-9B85-F09BFB951C74}"/>
              </a:ext>
            </a:extLst>
          </p:cNvPr>
          <p:cNvPicPr>
            <a:picLocks noChangeAspect="1"/>
          </p:cNvPicPr>
          <p:nvPr/>
        </p:nvPicPr>
        <p:blipFill>
          <a:blip r:embed="rId10"/>
          <a:stretch>
            <a:fillRect/>
          </a:stretch>
        </p:blipFill>
        <p:spPr>
          <a:xfrm>
            <a:off x="10627890" y="163322"/>
            <a:ext cx="1440000" cy="692623"/>
          </a:xfrm>
          <a:prstGeom prst="rect">
            <a:avLst/>
          </a:prstGeom>
        </p:spPr>
      </p:pic>
      <p:pic>
        <p:nvPicPr>
          <p:cNvPr id="20" name="Picture 19">
            <a:extLst>
              <a:ext uri="{FF2B5EF4-FFF2-40B4-BE49-F238E27FC236}">
                <a16:creationId xmlns:a16="http://schemas.microsoft.com/office/drawing/2014/main" id="{080A9572-E431-4AFA-AAE5-49731BA36054}"/>
              </a:ext>
            </a:extLst>
          </p:cNvPr>
          <p:cNvPicPr>
            <a:picLocks noChangeAspect="1"/>
          </p:cNvPicPr>
          <p:nvPr/>
        </p:nvPicPr>
        <p:blipFill>
          <a:blip r:embed="rId11"/>
          <a:stretch>
            <a:fillRect/>
          </a:stretch>
        </p:blipFill>
        <p:spPr>
          <a:xfrm>
            <a:off x="2805235" y="2532082"/>
            <a:ext cx="6452084" cy="2762294"/>
          </a:xfrm>
          <a:prstGeom prst="rect">
            <a:avLst/>
          </a:prstGeom>
        </p:spPr>
      </p:pic>
      <p:sp>
        <p:nvSpPr>
          <p:cNvPr id="17" name="Oval 16">
            <a:extLst>
              <a:ext uri="{FF2B5EF4-FFF2-40B4-BE49-F238E27FC236}">
                <a16:creationId xmlns:a16="http://schemas.microsoft.com/office/drawing/2014/main" id="{3F0E0102-609D-4A3F-B497-ED838486A1A2}"/>
              </a:ext>
            </a:extLst>
          </p:cNvPr>
          <p:cNvSpPr/>
          <p:nvPr/>
        </p:nvSpPr>
        <p:spPr>
          <a:xfrm>
            <a:off x="11777664" y="94536"/>
            <a:ext cx="328326" cy="335526"/>
          </a:xfrm>
          <a:prstGeom prst="ellipse">
            <a:avLst/>
          </a:pr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Ubuntu"/>
                <a:ea typeface="+mn-ea"/>
                <a:cs typeface="+mn-cs"/>
              </a:rPr>
              <a:t>a</a:t>
            </a:r>
          </a:p>
        </p:txBody>
      </p:sp>
    </p:spTree>
    <p:extLst>
      <p:ext uri="{BB962C8B-B14F-4D97-AF65-F5344CB8AC3E}">
        <p14:creationId xmlns:p14="http://schemas.microsoft.com/office/powerpoint/2010/main" val="27004682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F405387-D8E2-4B6F-964A-5340BD4F7A0C}"/>
              </a:ext>
            </a:extLst>
          </p:cNvPr>
          <p:cNvSpPr/>
          <p:nvPr/>
        </p:nvSpPr>
        <p:spPr>
          <a:xfrm>
            <a:off x="7574324" y="2904722"/>
            <a:ext cx="3907110" cy="2698046"/>
          </a:xfrm>
          <a:prstGeom prst="rect">
            <a:avLst/>
          </a:prstGeom>
        </p:spPr>
        <p:txBody>
          <a:bodyPr wrap="square">
            <a:spAutoFit/>
          </a:bodyPr>
          <a:lstStyle/>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MVP Mobilization is focused on enabling MVP Design and Build to start </a:t>
            </a:r>
          </a:p>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Build the foundation with core principles intact. – data/ automation / experience</a:t>
            </a:r>
          </a:p>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Collaborative pre-work on entry criteria to ensure rapid start and timely completion</a:t>
            </a:r>
          </a:p>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Transform the plan from the Discovery to reality, transforming the business requirements to functional systems</a:t>
            </a:r>
          </a:p>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Plan for future Releases and LOB</a:t>
            </a:r>
          </a:p>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Roll-out Approach</a:t>
            </a:r>
          </a:p>
        </p:txBody>
      </p:sp>
      <p:grpSp>
        <p:nvGrpSpPr>
          <p:cNvPr id="13" name="Group 12">
            <a:extLst>
              <a:ext uri="{FF2B5EF4-FFF2-40B4-BE49-F238E27FC236}">
                <a16:creationId xmlns:a16="http://schemas.microsoft.com/office/drawing/2014/main" id="{72D130E3-EC27-44DB-946D-17BBC3DA8A5D}"/>
              </a:ext>
            </a:extLst>
          </p:cNvPr>
          <p:cNvGrpSpPr/>
          <p:nvPr/>
        </p:nvGrpSpPr>
        <p:grpSpPr>
          <a:xfrm>
            <a:off x="456004" y="2001162"/>
            <a:ext cx="11424626" cy="679382"/>
            <a:chOff x="695054" y="1212989"/>
            <a:chExt cx="10761417" cy="679382"/>
          </a:xfrm>
        </p:grpSpPr>
        <p:sp>
          <p:nvSpPr>
            <p:cNvPr id="36" name="Rectangle 543" descr="© INSCALE GmbH, 26.05.2010&#10;http://www.presentationload.com/">
              <a:extLst>
                <a:ext uri="{FF2B5EF4-FFF2-40B4-BE49-F238E27FC236}">
                  <a16:creationId xmlns:a16="http://schemas.microsoft.com/office/drawing/2014/main" id="{AA3505B0-CC0C-424E-BB1A-AC2E01BEA6B3}"/>
                </a:ext>
              </a:extLst>
            </p:cNvPr>
            <p:cNvSpPr>
              <a:spLocks noChangeArrowheads="1"/>
            </p:cNvSpPr>
            <p:nvPr/>
          </p:nvSpPr>
          <p:spPr bwMode="gray">
            <a:xfrm>
              <a:off x="721360" y="1323902"/>
              <a:ext cx="6103432" cy="431097"/>
            </a:xfrm>
            <a:prstGeom prst="round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wrap="none" lIns="35981" tIns="35981" rIns="35981" bIns="35981"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FFFFFF"/>
                  </a:solidFill>
                  <a:effectLst/>
                  <a:uLnTx/>
                  <a:uFillTx/>
                  <a:latin typeface="Ubuntu" panose="020B0504030602030204" pitchFamily="34" charset="0"/>
                  <a:ea typeface="Calibri" panose="020F0502020204030204" pitchFamily="34" charset="0"/>
                  <a:cs typeface="Times New Roman" panose="02020603050405020304" pitchFamily="18" charset="0"/>
                </a:rPr>
                <a:t>Programme Inception</a:t>
              </a:r>
              <a:endParaRPr kumimoji="0" lang="pt-BR" sz="1100" b="1" i="0" u="none" strike="noStrike" kern="0" cap="none" spc="0" normalizeH="0" baseline="0" noProof="1">
                <a:ln>
                  <a:noFill/>
                </a:ln>
                <a:solidFill>
                  <a:srgbClr val="FFFFFF"/>
                </a:solidFill>
                <a:effectLst/>
                <a:uLnTx/>
                <a:uFillTx/>
                <a:latin typeface="Ubuntu" panose="020B0504030602030204" pitchFamily="34" charset="0"/>
                <a:ea typeface="+mn-ea"/>
                <a:cs typeface="+mn-cs"/>
              </a:endParaRPr>
            </a:p>
          </p:txBody>
        </p:sp>
        <p:cxnSp>
          <p:nvCxnSpPr>
            <p:cNvPr id="39" name="Straight Connector 38">
              <a:extLst>
                <a:ext uri="{FF2B5EF4-FFF2-40B4-BE49-F238E27FC236}">
                  <a16:creationId xmlns:a16="http://schemas.microsoft.com/office/drawing/2014/main" id="{960B9580-4646-47FD-B988-E342C0AF064D}"/>
                </a:ext>
              </a:extLst>
            </p:cNvPr>
            <p:cNvCxnSpPr/>
            <p:nvPr/>
          </p:nvCxnSpPr>
          <p:spPr>
            <a:xfrm>
              <a:off x="695054" y="1884190"/>
              <a:ext cx="10756156" cy="8181"/>
            </a:xfrm>
            <a:prstGeom prst="line">
              <a:avLst/>
            </a:prstGeom>
            <a:ln w="28575">
              <a:solidFill>
                <a:schemeClr val="bg1">
                  <a:lumMod val="8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0413B3E0-5584-4ACD-AEE4-78794539589F}"/>
                </a:ext>
              </a:extLst>
            </p:cNvPr>
            <p:cNvCxnSpPr/>
            <p:nvPr/>
          </p:nvCxnSpPr>
          <p:spPr>
            <a:xfrm>
              <a:off x="700315" y="1212989"/>
              <a:ext cx="10756156" cy="6052"/>
            </a:xfrm>
            <a:prstGeom prst="straightConnector1">
              <a:avLst/>
            </a:prstGeom>
            <a:ln w="28575">
              <a:solidFill>
                <a:schemeClr val="bg1">
                  <a:lumMod val="85000"/>
                </a:schemeClr>
              </a:solidFill>
              <a:tailEnd type="triangle"/>
            </a:ln>
          </p:spPr>
          <p:style>
            <a:lnRef idx="1">
              <a:schemeClr val="dk1"/>
            </a:lnRef>
            <a:fillRef idx="0">
              <a:schemeClr val="dk1"/>
            </a:fillRef>
            <a:effectRef idx="0">
              <a:schemeClr val="dk1"/>
            </a:effectRef>
            <a:fontRef idx="minor">
              <a:schemeClr val="tx1"/>
            </a:fontRef>
          </p:style>
        </p:cxnSp>
        <p:sp>
          <p:nvSpPr>
            <p:cNvPr id="3" name="Isosceles Triangle 2">
              <a:extLst>
                <a:ext uri="{FF2B5EF4-FFF2-40B4-BE49-F238E27FC236}">
                  <a16:creationId xmlns:a16="http://schemas.microsoft.com/office/drawing/2014/main" id="{9521765B-5C1F-440B-B174-64A15E825245}"/>
                </a:ext>
              </a:extLst>
            </p:cNvPr>
            <p:cNvSpPr/>
            <p:nvPr/>
          </p:nvSpPr>
          <p:spPr>
            <a:xfrm rot="5400000">
              <a:off x="10932187" y="1439984"/>
              <a:ext cx="432000" cy="199551"/>
            </a:xfrm>
            <a:prstGeom prst="triangle">
              <a:avLst/>
            </a:prstGeom>
            <a:solidFill>
              <a:schemeClr val="accent2"/>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cxnSp>
          <p:nvCxnSpPr>
            <p:cNvPr id="10" name="Connector: Elbow 9">
              <a:extLst>
                <a:ext uri="{FF2B5EF4-FFF2-40B4-BE49-F238E27FC236}">
                  <a16:creationId xmlns:a16="http://schemas.microsoft.com/office/drawing/2014/main" id="{9EB57572-75F0-48C8-906B-32AD8135087B}"/>
                </a:ext>
              </a:extLst>
            </p:cNvPr>
            <p:cNvCxnSpPr>
              <a:cxnSpLocks/>
              <a:stCxn id="36" idx="3"/>
              <a:endCxn id="32" idx="1"/>
            </p:cNvCxnSpPr>
            <p:nvPr/>
          </p:nvCxnSpPr>
          <p:spPr>
            <a:xfrm flipV="1">
              <a:off x="6824792" y="1539308"/>
              <a:ext cx="494468" cy="143"/>
            </a:xfrm>
            <a:prstGeom prst="bentConnector3">
              <a:avLst/>
            </a:prstGeom>
            <a:ln>
              <a:solidFill>
                <a:schemeClr val="bg1">
                  <a:lumMod val="50000"/>
                </a:schemeClr>
              </a:solidFill>
              <a:headEnd type="oval"/>
              <a:tailEnd type="oval"/>
            </a:ln>
          </p:spPr>
          <p:style>
            <a:lnRef idx="1">
              <a:schemeClr val="accent2"/>
            </a:lnRef>
            <a:fillRef idx="0">
              <a:schemeClr val="accent2"/>
            </a:fillRef>
            <a:effectRef idx="0">
              <a:schemeClr val="accent2"/>
            </a:effectRef>
            <a:fontRef idx="minor">
              <a:schemeClr val="tx1"/>
            </a:fontRef>
          </p:style>
        </p:cxnSp>
        <p:sp>
          <p:nvSpPr>
            <p:cNvPr id="32" name="Rectangle 543" descr="© INSCALE GmbH, 26.05.2010&#10;http://www.presentationload.com/">
              <a:extLst>
                <a:ext uri="{FF2B5EF4-FFF2-40B4-BE49-F238E27FC236}">
                  <a16:creationId xmlns:a16="http://schemas.microsoft.com/office/drawing/2014/main" id="{587FC3A7-8E16-48F6-89D8-D4FCD2EA9A0F}"/>
                </a:ext>
              </a:extLst>
            </p:cNvPr>
            <p:cNvSpPr>
              <a:spLocks noChangeArrowheads="1"/>
            </p:cNvSpPr>
            <p:nvPr/>
          </p:nvSpPr>
          <p:spPr bwMode="gray">
            <a:xfrm>
              <a:off x="7319260" y="1323759"/>
              <a:ext cx="3761188" cy="431097"/>
            </a:xfrm>
            <a:prstGeom prst="roundRect">
              <a:avLst/>
            </a:prstGeom>
            <a:solidFill>
              <a:schemeClr val="accent2"/>
            </a:solidFill>
            <a:ln>
              <a:noFill/>
            </a:ln>
          </p:spPr>
          <p:style>
            <a:lnRef idx="2">
              <a:schemeClr val="accent2">
                <a:shade val="50000"/>
              </a:schemeClr>
            </a:lnRef>
            <a:fillRef idx="1">
              <a:schemeClr val="accent2"/>
            </a:fillRef>
            <a:effectRef idx="0">
              <a:schemeClr val="accent2"/>
            </a:effectRef>
            <a:fontRef idx="minor">
              <a:schemeClr val="lt1"/>
            </a:fontRef>
          </p:style>
          <p:txBody>
            <a:bodyPr wrap="none" lIns="35981" tIns="35981" rIns="35981" bIns="35981"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1">
                  <a:ln>
                    <a:noFill/>
                  </a:ln>
                  <a:solidFill>
                    <a:srgbClr val="FFFFFF"/>
                  </a:solidFill>
                  <a:effectLst/>
                  <a:uLnTx/>
                  <a:uFillTx/>
                  <a:latin typeface="Ubuntu" panose="020B0504030602030204" pitchFamily="34" charset="0"/>
                  <a:ea typeface="+mn-ea"/>
                  <a:cs typeface="Times New Roman" panose="02020603050405020304" pitchFamily="18" charset="0"/>
                </a:rPr>
                <a:t>Design and Build</a:t>
              </a:r>
              <a:endParaRPr kumimoji="0" lang="pt-BR" sz="1100" b="1" i="0" u="none" strike="noStrike" kern="0" cap="none" spc="0" normalizeH="0" baseline="0" noProof="1">
                <a:ln>
                  <a:noFill/>
                </a:ln>
                <a:solidFill>
                  <a:srgbClr val="FFFFFF"/>
                </a:solidFill>
                <a:effectLst/>
                <a:uLnTx/>
                <a:uFillTx/>
                <a:latin typeface="Ubuntu" panose="020B0504030602030204" pitchFamily="34" charset="0"/>
                <a:ea typeface="+mn-ea"/>
                <a:cs typeface="+mn-cs"/>
              </a:endParaRPr>
            </a:p>
          </p:txBody>
        </p:sp>
      </p:grpSp>
      <p:sp>
        <p:nvSpPr>
          <p:cNvPr id="86" name="Rectangle 85">
            <a:extLst>
              <a:ext uri="{FF2B5EF4-FFF2-40B4-BE49-F238E27FC236}">
                <a16:creationId xmlns:a16="http://schemas.microsoft.com/office/drawing/2014/main" id="{3CF53EC4-E534-41CD-A9E3-3F741E9CEA50}"/>
              </a:ext>
            </a:extLst>
          </p:cNvPr>
          <p:cNvSpPr/>
          <p:nvPr/>
        </p:nvSpPr>
        <p:spPr>
          <a:xfrm>
            <a:off x="655655" y="2826059"/>
            <a:ext cx="6419399" cy="27699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Programme Discovery is focused on “</a:t>
            </a:r>
            <a:r>
              <a:rPr kumimoji="0" lang="en-US" sz="1200" b="0" i="0" u="none" strike="noStrike" kern="1200" cap="none" spc="0" normalizeH="0" baseline="0" noProof="0">
                <a:ln>
                  <a:noFill/>
                </a:ln>
                <a:solidFill>
                  <a:srgbClr val="2B143D"/>
                </a:solidFill>
                <a:effectLst/>
                <a:uLnTx/>
                <a:uFillTx/>
                <a:latin typeface="Ubuntu Medium" panose="020B0504030602030204" pitchFamily="34" charset="0"/>
                <a:ea typeface="+mn-ea"/>
                <a:cs typeface="+mn-cs"/>
              </a:rPr>
              <a:t>Designing the next winning proposition</a:t>
            </a: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a:t>
            </a:r>
          </a:p>
        </p:txBody>
      </p:sp>
      <p:sp>
        <p:nvSpPr>
          <p:cNvPr id="44" name="Rounded Rectangle 1">
            <a:extLst>
              <a:ext uri="{FF2B5EF4-FFF2-40B4-BE49-F238E27FC236}">
                <a16:creationId xmlns:a16="http://schemas.microsoft.com/office/drawing/2014/main" id="{4317C8A2-F1B9-4B19-B63A-7182C5E94982}"/>
              </a:ext>
            </a:extLst>
          </p:cNvPr>
          <p:cNvSpPr/>
          <p:nvPr/>
        </p:nvSpPr>
        <p:spPr>
          <a:xfrm>
            <a:off x="675330" y="1034065"/>
            <a:ext cx="10983943" cy="678785"/>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Ubuntu" panose="020B0504030602030204" pitchFamily="34" charset="0"/>
                <a:ea typeface="+mn-ea"/>
                <a:cs typeface="+mn-cs"/>
              </a:rPr>
              <a:t>                           A common 12-weeks Programme Inception phase to clarify and align the scope in all Products for a Foundation, </a:t>
            </a:r>
            <a:br>
              <a:rPr kumimoji="0" lang="en-US" sz="1400" b="0" i="0" u="none" strike="noStrike" kern="1200" cap="none" spc="0" normalizeH="0" baseline="0" noProof="0">
                <a:ln>
                  <a:noFill/>
                </a:ln>
                <a:solidFill>
                  <a:prstClr val="black"/>
                </a:solidFill>
                <a:effectLst/>
                <a:uLnTx/>
                <a:uFillTx/>
                <a:latin typeface="Ubuntu" panose="020B0504030602030204" pitchFamily="34" charset="0"/>
                <a:ea typeface="+mn-ea"/>
                <a:cs typeface="+mn-cs"/>
              </a:rPr>
            </a:br>
            <a:r>
              <a:rPr kumimoji="0" lang="en-US" sz="1400" b="0" i="0" u="none" strike="noStrike" kern="1200" cap="none" spc="0" normalizeH="0" baseline="0" noProof="0">
                <a:ln>
                  <a:noFill/>
                </a:ln>
                <a:solidFill>
                  <a:prstClr val="black"/>
                </a:solidFill>
                <a:effectLst/>
                <a:uLnTx/>
                <a:uFillTx/>
                <a:latin typeface="Ubuntu" panose="020B0504030602030204" pitchFamily="34" charset="0"/>
                <a:ea typeface="+mn-ea"/>
                <a:cs typeface="+mn-cs"/>
              </a:rPr>
              <a:t>followed by the implementation of the planned Releases.</a:t>
            </a:r>
          </a:p>
        </p:txBody>
      </p:sp>
      <p:grpSp>
        <p:nvGrpSpPr>
          <p:cNvPr id="48" name="Group 3">
            <a:extLst>
              <a:ext uri="{FF2B5EF4-FFF2-40B4-BE49-F238E27FC236}">
                <a16:creationId xmlns:a16="http://schemas.microsoft.com/office/drawing/2014/main" id="{8DA70D1B-6521-4A25-AB32-A36F3DD32841}"/>
              </a:ext>
            </a:extLst>
          </p:cNvPr>
          <p:cNvGrpSpPr/>
          <p:nvPr/>
        </p:nvGrpSpPr>
        <p:grpSpPr>
          <a:xfrm>
            <a:off x="373599" y="961865"/>
            <a:ext cx="864000" cy="792000"/>
            <a:chOff x="76088" y="3655832"/>
            <a:chExt cx="948713" cy="900000"/>
          </a:xfrm>
        </p:grpSpPr>
        <p:sp>
          <p:nvSpPr>
            <p:cNvPr id="55" name="Freeform 31">
              <a:extLst>
                <a:ext uri="{FF2B5EF4-FFF2-40B4-BE49-F238E27FC236}">
                  <a16:creationId xmlns:a16="http://schemas.microsoft.com/office/drawing/2014/main" id="{30A4188F-0E7A-43B5-A7AD-289FB015E2C4}"/>
                </a:ext>
              </a:extLst>
            </p:cNvPr>
            <p:cNvSpPr>
              <a:spLocks noChangeAspect="1"/>
            </p:cNvSpPr>
            <p:nvPr/>
          </p:nvSpPr>
          <p:spPr>
            <a:xfrm>
              <a:off x="76088" y="3655832"/>
              <a:ext cx="948713" cy="900000"/>
            </a:xfrm>
            <a:custGeom>
              <a:avLst/>
              <a:gdLst/>
              <a:ahLst/>
              <a:cxnLst>
                <a:cxn ang="0">
                  <a:pos x="wd2" y="hd2"/>
                </a:cxn>
                <a:cxn ang="5400000">
                  <a:pos x="wd2" y="hd2"/>
                </a:cxn>
                <a:cxn ang="10800000">
                  <a:pos x="wd2" y="hd2"/>
                </a:cxn>
                <a:cxn ang="16200000">
                  <a:pos x="wd2" y="hd2"/>
                </a:cxn>
              </a:cxnLst>
              <a:rect l="0" t="0" r="r" b="b"/>
              <a:pathLst>
                <a:path w="18947" h="19226" extrusionOk="0">
                  <a:moveTo>
                    <a:pt x="1832" y="15597"/>
                  </a:moveTo>
                  <a:cubicBezTo>
                    <a:pt x="-1269" y="11267"/>
                    <a:pt x="-340" y="5141"/>
                    <a:pt x="3914" y="1934"/>
                  </a:cubicBezTo>
                  <a:cubicBezTo>
                    <a:pt x="8153" y="-1289"/>
                    <a:pt x="14130" y="-391"/>
                    <a:pt x="17230" y="3939"/>
                  </a:cubicBezTo>
                  <a:cubicBezTo>
                    <a:pt x="20331" y="8268"/>
                    <a:pt x="19058" y="13881"/>
                    <a:pt x="14804" y="17104"/>
                  </a:cubicBezTo>
                  <a:cubicBezTo>
                    <a:pt x="10565" y="20311"/>
                    <a:pt x="4947" y="19942"/>
                    <a:pt x="1832" y="15597"/>
                  </a:cubicBezTo>
                </a:path>
              </a:pathLst>
            </a:custGeom>
            <a:solidFill>
              <a:schemeClr val="accent3"/>
            </a:solidFill>
            <a:ln w="12700" cap="flat">
              <a:noFill/>
              <a:miter lim="400000"/>
            </a:ln>
            <a:effectLst/>
          </p:spPr>
          <p:txBody>
            <a:bodyPr wrap="square" lIns="50800" tIns="50800" rIns="50800" bIns="5080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a:latin typeface="Verdana"/>
                  <a:ea typeface="Verdana"/>
                  <a:cs typeface="Verdana"/>
                  <a:sym typeface="Verdana"/>
                </a:defRPr>
              </a:pPr>
              <a:endParaRPr kumimoji="0" lang="en-US" sz="1800" b="0" i="0" u="none" strike="noStrike" kern="1200" cap="none" spc="0" normalizeH="0" baseline="0" noProof="0">
                <a:ln>
                  <a:noFill/>
                </a:ln>
                <a:solidFill>
                  <a:prstClr val="black"/>
                </a:solidFill>
                <a:effectLst/>
                <a:uLnTx/>
                <a:uFillTx/>
                <a:latin typeface="Ubuntu" panose="020B0504030602030204" pitchFamily="34" charset="0"/>
                <a:ea typeface="Verdana"/>
                <a:cs typeface="Verdana"/>
                <a:sym typeface="Verdana"/>
              </a:endParaRPr>
            </a:p>
          </p:txBody>
        </p:sp>
        <p:pic>
          <p:nvPicPr>
            <p:cNvPr id="56" name="Graphic 73" descr="Home">
              <a:extLst>
                <a:ext uri="{FF2B5EF4-FFF2-40B4-BE49-F238E27FC236}">
                  <a16:creationId xmlns:a16="http://schemas.microsoft.com/office/drawing/2014/main" id="{CB1647C1-0DA0-4422-9EC9-675D71F10D3E}"/>
                </a:ext>
              </a:extLst>
            </p:cNvPr>
            <p:cNvPicPr>
              <a:picLocks noChangeAspect="1"/>
            </p:cNvPicPr>
            <p:nvPr/>
          </p:nvPicPr>
          <p:blipFill>
            <a:blip r:embed="rId3"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66573" y="3943752"/>
              <a:ext cx="324000" cy="324000"/>
            </a:xfrm>
            <a:prstGeom prst="rect">
              <a:avLst/>
            </a:prstGeom>
          </p:spPr>
        </p:pic>
        <p:pic>
          <p:nvPicPr>
            <p:cNvPr id="57" name="Graphic 74" descr="User">
              <a:extLst>
                <a:ext uri="{FF2B5EF4-FFF2-40B4-BE49-F238E27FC236}">
                  <a16:creationId xmlns:a16="http://schemas.microsoft.com/office/drawing/2014/main" id="{9BA18B8E-BD35-4A02-9F32-F25F2A989711}"/>
                </a:ext>
              </a:extLst>
            </p:cNvPr>
            <p:cNvPicPr>
              <a:picLocks noChangeAspect="1"/>
            </p:cNvPicPr>
            <p:nvPr/>
          </p:nvPicPr>
          <p:blipFill>
            <a:blip r:embed="rId5"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603877" y="3945537"/>
              <a:ext cx="324000" cy="324000"/>
            </a:xfrm>
            <a:prstGeom prst="rect">
              <a:avLst/>
            </a:prstGeom>
          </p:spPr>
        </p:pic>
        <p:pic>
          <p:nvPicPr>
            <p:cNvPr id="58" name="Graphic 75" descr="Car">
              <a:extLst>
                <a:ext uri="{FF2B5EF4-FFF2-40B4-BE49-F238E27FC236}">
                  <a16:creationId xmlns:a16="http://schemas.microsoft.com/office/drawing/2014/main" id="{59D84FE1-5885-4A5C-A31A-BA7566C7F1E1}"/>
                </a:ext>
              </a:extLst>
            </p:cNvPr>
            <p:cNvPicPr>
              <a:picLocks noChangeAspect="1"/>
            </p:cNvPicPr>
            <p:nvPr/>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407404" y="4221124"/>
              <a:ext cx="324000" cy="324000"/>
            </a:xfrm>
            <a:prstGeom prst="rect">
              <a:avLst/>
            </a:prstGeom>
          </p:spPr>
        </p:pic>
        <p:pic>
          <p:nvPicPr>
            <p:cNvPr id="59" name="Graphic 76" descr="City">
              <a:extLst>
                <a:ext uri="{FF2B5EF4-FFF2-40B4-BE49-F238E27FC236}">
                  <a16:creationId xmlns:a16="http://schemas.microsoft.com/office/drawing/2014/main" id="{95A2B8F1-BF18-4126-B450-892CA0247892}"/>
                </a:ext>
              </a:extLst>
            </p:cNvPr>
            <p:cNvPicPr>
              <a:picLocks noChangeAspect="1"/>
            </p:cNvPicPr>
            <p:nvPr/>
          </p:nvPicPr>
          <p:blipFill>
            <a:blip r:embed="rId9" cstate="email">
              <a:extLst>
                <a:ext uri="{28A0092B-C50C-407E-A947-70E740481C1C}">
                  <a14:useLocalDpi xmlns:a14="http://schemas.microsoft.com/office/drawing/2010/main"/>
                </a:ext>
                <a:ext uri="{96DAC541-7B7A-43D3-8B79-37D633B846F1}">
                  <asvg:svgBlip xmlns:asvg="http://schemas.microsoft.com/office/drawing/2016/SVG/main" r:embed="rId10"/>
                </a:ext>
              </a:extLst>
            </a:blip>
            <a:stretch>
              <a:fillRect/>
            </a:stretch>
          </p:blipFill>
          <p:spPr>
            <a:xfrm>
              <a:off x="382561" y="3691724"/>
              <a:ext cx="324000" cy="324000"/>
            </a:xfrm>
            <a:prstGeom prst="rect">
              <a:avLst/>
            </a:prstGeom>
          </p:spPr>
        </p:pic>
      </p:grpSp>
      <p:pic>
        <p:nvPicPr>
          <p:cNvPr id="60" name="Picture 59">
            <a:extLst>
              <a:ext uri="{FF2B5EF4-FFF2-40B4-BE49-F238E27FC236}">
                <a16:creationId xmlns:a16="http://schemas.microsoft.com/office/drawing/2014/main" id="{89CFFE63-FAED-4BE8-A599-37F543438291}"/>
              </a:ext>
            </a:extLst>
          </p:cNvPr>
          <p:cNvPicPr>
            <a:picLocks noChangeAspect="1"/>
          </p:cNvPicPr>
          <p:nvPr/>
        </p:nvPicPr>
        <p:blipFill>
          <a:blip r:embed="rId11"/>
          <a:stretch>
            <a:fillRect/>
          </a:stretch>
        </p:blipFill>
        <p:spPr>
          <a:xfrm>
            <a:off x="817196" y="3231463"/>
            <a:ext cx="6183127" cy="1562894"/>
          </a:xfrm>
          <a:prstGeom prst="rect">
            <a:avLst/>
          </a:prstGeom>
        </p:spPr>
      </p:pic>
      <p:sp>
        <p:nvSpPr>
          <p:cNvPr id="62" name="Rectangle 61">
            <a:extLst>
              <a:ext uri="{FF2B5EF4-FFF2-40B4-BE49-F238E27FC236}">
                <a16:creationId xmlns:a16="http://schemas.microsoft.com/office/drawing/2014/main" id="{2A8967D8-5F5F-455E-8B71-9B699B2642D4}"/>
              </a:ext>
            </a:extLst>
          </p:cNvPr>
          <p:cNvSpPr/>
          <p:nvPr/>
        </p:nvSpPr>
        <p:spPr>
          <a:xfrm>
            <a:off x="751073" y="4747501"/>
            <a:ext cx="3910021" cy="19131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1" i="0" u="none" strike="noStrike" kern="1200" cap="none" spc="0" normalizeH="0" baseline="0" noProof="0">
                <a:ln>
                  <a:noFill/>
                </a:ln>
                <a:solidFill>
                  <a:srgbClr val="2B143D"/>
                </a:solidFill>
                <a:effectLst/>
                <a:uLnTx/>
                <a:uFillTx/>
                <a:latin typeface="Ubuntu" panose="020B0504030602030204" pitchFamily="34" charset="0"/>
                <a:ea typeface="+mn-ea"/>
                <a:cs typeface="+mn-cs"/>
              </a:rPr>
              <a:t>What you’ll get:</a:t>
            </a:r>
          </a:p>
          <a:p>
            <a:pPr marL="225425" marR="0" lvl="0" indent="-215900" algn="l" defTabSz="914400" rtl="0" eaLnBrk="1" fontAlgn="auto" latinLnBrk="0" hangingPunct="1">
              <a:lnSpc>
                <a:spcPct val="13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2B143D"/>
                </a:solidFill>
                <a:effectLst/>
                <a:uLnTx/>
                <a:uFillTx/>
                <a:latin typeface="Ubuntu" panose="020B0504030602030204" pitchFamily="34" charset="0"/>
                <a:ea typeface="+mn-ea"/>
                <a:cs typeface="+mn-cs"/>
              </a:rPr>
              <a:t>Validated customer proposition </a:t>
            </a:r>
          </a:p>
          <a:p>
            <a:pPr marL="225425" marR="0" lvl="0" indent="-215900" algn="l" defTabSz="914400" rtl="0" eaLnBrk="1" fontAlgn="auto" latinLnBrk="0" hangingPunct="1">
              <a:lnSpc>
                <a:spcPct val="13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2B143D"/>
                </a:solidFill>
                <a:effectLst/>
                <a:uLnTx/>
                <a:uFillTx/>
                <a:latin typeface="Ubuntu" panose="020B0504030602030204" pitchFamily="34" charset="0"/>
                <a:ea typeface="+mn-ea"/>
                <a:cs typeface="+mn-cs"/>
              </a:rPr>
              <a:t>Fresh customer journeys</a:t>
            </a:r>
          </a:p>
          <a:p>
            <a:pPr marL="225425" marR="0" lvl="0" indent="-215900" algn="l" defTabSz="914400" rtl="0" eaLnBrk="1" fontAlgn="auto" latinLnBrk="0" hangingPunct="1">
              <a:lnSpc>
                <a:spcPct val="13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2B143D"/>
                </a:solidFill>
                <a:effectLst/>
                <a:uLnTx/>
                <a:uFillTx/>
                <a:latin typeface="Ubuntu" panose="020B0504030602030204" pitchFamily="34" charset="0"/>
                <a:ea typeface="+mn-ea"/>
                <a:cs typeface="+mn-cs"/>
              </a:rPr>
              <a:t>New High-level capabilities identified </a:t>
            </a:r>
          </a:p>
          <a:p>
            <a:pPr marL="225425" marR="0" lvl="0" indent="-215900" algn="l" defTabSz="914400" rtl="0" eaLnBrk="1" fontAlgn="auto" latinLnBrk="0" hangingPunct="1">
              <a:lnSpc>
                <a:spcPct val="13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2B143D"/>
                </a:solidFill>
                <a:effectLst/>
                <a:uLnTx/>
                <a:uFillTx/>
                <a:latin typeface="Ubuntu" panose="020B0504030602030204" pitchFamily="34" charset="0"/>
                <a:ea typeface="+mn-ea"/>
                <a:cs typeface="+mn-cs"/>
              </a:rPr>
              <a:t>Iterated operating model </a:t>
            </a:r>
          </a:p>
          <a:p>
            <a:pPr marL="225425" marR="0" lvl="0" indent="-215900" algn="l" defTabSz="914400" rtl="0" eaLnBrk="1" fontAlgn="auto" latinLnBrk="0" hangingPunct="1">
              <a:lnSpc>
                <a:spcPct val="13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2B143D"/>
                </a:solidFill>
                <a:effectLst/>
                <a:uLnTx/>
                <a:uFillTx/>
                <a:latin typeface="Ubuntu" panose="020B0504030602030204" pitchFamily="34" charset="0"/>
                <a:ea typeface="+mn-ea"/>
                <a:cs typeface="+mn-cs"/>
              </a:rPr>
              <a:t>Technology Roadmap &amp; Plan</a:t>
            </a:r>
          </a:p>
          <a:p>
            <a:pPr marL="225425" marR="0" lvl="0" indent="-215900" algn="l" defTabSz="914400" rtl="0" eaLnBrk="1" fontAlgn="auto" latinLnBrk="0" hangingPunct="1">
              <a:lnSpc>
                <a:spcPct val="13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2B143D"/>
                </a:solidFill>
                <a:effectLst/>
                <a:uLnTx/>
                <a:uFillTx/>
                <a:latin typeface="Ubuntu" panose="020B0504030602030204" pitchFamily="34" charset="0"/>
                <a:ea typeface="+mn-ea"/>
                <a:cs typeface="+mn-cs"/>
              </a:rPr>
              <a:t>Everything in place for starting Inception</a:t>
            </a:r>
          </a:p>
        </p:txBody>
      </p:sp>
      <p:sp>
        <p:nvSpPr>
          <p:cNvPr id="4" name="Title 3">
            <a:extLst>
              <a:ext uri="{FF2B5EF4-FFF2-40B4-BE49-F238E27FC236}">
                <a16:creationId xmlns:a16="http://schemas.microsoft.com/office/drawing/2014/main" id="{DC414236-5C82-48D0-806C-62CD41B1E435}"/>
              </a:ext>
            </a:extLst>
          </p:cNvPr>
          <p:cNvSpPr>
            <a:spLocks noGrp="1"/>
          </p:cNvSpPr>
          <p:nvPr>
            <p:ph type="title"/>
          </p:nvPr>
        </p:nvSpPr>
        <p:spPr>
          <a:xfrm>
            <a:off x="712850" y="151686"/>
            <a:ext cx="9883602" cy="79266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p>
            <a:r>
              <a:rPr lang="en-US" sz="2400" b="1" cap="none"/>
              <a:t>Programme Inception phase helps create the foundation &amp; vision of the Transformation</a:t>
            </a:r>
          </a:p>
        </p:txBody>
      </p:sp>
      <p:pic>
        <p:nvPicPr>
          <p:cNvPr id="22" name="Picture 21">
            <a:extLst>
              <a:ext uri="{FF2B5EF4-FFF2-40B4-BE49-F238E27FC236}">
                <a16:creationId xmlns:a16="http://schemas.microsoft.com/office/drawing/2014/main" id="{F9816353-7563-4919-8A80-5D64F0718F90}"/>
              </a:ext>
            </a:extLst>
          </p:cNvPr>
          <p:cNvPicPr>
            <a:picLocks noChangeAspect="1"/>
          </p:cNvPicPr>
          <p:nvPr/>
        </p:nvPicPr>
        <p:blipFill>
          <a:blip r:embed="rId12"/>
          <a:stretch>
            <a:fillRect/>
          </a:stretch>
        </p:blipFill>
        <p:spPr>
          <a:xfrm>
            <a:off x="10665626" y="122983"/>
            <a:ext cx="1440000" cy="689886"/>
          </a:xfrm>
          <a:prstGeom prst="rect">
            <a:avLst/>
          </a:prstGeom>
        </p:spPr>
      </p:pic>
      <p:sp>
        <p:nvSpPr>
          <p:cNvPr id="23" name="Oval 22">
            <a:extLst>
              <a:ext uri="{FF2B5EF4-FFF2-40B4-BE49-F238E27FC236}">
                <a16:creationId xmlns:a16="http://schemas.microsoft.com/office/drawing/2014/main" id="{4DD1A85B-24BD-406A-A932-5AE260E62521}"/>
              </a:ext>
            </a:extLst>
          </p:cNvPr>
          <p:cNvSpPr/>
          <p:nvPr/>
        </p:nvSpPr>
        <p:spPr>
          <a:xfrm>
            <a:off x="11777664" y="94536"/>
            <a:ext cx="328326" cy="335526"/>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Ubuntu"/>
                <a:ea typeface="+mn-ea"/>
                <a:cs typeface="+mn-cs"/>
              </a:rPr>
              <a:t>b</a:t>
            </a:r>
          </a:p>
        </p:txBody>
      </p:sp>
    </p:spTree>
    <p:extLst>
      <p:ext uri="{BB962C8B-B14F-4D97-AF65-F5344CB8AC3E}">
        <p14:creationId xmlns:p14="http://schemas.microsoft.com/office/powerpoint/2010/main" val="3832760879"/>
      </p:ext>
    </p:extLst>
  </p:cSld>
  <p:clrMapOvr>
    <a:masterClrMapping/>
  </p:clrMapOvr>
  <p:transition spd="slow">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Down Arrow 225"/>
          <p:cNvSpPr/>
          <p:nvPr/>
        </p:nvSpPr>
        <p:spPr>
          <a:xfrm rot="16200000">
            <a:off x="6052637" y="253960"/>
            <a:ext cx="886815" cy="6892023"/>
          </a:xfrm>
          <a:prstGeom prst="downArrow">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prstClr val="white"/>
                </a:solidFill>
                <a:effectLst/>
                <a:uLnTx/>
                <a:uFillTx/>
                <a:latin typeface="Ubuntu"/>
                <a:ea typeface="+mn-ea"/>
                <a:cs typeface="Arial" pitchFamily="34" charset="0"/>
              </a:rPr>
              <a:t>Move to Design/Build</a:t>
            </a:r>
          </a:p>
        </p:txBody>
      </p:sp>
      <p:sp>
        <p:nvSpPr>
          <p:cNvPr id="239" name="Oval 238"/>
          <p:cNvSpPr/>
          <p:nvPr/>
        </p:nvSpPr>
        <p:spPr>
          <a:xfrm>
            <a:off x="3801778" y="1855347"/>
            <a:ext cx="4375580" cy="3689254"/>
          </a:xfrm>
          <a:prstGeom prst="ellipse">
            <a:avLst/>
          </a:prstGeom>
          <a:solidFill>
            <a:schemeClr val="bg1"/>
          </a:solidFill>
          <a:ln w="28575">
            <a:solidFill>
              <a:schemeClr val="accent1">
                <a:lumMod val="60000"/>
                <a:lumOff val="4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err="1">
              <a:ln>
                <a:noFill/>
              </a:ln>
              <a:solidFill>
                <a:srgbClr val="2B143D">
                  <a:lumMod val="50000"/>
                </a:srgbClr>
              </a:solidFill>
              <a:effectLst/>
              <a:uLnTx/>
              <a:uFillTx/>
              <a:latin typeface="Avenir Next LT Pro" panose="020B0504020202020204" pitchFamily="34" charset="0"/>
              <a:ea typeface="+mn-ea"/>
              <a:cs typeface="+mn-cs"/>
            </a:endParaRPr>
          </a:p>
        </p:txBody>
      </p:sp>
      <p:sp>
        <p:nvSpPr>
          <p:cNvPr id="2" name="Title 1"/>
          <p:cNvSpPr>
            <a:spLocks noGrp="1"/>
          </p:cNvSpPr>
          <p:nvPr>
            <p:ph type="title"/>
          </p:nvPr>
        </p:nvSpPr>
        <p:spPr>
          <a:xfrm>
            <a:off x="712850" y="151686"/>
            <a:ext cx="9883602" cy="79266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p>
            <a:r>
              <a:rPr lang="en-US" sz="2400" b="1" cap="none"/>
              <a:t>Inception for Track-2 – Is to align the TECHNICAL solution to Business and defining the backlog for LF mapped to Business objectives</a:t>
            </a:r>
          </a:p>
        </p:txBody>
      </p:sp>
      <p:grpSp>
        <p:nvGrpSpPr>
          <p:cNvPr id="240" name="Group 239"/>
          <p:cNvGrpSpPr/>
          <p:nvPr/>
        </p:nvGrpSpPr>
        <p:grpSpPr>
          <a:xfrm>
            <a:off x="3106308" y="1233865"/>
            <a:ext cx="5830042" cy="4950420"/>
            <a:chOff x="3131150" y="1334971"/>
            <a:chExt cx="5830042" cy="4950420"/>
          </a:xfrm>
        </p:grpSpPr>
        <p:sp>
          <p:nvSpPr>
            <p:cNvPr id="9" name="Down Arrow 8"/>
            <p:cNvSpPr/>
            <p:nvPr/>
          </p:nvSpPr>
          <p:spPr>
            <a:xfrm rot="2700000">
              <a:off x="7565830" y="1340807"/>
              <a:ext cx="886815" cy="1903908"/>
            </a:xfrm>
            <a:prstGeom prst="downArrow">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white"/>
                  </a:solidFill>
                  <a:effectLst/>
                  <a:uLnTx/>
                  <a:uFillTx/>
                  <a:latin typeface="Avenir Next LT Pro" panose="020B0504020202020204" pitchFamily="34" charset="0"/>
                  <a:ea typeface="+mn-ea"/>
                  <a:cs typeface="Arial" pitchFamily="34" charset="0"/>
                </a:rPr>
                <a:t>Leadership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white"/>
                  </a:solidFill>
                  <a:effectLst/>
                  <a:uLnTx/>
                  <a:uFillTx/>
                  <a:latin typeface="Avenir Next LT Pro" panose="020B0504020202020204" pitchFamily="34" charset="0"/>
                  <a:ea typeface="+mn-ea"/>
                  <a:cs typeface="Arial" pitchFamily="34" charset="0"/>
                </a:rPr>
                <a:t>Platform Team</a:t>
              </a:r>
            </a:p>
          </p:txBody>
        </p:sp>
        <p:sp>
          <p:nvSpPr>
            <p:cNvPr id="10" name="Down Arrow 9"/>
            <p:cNvSpPr/>
            <p:nvPr/>
          </p:nvSpPr>
          <p:spPr>
            <a:xfrm rot="8100000">
              <a:off x="7526686" y="4381483"/>
              <a:ext cx="886815" cy="1903908"/>
            </a:xfrm>
            <a:prstGeom prst="downArrow">
              <a:avLst/>
            </a:prstGeom>
            <a:solidFill>
              <a:srgbClr val="7F7F7F"/>
            </a:solidFill>
            <a:ln>
              <a:noFill/>
            </a:ln>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white"/>
                  </a:solidFill>
                  <a:effectLst/>
                  <a:uLnTx/>
                  <a:uFillTx/>
                  <a:latin typeface="Avenir Next LT Pro" panose="020B0504020202020204" pitchFamily="34" charset="0"/>
                  <a:ea typeface="+mn-ea"/>
                  <a:cs typeface="Arial" pitchFamily="34" charset="0"/>
                </a:rPr>
                <a:t>Project Team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white"/>
                  </a:solidFill>
                  <a:effectLst/>
                  <a:uLnTx/>
                  <a:uFillTx/>
                  <a:latin typeface="Avenir Next LT Pro" panose="020B0504020202020204" pitchFamily="34" charset="0"/>
                  <a:ea typeface="+mn-ea"/>
                  <a:cs typeface="Arial" pitchFamily="34" charset="0"/>
                </a:rPr>
                <a:t>CG Track-3 Team</a:t>
              </a:r>
            </a:p>
          </p:txBody>
        </p:sp>
        <p:sp>
          <p:nvSpPr>
            <p:cNvPr id="11" name="Down Arrow 10"/>
            <p:cNvSpPr/>
            <p:nvPr/>
          </p:nvSpPr>
          <p:spPr>
            <a:xfrm rot="19025753">
              <a:off x="3564998" y="1334971"/>
              <a:ext cx="886815" cy="1903908"/>
            </a:xfrm>
            <a:prstGeom prst="downArrow">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white"/>
                  </a:solidFill>
                  <a:effectLst/>
                  <a:uLnTx/>
                  <a:uFillTx/>
                  <a:latin typeface="Avenir Next LT Pro" panose="020B0504020202020204" pitchFamily="34" charset="0"/>
                  <a:ea typeface="+mn-ea"/>
                  <a:cs typeface="Arial" pitchFamily="34" charset="0"/>
                </a:rPr>
                <a:t>LF SME’s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white"/>
                  </a:solidFill>
                  <a:effectLst/>
                  <a:uLnTx/>
                  <a:uFillTx/>
                  <a:latin typeface="Avenir Next LT Pro" panose="020B0504020202020204" pitchFamily="34" charset="0"/>
                  <a:ea typeface="+mn-ea"/>
                  <a:cs typeface="Arial" pitchFamily="34" charset="0"/>
                </a:rPr>
                <a:t> CG Track-1 Team</a:t>
              </a:r>
            </a:p>
          </p:txBody>
        </p:sp>
        <p:sp>
          <p:nvSpPr>
            <p:cNvPr id="12" name="Down Arrow 11"/>
            <p:cNvSpPr/>
            <p:nvPr/>
          </p:nvSpPr>
          <p:spPr>
            <a:xfrm rot="13500000">
              <a:off x="3639696" y="4451152"/>
              <a:ext cx="886815" cy="1903908"/>
            </a:xfrm>
            <a:prstGeom prst="downArrow">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vert"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white"/>
                  </a:solidFill>
                  <a:effectLst/>
                  <a:uLnTx/>
                  <a:uFillTx/>
                  <a:latin typeface="Avenir Next LT Pro" panose="020B0504020202020204" pitchFamily="34" charset="0"/>
                  <a:ea typeface="+mn-ea"/>
                  <a:cs typeface="Arial" pitchFamily="34" charset="0"/>
                </a:rPr>
                <a:t>Technical Team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prstClr val="white"/>
                  </a:solidFill>
                  <a:effectLst/>
                  <a:uLnTx/>
                  <a:uFillTx/>
                  <a:latin typeface="Avenir Next LT Pro" panose="020B0504020202020204" pitchFamily="34" charset="0"/>
                  <a:ea typeface="+mn-ea"/>
                  <a:cs typeface="Arial" pitchFamily="34" charset="0"/>
                </a:rPr>
                <a:t>CG Track-2 Team</a:t>
              </a:r>
            </a:p>
          </p:txBody>
        </p:sp>
      </p:grpSp>
      <p:sp>
        <p:nvSpPr>
          <p:cNvPr id="16" name="TextBox 15"/>
          <p:cNvSpPr txBox="1"/>
          <p:nvPr/>
        </p:nvSpPr>
        <p:spPr>
          <a:xfrm>
            <a:off x="9897392" y="2629459"/>
            <a:ext cx="2291825" cy="3801041"/>
          </a:xfrm>
          <a:prstGeom prst="rect">
            <a:avLst/>
          </a:prstGeom>
          <a:noFill/>
          <a:ln>
            <a:noFill/>
            <a:prstDash val="dash"/>
          </a:ln>
        </p:spPr>
        <p:txBody>
          <a:bodyPr wrap="square"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400" b="1" i="0" u="sng" strike="noStrike" kern="1200" cap="none" spc="0" normalizeH="0" baseline="0" noProof="0">
                <a:ln>
                  <a:noFill/>
                </a:ln>
                <a:solidFill>
                  <a:prstClr val="black"/>
                </a:solidFill>
                <a:effectLst/>
                <a:uLnTx/>
                <a:uFillTx/>
                <a:latin typeface="Ubuntu" panose="020B0504030602030204" pitchFamily="34" charset="0"/>
                <a:ea typeface="+mn-ea"/>
                <a:cs typeface="Arial" pitchFamily="34" charset="0"/>
              </a:rPr>
              <a:t>Outputs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ECECEC">
                    <a:lumMod val="25000"/>
                  </a:srgbClr>
                </a:solidFill>
                <a:effectLst/>
                <a:uLnTx/>
                <a:uFillTx/>
                <a:latin typeface="Avenir Next LT Pro" panose="020B0504020202020204" pitchFamily="34" charset="0"/>
                <a:ea typeface="+mn-ea"/>
                <a:cs typeface="Arial" pitchFamily="34" charset="0"/>
              </a:rPr>
              <a:t>Finalised Requirements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ECECEC">
                    <a:lumMod val="25000"/>
                  </a:srgbClr>
                </a:solidFill>
                <a:effectLst/>
                <a:uLnTx/>
                <a:uFillTx/>
                <a:latin typeface="Avenir Next LT Pro" panose="020B0504020202020204" pitchFamily="34" charset="0"/>
                <a:ea typeface="+mn-ea"/>
                <a:cs typeface="Arial" pitchFamily="34" charset="0"/>
              </a:rPr>
              <a:t>Future State Process Flows </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ECECEC">
                    <a:lumMod val="25000"/>
                  </a:srgbClr>
                </a:solidFill>
                <a:effectLst/>
                <a:uLnTx/>
                <a:uFillTx/>
                <a:latin typeface="Avenir Next LT Pro" panose="020B0504020202020204" pitchFamily="34" charset="0"/>
                <a:ea typeface="+mn-ea"/>
                <a:cs typeface="Arial" pitchFamily="34" charset="0"/>
              </a:rPr>
              <a:t>Procedural Change Considerations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ECECEC">
                    <a:lumMod val="25000"/>
                  </a:srgbClr>
                </a:solidFill>
                <a:effectLst/>
                <a:uLnTx/>
                <a:uFillTx/>
                <a:latin typeface="Avenir Next LT Pro" panose="020B0504020202020204" pitchFamily="34" charset="0"/>
                <a:ea typeface="+mn-ea"/>
                <a:cs typeface="Arial" pitchFamily="34" charset="0"/>
              </a:rPr>
              <a:t>Solution for requirements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ECECEC">
                    <a:lumMod val="25000"/>
                  </a:srgbClr>
                </a:solidFill>
                <a:effectLst/>
                <a:uLnTx/>
                <a:uFillTx/>
                <a:latin typeface="Avenir Next LT Pro" panose="020B0504020202020204" pitchFamily="34" charset="0"/>
                <a:ea typeface="+mn-ea"/>
                <a:cs typeface="Arial" pitchFamily="34" charset="0"/>
              </a:rPr>
              <a:t>Requirements Prioritisation/Rationalisation</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ECECEC">
                    <a:lumMod val="25000"/>
                  </a:srgbClr>
                </a:solidFill>
                <a:effectLst/>
                <a:uLnTx/>
                <a:uFillTx/>
                <a:latin typeface="Avenir Next LT Pro" panose="020B0504020202020204" pitchFamily="34" charset="0"/>
                <a:ea typeface="+mn-ea"/>
                <a:cs typeface="Arial" pitchFamily="34" charset="0"/>
              </a:rPr>
              <a:t>Common Layer Identified</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GB" sz="1200" b="0" i="0" u="none" strike="noStrike" kern="1200" cap="none" spc="0" normalizeH="0" baseline="0" noProof="0">
                <a:ln>
                  <a:noFill/>
                </a:ln>
                <a:solidFill>
                  <a:srgbClr val="ECECEC">
                    <a:lumMod val="25000"/>
                  </a:srgbClr>
                </a:solidFill>
                <a:effectLst/>
                <a:uLnTx/>
                <a:uFillTx/>
                <a:latin typeface="Avenir Next LT Pro" panose="020B0504020202020204" pitchFamily="34" charset="0"/>
                <a:ea typeface="+mn-ea"/>
                <a:cs typeface="Arial" pitchFamily="34" charset="0"/>
              </a:rPr>
              <a:t>Technical Design / HLAP</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GB" sz="1200" b="0" i="0" u="none" strike="noStrike" kern="1200" cap="none" spc="0" normalizeH="0" baseline="0" noProof="0">
              <a:ln>
                <a:noFill/>
              </a:ln>
              <a:solidFill>
                <a:srgbClr val="ECECEC">
                  <a:lumMod val="25000"/>
                </a:srgbClr>
              </a:solidFill>
              <a:effectLst/>
              <a:uLnTx/>
              <a:uFillTx/>
              <a:latin typeface="Avenir Next LT Pro" panose="020B0504020202020204" pitchFamily="34" charset="0"/>
              <a:ea typeface="+mn-ea"/>
              <a:cs typeface="Arial"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200" b="1" i="0" u="sng" strike="noStrike" kern="1200" cap="none" spc="0" normalizeH="0" baseline="0" noProof="0">
                <a:ln>
                  <a:noFill/>
                </a:ln>
                <a:solidFill>
                  <a:prstClr val="black"/>
                </a:solidFill>
                <a:effectLst/>
                <a:uLnTx/>
                <a:uFillTx/>
                <a:latin typeface="Ubuntu" panose="020B0504030602030204" pitchFamily="34" charset="0"/>
                <a:ea typeface="+mn-ea"/>
                <a:cs typeface="Arial" pitchFamily="34" charset="0"/>
              </a:rPr>
              <a:t>Pebbles / Rocks / Boulders </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srgbClr val="ECECEC">
                    <a:lumMod val="25000"/>
                  </a:srgbClr>
                </a:solidFill>
                <a:effectLst/>
                <a:uLnTx/>
                <a:uFillTx/>
                <a:latin typeface="Avenir Next LT Pro" panose="020B0504020202020204" pitchFamily="34" charset="0"/>
                <a:ea typeface="+mn-ea"/>
                <a:cs typeface="Arial" pitchFamily="34" charset="0"/>
              </a:rPr>
              <a:t> - </a:t>
            </a:r>
            <a:r>
              <a:rPr kumimoji="0" lang="en-GB" sz="1100" b="0" i="0" u="none" strike="noStrike" kern="1200" cap="none" spc="0" normalizeH="0" baseline="0" noProof="0">
                <a:ln>
                  <a:noFill/>
                </a:ln>
                <a:solidFill>
                  <a:srgbClr val="ECECEC">
                    <a:lumMod val="25000"/>
                  </a:srgbClr>
                </a:solidFill>
                <a:effectLst/>
                <a:uLnTx/>
                <a:uFillTx/>
                <a:latin typeface="Avenir Next LT Pro" panose="020B0504020202020204" pitchFamily="34" charset="0"/>
                <a:ea typeface="+mn-ea"/>
                <a:cs typeface="Arial" pitchFamily="34" charset="0"/>
              </a:rPr>
              <a:t>Categorizing elements of solution for appropriate escalation to finalise scope from eyes of cost of implementations</a:t>
            </a:r>
            <a:endParaRPr kumimoji="0" lang="en-GB" sz="1200" b="0" i="0" u="none" strike="noStrike" kern="1200" cap="none" spc="0" normalizeH="0" baseline="0" noProof="0">
              <a:ln>
                <a:noFill/>
              </a:ln>
              <a:solidFill>
                <a:srgbClr val="ECECEC">
                  <a:lumMod val="25000"/>
                </a:srgbClr>
              </a:solidFill>
              <a:effectLst/>
              <a:uLnTx/>
              <a:uFillTx/>
              <a:latin typeface="Avenir Next LT Pro" panose="020B0504020202020204" pitchFamily="34" charset="0"/>
              <a:ea typeface="+mn-ea"/>
              <a:cs typeface="Arial" pitchFamily="34" charset="0"/>
            </a:endParaRPr>
          </a:p>
        </p:txBody>
      </p:sp>
      <p:sp>
        <p:nvSpPr>
          <p:cNvPr id="120" name="TextBox 119"/>
          <p:cNvSpPr txBox="1"/>
          <p:nvPr/>
        </p:nvSpPr>
        <p:spPr>
          <a:xfrm>
            <a:off x="3833545" y="1410113"/>
            <a:ext cx="4375580" cy="49244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prstClr val="black"/>
                </a:solidFill>
                <a:effectLst/>
                <a:uLnTx/>
                <a:uFillTx/>
                <a:latin typeface="Avenir Next LT Pro" panose="020B0504020202020204" pitchFamily="34" charset="0"/>
                <a:ea typeface="+mn-ea"/>
                <a:cs typeface="Calibri" pitchFamily="34" charset="0"/>
              </a:rPr>
              <a:t>enabling </a:t>
            </a:r>
            <a:r>
              <a:rPr kumimoji="0" lang="en-GB" sz="1200" b="1" i="0" u="none" strike="noStrike" kern="1200" cap="none" spc="0" normalizeH="0" baseline="0" noProof="0">
                <a:ln>
                  <a:noFill/>
                </a:ln>
                <a:solidFill>
                  <a:srgbClr val="009ACC"/>
                </a:solidFill>
                <a:effectLst/>
                <a:uLnTx/>
                <a:uFillTx/>
                <a:latin typeface="Avenir Next LT Pro" panose="020B0504020202020204" pitchFamily="34" charset="0"/>
                <a:ea typeface="+mn-ea"/>
                <a:cs typeface="Calibri" pitchFamily="34" charset="0"/>
              </a:rPr>
              <a:t>empowered business users </a:t>
            </a:r>
            <a:r>
              <a:rPr kumimoji="0" lang="en-GB" sz="1200" b="0" i="0" u="none" strike="noStrike" kern="1200" cap="none" spc="0" normalizeH="0" baseline="0" noProof="0">
                <a:ln>
                  <a:noFill/>
                </a:ln>
                <a:solidFill>
                  <a:prstClr val="black"/>
                </a:solidFill>
                <a:effectLst/>
                <a:uLnTx/>
                <a:uFillTx/>
                <a:latin typeface="Avenir Next LT Pro" panose="020B0504020202020204" pitchFamily="34" charset="0"/>
                <a:ea typeface="+mn-ea"/>
                <a:cs typeface="Calibri" pitchFamily="34" charset="0"/>
              </a:rPr>
              <a:t>to quickly and collaboratively define, make decisions and gain alignment</a:t>
            </a:r>
            <a:r>
              <a:rPr kumimoji="0" lang="en-GB" sz="1400" b="0" i="0" u="none" strike="noStrike" kern="1200" cap="none" spc="0" normalizeH="0" baseline="0" noProof="0">
                <a:ln>
                  <a:noFill/>
                </a:ln>
                <a:solidFill>
                  <a:prstClr val="black"/>
                </a:solidFill>
                <a:effectLst/>
                <a:uLnTx/>
                <a:uFillTx/>
                <a:latin typeface="Avenir Next LT Pro" panose="020B0504020202020204" pitchFamily="34" charset="0"/>
                <a:ea typeface="+mn-ea"/>
                <a:cs typeface="Calibri" pitchFamily="34" charset="0"/>
              </a:rPr>
              <a:t>. </a:t>
            </a:r>
            <a:endParaRPr kumimoji="0" lang="en-GB" sz="14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21" name="TextBox 120"/>
          <p:cNvSpPr txBox="1"/>
          <p:nvPr/>
        </p:nvSpPr>
        <p:spPr>
          <a:xfrm>
            <a:off x="4157221" y="1010804"/>
            <a:ext cx="3714160" cy="338554"/>
          </a:xfrm>
          <a:prstGeom prst="rect">
            <a:avLst/>
          </a:prstGeom>
          <a:noFill/>
          <a:ln>
            <a:solidFill>
              <a:srgbClr val="AF1C63"/>
            </a:solidFill>
            <a:prstDash val="dash"/>
          </a:ln>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600" b="1" i="0" u="none" strike="noStrike" kern="1200" cap="none" spc="0" normalizeH="0" baseline="0" noProof="0">
                <a:ln>
                  <a:noFill/>
                </a:ln>
                <a:solidFill>
                  <a:srgbClr val="009ACC"/>
                </a:solidFill>
                <a:effectLst/>
                <a:uLnTx/>
                <a:uFillTx/>
                <a:latin typeface="Avenir Next LT Pro" panose="020B0504020202020204" pitchFamily="34" charset="0"/>
                <a:ea typeface="+mn-ea"/>
                <a:cs typeface="Arial" pitchFamily="34" charset="0"/>
              </a:rPr>
              <a:t>Facilitated Workshops by Track-1</a:t>
            </a:r>
          </a:p>
        </p:txBody>
      </p:sp>
      <p:grpSp>
        <p:nvGrpSpPr>
          <p:cNvPr id="24" name="Group 23"/>
          <p:cNvGrpSpPr/>
          <p:nvPr/>
        </p:nvGrpSpPr>
        <p:grpSpPr>
          <a:xfrm>
            <a:off x="4758095" y="2239619"/>
            <a:ext cx="2524933" cy="2938471"/>
            <a:chOff x="4816412" y="2414884"/>
            <a:chExt cx="2524933" cy="2938471"/>
          </a:xfrm>
        </p:grpSpPr>
        <p:grpSp>
          <p:nvGrpSpPr>
            <p:cNvPr id="19" name="Groupe 659"/>
            <p:cNvGrpSpPr/>
            <p:nvPr/>
          </p:nvGrpSpPr>
          <p:grpSpPr>
            <a:xfrm>
              <a:off x="5994039" y="3899833"/>
              <a:ext cx="460375" cy="419100"/>
              <a:chOff x="5997576" y="1749426"/>
              <a:chExt cx="460375" cy="419100"/>
            </a:xfrm>
            <a:solidFill>
              <a:schemeClr val="bg1"/>
            </a:solidFill>
          </p:grpSpPr>
          <p:sp>
            <p:nvSpPr>
              <p:cNvPr id="212" name="Freeform 211"/>
              <p:cNvSpPr>
                <a:spLocks/>
              </p:cNvSpPr>
              <p:nvPr/>
            </p:nvSpPr>
            <p:spPr bwMode="auto">
              <a:xfrm>
                <a:off x="6073776" y="1749426"/>
                <a:ext cx="134938" cy="187325"/>
              </a:xfrm>
              <a:custGeom>
                <a:avLst/>
                <a:gdLst/>
                <a:ahLst/>
                <a:cxnLst>
                  <a:cxn ang="0">
                    <a:pos x="70" y="73"/>
                  </a:cxn>
                  <a:cxn ang="0">
                    <a:pos x="44" y="41"/>
                  </a:cxn>
                  <a:cxn ang="0">
                    <a:pos x="54" y="21"/>
                  </a:cxn>
                  <a:cxn ang="0">
                    <a:pos x="36" y="0"/>
                  </a:cxn>
                  <a:cxn ang="0">
                    <a:pos x="18" y="21"/>
                  </a:cxn>
                  <a:cxn ang="0">
                    <a:pos x="28" y="41"/>
                  </a:cxn>
                  <a:cxn ang="0">
                    <a:pos x="1" y="97"/>
                  </a:cxn>
                </a:cxnLst>
                <a:rect l="0" t="0" r="r" b="b"/>
                <a:pathLst>
                  <a:path w="70" h="97">
                    <a:moveTo>
                      <a:pt x="70" y="73"/>
                    </a:moveTo>
                    <a:cubicBezTo>
                      <a:pt x="66" y="57"/>
                      <a:pt x="58" y="45"/>
                      <a:pt x="44" y="41"/>
                    </a:cubicBezTo>
                    <a:cubicBezTo>
                      <a:pt x="48" y="37"/>
                      <a:pt x="54" y="29"/>
                      <a:pt x="54" y="21"/>
                    </a:cubicBezTo>
                    <a:cubicBezTo>
                      <a:pt x="54" y="9"/>
                      <a:pt x="46" y="0"/>
                      <a:pt x="36" y="0"/>
                    </a:cubicBezTo>
                    <a:cubicBezTo>
                      <a:pt x="26" y="0"/>
                      <a:pt x="18" y="9"/>
                      <a:pt x="18" y="21"/>
                    </a:cubicBezTo>
                    <a:cubicBezTo>
                      <a:pt x="18" y="29"/>
                      <a:pt x="24" y="37"/>
                      <a:pt x="28" y="41"/>
                    </a:cubicBezTo>
                    <a:cubicBezTo>
                      <a:pt x="7" y="47"/>
                      <a:pt x="0" y="70"/>
                      <a:pt x="1" y="97"/>
                    </a:cubicBezTo>
                  </a:path>
                </a:pathLst>
              </a:custGeom>
              <a:grpFill/>
              <a:ln w="12700" cap="rnd">
                <a:solidFill>
                  <a:srgbClr val="00B050"/>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213" name="Freeform 212"/>
              <p:cNvSpPr>
                <a:spLocks/>
              </p:cNvSpPr>
              <p:nvPr/>
            </p:nvSpPr>
            <p:spPr bwMode="auto">
              <a:xfrm>
                <a:off x="6115051" y="1943101"/>
                <a:ext cx="61913" cy="1588"/>
              </a:xfrm>
              <a:custGeom>
                <a:avLst/>
                <a:gdLst/>
                <a:ahLst/>
                <a:cxnLst>
                  <a:cxn ang="0">
                    <a:pos x="32" y="0"/>
                  </a:cxn>
                  <a:cxn ang="0">
                    <a:pos x="0" y="0"/>
                  </a:cxn>
                </a:cxnLst>
                <a:rect l="0" t="0" r="r" b="b"/>
                <a:pathLst>
                  <a:path w="32" h="1">
                    <a:moveTo>
                      <a:pt x="32" y="0"/>
                    </a:moveTo>
                    <a:cubicBezTo>
                      <a:pt x="22" y="1"/>
                      <a:pt x="10" y="1"/>
                      <a:pt x="0" y="0"/>
                    </a:cubicBezTo>
                  </a:path>
                </a:pathLst>
              </a:custGeom>
              <a:grpFill/>
              <a:ln w="12700" cap="rnd">
                <a:solidFill>
                  <a:srgbClr val="00B050"/>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214" name="Freeform 213"/>
              <p:cNvSpPr>
                <a:spLocks/>
              </p:cNvSpPr>
              <p:nvPr/>
            </p:nvSpPr>
            <p:spPr bwMode="auto">
              <a:xfrm>
                <a:off x="6267451" y="1795463"/>
                <a:ext cx="123825" cy="139700"/>
              </a:xfrm>
              <a:custGeom>
                <a:avLst/>
                <a:gdLst/>
                <a:ahLst/>
                <a:cxnLst>
                  <a:cxn ang="0">
                    <a:pos x="0" y="63"/>
                  </a:cxn>
                  <a:cxn ang="0">
                    <a:pos x="19" y="49"/>
                  </a:cxn>
                  <a:cxn ang="0">
                    <a:pos x="8" y="26"/>
                  </a:cxn>
                  <a:cxn ang="0">
                    <a:pos x="29" y="0"/>
                  </a:cxn>
                  <a:cxn ang="0">
                    <a:pos x="50" y="26"/>
                  </a:cxn>
                  <a:cxn ang="0">
                    <a:pos x="38" y="49"/>
                  </a:cxn>
                  <a:cxn ang="0">
                    <a:pos x="64" y="72"/>
                  </a:cxn>
                </a:cxnLst>
                <a:rect l="0" t="0" r="r" b="b"/>
                <a:pathLst>
                  <a:path w="64" h="72">
                    <a:moveTo>
                      <a:pt x="0" y="63"/>
                    </a:moveTo>
                    <a:cubicBezTo>
                      <a:pt x="4" y="56"/>
                      <a:pt x="11" y="51"/>
                      <a:pt x="19" y="49"/>
                    </a:cubicBezTo>
                    <a:cubicBezTo>
                      <a:pt x="14" y="44"/>
                      <a:pt x="8" y="35"/>
                      <a:pt x="8" y="26"/>
                    </a:cubicBezTo>
                    <a:cubicBezTo>
                      <a:pt x="8" y="11"/>
                      <a:pt x="17" y="0"/>
                      <a:pt x="29" y="0"/>
                    </a:cubicBezTo>
                    <a:cubicBezTo>
                      <a:pt x="40" y="0"/>
                      <a:pt x="49" y="11"/>
                      <a:pt x="50" y="26"/>
                    </a:cubicBezTo>
                    <a:cubicBezTo>
                      <a:pt x="50" y="34"/>
                      <a:pt x="43" y="44"/>
                      <a:pt x="38" y="49"/>
                    </a:cubicBezTo>
                    <a:cubicBezTo>
                      <a:pt x="50" y="52"/>
                      <a:pt x="59" y="61"/>
                      <a:pt x="64" y="72"/>
                    </a:cubicBezTo>
                  </a:path>
                </a:pathLst>
              </a:custGeom>
              <a:grpFill/>
              <a:ln w="12700" cap="rnd">
                <a:solidFill>
                  <a:srgbClr val="00B050"/>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215" name="Freeform 214"/>
              <p:cNvSpPr>
                <a:spLocks/>
              </p:cNvSpPr>
              <p:nvPr/>
            </p:nvSpPr>
            <p:spPr bwMode="auto">
              <a:xfrm>
                <a:off x="6176963" y="1890713"/>
                <a:ext cx="31750" cy="52388"/>
              </a:xfrm>
              <a:custGeom>
                <a:avLst/>
                <a:gdLst/>
                <a:ahLst/>
                <a:cxnLst>
                  <a:cxn ang="0">
                    <a:pos x="0" y="27"/>
                  </a:cxn>
                  <a:cxn ang="0">
                    <a:pos x="17" y="0"/>
                  </a:cxn>
                </a:cxnLst>
                <a:rect l="0" t="0" r="r" b="b"/>
                <a:pathLst>
                  <a:path w="17" h="27">
                    <a:moveTo>
                      <a:pt x="0" y="27"/>
                    </a:moveTo>
                    <a:cubicBezTo>
                      <a:pt x="1" y="14"/>
                      <a:pt x="7" y="4"/>
                      <a:pt x="17" y="0"/>
                    </a:cubicBezTo>
                  </a:path>
                </a:pathLst>
              </a:custGeom>
              <a:grpFill/>
              <a:ln w="12700" cap="rnd">
                <a:solidFill>
                  <a:srgbClr val="00B050"/>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216" name="Freeform 215"/>
              <p:cNvSpPr>
                <a:spLocks/>
              </p:cNvSpPr>
              <p:nvPr/>
            </p:nvSpPr>
            <p:spPr bwMode="auto">
              <a:xfrm>
                <a:off x="6115051" y="1943101"/>
                <a:ext cx="88900" cy="207963"/>
              </a:xfrm>
              <a:custGeom>
                <a:avLst/>
                <a:gdLst/>
                <a:ahLst/>
                <a:cxnLst>
                  <a:cxn ang="0">
                    <a:pos x="32" y="0"/>
                  </a:cxn>
                  <a:cxn ang="0">
                    <a:pos x="32" y="3"/>
                  </a:cxn>
                  <a:cxn ang="0">
                    <a:pos x="46" y="31"/>
                  </a:cxn>
                  <a:cxn ang="0">
                    <a:pos x="7" y="107"/>
                  </a:cxn>
                </a:cxnLst>
                <a:rect l="0" t="0" r="r" b="b"/>
                <a:pathLst>
                  <a:path w="46" h="107">
                    <a:moveTo>
                      <a:pt x="32" y="0"/>
                    </a:moveTo>
                    <a:cubicBezTo>
                      <a:pt x="32" y="1"/>
                      <a:pt x="32" y="2"/>
                      <a:pt x="32" y="3"/>
                    </a:cubicBezTo>
                    <a:cubicBezTo>
                      <a:pt x="32" y="13"/>
                      <a:pt x="40" y="25"/>
                      <a:pt x="46" y="31"/>
                    </a:cubicBezTo>
                    <a:cubicBezTo>
                      <a:pt x="16" y="39"/>
                      <a:pt x="0" y="68"/>
                      <a:pt x="7" y="107"/>
                    </a:cubicBezTo>
                  </a:path>
                </a:pathLst>
              </a:custGeom>
              <a:grpFill/>
              <a:ln w="12700" cap="rnd">
                <a:solidFill>
                  <a:srgbClr val="00B050"/>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217" name="Freeform 216"/>
              <p:cNvSpPr>
                <a:spLocks/>
              </p:cNvSpPr>
              <p:nvPr/>
            </p:nvSpPr>
            <p:spPr bwMode="auto">
              <a:xfrm>
                <a:off x="6286501" y="2027238"/>
                <a:ext cx="36513" cy="117475"/>
              </a:xfrm>
              <a:custGeom>
                <a:avLst/>
                <a:gdLst/>
                <a:ahLst/>
                <a:cxnLst>
                  <a:cxn ang="0">
                    <a:pos x="0" y="0"/>
                  </a:cxn>
                  <a:cxn ang="0">
                    <a:pos x="19" y="59"/>
                  </a:cxn>
                  <a:cxn ang="0">
                    <a:pos x="18" y="61"/>
                  </a:cxn>
                </a:cxnLst>
                <a:rect l="0" t="0" r="r" b="b"/>
                <a:pathLst>
                  <a:path w="19" h="61">
                    <a:moveTo>
                      <a:pt x="0" y="0"/>
                    </a:moveTo>
                    <a:cubicBezTo>
                      <a:pt x="14" y="14"/>
                      <a:pt x="19" y="31"/>
                      <a:pt x="19" y="59"/>
                    </a:cubicBezTo>
                    <a:cubicBezTo>
                      <a:pt x="19" y="60"/>
                      <a:pt x="19" y="60"/>
                      <a:pt x="18" y="61"/>
                    </a:cubicBezTo>
                  </a:path>
                </a:pathLst>
              </a:custGeom>
              <a:grpFill/>
              <a:ln w="12700" cap="rnd">
                <a:solidFill>
                  <a:srgbClr val="00B050"/>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218" name="Freeform 217"/>
              <p:cNvSpPr>
                <a:spLocks/>
              </p:cNvSpPr>
              <p:nvPr/>
            </p:nvSpPr>
            <p:spPr bwMode="auto">
              <a:xfrm>
                <a:off x="6208713" y="1889126"/>
                <a:ext cx="58738" cy="28575"/>
              </a:xfrm>
              <a:custGeom>
                <a:avLst/>
                <a:gdLst/>
                <a:ahLst/>
                <a:cxnLst>
                  <a:cxn ang="0">
                    <a:pos x="0" y="1"/>
                  </a:cxn>
                  <a:cxn ang="0">
                    <a:pos x="8" y="0"/>
                  </a:cxn>
                  <a:cxn ang="0">
                    <a:pos x="30" y="15"/>
                  </a:cxn>
                </a:cxnLst>
                <a:rect l="0" t="0" r="r" b="b"/>
                <a:pathLst>
                  <a:path w="30" h="15">
                    <a:moveTo>
                      <a:pt x="0" y="1"/>
                    </a:moveTo>
                    <a:cubicBezTo>
                      <a:pt x="2" y="0"/>
                      <a:pt x="5" y="0"/>
                      <a:pt x="8" y="0"/>
                    </a:cubicBezTo>
                    <a:cubicBezTo>
                      <a:pt x="17" y="0"/>
                      <a:pt x="25" y="6"/>
                      <a:pt x="30" y="15"/>
                    </a:cubicBezTo>
                  </a:path>
                </a:pathLst>
              </a:custGeom>
              <a:grpFill/>
              <a:ln w="12700" cap="rnd">
                <a:solidFill>
                  <a:srgbClr val="00B050"/>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219" name="Freeform 218"/>
              <p:cNvSpPr>
                <a:spLocks/>
              </p:cNvSpPr>
              <p:nvPr/>
            </p:nvSpPr>
            <p:spPr bwMode="auto">
              <a:xfrm>
                <a:off x="6246813" y="1917701"/>
                <a:ext cx="39688" cy="109538"/>
              </a:xfrm>
              <a:custGeom>
                <a:avLst/>
                <a:gdLst/>
                <a:ahLst/>
                <a:cxnLst>
                  <a:cxn ang="0">
                    <a:pos x="11" y="0"/>
                  </a:cxn>
                  <a:cxn ang="0">
                    <a:pos x="14" y="16"/>
                  </a:cxn>
                  <a:cxn ang="0">
                    <a:pos x="0" y="44"/>
                  </a:cxn>
                  <a:cxn ang="0">
                    <a:pos x="21" y="56"/>
                  </a:cxn>
                </a:cxnLst>
                <a:rect l="0" t="0" r="r" b="b"/>
                <a:pathLst>
                  <a:path w="21" h="56">
                    <a:moveTo>
                      <a:pt x="11" y="0"/>
                    </a:moveTo>
                    <a:cubicBezTo>
                      <a:pt x="13" y="4"/>
                      <a:pt x="14" y="10"/>
                      <a:pt x="14" y="16"/>
                    </a:cubicBezTo>
                    <a:cubicBezTo>
                      <a:pt x="14" y="26"/>
                      <a:pt x="6" y="38"/>
                      <a:pt x="0" y="44"/>
                    </a:cubicBezTo>
                    <a:cubicBezTo>
                      <a:pt x="9" y="46"/>
                      <a:pt x="15" y="50"/>
                      <a:pt x="21" y="56"/>
                    </a:cubicBezTo>
                  </a:path>
                </a:pathLst>
              </a:custGeom>
              <a:grpFill/>
              <a:ln w="12700" cap="rnd">
                <a:solidFill>
                  <a:srgbClr val="00B050"/>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220" name="Freeform 219"/>
              <p:cNvSpPr>
                <a:spLocks/>
              </p:cNvSpPr>
              <p:nvPr/>
            </p:nvSpPr>
            <p:spPr bwMode="auto">
              <a:xfrm>
                <a:off x="5997576" y="1935163"/>
                <a:ext cx="134938" cy="196850"/>
              </a:xfrm>
              <a:custGeom>
                <a:avLst/>
                <a:gdLst/>
                <a:ahLst/>
                <a:cxnLst>
                  <a:cxn ang="0">
                    <a:pos x="69" y="69"/>
                  </a:cxn>
                  <a:cxn ang="0">
                    <a:pos x="47" y="41"/>
                  </a:cxn>
                  <a:cxn ang="0">
                    <a:pos x="57" y="21"/>
                  </a:cxn>
                  <a:cxn ang="0">
                    <a:pos x="39" y="0"/>
                  </a:cxn>
                  <a:cxn ang="0">
                    <a:pos x="22" y="21"/>
                  </a:cxn>
                  <a:cxn ang="0">
                    <a:pos x="31" y="41"/>
                  </a:cxn>
                  <a:cxn ang="0">
                    <a:pos x="0" y="101"/>
                  </a:cxn>
                  <a:cxn ang="0">
                    <a:pos x="36" y="101"/>
                  </a:cxn>
                </a:cxnLst>
                <a:rect l="0" t="0" r="r" b="b"/>
                <a:pathLst>
                  <a:path w="69" h="101">
                    <a:moveTo>
                      <a:pt x="69" y="69"/>
                    </a:moveTo>
                    <a:cubicBezTo>
                      <a:pt x="66" y="53"/>
                      <a:pt x="62" y="45"/>
                      <a:pt x="47" y="41"/>
                    </a:cubicBezTo>
                    <a:cubicBezTo>
                      <a:pt x="51" y="37"/>
                      <a:pt x="57" y="29"/>
                      <a:pt x="57" y="21"/>
                    </a:cubicBezTo>
                    <a:cubicBezTo>
                      <a:pt x="57" y="8"/>
                      <a:pt x="49" y="0"/>
                      <a:pt x="39" y="0"/>
                    </a:cubicBezTo>
                    <a:cubicBezTo>
                      <a:pt x="29" y="0"/>
                      <a:pt x="21" y="9"/>
                      <a:pt x="22" y="21"/>
                    </a:cubicBezTo>
                    <a:cubicBezTo>
                      <a:pt x="22" y="29"/>
                      <a:pt x="27" y="37"/>
                      <a:pt x="31" y="41"/>
                    </a:cubicBezTo>
                    <a:cubicBezTo>
                      <a:pt x="11" y="47"/>
                      <a:pt x="0" y="73"/>
                      <a:pt x="0" y="101"/>
                    </a:cubicBezTo>
                    <a:cubicBezTo>
                      <a:pt x="36" y="101"/>
                      <a:pt x="36" y="101"/>
                      <a:pt x="36" y="101"/>
                    </a:cubicBezTo>
                  </a:path>
                </a:pathLst>
              </a:custGeom>
              <a:grpFill/>
              <a:ln w="12700" cap="rnd">
                <a:solidFill>
                  <a:srgbClr val="00B050"/>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221" name="Freeform 220"/>
              <p:cNvSpPr>
                <a:spLocks/>
              </p:cNvSpPr>
              <p:nvPr/>
            </p:nvSpPr>
            <p:spPr bwMode="auto">
              <a:xfrm>
                <a:off x="6318251" y="1935163"/>
                <a:ext cx="139700" cy="233363"/>
              </a:xfrm>
              <a:custGeom>
                <a:avLst/>
                <a:gdLst/>
                <a:ahLst/>
                <a:cxnLst>
                  <a:cxn ang="0">
                    <a:pos x="0" y="63"/>
                  </a:cxn>
                  <a:cxn ang="0">
                    <a:pos x="20" y="49"/>
                  </a:cxn>
                  <a:cxn ang="0">
                    <a:pos x="9" y="26"/>
                  </a:cxn>
                  <a:cxn ang="0">
                    <a:pos x="29" y="0"/>
                  </a:cxn>
                  <a:cxn ang="0">
                    <a:pos x="50" y="26"/>
                  </a:cxn>
                  <a:cxn ang="0">
                    <a:pos x="39" y="49"/>
                  </a:cxn>
                  <a:cxn ang="0">
                    <a:pos x="72" y="114"/>
                  </a:cxn>
                  <a:cxn ang="0">
                    <a:pos x="10" y="119"/>
                  </a:cxn>
                </a:cxnLst>
                <a:rect l="0" t="0" r="r" b="b"/>
                <a:pathLst>
                  <a:path w="72" h="120">
                    <a:moveTo>
                      <a:pt x="0" y="63"/>
                    </a:moveTo>
                    <a:cubicBezTo>
                      <a:pt x="5" y="56"/>
                      <a:pt x="12" y="51"/>
                      <a:pt x="20" y="49"/>
                    </a:cubicBezTo>
                    <a:cubicBezTo>
                      <a:pt x="15" y="44"/>
                      <a:pt x="9" y="35"/>
                      <a:pt x="9" y="26"/>
                    </a:cubicBezTo>
                    <a:cubicBezTo>
                      <a:pt x="8" y="11"/>
                      <a:pt x="18" y="0"/>
                      <a:pt x="29" y="0"/>
                    </a:cubicBezTo>
                    <a:cubicBezTo>
                      <a:pt x="41" y="0"/>
                      <a:pt x="50" y="11"/>
                      <a:pt x="50" y="26"/>
                    </a:cubicBezTo>
                    <a:cubicBezTo>
                      <a:pt x="50" y="34"/>
                      <a:pt x="44" y="44"/>
                      <a:pt x="39" y="49"/>
                    </a:cubicBezTo>
                    <a:cubicBezTo>
                      <a:pt x="63" y="56"/>
                      <a:pt x="72" y="82"/>
                      <a:pt x="72" y="114"/>
                    </a:cubicBezTo>
                    <a:cubicBezTo>
                      <a:pt x="72" y="118"/>
                      <a:pt x="35" y="120"/>
                      <a:pt x="10" y="119"/>
                    </a:cubicBezTo>
                  </a:path>
                </a:pathLst>
              </a:custGeom>
              <a:grpFill/>
              <a:ln w="12700" cap="rnd">
                <a:solidFill>
                  <a:srgbClr val="00B050"/>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grpSp>
        <p:grpSp>
          <p:nvGrpSpPr>
            <p:cNvPr id="20" name="Groupe 664"/>
            <p:cNvGrpSpPr/>
            <p:nvPr/>
          </p:nvGrpSpPr>
          <p:grpSpPr>
            <a:xfrm>
              <a:off x="6765181" y="3604929"/>
              <a:ext cx="551667" cy="403085"/>
              <a:chOff x="3729038" y="2759075"/>
              <a:chExt cx="498475" cy="349250"/>
            </a:xfrm>
          </p:grpSpPr>
          <p:sp>
            <p:nvSpPr>
              <p:cNvPr id="124" name="Freeform 123"/>
              <p:cNvSpPr>
                <a:spLocks/>
              </p:cNvSpPr>
              <p:nvPr/>
            </p:nvSpPr>
            <p:spPr bwMode="auto">
              <a:xfrm>
                <a:off x="3795713" y="2759075"/>
                <a:ext cx="119063" cy="69850"/>
              </a:xfrm>
              <a:custGeom>
                <a:avLst/>
                <a:gdLst/>
                <a:ahLst/>
                <a:cxnLst>
                  <a:cxn ang="0">
                    <a:pos x="0" y="36"/>
                  </a:cxn>
                  <a:cxn ang="0">
                    <a:pos x="61" y="7"/>
                  </a:cxn>
                </a:cxnLst>
                <a:rect l="0" t="0" r="r" b="b"/>
                <a:pathLst>
                  <a:path w="61" h="36">
                    <a:moveTo>
                      <a:pt x="0" y="36"/>
                    </a:moveTo>
                    <a:cubicBezTo>
                      <a:pt x="0" y="36"/>
                      <a:pt x="18" y="0"/>
                      <a:pt x="61" y="7"/>
                    </a:cubicBezTo>
                  </a:path>
                </a:pathLst>
              </a:custGeom>
              <a:noFill/>
              <a:ln w="1270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25" name="Freeform 124"/>
              <p:cNvSpPr>
                <a:spLocks/>
              </p:cNvSpPr>
              <p:nvPr/>
            </p:nvSpPr>
            <p:spPr bwMode="auto">
              <a:xfrm>
                <a:off x="3784601" y="2816225"/>
                <a:ext cx="26988" cy="30163"/>
              </a:xfrm>
              <a:custGeom>
                <a:avLst/>
                <a:gdLst/>
                <a:ahLst/>
                <a:cxnLst>
                  <a:cxn ang="0">
                    <a:pos x="17" y="9"/>
                  </a:cxn>
                  <a:cxn ang="0">
                    <a:pos x="1" y="19"/>
                  </a:cxn>
                  <a:cxn ang="0">
                    <a:pos x="0" y="0"/>
                  </a:cxn>
                  <a:cxn ang="0">
                    <a:pos x="17" y="9"/>
                  </a:cxn>
                  <a:cxn ang="0">
                    <a:pos x="17" y="9"/>
                  </a:cxn>
                  <a:cxn ang="0">
                    <a:pos x="17" y="9"/>
                  </a:cxn>
                </a:cxnLst>
                <a:rect l="0" t="0" r="r" b="b"/>
                <a:pathLst>
                  <a:path w="17" h="19">
                    <a:moveTo>
                      <a:pt x="17" y="9"/>
                    </a:moveTo>
                    <a:lnTo>
                      <a:pt x="1" y="19"/>
                    </a:lnTo>
                    <a:lnTo>
                      <a:pt x="0" y="0"/>
                    </a:lnTo>
                    <a:lnTo>
                      <a:pt x="17" y="9"/>
                    </a:lnTo>
                    <a:lnTo>
                      <a:pt x="17" y="9"/>
                    </a:lnTo>
                    <a:lnTo>
                      <a:pt x="17" y="9"/>
                    </a:lnTo>
                    <a:close/>
                  </a:path>
                </a:pathLst>
              </a:custGeom>
              <a:noFill/>
              <a:ln w="1270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26" name="Freeform 125"/>
              <p:cNvSpPr>
                <a:spLocks/>
              </p:cNvSpPr>
              <p:nvPr/>
            </p:nvSpPr>
            <p:spPr bwMode="auto">
              <a:xfrm>
                <a:off x="3784601" y="2816225"/>
                <a:ext cx="26988" cy="30163"/>
              </a:xfrm>
              <a:custGeom>
                <a:avLst/>
                <a:gdLst/>
                <a:ahLst/>
                <a:cxnLst>
                  <a:cxn ang="0">
                    <a:pos x="17" y="9"/>
                  </a:cxn>
                  <a:cxn ang="0">
                    <a:pos x="1" y="19"/>
                  </a:cxn>
                  <a:cxn ang="0">
                    <a:pos x="0" y="0"/>
                  </a:cxn>
                  <a:cxn ang="0">
                    <a:pos x="17" y="9"/>
                  </a:cxn>
                  <a:cxn ang="0">
                    <a:pos x="17" y="9"/>
                  </a:cxn>
                  <a:cxn ang="0">
                    <a:pos x="17" y="9"/>
                  </a:cxn>
                </a:cxnLst>
                <a:rect l="0" t="0" r="r" b="b"/>
                <a:pathLst>
                  <a:path w="17" h="19">
                    <a:moveTo>
                      <a:pt x="17" y="9"/>
                    </a:moveTo>
                    <a:lnTo>
                      <a:pt x="1" y="19"/>
                    </a:lnTo>
                    <a:lnTo>
                      <a:pt x="0" y="0"/>
                    </a:lnTo>
                    <a:lnTo>
                      <a:pt x="17" y="9"/>
                    </a:lnTo>
                    <a:lnTo>
                      <a:pt x="17" y="9"/>
                    </a:lnTo>
                    <a:lnTo>
                      <a:pt x="17" y="9"/>
                    </a:lnTo>
                    <a:close/>
                  </a:path>
                </a:pathLst>
              </a:custGeom>
              <a:noFill/>
              <a:ln w="1270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27" name="Freeform 126"/>
              <p:cNvSpPr>
                <a:spLocks/>
              </p:cNvSpPr>
              <p:nvPr/>
            </p:nvSpPr>
            <p:spPr bwMode="auto">
              <a:xfrm>
                <a:off x="3906838" y="2759075"/>
                <a:ext cx="28575" cy="28575"/>
              </a:xfrm>
              <a:custGeom>
                <a:avLst/>
                <a:gdLst/>
                <a:ahLst/>
                <a:cxnLst>
                  <a:cxn ang="0">
                    <a:pos x="0" y="18"/>
                  </a:cxn>
                  <a:cxn ang="0">
                    <a:pos x="18" y="11"/>
                  </a:cxn>
                  <a:cxn ang="0">
                    <a:pos x="4" y="0"/>
                  </a:cxn>
                  <a:cxn ang="0">
                    <a:pos x="0" y="18"/>
                  </a:cxn>
                  <a:cxn ang="0">
                    <a:pos x="0" y="18"/>
                  </a:cxn>
                  <a:cxn ang="0">
                    <a:pos x="0" y="18"/>
                  </a:cxn>
                </a:cxnLst>
                <a:rect l="0" t="0" r="r" b="b"/>
                <a:pathLst>
                  <a:path w="18" h="18">
                    <a:moveTo>
                      <a:pt x="0" y="18"/>
                    </a:moveTo>
                    <a:lnTo>
                      <a:pt x="18" y="11"/>
                    </a:lnTo>
                    <a:lnTo>
                      <a:pt x="4" y="0"/>
                    </a:lnTo>
                    <a:lnTo>
                      <a:pt x="0" y="18"/>
                    </a:lnTo>
                    <a:lnTo>
                      <a:pt x="0" y="18"/>
                    </a:lnTo>
                    <a:lnTo>
                      <a:pt x="0" y="18"/>
                    </a:lnTo>
                    <a:close/>
                  </a:path>
                </a:pathLst>
              </a:custGeom>
              <a:noFill/>
              <a:ln w="1270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28" name="Freeform 127"/>
              <p:cNvSpPr>
                <a:spLocks/>
              </p:cNvSpPr>
              <p:nvPr/>
            </p:nvSpPr>
            <p:spPr bwMode="auto">
              <a:xfrm>
                <a:off x="3906838" y="2759075"/>
                <a:ext cx="28575" cy="28575"/>
              </a:xfrm>
              <a:custGeom>
                <a:avLst/>
                <a:gdLst/>
                <a:ahLst/>
                <a:cxnLst>
                  <a:cxn ang="0">
                    <a:pos x="0" y="18"/>
                  </a:cxn>
                  <a:cxn ang="0">
                    <a:pos x="18" y="11"/>
                  </a:cxn>
                  <a:cxn ang="0">
                    <a:pos x="4" y="0"/>
                  </a:cxn>
                  <a:cxn ang="0">
                    <a:pos x="0" y="18"/>
                  </a:cxn>
                  <a:cxn ang="0">
                    <a:pos x="0" y="18"/>
                  </a:cxn>
                  <a:cxn ang="0">
                    <a:pos x="0" y="18"/>
                  </a:cxn>
                </a:cxnLst>
                <a:rect l="0" t="0" r="r" b="b"/>
                <a:pathLst>
                  <a:path w="18" h="18">
                    <a:moveTo>
                      <a:pt x="0" y="18"/>
                    </a:moveTo>
                    <a:lnTo>
                      <a:pt x="18" y="11"/>
                    </a:lnTo>
                    <a:lnTo>
                      <a:pt x="4" y="0"/>
                    </a:lnTo>
                    <a:lnTo>
                      <a:pt x="0" y="18"/>
                    </a:lnTo>
                    <a:lnTo>
                      <a:pt x="0" y="18"/>
                    </a:lnTo>
                    <a:lnTo>
                      <a:pt x="0" y="18"/>
                    </a:lnTo>
                    <a:close/>
                  </a:path>
                </a:pathLst>
              </a:custGeom>
              <a:noFill/>
              <a:ln w="1270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29" name="Freeform 128"/>
              <p:cNvSpPr>
                <a:spLocks/>
              </p:cNvSpPr>
              <p:nvPr/>
            </p:nvSpPr>
            <p:spPr bwMode="auto">
              <a:xfrm>
                <a:off x="4051301" y="2857500"/>
                <a:ext cx="61913" cy="63500"/>
              </a:xfrm>
              <a:custGeom>
                <a:avLst/>
                <a:gdLst/>
                <a:ahLst/>
                <a:cxnLst>
                  <a:cxn ang="0">
                    <a:pos x="32" y="5"/>
                  </a:cxn>
                  <a:cxn ang="0">
                    <a:pos x="1" y="33"/>
                  </a:cxn>
                </a:cxnLst>
                <a:rect l="0" t="0" r="r" b="b"/>
                <a:pathLst>
                  <a:path w="32" h="33">
                    <a:moveTo>
                      <a:pt x="32" y="5"/>
                    </a:moveTo>
                    <a:cubicBezTo>
                      <a:pt x="32" y="5"/>
                      <a:pt x="0" y="0"/>
                      <a:pt x="1" y="33"/>
                    </a:cubicBezTo>
                  </a:path>
                </a:pathLst>
              </a:custGeom>
              <a:noFill/>
              <a:ln w="1270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30" name="Freeform 129"/>
              <p:cNvSpPr>
                <a:spLocks/>
              </p:cNvSpPr>
              <p:nvPr/>
            </p:nvSpPr>
            <p:spPr bwMode="auto">
              <a:xfrm>
                <a:off x="4106863" y="2852738"/>
                <a:ext cx="26988" cy="26988"/>
              </a:xfrm>
              <a:custGeom>
                <a:avLst/>
                <a:gdLst/>
                <a:ahLst/>
                <a:cxnLst>
                  <a:cxn ang="0">
                    <a:pos x="3" y="0"/>
                  </a:cxn>
                  <a:cxn ang="0">
                    <a:pos x="17" y="11"/>
                  </a:cxn>
                  <a:cxn ang="0">
                    <a:pos x="0" y="17"/>
                  </a:cxn>
                  <a:cxn ang="0">
                    <a:pos x="3" y="0"/>
                  </a:cxn>
                  <a:cxn ang="0">
                    <a:pos x="3" y="0"/>
                  </a:cxn>
                  <a:cxn ang="0">
                    <a:pos x="3" y="0"/>
                  </a:cxn>
                </a:cxnLst>
                <a:rect l="0" t="0" r="r" b="b"/>
                <a:pathLst>
                  <a:path w="17" h="17">
                    <a:moveTo>
                      <a:pt x="3" y="0"/>
                    </a:moveTo>
                    <a:lnTo>
                      <a:pt x="17" y="11"/>
                    </a:lnTo>
                    <a:lnTo>
                      <a:pt x="0" y="17"/>
                    </a:lnTo>
                    <a:lnTo>
                      <a:pt x="3" y="0"/>
                    </a:lnTo>
                    <a:lnTo>
                      <a:pt x="3" y="0"/>
                    </a:lnTo>
                    <a:lnTo>
                      <a:pt x="3" y="0"/>
                    </a:lnTo>
                    <a:close/>
                  </a:path>
                </a:pathLst>
              </a:custGeom>
              <a:noFill/>
              <a:ln w="1270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31" name="Freeform 130"/>
              <p:cNvSpPr>
                <a:spLocks/>
              </p:cNvSpPr>
              <p:nvPr/>
            </p:nvSpPr>
            <p:spPr bwMode="auto">
              <a:xfrm>
                <a:off x="4106863" y="2852738"/>
                <a:ext cx="26988" cy="26988"/>
              </a:xfrm>
              <a:custGeom>
                <a:avLst/>
                <a:gdLst/>
                <a:ahLst/>
                <a:cxnLst>
                  <a:cxn ang="0">
                    <a:pos x="3" y="0"/>
                  </a:cxn>
                  <a:cxn ang="0">
                    <a:pos x="17" y="11"/>
                  </a:cxn>
                  <a:cxn ang="0">
                    <a:pos x="0" y="17"/>
                  </a:cxn>
                  <a:cxn ang="0">
                    <a:pos x="3" y="0"/>
                  </a:cxn>
                  <a:cxn ang="0">
                    <a:pos x="3" y="0"/>
                  </a:cxn>
                  <a:cxn ang="0">
                    <a:pos x="3" y="0"/>
                  </a:cxn>
                </a:cxnLst>
                <a:rect l="0" t="0" r="r" b="b"/>
                <a:pathLst>
                  <a:path w="17" h="17">
                    <a:moveTo>
                      <a:pt x="3" y="0"/>
                    </a:moveTo>
                    <a:lnTo>
                      <a:pt x="17" y="11"/>
                    </a:lnTo>
                    <a:lnTo>
                      <a:pt x="0" y="17"/>
                    </a:lnTo>
                    <a:lnTo>
                      <a:pt x="3" y="0"/>
                    </a:lnTo>
                    <a:lnTo>
                      <a:pt x="3" y="0"/>
                    </a:lnTo>
                    <a:lnTo>
                      <a:pt x="3" y="0"/>
                    </a:lnTo>
                    <a:close/>
                  </a:path>
                </a:pathLst>
              </a:custGeom>
              <a:noFill/>
              <a:ln w="1270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32" name="Freeform 131"/>
              <p:cNvSpPr>
                <a:spLocks/>
              </p:cNvSpPr>
              <p:nvPr/>
            </p:nvSpPr>
            <p:spPr bwMode="auto">
              <a:xfrm>
                <a:off x="4040188" y="2917825"/>
                <a:ext cx="26988" cy="22225"/>
              </a:xfrm>
              <a:custGeom>
                <a:avLst/>
                <a:gdLst/>
                <a:ahLst/>
                <a:cxnLst>
                  <a:cxn ang="0">
                    <a:pos x="0" y="0"/>
                  </a:cxn>
                  <a:cxn ang="0">
                    <a:pos x="9" y="14"/>
                  </a:cxn>
                  <a:cxn ang="0">
                    <a:pos x="17" y="0"/>
                  </a:cxn>
                  <a:cxn ang="0">
                    <a:pos x="0" y="0"/>
                  </a:cxn>
                  <a:cxn ang="0">
                    <a:pos x="0" y="0"/>
                  </a:cxn>
                  <a:cxn ang="0">
                    <a:pos x="0" y="0"/>
                  </a:cxn>
                </a:cxnLst>
                <a:rect l="0" t="0" r="r" b="b"/>
                <a:pathLst>
                  <a:path w="17" h="14">
                    <a:moveTo>
                      <a:pt x="0" y="0"/>
                    </a:moveTo>
                    <a:lnTo>
                      <a:pt x="9" y="14"/>
                    </a:lnTo>
                    <a:lnTo>
                      <a:pt x="17" y="0"/>
                    </a:lnTo>
                    <a:lnTo>
                      <a:pt x="0" y="0"/>
                    </a:lnTo>
                    <a:lnTo>
                      <a:pt x="0" y="0"/>
                    </a:lnTo>
                    <a:lnTo>
                      <a:pt x="0" y="0"/>
                    </a:lnTo>
                    <a:close/>
                  </a:path>
                </a:pathLst>
              </a:custGeom>
              <a:noFill/>
              <a:ln w="1270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33" name="Freeform 132"/>
              <p:cNvSpPr>
                <a:spLocks/>
              </p:cNvSpPr>
              <p:nvPr/>
            </p:nvSpPr>
            <p:spPr bwMode="auto">
              <a:xfrm>
                <a:off x="4040188" y="2917825"/>
                <a:ext cx="26988" cy="22225"/>
              </a:xfrm>
              <a:custGeom>
                <a:avLst/>
                <a:gdLst/>
                <a:ahLst/>
                <a:cxnLst>
                  <a:cxn ang="0">
                    <a:pos x="0" y="0"/>
                  </a:cxn>
                  <a:cxn ang="0">
                    <a:pos x="9" y="14"/>
                  </a:cxn>
                  <a:cxn ang="0">
                    <a:pos x="17" y="0"/>
                  </a:cxn>
                  <a:cxn ang="0">
                    <a:pos x="0" y="0"/>
                  </a:cxn>
                  <a:cxn ang="0">
                    <a:pos x="0" y="0"/>
                  </a:cxn>
                  <a:cxn ang="0">
                    <a:pos x="0" y="0"/>
                  </a:cxn>
                </a:cxnLst>
                <a:rect l="0" t="0" r="r" b="b"/>
                <a:pathLst>
                  <a:path w="17" h="14">
                    <a:moveTo>
                      <a:pt x="0" y="0"/>
                    </a:moveTo>
                    <a:lnTo>
                      <a:pt x="9" y="14"/>
                    </a:lnTo>
                    <a:lnTo>
                      <a:pt x="17" y="0"/>
                    </a:lnTo>
                    <a:lnTo>
                      <a:pt x="0" y="0"/>
                    </a:lnTo>
                    <a:lnTo>
                      <a:pt x="0" y="0"/>
                    </a:lnTo>
                    <a:lnTo>
                      <a:pt x="0" y="0"/>
                    </a:lnTo>
                    <a:close/>
                  </a:path>
                </a:pathLst>
              </a:custGeom>
              <a:noFill/>
              <a:ln w="1270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34" name="Freeform 133"/>
              <p:cNvSpPr>
                <a:spLocks/>
              </p:cNvSpPr>
              <p:nvPr/>
            </p:nvSpPr>
            <p:spPr bwMode="auto">
              <a:xfrm>
                <a:off x="3941763" y="2897188"/>
                <a:ext cx="77788" cy="46038"/>
              </a:xfrm>
              <a:custGeom>
                <a:avLst/>
                <a:gdLst/>
                <a:ahLst/>
                <a:cxnLst>
                  <a:cxn ang="0">
                    <a:pos x="40" y="23"/>
                  </a:cxn>
                  <a:cxn ang="0">
                    <a:pos x="0" y="23"/>
                  </a:cxn>
                </a:cxnLst>
                <a:rect l="0" t="0" r="r" b="b"/>
                <a:pathLst>
                  <a:path w="40" h="23">
                    <a:moveTo>
                      <a:pt x="40" y="23"/>
                    </a:moveTo>
                    <a:cubicBezTo>
                      <a:pt x="40" y="23"/>
                      <a:pt x="20" y="0"/>
                      <a:pt x="0" y="23"/>
                    </a:cubicBezTo>
                  </a:path>
                </a:pathLst>
              </a:custGeom>
              <a:noFill/>
              <a:ln w="1270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35" name="Freeform 134"/>
              <p:cNvSpPr>
                <a:spLocks/>
              </p:cNvSpPr>
              <p:nvPr/>
            </p:nvSpPr>
            <p:spPr bwMode="auto">
              <a:xfrm>
                <a:off x="4005263" y="2928938"/>
                <a:ext cx="26988" cy="26988"/>
              </a:xfrm>
              <a:custGeom>
                <a:avLst/>
                <a:gdLst/>
                <a:ahLst/>
                <a:cxnLst>
                  <a:cxn ang="0">
                    <a:pos x="14" y="0"/>
                  </a:cxn>
                  <a:cxn ang="0">
                    <a:pos x="17" y="17"/>
                  </a:cxn>
                  <a:cxn ang="0">
                    <a:pos x="0" y="12"/>
                  </a:cxn>
                  <a:cxn ang="0">
                    <a:pos x="14" y="0"/>
                  </a:cxn>
                  <a:cxn ang="0">
                    <a:pos x="14" y="0"/>
                  </a:cxn>
                  <a:cxn ang="0">
                    <a:pos x="14" y="0"/>
                  </a:cxn>
                </a:cxnLst>
                <a:rect l="0" t="0" r="r" b="b"/>
                <a:pathLst>
                  <a:path w="17" h="17">
                    <a:moveTo>
                      <a:pt x="14" y="0"/>
                    </a:moveTo>
                    <a:lnTo>
                      <a:pt x="17" y="17"/>
                    </a:lnTo>
                    <a:lnTo>
                      <a:pt x="0" y="12"/>
                    </a:lnTo>
                    <a:lnTo>
                      <a:pt x="14" y="0"/>
                    </a:lnTo>
                    <a:lnTo>
                      <a:pt x="14" y="0"/>
                    </a:lnTo>
                    <a:lnTo>
                      <a:pt x="14" y="0"/>
                    </a:lnTo>
                    <a:close/>
                  </a:path>
                </a:pathLst>
              </a:custGeom>
              <a:noFill/>
              <a:ln w="1270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36" name="Freeform 135"/>
              <p:cNvSpPr>
                <a:spLocks/>
              </p:cNvSpPr>
              <p:nvPr/>
            </p:nvSpPr>
            <p:spPr bwMode="auto">
              <a:xfrm>
                <a:off x="4005263" y="2928938"/>
                <a:ext cx="26988" cy="26988"/>
              </a:xfrm>
              <a:custGeom>
                <a:avLst/>
                <a:gdLst/>
                <a:ahLst/>
                <a:cxnLst>
                  <a:cxn ang="0">
                    <a:pos x="14" y="0"/>
                  </a:cxn>
                  <a:cxn ang="0">
                    <a:pos x="17" y="17"/>
                  </a:cxn>
                  <a:cxn ang="0">
                    <a:pos x="0" y="12"/>
                  </a:cxn>
                  <a:cxn ang="0">
                    <a:pos x="14" y="0"/>
                  </a:cxn>
                  <a:cxn ang="0">
                    <a:pos x="14" y="0"/>
                  </a:cxn>
                  <a:cxn ang="0">
                    <a:pos x="14" y="0"/>
                  </a:cxn>
                </a:cxnLst>
                <a:rect l="0" t="0" r="r" b="b"/>
                <a:pathLst>
                  <a:path w="17" h="17">
                    <a:moveTo>
                      <a:pt x="14" y="0"/>
                    </a:moveTo>
                    <a:lnTo>
                      <a:pt x="17" y="17"/>
                    </a:lnTo>
                    <a:lnTo>
                      <a:pt x="0" y="12"/>
                    </a:lnTo>
                    <a:lnTo>
                      <a:pt x="14" y="0"/>
                    </a:lnTo>
                    <a:lnTo>
                      <a:pt x="14" y="0"/>
                    </a:lnTo>
                    <a:lnTo>
                      <a:pt x="14" y="0"/>
                    </a:lnTo>
                    <a:close/>
                  </a:path>
                </a:pathLst>
              </a:custGeom>
              <a:noFill/>
              <a:ln w="1270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37" name="Freeform 136"/>
              <p:cNvSpPr>
                <a:spLocks/>
              </p:cNvSpPr>
              <p:nvPr/>
            </p:nvSpPr>
            <p:spPr bwMode="auto">
              <a:xfrm>
                <a:off x="3929063" y="2932113"/>
                <a:ext cx="23813" cy="28575"/>
              </a:xfrm>
              <a:custGeom>
                <a:avLst/>
                <a:gdLst/>
                <a:ahLst/>
                <a:cxnLst>
                  <a:cxn ang="0">
                    <a:pos x="4" y="0"/>
                  </a:cxn>
                  <a:cxn ang="0">
                    <a:pos x="0" y="18"/>
                  </a:cxn>
                  <a:cxn ang="0">
                    <a:pos x="15" y="11"/>
                  </a:cxn>
                  <a:cxn ang="0">
                    <a:pos x="4" y="0"/>
                  </a:cxn>
                  <a:cxn ang="0">
                    <a:pos x="4" y="0"/>
                  </a:cxn>
                  <a:cxn ang="0">
                    <a:pos x="4" y="0"/>
                  </a:cxn>
                </a:cxnLst>
                <a:rect l="0" t="0" r="r" b="b"/>
                <a:pathLst>
                  <a:path w="15" h="18">
                    <a:moveTo>
                      <a:pt x="4" y="0"/>
                    </a:moveTo>
                    <a:lnTo>
                      <a:pt x="0" y="18"/>
                    </a:lnTo>
                    <a:lnTo>
                      <a:pt x="15" y="11"/>
                    </a:lnTo>
                    <a:lnTo>
                      <a:pt x="4" y="0"/>
                    </a:lnTo>
                    <a:lnTo>
                      <a:pt x="4" y="0"/>
                    </a:lnTo>
                    <a:lnTo>
                      <a:pt x="4" y="0"/>
                    </a:lnTo>
                    <a:close/>
                  </a:path>
                </a:pathLst>
              </a:custGeom>
              <a:noFill/>
              <a:ln w="1270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38" name="Freeform 137"/>
              <p:cNvSpPr>
                <a:spLocks/>
              </p:cNvSpPr>
              <p:nvPr/>
            </p:nvSpPr>
            <p:spPr bwMode="auto">
              <a:xfrm>
                <a:off x="3929063" y="2932113"/>
                <a:ext cx="23813" cy="28575"/>
              </a:xfrm>
              <a:custGeom>
                <a:avLst/>
                <a:gdLst/>
                <a:ahLst/>
                <a:cxnLst>
                  <a:cxn ang="0">
                    <a:pos x="4" y="0"/>
                  </a:cxn>
                  <a:cxn ang="0">
                    <a:pos x="0" y="18"/>
                  </a:cxn>
                  <a:cxn ang="0">
                    <a:pos x="15" y="11"/>
                  </a:cxn>
                  <a:cxn ang="0">
                    <a:pos x="4" y="0"/>
                  </a:cxn>
                  <a:cxn ang="0">
                    <a:pos x="4" y="0"/>
                  </a:cxn>
                  <a:cxn ang="0">
                    <a:pos x="4" y="0"/>
                  </a:cxn>
                </a:cxnLst>
                <a:rect l="0" t="0" r="r" b="b"/>
                <a:pathLst>
                  <a:path w="15" h="18">
                    <a:moveTo>
                      <a:pt x="4" y="0"/>
                    </a:moveTo>
                    <a:lnTo>
                      <a:pt x="0" y="18"/>
                    </a:lnTo>
                    <a:lnTo>
                      <a:pt x="15" y="11"/>
                    </a:lnTo>
                    <a:lnTo>
                      <a:pt x="4" y="0"/>
                    </a:lnTo>
                    <a:lnTo>
                      <a:pt x="4" y="0"/>
                    </a:lnTo>
                    <a:lnTo>
                      <a:pt x="4" y="0"/>
                    </a:lnTo>
                    <a:close/>
                  </a:path>
                </a:pathLst>
              </a:custGeom>
              <a:noFill/>
              <a:ln w="1270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39" name="Freeform 138"/>
              <p:cNvSpPr>
                <a:spLocks/>
              </p:cNvSpPr>
              <p:nvPr/>
            </p:nvSpPr>
            <p:spPr bwMode="auto">
              <a:xfrm>
                <a:off x="3752851" y="2928938"/>
                <a:ext cx="92075" cy="76200"/>
              </a:xfrm>
              <a:custGeom>
                <a:avLst/>
                <a:gdLst/>
                <a:ahLst/>
                <a:cxnLst>
                  <a:cxn ang="0">
                    <a:pos x="27" y="0"/>
                  </a:cxn>
                  <a:cxn ang="0">
                    <a:pos x="40" y="9"/>
                  </a:cxn>
                  <a:cxn ang="0">
                    <a:pos x="47" y="27"/>
                  </a:cxn>
                  <a:cxn ang="0">
                    <a:pos x="47" y="38"/>
                  </a:cxn>
                  <a:cxn ang="0">
                    <a:pos x="47" y="39"/>
                  </a:cxn>
                  <a:cxn ang="0">
                    <a:pos x="0" y="39"/>
                  </a:cxn>
                </a:cxnLst>
                <a:rect l="0" t="0" r="r" b="b"/>
                <a:pathLst>
                  <a:path w="47" h="39">
                    <a:moveTo>
                      <a:pt x="27" y="0"/>
                    </a:moveTo>
                    <a:cubicBezTo>
                      <a:pt x="32" y="2"/>
                      <a:pt x="36" y="5"/>
                      <a:pt x="40" y="9"/>
                    </a:cubicBezTo>
                    <a:cubicBezTo>
                      <a:pt x="44" y="14"/>
                      <a:pt x="47" y="21"/>
                      <a:pt x="47" y="27"/>
                    </a:cubicBezTo>
                    <a:cubicBezTo>
                      <a:pt x="47" y="38"/>
                      <a:pt x="47" y="38"/>
                      <a:pt x="47" y="38"/>
                    </a:cubicBezTo>
                    <a:cubicBezTo>
                      <a:pt x="47" y="39"/>
                      <a:pt x="47" y="39"/>
                      <a:pt x="47" y="39"/>
                    </a:cubicBezTo>
                    <a:cubicBezTo>
                      <a:pt x="0" y="39"/>
                      <a:pt x="0" y="39"/>
                      <a:pt x="0" y="39"/>
                    </a:cubicBezTo>
                  </a:path>
                </a:pathLst>
              </a:custGeom>
              <a:noFill/>
              <a:ln w="1270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40" name="Freeform 139"/>
              <p:cNvSpPr>
                <a:spLocks/>
              </p:cNvSpPr>
              <p:nvPr/>
            </p:nvSpPr>
            <p:spPr bwMode="auto">
              <a:xfrm>
                <a:off x="3729038" y="2928938"/>
                <a:ext cx="38100" cy="76200"/>
              </a:xfrm>
              <a:custGeom>
                <a:avLst/>
                <a:gdLst/>
                <a:ahLst/>
                <a:cxnLst>
                  <a:cxn ang="0">
                    <a:pos x="0" y="39"/>
                  </a:cxn>
                  <a:cxn ang="0">
                    <a:pos x="0" y="38"/>
                  </a:cxn>
                  <a:cxn ang="0">
                    <a:pos x="0" y="27"/>
                  </a:cxn>
                  <a:cxn ang="0">
                    <a:pos x="6" y="10"/>
                  </a:cxn>
                  <a:cxn ang="0">
                    <a:pos x="20" y="0"/>
                  </a:cxn>
                </a:cxnLst>
                <a:rect l="0" t="0" r="r" b="b"/>
                <a:pathLst>
                  <a:path w="20" h="39">
                    <a:moveTo>
                      <a:pt x="0" y="39"/>
                    </a:moveTo>
                    <a:cubicBezTo>
                      <a:pt x="0" y="38"/>
                      <a:pt x="0" y="38"/>
                      <a:pt x="0" y="38"/>
                    </a:cubicBezTo>
                    <a:cubicBezTo>
                      <a:pt x="0" y="27"/>
                      <a:pt x="0" y="27"/>
                      <a:pt x="0" y="27"/>
                    </a:cubicBezTo>
                    <a:cubicBezTo>
                      <a:pt x="0" y="21"/>
                      <a:pt x="2" y="15"/>
                      <a:pt x="6" y="10"/>
                    </a:cubicBezTo>
                    <a:cubicBezTo>
                      <a:pt x="9" y="6"/>
                      <a:pt x="15" y="2"/>
                      <a:pt x="20" y="0"/>
                    </a:cubicBezTo>
                  </a:path>
                </a:pathLst>
              </a:custGeom>
              <a:noFill/>
              <a:ln w="1270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41" name="Oval 140"/>
              <p:cNvSpPr>
                <a:spLocks noChangeArrowheads="1"/>
              </p:cNvSpPr>
              <p:nvPr/>
            </p:nvSpPr>
            <p:spPr bwMode="auto">
              <a:xfrm>
                <a:off x="3756026" y="2859088"/>
                <a:ext cx="61913" cy="76200"/>
              </a:xfrm>
              <a:prstGeom prst="ellipse">
                <a:avLst/>
              </a:prstGeom>
              <a:noFill/>
              <a:ln w="1270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42" name="Freeform 141"/>
              <p:cNvSpPr>
                <a:spLocks/>
              </p:cNvSpPr>
              <p:nvPr/>
            </p:nvSpPr>
            <p:spPr bwMode="auto">
              <a:xfrm>
                <a:off x="3944938" y="2828925"/>
                <a:ext cx="88900" cy="74613"/>
              </a:xfrm>
              <a:custGeom>
                <a:avLst/>
                <a:gdLst/>
                <a:ahLst/>
                <a:cxnLst>
                  <a:cxn ang="0">
                    <a:pos x="27" y="0"/>
                  </a:cxn>
                  <a:cxn ang="0">
                    <a:pos x="40" y="8"/>
                  </a:cxn>
                  <a:cxn ang="0">
                    <a:pos x="46" y="27"/>
                  </a:cxn>
                  <a:cxn ang="0">
                    <a:pos x="46" y="37"/>
                  </a:cxn>
                  <a:cxn ang="0">
                    <a:pos x="46" y="39"/>
                  </a:cxn>
                  <a:cxn ang="0">
                    <a:pos x="0" y="39"/>
                  </a:cxn>
                </a:cxnLst>
                <a:rect l="0" t="0" r="r" b="b"/>
                <a:pathLst>
                  <a:path w="46" h="39">
                    <a:moveTo>
                      <a:pt x="27" y="0"/>
                    </a:moveTo>
                    <a:cubicBezTo>
                      <a:pt x="32" y="2"/>
                      <a:pt x="36" y="5"/>
                      <a:pt x="40" y="8"/>
                    </a:cubicBezTo>
                    <a:cubicBezTo>
                      <a:pt x="44" y="14"/>
                      <a:pt x="46" y="20"/>
                      <a:pt x="46" y="27"/>
                    </a:cubicBezTo>
                    <a:cubicBezTo>
                      <a:pt x="46" y="37"/>
                      <a:pt x="46" y="37"/>
                      <a:pt x="46" y="37"/>
                    </a:cubicBezTo>
                    <a:cubicBezTo>
                      <a:pt x="46" y="39"/>
                      <a:pt x="46" y="39"/>
                      <a:pt x="46" y="39"/>
                    </a:cubicBezTo>
                    <a:cubicBezTo>
                      <a:pt x="0" y="39"/>
                      <a:pt x="0" y="39"/>
                      <a:pt x="0" y="39"/>
                    </a:cubicBezTo>
                  </a:path>
                </a:pathLst>
              </a:custGeom>
              <a:noFill/>
              <a:ln w="1270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43" name="Freeform 142"/>
              <p:cNvSpPr>
                <a:spLocks/>
              </p:cNvSpPr>
              <p:nvPr/>
            </p:nvSpPr>
            <p:spPr bwMode="auto">
              <a:xfrm>
                <a:off x="3922713" y="2828925"/>
                <a:ext cx="36513" cy="74613"/>
              </a:xfrm>
              <a:custGeom>
                <a:avLst/>
                <a:gdLst/>
                <a:ahLst/>
                <a:cxnLst>
                  <a:cxn ang="0">
                    <a:pos x="0" y="39"/>
                  </a:cxn>
                  <a:cxn ang="0">
                    <a:pos x="0" y="37"/>
                  </a:cxn>
                  <a:cxn ang="0">
                    <a:pos x="0" y="27"/>
                  </a:cxn>
                  <a:cxn ang="0">
                    <a:pos x="6" y="10"/>
                  </a:cxn>
                  <a:cxn ang="0">
                    <a:pos x="19" y="0"/>
                  </a:cxn>
                </a:cxnLst>
                <a:rect l="0" t="0" r="r" b="b"/>
                <a:pathLst>
                  <a:path w="19" h="39">
                    <a:moveTo>
                      <a:pt x="0" y="39"/>
                    </a:moveTo>
                    <a:cubicBezTo>
                      <a:pt x="0" y="37"/>
                      <a:pt x="0" y="37"/>
                      <a:pt x="0" y="37"/>
                    </a:cubicBezTo>
                    <a:cubicBezTo>
                      <a:pt x="0" y="27"/>
                      <a:pt x="0" y="27"/>
                      <a:pt x="0" y="27"/>
                    </a:cubicBezTo>
                    <a:cubicBezTo>
                      <a:pt x="0" y="20"/>
                      <a:pt x="2" y="15"/>
                      <a:pt x="6" y="10"/>
                    </a:cubicBezTo>
                    <a:cubicBezTo>
                      <a:pt x="8" y="6"/>
                      <a:pt x="14" y="1"/>
                      <a:pt x="19" y="0"/>
                    </a:cubicBezTo>
                  </a:path>
                </a:pathLst>
              </a:custGeom>
              <a:noFill/>
              <a:ln w="1270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44" name="Freeform 143"/>
              <p:cNvSpPr>
                <a:spLocks/>
              </p:cNvSpPr>
              <p:nvPr/>
            </p:nvSpPr>
            <p:spPr bwMode="auto">
              <a:xfrm>
                <a:off x="3949701" y="2759075"/>
                <a:ext cx="61913" cy="76200"/>
              </a:xfrm>
              <a:custGeom>
                <a:avLst/>
                <a:gdLst/>
                <a:ahLst/>
                <a:cxnLst>
                  <a:cxn ang="0">
                    <a:pos x="32" y="20"/>
                  </a:cxn>
                  <a:cxn ang="0">
                    <a:pos x="16" y="40"/>
                  </a:cxn>
                  <a:cxn ang="0">
                    <a:pos x="0" y="20"/>
                  </a:cxn>
                  <a:cxn ang="0">
                    <a:pos x="16" y="0"/>
                  </a:cxn>
                  <a:cxn ang="0">
                    <a:pos x="32" y="20"/>
                  </a:cxn>
                </a:cxnLst>
                <a:rect l="0" t="0" r="r" b="b"/>
                <a:pathLst>
                  <a:path w="32" h="40">
                    <a:moveTo>
                      <a:pt x="32" y="20"/>
                    </a:moveTo>
                    <a:cubicBezTo>
                      <a:pt x="32" y="31"/>
                      <a:pt x="25" y="40"/>
                      <a:pt x="16" y="40"/>
                    </a:cubicBezTo>
                    <a:cubicBezTo>
                      <a:pt x="7" y="40"/>
                      <a:pt x="0" y="31"/>
                      <a:pt x="0" y="20"/>
                    </a:cubicBezTo>
                    <a:cubicBezTo>
                      <a:pt x="0" y="9"/>
                      <a:pt x="7" y="0"/>
                      <a:pt x="16" y="0"/>
                    </a:cubicBezTo>
                    <a:cubicBezTo>
                      <a:pt x="24" y="0"/>
                      <a:pt x="32" y="9"/>
                      <a:pt x="32" y="20"/>
                    </a:cubicBezTo>
                    <a:close/>
                  </a:path>
                </a:pathLst>
              </a:custGeom>
              <a:noFill/>
              <a:ln w="1270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45" name="Freeform 144"/>
              <p:cNvSpPr>
                <a:spLocks/>
              </p:cNvSpPr>
              <p:nvPr/>
            </p:nvSpPr>
            <p:spPr bwMode="auto">
              <a:xfrm>
                <a:off x="4138613" y="2928938"/>
                <a:ext cx="88900" cy="79375"/>
              </a:xfrm>
              <a:custGeom>
                <a:avLst/>
                <a:gdLst/>
                <a:ahLst/>
                <a:cxnLst>
                  <a:cxn ang="0">
                    <a:pos x="26" y="0"/>
                  </a:cxn>
                  <a:cxn ang="0">
                    <a:pos x="39" y="9"/>
                  </a:cxn>
                  <a:cxn ang="0">
                    <a:pos x="46" y="28"/>
                  </a:cxn>
                  <a:cxn ang="0">
                    <a:pos x="46" y="39"/>
                  </a:cxn>
                  <a:cxn ang="0">
                    <a:pos x="46" y="41"/>
                  </a:cxn>
                  <a:cxn ang="0">
                    <a:pos x="0" y="41"/>
                  </a:cxn>
                </a:cxnLst>
                <a:rect l="0" t="0" r="r" b="b"/>
                <a:pathLst>
                  <a:path w="46" h="41">
                    <a:moveTo>
                      <a:pt x="26" y="0"/>
                    </a:moveTo>
                    <a:cubicBezTo>
                      <a:pt x="31" y="2"/>
                      <a:pt x="36" y="6"/>
                      <a:pt x="39" y="9"/>
                    </a:cubicBezTo>
                    <a:cubicBezTo>
                      <a:pt x="43" y="15"/>
                      <a:pt x="46" y="21"/>
                      <a:pt x="46" y="28"/>
                    </a:cubicBezTo>
                    <a:cubicBezTo>
                      <a:pt x="46" y="39"/>
                      <a:pt x="46" y="39"/>
                      <a:pt x="46" y="39"/>
                    </a:cubicBezTo>
                    <a:cubicBezTo>
                      <a:pt x="46" y="41"/>
                      <a:pt x="46" y="41"/>
                      <a:pt x="46" y="41"/>
                    </a:cubicBezTo>
                    <a:cubicBezTo>
                      <a:pt x="0" y="41"/>
                      <a:pt x="0" y="41"/>
                      <a:pt x="0" y="41"/>
                    </a:cubicBezTo>
                  </a:path>
                </a:pathLst>
              </a:custGeom>
              <a:noFill/>
              <a:ln w="1270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46" name="Freeform 145"/>
              <p:cNvSpPr>
                <a:spLocks/>
              </p:cNvSpPr>
              <p:nvPr/>
            </p:nvSpPr>
            <p:spPr bwMode="auto">
              <a:xfrm>
                <a:off x="4116388" y="2932113"/>
                <a:ext cx="36513" cy="76200"/>
              </a:xfrm>
              <a:custGeom>
                <a:avLst/>
                <a:gdLst/>
                <a:ahLst/>
                <a:cxnLst>
                  <a:cxn ang="0">
                    <a:pos x="0" y="39"/>
                  </a:cxn>
                  <a:cxn ang="0">
                    <a:pos x="0" y="37"/>
                  </a:cxn>
                  <a:cxn ang="0">
                    <a:pos x="0" y="27"/>
                  </a:cxn>
                  <a:cxn ang="0">
                    <a:pos x="5" y="10"/>
                  </a:cxn>
                  <a:cxn ang="0">
                    <a:pos x="19" y="0"/>
                  </a:cxn>
                </a:cxnLst>
                <a:rect l="0" t="0" r="r" b="b"/>
                <a:pathLst>
                  <a:path w="19" h="39">
                    <a:moveTo>
                      <a:pt x="0" y="39"/>
                    </a:moveTo>
                    <a:cubicBezTo>
                      <a:pt x="0" y="37"/>
                      <a:pt x="0" y="37"/>
                      <a:pt x="0" y="37"/>
                    </a:cubicBezTo>
                    <a:cubicBezTo>
                      <a:pt x="0" y="27"/>
                      <a:pt x="0" y="27"/>
                      <a:pt x="0" y="27"/>
                    </a:cubicBezTo>
                    <a:cubicBezTo>
                      <a:pt x="0" y="20"/>
                      <a:pt x="2" y="15"/>
                      <a:pt x="5" y="10"/>
                    </a:cubicBezTo>
                    <a:cubicBezTo>
                      <a:pt x="8" y="6"/>
                      <a:pt x="14" y="1"/>
                      <a:pt x="19" y="0"/>
                    </a:cubicBezTo>
                  </a:path>
                </a:pathLst>
              </a:custGeom>
              <a:noFill/>
              <a:ln w="1270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47" name="Freeform 146"/>
              <p:cNvSpPr>
                <a:spLocks/>
              </p:cNvSpPr>
              <p:nvPr/>
            </p:nvSpPr>
            <p:spPr bwMode="auto">
              <a:xfrm>
                <a:off x="4141788" y="2859088"/>
                <a:ext cx="61913" cy="79375"/>
              </a:xfrm>
              <a:custGeom>
                <a:avLst/>
                <a:gdLst/>
                <a:ahLst/>
                <a:cxnLst>
                  <a:cxn ang="0">
                    <a:pos x="32" y="21"/>
                  </a:cxn>
                  <a:cxn ang="0">
                    <a:pos x="16" y="41"/>
                  </a:cxn>
                  <a:cxn ang="0">
                    <a:pos x="0" y="21"/>
                  </a:cxn>
                  <a:cxn ang="0">
                    <a:pos x="16" y="0"/>
                  </a:cxn>
                  <a:cxn ang="0">
                    <a:pos x="32" y="21"/>
                  </a:cxn>
                </a:cxnLst>
                <a:rect l="0" t="0" r="r" b="b"/>
                <a:pathLst>
                  <a:path w="32" h="41">
                    <a:moveTo>
                      <a:pt x="32" y="21"/>
                    </a:moveTo>
                    <a:cubicBezTo>
                      <a:pt x="32" y="32"/>
                      <a:pt x="25" y="41"/>
                      <a:pt x="16" y="41"/>
                    </a:cubicBezTo>
                    <a:cubicBezTo>
                      <a:pt x="8" y="41"/>
                      <a:pt x="0" y="32"/>
                      <a:pt x="0" y="21"/>
                    </a:cubicBezTo>
                    <a:cubicBezTo>
                      <a:pt x="0" y="9"/>
                      <a:pt x="7" y="0"/>
                      <a:pt x="16" y="0"/>
                    </a:cubicBezTo>
                    <a:cubicBezTo>
                      <a:pt x="25" y="0"/>
                      <a:pt x="32" y="9"/>
                      <a:pt x="32" y="21"/>
                    </a:cubicBezTo>
                    <a:close/>
                  </a:path>
                </a:pathLst>
              </a:custGeom>
              <a:noFill/>
              <a:ln w="1270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48" name="Freeform 147"/>
              <p:cNvSpPr>
                <a:spLocks/>
              </p:cNvSpPr>
              <p:nvPr/>
            </p:nvSpPr>
            <p:spPr bwMode="auto">
              <a:xfrm>
                <a:off x="4021138" y="3028950"/>
                <a:ext cx="88900" cy="74613"/>
              </a:xfrm>
              <a:custGeom>
                <a:avLst/>
                <a:gdLst/>
                <a:ahLst/>
                <a:cxnLst>
                  <a:cxn ang="0">
                    <a:pos x="27" y="0"/>
                  </a:cxn>
                  <a:cxn ang="0">
                    <a:pos x="39" y="8"/>
                  </a:cxn>
                  <a:cxn ang="0">
                    <a:pos x="46" y="27"/>
                  </a:cxn>
                  <a:cxn ang="0">
                    <a:pos x="46" y="37"/>
                  </a:cxn>
                  <a:cxn ang="0">
                    <a:pos x="46" y="38"/>
                  </a:cxn>
                  <a:cxn ang="0">
                    <a:pos x="0" y="38"/>
                  </a:cxn>
                </a:cxnLst>
                <a:rect l="0" t="0" r="r" b="b"/>
                <a:pathLst>
                  <a:path w="46" h="38">
                    <a:moveTo>
                      <a:pt x="27" y="0"/>
                    </a:moveTo>
                    <a:cubicBezTo>
                      <a:pt x="31" y="2"/>
                      <a:pt x="36" y="5"/>
                      <a:pt x="39" y="8"/>
                    </a:cubicBezTo>
                    <a:cubicBezTo>
                      <a:pt x="43" y="13"/>
                      <a:pt x="46" y="20"/>
                      <a:pt x="46" y="27"/>
                    </a:cubicBezTo>
                    <a:cubicBezTo>
                      <a:pt x="46" y="37"/>
                      <a:pt x="46" y="37"/>
                      <a:pt x="46" y="37"/>
                    </a:cubicBezTo>
                    <a:cubicBezTo>
                      <a:pt x="46" y="38"/>
                      <a:pt x="46" y="38"/>
                      <a:pt x="46" y="38"/>
                    </a:cubicBezTo>
                    <a:cubicBezTo>
                      <a:pt x="0" y="38"/>
                      <a:pt x="0" y="38"/>
                      <a:pt x="0" y="38"/>
                    </a:cubicBezTo>
                  </a:path>
                </a:pathLst>
              </a:custGeom>
              <a:noFill/>
              <a:ln w="1270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49" name="Freeform 148"/>
              <p:cNvSpPr>
                <a:spLocks/>
              </p:cNvSpPr>
              <p:nvPr/>
            </p:nvSpPr>
            <p:spPr bwMode="auto">
              <a:xfrm>
                <a:off x="3997326" y="3028950"/>
                <a:ext cx="36513" cy="74613"/>
              </a:xfrm>
              <a:custGeom>
                <a:avLst/>
                <a:gdLst/>
                <a:ahLst/>
                <a:cxnLst>
                  <a:cxn ang="0">
                    <a:pos x="0" y="38"/>
                  </a:cxn>
                  <a:cxn ang="0">
                    <a:pos x="0" y="37"/>
                  </a:cxn>
                  <a:cxn ang="0">
                    <a:pos x="0" y="27"/>
                  </a:cxn>
                  <a:cxn ang="0">
                    <a:pos x="5" y="10"/>
                  </a:cxn>
                  <a:cxn ang="0">
                    <a:pos x="19" y="0"/>
                  </a:cxn>
                </a:cxnLst>
                <a:rect l="0" t="0" r="r" b="b"/>
                <a:pathLst>
                  <a:path w="19" h="38">
                    <a:moveTo>
                      <a:pt x="0" y="38"/>
                    </a:moveTo>
                    <a:cubicBezTo>
                      <a:pt x="0" y="37"/>
                      <a:pt x="0" y="37"/>
                      <a:pt x="0" y="37"/>
                    </a:cubicBezTo>
                    <a:cubicBezTo>
                      <a:pt x="0" y="27"/>
                      <a:pt x="0" y="27"/>
                      <a:pt x="0" y="27"/>
                    </a:cubicBezTo>
                    <a:cubicBezTo>
                      <a:pt x="0" y="20"/>
                      <a:pt x="2" y="15"/>
                      <a:pt x="5" y="10"/>
                    </a:cubicBezTo>
                    <a:cubicBezTo>
                      <a:pt x="8" y="6"/>
                      <a:pt x="14" y="1"/>
                      <a:pt x="19" y="0"/>
                    </a:cubicBezTo>
                  </a:path>
                </a:pathLst>
              </a:custGeom>
              <a:noFill/>
              <a:ln w="1270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50" name="Freeform 149"/>
              <p:cNvSpPr>
                <a:spLocks/>
              </p:cNvSpPr>
              <p:nvPr/>
            </p:nvSpPr>
            <p:spPr bwMode="auto">
              <a:xfrm>
                <a:off x="4022726" y="2960688"/>
                <a:ext cx="60325" cy="73025"/>
              </a:xfrm>
              <a:custGeom>
                <a:avLst/>
                <a:gdLst/>
                <a:ahLst/>
                <a:cxnLst>
                  <a:cxn ang="0">
                    <a:pos x="31" y="19"/>
                  </a:cxn>
                  <a:cxn ang="0">
                    <a:pos x="16" y="38"/>
                  </a:cxn>
                  <a:cxn ang="0">
                    <a:pos x="0" y="19"/>
                  </a:cxn>
                  <a:cxn ang="0">
                    <a:pos x="16" y="0"/>
                  </a:cxn>
                  <a:cxn ang="0">
                    <a:pos x="31" y="19"/>
                  </a:cxn>
                </a:cxnLst>
                <a:rect l="0" t="0" r="r" b="b"/>
                <a:pathLst>
                  <a:path w="31" h="38">
                    <a:moveTo>
                      <a:pt x="31" y="19"/>
                    </a:moveTo>
                    <a:cubicBezTo>
                      <a:pt x="31" y="30"/>
                      <a:pt x="24" y="38"/>
                      <a:pt x="16" y="38"/>
                    </a:cubicBezTo>
                    <a:cubicBezTo>
                      <a:pt x="8" y="38"/>
                      <a:pt x="0" y="30"/>
                      <a:pt x="0" y="19"/>
                    </a:cubicBezTo>
                    <a:cubicBezTo>
                      <a:pt x="0" y="8"/>
                      <a:pt x="7" y="0"/>
                      <a:pt x="16" y="0"/>
                    </a:cubicBezTo>
                    <a:cubicBezTo>
                      <a:pt x="24" y="0"/>
                      <a:pt x="31" y="8"/>
                      <a:pt x="31" y="19"/>
                    </a:cubicBezTo>
                    <a:close/>
                  </a:path>
                </a:pathLst>
              </a:custGeom>
              <a:noFill/>
              <a:ln w="1270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51" name="Freeform 150"/>
              <p:cNvSpPr>
                <a:spLocks/>
              </p:cNvSpPr>
              <p:nvPr/>
            </p:nvSpPr>
            <p:spPr bwMode="auto">
              <a:xfrm>
                <a:off x="3871913" y="3032125"/>
                <a:ext cx="87313" cy="76200"/>
              </a:xfrm>
              <a:custGeom>
                <a:avLst/>
                <a:gdLst/>
                <a:ahLst/>
                <a:cxnLst>
                  <a:cxn ang="0">
                    <a:pos x="26" y="0"/>
                  </a:cxn>
                  <a:cxn ang="0">
                    <a:pos x="39" y="9"/>
                  </a:cxn>
                  <a:cxn ang="0">
                    <a:pos x="45" y="28"/>
                  </a:cxn>
                  <a:cxn ang="0">
                    <a:pos x="45" y="39"/>
                  </a:cxn>
                  <a:cxn ang="0">
                    <a:pos x="45" y="40"/>
                  </a:cxn>
                  <a:cxn ang="0">
                    <a:pos x="0" y="40"/>
                  </a:cxn>
                </a:cxnLst>
                <a:rect l="0" t="0" r="r" b="b"/>
                <a:pathLst>
                  <a:path w="45" h="40">
                    <a:moveTo>
                      <a:pt x="26" y="0"/>
                    </a:moveTo>
                    <a:cubicBezTo>
                      <a:pt x="31" y="2"/>
                      <a:pt x="35" y="5"/>
                      <a:pt x="39" y="9"/>
                    </a:cubicBezTo>
                    <a:cubicBezTo>
                      <a:pt x="43" y="14"/>
                      <a:pt x="45" y="21"/>
                      <a:pt x="45" y="28"/>
                    </a:cubicBezTo>
                    <a:cubicBezTo>
                      <a:pt x="45" y="39"/>
                      <a:pt x="45" y="39"/>
                      <a:pt x="45" y="39"/>
                    </a:cubicBezTo>
                    <a:cubicBezTo>
                      <a:pt x="45" y="40"/>
                      <a:pt x="45" y="40"/>
                      <a:pt x="45" y="40"/>
                    </a:cubicBezTo>
                    <a:cubicBezTo>
                      <a:pt x="0" y="40"/>
                      <a:pt x="0" y="40"/>
                      <a:pt x="0" y="40"/>
                    </a:cubicBezTo>
                  </a:path>
                </a:pathLst>
              </a:custGeom>
              <a:noFill/>
              <a:ln w="1270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52" name="Freeform 151"/>
              <p:cNvSpPr>
                <a:spLocks/>
              </p:cNvSpPr>
              <p:nvPr/>
            </p:nvSpPr>
            <p:spPr bwMode="auto">
              <a:xfrm>
                <a:off x="3846513" y="3032125"/>
                <a:ext cx="36513" cy="76200"/>
              </a:xfrm>
              <a:custGeom>
                <a:avLst/>
                <a:gdLst/>
                <a:ahLst/>
                <a:cxnLst>
                  <a:cxn ang="0">
                    <a:pos x="0" y="40"/>
                  </a:cxn>
                  <a:cxn ang="0">
                    <a:pos x="0" y="38"/>
                  </a:cxn>
                  <a:cxn ang="0">
                    <a:pos x="0" y="28"/>
                  </a:cxn>
                  <a:cxn ang="0">
                    <a:pos x="6" y="10"/>
                  </a:cxn>
                  <a:cxn ang="0">
                    <a:pos x="19" y="0"/>
                  </a:cxn>
                </a:cxnLst>
                <a:rect l="0" t="0" r="r" b="b"/>
                <a:pathLst>
                  <a:path w="19" h="40">
                    <a:moveTo>
                      <a:pt x="0" y="40"/>
                    </a:moveTo>
                    <a:cubicBezTo>
                      <a:pt x="0" y="38"/>
                      <a:pt x="0" y="38"/>
                      <a:pt x="0" y="38"/>
                    </a:cubicBezTo>
                    <a:cubicBezTo>
                      <a:pt x="0" y="28"/>
                      <a:pt x="0" y="28"/>
                      <a:pt x="0" y="28"/>
                    </a:cubicBezTo>
                    <a:cubicBezTo>
                      <a:pt x="0" y="21"/>
                      <a:pt x="2" y="15"/>
                      <a:pt x="6" y="10"/>
                    </a:cubicBezTo>
                    <a:cubicBezTo>
                      <a:pt x="9" y="6"/>
                      <a:pt x="15" y="2"/>
                      <a:pt x="19" y="0"/>
                    </a:cubicBezTo>
                  </a:path>
                </a:pathLst>
              </a:custGeom>
              <a:noFill/>
              <a:ln w="1270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53" name="Freeform 152"/>
              <p:cNvSpPr>
                <a:spLocks/>
              </p:cNvSpPr>
              <p:nvPr/>
            </p:nvSpPr>
            <p:spPr bwMode="auto">
              <a:xfrm>
                <a:off x="3873501" y="2962275"/>
                <a:ext cx="61913" cy="77788"/>
              </a:xfrm>
              <a:custGeom>
                <a:avLst/>
                <a:gdLst/>
                <a:ahLst/>
                <a:cxnLst>
                  <a:cxn ang="0">
                    <a:pos x="32" y="20"/>
                  </a:cxn>
                  <a:cxn ang="0">
                    <a:pos x="16" y="40"/>
                  </a:cxn>
                  <a:cxn ang="0">
                    <a:pos x="0" y="20"/>
                  </a:cxn>
                  <a:cxn ang="0">
                    <a:pos x="16" y="0"/>
                  </a:cxn>
                  <a:cxn ang="0">
                    <a:pos x="32" y="20"/>
                  </a:cxn>
                </a:cxnLst>
                <a:rect l="0" t="0" r="r" b="b"/>
                <a:pathLst>
                  <a:path w="32" h="40">
                    <a:moveTo>
                      <a:pt x="32" y="20"/>
                    </a:moveTo>
                    <a:cubicBezTo>
                      <a:pt x="32" y="31"/>
                      <a:pt x="25" y="40"/>
                      <a:pt x="16" y="40"/>
                    </a:cubicBezTo>
                    <a:cubicBezTo>
                      <a:pt x="7" y="40"/>
                      <a:pt x="0" y="31"/>
                      <a:pt x="0" y="20"/>
                    </a:cubicBezTo>
                    <a:cubicBezTo>
                      <a:pt x="0" y="9"/>
                      <a:pt x="7" y="0"/>
                      <a:pt x="16" y="0"/>
                    </a:cubicBezTo>
                    <a:cubicBezTo>
                      <a:pt x="24" y="0"/>
                      <a:pt x="32" y="9"/>
                      <a:pt x="32" y="20"/>
                    </a:cubicBezTo>
                    <a:close/>
                  </a:path>
                </a:pathLst>
              </a:custGeom>
              <a:noFill/>
              <a:ln w="1270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54" name="Freeform 153"/>
              <p:cNvSpPr>
                <a:spLocks/>
              </p:cNvSpPr>
              <p:nvPr/>
            </p:nvSpPr>
            <p:spPr bwMode="auto">
              <a:xfrm>
                <a:off x="4048126" y="2759075"/>
                <a:ext cx="114300" cy="69850"/>
              </a:xfrm>
              <a:custGeom>
                <a:avLst/>
                <a:gdLst/>
                <a:ahLst/>
                <a:cxnLst>
                  <a:cxn ang="0">
                    <a:pos x="59" y="36"/>
                  </a:cxn>
                  <a:cxn ang="0">
                    <a:pos x="0" y="7"/>
                  </a:cxn>
                </a:cxnLst>
                <a:rect l="0" t="0" r="r" b="b"/>
                <a:pathLst>
                  <a:path w="59" h="36">
                    <a:moveTo>
                      <a:pt x="59" y="36"/>
                    </a:moveTo>
                    <a:cubicBezTo>
                      <a:pt x="59" y="36"/>
                      <a:pt x="42" y="0"/>
                      <a:pt x="0" y="7"/>
                    </a:cubicBezTo>
                  </a:path>
                </a:pathLst>
              </a:custGeom>
              <a:noFill/>
              <a:ln w="1270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55" name="Freeform 154"/>
              <p:cNvSpPr>
                <a:spLocks/>
              </p:cNvSpPr>
              <p:nvPr/>
            </p:nvSpPr>
            <p:spPr bwMode="auto">
              <a:xfrm>
                <a:off x="4151313" y="2816225"/>
                <a:ext cx="22225" cy="30163"/>
              </a:xfrm>
              <a:custGeom>
                <a:avLst/>
                <a:gdLst/>
                <a:ahLst/>
                <a:cxnLst>
                  <a:cxn ang="0">
                    <a:pos x="0" y="9"/>
                  </a:cxn>
                  <a:cxn ang="0">
                    <a:pos x="13" y="19"/>
                  </a:cxn>
                  <a:cxn ang="0">
                    <a:pos x="14" y="0"/>
                  </a:cxn>
                  <a:cxn ang="0">
                    <a:pos x="0" y="9"/>
                  </a:cxn>
                  <a:cxn ang="0">
                    <a:pos x="0" y="9"/>
                  </a:cxn>
                  <a:cxn ang="0">
                    <a:pos x="0" y="9"/>
                  </a:cxn>
                </a:cxnLst>
                <a:rect l="0" t="0" r="r" b="b"/>
                <a:pathLst>
                  <a:path w="14" h="19">
                    <a:moveTo>
                      <a:pt x="0" y="9"/>
                    </a:moveTo>
                    <a:lnTo>
                      <a:pt x="13" y="19"/>
                    </a:lnTo>
                    <a:lnTo>
                      <a:pt x="14" y="0"/>
                    </a:lnTo>
                    <a:lnTo>
                      <a:pt x="0" y="9"/>
                    </a:lnTo>
                    <a:lnTo>
                      <a:pt x="0" y="9"/>
                    </a:lnTo>
                    <a:lnTo>
                      <a:pt x="0" y="9"/>
                    </a:lnTo>
                    <a:close/>
                  </a:path>
                </a:pathLst>
              </a:custGeom>
              <a:noFill/>
              <a:ln w="1270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56" name="Freeform 155"/>
              <p:cNvSpPr>
                <a:spLocks/>
              </p:cNvSpPr>
              <p:nvPr/>
            </p:nvSpPr>
            <p:spPr bwMode="auto">
              <a:xfrm>
                <a:off x="4151313" y="2816225"/>
                <a:ext cx="22225" cy="30163"/>
              </a:xfrm>
              <a:custGeom>
                <a:avLst/>
                <a:gdLst/>
                <a:ahLst/>
                <a:cxnLst>
                  <a:cxn ang="0">
                    <a:pos x="0" y="9"/>
                  </a:cxn>
                  <a:cxn ang="0">
                    <a:pos x="13" y="19"/>
                  </a:cxn>
                  <a:cxn ang="0">
                    <a:pos x="14" y="0"/>
                  </a:cxn>
                  <a:cxn ang="0">
                    <a:pos x="0" y="9"/>
                  </a:cxn>
                  <a:cxn ang="0">
                    <a:pos x="0" y="9"/>
                  </a:cxn>
                  <a:cxn ang="0">
                    <a:pos x="0" y="9"/>
                  </a:cxn>
                </a:cxnLst>
                <a:rect l="0" t="0" r="r" b="b"/>
                <a:pathLst>
                  <a:path w="14" h="19">
                    <a:moveTo>
                      <a:pt x="0" y="9"/>
                    </a:moveTo>
                    <a:lnTo>
                      <a:pt x="13" y="19"/>
                    </a:lnTo>
                    <a:lnTo>
                      <a:pt x="14" y="0"/>
                    </a:lnTo>
                    <a:lnTo>
                      <a:pt x="0" y="9"/>
                    </a:lnTo>
                    <a:lnTo>
                      <a:pt x="0" y="9"/>
                    </a:lnTo>
                    <a:lnTo>
                      <a:pt x="0" y="9"/>
                    </a:lnTo>
                    <a:close/>
                  </a:path>
                </a:pathLst>
              </a:custGeom>
              <a:noFill/>
              <a:ln w="1270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57" name="Freeform 156"/>
              <p:cNvSpPr>
                <a:spLocks/>
              </p:cNvSpPr>
              <p:nvPr/>
            </p:nvSpPr>
            <p:spPr bwMode="auto">
              <a:xfrm>
                <a:off x="4027488" y="2759075"/>
                <a:ext cx="28575" cy="28575"/>
              </a:xfrm>
              <a:custGeom>
                <a:avLst/>
                <a:gdLst/>
                <a:ahLst/>
                <a:cxnLst>
                  <a:cxn ang="0">
                    <a:pos x="18" y="18"/>
                  </a:cxn>
                  <a:cxn ang="0">
                    <a:pos x="0" y="11"/>
                  </a:cxn>
                  <a:cxn ang="0">
                    <a:pos x="14" y="0"/>
                  </a:cxn>
                  <a:cxn ang="0">
                    <a:pos x="18" y="18"/>
                  </a:cxn>
                  <a:cxn ang="0">
                    <a:pos x="18" y="18"/>
                  </a:cxn>
                  <a:cxn ang="0">
                    <a:pos x="18" y="18"/>
                  </a:cxn>
                </a:cxnLst>
                <a:rect l="0" t="0" r="r" b="b"/>
                <a:pathLst>
                  <a:path w="18" h="18">
                    <a:moveTo>
                      <a:pt x="18" y="18"/>
                    </a:moveTo>
                    <a:lnTo>
                      <a:pt x="0" y="11"/>
                    </a:lnTo>
                    <a:lnTo>
                      <a:pt x="14" y="0"/>
                    </a:lnTo>
                    <a:lnTo>
                      <a:pt x="18" y="18"/>
                    </a:lnTo>
                    <a:lnTo>
                      <a:pt x="18" y="18"/>
                    </a:lnTo>
                    <a:lnTo>
                      <a:pt x="18" y="18"/>
                    </a:lnTo>
                    <a:close/>
                  </a:path>
                </a:pathLst>
              </a:custGeom>
              <a:noFill/>
              <a:ln w="1270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58" name="Freeform 157"/>
              <p:cNvSpPr>
                <a:spLocks/>
              </p:cNvSpPr>
              <p:nvPr/>
            </p:nvSpPr>
            <p:spPr bwMode="auto">
              <a:xfrm>
                <a:off x="4027488" y="2759075"/>
                <a:ext cx="28575" cy="28575"/>
              </a:xfrm>
              <a:custGeom>
                <a:avLst/>
                <a:gdLst/>
                <a:ahLst/>
                <a:cxnLst>
                  <a:cxn ang="0">
                    <a:pos x="18" y="18"/>
                  </a:cxn>
                  <a:cxn ang="0">
                    <a:pos x="0" y="11"/>
                  </a:cxn>
                  <a:cxn ang="0">
                    <a:pos x="14" y="0"/>
                  </a:cxn>
                  <a:cxn ang="0">
                    <a:pos x="18" y="18"/>
                  </a:cxn>
                  <a:cxn ang="0">
                    <a:pos x="18" y="18"/>
                  </a:cxn>
                  <a:cxn ang="0">
                    <a:pos x="18" y="18"/>
                  </a:cxn>
                </a:cxnLst>
                <a:rect l="0" t="0" r="r" b="b"/>
                <a:pathLst>
                  <a:path w="18" h="18">
                    <a:moveTo>
                      <a:pt x="18" y="18"/>
                    </a:moveTo>
                    <a:lnTo>
                      <a:pt x="0" y="11"/>
                    </a:lnTo>
                    <a:lnTo>
                      <a:pt x="14" y="0"/>
                    </a:lnTo>
                    <a:lnTo>
                      <a:pt x="18" y="18"/>
                    </a:lnTo>
                    <a:lnTo>
                      <a:pt x="18" y="18"/>
                    </a:lnTo>
                    <a:lnTo>
                      <a:pt x="18" y="18"/>
                    </a:lnTo>
                    <a:close/>
                  </a:path>
                </a:pathLst>
              </a:custGeom>
              <a:noFill/>
              <a:ln w="1270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59" name="Freeform 158"/>
              <p:cNvSpPr>
                <a:spLocks/>
              </p:cNvSpPr>
              <p:nvPr/>
            </p:nvSpPr>
            <p:spPr bwMode="auto">
              <a:xfrm>
                <a:off x="3843338" y="2857500"/>
                <a:ext cx="61913" cy="63500"/>
              </a:xfrm>
              <a:custGeom>
                <a:avLst/>
                <a:gdLst/>
                <a:ahLst/>
                <a:cxnLst>
                  <a:cxn ang="0">
                    <a:pos x="0" y="5"/>
                  </a:cxn>
                  <a:cxn ang="0">
                    <a:pos x="31" y="33"/>
                  </a:cxn>
                </a:cxnLst>
                <a:rect l="0" t="0" r="r" b="b"/>
                <a:pathLst>
                  <a:path w="32" h="33">
                    <a:moveTo>
                      <a:pt x="0" y="5"/>
                    </a:moveTo>
                    <a:cubicBezTo>
                      <a:pt x="0" y="5"/>
                      <a:pt x="32" y="0"/>
                      <a:pt x="31" y="33"/>
                    </a:cubicBezTo>
                  </a:path>
                </a:pathLst>
              </a:custGeom>
              <a:noFill/>
              <a:ln w="1270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60" name="Freeform 159"/>
              <p:cNvSpPr>
                <a:spLocks/>
              </p:cNvSpPr>
              <p:nvPr/>
            </p:nvSpPr>
            <p:spPr bwMode="auto">
              <a:xfrm>
                <a:off x="3822701" y="2852738"/>
                <a:ext cx="26988" cy="26988"/>
              </a:xfrm>
              <a:custGeom>
                <a:avLst/>
                <a:gdLst/>
                <a:ahLst/>
                <a:cxnLst>
                  <a:cxn ang="0">
                    <a:pos x="14" y="0"/>
                  </a:cxn>
                  <a:cxn ang="0">
                    <a:pos x="0" y="11"/>
                  </a:cxn>
                  <a:cxn ang="0">
                    <a:pos x="17" y="17"/>
                  </a:cxn>
                  <a:cxn ang="0">
                    <a:pos x="14" y="0"/>
                  </a:cxn>
                  <a:cxn ang="0">
                    <a:pos x="14" y="0"/>
                  </a:cxn>
                  <a:cxn ang="0">
                    <a:pos x="14" y="0"/>
                  </a:cxn>
                </a:cxnLst>
                <a:rect l="0" t="0" r="r" b="b"/>
                <a:pathLst>
                  <a:path w="17" h="17">
                    <a:moveTo>
                      <a:pt x="14" y="0"/>
                    </a:moveTo>
                    <a:lnTo>
                      <a:pt x="0" y="11"/>
                    </a:lnTo>
                    <a:lnTo>
                      <a:pt x="17" y="17"/>
                    </a:lnTo>
                    <a:lnTo>
                      <a:pt x="14" y="0"/>
                    </a:lnTo>
                    <a:lnTo>
                      <a:pt x="14" y="0"/>
                    </a:lnTo>
                    <a:lnTo>
                      <a:pt x="14" y="0"/>
                    </a:lnTo>
                    <a:close/>
                  </a:path>
                </a:pathLst>
              </a:custGeom>
              <a:noFill/>
              <a:ln w="1270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61" name="Freeform 160"/>
              <p:cNvSpPr>
                <a:spLocks/>
              </p:cNvSpPr>
              <p:nvPr/>
            </p:nvSpPr>
            <p:spPr bwMode="auto">
              <a:xfrm>
                <a:off x="3822701" y="2852738"/>
                <a:ext cx="26988" cy="26988"/>
              </a:xfrm>
              <a:custGeom>
                <a:avLst/>
                <a:gdLst/>
                <a:ahLst/>
                <a:cxnLst>
                  <a:cxn ang="0">
                    <a:pos x="14" y="0"/>
                  </a:cxn>
                  <a:cxn ang="0">
                    <a:pos x="0" y="11"/>
                  </a:cxn>
                  <a:cxn ang="0">
                    <a:pos x="17" y="17"/>
                  </a:cxn>
                  <a:cxn ang="0">
                    <a:pos x="14" y="0"/>
                  </a:cxn>
                  <a:cxn ang="0">
                    <a:pos x="14" y="0"/>
                  </a:cxn>
                  <a:cxn ang="0">
                    <a:pos x="14" y="0"/>
                  </a:cxn>
                </a:cxnLst>
                <a:rect l="0" t="0" r="r" b="b"/>
                <a:pathLst>
                  <a:path w="17" h="17">
                    <a:moveTo>
                      <a:pt x="14" y="0"/>
                    </a:moveTo>
                    <a:lnTo>
                      <a:pt x="0" y="11"/>
                    </a:lnTo>
                    <a:lnTo>
                      <a:pt x="17" y="17"/>
                    </a:lnTo>
                    <a:lnTo>
                      <a:pt x="14" y="0"/>
                    </a:lnTo>
                    <a:lnTo>
                      <a:pt x="14" y="0"/>
                    </a:lnTo>
                    <a:lnTo>
                      <a:pt x="14" y="0"/>
                    </a:lnTo>
                    <a:close/>
                  </a:path>
                </a:pathLst>
              </a:custGeom>
              <a:noFill/>
              <a:ln w="1270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62" name="Freeform 161"/>
              <p:cNvSpPr>
                <a:spLocks/>
              </p:cNvSpPr>
              <p:nvPr/>
            </p:nvSpPr>
            <p:spPr bwMode="auto">
              <a:xfrm>
                <a:off x="3889376" y="2917825"/>
                <a:ext cx="26988" cy="22225"/>
              </a:xfrm>
              <a:custGeom>
                <a:avLst/>
                <a:gdLst/>
                <a:ahLst/>
                <a:cxnLst>
                  <a:cxn ang="0">
                    <a:pos x="17" y="0"/>
                  </a:cxn>
                  <a:cxn ang="0">
                    <a:pos x="8" y="14"/>
                  </a:cxn>
                  <a:cxn ang="0">
                    <a:pos x="0" y="0"/>
                  </a:cxn>
                  <a:cxn ang="0">
                    <a:pos x="17" y="0"/>
                  </a:cxn>
                  <a:cxn ang="0">
                    <a:pos x="17" y="0"/>
                  </a:cxn>
                  <a:cxn ang="0">
                    <a:pos x="17" y="0"/>
                  </a:cxn>
                </a:cxnLst>
                <a:rect l="0" t="0" r="r" b="b"/>
                <a:pathLst>
                  <a:path w="17" h="14">
                    <a:moveTo>
                      <a:pt x="17" y="0"/>
                    </a:moveTo>
                    <a:lnTo>
                      <a:pt x="8" y="14"/>
                    </a:lnTo>
                    <a:lnTo>
                      <a:pt x="0" y="0"/>
                    </a:lnTo>
                    <a:lnTo>
                      <a:pt x="17" y="0"/>
                    </a:lnTo>
                    <a:lnTo>
                      <a:pt x="17" y="0"/>
                    </a:lnTo>
                    <a:lnTo>
                      <a:pt x="17" y="0"/>
                    </a:lnTo>
                    <a:close/>
                  </a:path>
                </a:pathLst>
              </a:custGeom>
              <a:noFill/>
              <a:ln w="1270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63" name="Freeform 162"/>
              <p:cNvSpPr>
                <a:spLocks/>
              </p:cNvSpPr>
              <p:nvPr/>
            </p:nvSpPr>
            <p:spPr bwMode="auto">
              <a:xfrm>
                <a:off x="3889376" y="2917825"/>
                <a:ext cx="26988" cy="22225"/>
              </a:xfrm>
              <a:custGeom>
                <a:avLst/>
                <a:gdLst/>
                <a:ahLst/>
                <a:cxnLst>
                  <a:cxn ang="0">
                    <a:pos x="17" y="0"/>
                  </a:cxn>
                  <a:cxn ang="0">
                    <a:pos x="8" y="14"/>
                  </a:cxn>
                  <a:cxn ang="0">
                    <a:pos x="0" y="0"/>
                  </a:cxn>
                  <a:cxn ang="0">
                    <a:pos x="17" y="0"/>
                  </a:cxn>
                  <a:cxn ang="0">
                    <a:pos x="17" y="0"/>
                  </a:cxn>
                  <a:cxn ang="0">
                    <a:pos x="17" y="0"/>
                  </a:cxn>
                </a:cxnLst>
                <a:rect l="0" t="0" r="r" b="b"/>
                <a:pathLst>
                  <a:path w="17" h="14">
                    <a:moveTo>
                      <a:pt x="17" y="0"/>
                    </a:moveTo>
                    <a:lnTo>
                      <a:pt x="8" y="14"/>
                    </a:lnTo>
                    <a:lnTo>
                      <a:pt x="0" y="0"/>
                    </a:lnTo>
                    <a:lnTo>
                      <a:pt x="17" y="0"/>
                    </a:lnTo>
                    <a:lnTo>
                      <a:pt x="17" y="0"/>
                    </a:lnTo>
                    <a:lnTo>
                      <a:pt x="17" y="0"/>
                    </a:lnTo>
                    <a:close/>
                  </a:path>
                </a:pathLst>
              </a:custGeom>
              <a:noFill/>
              <a:ln w="12700" cap="rnd">
                <a:solidFill>
                  <a:schemeClr val="accent1"/>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grpSp>
        <p:grpSp>
          <p:nvGrpSpPr>
            <p:cNvPr id="21" name="Groupe 664"/>
            <p:cNvGrpSpPr/>
            <p:nvPr/>
          </p:nvGrpSpPr>
          <p:grpSpPr>
            <a:xfrm>
              <a:off x="4816412" y="3589054"/>
              <a:ext cx="551667" cy="403085"/>
              <a:chOff x="3729038" y="2759075"/>
              <a:chExt cx="498475" cy="349250"/>
            </a:xfrm>
          </p:grpSpPr>
          <p:sp>
            <p:nvSpPr>
              <p:cNvPr id="165" name="Freeform 164"/>
              <p:cNvSpPr>
                <a:spLocks/>
              </p:cNvSpPr>
              <p:nvPr/>
            </p:nvSpPr>
            <p:spPr bwMode="auto">
              <a:xfrm>
                <a:off x="3795713" y="2759075"/>
                <a:ext cx="119063" cy="69850"/>
              </a:xfrm>
              <a:custGeom>
                <a:avLst/>
                <a:gdLst/>
                <a:ahLst/>
                <a:cxnLst>
                  <a:cxn ang="0">
                    <a:pos x="0" y="36"/>
                  </a:cxn>
                  <a:cxn ang="0">
                    <a:pos x="61" y="7"/>
                  </a:cxn>
                </a:cxnLst>
                <a:rect l="0" t="0" r="r" b="b"/>
                <a:pathLst>
                  <a:path w="61" h="36">
                    <a:moveTo>
                      <a:pt x="0" y="36"/>
                    </a:moveTo>
                    <a:cubicBezTo>
                      <a:pt x="0" y="36"/>
                      <a:pt x="18" y="0"/>
                      <a:pt x="61" y="7"/>
                    </a:cubicBezTo>
                  </a:path>
                </a:pathLst>
              </a:custGeom>
              <a:noFill/>
              <a:ln w="12700" cap="rnd">
                <a:solidFill>
                  <a:schemeClr val="accent3"/>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66" name="Freeform 165"/>
              <p:cNvSpPr>
                <a:spLocks/>
              </p:cNvSpPr>
              <p:nvPr/>
            </p:nvSpPr>
            <p:spPr bwMode="auto">
              <a:xfrm>
                <a:off x="3784601" y="2816225"/>
                <a:ext cx="26988" cy="30163"/>
              </a:xfrm>
              <a:custGeom>
                <a:avLst/>
                <a:gdLst/>
                <a:ahLst/>
                <a:cxnLst>
                  <a:cxn ang="0">
                    <a:pos x="17" y="9"/>
                  </a:cxn>
                  <a:cxn ang="0">
                    <a:pos x="1" y="19"/>
                  </a:cxn>
                  <a:cxn ang="0">
                    <a:pos x="0" y="0"/>
                  </a:cxn>
                  <a:cxn ang="0">
                    <a:pos x="17" y="9"/>
                  </a:cxn>
                  <a:cxn ang="0">
                    <a:pos x="17" y="9"/>
                  </a:cxn>
                  <a:cxn ang="0">
                    <a:pos x="17" y="9"/>
                  </a:cxn>
                </a:cxnLst>
                <a:rect l="0" t="0" r="r" b="b"/>
                <a:pathLst>
                  <a:path w="17" h="19">
                    <a:moveTo>
                      <a:pt x="17" y="9"/>
                    </a:moveTo>
                    <a:lnTo>
                      <a:pt x="1" y="19"/>
                    </a:lnTo>
                    <a:lnTo>
                      <a:pt x="0" y="0"/>
                    </a:lnTo>
                    <a:lnTo>
                      <a:pt x="17" y="9"/>
                    </a:lnTo>
                    <a:lnTo>
                      <a:pt x="17" y="9"/>
                    </a:lnTo>
                    <a:lnTo>
                      <a:pt x="17" y="9"/>
                    </a:lnTo>
                    <a:close/>
                  </a:path>
                </a:pathLst>
              </a:custGeom>
              <a:noFill/>
              <a:ln w="12700" cap="rnd">
                <a:solidFill>
                  <a:schemeClr val="accent3"/>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67" name="Freeform 166"/>
              <p:cNvSpPr>
                <a:spLocks/>
              </p:cNvSpPr>
              <p:nvPr/>
            </p:nvSpPr>
            <p:spPr bwMode="auto">
              <a:xfrm>
                <a:off x="3784601" y="2816225"/>
                <a:ext cx="26988" cy="30163"/>
              </a:xfrm>
              <a:custGeom>
                <a:avLst/>
                <a:gdLst/>
                <a:ahLst/>
                <a:cxnLst>
                  <a:cxn ang="0">
                    <a:pos x="17" y="9"/>
                  </a:cxn>
                  <a:cxn ang="0">
                    <a:pos x="1" y="19"/>
                  </a:cxn>
                  <a:cxn ang="0">
                    <a:pos x="0" y="0"/>
                  </a:cxn>
                  <a:cxn ang="0">
                    <a:pos x="17" y="9"/>
                  </a:cxn>
                  <a:cxn ang="0">
                    <a:pos x="17" y="9"/>
                  </a:cxn>
                  <a:cxn ang="0">
                    <a:pos x="17" y="9"/>
                  </a:cxn>
                </a:cxnLst>
                <a:rect l="0" t="0" r="r" b="b"/>
                <a:pathLst>
                  <a:path w="17" h="19">
                    <a:moveTo>
                      <a:pt x="17" y="9"/>
                    </a:moveTo>
                    <a:lnTo>
                      <a:pt x="1" y="19"/>
                    </a:lnTo>
                    <a:lnTo>
                      <a:pt x="0" y="0"/>
                    </a:lnTo>
                    <a:lnTo>
                      <a:pt x="17" y="9"/>
                    </a:lnTo>
                    <a:lnTo>
                      <a:pt x="17" y="9"/>
                    </a:lnTo>
                    <a:lnTo>
                      <a:pt x="17" y="9"/>
                    </a:lnTo>
                    <a:close/>
                  </a:path>
                </a:pathLst>
              </a:custGeom>
              <a:noFill/>
              <a:ln w="12700" cap="rnd">
                <a:solidFill>
                  <a:schemeClr val="accent3"/>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68" name="Freeform 167"/>
              <p:cNvSpPr>
                <a:spLocks/>
              </p:cNvSpPr>
              <p:nvPr/>
            </p:nvSpPr>
            <p:spPr bwMode="auto">
              <a:xfrm>
                <a:off x="3906838" y="2759075"/>
                <a:ext cx="28575" cy="28575"/>
              </a:xfrm>
              <a:custGeom>
                <a:avLst/>
                <a:gdLst/>
                <a:ahLst/>
                <a:cxnLst>
                  <a:cxn ang="0">
                    <a:pos x="0" y="18"/>
                  </a:cxn>
                  <a:cxn ang="0">
                    <a:pos x="18" y="11"/>
                  </a:cxn>
                  <a:cxn ang="0">
                    <a:pos x="4" y="0"/>
                  </a:cxn>
                  <a:cxn ang="0">
                    <a:pos x="0" y="18"/>
                  </a:cxn>
                  <a:cxn ang="0">
                    <a:pos x="0" y="18"/>
                  </a:cxn>
                  <a:cxn ang="0">
                    <a:pos x="0" y="18"/>
                  </a:cxn>
                </a:cxnLst>
                <a:rect l="0" t="0" r="r" b="b"/>
                <a:pathLst>
                  <a:path w="18" h="18">
                    <a:moveTo>
                      <a:pt x="0" y="18"/>
                    </a:moveTo>
                    <a:lnTo>
                      <a:pt x="18" y="11"/>
                    </a:lnTo>
                    <a:lnTo>
                      <a:pt x="4" y="0"/>
                    </a:lnTo>
                    <a:lnTo>
                      <a:pt x="0" y="18"/>
                    </a:lnTo>
                    <a:lnTo>
                      <a:pt x="0" y="18"/>
                    </a:lnTo>
                    <a:lnTo>
                      <a:pt x="0" y="18"/>
                    </a:lnTo>
                    <a:close/>
                  </a:path>
                </a:pathLst>
              </a:custGeom>
              <a:noFill/>
              <a:ln w="12700" cap="rnd">
                <a:solidFill>
                  <a:schemeClr val="accent3"/>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69" name="Freeform 168"/>
              <p:cNvSpPr>
                <a:spLocks/>
              </p:cNvSpPr>
              <p:nvPr/>
            </p:nvSpPr>
            <p:spPr bwMode="auto">
              <a:xfrm>
                <a:off x="3906838" y="2759075"/>
                <a:ext cx="28575" cy="28575"/>
              </a:xfrm>
              <a:custGeom>
                <a:avLst/>
                <a:gdLst/>
                <a:ahLst/>
                <a:cxnLst>
                  <a:cxn ang="0">
                    <a:pos x="0" y="18"/>
                  </a:cxn>
                  <a:cxn ang="0">
                    <a:pos x="18" y="11"/>
                  </a:cxn>
                  <a:cxn ang="0">
                    <a:pos x="4" y="0"/>
                  </a:cxn>
                  <a:cxn ang="0">
                    <a:pos x="0" y="18"/>
                  </a:cxn>
                  <a:cxn ang="0">
                    <a:pos x="0" y="18"/>
                  </a:cxn>
                  <a:cxn ang="0">
                    <a:pos x="0" y="18"/>
                  </a:cxn>
                </a:cxnLst>
                <a:rect l="0" t="0" r="r" b="b"/>
                <a:pathLst>
                  <a:path w="18" h="18">
                    <a:moveTo>
                      <a:pt x="0" y="18"/>
                    </a:moveTo>
                    <a:lnTo>
                      <a:pt x="18" y="11"/>
                    </a:lnTo>
                    <a:lnTo>
                      <a:pt x="4" y="0"/>
                    </a:lnTo>
                    <a:lnTo>
                      <a:pt x="0" y="18"/>
                    </a:lnTo>
                    <a:lnTo>
                      <a:pt x="0" y="18"/>
                    </a:lnTo>
                    <a:lnTo>
                      <a:pt x="0" y="18"/>
                    </a:lnTo>
                    <a:close/>
                  </a:path>
                </a:pathLst>
              </a:custGeom>
              <a:noFill/>
              <a:ln w="12700" cap="rnd">
                <a:solidFill>
                  <a:schemeClr val="accent3"/>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70" name="Freeform 169"/>
              <p:cNvSpPr>
                <a:spLocks/>
              </p:cNvSpPr>
              <p:nvPr/>
            </p:nvSpPr>
            <p:spPr bwMode="auto">
              <a:xfrm>
                <a:off x="4051301" y="2857500"/>
                <a:ext cx="61913" cy="63500"/>
              </a:xfrm>
              <a:custGeom>
                <a:avLst/>
                <a:gdLst/>
                <a:ahLst/>
                <a:cxnLst>
                  <a:cxn ang="0">
                    <a:pos x="32" y="5"/>
                  </a:cxn>
                  <a:cxn ang="0">
                    <a:pos x="1" y="33"/>
                  </a:cxn>
                </a:cxnLst>
                <a:rect l="0" t="0" r="r" b="b"/>
                <a:pathLst>
                  <a:path w="32" h="33">
                    <a:moveTo>
                      <a:pt x="32" y="5"/>
                    </a:moveTo>
                    <a:cubicBezTo>
                      <a:pt x="32" y="5"/>
                      <a:pt x="0" y="0"/>
                      <a:pt x="1" y="33"/>
                    </a:cubicBezTo>
                  </a:path>
                </a:pathLst>
              </a:custGeom>
              <a:noFill/>
              <a:ln w="12700" cap="rnd">
                <a:solidFill>
                  <a:schemeClr val="accent3"/>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71" name="Freeform 170"/>
              <p:cNvSpPr>
                <a:spLocks/>
              </p:cNvSpPr>
              <p:nvPr/>
            </p:nvSpPr>
            <p:spPr bwMode="auto">
              <a:xfrm>
                <a:off x="4106863" y="2852738"/>
                <a:ext cx="26988" cy="26988"/>
              </a:xfrm>
              <a:custGeom>
                <a:avLst/>
                <a:gdLst/>
                <a:ahLst/>
                <a:cxnLst>
                  <a:cxn ang="0">
                    <a:pos x="3" y="0"/>
                  </a:cxn>
                  <a:cxn ang="0">
                    <a:pos x="17" y="11"/>
                  </a:cxn>
                  <a:cxn ang="0">
                    <a:pos x="0" y="17"/>
                  </a:cxn>
                  <a:cxn ang="0">
                    <a:pos x="3" y="0"/>
                  </a:cxn>
                  <a:cxn ang="0">
                    <a:pos x="3" y="0"/>
                  </a:cxn>
                  <a:cxn ang="0">
                    <a:pos x="3" y="0"/>
                  </a:cxn>
                </a:cxnLst>
                <a:rect l="0" t="0" r="r" b="b"/>
                <a:pathLst>
                  <a:path w="17" h="17">
                    <a:moveTo>
                      <a:pt x="3" y="0"/>
                    </a:moveTo>
                    <a:lnTo>
                      <a:pt x="17" y="11"/>
                    </a:lnTo>
                    <a:lnTo>
                      <a:pt x="0" y="17"/>
                    </a:lnTo>
                    <a:lnTo>
                      <a:pt x="3" y="0"/>
                    </a:lnTo>
                    <a:lnTo>
                      <a:pt x="3" y="0"/>
                    </a:lnTo>
                    <a:lnTo>
                      <a:pt x="3" y="0"/>
                    </a:lnTo>
                    <a:close/>
                  </a:path>
                </a:pathLst>
              </a:custGeom>
              <a:noFill/>
              <a:ln w="12700" cap="rnd">
                <a:solidFill>
                  <a:schemeClr val="accent3"/>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72" name="Freeform 171"/>
              <p:cNvSpPr>
                <a:spLocks/>
              </p:cNvSpPr>
              <p:nvPr/>
            </p:nvSpPr>
            <p:spPr bwMode="auto">
              <a:xfrm>
                <a:off x="4106863" y="2852738"/>
                <a:ext cx="26988" cy="26988"/>
              </a:xfrm>
              <a:custGeom>
                <a:avLst/>
                <a:gdLst/>
                <a:ahLst/>
                <a:cxnLst>
                  <a:cxn ang="0">
                    <a:pos x="3" y="0"/>
                  </a:cxn>
                  <a:cxn ang="0">
                    <a:pos x="17" y="11"/>
                  </a:cxn>
                  <a:cxn ang="0">
                    <a:pos x="0" y="17"/>
                  </a:cxn>
                  <a:cxn ang="0">
                    <a:pos x="3" y="0"/>
                  </a:cxn>
                  <a:cxn ang="0">
                    <a:pos x="3" y="0"/>
                  </a:cxn>
                  <a:cxn ang="0">
                    <a:pos x="3" y="0"/>
                  </a:cxn>
                </a:cxnLst>
                <a:rect l="0" t="0" r="r" b="b"/>
                <a:pathLst>
                  <a:path w="17" h="17">
                    <a:moveTo>
                      <a:pt x="3" y="0"/>
                    </a:moveTo>
                    <a:lnTo>
                      <a:pt x="17" y="11"/>
                    </a:lnTo>
                    <a:lnTo>
                      <a:pt x="0" y="17"/>
                    </a:lnTo>
                    <a:lnTo>
                      <a:pt x="3" y="0"/>
                    </a:lnTo>
                    <a:lnTo>
                      <a:pt x="3" y="0"/>
                    </a:lnTo>
                    <a:lnTo>
                      <a:pt x="3" y="0"/>
                    </a:lnTo>
                    <a:close/>
                  </a:path>
                </a:pathLst>
              </a:custGeom>
              <a:noFill/>
              <a:ln w="12700" cap="rnd">
                <a:solidFill>
                  <a:schemeClr val="accent3"/>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73" name="Freeform 172"/>
              <p:cNvSpPr>
                <a:spLocks/>
              </p:cNvSpPr>
              <p:nvPr/>
            </p:nvSpPr>
            <p:spPr bwMode="auto">
              <a:xfrm>
                <a:off x="4040188" y="2917825"/>
                <a:ext cx="26988" cy="22225"/>
              </a:xfrm>
              <a:custGeom>
                <a:avLst/>
                <a:gdLst/>
                <a:ahLst/>
                <a:cxnLst>
                  <a:cxn ang="0">
                    <a:pos x="0" y="0"/>
                  </a:cxn>
                  <a:cxn ang="0">
                    <a:pos x="9" y="14"/>
                  </a:cxn>
                  <a:cxn ang="0">
                    <a:pos x="17" y="0"/>
                  </a:cxn>
                  <a:cxn ang="0">
                    <a:pos x="0" y="0"/>
                  </a:cxn>
                  <a:cxn ang="0">
                    <a:pos x="0" y="0"/>
                  </a:cxn>
                  <a:cxn ang="0">
                    <a:pos x="0" y="0"/>
                  </a:cxn>
                </a:cxnLst>
                <a:rect l="0" t="0" r="r" b="b"/>
                <a:pathLst>
                  <a:path w="17" h="14">
                    <a:moveTo>
                      <a:pt x="0" y="0"/>
                    </a:moveTo>
                    <a:lnTo>
                      <a:pt x="9" y="14"/>
                    </a:lnTo>
                    <a:lnTo>
                      <a:pt x="17" y="0"/>
                    </a:lnTo>
                    <a:lnTo>
                      <a:pt x="0" y="0"/>
                    </a:lnTo>
                    <a:lnTo>
                      <a:pt x="0" y="0"/>
                    </a:lnTo>
                    <a:lnTo>
                      <a:pt x="0" y="0"/>
                    </a:lnTo>
                    <a:close/>
                  </a:path>
                </a:pathLst>
              </a:custGeom>
              <a:noFill/>
              <a:ln w="12700" cap="rnd">
                <a:solidFill>
                  <a:schemeClr val="accent3"/>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74" name="Freeform 173"/>
              <p:cNvSpPr>
                <a:spLocks/>
              </p:cNvSpPr>
              <p:nvPr/>
            </p:nvSpPr>
            <p:spPr bwMode="auto">
              <a:xfrm>
                <a:off x="4040188" y="2917825"/>
                <a:ext cx="26988" cy="22225"/>
              </a:xfrm>
              <a:custGeom>
                <a:avLst/>
                <a:gdLst/>
                <a:ahLst/>
                <a:cxnLst>
                  <a:cxn ang="0">
                    <a:pos x="0" y="0"/>
                  </a:cxn>
                  <a:cxn ang="0">
                    <a:pos x="9" y="14"/>
                  </a:cxn>
                  <a:cxn ang="0">
                    <a:pos x="17" y="0"/>
                  </a:cxn>
                  <a:cxn ang="0">
                    <a:pos x="0" y="0"/>
                  </a:cxn>
                  <a:cxn ang="0">
                    <a:pos x="0" y="0"/>
                  </a:cxn>
                  <a:cxn ang="0">
                    <a:pos x="0" y="0"/>
                  </a:cxn>
                </a:cxnLst>
                <a:rect l="0" t="0" r="r" b="b"/>
                <a:pathLst>
                  <a:path w="17" h="14">
                    <a:moveTo>
                      <a:pt x="0" y="0"/>
                    </a:moveTo>
                    <a:lnTo>
                      <a:pt x="9" y="14"/>
                    </a:lnTo>
                    <a:lnTo>
                      <a:pt x="17" y="0"/>
                    </a:lnTo>
                    <a:lnTo>
                      <a:pt x="0" y="0"/>
                    </a:lnTo>
                    <a:lnTo>
                      <a:pt x="0" y="0"/>
                    </a:lnTo>
                    <a:lnTo>
                      <a:pt x="0" y="0"/>
                    </a:lnTo>
                    <a:close/>
                  </a:path>
                </a:pathLst>
              </a:custGeom>
              <a:noFill/>
              <a:ln w="12700" cap="rnd">
                <a:solidFill>
                  <a:schemeClr val="accent3"/>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75" name="Freeform 174"/>
              <p:cNvSpPr>
                <a:spLocks/>
              </p:cNvSpPr>
              <p:nvPr/>
            </p:nvSpPr>
            <p:spPr bwMode="auto">
              <a:xfrm>
                <a:off x="3941763" y="2897188"/>
                <a:ext cx="77788" cy="46038"/>
              </a:xfrm>
              <a:custGeom>
                <a:avLst/>
                <a:gdLst/>
                <a:ahLst/>
                <a:cxnLst>
                  <a:cxn ang="0">
                    <a:pos x="40" y="23"/>
                  </a:cxn>
                  <a:cxn ang="0">
                    <a:pos x="0" y="23"/>
                  </a:cxn>
                </a:cxnLst>
                <a:rect l="0" t="0" r="r" b="b"/>
                <a:pathLst>
                  <a:path w="40" h="23">
                    <a:moveTo>
                      <a:pt x="40" y="23"/>
                    </a:moveTo>
                    <a:cubicBezTo>
                      <a:pt x="40" y="23"/>
                      <a:pt x="20" y="0"/>
                      <a:pt x="0" y="23"/>
                    </a:cubicBezTo>
                  </a:path>
                </a:pathLst>
              </a:custGeom>
              <a:noFill/>
              <a:ln w="12700" cap="rnd">
                <a:solidFill>
                  <a:schemeClr val="accent3"/>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76" name="Freeform 175"/>
              <p:cNvSpPr>
                <a:spLocks/>
              </p:cNvSpPr>
              <p:nvPr/>
            </p:nvSpPr>
            <p:spPr bwMode="auto">
              <a:xfrm>
                <a:off x="4005263" y="2928938"/>
                <a:ext cx="26988" cy="26988"/>
              </a:xfrm>
              <a:custGeom>
                <a:avLst/>
                <a:gdLst/>
                <a:ahLst/>
                <a:cxnLst>
                  <a:cxn ang="0">
                    <a:pos x="14" y="0"/>
                  </a:cxn>
                  <a:cxn ang="0">
                    <a:pos x="17" y="17"/>
                  </a:cxn>
                  <a:cxn ang="0">
                    <a:pos x="0" y="12"/>
                  </a:cxn>
                  <a:cxn ang="0">
                    <a:pos x="14" y="0"/>
                  </a:cxn>
                  <a:cxn ang="0">
                    <a:pos x="14" y="0"/>
                  </a:cxn>
                  <a:cxn ang="0">
                    <a:pos x="14" y="0"/>
                  </a:cxn>
                </a:cxnLst>
                <a:rect l="0" t="0" r="r" b="b"/>
                <a:pathLst>
                  <a:path w="17" h="17">
                    <a:moveTo>
                      <a:pt x="14" y="0"/>
                    </a:moveTo>
                    <a:lnTo>
                      <a:pt x="17" y="17"/>
                    </a:lnTo>
                    <a:lnTo>
                      <a:pt x="0" y="12"/>
                    </a:lnTo>
                    <a:lnTo>
                      <a:pt x="14" y="0"/>
                    </a:lnTo>
                    <a:lnTo>
                      <a:pt x="14" y="0"/>
                    </a:lnTo>
                    <a:lnTo>
                      <a:pt x="14" y="0"/>
                    </a:lnTo>
                    <a:close/>
                  </a:path>
                </a:pathLst>
              </a:custGeom>
              <a:noFill/>
              <a:ln w="12700" cap="rnd">
                <a:solidFill>
                  <a:schemeClr val="accent3"/>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77" name="Freeform 176"/>
              <p:cNvSpPr>
                <a:spLocks/>
              </p:cNvSpPr>
              <p:nvPr/>
            </p:nvSpPr>
            <p:spPr bwMode="auto">
              <a:xfrm>
                <a:off x="4005263" y="2928938"/>
                <a:ext cx="26988" cy="26988"/>
              </a:xfrm>
              <a:custGeom>
                <a:avLst/>
                <a:gdLst/>
                <a:ahLst/>
                <a:cxnLst>
                  <a:cxn ang="0">
                    <a:pos x="14" y="0"/>
                  </a:cxn>
                  <a:cxn ang="0">
                    <a:pos x="17" y="17"/>
                  </a:cxn>
                  <a:cxn ang="0">
                    <a:pos x="0" y="12"/>
                  </a:cxn>
                  <a:cxn ang="0">
                    <a:pos x="14" y="0"/>
                  </a:cxn>
                  <a:cxn ang="0">
                    <a:pos x="14" y="0"/>
                  </a:cxn>
                  <a:cxn ang="0">
                    <a:pos x="14" y="0"/>
                  </a:cxn>
                </a:cxnLst>
                <a:rect l="0" t="0" r="r" b="b"/>
                <a:pathLst>
                  <a:path w="17" h="17">
                    <a:moveTo>
                      <a:pt x="14" y="0"/>
                    </a:moveTo>
                    <a:lnTo>
                      <a:pt x="17" y="17"/>
                    </a:lnTo>
                    <a:lnTo>
                      <a:pt x="0" y="12"/>
                    </a:lnTo>
                    <a:lnTo>
                      <a:pt x="14" y="0"/>
                    </a:lnTo>
                    <a:lnTo>
                      <a:pt x="14" y="0"/>
                    </a:lnTo>
                    <a:lnTo>
                      <a:pt x="14" y="0"/>
                    </a:lnTo>
                    <a:close/>
                  </a:path>
                </a:pathLst>
              </a:custGeom>
              <a:noFill/>
              <a:ln w="12700" cap="rnd">
                <a:solidFill>
                  <a:schemeClr val="accent3"/>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78" name="Freeform 177"/>
              <p:cNvSpPr>
                <a:spLocks/>
              </p:cNvSpPr>
              <p:nvPr/>
            </p:nvSpPr>
            <p:spPr bwMode="auto">
              <a:xfrm>
                <a:off x="3929063" y="2932113"/>
                <a:ext cx="23813" cy="28575"/>
              </a:xfrm>
              <a:custGeom>
                <a:avLst/>
                <a:gdLst/>
                <a:ahLst/>
                <a:cxnLst>
                  <a:cxn ang="0">
                    <a:pos x="4" y="0"/>
                  </a:cxn>
                  <a:cxn ang="0">
                    <a:pos x="0" y="18"/>
                  </a:cxn>
                  <a:cxn ang="0">
                    <a:pos x="15" y="11"/>
                  </a:cxn>
                  <a:cxn ang="0">
                    <a:pos x="4" y="0"/>
                  </a:cxn>
                  <a:cxn ang="0">
                    <a:pos x="4" y="0"/>
                  </a:cxn>
                  <a:cxn ang="0">
                    <a:pos x="4" y="0"/>
                  </a:cxn>
                </a:cxnLst>
                <a:rect l="0" t="0" r="r" b="b"/>
                <a:pathLst>
                  <a:path w="15" h="18">
                    <a:moveTo>
                      <a:pt x="4" y="0"/>
                    </a:moveTo>
                    <a:lnTo>
                      <a:pt x="0" y="18"/>
                    </a:lnTo>
                    <a:lnTo>
                      <a:pt x="15" y="11"/>
                    </a:lnTo>
                    <a:lnTo>
                      <a:pt x="4" y="0"/>
                    </a:lnTo>
                    <a:lnTo>
                      <a:pt x="4" y="0"/>
                    </a:lnTo>
                    <a:lnTo>
                      <a:pt x="4" y="0"/>
                    </a:lnTo>
                    <a:close/>
                  </a:path>
                </a:pathLst>
              </a:custGeom>
              <a:noFill/>
              <a:ln w="12700" cap="rnd">
                <a:solidFill>
                  <a:schemeClr val="accent3"/>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79" name="Freeform 178"/>
              <p:cNvSpPr>
                <a:spLocks/>
              </p:cNvSpPr>
              <p:nvPr/>
            </p:nvSpPr>
            <p:spPr bwMode="auto">
              <a:xfrm>
                <a:off x="3929063" y="2932113"/>
                <a:ext cx="23813" cy="28575"/>
              </a:xfrm>
              <a:custGeom>
                <a:avLst/>
                <a:gdLst/>
                <a:ahLst/>
                <a:cxnLst>
                  <a:cxn ang="0">
                    <a:pos x="4" y="0"/>
                  </a:cxn>
                  <a:cxn ang="0">
                    <a:pos x="0" y="18"/>
                  </a:cxn>
                  <a:cxn ang="0">
                    <a:pos x="15" y="11"/>
                  </a:cxn>
                  <a:cxn ang="0">
                    <a:pos x="4" y="0"/>
                  </a:cxn>
                  <a:cxn ang="0">
                    <a:pos x="4" y="0"/>
                  </a:cxn>
                  <a:cxn ang="0">
                    <a:pos x="4" y="0"/>
                  </a:cxn>
                </a:cxnLst>
                <a:rect l="0" t="0" r="r" b="b"/>
                <a:pathLst>
                  <a:path w="15" h="18">
                    <a:moveTo>
                      <a:pt x="4" y="0"/>
                    </a:moveTo>
                    <a:lnTo>
                      <a:pt x="0" y="18"/>
                    </a:lnTo>
                    <a:lnTo>
                      <a:pt x="15" y="11"/>
                    </a:lnTo>
                    <a:lnTo>
                      <a:pt x="4" y="0"/>
                    </a:lnTo>
                    <a:lnTo>
                      <a:pt x="4" y="0"/>
                    </a:lnTo>
                    <a:lnTo>
                      <a:pt x="4" y="0"/>
                    </a:lnTo>
                    <a:close/>
                  </a:path>
                </a:pathLst>
              </a:custGeom>
              <a:noFill/>
              <a:ln w="12700" cap="rnd">
                <a:solidFill>
                  <a:schemeClr val="accent3"/>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80" name="Freeform 179"/>
              <p:cNvSpPr>
                <a:spLocks/>
              </p:cNvSpPr>
              <p:nvPr/>
            </p:nvSpPr>
            <p:spPr bwMode="auto">
              <a:xfrm>
                <a:off x="3752851" y="2928938"/>
                <a:ext cx="92075" cy="76200"/>
              </a:xfrm>
              <a:custGeom>
                <a:avLst/>
                <a:gdLst/>
                <a:ahLst/>
                <a:cxnLst>
                  <a:cxn ang="0">
                    <a:pos x="27" y="0"/>
                  </a:cxn>
                  <a:cxn ang="0">
                    <a:pos x="40" y="9"/>
                  </a:cxn>
                  <a:cxn ang="0">
                    <a:pos x="47" y="27"/>
                  </a:cxn>
                  <a:cxn ang="0">
                    <a:pos x="47" y="38"/>
                  </a:cxn>
                  <a:cxn ang="0">
                    <a:pos x="47" y="39"/>
                  </a:cxn>
                  <a:cxn ang="0">
                    <a:pos x="0" y="39"/>
                  </a:cxn>
                </a:cxnLst>
                <a:rect l="0" t="0" r="r" b="b"/>
                <a:pathLst>
                  <a:path w="47" h="39">
                    <a:moveTo>
                      <a:pt x="27" y="0"/>
                    </a:moveTo>
                    <a:cubicBezTo>
                      <a:pt x="32" y="2"/>
                      <a:pt x="36" y="5"/>
                      <a:pt x="40" y="9"/>
                    </a:cubicBezTo>
                    <a:cubicBezTo>
                      <a:pt x="44" y="14"/>
                      <a:pt x="47" y="21"/>
                      <a:pt x="47" y="27"/>
                    </a:cubicBezTo>
                    <a:cubicBezTo>
                      <a:pt x="47" y="38"/>
                      <a:pt x="47" y="38"/>
                      <a:pt x="47" y="38"/>
                    </a:cubicBezTo>
                    <a:cubicBezTo>
                      <a:pt x="47" y="39"/>
                      <a:pt x="47" y="39"/>
                      <a:pt x="47" y="39"/>
                    </a:cubicBezTo>
                    <a:cubicBezTo>
                      <a:pt x="0" y="39"/>
                      <a:pt x="0" y="39"/>
                      <a:pt x="0" y="39"/>
                    </a:cubicBezTo>
                  </a:path>
                </a:pathLst>
              </a:custGeom>
              <a:noFill/>
              <a:ln w="12700" cap="rnd">
                <a:solidFill>
                  <a:schemeClr val="accent3"/>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81" name="Freeform 180"/>
              <p:cNvSpPr>
                <a:spLocks/>
              </p:cNvSpPr>
              <p:nvPr/>
            </p:nvSpPr>
            <p:spPr bwMode="auto">
              <a:xfrm>
                <a:off x="3729038" y="2928938"/>
                <a:ext cx="38100" cy="76200"/>
              </a:xfrm>
              <a:custGeom>
                <a:avLst/>
                <a:gdLst/>
                <a:ahLst/>
                <a:cxnLst>
                  <a:cxn ang="0">
                    <a:pos x="0" y="39"/>
                  </a:cxn>
                  <a:cxn ang="0">
                    <a:pos x="0" y="38"/>
                  </a:cxn>
                  <a:cxn ang="0">
                    <a:pos x="0" y="27"/>
                  </a:cxn>
                  <a:cxn ang="0">
                    <a:pos x="6" y="10"/>
                  </a:cxn>
                  <a:cxn ang="0">
                    <a:pos x="20" y="0"/>
                  </a:cxn>
                </a:cxnLst>
                <a:rect l="0" t="0" r="r" b="b"/>
                <a:pathLst>
                  <a:path w="20" h="39">
                    <a:moveTo>
                      <a:pt x="0" y="39"/>
                    </a:moveTo>
                    <a:cubicBezTo>
                      <a:pt x="0" y="38"/>
                      <a:pt x="0" y="38"/>
                      <a:pt x="0" y="38"/>
                    </a:cubicBezTo>
                    <a:cubicBezTo>
                      <a:pt x="0" y="27"/>
                      <a:pt x="0" y="27"/>
                      <a:pt x="0" y="27"/>
                    </a:cubicBezTo>
                    <a:cubicBezTo>
                      <a:pt x="0" y="21"/>
                      <a:pt x="2" y="15"/>
                      <a:pt x="6" y="10"/>
                    </a:cubicBezTo>
                    <a:cubicBezTo>
                      <a:pt x="9" y="6"/>
                      <a:pt x="15" y="2"/>
                      <a:pt x="20" y="0"/>
                    </a:cubicBezTo>
                  </a:path>
                </a:pathLst>
              </a:custGeom>
              <a:noFill/>
              <a:ln w="12700" cap="rnd">
                <a:solidFill>
                  <a:schemeClr val="accent3"/>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82" name="Oval 181"/>
              <p:cNvSpPr>
                <a:spLocks noChangeArrowheads="1"/>
              </p:cNvSpPr>
              <p:nvPr/>
            </p:nvSpPr>
            <p:spPr bwMode="auto">
              <a:xfrm>
                <a:off x="3756026" y="2859088"/>
                <a:ext cx="61913" cy="76200"/>
              </a:xfrm>
              <a:prstGeom prst="ellipse">
                <a:avLst/>
              </a:prstGeom>
              <a:noFill/>
              <a:ln w="12700" cap="rnd">
                <a:solidFill>
                  <a:schemeClr val="accent3"/>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83" name="Freeform 182"/>
              <p:cNvSpPr>
                <a:spLocks/>
              </p:cNvSpPr>
              <p:nvPr/>
            </p:nvSpPr>
            <p:spPr bwMode="auto">
              <a:xfrm>
                <a:off x="3944938" y="2828925"/>
                <a:ext cx="88900" cy="74613"/>
              </a:xfrm>
              <a:custGeom>
                <a:avLst/>
                <a:gdLst/>
                <a:ahLst/>
                <a:cxnLst>
                  <a:cxn ang="0">
                    <a:pos x="27" y="0"/>
                  </a:cxn>
                  <a:cxn ang="0">
                    <a:pos x="40" y="8"/>
                  </a:cxn>
                  <a:cxn ang="0">
                    <a:pos x="46" y="27"/>
                  </a:cxn>
                  <a:cxn ang="0">
                    <a:pos x="46" y="37"/>
                  </a:cxn>
                  <a:cxn ang="0">
                    <a:pos x="46" y="39"/>
                  </a:cxn>
                  <a:cxn ang="0">
                    <a:pos x="0" y="39"/>
                  </a:cxn>
                </a:cxnLst>
                <a:rect l="0" t="0" r="r" b="b"/>
                <a:pathLst>
                  <a:path w="46" h="39">
                    <a:moveTo>
                      <a:pt x="27" y="0"/>
                    </a:moveTo>
                    <a:cubicBezTo>
                      <a:pt x="32" y="2"/>
                      <a:pt x="36" y="5"/>
                      <a:pt x="40" y="8"/>
                    </a:cubicBezTo>
                    <a:cubicBezTo>
                      <a:pt x="44" y="14"/>
                      <a:pt x="46" y="20"/>
                      <a:pt x="46" y="27"/>
                    </a:cubicBezTo>
                    <a:cubicBezTo>
                      <a:pt x="46" y="37"/>
                      <a:pt x="46" y="37"/>
                      <a:pt x="46" y="37"/>
                    </a:cubicBezTo>
                    <a:cubicBezTo>
                      <a:pt x="46" y="39"/>
                      <a:pt x="46" y="39"/>
                      <a:pt x="46" y="39"/>
                    </a:cubicBezTo>
                    <a:cubicBezTo>
                      <a:pt x="0" y="39"/>
                      <a:pt x="0" y="39"/>
                      <a:pt x="0" y="39"/>
                    </a:cubicBezTo>
                  </a:path>
                </a:pathLst>
              </a:custGeom>
              <a:noFill/>
              <a:ln w="12700" cap="rnd">
                <a:solidFill>
                  <a:schemeClr val="accent3"/>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84" name="Freeform 183"/>
              <p:cNvSpPr>
                <a:spLocks/>
              </p:cNvSpPr>
              <p:nvPr/>
            </p:nvSpPr>
            <p:spPr bwMode="auto">
              <a:xfrm>
                <a:off x="3922713" y="2828925"/>
                <a:ext cx="36513" cy="74613"/>
              </a:xfrm>
              <a:custGeom>
                <a:avLst/>
                <a:gdLst/>
                <a:ahLst/>
                <a:cxnLst>
                  <a:cxn ang="0">
                    <a:pos x="0" y="39"/>
                  </a:cxn>
                  <a:cxn ang="0">
                    <a:pos x="0" y="37"/>
                  </a:cxn>
                  <a:cxn ang="0">
                    <a:pos x="0" y="27"/>
                  </a:cxn>
                  <a:cxn ang="0">
                    <a:pos x="6" y="10"/>
                  </a:cxn>
                  <a:cxn ang="0">
                    <a:pos x="19" y="0"/>
                  </a:cxn>
                </a:cxnLst>
                <a:rect l="0" t="0" r="r" b="b"/>
                <a:pathLst>
                  <a:path w="19" h="39">
                    <a:moveTo>
                      <a:pt x="0" y="39"/>
                    </a:moveTo>
                    <a:cubicBezTo>
                      <a:pt x="0" y="37"/>
                      <a:pt x="0" y="37"/>
                      <a:pt x="0" y="37"/>
                    </a:cubicBezTo>
                    <a:cubicBezTo>
                      <a:pt x="0" y="27"/>
                      <a:pt x="0" y="27"/>
                      <a:pt x="0" y="27"/>
                    </a:cubicBezTo>
                    <a:cubicBezTo>
                      <a:pt x="0" y="20"/>
                      <a:pt x="2" y="15"/>
                      <a:pt x="6" y="10"/>
                    </a:cubicBezTo>
                    <a:cubicBezTo>
                      <a:pt x="8" y="6"/>
                      <a:pt x="14" y="1"/>
                      <a:pt x="19" y="0"/>
                    </a:cubicBezTo>
                  </a:path>
                </a:pathLst>
              </a:custGeom>
              <a:noFill/>
              <a:ln w="12700" cap="rnd">
                <a:solidFill>
                  <a:schemeClr val="accent3"/>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85" name="Freeform 184"/>
              <p:cNvSpPr>
                <a:spLocks/>
              </p:cNvSpPr>
              <p:nvPr/>
            </p:nvSpPr>
            <p:spPr bwMode="auto">
              <a:xfrm>
                <a:off x="3949701" y="2759075"/>
                <a:ext cx="61913" cy="76200"/>
              </a:xfrm>
              <a:custGeom>
                <a:avLst/>
                <a:gdLst/>
                <a:ahLst/>
                <a:cxnLst>
                  <a:cxn ang="0">
                    <a:pos x="32" y="20"/>
                  </a:cxn>
                  <a:cxn ang="0">
                    <a:pos x="16" y="40"/>
                  </a:cxn>
                  <a:cxn ang="0">
                    <a:pos x="0" y="20"/>
                  </a:cxn>
                  <a:cxn ang="0">
                    <a:pos x="16" y="0"/>
                  </a:cxn>
                  <a:cxn ang="0">
                    <a:pos x="32" y="20"/>
                  </a:cxn>
                </a:cxnLst>
                <a:rect l="0" t="0" r="r" b="b"/>
                <a:pathLst>
                  <a:path w="32" h="40">
                    <a:moveTo>
                      <a:pt x="32" y="20"/>
                    </a:moveTo>
                    <a:cubicBezTo>
                      <a:pt x="32" y="31"/>
                      <a:pt x="25" y="40"/>
                      <a:pt x="16" y="40"/>
                    </a:cubicBezTo>
                    <a:cubicBezTo>
                      <a:pt x="7" y="40"/>
                      <a:pt x="0" y="31"/>
                      <a:pt x="0" y="20"/>
                    </a:cubicBezTo>
                    <a:cubicBezTo>
                      <a:pt x="0" y="9"/>
                      <a:pt x="7" y="0"/>
                      <a:pt x="16" y="0"/>
                    </a:cubicBezTo>
                    <a:cubicBezTo>
                      <a:pt x="24" y="0"/>
                      <a:pt x="32" y="9"/>
                      <a:pt x="32" y="20"/>
                    </a:cubicBezTo>
                    <a:close/>
                  </a:path>
                </a:pathLst>
              </a:custGeom>
              <a:noFill/>
              <a:ln w="12700" cap="rnd">
                <a:solidFill>
                  <a:schemeClr val="accent3"/>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86" name="Freeform 185"/>
              <p:cNvSpPr>
                <a:spLocks/>
              </p:cNvSpPr>
              <p:nvPr/>
            </p:nvSpPr>
            <p:spPr bwMode="auto">
              <a:xfrm>
                <a:off x="4138613" y="2928938"/>
                <a:ext cx="88900" cy="79375"/>
              </a:xfrm>
              <a:custGeom>
                <a:avLst/>
                <a:gdLst/>
                <a:ahLst/>
                <a:cxnLst>
                  <a:cxn ang="0">
                    <a:pos x="26" y="0"/>
                  </a:cxn>
                  <a:cxn ang="0">
                    <a:pos x="39" y="9"/>
                  </a:cxn>
                  <a:cxn ang="0">
                    <a:pos x="46" y="28"/>
                  </a:cxn>
                  <a:cxn ang="0">
                    <a:pos x="46" y="39"/>
                  </a:cxn>
                  <a:cxn ang="0">
                    <a:pos x="46" y="41"/>
                  </a:cxn>
                  <a:cxn ang="0">
                    <a:pos x="0" y="41"/>
                  </a:cxn>
                </a:cxnLst>
                <a:rect l="0" t="0" r="r" b="b"/>
                <a:pathLst>
                  <a:path w="46" h="41">
                    <a:moveTo>
                      <a:pt x="26" y="0"/>
                    </a:moveTo>
                    <a:cubicBezTo>
                      <a:pt x="31" y="2"/>
                      <a:pt x="36" y="6"/>
                      <a:pt x="39" y="9"/>
                    </a:cubicBezTo>
                    <a:cubicBezTo>
                      <a:pt x="43" y="15"/>
                      <a:pt x="46" y="21"/>
                      <a:pt x="46" y="28"/>
                    </a:cubicBezTo>
                    <a:cubicBezTo>
                      <a:pt x="46" y="39"/>
                      <a:pt x="46" y="39"/>
                      <a:pt x="46" y="39"/>
                    </a:cubicBezTo>
                    <a:cubicBezTo>
                      <a:pt x="46" y="41"/>
                      <a:pt x="46" y="41"/>
                      <a:pt x="46" y="41"/>
                    </a:cubicBezTo>
                    <a:cubicBezTo>
                      <a:pt x="0" y="41"/>
                      <a:pt x="0" y="41"/>
                      <a:pt x="0" y="41"/>
                    </a:cubicBezTo>
                  </a:path>
                </a:pathLst>
              </a:custGeom>
              <a:noFill/>
              <a:ln w="12700" cap="rnd">
                <a:solidFill>
                  <a:schemeClr val="accent3"/>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87" name="Freeform 186"/>
              <p:cNvSpPr>
                <a:spLocks/>
              </p:cNvSpPr>
              <p:nvPr/>
            </p:nvSpPr>
            <p:spPr bwMode="auto">
              <a:xfrm>
                <a:off x="4116388" y="2932113"/>
                <a:ext cx="36513" cy="76200"/>
              </a:xfrm>
              <a:custGeom>
                <a:avLst/>
                <a:gdLst/>
                <a:ahLst/>
                <a:cxnLst>
                  <a:cxn ang="0">
                    <a:pos x="0" y="39"/>
                  </a:cxn>
                  <a:cxn ang="0">
                    <a:pos x="0" y="37"/>
                  </a:cxn>
                  <a:cxn ang="0">
                    <a:pos x="0" y="27"/>
                  </a:cxn>
                  <a:cxn ang="0">
                    <a:pos x="5" y="10"/>
                  </a:cxn>
                  <a:cxn ang="0">
                    <a:pos x="19" y="0"/>
                  </a:cxn>
                </a:cxnLst>
                <a:rect l="0" t="0" r="r" b="b"/>
                <a:pathLst>
                  <a:path w="19" h="39">
                    <a:moveTo>
                      <a:pt x="0" y="39"/>
                    </a:moveTo>
                    <a:cubicBezTo>
                      <a:pt x="0" y="37"/>
                      <a:pt x="0" y="37"/>
                      <a:pt x="0" y="37"/>
                    </a:cubicBezTo>
                    <a:cubicBezTo>
                      <a:pt x="0" y="27"/>
                      <a:pt x="0" y="27"/>
                      <a:pt x="0" y="27"/>
                    </a:cubicBezTo>
                    <a:cubicBezTo>
                      <a:pt x="0" y="20"/>
                      <a:pt x="2" y="15"/>
                      <a:pt x="5" y="10"/>
                    </a:cubicBezTo>
                    <a:cubicBezTo>
                      <a:pt x="8" y="6"/>
                      <a:pt x="14" y="1"/>
                      <a:pt x="19" y="0"/>
                    </a:cubicBezTo>
                  </a:path>
                </a:pathLst>
              </a:custGeom>
              <a:noFill/>
              <a:ln w="12700" cap="rnd">
                <a:solidFill>
                  <a:schemeClr val="accent3"/>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88" name="Freeform 187"/>
              <p:cNvSpPr>
                <a:spLocks/>
              </p:cNvSpPr>
              <p:nvPr/>
            </p:nvSpPr>
            <p:spPr bwMode="auto">
              <a:xfrm>
                <a:off x="4141788" y="2859088"/>
                <a:ext cx="61913" cy="79375"/>
              </a:xfrm>
              <a:custGeom>
                <a:avLst/>
                <a:gdLst/>
                <a:ahLst/>
                <a:cxnLst>
                  <a:cxn ang="0">
                    <a:pos x="32" y="21"/>
                  </a:cxn>
                  <a:cxn ang="0">
                    <a:pos x="16" y="41"/>
                  </a:cxn>
                  <a:cxn ang="0">
                    <a:pos x="0" y="21"/>
                  </a:cxn>
                  <a:cxn ang="0">
                    <a:pos x="16" y="0"/>
                  </a:cxn>
                  <a:cxn ang="0">
                    <a:pos x="32" y="21"/>
                  </a:cxn>
                </a:cxnLst>
                <a:rect l="0" t="0" r="r" b="b"/>
                <a:pathLst>
                  <a:path w="32" h="41">
                    <a:moveTo>
                      <a:pt x="32" y="21"/>
                    </a:moveTo>
                    <a:cubicBezTo>
                      <a:pt x="32" y="32"/>
                      <a:pt x="25" y="41"/>
                      <a:pt x="16" y="41"/>
                    </a:cubicBezTo>
                    <a:cubicBezTo>
                      <a:pt x="8" y="41"/>
                      <a:pt x="0" y="32"/>
                      <a:pt x="0" y="21"/>
                    </a:cubicBezTo>
                    <a:cubicBezTo>
                      <a:pt x="0" y="9"/>
                      <a:pt x="7" y="0"/>
                      <a:pt x="16" y="0"/>
                    </a:cubicBezTo>
                    <a:cubicBezTo>
                      <a:pt x="25" y="0"/>
                      <a:pt x="32" y="9"/>
                      <a:pt x="32" y="21"/>
                    </a:cubicBezTo>
                    <a:close/>
                  </a:path>
                </a:pathLst>
              </a:custGeom>
              <a:noFill/>
              <a:ln w="12700" cap="rnd">
                <a:solidFill>
                  <a:schemeClr val="accent3"/>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89" name="Freeform 188"/>
              <p:cNvSpPr>
                <a:spLocks/>
              </p:cNvSpPr>
              <p:nvPr/>
            </p:nvSpPr>
            <p:spPr bwMode="auto">
              <a:xfrm>
                <a:off x="4021138" y="3028950"/>
                <a:ext cx="88900" cy="74613"/>
              </a:xfrm>
              <a:custGeom>
                <a:avLst/>
                <a:gdLst/>
                <a:ahLst/>
                <a:cxnLst>
                  <a:cxn ang="0">
                    <a:pos x="27" y="0"/>
                  </a:cxn>
                  <a:cxn ang="0">
                    <a:pos x="39" y="8"/>
                  </a:cxn>
                  <a:cxn ang="0">
                    <a:pos x="46" y="27"/>
                  </a:cxn>
                  <a:cxn ang="0">
                    <a:pos x="46" y="37"/>
                  </a:cxn>
                  <a:cxn ang="0">
                    <a:pos x="46" y="38"/>
                  </a:cxn>
                  <a:cxn ang="0">
                    <a:pos x="0" y="38"/>
                  </a:cxn>
                </a:cxnLst>
                <a:rect l="0" t="0" r="r" b="b"/>
                <a:pathLst>
                  <a:path w="46" h="38">
                    <a:moveTo>
                      <a:pt x="27" y="0"/>
                    </a:moveTo>
                    <a:cubicBezTo>
                      <a:pt x="31" y="2"/>
                      <a:pt x="36" y="5"/>
                      <a:pt x="39" y="8"/>
                    </a:cubicBezTo>
                    <a:cubicBezTo>
                      <a:pt x="43" y="13"/>
                      <a:pt x="46" y="20"/>
                      <a:pt x="46" y="27"/>
                    </a:cubicBezTo>
                    <a:cubicBezTo>
                      <a:pt x="46" y="37"/>
                      <a:pt x="46" y="37"/>
                      <a:pt x="46" y="37"/>
                    </a:cubicBezTo>
                    <a:cubicBezTo>
                      <a:pt x="46" y="38"/>
                      <a:pt x="46" y="38"/>
                      <a:pt x="46" y="38"/>
                    </a:cubicBezTo>
                    <a:cubicBezTo>
                      <a:pt x="0" y="38"/>
                      <a:pt x="0" y="38"/>
                      <a:pt x="0" y="38"/>
                    </a:cubicBezTo>
                  </a:path>
                </a:pathLst>
              </a:custGeom>
              <a:noFill/>
              <a:ln w="12700" cap="rnd">
                <a:solidFill>
                  <a:schemeClr val="accent3"/>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90" name="Freeform 189"/>
              <p:cNvSpPr>
                <a:spLocks/>
              </p:cNvSpPr>
              <p:nvPr/>
            </p:nvSpPr>
            <p:spPr bwMode="auto">
              <a:xfrm>
                <a:off x="3997326" y="3028950"/>
                <a:ext cx="36513" cy="74613"/>
              </a:xfrm>
              <a:custGeom>
                <a:avLst/>
                <a:gdLst/>
                <a:ahLst/>
                <a:cxnLst>
                  <a:cxn ang="0">
                    <a:pos x="0" y="38"/>
                  </a:cxn>
                  <a:cxn ang="0">
                    <a:pos x="0" y="37"/>
                  </a:cxn>
                  <a:cxn ang="0">
                    <a:pos x="0" y="27"/>
                  </a:cxn>
                  <a:cxn ang="0">
                    <a:pos x="5" y="10"/>
                  </a:cxn>
                  <a:cxn ang="0">
                    <a:pos x="19" y="0"/>
                  </a:cxn>
                </a:cxnLst>
                <a:rect l="0" t="0" r="r" b="b"/>
                <a:pathLst>
                  <a:path w="19" h="38">
                    <a:moveTo>
                      <a:pt x="0" y="38"/>
                    </a:moveTo>
                    <a:cubicBezTo>
                      <a:pt x="0" y="37"/>
                      <a:pt x="0" y="37"/>
                      <a:pt x="0" y="37"/>
                    </a:cubicBezTo>
                    <a:cubicBezTo>
                      <a:pt x="0" y="27"/>
                      <a:pt x="0" y="27"/>
                      <a:pt x="0" y="27"/>
                    </a:cubicBezTo>
                    <a:cubicBezTo>
                      <a:pt x="0" y="20"/>
                      <a:pt x="2" y="15"/>
                      <a:pt x="5" y="10"/>
                    </a:cubicBezTo>
                    <a:cubicBezTo>
                      <a:pt x="8" y="6"/>
                      <a:pt x="14" y="1"/>
                      <a:pt x="19" y="0"/>
                    </a:cubicBezTo>
                  </a:path>
                </a:pathLst>
              </a:custGeom>
              <a:noFill/>
              <a:ln w="12700" cap="rnd">
                <a:solidFill>
                  <a:schemeClr val="accent3"/>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91" name="Freeform 190"/>
              <p:cNvSpPr>
                <a:spLocks/>
              </p:cNvSpPr>
              <p:nvPr/>
            </p:nvSpPr>
            <p:spPr bwMode="auto">
              <a:xfrm>
                <a:off x="4022726" y="2960688"/>
                <a:ext cx="60325" cy="73025"/>
              </a:xfrm>
              <a:custGeom>
                <a:avLst/>
                <a:gdLst/>
                <a:ahLst/>
                <a:cxnLst>
                  <a:cxn ang="0">
                    <a:pos x="31" y="19"/>
                  </a:cxn>
                  <a:cxn ang="0">
                    <a:pos x="16" y="38"/>
                  </a:cxn>
                  <a:cxn ang="0">
                    <a:pos x="0" y="19"/>
                  </a:cxn>
                  <a:cxn ang="0">
                    <a:pos x="16" y="0"/>
                  </a:cxn>
                  <a:cxn ang="0">
                    <a:pos x="31" y="19"/>
                  </a:cxn>
                </a:cxnLst>
                <a:rect l="0" t="0" r="r" b="b"/>
                <a:pathLst>
                  <a:path w="31" h="38">
                    <a:moveTo>
                      <a:pt x="31" y="19"/>
                    </a:moveTo>
                    <a:cubicBezTo>
                      <a:pt x="31" y="30"/>
                      <a:pt x="24" y="38"/>
                      <a:pt x="16" y="38"/>
                    </a:cubicBezTo>
                    <a:cubicBezTo>
                      <a:pt x="8" y="38"/>
                      <a:pt x="0" y="30"/>
                      <a:pt x="0" y="19"/>
                    </a:cubicBezTo>
                    <a:cubicBezTo>
                      <a:pt x="0" y="8"/>
                      <a:pt x="7" y="0"/>
                      <a:pt x="16" y="0"/>
                    </a:cubicBezTo>
                    <a:cubicBezTo>
                      <a:pt x="24" y="0"/>
                      <a:pt x="31" y="8"/>
                      <a:pt x="31" y="19"/>
                    </a:cubicBezTo>
                    <a:close/>
                  </a:path>
                </a:pathLst>
              </a:custGeom>
              <a:noFill/>
              <a:ln w="12700" cap="rnd">
                <a:solidFill>
                  <a:schemeClr val="accent3"/>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92" name="Freeform 191"/>
              <p:cNvSpPr>
                <a:spLocks/>
              </p:cNvSpPr>
              <p:nvPr/>
            </p:nvSpPr>
            <p:spPr bwMode="auto">
              <a:xfrm>
                <a:off x="3871913" y="3032125"/>
                <a:ext cx="87313" cy="76200"/>
              </a:xfrm>
              <a:custGeom>
                <a:avLst/>
                <a:gdLst/>
                <a:ahLst/>
                <a:cxnLst>
                  <a:cxn ang="0">
                    <a:pos x="26" y="0"/>
                  </a:cxn>
                  <a:cxn ang="0">
                    <a:pos x="39" y="9"/>
                  </a:cxn>
                  <a:cxn ang="0">
                    <a:pos x="45" y="28"/>
                  </a:cxn>
                  <a:cxn ang="0">
                    <a:pos x="45" y="39"/>
                  </a:cxn>
                  <a:cxn ang="0">
                    <a:pos x="45" y="40"/>
                  </a:cxn>
                  <a:cxn ang="0">
                    <a:pos x="0" y="40"/>
                  </a:cxn>
                </a:cxnLst>
                <a:rect l="0" t="0" r="r" b="b"/>
                <a:pathLst>
                  <a:path w="45" h="40">
                    <a:moveTo>
                      <a:pt x="26" y="0"/>
                    </a:moveTo>
                    <a:cubicBezTo>
                      <a:pt x="31" y="2"/>
                      <a:pt x="35" y="5"/>
                      <a:pt x="39" y="9"/>
                    </a:cubicBezTo>
                    <a:cubicBezTo>
                      <a:pt x="43" y="14"/>
                      <a:pt x="45" y="21"/>
                      <a:pt x="45" y="28"/>
                    </a:cubicBezTo>
                    <a:cubicBezTo>
                      <a:pt x="45" y="39"/>
                      <a:pt x="45" y="39"/>
                      <a:pt x="45" y="39"/>
                    </a:cubicBezTo>
                    <a:cubicBezTo>
                      <a:pt x="45" y="40"/>
                      <a:pt x="45" y="40"/>
                      <a:pt x="45" y="40"/>
                    </a:cubicBezTo>
                    <a:cubicBezTo>
                      <a:pt x="0" y="40"/>
                      <a:pt x="0" y="40"/>
                      <a:pt x="0" y="40"/>
                    </a:cubicBezTo>
                  </a:path>
                </a:pathLst>
              </a:custGeom>
              <a:noFill/>
              <a:ln w="12700" cap="rnd">
                <a:solidFill>
                  <a:schemeClr val="accent3"/>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93" name="Freeform 192"/>
              <p:cNvSpPr>
                <a:spLocks/>
              </p:cNvSpPr>
              <p:nvPr/>
            </p:nvSpPr>
            <p:spPr bwMode="auto">
              <a:xfrm>
                <a:off x="3846513" y="3032125"/>
                <a:ext cx="36513" cy="76200"/>
              </a:xfrm>
              <a:custGeom>
                <a:avLst/>
                <a:gdLst/>
                <a:ahLst/>
                <a:cxnLst>
                  <a:cxn ang="0">
                    <a:pos x="0" y="40"/>
                  </a:cxn>
                  <a:cxn ang="0">
                    <a:pos x="0" y="38"/>
                  </a:cxn>
                  <a:cxn ang="0">
                    <a:pos x="0" y="28"/>
                  </a:cxn>
                  <a:cxn ang="0">
                    <a:pos x="6" y="10"/>
                  </a:cxn>
                  <a:cxn ang="0">
                    <a:pos x="19" y="0"/>
                  </a:cxn>
                </a:cxnLst>
                <a:rect l="0" t="0" r="r" b="b"/>
                <a:pathLst>
                  <a:path w="19" h="40">
                    <a:moveTo>
                      <a:pt x="0" y="40"/>
                    </a:moveTo>
                    <a:cubicBezTo>
                      <a:pt x="0" y="38"/>
                      <a:pt x="0" y="38"/>
                      <a:pt x="0" y="38"/>
                    </a:cubicBezTo>
                    <a:cubicBezTo>
                      <a:pt x="0" y="28"/>
                      <a:pt x="0" y="28"/>
                      <a:pt x="0" y="28"/>
                    </a:cubicBezTo>
                    <a:cubicBezTo>
                      <a:pt x="0" y="21"/>
                      <a:pt x="2" y="15"/>
                      <a:pt x="6" y="10"/>
                    </a:cubicBezTo>
                    <a:cubicBezTo>
                      <a:pt x="9" y="6"/>
                      <a:pt x="15" y="2"/>
                      <a:pt x="19" y="0"/>
                    </a:cubicBezTo>
                  </a:path>
                </a:pathLst>
              </a:custGeom>
              <a:noFill/>
              <a:ln w="12700" cap="rnd">
                <a:solidFill>
                  <a:schemeClr val="accent3"/>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94" name="Freeform 193"/>
              <p:cNvSpPr>
                <a:spLocks/>
              </p:cNvSpPr>
              <p:nvPr/>
            </p:nvSpPr>
            <p:spPr bwMode="auto">
              <a:xfrm>
                <a:off x="3873501" y="2962275"/>
                <a:ext cx="61913" cy="77788"/>
              </a:xfrm>
              <a:custGeom>
                <a:avLst/>
                <a:gdLst/>
                <a:ahLst/>
                <a:cxnLst>
                  <a:cxn ang="0">
                    <a:pos x="32" y="20"/>
                  </a:cxn>
                  <a:cxn ang="0">
                    <a:pos x="16" y="40"/>
                  </a:cxn>
                  <a:cxn ang="0">
                    <a:pos x="0" y="20"/>
                  </a:cxn>
                  <a:cxn ang="0">
                    <a:pos x="16" y="0"/>
                  </a:cxn>
                  <a:cxn ang="0">
                    <a:pos x="32" y="20"/>
                  </a:cxn>
                </a:cxnLst>
                <a:rect l="0" t="0" r="r" b="b"/>
                <a:pathLst>
                  <a:path w="32" h="40">
                    <a:moveTo>
                      <a:pt x="32" y="20"/>
                    </a:moveTo>
                    <a:cubicBezTo>
                      <a:pt x="32" y="31"/>
                      <a:pt x="25" y="40"/>
                      <a:pt x="16" y="40"/>
                    </a:cubicBezTo>
                    <a:cubicBezTo>
                      <a:pt x="7" y="40"/>
                      <a:pt x="0" y="31"/>
                      <a:pt x="0" y="20"/>
                    </a:cubicBezTo>
                    <a:cubicBezTo>
                      <a:pt x="0" y="9"/>
                      <a:pt x="7" y="0"/>
                      <a:pt x="16" y="0"/>
                    </a:cubicBezTo>
                    <a:cubicBezTo>
                      <a:pt x="24" y="0"/>
                      <a:pt x="32" y="9"/>
                      <a:pt x="32" y="20"/>
                    </a:cubicBezTo>
                    <a:close/>
                  </a:path>
                </a:pathLst>
              </a:custGeom>
              <a:noFill/>
              <a:ln w="12700" cap="rnd">
                <a:solidFill>
                  <a:schemeClr val="accent3"/>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95" name="Freeform 194"/>
              <p:cNvSpPr>
                <a:spLocks/>
              </p:cNvSpPr>
              <p:nvPr/>
            </p:nvSpPr>
            <p:spPr bwMode="auto">
              <a:xfrm>
                <a:off x="4048126" y="2759075"/>
                <a:ext cx="114300" cy="69850"/>
              </a:xfrm>
              <a:custGeom>
                <a:avLst/>
                <a:gdLst/>
                <a:ahLst/>
                <a:cxnLst>
                  <a:cxn ang="0">
                    <a:pos x="59" y="36"/>
                  </a:cxn>
                  <a:cxn ang="0">
                    <a:pos x="0" y="7"/>
                  </a:cxn>
                </a:cxnLst>
                <a:rect l="0" t="0" r="r" b="b"/>
                <a:pathLst>
                  <a:path w="59" h="36">
                    <a:moveTo>
                      <a:pt x="59" y="36"/>
                    </a:moveTo>
                    <a:cubicBezTo>
                      <a:pt x="59" y="36"/>
                      <a:pt x="42" y="0"/>
                      <a:pt x="0" y="7"/>
                    </a:cubicBezTo>
                  </a:path>
                </a:pathLst>
              </a:custGeom>
              <a:noFill/>
              <a:ln w="12700" cap="rnd">
                <a:solidFill>
                  <a:schemeClr val="accent3"/>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96" name="Freeform 195"/>
              <p:cNvSpPr>
                <a:spLocks/>
              </p:cNvSpPr>
              <p:nvPr/>
            </p:nvSpPr>
            <p:spPr bwMode="auto">
              <a:xfrm>
                <a:off x="4151313" y="2816225"/>
                <a:ext cx="22225" cy="30163"/>
              </a:xfrm>
              <a:custGeom>
                <a:avLst/>
                <a:gdLst/>
                <a:ahLst/>
                <a:cxnLst>
                  <a:cxn ang="0">
                    <a:pos x="0" y="9"/>
                  </a:cxn>
                  <a:cxn ang="0">
                    <a:pos x="13" y="19"/>
                  </a:cxn>
                  <a:cxn ang="0">
                    <a:pos x="14" y="0"/>
                  </a:cxn>
                  <a:cxn ang="0">
                    <a:pos x="0" y="9"/>
                  </a:cxn>
                  <a:cxn ang="0">
                    <a:pos x="0" y="9"/>
                  </a:cxn>
                  <a:cxn ang="0">
                    <a:pos x="0" y="9"/>
                  </a:cxn>
                </a:cxnLst>
                <a:rect l="0" t="0" r="r" b="b"/>
                <a:pathLst>
                  <a:path w="14" h="19">
                    <a:moveTo>
                      <a:pt x="0" y="9"/>
                    </a:moveTo>
                    <a:lnTo>
                      <a:pt x="13" y="19"/>
                    </a:lnTo>
                    <a:lnTo>
                      <a:pt x="14" y="0"/>
                    </a:lnTo>
                    <a:lnTo>
                      <a:pt x="0" y="9"/>
                    </a:lnTo>
                    <a:lnTo>
                      <a:pt x="0" y="9"/>
                    </a:lnTo>
                    <a:lnTo>
                      <a:pt x="0" y="9"/>
                    </a:lnTo>
                    <a:close/>
                  </a:path>
                </a:pathLst>
              </a:custGeom>
              <a:noFill/>
              <a:ln w="12700" cap="rnd">
                <a:solidFill>
                  <a:schemeClr val="accent3"/>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97" name="Freeform 196"/>
              <p:cNvSpPr>
                <a:spLocks/>
              </p:cNvSpPr>
              <p:nvPr/>
            </p:nvSpPr>
            <p:spPr bwMode="auto">
              <a:xfrm>
                <a:off x="4151313" y="2816225"/>
                <a:ext cx="22225" cy="30163"/>
              </a:xfrm>
              <a:custGeom>
                <a:avLst/>
                <a:gdLst/>
                <a:ahLst/>
                <a:cxnLst>
                  <a:cxn ang="0">
                    <a:pos x="0" y="9"/>
                  </a:cxn>
                  <a:cxn ang="0">
                    <a:pos x="13" y="19"/>
                  </a:cxn>
                  <a:cxn ang="0">
                    <a:pos x="14" y="0"/>
                  </a:cxn>
                  <a:cxn ang="0">
                    <a:pos x="0" y="9"/>
                  </a:cxn>
                  <a:cxn ang="0">
                    <a:pos x="0" y="9"/>
                  </a:cxn>
                  <a:cxn ang="0">
                    <a:pos x="0" y="9"/>
                  </a:cxn>
                </a:cxnLst>
                <a:rect l="0" t="0" r="r" b="b"/>
                <a:pathLst>
                  <a:path w="14" h="19">
                    <a:moveTo>
                      <a:pt x="0" y="9"/>
                    </a:moveTo>
                    <a:lnTo>
                      <a:pt x="13" y="19"/>
                    </a:lnTo>
                    <a:lnTo>
                      <a:pt x="14" y="0"/>
                    </a:lnTo>
                    <a:lnTo>
                      <a:pt x="0" y="9"/>
                    </a:lnTo>
                    <a:lnTo>
                      <a:pt x="0" y="9"/>
                    </a:lnTo>
                    <a:lnTo>
                      <a:pt x="0" y="9"/>
                    </a:lnTo>
                    <a:close/>
                  </a:path>
                </a:pathLst>
              </a:custGeom>
              <a:noFill/>
              <a:ln w="12700" cap="rnd">
                <a:solidFill>
                  <a:schemeClr val="accent3"/>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98" name="Freeform 197"/>
              <p:cNvSpPr>
                <a:spLocks/>
              </p:cNvSpPr>
              <p:nvPr/>
            </p:nvSpPr>
            <p:spPr bwMode="auto">
              <a:xfrm>
                <a:off x="4027488" y="2759075"/>
                <a:ext cx="28575" cy="28575"/>
              </a:xfrm>
              <a:custGeom>
                <a:avLst/>
                <a:gdLst/>
                <a:ahLst/>
                <a:cxnLst>
                  <a:cxn ang="0">
                    <a:pos x="18" y="18"/>
                  </a:cxn>
                  <a:cxn ang="0">
                    <a:pos x="0" y="11"/>
                  </a:cxn>
                  <a:cxn ang="0">
                    <a:pos x="14" y="0"/>
                  </a:cxn>
                  <a:cxn ang="0">
                    <a:pos x="18" y="18"/>
                  </a:cxn>
                  <a:cxn ang="0">
                    <a:pos x="18" y="18"/>
                  </a:cxn>
                  <a:cxn ang="0">
                    <a:pos x="18" y="18"/>
                  </a:cxn>
                </a:cxnLst>
                <a:rect l="0" t="0" r="r" b="b"/>
                <a:pathLst>
                  <a:path w="18" h="18">
                    <a:moveTo>
                      <a:pt x="18" y="18"/>
                    </a:moveTo>
                    <a:lnTo>
                      <a:pt x="0" y="11"/>
                    </a:lnTo>
                    <a:lnTo>
                      <a:pt x="14" y="0"/>
                    </a:lnTo>
                    <a:lnTo>
                      <a:pt x="18" y="18"/>
                    </a:lnTo>
                    <a:lnTo>
                      <a:pt x="18" y="18"/>
                    </a:lnTo>
                    <a:lnTo>
                      <a:pt x="18" y="18"/>
                    </a:lnTo>
                    <a:close/>
                  </a:path>
                </a:pathLst>
              </a:custGeom>
              <a:noFill/>
              <a:ln w="12700" cap="rnd">
                <a:solidFill>
                  <a:schemeClr val="accent3"/>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199" name="Freeform 198"/>
              <p:cNvSpPr>
                <a:spLocks/>
              </p:cNvSpPr>
              <p:nvPr/>
            </p:nvSpPr>
            <p:spPr bwMode="auto">
              <a:xfrm>
                <a:off x="4027488" y="2759075"/>
                <a:ext cx="28575" cy="28575"/>
              </a:xfrm>
              <a:custGeom>
                <a:avLst/>
                <a:gdLst/>
                <a:ahLst/>
                <a:cxnLst>
                  <a:cxn ang="0">
                    <a:pos x="18" y="18"/>
                  </a:cxn>
                  <a:cxn ang="0">
                    <a:pos x="0" y="11"/>
                  </a:cxn>
                  <a:cxn ang="0">
                    <a:pos x="14" y="0"/>
                  </a:cxn>
                  <a:cxn ang="0">
                    <a:pos x="18" y="18"/>
                  </a:cxn>
                  <a:cxn ang="0">
                    <a:pos x="18" y="18"/>
                  </a:cxn>
                  <a:cxn ang="0">
                    <a:pos x="18" y="18"/>
                  </a:cxn>
                </a:cxnLst>
                <a:rect l="0" t="0" r="r" b="b"/>
                <a:pathLst>
                  <a:path w="18" h="18">
                    <a:moveTo>
                      <a:pt x="18" y="18"/>
                    </a:moveTo>
                    <a:lnTo>
                      <a:pt x="0" y="11"/>
                    </a:lnTo>
                    <a:lnTo>
                      <a:pt x="14" y="0"/>
                    </a:lnTo>
                    <a:lnTo>
                      <a:pt x="18" y="18"/>
                    </a:lnTo>
                    <a:lnTo>
                      <a:pt x="18" y="18"/>
                    </a:lnTo>
                    <a:lnTo>
                      <a:pt x="18" y="18"/>
                    </a:lnTo>
                    <a:close/>
                  </a:path>
                </a:pathLst>
              </a:custGeom>
              <a:noFill/>
              <a:ln w="12700" cap="rnd">
                <a:solidFill>
                  <a:schemeClr val="accent3"/>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200" name="Freeform 199"/>
              <p:cNvSpPr>
                <a:spLocks/>
              </p:cNvSpPr>
              <p:nvPr/>
            </p:nvSpPr>
            <p:spPr bwMode="auto">
              <a:xfrm>
                <a:off x="3843338" y="2857500"/>
                <a:ext cx="61913" cy="63500"/>
              </a:xfrm>
              <a:custGeom>
                <a:avLst/>
                <a:gdLst/>
                <a:ahLst/>
                <a:cxnLst>
                  <a:cxn ang="0">
                    <a:pos x="0" y="5"/>
                  </a:cxn>
                  <a:cxn ang="0">
                    <a:pos x="31" y="33"/>
                  </a:cxn>
                </a:cxnLst>
                <a:rect l="0" t="0" r="r" b="b"/>
                <a:pathLst>
                  <a:path w="32" h="33">
                    <a:moveTo>
                      <a:pt x="0" y="5"/>
                    </a:moveTo>
                    <a:cubicBezTo>
                      <a:pt x="0" y="5"/>
                      <a:pt x="32" y="0"/>
                      <a:pt x="31" y="33"/>
                    </a:cubicBezTo>
                  </a:path>
                </a:pathLst>
              </a:custGeom>
              <a:noFill/>
              <a:ln w="12700" cap="rnd">
                <a:solidFill>
                  <a:schemeClr val="accent3"/>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201" name="Freeform 200"/>
              <p:cNvSpPr>
                <a:spLocks/>
              </p:cNvSpPr>
              <p:nvPr/>
            </p:nvSpPr>
            <p:spPr bwMode="auto">
              <a:xfrm>
                <a:off x="3822701" y="2852738"/>
                <a:ext cx="26988" cy="26988"/>
              </a:xfrm>
              <a:custGeom>
                <a:avLst/>
                <a:gdLst/>
                <a:ahLst/>
                <a:cxnLst>
                  <a:cxn ang="0">
                    <a:pos x="14" y="0"/>
                  </a:cxn>
                  <a:cxn ang="0">
                    <a:pos x="0" y="11"/>
                  </a:cxn>
                  <a:cxn ang="0">
                    <a:pos x="17" y="17"/>
                  </a:cxn>
                  <a:cxn ang="0">
                    <a:pos x="14" y="0"/>
                  </a:cxn>
                  <a:cxn ang="0">
                    <a:pos x="14" y="0"/>
                  </a:cxn>
                  <a:cxn ang="0">
                    <a:pos x="14" y="0"/>
                  </a:cxn>
                </a:cxnLst>
                <a:rect l="0" t="0" r="r" b="b"/>
                <a:pathLst>
                  <a:path w="17" h="17">
                    <a:moveTo>
                      <a:pt x="14" y="0"/>
                    </a:moveTo>
                    <a:lnTo>
                      <a:pt x="0" y="11"/>
                    </a:lnTo>
                    <a:lnTo>
                      <a:pt x="17" y="17"/>
                    </a:lnTo>
                    <a:lnTo>
                      <a:pt x="14" y="0"/>
                    </a:lnTo>
                    <a:lnTo>
                      <a:pt x="14" y="0"/>
                    </a:lnTo>
                    <a:lnTo>
                      <a:pt x="14" y="0"/>
                    </a:lnTo>
                    <a:close/>
                  </a:path>
                </a:pathLst>
              </a:custGeom>
              <a:noFill/>
              <a:ln w="12700" cap="rnd">
                <a:solidFill>
                  <a:schemeClr val="accent3"/>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202" name="Freeform 201"/>
              <p:cNvSpPr>
                <a:spLocks/>
              </p:cNvSpPr>
              <p:nvPr/>
            </p:nvSpPr>
            <p:spPr bwMode="auto">
              <a:xfrm>
                <a:off x="3822701" y="2852738"/>
                <a:ext cx="26988" cy="26988"/>
              </a:xfrm>
              <a:custGeom>
                <a:avLst/>
                <a:gdLst/>
                <a:ahLst/>
                <a:cxnLst>
                  <a:cxn ang="0">
                    <a:pos x="14" y="0"/>
                  </a:cxn>
                  <a:cxn ang="0">
                    <a:pos x="0" y="11"/>
                  </a:cxn>
                  <a:cxn ang="0">
                    <a:pos x="17" y="17"/>
                  </a:cxn>
                  <a:cxn ang="0">
                    <a:pos x="14" y="0"/>
                  </a:cxn>
                  <a:cxn ang="0">
                    <a:pos x="14" y="0"/>
                  </a:cxn>
                  <a:cxn ang="0">
                    <a:pos x="14" y="0"/>
                  </a:cxn>
                </a:cxnLst>
                <a:rect l="0" t="0" r="r" b="b"/>
                <a:pathLst>
                  <a:path w="17" h="17">
                    <a:moveTo>
                      <a:pt x="14" y="0"/>
                    </a:moveTo>
                    <a:lnTo>
                      <a:pt x="0" y="11"/>
                    </a:lnTo>
                    <a:lnTo>
                      <a:pt x="17" y="17"/>
                    </a:lnTo>
                    <a:lnTo>
                      <a:pt x="14" y="0"/>
                    </a:lnTo>
                    <a:lnTo>
                      <a:pt x="14" y="0"/>
                    </a:lnTo>
                    <a:lnTo>
                      <a:pt x="14" y="0"/>
                    </a:lnTo>
                    <a:close/>
                  </a:path>
                </a:pathLst>
              </a:custGeom>
              <a:noFill/>
              <a:ln w="12700" cap="rnd">
                <a:solidFill>
                  <a:schemeClr val="accent3"/>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203" name="Freeform 202"/>
              <p:cNvSpPr>
                <a:spLocks/>
              </p:cNvSpPr>
              <p:nvPr/>
            </p:nvSpPr>
            <p:spPr bwMode="auto">
              <a:xfrm>
                <a:off x="3889376" y="2917825"/>
                <a:ext cx="26988" cy="22225"/>
              </a:xfrm>
              <a:custGeom>
                <a:avLst/>
                <a:gdLst/>
                <a:ahLst/>
                <a:cxnLst>
                  <a:cxn ang="0">
                    <a:pos x="17" y="0"/>
                  </a:cxn>
                  <a:cxn ang="0">
                    <a:pos x="8" y="14"/>
                  </a:cxn>
                  <a:cxn ang="0">
                    <a:pos x="0" y="0"/>
                  </a:cxn>
                  <a:cxn ang="0">
                    <a:pos x="17" y="0"/>
                  </a:cxn>
                  <a:cxn ang="0">
                    <a:pos x="17" y="0"/>
                  </a:cxn>
                  <a:cxn ang="0">
                    <a:pos x="17" y="0"/>
                  </a:cxn>
                </a:cxnLst>
                <a:rect l="0" t="0" r="r" b="b"/>
                <a:pathLst>
                  <a:path w="17" h="14">
                    <a:moveTo>
                      <a:pt x="17" y="0"/>
                    </a:moveTo>
                    <a:lnTo>
                      <a:pt x="8" y="14"/>
                    </a:lnTo>
                    <a:lnTo>
                      <a:pt x="0" y="0"/>
                    </a:lnTo>
                    <a:lnTo>
                      <a:pt x="17" y="0"/>
                    </a:lnTo>
                    <a:lnTo>
                      <a:pt x="17" y="0"/>
                    </a:lnTo>
                    <a:lnTo>
                      <a:pt x="17" y="0"/>
                    </a:lnTo>
                    <a:close/>
                  </a:path>
                </a:pathLst>
              </a:custGeom>
              <a:noFill/>
              <a:ln w="12700" cap="rnd">
                <a:solidFill>
                  <a:schemeClr val="accent3"/>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204" name="Freeform 203"/>
              <p:cNvSpPr>
                <a:spLocks/>
              </p:cNvSpPr>
              <p:nvPr/>
            </p:nvSpPr>
            <p:spPr bwMode="auto">
              <a:xfrm>
                <a:off x="3889376" y="2917825"/>
                <a:ext cx="26988" cy="22225"/>
              </a:xfrm>
              <a:custGeom>
                <a:avLst/>
                <a:gdLst/>
                <a:ahLst/>
                <a:cxnLst>
                  <a:cxn ang="0">
                    <a:pos x="17" y="0"/>
                  </a:cxn>
                  <a:cxn ang="0">
                    <a:pos x="8" y="14"/>
                  </a:cxn>
                  <a:cxn ang="0">
                    <a:pos x="0" y="0"/>
                  </a:cxn>
                  <a:cxn ang="0">
                    <a:pos x="17" y="0"/>
                  </a:cxn>
                  <a:cxn ang="0">
                    <a:pos x="17" y="0"/>
                  </a:cxn>
                  <a:cxn ang="0">
                    <a:pos x="17" y="0"/>
                  </a:cxn>
                </a:cxnLst>
                <a:rect l="0" t="0" r="r" b="b"/>
                <a:pathLst>
                  <a:path w="17" h="14">
                    <a:moveTo>
                      <a:pt x="17" y="0"/>
                    </a:moveTo>
                    <a:lnTo>
                      <a:pt x="8" y="14"/>
                    </a:lnTo>
                    <a:lnTo>
                      <a:pt x="0" y="0"/>
                    </a:lnTo>
                    <a:lnTo>
                      <a:pt x="17" y="0"/>
                    </a:lnTo>
                    <a:lnTo>
                      <a:pt x="17" y="0"/>
                    </a:lnTo>
                    <a:lnTo>
                      <a:pt x="17" y="0"/>
                    </a:lnTo>
                    <a:close/>
                  </a:path>
                </a:pathLst>
              </a:custGeom>
              <a:noFill/>
              <a:ln w="12700" cap="rnd">
                <a:solidFill>
                  <a:schemeClr val="accent3"/>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grpSp>
        <p:grpSp>
          <p:nvGrpSpPr>
            <p:cNvPr id="22" name="Groupe 660"/>
            <p:cNvGrpSpPr/>
            <p:nvPr/>
          </p:nvGrpSpPr>
          <p:grpSpPr>
            <a:xfrm>
              <a:off x="5657488" y="3968095"/>
              <a:ext cx="493713" cy="328613"/>
              <a:chOff x="5292726" y="1836738"/>
              <a:chExt cx="493713" cy="328613"/>
            </a:xfrm>
            <a:solidFill>
              <a:schemeClr val="bg1"/>
            </a:solidFill>
          </p:grpSpPr>
          <p:sp>
            <p:nvSpPr>
              <p:cNvPr id="206" name="Freeform 205"/>
              <p:cNvSpPr>
                <a:spLocks/>
              </p:cNvSpPr>
              <p:nvPr/>
            </p:nvSpPr>
            <p:spPr bwMode="auto">
              <a:xfrm>
                <a:off x="5292726" y="1941513"/>
                <a:ext cx="165100" cy="223838"/>
              </a:xfrm>
              <a:custGeom>
                <a:avLst/>
                <a:gdLst/>
                <a:ahLst/>
                <a:cxnLst>
                  <a:cxn ang="0">
                    <a:pos x="85" y="116"/>
                  </a:cxn>
                  <a:cxn ang="0">
                    <a:pos x="52" y="50"/>
                  </a:cxn>
                  <a:cxn ang="0">
                    <a:pos x="63" y="26"/>
                  </a:cxn>
                  <a:cxn ang="0">
                    <a:pos x="42" y="0"/>
                  </a:cxn>
                  <a:cxn ang="0">
                    <a:pos x="21" y="26"/>
                  </a:cxn>
                  <a:cxn ang="0">
                    <a:pos x="33" y="50"/>
                  </a:cxn>
                  <a:cxn ang="0">
                    <a:pos x="0" y="116"/>
                  </a:cxn>
                </a:cxnLst>
                <a:rect l="0" t="0" r="r" b="b"/>
                <a:pathLst>
                  <a:path w="85" h="116">
                    <a:moveTo>
                      <a:pt x="85" y="116"/>
                    </a:moveTo>
                    <a:cubicBezTo>
                      <a:pt x="85" y="84"/>
                      <a:pt x="76" y="57"/>
                      <a:pt x="52" y="50"/>
                    </a:cubicBezTo>
                    <a:cubicBezTo>
                      <a:pt x="57" y="45"/>
                      <a:pt x="63" y="35"/>
                      <a:pt x="63" y="26"/>
                    </a:cubicBezTo>
                    <a:cubicBezTo>
                      <a:pt x="63" y="11"/>
                      <a:pt x="54" y="0"/>
                      <a:pt x="42" y="0"/>
                    </a:cubicBezTo>
                    <a:cubicBezTo>
                      <a:pt x="31" y="0"/>
                      <a:pt x="21" y="11"/>
                      <a:pt x="21" y="26"/>
                    </a:cubicBezTo>
                    <a:cubicBezTo>
                      <a:pt x="21" y="35"/>
                      <a:pt x="28" y="45"/>
                      <a:pt x="33" y="50"/>
                    </a:cubicBezTo>
                    <a:cubicBezTo>
                      <a:pt x="8" y="57"/>
                      <a:pt x="0" y="84"/>
                      <a:pt x="0" y="116"/>
                    </a:cubicBezTo>
                  </a:path>
                </a:pathLst>
              </a:custGeom>
              <a:grpFill/>
              <a:ln w="12700" cap="rnd">
                <a:solidFill>
                  <a:srgbClr val="00B050"/>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207" name="Freeform 206"/>
              <p:cNvSpPr>
                <a:spLocks/>
              </p:cNvSpPr>
              <p:nvPr/>
            </p:nvSpPr>
            <p:spPr bwMode="auto">
              <a:xfrm>
                <a:off x="5457826" y="1941513"/>
                <a:ext cx="165100" cy="223838"/>
              </a:xfrm>
              <a:custGeom>
                <a:avLst/>
                <a:gdLst/>
                <a:ahLst/>
                <a:cxnLst>
                  <a:cxn ang="0">
                    <a:pos x="85" y="116"/>
                  </a:cxn>
                  <a:cxn ang="0">
                    <a:pos x="52" y="50"/>
                  </a:cxn>
                  <a:cxn ang="0">
                    <a:pos x="64" y="26"/>
                  </a:cxn>
                  <a:cxn ang="0">
                    <a:pos x="42" y="0"/>
                  </a:cxn>
                  <a:cxn ang="0">
                    <a:pos x="21" y="26"/>
                  </a:cxn>
                  <a:cxn ang="0">
                    <a:pos x="33" y="50"/>
                  </a:cxn>
                  <a:cxn ang="0">
                    <a:pos x="0" y="116"/>
                  </a:cxn>
                </a:cxnLst>
                <a:rect l="0" t="0" r="r" b="b"/>
                <a:pathLst>
                  <a:path w="85" h="116">
                    <a:moveTo>
                      <a:pt x="85" y="116"/>
                    </a:moveTo>
                    <a:cubicBezTo>
                      <a:pt x="85" y="84"/>
                      <a:pt x="77" y="57"/>
                      <a:pt x="52" y="50"/>
                    </a:cubicBezTo>
                    <a:cubicBezTo>
                      <a:pt x="57" y="45"/>
                      <a:pt x="64" y="35"/>
                      <a:pt x="64" y="26"/>
                    </a:cubicBezTo>
                    <a:cubicBezTo>
                      <a:pt x="64" y="11"/>
                      <a:pt x="54" y="0"/>
                      <a:pt x="42" y="0"/>
                    </a:cubicBezTo>
                    <a:cubicBezTo>
                      <a:pt x="31" y="0"/>
                      <a:pt x="21" y="11"/>
                      <a:pt x="21" y="26"/>
                    </a:cubicBezTo>
                    <a:cubicBezTo>
                      <a:pt x="21" y="35"/>
                      <a:pt x="28" y="45"/>
                      <a:pt x="33" y="50"/>
                    </a:cubicBezTo>
                    <a:cubicBezTo>
                      <a:pt x="8" y="57"/>
                      <a:pt x="0" y="84"/>
                      <a:pt x="0" y="116"/>
                    </a:cubicBezTo>
                  </a:path>
                </a:pathLst>
              </a:custGeom>
              <a:grpFill/>
              <a:ln w="12700" cap="rnd">
                <a:solidFill>
                  <a:srgbClr val="00B050"/>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208" name="Freeform 207"/>
              <p:cNvSpPr>
                <a:spLocks/>
              </p:cNvSpPr>
              <p:nvPr/>
            </p:nvSpPr>
            <p:spPr bwMode="auto">
              <a:xfrm>
                <a:off x="5622926" y="1941513"/>
                <a:ext cx="163513" cy="223838"/>
              </a:xfrm>
              <a:custGeom>
                <a:avLst/>
                <a:gdLst/>
                <a:ahLst/>
                <a:cxnLst>
                  <a:cxn ang="0">
                    <a:pos x="85" y="116"/>
                  </a:cxn>
                  <a:cxn ang="0">
                    <a:pos x="52" y="50"/>
                  </a:cxn>
                  <a:cxn ang="0">
                    <a:pos x="64" y="26"/>
                  </a:cxn>
                  <a:cxn ang="0">
                    <a:pos x="43" y="0"/>
                  </a:cxn>
                  <a:cxn ang="0">
                    <a:pos x="22" y="26"/>
                  </a:cxn>
                  <a:cxn ang="0">
                    <a:pos x="33" y="50"/>
                  </a:cxn>
                  <a:cxn ang="0">
                    <a:pos x="0" y="116"/>
                  </a:cxn>
                </a:cxnLst>
                <a:rect l="0" t="0" r="r" b="b"/>
                <a:pathLst>
                  <a:path w="85" h="116">
                    <a:moveTo>
                      <a:pt x="85" y="116"/>
                    </a:moveTo>
                    <a:cubicBezTo>
                      <a:pt x="85" y="84"/>
                      <a:pt x="77" y="57"/>
                      <a:pt x="52" y="50"/>
                    </a:cubicBezTo>
                    <a:cubicBezTo>
                      <a:pt x="57" y="45"/>
                      <a:pt x="64" y="35"/>
                      <a:pt x="64" y="26"/>
                    </a:cubicBezTo>
                    <a:cubicBezTo>
                      <a:pt x="64" y="11"/>
                      <a:pt x="54" y="0"/>
                      <a:pt x="43" y="0"/>
                    </a:cubicBezTo>
                    <a:cubicBezTo>
                      <a:pt x="31" y="0"/>
                      <a:pt x="22" y="11"/>
                      <a:pt x="22" y="26"/>
                    </a:cubicBezTo>
                    <a:cubicBezTo>
                      <a:pt x="22" y="35"/>
                      <a:pt x="28" y="45"/>
                      <a:pt x="33" y="50"/>
                    </a:cubicBezTo>
                    <a:cubicBezTo>
                      <a:pt x="8" y="57"/>
                      <a:pt x="0" y="84"/>
                      <a:pt x="0" y="116"/>
                    </a:cubicBezTo>
                  </a:path>
                </a:pathLst>
              </a:custGeom>
              <a:grpFill/>
              <a:ln w="12700" cap="rnd">
                <a:solidFill>
                  <a:srgbClr val="00B050"/>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209" name="Freeform 208"/>
              <p:cNvSpPr>
                <a:spLocks/>
              </p:cNvSpPr>
              <p:nvPr/>
            </p:nvSpPr>
            <p:spPr bwMode="auto">
              <a:xfrm>
                <a:off x="5402263" y="1836738"/>
                <a:ext cx="107950" cy="120650"/>
              </a:xfrm>
              <a:custGeom>
                <a:avLst/>
                <a:gdLst/>
                <a:ahLst/>
                <a:cxnLst>
                  <a:cxn ang="0">
                    <a:pos x="56" y="62"/>
                  </a:cxn>
                  <a:cxn ang="0">
                    <a:pos x="36" y="49"/>
                  </a:cxn>
                  <a:cxn ang="0">
                    <a:pos x="48" y="26"/>
                  </a:cxn>
                  <a:cxn ang="0">
                    <a:pos x="27" y="0"/>
                  </a:cxn>
                  <a:cxn ang="0">
                    <a:pos x="6" y="26"/>
                  </a:cxn>
                  <a:cxn ang="0">
                    <a:pos x="17" y="49"/>
                  </a:cxn>
                  <a:cxn ang="0">
                    <a:pos x="0" y="60"/>
                  </a:cxn>
                </a:cxnLst>
                <a:rect l="0" t="0" r="r" b="b"/>
                <a:pathLst>
                  <a:path w="56" h="62">
                    <a:moveTo>
                      <a:pt x="56" y="62"/>
                    </a:moveTo>
                    <a:cubicBezTo>
                      <a:pt x="51" y="56"/>
                      <a:pt x="45" y="52"/>
                      <a:pt x="36" y="49"/>
                    </a:cubicBezTo>
                    <a:cubicBezTo>
                      <a:pt x="42" y="44"/>
                      <a:pt x="48" y="35"/>
                      <a:pt x="48" y="26"/>
                    </a:cubicBezTo>
                    <a:cubicBezTo>
                      <a:pt x="48" y="11"/>
                      <a:pt x="39" y="0"/>
                      <a:pt x="27" y="0"/>
                    </a:cubicBezTo>
                    <a:cubicBezTo>
                      <a:pt x="15" y="0"/>
                      <a:pt x="6" y="11"/>
                      <a:pt x="6" y="26"/>
                    </a:cubicBezTo>
                    <a:cubicBezTo>
                      <a:pt x="6" y="35"/>
                      <a:pt x="12" y="44"/>
                      <a:pt x="17" y="49"/>
                    </a:cubicBezTo>
                    <a:cubicBezTo>
                      <a:pt x="10" y="51"/>
                      <a:pt x="5" y="55"/>
                      <a:pt x="0" y="60"/>
                    </a:cubicBezTo>
                  </a:path>
                </a:pathLst>
              </a:custGeom>
              <a:grpFill/>
              <a:ln w="12700" cap="rnd">
                <a:solidFill>
                  <a:srgbClr val="00B050"/>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210" name="Freeform 209"/>
              <p:cNvSpPr>
                <a:spLocks/>
              </p:cNvSpPr>
              <p:nvPr/>
            </p:nvSpPr>
            <p:spPr bwMode="auto">
              <a:xfrm>
                <a:off x="5565776" y="1836738"/>
                <a:ext cx="109538" cy="120650"/>
              </a:xfrm>
              <a:custGeom>
                <a:avLst/>
                <a:gdLst/>
                <a:ahLst/>
                <a:cxnLst>
                  <a:cxn ang="0">
                    <a:pos x="56" y="62"/>
                  </a:cxn>
                  <a:cxn ang="0">
                    <a:pos x="37" y="49"/>
                  </a:cxn>
                  <a:cxn ang="0">
                    <a:pos x="48" y="26"/>
                  </a:cxn>
                  <a:cxn ang="0">
                    <a:pos x="27" y="0"/>
                  </a:cxn>
                  <a:cxn ang="0">
                    <a:pos x="6" y="26"/>
                  </a:cxn>
                  <a:cxn ang="0">
                    <a:pos x="18" y="49"/>
                  </a:cxn>
                  <a:cxn ang="0">
                    <a:pos x="0" y="61"/>
                  </a:cxn>
                </a:cxnLst>
                <a:rect l="0" t="0" r="r" b="b"/>
                <a:pathLst>
                  <a:path w="56" h="62">
                    <a:moveTo>
                      <a:pt x="56" y="62"/>
                    </a:moveTo>
                    <a:cubicBezTo>
                      <a:pt x="51" y="56"/>
                      <a:pt x="45" y="52"/>
                      <a:pt x="37" y="49"/>
                    </a:cubicBezTo>
                    <a:cubicBezTo>
                      <a:pt x="42" y="44"/>
                      <a:pt x="48" y="35"/>
                      <a:pt x="48" y="26"/>
                    </a:cubicBezTo>
                    <a:cubicBezTo>
                      <a:pt x="48" y="11"/>
                      <a:pt x="39" y="0"/>
                      <a:pt x="27" y="0"/>
                    </a:cubicBezTo>
                    <a:cubicBezTo>
                      <a:pt x="16" y="0"/>
                      <a:pt x="6" y="11"/>
                      <a:pt x="6" y="26"/>
                    </a:cubicBezTo>
                    <a:cubicBezTo>
                      <a:pt x="6" y="35"/>
                      <a:pt x="13" y="44"/>
                      <a:pt x="18" y="49"/>
                    </a:cubicBezTo>
                    <a:cubicBezTo>
                      <a:pt x="10" y="51"/>
                      <a:pt x="4" y="55"/>
                      <a:pt x="0" y="61"/>
                    </a:cubicBezTo>
                  </a:path>
                </a:pathLst>
              </a:custGeom>
              <a:grpFill/>
              <a:ln w="12700" cap="rnd">
                <a:solidFill>
                  <a:srgbClr val="00B050"/>
                </a:solidFill>
                <a:prstDash val="solid"/>
                <a:round/>
                <a:headEnd/>
                <a:tailEnd/>
              </a:ln>
            </p:spPr>
            <p:txBody>
              <a:bodyPr vert="horz" wrap="square" lIns="91440" tIns="45720" rIns="91440" bIns="45720" numCol="1" anchor="t" anchorCtr="0" compatLnSpc="1">
                <a:prstTxWarp prst="textNoShape">
                  <a:avLst/>
                </a:prstTxWarp>
              </a:bodyPr>
              <a:lstStyle>
                <a:defPPr>
                  <a:defRPr lang="de-DE"/>
                </a:defPPr>
                <a:lvl1pPr marL="0" algn="l" defTabSz="957756" rtl="0" eaLnBrk="1" latinLnBrk="0" hangingPunct="1">
                  <a:defRPr sz="1900" kern="1200">
                    <a:solidFill>
                      <a:schemeClr val="tx1"/>
                    </a:solidFill>
                    <a:latin typeface="+mn-lt"/>
                    <a:ea typeface="+mn-ea"/>
                    <a:cs typeface="+mn-cs"/>
                  </a:defRPr>
                </a:lvl1pPr>
                <a:lvl2pPr marL="478878" algn="l" defTabSz="957756" rtl="0" eaLnBrk="1" latinLnBrk="0" hangingPunct="1">
                  <a:defRPr sz="1900" kern="1200">
                    <a:solidFill>
                      <a:schemeClr val="tx1"/>
                    </a:solidFill>
                    <a:latin typeface="+mn-lt"/>
                    <a:ea typeface="+mn-ea"/>
                    <a:cs typeface="+mn-cs"/>
                  </a:defRPr>
                </a:lvl2pPr>
                <a:lvl3pPr marL="957756" algn="l" defTabSz="957756" rtl="0" eaLnBrk="1" latinLnBrk="0" hangingPunct="1">
                  <a:defRPr sz="1900" kern="1200">
                    <a:solidFill>
                      <a:schemeClr val="tx1"/>
                    </a:solidFill>
                    <a:latin typeface="+mn-lt"/>
                    <a:ea typeface="+mn-ea"/>
                    <a:cs typeface="+mn-cs"/>
                  </a:defRPr>
                </a:lvl3pPr>
                <a:lvl4pPr marL="1436634" algn="l" defTabSz="957756" rtl="0" eaLnBrk="1" latinLnBrk="0" hangingPunct="1">
                  <a:defRPr sz="1900" kern="1200">
                    <a:solidFill>
                      <a:schemeClr val="tx1"/>
                    </a:solidFill>
                    <a:latin typeface="+mn-lt"/>
                    <a:ea typeface="+mn-ea"/>
                    <a:cs typeface="+mn-cs"/>
                  </a:defRPr>
                </a:lvl4pPr>
                <a:lvl5pPr marL="1915510" algn="l" defTabSz="957756" rtl="0" eaLnBrk="1" latinLnBrk="0" hangingPunct="1">
                  <a:defRPr sz="1900" kern="1200">
                    <a:solidFill>
                      <a:schemeClr val="tx1"/>
                    </a:solidFill>
                    <a:latin typeface="+mn-lt"/>
                    <a:ea typeface="+mn-ea"/>
                    <a:cs typeface="+mn-cs"/>
                  </a:defRPr>
                </a:lvl5pPr>
                <a:lvl6pPr marL="2394388" algn="l" defTabSz="957756" rtl="0" eaLnBrk="1" latinLnBrk="0" hangingPunct="1">
                  <a:defRPr sz="1900" kern="1200">
                    <a:solidFill>
                      <a:schemeClr val="tx1"/>
                    </a:solidFill>
                    <a:latin typeface="+mn-lt"/>
                    <a:ea typeface="+mn-ea"/>
                    <a:cs typeface="+mn-cs"/>
                  </a:defRPr>
                </a:lvl6pPr>
                <a:lvl7pPr marL="2873265" algn="l" defTabSz="957756" rtl="0" eaLnBrk="1" latinLnBrk="0" hangingPunct="1">
                  <a:defRPr sz="1900" kern="1200">
                    <a:solidFill>
                      <a:schemeClr val="tx1"/>
                    </a:solidFill>
                    <a:latin typeface="+mn-lt"/>
                    <a:ea typeface="+mn-ea"/>
                    <a:cs typeface="+mn-cs"/>
                  </a:defRPr>
                </a:lvl7pPr>
                <a:lvl8pPr marL="3352143" algn="l" defTabSz="957756" rtl="0" eaLnBrk="1" latinLnBrk="0" hangingPunct="1">
                  <a:defRPr sz="1900" kern="1200">
                    <a:solidFill>
                      <a:schemeClr val="tx1"/>
                    </a:solidFill>
                    <a:latin typeface="+mn-lt"/>
                    <a:ea typeface="+mn-ea"/>
                    <a:cs typeface="+mn-cs"/>
                  </a:defRPr>
                </a:lvl8pPr>
                <a:lvl9pPr marL="3831021" algn="l" defTabSz="957756" rtl="0" eaLnBrk="1" latinLnBrk="0" hangingPunct="1">
                  <a:defRPr sz="1900" kern="1200">
                    <a:solidFill>
                      <a:schemeClr val="tx1"/>
                    </a:solidFill>
                    <a:latin typeface="+mn-lt"/>
                    <a:ea typeface="+mn-ea"/>
                    <a:cs typeface="+mn-cs"/>
                  </a:defRPr>
                </a:lvl9pPr>
              </a:lstStyle>
              <a:p>
                <a:pPr marL="0" marR="0" lvl="0" indent="0" algn="l" defTabSz="957756" rtl="0" eaLnBrk="1" fontAlgn="auto" latinLnBrk="0" hangingPunct="1">
                  <a:lnSpc>
                    <a:spcPct val="100000"/>
                  </a:lnSpc>
                  <a:spcBef>
                    <a:spcPts val="0"/>
                  </a:spcBef>
                  <a:spcAft>
                    <a:spcPts val="0"/>
                  </a:spcAft>
                  <a:buClrTx/>
                  <a:buSzTx/>
                  <a:buFontTx/>
                  <a:buNone/>
                  <a:tabLst/>
                  <a:defRPr/>
                </a:pPr>
                <a:endParaRPr kumimoji="0" lang="en-US" sz="7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grpSp>
        <p:sp>
          <p:nvSpPr>
            <p:cNvPr id="4" name="Curved Left Arrow 3"/>
            <p:cNvSpPr/>
            <p:nvPr/>
          </p:nvSpPr>
          <p:spPr>
            <a:xfrm rot="4210750">
              <a:off x="6526742" y="4015651"/>
              <a:ext cx="630406" cy="998800"/>
            </a:xfrm>
            <a:prstGeom prst="curvedLeftArrow">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222" name="Curved Left Arrow 221"/>
            <p:cNvSpPr/>
            <p:nvPr/>
          </p:nvSpPr>
          <p:spPr>
            <a:xfrm rot="14981877">
              <a:off x="6169058" y="2921088"/>
              <a:ext cx="605228" cy="971225"/>
            </a:xfrm>
            <a:prstGeom prst="curvedLeft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223" name="Curved Left Arrow 222"/>
            <p:cNvSpPr/>
            <p:nvPr/>
          </p:nvSpPr>
          <p:spPr>
            <a:xfrm rot="17400000" flipV="1">
              <a:off x="5236376" y="2875242"/>
              <a:ext cx="605228" cy="1082250"/>
            </a:xfrm>
            <a:prstGeom prst="curvedLeftArrow">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224" name="Curved Left Arrow 223"/>
            <p:cNvSpPr/>
            <p:nvPr/>
          </p:nvSpPr>
          <p:spPr>
            <a:xfrm rot="6298033" flipV="1">
              <a:off x="5185285" y="3954311"/>
              <a:ext cx="588086" cy="1098973"/>
            </a:xfrm>
            <a:prstGeom prst="curvedLeftArrow">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prstClr val="black"/>
                </a:solidFill>
                <a:effectLst/>
                <a:uLnTx/>
                <a:uFillTx/>
                <a:latin typeface="Avenir Next LT Pro" panose="020B0504020202020204" pitchFamily="34" charset="0"/>
                <a:ea typeface="+mn-ea"/>
                <a:cs typeface="Arial" pitchFamily="34" charset="0"/>
              </a:endParaRPr>
            </a:p>
          </p:txBody>
        </p:sp>
        <p:sp>
          <p:nvSpPr>
            <p:cNvPr id="6" name="TextBox 5"/>
            <p:cNvSpPr txBox="1"/>
            <p:nvPr/>
          </p:nvSpPr>
          <p:spPr>
            <a:xfrm>
              <a:off x="5030759" y="4891690"/>
              <a:ext cx="2176663"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1" i="0" u="none" strike="noStrike" kern="1200" cap="none" spc="0" normalizeH="0" baseline="0" noProof="0">
                  <a:ln>
                    <a:noFill/>
                  </a:ln>
                  <a:solidFill>
                    <a:srgbClr val="6A9529"/>
                  </a:solidFill>
                  <a:effectLst/>
                  <a:uLnTx/>
                  <a:uFillTx/>
                  <a:latin typeface="Avenir Next LT Pro" panose="020B0504020202020204" pitchFamily="34" charset="0"/>
                  <a:ea typeface="+mn-ea"/>
                  <a:cs typeface="Arial" pitchFamily="34" charset="0"/>
                </a:rPr>
                <a:t>Regroup </a:t>
              </a:r>
              <a:r>
                <a:rPr kumimoji="0" lang="en-GB" sz="1200" b="0" i="0" u="none" strike="noStrike" kern="1200" cap="none" spc="0" normalizeH="0" baseline="0" noProof="0">
                  <a:ln>
                    <a:noFill/>
                  </a:ln>
                  <a:solidFill>
                    <a:srgbClr val="6A9529"/>
                  </a:solidFill>
                  <a:effectLst/>
                  <a:uLnTx/>
                  <a:uFillTx/>
                  <a:latin typeface="Avenir Next LT Pro" panose="020B0504020202020204" pitchFamily="34" charset="0"/>
                  <a:ea typeface="+mn-ea"/>
                  <a:cs typeface="Arial" pitchFamily="34" charset="0"/>
                </a:rPr>
                <a:t>with a better understanding &amp; summarize</a:t>
              </a:r>
            </a:p>
          </p:txBody>
        </p:sp>
        <p:sp>
          <p:nvSpPr>
            <p:cNvPr id="7" name="TextBox 6"/>
            <p:cNvSpPr txBox="1"/>
            <p:nvPr/>
          </p:nvSpPr>
          <p:spPr>
            <a:xfrm>
              <a:off x="5046871" y="2414884"/>
              <a:ext cx="2062652"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1" i="0" u="none" strike="noStrike" kern="1200" cap="none" spc="0" normalizeH="0" baseline="0" noProof="0">
                  <a:ln>
                    <a:noFill/>
                  </a:ln>
                  <a:solidFill>
                    <a:srgbClr val="4C385A"/>
                  </a:solidFill>
                  <a:effectLst/>
                  <a:uLnTx/>
                  <a:uFillTx/>
                  <a:latin typeface="Avenir Next LT Pro" panose="020B0504020202020204" pitchFamily="34" charset="0"/>
                  <a:ea typeface="+mn-ea"/>
                  <a:cs typeface="Arial" pitchFamily="34" charset="0"/>
                </a:rPr>
                <a:t>Localised understanding of requirements</a:t>
              </a:r>
            </a:p>
          </p:txBody>
        </p:sp>
      </p:grpSp>
      <p:grpSp>
        <p:nvGrpSpPr>
          <p:cNvPr id="23" name="Group 230"/>
          <p:cNvGrpSpPr/>
          <p:nvPr/>
        </p:nvGrpSpPr>
        <p:grpSpPr>
          <a:xfrm>
            <a:off x="9876126" y="1461837"/>
            <a:ext cx="1530309" cy="1124806"/>
            <a:chOff x="9789861" y="2975769"/>
            <a:chExt cx="1491546" cy="1149795"/>
          </a:xfrm>
        </p:grpSpPr>
        <p:sp>
          <p:nvSpPr>
            <p:cNvPr id="227" name="Freeform 226"/>
            <p:cNvSpPr/>
            <p:nvPr/>
          </p:nvSpPr>
          <p:spPr>
            <a:xfrm rot="9778845">
              <a:off x="9789861" y="2975769"/>
              <a:ext cx="1324044" cy="1149795"/>
            </a:xfrm>
            <a:custGeom>
              <a:avLst/>
              <a:gdLst>
                <a:gd name="connsiteX0" fmla="*/ 364197 w 1149822"/>
                <a:gd name="connsiteY0" fmla="*/ 995718 h 998502"/>
                <a:gd name="connsiteX1" fmla="*/ 278619 w 1149822"/>
                <a:gd name="connsiteY1" fmla="*/ 959878 h 998502"/>
                <a:gd name="connsiteX2" fmla="*/ 274150 w 1149822"/>
                <a:gd name="connsiteY2" fmla="*/ 958638 h 998502"/>
                <a:gd name="connsiteX3" fmla="*/ 274370 w 1149822"/>
                <a:gd name="connsiteY3" fmla="*/ 958098 h 998502"/>
                <a:gd name="connsiteX4" fmla="*/ 268294 w 1149822"/>
                <a:gd name="connsiteY4" fmla="*/ 955553 h 998502"/>
                <a:gd name="connsiteX5" fmla="*/ 22222 w 1149822"/>
                <a:gd name="connsiteY5" fmla="*/ 359008 h 998502"/>
                <a:gd name="connsiteX6" fmla="*/ 560048 w 1149822"/>
                <a:gd name="connsiteY6" fmla="*/ 2413 h 998502"/>
                <a:gd name="connsiteX7" fmla="*/ 604708 w 1149822"/>
                <a:gd name="connsiteY7" fmla="*/ 11349 h 998502"/>
                <a:gd name="connsiteX8" fmla="*/ 606408 w 1149822"/>
                <a:gd name="connsiteY8" fmla="*/ 5795 h 998502"/>
                <a:gd name="connsiteX9" fmla="*/ 662002 w 1149822"/>
                <a:gd name="connsiteY9" fmla="*/ 22812 h 998502"/>
                <a:gd name="connsiteX10" fmla="*/ 1149822 w 1149822"/>
                <a:gd name="connsiteY10" fmla="*/ 172133 h 998502"/>
                <a:gd name="connsiteX11" fmla="*/ 1095751 w 1149822"/>
                <a:gd name="connsiteY11" fmla="*/ 348779 h 998502"/>
                <a:gd name="connsiteX12" fmla="*/ 607931 w 1149822"/>
                <a:gd name="connsiteY12" fmla="*/ 199458 h 998502"/>
                <a:gd name="connsiteX13" fmla="*/ 607524 w 1149822"/>
                <a:gd name="connsiteY13" fmla="*/ 200786 h 998502"/>
                <a:gd name="connsiteX14" fmla="*/ 200196 w 1149822"/>
                <a:gd name="connsiteY14" fmla="*/ 413486 h 998502"/>
                <a:gd name="connsiteX15" fmla="*/ 304299 w 1149822"/>
                <a:gd name="connsiteY15" fmla="*/ 756221 h 998502"/>
                <a:gd name="connsiteX16" fmla="*/ 351906 w 1149822"/>
                <a:gd name="connsiteY16" fmla="*/ 788374 h 998502"/>
                <a:gd name="connsiteX17" fmla="*/ 421403 w 1149822"/>
                <a:gd name="connsiteY17" fmla="*/ 807881 h 998502"/>
                <a:gd name="connsiteX18" fmla="*/ 648142 w 1149822"/>
                <a:gd name="connsiteY18" fmla="*/ 766525 h 998502"/>
                <a:gd name="connsiteX19" fmla="*/ 792283 w 1149822"/>
                <a:gd name="connsiteY19" fmla="*/ 577699 h 998502"/>
                <a:gd name="connsiteX20" fmla="*/ 801069 w 1149822"/>
                <a:gd name="connsiteY20" fmla="*/ 508012 h 998502"/>
                <a:gd name="connsiteX21" fmla="*/ 704431 w 1149822"/>
                <a:gd name="connsiteY21" fmla="*/ 508012 h 998502"/>
                <a:gd name="connsiteX22" fmla="*/ 875721 w 1149822"/>
                <a:gd name="connsiteY22" fmla="*/ 397184 h 998502"/>
                <a:gd name="connsiteX23" fmla="*/ 1047010 w 1149822"/>
                <a:gd name="connsiteY23" fmla="*/ 508012 h 998502"/>
                <a:gd name="connsiteX24" fmla="*/ 988164 w 1149822"/>
                <a:gd name="connsiteY24" fmla="*/ 508012 h 998502"/>
                <a:gd name="connsiteX25" fmla="*/ 984106 w 1149822"/>
                <a:gd name="connsiteY25" fmla="*/ 565562 h 998502"/>
                <a:gd name="connsiteX26" fmla="*/ 749954 w 1149822"/>
                <a:gd name="connsiteY26" fmla="*/ 922450 h 998502"/>
                <a:gd name="connsiteX27" fmla="*/ 394797 w 1149822"/>
                <a:gd name="connsiteY27" fmla="*/ 992108 h 998502"/>
                <a:gd name="connsiteX28" fmla="*/ 367611 w 1149822"/>
                <a:gd name="connsiteY28" fmla="*/ 984566 h 998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49822" h="998502">
                  <a:moveTo>
                    <a:pt x="364197" y="995718"/>
                  </a:moveTo>
                  <a:lnTo>
                    <a:pt x="278619" y="959878"/>
                  </a:lnTo>
                  <a:lnTo>
                    <a:pt x="274150" y="958638"/>
                  </a:lnTo>
                  <a:lnTo>
                    <a:pt x="274370" y="958098"/>
                  </a:lnTo>
                  <a:lnTo>
                    <a:pt x="268294" y="955553"/>
                  </a:lnTo>
                  <a:cubicBezTo>
                    <a:pt x="58494" y="841724"/>
                    <a:pt x="-49735" y="594086"/>
                    <a:pt x="22222" y="359008"/>
                  </a:cubicBezTo>
                  <a:cubicBezTo>
                    <a:pt x="94179" y="123930"/>
                    <a:pt x="322479" y="-20696"/>
                    <a:pt x="560048" y="2413"/>
                  </a:cubicBezTo>
                  <a:lnTo>
                    <a:pt x="604708" y="11349"/>
                  </a:lnTo>
                  <a:lnTo>
                    <a:pt x="606408" y="5795"/>
                  </a:lnTo>
                  <a:lnTo>
                    <a:pt x="662002" y="22812"/>
                  </a:lnTo>
                  <a:lnTo>
                    <a:pt x="1149822" y="172133"/>
                  </a:lnTo>
                  <a:lnTo>
                    <a:pt x="1095751" y="348779"/>
                  </a:lnTo>
                  <a:lnTo>
                    <a:pt x="607931" y="199458"/>
                  </a:lnTo>
                  <a:lnTo>
                    <a:pt x="607524" y="200786"/>
                  </a:lnTo>
                  <a:cubicBezTo>
                    <a:pt x="434713" y="147889"/>
                    <a:pt x="252346" y="243118"/>
                    <a:pt x="200196" y="413486"/>
                  </a:cubicBezTo>
                  <a:cubicBezTo>
                    <a:pt x="161084" y="541262"/>
                    <a:pt x="206328" y="675014"/>
                    <a:pt x="304299" y="756221"/>
                  </a:cubicBezTo>
                  <a:lnTo>
                    <a:pt x="351906" y="788374"/>
                  </a:lnTo>
                  <a:lnTo>
                    <a:pt x="421403" y="807881"/>
                  </a:lnTo>
                  <a:cubicBezTo>
                    <a:pt x="499760" y="820559"/>
                    <a:pt x="580257" y="806454"/>
                    <a:pt x="648142" y="766525"/>
                  </a:cubicBezTo>
                  <a:cubicBezTo>
                    <a:pt x="720751" y="723818"/>
                    <a:pt x="771656" y="655879"/>
                    <a:pt x="792283" y="577699"/>
                  </a:cubicBezTo>
                  <a:lnTo>
                    <a:pt x="801069" y="508012"/>
                  </a:lnTo>
                  <a:lnTo>
                    <a:pt x="704431" y="508012"/>
                  </a:lnTo>
                  <a:lnTo>
                    <a:pt x="875721" y="397184"/>
                  </a:lnTo>
                  <a:lnTo>
                    <a:pt x="1047010" y="508012"/>
                  </a:lnTo>
                  <a:lnTo>
                    <a:pt x="988164" y="508012"/>
                  </a:lnTo>
                  <a:lnTo>
                    <a:pt x="984106" y="565562"/>
                  </a:lnTo>
                  <a:cubicBezTo>
                    <a:pt x="964194" y="712396"/>
                    <a:pt x="879336" y="843359"/>
                    <a:pt x="749954" y="922450"/>
                  </a:cubicBezTo>
                  <a:cubicBezTo>
                    <a:pt x="643722" y="987390"/>
                    <a:pt x="517493" y="1011206"/>
                    <a:pt x="394797" y="992108"/>
                  </a:cubicBezTo>
                  <a:lnTo>
                    <a:pt x="367611" y="984566"/>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panose="020B0504020202020204" pitchFamily="34" charset="0"/>
                <a:ea typeface="+mn-ea"/>
                <a:cs typeface="+mn-cs"/>
              </a:endParaRPr>
            </a:p>
          </p:txBody>
        </p:sp>
        <p:sp>
          <p:nvSpPr>
            <p:cNvPr id="228" name="Pentagon 227"/>
            <p:cNvSpPr/>
            <p:nvPr/>
          </p:nvSpPr>
          <p:spPr>
            <a:xfrm>
              <a:off x="9883535" y="3110417"/>
              <a:ext cx="1397872" cy="213644"/>
            </a:xfrm>
            <a:prstGeom prst="homePlate">
              <a:avLst/>
            </a:prstGeom>
            <a:solidFill>
              <a:schemeClr val="bg1">
                <a:lumMod val="8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lumMod val="50000"/>
                    </a:prstClr>
                  </a:solidFill>
                  <a:effectLst/>
                  <a:uLnTx/>
                  <a:uFillTx/>
                  <a:latin typeface="Avenir Next LT Pro" panose="020B0504020202020204" pitchFamily="34" charset="0"/>
                  <a:ea typeface="+mn-ea"/>
                  <a:cs typeface="+mn-cs"/>
                </a:rPr>
                <a:t>Sprints</a:t>
              </a:r>
            </a:p>
          </p:txBody>
        </p:sp>
        <p:sp>
          <p:nvSpPr>
            <p:cNvPr id="229" name="Pentagon 228"/>
            <p:cNvSpPr/>
            <p:nvPr/>
          </p:nvSpPr>
          <p:spPr>
            <a:xfrm>
              <a:off x="9855311" y="3453744"/>
              <a:ext cx="1397872" cy="213644"/>
            </a:xfrm>
            <a:prstGeom prst="homePlate">
              <a:avLst/>
            </a:prstGeom>
            <a:solidFill>
              <a:schemeClr val="bg1">
                <a:lumMod val="8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lumMod val="50000"/>
                    </a:prstClr>
                  </a:solidFill>
                  <a:effectLst/>
                  <a:uLnTx/>
                  <a:uFillTx/>
                  <a:latin typeface="Avenir Next LT Pro" panose="020B0504020202020204" pitchFamily="34" charset="0"/>
                  <a:ea typeface="+mn-ea"/>
                  <a:cs typeface="+mn-cs"/>
                </a:rPr>
                <a:t>Sprints</a:t>
              </a:r>
            </a:p>
          </p:txBody>
        </p:sp>
        <p:sp>
          <p:nvSpPr>
            <p:cNvPr id="230" name="Pentagon 229"/>
            <p:cNvSpPr/>
            <p:nvPr/>
          </p:nvSpPr>
          <p:spPr>
            <a:xfrm>
              <a:off x="9855312" y="3799032"/>
              <a:ext cx="1397872" cy="213644"/>
            </a:xfrm>
            <a:prstGeom prst="homePlate">
              <a:avLst/>
            </a:prstGeom>
            <a:solidFill>
              <a:schemeClr val="bg1">
                <a:lumMod val="8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prstClr val="black">
                      <a:lumMod val="50000"/>
                    </a:prstClr>
                  </a:solidFill>
                  <a:effectLst/>
                  <a:uLnTx/>
                  <a:uFillTx/>
                  <a:latin typeface="Avenir Next LT Pro" panose="020B0504020202020204" pitchFamily="34" charset="0"/>
                  <a:ea typeface="+mn-ea"/>
                  <a:cs typeface="+mn-cs"/>
                </a:rPr>
                <a:t>Sprints</a:t>
              </a:r>
            </a:p>
          </p:txBody>
        </p:sp>
      </p:grpSp>
      <p:sp>
        <p:nvSpPr>
          <p:cNvPr id="8" name="Rectangle 7"/>
          <p:cNvSpPr/>
          <p:nvPr/>
        </p:nvSpPr>
        <p:spPr>
          <a:xfrm>
            <a:off x="714856" y="2036623"/>
            <a:ext cx="2301873" cy="938719"/>
          </a:xfrm>
          <a:prstGeom prst="rect">
            <a:avLst/>
          </a:prstGeom>
        </p:spPr>
        <p:txBody>
          <a:bodyPr wrap="square">
            <a:spAutoFit/>
          </a:bodyPr>
          <a:lstStyle/>
          <a:p>
            <a:pPr marL="0" marR="0" lvl="0" indent="0" algn="l" defTabSz="914400" rtl="0" eaLnBrk="0" fontAlgn="auto" latinLnBrk="0" hangingPunct="0">
              <a:lnSpc>
                <a:spcPct val="100000"/>
              </a:lnSpc>
              <a:spcBef>
                <a:spcPts val="0"/>
              </a:spcBef>
              <a:spcAft>
                <a:spcPts val="600"/>
              </a:spcAft>
              <a:buClr>
                <a:prstClr val="white"/>
              </a:buClr>
              <a:buSzTx/>
              <a:buFontTx/>
              <a:buNone/>
              <a:tabLst/>
              <a:defRPr/>
            </a:pPr>
            <a:r>
              <a:rPr kumimoji="0" lang="en-US" sz="1400" b="1" i="0" u="none" strike="noStrike" kern="1200" cap="none" spc="0" normalizeH="0" baseline="0" noProof="0">
                <a:ln>
                  <a:noFill/>
                </a:ln>
                <a:solidFill>
                  <a:srgbClr val="ECECEC">
                    <a:lumMod val="25000"/>
                  </a:srgbClr>
                </a:solidFill>
                <a:effectLst/>
                <a:uLnTx/>
                <a:uFillTx/>
                <a:latin typeface="Ubuntu Medium"/>
                <a:ea typeface="+mn-ea"/>
                <a:cs typeface="+mn-cs"/>
              </a:rPr>
              <a:t>Right Time</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Multi-day sessions</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Workshops for specific phases of the program </a:t>
            </a:r>
          </a:p>
        </p:txBody>
      </p:sp>
      <p:sp>
        <p:nvSpPr>
          <p:cNvPr id="26" name="Rounded Rectangle 25"/>
          <p:cNvSpPr/>
          <p:nvPr/>
        </p:nvSpPr>
        <p:spPr>
          <a:xfrm>
            <a:off x="296713" y="1888598"/>
            <a:ext cx="3015761" cy="110784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err="1">
              <a:ln>
                <a:noFill/>
              </a:ln>
              <a:solidFill>
                <a:srgbClr val="2B143D">
                  <a:lumMod val="50000"/>
                </a:srgbClr>
              </a:solidFill>
              <a:effectLst/>
              <a:uLnTx/>
              <a:uFillTx/>
              <a:latin typeface="Avenir Next LT Pro" panose="020B0504020202020204" pitchFamily="34" charset="0"/>
              <a:ea typeface="+mn-ea"/>
              <a:cs typeface="+mn-cs"/>
            </a:endParaRPr>
          </a:p>
        </p:txBody>
      </p:sp>
      <p:sp>
        <p:nvSpPr>
          <p:cNvPr id="15" name="Rectangle 14"/>
          <p:cNvSpPr/>
          <p:nvPr/>
        </p:nvSpPr>
        <p:spPr>
          <a:xfrm>
            <a:off x="714856" y="4593829"/>
            <a:ext cx="2625180" cy="1123384"/>
          </a:xfrm>
          <a:prstGeom prst="rect">
            <a:avLst/>
          </a:prstGeom>
        </p:spPr>
        <p:txBody>
          <a:bodyPr wrap="square">
            <a:spAutoFit/>
          </a:bodyPr>
          <a:lstStyle/>
          <a:p>
            <a:pPr marL="0" marR="0" lvl="0" indent="0" algn="l" defTabSz="914400" rtl="0" eaLnBrk="0" fontAlgn="auto" latinLnBrk="0" hangingPunct="0">
              <a:lnSpc>
                <a:spcPct val="100000"/>
              </a:lnSpc>
              <a:spcBef>
                <a:spcPts val="0"/>
              </a:spcBef>
              <a:spcAft>
                <a:spcPts val="600"/>
              </a:spcAft>
              <a:buClr>
                <a:prstClr val="white"/>
              </a:buClr>
              <a:buSzTx/>
              <a:buFontTx/>
              <a:buNone/>
              <a:tabLst/>
              <a:defRPr/>
            </a:pPr>
            <a:r>
              <a:rPr kumimoji="0" lang="en-US" sz="1400" b="1" i="0" u="none" strike="noStrike" kern="1200" cap="none" spc="0" normalizeH="0" baseline="0" noProof="0">
                <a:ln>
                  <a:noFill/>
                </a:ln>
                <a:solidFill>
                  <a:srgbClr val="ECECEC">
                    <a:lumMod val="25000"/>
                  </a:srgbClr>
                </a:solidFill>
                <a:effectLst/>
                <a:uLnTx/>
                <a:uFillTx/>
                <a:latin typeface="Ubuntu Medium"/>
                <a:ea typeface="+mn-ea"/>
                <a:cs typeface="+mn-cs"/>
              </a:rPr>
              <a:t>Right Enablers</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Guidewire Instance </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Multi-Screen Display</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Collab Tools (like Miro)</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C.A.R.B Requirements Tool </a:t>
            </a:r>
          </a:p>
        </p:txBody>
      </p:sp>
      <p:sp>
        <p:nvSpPr>
          <p:cNvPr id="234" name="Rounded Rectangle 233"/>
          <p:cNvSpPr/>
          <p:nvPr/>
        </p:nvSpPr>
        <p:spPr>
          <a:xfrm>
            <a:off x="326297" y="4529980"/>
            <a:ext cx="2986177" cy="1203886"/>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err="1">
              <a:ln>
                <a:noFill/>
              </a:ln>
              <a:solidFill>
                <a:srgbClr val="2B143D">
                  <a:lumMod val="50000"/>
                </a:srgbClr>
              </a:solidFill>
              <a:effectLst/>
              <a:uLnTx/>
              <a:uFillTx/>
              <a:latin typeface="Avenir Next LT Pro" panose="020B0504020202020204" pitchFamily="34" charset="0"/>
              <a:ea typeface="+mn-ea"/>
              <a:cs typeface="+mn-cs"/>
            </a:endParaRPr>
          </a:p>
        </p:txBody>
      </p:sp>
      <p:sp>
        <p:nvSpPr>
          <p:cNvPr id="225" name="TextBox 224">
            <a:extLst>
              <a:ext uri="{FF2B5EF4-FFF2-40B4-BE49-F238E27FC236}">
                <a16:creationId xmlns:a16="http://schemas.microsoft.com/office/drawing/2014/main" id="{C735559E-6DB8-462E-A7A5-FC68C79A7A8F}"/>
              </a:ext>
            </a:extLst>
          </p:cNvPr>
          <p:cNvSpPr txBox="1"/>
          <p:nvPr/>
        </p:nvSpPr>
        <p:spPr>
          <a:xfrm>
            <a:off x="4642804" y="5595543"/>
            <a:ext cx="2736645" cy="1092607"/>
          </a:xfrm>
          <a:prstGeom prst="rect">
            <a:avLst/>
          </a:prstGeom>
          <a:noFill/>
          <a:ln>
            <a:noFill/>
            <a:prstDash val="dash"/>
          </a:ln>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400" b="1" i="0" u="sng" strike="noStrike" kern="1200" cap="none" spc="0" normalizeH="0" baseline="0" noProof="0">
                <a:ln>
                  <a:noFill/>
                </a:ln>
                <a:solidFill>
                  <a:prstClr val="black"/>
                </a:solidFill>
                <a:effectLst/>
                <a:uLnTx/>
                <a:uFillTx/>
                <a:latin typeface="Ubuntu" panose="020B0504030602030204" pitchFamily="34" charset="0"/>
                <a:ea typeface="+mn-ea"/>
                <a:cs typeface="Arial" pitchFamily="34" charset="0"/>
              </a:rPr>
              <a:t>Program Principles</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prstClr val="black"/>
                </a:solidFill>
                <a:effectLst/>
                <a:uLnTx/>
                <a:uFillTx/>
                <a:latin typeface="Ubuntu" panose="020B0504030602030204" pitchFamily="34" charset="0"/>
                <a:ea typeface="+mn-ea"/>
                <a:cs typeface="Arial" pitchFamily="34" charset="0"/>
              </a:rPr>
              <a:t>OOTB Conformance</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prstClr val="black"/>
                </a:solidFill>
                <a:effectLst/>
                <a:uLnTx/>
                <a:uFillTx/>
                <a:latin typeface="Ubuntu" panose="020B0504030602030204" pitchFamily="34" charset="0"/>
                <a:ea typeface="+mn-ea"/>
                <a:cs typeface="Arial" pitchFamily="34" charset="0"/>
              </a:rPr>
              <a:t>Business Priority / Rationale</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prstClr val="black"/>
                </a:solidFill>
                <a:effectLst/>
                <a:uLnTx/>
                <a:uFillTx/>
                <a:latin typeface="Ubuntu" panose="020B0504030602030204" pitchFamily="34" charset="0"/>
                <a:ea typeface="+mn-ea"/>
                <a:cs typeface="Arial" pitchFamily="34" charset="0"/>
              </a:rPr>
              <a:t>Design for Future</a:t>
            </a:r>
          </a:p>
        </p:txBody>
      </p:sp>
      <p:sp>
        <p:nvSpPr>
          <p:cNvPr id="231" name="Rectangle 230"/>
          <p:cNvSpPr/>
          <p:nvPr/>
        </p:nvSpPr>
        <p:spPr>
          <a:xfrm>
            <a:off x="714856" y="3253671"/>
            <a:ext cx="2471039" cy="1061829"/>
          </a:xfrm>
          <a:prstGeom prst="rect">
            <a:avLst/>
          </a:prstGeom>
          <a:ln>
            <a:noFill/>
          </a:ln>
        </p:spPr>
        <p:txBody>
          <a:bodyPr wrap="square">
            <a:spAutoFit/>
          </a:bodyPr>
          <a:lstStyle/>
          <a:p>
            <a:pPr marL="0" marR="0" lvl="0" indent="0" algn="l" defTabSz="914400" rtl="0" eaLnBrk="0" fontAlgn="auto" latinLnBrk="0" hangingPunct="0">
              <a:lnSpc>
                <a:spcPct val="100000"/>
              </a:lnSpc>
              <a:spcBef>
                <a:spcPts val="0"/>
              </a:spcBef>
              <a:spcAft>
                <a:spcPts val="600"/>
              </a:spcAft>
              <a:buClr>
                <a:prstClr val="white"/>
              </a:buClr>
              <a:buSzTx/>
              <a:buFontTx/>
              <a:buNone/>
              <a:tabLst/>
              <a:defRPr/>
            </a:pPr>
            <a:r>
              <a:rPr kumimoji="0" lang="en-US" sz="1400" b="1" i="0" u="none" strike="noStrike" kern="1200" cap="none" spc="0" normalizeH="0" baseline="0" noProof="0">
                <a:ln>
                  <a:noFill/>
                </a:ln>
                <a:solidFill>
                  <a:srgbClr val="ECECEC">
                    <a:lumMod val="25000"/>
                  </a:srgbClr>
                </a:solidFill>
                <a:effectLst/>
                <a:uLnTx/>
                <a:uFillTx/>
                <a:latin typeface="Ubuntu Medium"/>
                <a:ea typeface="+mn-ea"/>
                <a:cs typeface="+mn-cs"/>
              </a:rPr>
              <a:t>Right Inputs </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ECECEC">
                    <a:lumMod val="25000"/>
                  </a:srgbClr>
                </a:solidFill>
                <a:effectLst/>
                <a:uLnTx/>
                <a:uFillTx/>
                <a:latin typeface="Ubuntu Medium"/>
                <a:ea typeface="+mn-ea"/>
                <a:cs typeface="+mn-cs"/>
              </a:rPr>
              <a:t>Product / Process Design</a:t>
            </a:r>
            <a:endPar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endParaRP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ECECEC">
                    <a:lumMod val="25000"/>
                  </a:srgbClr>
                </a:solidFill>
                <a:effectLst/>
                <a:uLnTx/>
                <a:uFillTx/>
                <a:latin typeface="Ubuntu Medium"/>
                <a:ea typeface="+mn-ea"/>
                <a:cs typeface="+mn-cs"/>
              </a:rPr>
              <a:t>OOTB Product Backlog</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ECECEC">
                    <a:lumMod val="25000"/>
                  </a:srgbClr>
                </a:solidFill>
                <a:effectLst/>
                <a:uLnTx/>
                <a:uFillTx/>
                <a:latin typeface="Ubuntu Medium"/>
                <a:ea typeface="+mn-ea"/>
                <a:cs typeface="+mn-cs"/>
              </a:rPr>
              <a:t>OOTB Guidewire Process Flows</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ECECEC">
                    <a:lumMod val="25000"/>
                  </a:srgbClr>
                </a:solidFill>
                <a:effectLst/>
                <a:uLnTx/>
                <a:uFillTx/>
                <a:latin typeface="Ubuntu Medium"/>
                <a:ea typeface="+mn-ea"/>
                <a:cs typeface="+mn-cs"/>
              </a:rPr>
              <a:t>Interfaces</a:t>
            </a:r>
          </a:p>
        </p:txBody>
      </p:sp>
      <p:pic>
        <p:nvPicPr>
          <p:cNvPr id="232" name="Picture 231">
            <a:extLst>
              <a:ext uri="{FF2B5EF4-FFF2-40B4-BE49-F238E27FC236}">
                <a16:creationId xmlns:a16="http://schemas.microsoft.com/office/drawing/2014/main" id="{9602A3C8-BB5B-4D42-B4D5-A44395228084}"/>
              </a:ext>
            </a:extLst>
          </p:cNvPr>
          <p:cNvPicPr>
            <a:picLocks noChangeAspect="1"/>
          </p:cNvPicPr>
          <p:nvPr/>
        </p:nvPicPr>
        <p:blipFill>
          <a:blip r:embed="rId3"/>
          <a:stretch>
            <a:fillRect/>
          </a:stretch>
        </p:blipFill>
        <p:spPr>
          <a:xfrm>
            <a:off x="10665626" y="122983"/>
            <a:ext cx="1440000" cy="689886"/>
          </a:xfrm>
          <a:prstGeom prst="rect">
            <a:avLst/>
          </a:prstGeom>
        </p:spPr>
      </p:pic>
      <p:pic>
        <p:nvPicPr>
          <p:cNvPr id="235" name="Graphic 234" descr="Keyboard with solid fill">
            <a:extLst>
              <a:ext uri="{FF2B5EF4-FFF2-40B4-BE49-F238E27FC236}">
                <a16:creationId xmlns:a16="http://schemas.microsoft.com/office/drawing/2014/main" id="{292A4CDC-954E-458C-8019-7718C6F491C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63523" y="3361021"/>
            <a:ext cx="504000" cy="504000"/>
          </a:xfrm>
          <a:prstGeom prst="rect">
            <a:avLst/>
          </a:prstGeom>
        </p:spPr>
      </p:pic>
      <p:pic>
        <p:nvPicPr>
          <p:cNvPr id="238" name="Graphic 237" descr="Daily calendar with solid fill">
            <a:extLst>
              <a:ext uri="{FF2B5EF4-FFF2-40B4-BE49-F238E27FC236}">
                <a16:creationId xmlns:a16="http://schemas.microsoft.com/office/drawing/2014/main" id="{01EC220C-086C-45D8-920F-6E74DA7C1BE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63523" y="2069847"/>
            <a:ext cx="504000" cy="504000"/>
          </a:xfrm>
          <a:prstGeom prst="rect">
            <a:avLst/>
          </a:prstGeom>
        </p:spPr>
      </p:pic>
      <p:pic>
        <p:nvPicPr>
          <p:cNvPr id="242" name="Graphic 241" descr="Mining tools with solid fill">
            <a:extLst>
              <a:ext uri="{FF2B5EF4-FFF2-40B4-BE49-F238E27FC236}">
                <a16:creationId xmlns:a16="http://schemas.microsoft.com/office/drawing/2014/main" id="{83E07651-1982-4E26-A60F-247947620DD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63523" y="4652195"/>
            <a:ext cx="504000" cy="504000"/>
          </a:xfrm>
          <a:prstGeom prst="rect">
            <a:avLst/>
          </a:prstGeom>
        </p:spPr>
      </p:pic>
      <p:sp>
        <p:nvSpPr>
          <p:cNvPr id="243" name="TextBox 242">
            <a:extLst>
              <a:ext uri="{FF2B5EF4-FFF2-40B4-BE49-F238E27FC236}">
                <a16:creationId xmlns:a16="http://schemas.microsoft.com/office/drawing/2014/main" id="{D9E6958E-B3F0-47FC-8F40-65B727459D05}"/>
              </a:ext>
            </a:extLst>
          </p:cNvPr>
          <p:cNvSpPr txBox="1"/>
          <p:nvPr/>
        </p:nvSpPr>
        <p:spPr>
          <a:xfrm>
            <a:off x="345771" y="1307949"/>
            <a:ext cx="2252963" cy="307777"/>
          </a:xfrm>
          <a:prstGeom prst="rect">
            <a:avLst/>
          </a:prstGeom>
          <a:noFill/>
          <a:ln>
            <a:noFill/>
            <a:prstDash val="dash"/>
          </a:ln>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400" b="1" i="0" u="sng" strike="noStrike" kern="1200" cap="none" spc="0" normalizeH="0" baseline="0" noProof="0">
                <a:ln>
                  <a:noFill/>
                </a:ln>
                <a:solidFill>
                  <a:prstClr val="black"/>
                </a:solidFill>
                <a:effectLst/>
                <a:uLnTx/>
                <a:uFillTx/>
                <a:latin typeface="Ubuntu" panose="020B0504030602030204" pitchFamily="34" charset="0"/>
                <a:ea typeface="+mn-ea"/>
                <a:cs typeface="Arial" pitchFamily="34" charset="0"/>
              </a:rPr>
              <a:t>Setup Principles</a:t>
            </a:r>
            <a:endParaRPr kumimoji="0" lang="en-GB" sz="1200" b="0" i="0" u="none" strike="noStrike" kern="1200" cap="none" spc="0" normalizeH="0" baseline="0" noProof="0">
              <a:ln>
                <a:noFill/>
              </a:ln>
              <a:solidFill>
                <a:prstClr val="black"/>
              </a:solidFill>
              <a:effectLst/>
              <a:uLnTx/>
              <a:uFillTx/>
              <a:latin typeface="Ubuntu" panose="020B0504030602030204" pitchFamily="34" charset="0"/>
              <a:ea typeface="+mn-ea"/>
              <a:cs typeface="Arial" pitchFamily="34" charset="0"/>
            </a:endParaRPr>
          </a:p>
        </p:txBody>
      </p:sp>
      <p:sp>
        <p:nvSpPr>
          <p:cNvPr id="164" name="Oval 163">
            <a:extLst>
              <a:ext uri="{FF2B5EF4-FFF2-40B4-BE49-F238E27FC236}">
                <a16:creationId xmlns:a16="http://schemas.microsoft.com/office/drawing/2014/main" id="{BEE48E9E-739C-441D-8257-36D73D7A5457}"/>
              </a:ext>
            </a:extLst>
          </p:cNvPr>
          <p:cNvSpPr/>
          <p:nvPr/>
        </p:nvSpPr>
        <p:spPr>
          <a:xfrm>
            <a:off x="11777664" y="94536"/>
            <a:ext cx="328326" cy="335526"/>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Ubuntu"/>
                <a:ea typeface="+mn-ea"/>
                <a:cs typeface="+mn-cs"/>
              </a:rPr>
              <a:t>b</a:t>
            </a:r>
          </a:p>
        </p:txBody>
      </p:sp>
      <p:pic>
        <p:nvPicPr>
          <p:cNvPr id="205" name="Picture 204">
            <a:extLst>
              <a:ext uri="{FF2B5EF4-FFF2-40B4-BE49-F238E27FC236}">
                <a16:creationId xmlns:a16="http://schemas.microsoft.com/office/drawing/2014/main" id="{14212648-8548-405E-8143-0773FF65FC5A}"/>
              </a:ext>
            </a:extLst>
          </p:cNvPr>
          <p:cNvPicPr>
            <a:picLocks noChangeAspect="1"/>
          </p:cNvPicPr>
          <p:nvPr/>
        </p:nvPicPr>
        <p:blipFill>
          <a:blip r:embed="rId10"/>
          <a:stretch>
            <a:fillRect/>
          </a:stretch>
        </p:blipFill>
        <p:spPr>
          <a:xfrm>
            <a:off x="10689334" y="939733"/>
            <a:ext cx="1260000" cy="288698"/>
          </a:xfrm>
          <a:prstGeom prst="rect">
            <a:avLst/>
          </a:prstGeom>
        </p:spPr>
      </p:pic>
    </p:spTree>
    <p:extLst>
      <p:ext uri="{BB962C8B-B14F-4D97-AF65-F5344CB8AC3E}">
        <p14:creationId xmlns:p14="http://schemas.microsoft.com/office/powerpoint/2010/main" val="15895081"/>
      </p:ext>
    </p:extLst>
  </p:cSld>
  <p:clrMapOvr>
    <a:masterClrMapping/>
  </p:clrMapOvr>
  <p:transition spd="slow">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 Placeholder 4">
            <a:extLst>
              <a:ext uri="{FF2B5EF4-FFF2-40B4-BE49-F238E27FC236}">
                <a16:creationId xmlns:a16="http://schemas.microsoft.com/office/drawing/2014/main" id="{6DAAE9D1-35F6-4088-8EAF-77C593582271}"/>
              </a:ext>
            </a:extLst>
          </p:cNvPr>
          <p:cNvSpPr txBox="1">
            <a:spLocks/>
          </p:cNvSpPr>
          <p:nvPr/>
        </p:nvSpPr>
        <p:spPr>
          <a:xfrm>
            <a:off x="479376" y="1104900"/>
            <a:ext cx="11160000" cy="5420443"/>
          </a:xfrm>
          <a:prstGeom prst="roundRect">
            <a:avLst>
              <a:gd name="adj" fmla="val 4084"/>
            </a:avLst>
          </a:prstGeom>
          <a:solidFill>
            <a:schemeClr val="bg1"/>
          </a:solidFill>
        </p:spPr>
        <p:txBody>
          <a:bodyPr vert="horz" lIns="108000" tIns="108000" rIns="108000" bIns="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endParaRPr kumimoji="0" lang="fr-FR" sz="1100" b="0" i="0" u="none" strike="noStrike" kern="1200" cap="none" spc="0" normalizeH="0" baseline="0" noProof="0">
              <a:ln>
                <a:noFill/>
              </a:ln>
              <a:solidFill>
                <a:prstClr val="black"/>
              </a:solidFill>
              <a:effectLst/>
              <a:uLnTx/>
              <a:uFillTx/>
              <a:latin typeface="Ubuntu Medium"/>
              <a:ea typeface="+mn-ea"/>
              <a:cs typeface="+mn-cs"/>
            </a:endParaRPr>
          </a:p>
        </p:txBody>
      </p:sp>
      <p:sp>
        <p:nvSpPr>
          <p:cNvPr id="10" name="Titre 9">
            <a:extLst>
              <a:ext uri="{FF2B5EF4-FFF2-40B4-BE49-F238E27FC236}">
                <a16:creationId xmlns:a16="http://schemas.microsoft.com/office/drawing/2014/main" id="{867C9653-9BA7-4975-8BC6-7AB91E552497}"/>
              </a:ext>
            </a:extLst>
          </p:cNvPr>
          <p:cNvSpPr>
            <a:spLocks noGrp="1"/>
          </p:cNvSpPr>
          <p:nvPr>
            <p:ph type="title"/>
          </p:nvPr>
        </p:nvSpPr>
        <p:spPr>
          <a:xfrm>
            <a:off x="712850" y="151686"/>
            <a:ext cx="9883602" cy="79266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Autofit/>
          </a:bodyPr>
          <a:lstStyle/>
          <a:p>
            <a:r>
              <a:rPr lang="en-US" sz="2400" b="1" cap="none"/>
              <a:t>“Adopt vs. Adapt” is the Key Principle for a successful implementation of Guidewire Platform for </a:t>
            </a:r>
            <a:r>
              <a:rPr lang="en-US" sz="2400" b="1" cap="none" err="1"/>
              <a:t>Länsförsäkringar</a:t>
            </a:r>
            <a:r>
              <a:rPr lang="en-US" sz="2400" b="1" cap="none"/>
              <a:t> to meet Business Objectives</a:t>
            </a:r>
            <a:endParaRPr lang="fr-FR" sz="2400" b="1" cap="none"/>
          </a:p>
        </p:txBody>
      </p:sp>
      <p:sp>
        <p:nvSpPr>
          <p:cNvPr id="26" name="Rectangle : coins arrondis 25">
            <a:extLst>
              <a:ext uri="{FF2B5EF4-FFF2-40B4-BE49-F238E27FC236}">
                <a16:creationId xmlns:a16="http://schemas.microsoft.com/office/drawing/2014/main" id="{E0C58CE4-029D-4424-BAB1-00563BFD53D4}"/>
              </a:ext>
            </a:extLst>
          </p:cNvPr>
          <p:cNvSpPr/>
          <p:nvPr/>
        </p:nvSpPr>
        <p:spPr>
          <a:xfrm>
            <a:off x="581840" y="1301080"/>
            <a:ext cx="6234241" cy="5089560"/>
          </a:xfrm>
          <a:prstGeom prst="roundRect">
            <a:avLst>
              <a:gd name="adj" fmla="val 2825"/>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108000" rIns="0" bIns="0" rtlCol="0" anchor="t" anchorCtr="0"/>
          <a:lstStyle/>
          <a:p>
            <a:pPr marL="0" marR="0" lvl="0" indent="0" algn="l" defTabSz="914400" rtl="0" eaLnBrk="1" fontAlgn="auto" latinLnBrk="0" hangingPunct="1">
              <a:lnSpc>
                <a:spcPct val="120000"/>
              </a:lnSpc>
              <a:spcBef>
                <a:spcPts val="300"/>
              </a:spcBef>
              <a:spcAft>
                <a:spcPts val="0"/>
              </a:spcAft>
              <a:buClr>
                <a:srgbClr val="0070AD"/>
              </a:buClr>
              <a:buSzTx/>
              <a:buFontTx/>
              <a:buNone/>
              <a:tabLst/>
              <a:defRPr/>
            </a:pPr>
            <a:r>
              <a:rPr kumimoji="0" lang="en-US" sz="1400" b="1" i="0" u="none" strike="noStrike" kern="1200" cap="none" spc="0" normalizeH="0" baseline="0" noProof="0">
                <a:ln>
                  <a:noFill/>
                </a:ln>
                <a:solidFill>
                  <a:prstClr val="black"/>
                </a:solidFill>
                <a:effectLst/>
                <a:uLnTx/>
                <a:uFillTx/>
                <a:latin typeface="Ubuntu"/>
                <a:ea typeface="+mn-ea"/>
                <a:cs typeface="+mn-cs"/>
              </a:rPr>
              <a:t>Avoid complex configurations and developments for all round success:</a:t>
            </a:r>
          </a:p>
          <a:p>
            <a:pPr marL="357188" marR="0" lvl="0" indent="-177800" algn="l" defTabSz="914400" rtl="0" eaLnBrk="1" fontAlgn="auto" latinLnBrk="0" hangingPunct="1">
              <a:lnSpc>
                <a:spcPct val="120000"/>
              </a:lnSpc>
              <a:spcBef>
                <a:spcPts val="300"/>
              </a:spcBef>
              <a:spcAft>
                <a:spcPts val="0"/>
              </a:spcAft>
              <a:buClr>
                <a:srgbClr val="0070AD"/>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Ubuntu"/>
                <a:ea typeface="+mn-ea"/>
                <a:cs typeface="+mn-cs"/>
              </a:rPr>
              <a:t>For </a:t>
            </a:r>
            <a:r>
              <a:rPr kumimoji="0" lang="en-US" sz="1200" b="0" i="0" u="none" strike="noStrike" kern="1200" cap="none" spc="0" normalizeH="0" baseline="0" noProof="0" err="1">
                <a:ln>
                  <a:noFill/>
                </a:ln>
                <a:solidFill>
                  <a:prstClr val="black"/>
                </a:solidFill>
                <a:effectLst/>
                <a:uLnTx/>
                <a:uFillTx/>
                <a:latin typeface="Ubuntu"/>
                <a:ea typeface="+mn-ea"/>
                <a:cs typeface="+mn-cs"/>
              </a:rPr>
              <a:t>Länsförsäkringar</a:t>
            </a:r>
            <a:r>
              <a:rPr kumimoji="0" lang="en-US" sz="1200" b="0" i="0" u="none" strike="noStrike" kern="1200" cap="none" spc="0" normalizeH="0" baseline="0" noProof="0">
                <a:ln>
                  <a:noFill/>
                </a:ln>
                <a:solidFill>
                  <a:prstClr val="black"/>
                </a:solidFill>
                <a:effectLst/>
                <a:uLnTx/>
                <a:uFillTx/>
                <a:latin typeface="Ubuntu"/>
                <a:ea typeface="+mn-ea"/>
                <a:cs typeface="+mn-cs"/>
              </a:rPr>
              <a:t>: Ensure fast, low-cost implementations based on the standardization and reuse principles of the Guidewire standard features.</a:t>
            </a:r>
          </a:p>
          <a:p>
            <a:pPr marL="357188" marR="0" lvl="0" indent="-177800" algn="l" defTabSz="914400" rtl="0" eaLnBrk="1" fontAlgn="auto" latinLnBrk="0" hangingPunct="1">
              <a:lnSpc>
                <a:spcPct val="120000"/>
              </a:lnSpc>
              <a:spcBef>
                <a:spcPts val="300"/>
              </a:spcBef>
              <a:spcAft>
                <a:spcPts val="0"/>
              </a:spcAft>
              <a:buClr>
                <a:srgbClr val="0070AD"/>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Ubuntu"/>
                <a:ea typeface="+mn-ea"/>
                <a:cs typeface="+mn-cs"/>
              </a:rPr>
              <a:t>For Capgemini: Rapid start of the project and comply with the requirements of </a:t>
            </a:r>
            <a:r>
              <a:rPr kumimoji="0" lang="en-US" sz="1200" b="0" i="0" u="none" strike="noStrike" kern="1200" cap="none" spc="0" normalizeH="0" baseline="0" noProof="0" err="1">
                <a:ln>
                  <a:noFill/>
                </a:ln>
                <a:solidFill>
                  <a:prstClr val="black"/>
                </a:solidFill>
                <a:effectLst/>
                <a:uLnTx/>
                <a:uFillTx/>
                <a:latin typeface="Ubuntu"/>
                <a:ea typeface="+mn-ea"/>
                <a:cs typeface="+mn-cs"/>
              </a:rPr>
              <a:t>Länsförsäkringar</a:t>
            </a:r>
            <a:r>
              <a:rPr kumimoji="0" lang="en-US" sz="1200" b="0" i="0" u="none" strike="noStrike" kern="1200" cap="none" spc="0" normalizeH="0" baseline="0" noProof="0">
                <a:ln>
                  <a:noFill/>
                </a:ln>
                <a:solidFill>
                  <a:prstClr val="black"/>
                </a:solidFill>
                <a:effectLst/>
                <a:uLnTx/>
                <a:uFillTx/>
                <a:latin typeface="Ubuntu"/>
                <a:ea typeface="+mn-ea"/>
                <a:cs typeface="+mn-cs"/>
              </a:rPr>
              <a:t> in terms of planning, scope, budget, maintainability</a:t>
            </a:r>
          </a:p>
          <a:p>
            <a:pPr marL="179388" marR="0" lvl="0" indent="0" algn="l" defTabSz="914400" rtl="0" eaLnBrk="1" fontAlgn="auto" latinLnBrk="0" hangingPunct="1">
              <a:lnSpc>
                <a:spcPct val="120000"/>
              </a:lnSpc>
              <a:spcBef>
                <a:spcPts val="300"/>
              </a:spcBef>
              <a:spcAft>
                <a:spcPts val="0"/>
              </a:spcAft>
              <a:buClr>
                <a:srgbClr val="0070AD"/>
              </a:buClr>
              <a:buSzTx/>
              <a:buFontTx/>
              <a:buNone/>
              <a:tabLst/>
              <a:defRPr/>
            </a:pPr>
            <a:endParaRPr kumimoji="0" lang="en-US" sz="1400" b="0" i="0" u="none" strike="noStrike" kern="1200" cap="none" spc="0" normalizeH="0" baseline="0" noProof="0">
              <a:ln>
                <a:noFill/>
              </a:ln>
              <a:solidFill>
                <a:prstClr val="black"/>
              </a:solidFill>
              <a:effectLst/>
              <a:uLnTx/>
              <a:uFillTx/>
              <a:latin typeface="Ubuntu"/>
              <a:ea typeface="+mn-ea"/>
              <a:cs typeface="+mn-cs"/>
            </a:endParaRPr>
          </a:p>
          <a:p>
            <a:pPr marL="0" marR="0" lvl="0" indent="0" algn="l" defTabSz="914400" rtl="0" eaLnBrk="1" fontAlgn="auto" latinLnBrk="0" hangingPunct="1">
              <a:lnSpc>
                <a:spcPct val="120000"/>
              </a:lnSpc>
              <a:spcBef>
                <a:spcPts val="300"/>
              </a:spcBef>
              <a:spcAft>
                <a:spcPts val="0"/>
              </a:spcAft>
              <a:buClr>
                <a:srgbClr val="0070AD"/>
              </a:buClr>
              <a:buSzTx/>
              <a:buFontTx/>
              <a:buNone/>
              <a:tabLst/>
              <a:defRPr/>
            </a:pPr>
            <a:r>
              <a:rPr kumimoji="0" lang="en-US" sz="1400" b="0" i="0" u="none" strike="noStrike" kern="1200" cap="none" spc="0" normalizeH="0" baseline="0" noProof="0">
                <a:ln>
                  <a:noFill/>
                </a:ln>
                <a:solidFill>
                  <a:prstClr val="black"/>
                </a:solidFill>
                <a:effectLst/>
                <a:uLnTx/>
                <a:uFillTx/>
                <a:latin typeface="Ubuntu"/>
                <a:ea typeface="+mn-ea"/>
                <a:cs typeface="+mn-cs"/>
              </a:rPr>
              <a:t>The combined </a:t>
            </a:r>
            <a:r>
              <a:rPr kumimoji="0" lang="en-US" sz="1400" b="0" i="0" u="none" strike="noStrike" kern="1200" cap="none" spc="0" normalizeH="0" baseline="0" noProof="0" err="1">
                <a:ln>
                  <a:noFill/>
                </a:ln>
                <a:solidFill>
                  <a:prstClr val="black"/>
                </a:solidFill>
                <a:effectLst/>
                <a:uLnTx/>
                <a:uFillTx/>
                <a:latin typeface="Ubuntu"/>
                <a:ea typeface="+mn-ea"/>
                <a:cs typeface="+mn-cs"/>
              </a:rPr>
              <a:t>Länsförsäkringar</a:t>
            </a:r>
            <a:r>
              <a:rPr kumimoji="0" lang="en-US" sz="1400" b="0" i="0" u="none" strike="noStrike" kern="1200" cap="none" spc="0" normalizeH="0" baseline="0" noProof="0">
                <a:ln>
                  <a:noFill/>
                </a:ln>
                <a:solidFill>
                  <a:prstClr val="black"/>
                </a:solidFill>
                <a:effectLst/>
                <a:uLnTx/>
                <a:uFillTx/>
                <a:latin typeface="Ubuntu"/>
                <a:ea typeface="+mn-ea"/>
                <a:cs typeface="+mn-cs"/>
              </a:rPr>
              <a:t>, Guidewire and Capgemini team to bring both business and functional expertise to design an effective solution aligned with Guidewire standards throughout the scoping phase:</a:t>
            </a:r>
          </a:p>
          <a:p>
            <a:pPr marL="357188" marR="0" lvl="0" indent="-177800" algn="l" defTabSz="914400" rtl="0" eaLnBrk="1" fontAlgn="auto" latinLnBrk="0" hangingPunct="1">
              <a:lnSpc>
                <a:spcPct val="120000"/>
              </a:lnSpc>
              <a:spcBef>
                <a:spcPts val="300"/>
              </a:spcBef>
              <a:spcAft>
                <a:spcPts val="0"/>
              </a:spcAft>
              <a:buClr>
                <a:srgbClr val="0070AD"/>
              </a:buClr>
              <a:buSzTx/>
              <a:buFont typeface="Wingdings" panose="05000000000000000000" pitchFamily="2" charset="2"/>
              <a:buChar char="§"/>
              <a:tabLst/>
              <a:defRPr/>
            </a:pPr>
            <a:r>
              <a:rPr kumimoji="0" lang="en-US" sz="1200" b="1" i="0" u="none" strike="noStrike" kern="1200" cap="none" spc="0" normalizeH="0" baseline="0" noProof="0">
                <a:ln>
                  <a:noFill/>
                </a:ln>
                <a:solidFill>
                  <a:prstClr val="black"/>
                </a:solidFill>
                <a:effectLst/>
                <a:uLnTx/>
                <a:uFillTx/>
                <a:latin typeface="Ubuntu"/>
                <a:ea typeface="+mn-ea"/>
                <a:cs typeface="+mn-cs"/>
              </a:rPr>
              <a:t>Always start in accordance with Guidewire </a:t>
            </a:r>
            <a:r>
              <a:rPr kumimoji="0" lang="en-US" sz="1200" b="0" i="0" u="none" strike="noStrike" kern="1200" cap="none" spc="0" normalizeH="0" baseline="0" noProof="0">
                <a:ln>
                  <a:noFill/>
                </a:ln>
                <a:solidFill>
                  <a:prstClr val="black"/>
                </a:solidFill>
                <a:effectLst/>
                <a:uLnTx/>
                <a:uFillTx/>
                <a:latin typeface="Ubuntu"/>
                <a:ea typeface="+mn-ea"/>
                <a:cs typeface="+mn-cs"/>
              </a:rPr>
              <a:t>Out-of-the-Box features to develop the solution</a:t>
            </a:r>
          </a:p>
          <a:p>
            <a:pPr marL="357188" marR="0" lvl="0" indent="-177800" algn="l" defTabSz="914400" rtl="0" eaLnBrk="1" fontAlgn="auto" latinLnBrk="0" hangingPunct="1">
              <a:lnSpc>
                <a:spcPct val="120000"/>
              </a:lnSpc>
              <a:spcBef>
                <a:spcPts val="300"/>
              </a:spcBef>
              <a:spcAft>
                <a:spcPts val="0"/>
              </a:spcAft>
              <a:buClr>
                <a:srgbClr val="0070AD"/>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Ubuntu"/>
                <a:ea typeface="+mn-ea"/>
                <a:cs typeface="+mn-cs"/>
              </a:rPr>
              <a:t>Run workshops focused on maximizing </a:t>
            </a:r>
            <a:r>
              <a:rPr kumimoji="0" lang="en-US" sz="1200" b="1" i="0" u="none" strike="noStrike" kern="1200" cap="none" spc="0" normalizeH="0" baseline="0" noProof="0">
                <a:ln>
                  <a:noFill/>
                </a:ln>
                <a:solidFill>
                  <a:prstClr val="black"/>
                </a:solidFill>
                <a:effectLst/>
                <a:uLnTx/>
                <a:uFillTx/>
                <a:latin typeface="Ubuntu"/>
                <a:ea typeface="+mn-ea"/>
                <a:cs typeface="+mn-cs"/>
              </a:rPr>
              <a:t>the use of the standard solution </a:t>
            </a:r>
            <a:r>
              <a:rPr kumimoji="0" lang="en-US" sz="1200" b="0" i="0" u="none" strike="noStrike" kern="1200" cap="none" spc="0" normalizeH="0" baseline="0" noProof="0">
                <a:ln>
                  <a:noFill/>
                </a:ln>
                <a:solidFill>
                  <a:prstClr val="black"/>
                </a:solidFill>
                <a:effectLst/>
                <a:uLnTx/>
                <a:uFillTx/>
                <a:latin typeface="Ubuntu"/>
                <a:ea typeface="+mn-ea"/>
                <a:cs typeface="+mn-cs"/>
              </a:rPr>
              <a:t>by aligning business users about process modification and change requests</a:t>
            </a:r>
          </a:p>
          <a:p>
            <a:pPr marL="357188" marR="0" lvl="0" indent="-177800" algn="l" defTabSz="914400" rtl="0" eaLnBrk="1" fontAlgn="auto" latinLnBrk="0" hangingPunct="1">
              <a:lnSpc>
                <a:spcPct val="120000"/>
              </a:lnSpc>
              <a:spcBef>
                <a:spcPts val="300"/>
              </a:spcBef>
              <a:spcAft>
                <a:spcPts val="0"/>
              </a:spcAft>
              <a:buClr>
                <a:srgbClr val="0070AD"/>
              </a:buClr>
              <a:buSzTx/>
              <a:buFont typeface="Wingdings" panose="05000000000000000000" pitchFamily="2" charset="2"/>
              <a:buChar char="§"/>
              <a:tabLst/>
              <a:defRPr/>
            </a:pPr>
            <a:r>
              <a:rPr kumimoji="0" lang="en-US" sz="1200" b="0" i="0" u="none" strike="noStrike" kern="1200" cap="none" spc="0" normalizeH="0" baseline="0" noProof="0">
                <a:ln>
                  <a:noFill/>
                </a:ln>
                <a:solidFill>
                  <a:prstClr val="black"/>
                </a:solidFill>
                <a:effectLst/>
                <a:uLnTx/>
                <a:uFillTx/>
                <a:latin typeface="Ubuntu"/>
                <a:ea typeface="+mn-ea"/>
                <a:cs typeface="+mn-cs"/>
              </a:rPr>
              <a:t>Implement an </a:t>
            </a:r>
            <a:r>
              <a:rPr kumimoji="0" lang="en-US" sz="1200" b="1" i="0" u="none" strike="noStrike" kern="1200" cap="none" spc="0" normalizeH="0" baseline="0" noProof="0">
                <a:ln>
                  <a:noFill/>
                </a:ln>
                <a:solidFill>
                  <a:prstClr val="black"/>
                </a:solidFill>
                <a:effectLst/>
                <a:uLnTx/>
                <a:uFillTx/>
                <a:latin typeface="Ubuntu"/>
                <a:ea typeface="+mn-ea"/>
                <a:cs typeface="+mn-cs"/>
              </a:rPr>
              <a:t>arbitrage process </a:t>
            </a:r>
            <a:r>
              <a:rPr kumimoji="0" lang="en-US" sz="1200" b="0" i="0" u="none" strike="noStrike" kern="1200" cap="none" spc="0" normalizeH="0" baseline="0" noProof="0">
                <a:ln>
                  <a:noFill/>
                </a:ln>
                <a:solidFill>
                  <a:prstClr val="black"/>
                </a:solidFill>
                <a:effectLst/>
                <a:uLnTx/>
                <a:uFillTx/>
                <a:latin typeface="Ubuntu"/>
                <a:ea typeface="+mn-ea"/>
                <a:cs typeface="+mn-cs"/>
              </a:rPr>
              <a:t>based on the contribution of business value through a </a:t>
            </a:r>
            <a:r>
              <a:rPr kumimoji="0" lang="en-US" sz="1200" b="1" i="0" u="none" strike="noStrike" kern="1200" cap="none" spc="0" normalizeH="0" baseline="0" noProof="0">
                <a:ln>
                  <a:noFill/>
                </a:ln>
                <a:solidFill>
                  <a:prstClr val="black"/>
                </a:solidFill>
                <a:effectLst/>
                <a:uLnTx/>
                <a:uFillTx/>
                <a:latin typeface="Ubuntu"/>
                <a:ea typeface="+mn-ea"/>
                <a:cs typeface="+mn-cs"/>
              </a:rPr>
              <a:t>design authority </a:t>
            </a:r>
            <a:r>
              <a:rPr kumimoji="0" lang="en-US" sz="1200" b="0" i="0" u="none" strike="noStrike" kern="1200" cap="none" spc="0" normalizeH="0" baseline="0" noProof="0">
                <a:ln>
                  <a:noFill/>
                </a:ln>
                <a:solidFill>
                  <a:prstClr val="black"/>
                </a:solidFill>
                <a:effectLst/>
                <a:uLnTx/>
                <a:uFillTx/>
                <a:latin typeface="Ubuntu"/>
                <a:ea typeface="+mn-ea"/>
                <a:cs typeface="+mn-cs"/>
              </a:rPr>
              <a:t>mandated to arbitrate the acceptance of the configuration needs</a:t>
            </a:r>
          </a:p>
          <a:p>
            <a:pPr marL="357188" marR="0" lvl="0" indent="-177800" algn="l" defTabSz="914400" rtl="0" eaLnBrk="1" fontAlgn="auto" latinLnBrk="0" hangingPunct="1">
              <a:lnSpc>
                <a:spcPct val="120000"/>
              </a:lnSpc>
              <a:spcBef>
                <a:spcPts val="300"/>
              </a:spcBef>
              <a:spcAft>
                <a:spcPts val="0"/>
              </a:spcAft>
              <a:buClr>
                <a:srgbClr val="0070AD"/>
              </a:buClr>
              <a:buSzTx/>
              <a:buFont typeface="Wingdings" panose="05000000000000000000" pitchFamily="2" charset="2"/>
              <a:buChar char="§"/>
              <a:tabLst/>
              <a:defRPr/>
            </a:pPr>
            <a:r>
              <a:rPr kumimoji="0" lang="en-US" sz="1200" b="1" i="0" u="none" strike="noStrike" kern="1200" cap="none" spc="0" normalizeH="0" baseline="0" noProof="0">
                <a:ln>
                  <a:noFill/>
                </a:ln>
                <a:solidFill>
                  <a:prstClr val="black"/>
                </a:solidFill>
                <a:effectLst/>
                <a:uLnTx/>
                <a:uFillTx/>
                <a:latin typeface="Ubuntu"/>
                <a:ea typeface="+mn-ea"/>
                <a:cs typeface="+mn-cs"/>
              </a:rPr>
              <a:t>The prioritization of the Backlog should be done according to the business value</a:t>
            </a:r>
          </a:p>
        </p:txBody>
      </p:sp>
      <p:sp>
        <p:nvSpPr>
          <p:cNvPr id="52" name="Rectangle : coins arrondis 51">
            <a:extLst>
              <a:ext uri="{FF2B5EF4-FFF2-40B4-BE49-F238E27FC236}">
                <a16:creationId xmlns:a16="http://schemas.microsoft.com/office/drawing/2014/main" id="{E8A544F4-7114-4AEF-A571-F9FFEF0DA7A6}"/>
              </a:ext>
            </a:extLst>
          </p:cNvPr>
          <p:cNvSpPr/>
          <p:nvPr/>
        </p:nvSpPr>
        <p:spPr>
          <a:xfrm>
            <a:off x="7010079" y="1909822"/>
            <a:ext cx="1296000" cy="677152"/>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FFFFFF"/>
                </a:solidFill>
                <a:effectLst/>
                <a:uLnTx/>
                <a:uFillTx/>
                <a:latin typeface="Ubuntu Medium"/>
                <a:ea typeface="+mn-ea"/>
                <a:cs typeface="+mn-cs"/>
              </a:rPr>
              <a:t>Issues, priorities and business guidelines</a:t>
            </a:r>
          </a:p>
        </p:txBody>
      </p:sp>
      <p:sp>
        <p:nvSpPr>
          <p:cNvPr id="54" name="Rectangle : coins arrondis 53">
            <a:extLst>
              <a:ext uri="{FF2B5EF4-FFF2-40B4-BE49-F238E27FC236}">
                <a16:creationId xmlns:a16="http://schemas.microsoft.com/office/drawing/2014/main" id="{7DE37CA0-FF92-4A91-96BF-CB9B0131E760}"/>
              </a:ext>
            </a:extLst>
          </p:cNvPr>
          <p:cNvSpPr/>
          <p:nvPr/>
        </p:nvSpPr>
        <p:spPr>
          <a:xfrm>
            <a:off x="10011471" y="1909822"/>
            <a:ext cx="1296000" cy="677152"/>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1" i="0" u="none" strike="noStrike" kern="1200" cap="none" spc="0" normalizeH="0" baseline="0" noProof="0">
                <a:ln>
                  <a:noFill/>
                </a:ln>
                <a:solidFill>
                  <a:srgbClr val="FFFFFF"/>
                </a:solidFill>
                <a:effectLst/>
                <a:uLnTx/>
                <a:uFillTx/>
                <a:latin typeface="Ubuntu Medium"/>
                <a:ea typeface="+mn-ea"/>
                <a:cs typeface="+mn-cs"/>
              </a:rPr>
              <a:t>IT issues and </a:t>
            </a:r>
            <a:r>
              <a:rPr kumimoji="0" lang="fr-FR" sz="1050" b="1" i="0" u="none" strike="noStrike" kern="1200" cap="none" spc="0" normalizeH="0" baseline="0" noProof="0" err="1">
                <a:ln>
                  <a:noFill/>
                </a:ln>
                <a:solidFill>
                  <a:srgbClr val="FFFFFF"/>
                </a:solidFill>
                <a:effectLst/>
                <a:uLnTx/>
                <a:uFillTx/>
                <a:latin typeface="Ubuntu Medium"/>
                <a:ea typeface="+mn-ea"/>
                <a:cs typeface="+mn-cs"/>
              </a:rPr>
              <a:t>priorities</a:t>
            </a:r>
            <a:endParaRPr kumimoji="0" lang="fr-FR" sz="1050" b="1" i="0" u="none" strike="noStrike" kern="1200" cap="none" spc="0" normalizeH="0" baseline="0" noProof="0">
              <a:ln>
                <a:noFill/>
              </a:ln>
              <a:solidFill>
                <a:srgbClr val="FFFFFF"/>
              </a:solidFill>
              <a:effectLst/>
              <a:uLnTx/>
              <a:uFillTx/>
              <a:latin typeface="Ubuntu Medium"/>
              <a:ea typeface="+mn-ea"/>
              <a:cs typeface="+mn-cs"/>
            </a:endParaRPr>
          </a:p>
        </p:txBody>
      </p:sp>
      <p:sp>
        <p:nvSpPr>
          <p:cNvPr id="56" name="Flèche : pentagone 16">
            <a:extLst>
              <a:ext uri="{FF2B5EF4-FFF2-40B4-BE49-F238E27FC236}">
                <a16:creationId xmlns:a16="http://schemas.microsoft.com/office/drawing/2014/main" id="{6E4B2624-3044-46BC-B4E4-AA850BCD80A5}"/>
              </a:ext>
            </a:extLst>
          </p:cNvPr>
          <p:cNvSpPr/>
          <p:nvPr/>
        </p:nvSpPr>
        <p:spPr>
          <a:xfrm>
            <a:off x="7010080" y="2771018"/>
            <a:ext cx="1188000" cy="504923"/>
          </a:xfrm>
          <a:prstGeom prst="homePlate">
            <a:avLst>
              <a:gd name="adj" fmla="val 1695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rgbClr val="FFFFFF"/>
                </a:solidFill>
                <a:effectLst/>
                <a:uLnTx/>
                <a:uFillTx/>
                <a:latin typeface="Ubuntu Medium"/>
                <a:ea typeface="+mn-ea"/>
                <a:cs typeface="+mn-cs"/>
              </a:rPr>
              <a:t>Business </a:t>
            </a:r>
            <a:r>
              <a:rPr kumimoji="0" lang="fr-FR" sz="1050" b="0" i="0" u="none" strike="noStrike" kern="1200" cap="none" spc="0" normalizeH="0" baseline="0" noProof="0" err="1">
                <a:ln>
                  <a:noFill/>
                </a:ln>
                <a:solidFill>
                  <a:srgbClr val="FFFFFF"/>
                </a:solidFill>
                <a:effectLst/>
                <a:uLnTx/>
                <a:uFillTx/>
                <a:latin typeface="Ubuntu Medium"/>
                <a:ea typeface="+mn-ea"/>
                <a:cs typeface="+mn-cs"/>
              </a:rPr>
              <a:t>Requirements</a:t>
            </a:r>
            <a:endParaRPr kumimoji="0" lang="fr-FR" sz="1050" b="0" i="0" u="none" strike="noStrike" kern="1200" cap="none" spc="0" normalizeH="0" baseline="0" noProof="0">
              <a:ln>
                <a:noFill/>
              </a:ln>
              <a:solidFill>
                <a:srgbClr val="FFFFFF"/>
              </a:solidFill>
              <a:effectLst/>
              <a:uLnTx/>
              <a:uFillTx/>
              <a:latin typeface="Ubuntu Medium"/>
              <a:ea typeface="+mn-ea"/>
              <a:cs typeface="+mn-cs"/>
            </a:endParaRPr>
          </a:p>
        </p:txBody>
      </p:sp>
      <p:sp>
        <p:nvSpPr>
          <p:cNvPr id="57" name="Flèche : pentagone 17">
            <a:extLst>
              <a:ext uri="{FF2B5EF4-FFF2-40B4-BE49-F238E27FC236}">
                <a16:creationId xmlns:a16="http://schemas.microsoft.com/office/drawing/2014/main" id="{25FB3570-9C5E-45F0-A574-E0769604F066}"/>
              </a:ext>
            </a:extLst>
          </p:cNvPr>
          <p:cNvSpPr/>
          <p:nvPr/>
        </p:nvSpPr>
        <p:spPr>
          <a:xfrm flipH="1">
            <a:off x="10128575" y="2769572"/>
            <a:ext cx="1188000" cy="504923"/>
          </a:xfrm>
          <a:prstGeom prst="homePlate">
            <a:avLst>
              <a:gd name="adj" fmla="val 1695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rgbClr val="FFFFFF"/>
                </a:solidFill>
                <a:effectLst/>
                <a:uLnTx/>
                <a:uFillTx/>
                <a:latin typeface="Ubuntu Medium"/>
                <a:ea typeface="+mn-ea"/>
                <a:cs typeface="+mn-cs"/>
              </a:rPr>
              <a:t>Standard Solution</a:t>
            </a:r>
          </a:p>
        </p:txBody>
      </p:sp>
      <p:sp>
        <p:nvSpPr>
          <p:cNvPr id="48" name="Rectangle à coins arrondis 7">
            <a:extLst>
              <a:ext uri="{FF2B5EF4-FFF2-40B4-BE49-F238E27FC236}">
                <a16:creationId xmlns:a16="http://schemas.microsoft.com/office/drawing/2014/main" id="{E98CC071-9215-4DF9-B4DA-B3121AFB1DEF}"/>
              </a:ext>
            </a:extLst>
          </p:cNvPr>
          <p:cNvSpPr/>
          <p:nvPr/>
        </p:nvSpPr>
        <p:spPr>
          <a:xfrm>
            <a:off x="7020471" y="5165888"/>
            <a:ext cx="4425844" cy="1026256"/>
          </a:xfrm>
          <a:prstGeom prst="roundRect">
            <a:avLst>
              <a:gd name="adj" fmla="val 7871"/>
            </a:avLst>
          </a:prstGeom>
          <a:solidFill>
            <a:schemeClr val="accent2">
              <a:lumMod val="20000"/>
              <a:lumOff val="80000"/>
            </a:schemeClr>
          </a:solidFill>
          <a:ln>
            <a:noFill/>
          </a:ln>
          <a:effectLst/>
        </p:spPr>
        <p:txBody>
          <a:bodyPr wrap="square" rtlCol="0" anchor="ctr" anchorCtr="0">
            <a:noAutofit/>
          </a:bodyPr>
          <a:lstStyle/>
          <a:p>
            <a:pPr marL="0" marR="0" lvl="0" indent="0" algn="ctr" defTabSz="914400" rtl="0" eaLnBrk="1" fontAlgn="auto" latinLnBrk="0" hangingPunct="1">
              <a:lnSpc>
                <a:spcPct val="150000"/>
              </a:lnSpc>
              <a:spcBef>
                <a:spcPts val="30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Ubuntu"/>
                <a:ea typeface="+mn-ea"/>
                <a:cs typeface="+mn-cs"/>
              </a:rPr>
              <a:t>The implementation approach is based on the </a:t>
            </a:r>
            <a:r>
              <a:rPr kumimoji="0" lang="en-US" sz="1000" b="1" i="0" u="none" strike="noStrike" kern="1200" cap="none" spc="0" normalizeH="0" baseline="0" noProof="0">
                <a:ln>
                  <a:noFill/>
                </a:ln>
                <a:solidFill>
                  <a:prstClr val="black"/>
                </a:solidFill>
                <a:effectLst/>
                <a:uLnTx/>
                <a:uFillTx/>
                <a:latin typeface="Ubuntu"/>
                <a:ea typeface="+mn-ea"/>
                <a:cs typeface="+mn-cs"/>
              </a:rPr>
              <a:t>Guidewire’s solution  for Länsförsäkringar </a:t>
            </a:r>
            <a:r>
              <a:rPr kumimoji="0" lang="en-US" sz="1000" b="0" i="0" u="none" strike="noStrike" kern="1200" cap="none" spc="0" normalizeH="0" baseline="0" noProof="0">
                <a:ln>
                  <a:noFill/>
                </a:ln>
                <a:solidFill>
                  <a:prstClr val="black"/>
                </a:solidFill>
                <a:effectLst/>
                <a:uLnTx/>
                <a:uFillTx/>
                <a:latin typeface="Ubuntu"/>
                <a:ea typeface="+mn-ea"/>
                <a:cs typeface="+mn-cs"/>
              </a:rPr>
              <a:t>combined with an </a:t>
            </a:r>
            <a:r>
              <a:rPr kumimoji="0" lang="en-US" sz="1000" b="1" i="0" u="none" strike="noStrike" kern="1200" cap="none" spc="0" normalizeH="0" baseline="0" noProof="0">
                <a:ln>
                  <a:noFill/>
                </a:ln>
                <a:solidFill>
                  <a:prstClr val="black"/>
                </a:solidFill>
                <a:effectLst/>
                <a:uLnTx/>
                <a:uFillTx/>
                <a:latin typeface="Ubuntu"/>
                <a:ea typeface="+mn-ea"/>
                <a:cs typeface="+mn-cs"/>
              </a:rPr>
              <a:t>efficient arbitration process </a:t>
            </a:r>
            <a:r>
              <a:rPr kumimoji="0" lang="en-US" sz="1000" b="0" i="0" u="none" strike="noStrike" kern="1200" cap="none" spc="0" normalizeH="0" baseline="0" noProof="0">
                <a:ln>
                  <a:noFill/>
                </a:ln>
                <a:solidFill>
                  <a:prstClr val="black"/>
                </a:solidFill>
                <a:effectLst/>
                <a:uLnTx/>
                <a:uFillTx/>
                <a:latin typeface="Ubuntu"/>
                <a:ea typeface="+mn-ea"/>
                <a:cs typeface="+mn-cs"/>
              </a:rPr>
              <a:t>to remain in 85-90% conformance levels and hence a </a:t>
            </a:r>
            <a:r>
              <a:rPr kumimoji="0" lang="en-US" sz="1000" b="1" i="0" u="none" strike="noStrike" kern="1200" cap="none" spc="0" normalizeH="0" baseline="0" noProof="0">
                <a:ln>
                  <a:noFill/>
                </a:ln>
                <a:solidFill>
                  <a:prstClr val="black"/>
                </a:solidFill>
                <a:effectLst/>
                <a:uLnTx/>
                <a:uFillTx/>
                <a:latin typeface="Ubuntu"/>
                <a:ea typeface="+mn-ea"/>
                <a:cs typeface="+mn-cs"/>
              </a:rPr>
              <a:t>controlled</a:t>
            </a:r>
            <a:r>
              <a:rPr kumimoji="0" lang="en-US" sz="1000" b="0" i="0" u="none" strike="noStrike" kern="1200" cap="none" spc="0" normalizeH="0" baseline="0" noProof="0">
                <a:ln>
                  <a:noFill/>
                </a:ln>
                <a:solidFill>
                  <a:prstClr val="black"/>
                </a:solidFill>
                <a:effectLst/>
                <a:uLnTx/>
                <a:uFillTx/>
                <a:latin typeface="Ubuntu"/>
                <a:ea typeface="+mn-ea"/>
                <a:cs typeface="+mn-cs"/>
              </a:rPr>
              <a:t> development cost &amp; </a:t>
            </a:r>
            <a:r>
              <a:rPr kumimoji="0" lang="en-US" sz="1000" b="1" i="0" u="none" strike="noStrike" kern="1200" cap="none" spc="0" normalizeH="0" baseline="0" noProof="0">
                <a:ln>
                  <a:noFill/>
                </a:ln>
                <a:solidFill>
                  <a:prstClr val="black"/>
                </a:solidFill>
                <a:effectLst/>
                <a:uLnTx/>
                <a:uFillTx/>
                <a:latin typeface="Ubuntu"/>
                <a:ea typeface="+mn-ea"/>
                <a:cs typeface="+mn-cs"/>
              </a:rPr>
              <a:t>predictable</a:t>
            </a:r>
            <a:r>
              <a:rPr kumimoji="0" lang="en-US" sz="1000" b="0" i="0" u="none" strike="noStrike" kern="1200" cap="none" spc="0" normalizeH="0" baseline="0" noProof="0">
                <a:ln>
                  <a:noFill/>
                </a:ln>
                <a:solidFill>
                  <a:prstClr val="black"/>
                </a:solidFill>
                <a:effectLst/>
                <a:uLnTx/>
                <a:uFillTx/>
                <a:latin typeface="Ubuntu"/>
                <a:ea typeface="+mn-ea"/>
                <a:cs typeface="+mn-cs"/>
              </a:rPr>
              <a:t> timeline to deliver</a:t>
            </a:r>
            <a:endParaRPr kumimoji="0" lang="en-US" sz="1000" b="0" i="0" u="none" strike="noStrike" kern="1200" cap="none" spc="0" normalizeH="0" baseline="0" noProof="0">
              <a:ln>
                <a:noFill/>
              </a:ln>
              <a:solidFill>
                <a:prstClr val="black"/>
              </a:solidFill>
              <a:effectLst/>
              <a:uLnTx/>
              <a:uFillTx/>
              <a:latin typeface="Verdana"/>
              <a:ea typeface="+mn-ea"/>
              <a:cs typeface="+mn-cs"/>
            </a:endParaRPr>
          </a:p>
        </p:txBody>
      </p:sp>
      <p:sp>
        <p:nvSpPr>
          <p:cNvPr id="53" name="Rectangle : coins arrondis 52">
            <a:extLst>
              <a:ext uri="{FF2B5EF4-FFF2-40B4-BE49-F238E27FC236}">
                <a16:creationId xmlns:a16="http://schemas.microsoft.com/office/drawing/2014/main" id="{8ACE22F0-C8A0-496E-BA85-6F2F8F11A971}"/>
              </a:ext>
            </a:extLst>
          </p:cNvPr>
          <p:cNvSpPr/>
          <p:nvPr/>
        </p:nvSpPr>
        <p:spPr>
          <a:xfrm>
            <a:off x="8505439" y="1589574"/>
            <a:ext cx="1386243" cy="346561"/>
          </a:xfrm>
          <a:prstGeom prst="roundRect">
            <a:avLst/>
          </a:prstGeom>
          <a:solidFill>
            <a:schemeClr val="accent3">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0" i="0" u="none" strike="noStrike" kern="1200" cap="none" spc="0" normalizeH="0" baseline="0" noProof="0">
                <a:ln>
                  <a:noFill/>
                </a:ln>
                <a:solidFill>
                  <a:srgbClr val="FFFFFF"/>
                </a:solidFill>
                <a:effectLst/>
                <a:uLnTx/>
                <a:uFillTx/>
                <a:latin typeface="Ubuntu Medium"/>
                <a:ea typeface="+mn-ea"/>
                <a:cs typeface="+mn-cs"/>
              </a:rPr>
              <a:t>Budget </a:t>
            </a:r>
            <a:r>
              <a:rPr kumimoji="0" lang="fr-FR" sz="1050" b="0" i="0" u="none" strike="noStrike" kern="1200" cap="none" spc="0" normalizeH="0" baseline="0" noProof="0" err="1">
                <a:ln>
                  <a:noFill/>
                </a:ln>
                <a:solidFill>
                  <a:srgbClr val="FFFFFF"/>
                </a:solidFill>
                <a:effectLst/>
                <a:uLnTx/>
                <a:uFillTx/>
                <a:latin typeface="Ubuntu Medium"/>
                <a:ea typeface="+mn-ea"/>
                <a:cs typeface="+mn-cs"/>
              </a:rPr>
              <a:t>Constraints</a:t>
            </a:r>
            <a:endParaRPr kumimoji="0" lang="fr-FR" sz="1050" b="0" i="0" u="none" strike="noStrike" kern="1200" cap="none" spc="0" normalizeH="0" baseline="0" noProof="0">
              <a:ln>
                <a:noFill/>
              </a:ln>
              <a:solidFill>
                <a:srgbClr val="FFFFFF"/>
              </a:solidFill>
              <a:effectLst/>
              <a:uLnTx/>
              <a:uFillTx/>
              <a:latin typeface="Ubuntu Medium"/>
              <a:ea typeface="+mn-ea"/>
              <a:cs typeface="+mn-cs"/>
            </a:endParaRPr>
          </a:p>
        </p:txBody>
      </p:sp>
      <p:sp>
        <p:nvSpPr>
          <p:cNvPr id="55" name="Ellipse 15">
            <a:extLst>
              <a:ext uri="{FF2B5EF4-FFF2-40B4-BE49-F238E27FC236}">
                <a16:creationId xmlns:a16="http://schemas.microsoft.com/office/drawing/2014/main" id="{FB4D9032-3253-46C4-8CC8-057FB199085D}"/>
              </a:ext>
            </a:extLst>
          </p:cNvPr>
          <p:cNvSpPr/>
          <p:nvPr/>
        </p:nvSpPr>
        <p:spPr>
          <a:xfrm>
            <a:off x="8309448" y="2582387"/>
            <a:ext cx="1689359" cy="817261"/>
          </a:xfrm>
          <a:prstGeom prst="roundRect">
            <a:avLst>
              <a:gd name="adj" fmla="val 50000"/>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a:ln>
                  <a:noFill/>
                </a:ln>
                <a:solidFill>
                  <a:srgbClr val="FFFFFF"/>
                </a:solidFill>
                <a:effectLst/>
                <a:uLnTx/>
                <a:uFillTx/>
                <a:latin typeface="Verdana"/>
                <a:ea typeface="+mn-ea"/>
                <a:cs typeface="+mn-cs"/>
              </a:rPr>
              <a:t>Gap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a:ln>
                  <a:noFill/>
                </a:ln>
                <a:solidFill>
                  <a:srgbClr val="FFFFFF"/>
                </a:solidFill>
                <a:effectLst/>
                <a:uLnTx/>
                <a:uFillTx/>
                <a:latin typeface="Verdana"/>
                <a:ea typeface="+mn-ea"/>
                <a:cs typeface="+mn-cs"/>
              </a:rPr>
              <a:t>Analysis</a:t>
            </a:r>
          </a:p>
        </p:txBody>
      </p:sp>
      <p:sp>
        <p:nvSpPr>
          <p:cNvPr id="58" name="Rectangle : coins arrondis 57">
            <a:extLst>
              <a:ext uri="{FF2B5EF4-FFF2-40B4-BE49-F238E27FC236}">
                <a16:creationId xmlns:a16="http://schemas.microsoft.com/office/drawing/2014/main" id="{CF53E42C-25AB-431A-9B2C-EB48D8CF6CF7}"/>
              </a:ext>
            </a:extLst>
          </p:cNvPr>
          <p:cNvSpPr/>
          <p:nvPr/>
        </p:nvSpPr>
        <p:spPr>
          <a:xfrm>
            <a:off x="7748631" y="3831176"/>
            <a:ext cx="2810991" cy="370157"/>
          </a:xfrm>
          <a:prstGeom prst="round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FFFFF"/>
                </a:solidFill>
                <a:effectLst/>
                <a:uLnTx/>
                <a:uFillTx/>
                <a:latin typeface="Verdana"/>
                <a:ea typeface="+mn-ea"/>
                <a:cs typeface="+mn-cs"/>
              </a:rPr>
              <a:t>Arbitrage</a:t>
            </a:r>
          </a:p>
        </p:txBody>
      </p:sp>
      <p:sp>
        <p:nvSpPr>
          <p:cNvPr id="59" name="Rectangle : coins arrondis 58">
            <a:extLst>
              <a:ext uri="{FF2B5EF4-FFF2-40B4-BE49-F238E27FC236}">
                <a16:creationId xmlns:a16="http://schemas.microsoft.com/office/drawing/2014/main" id="{417F8675-FABB-4CE0-B9D4-6B563C377604}"/>
              </a:ext>
            </a:extLst>
          </p:cNvPr>
          <p:cNvSpPr/>
          <p:nvPr/>
        </p:nvSpPr>
        <p:spPr>
          <a:xfrm>
            <a:off x="7748631" y="4636393"/>
            <a:ext cx="2810991" cy="370157"/>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a:ln>
                  <a:noFill/>
                </a:ln>
                <a:solidFill>
                  <a:srgbClr val="FFFFFF"/>
                </a:solidFill>
                <a:effectLst/>
                <a:uLnTx/>
                <a:uFillTx/>
                <a:latin typeface="Verdana"/>
                <a:ea typeface="+mn-ea"/>
                <a:cs typeface="+mn-cs"/>
              </a:rPr>
              <a:t>Solution</a:t>
            </a:r>
          </a:p>
        </p:txBody>
      </p:sp>
      <p:sp>
        <p:nvSpPr>
          <p:cNvPr id="69" name="Freeform 6">
            <a:extLst>
              <a:ext uri="{FF2B5EF4-FFF2-40B4-BE49-F238E27FC236}">
                <a16:creationId xmlns:a16="http://schemas.microsoft.com/office/drawing/2014/main" id="{C215A4A8-B6DF-470E-9CD2-A2A484ACF287}"/>
              </a:ext>
            </a:extLst>
          </p:cNvPr>
          <p:cNvSpPr>
            <a:spLocks/>
          </p:cNvSpPr>
          <p:nvPr/>
        </p:nvSpPr>
        <p:spPr bwMode="auto">
          <a:xfrm rot="21362066" flipH="1" flipV="1">
            <a:off x="8485041" y="2200061"/>
            <a:ext cx="355255" cy="318221"/>
          </a:xfrm>
          <a:custGeom>
            <a:avLst/>
            <a:gdLst/>
            <a:ahLst/>
            <a:cxnLst>
              <a:cxn ang="0">
                <a:pos x="27" y="0"/>
              </a:cxn>
              <a:cxn ang="0">
                <a:pos x="0" y="44"/>
              </a:cxn>
              <a:cxn ang="0">
                <a:pos x="16" y="40"/>
              </a:cxn>
              <a:cxn ang="0">
                <a:pos x="16" y="40"/>
              </a:cxn>
              <a:cxn ang="0">
                <a:pos x="110" y="84"/>
              </a:cxn>
              <a:cxn ang="0">
                <a:pos x="45" y="35"/>
              </a:cxn>
              <a:cxn ang="0">
                <a:pos x="60" y="32"/>
              </a:cxn>
              <a:cxn ang="0">
                <a:pos x="27" y="0"/>
              </a:cxn>
            </a:cxnLst>
            <a:rect l="0" t="0" r="r" b="b"/>
            <a:pathLst>
              <a:path w="110" h="98">
                <a:moveTo>
                  <a:pt x="27" y="0"/>
                </a:moveTo>
                <a:cubicBezTo>
                  <a:pt x="18" y="15"/>
                  <a:pt x="9" y="29"/>
                  <a:pt x="0" y="44"/>
                </a:cubicBezTo>
                <a:cubicBezTo>
                  <a:pt x="6" y="43"/>
                  <a:pt x="11" y="41"/>
                  <a:pt x="16" y="40"/>
                </a:cubicBezTo>
                <a:cubicBezTo>
                  <a:pt x="16" y="40"/>
                  <a:pt x="16" y="40"/>
                  <a:pt x="16" y="40"/>
                </a:cubicBezTo>
                <a:cubicBezTo>
                  <a:pt x="32" y="81"/>
                  <a:pt x="80" y="98"/>
                  <a:pt x="110" y="84"/>
                </a:cubicBezTo>
                <a:cubicBezTo>
                  <a:pt x="76" y="88"/>
                  <a:pt x="48" y="61"/>
                  <a:pt x="45" y="35"/>
                </a:cubicBezTo>
                <a:cubicBezTo>
                  <a:pt x="50" y="34"/>
                  <a:pt x="55" y="33"/>
                  <a:pt x="60" y="32"/>
                </a:cubicBezTo>
                <a:cubicBezTo>
                  <a:pt x="49" y="21"/>
                  <a:pt x="38" y="11"/>
                  <a:pt x="27" y="0"/>
                </a:cubicBezTo>
                <a:close/>
              </a:path>
            </a:pathLst>
          </a:custGeom>
          <a:solidFill>
            <a:schemeClr val="accent1">
              <a:lumMod val="5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Ubuntu"/>
              <a:ea typeface="+mn-ea"/>
              <a:cs typeface="+mn-cs"/>
            </a:endParaRPr>
          </a:p>
        </p:txBody>
      </p:sp>
      <p:sp>
        <p:nvSpPr>
          <p:cNvPr id="70" name="Freeform 6">
            <a:extLst>
              <a:ext uri="{FF2B5EF4-FFF2-40B4-BE49-F238E27FC236}">
                <a16:creationId xmlns:a16="http://schemas.microsoft.com/office/drawing/2014/main" id="{A0CAA14B-EBAE-4D8E-9962-E95B6292446A}"/>
              </a:ext>
            </a:extLst>
          </p:cNvPr>
          <p:cNvSpPr>
            <a:spLocks/>
          </p:cNvSpPr>
          <p:nvPr/>
        </p:nvSpPr>
        <p:spPr bwMode="auto">
          <a:xfrm rot="20021265" flipV="1">
            <a:off x="9022789" y="2024360"/>
            <a:ext cx="355255" cy="318221"/>
          </a:xfrm>
          <a:custGeom>
            <a:avLst/>
            <a:gdLst/>
            <a:ahLst/>
            <a:cxnLst>
              <a:cxn ang="0">
                <a:pos x="27" y="0"/>
              </a:cxn>
              <a:cxn ang="0">
                <a:pos x="0" y="44"/>
              </a:cxn>
              <a:cxn ang="0">
                <a:pos x="16" y="40"/>
              </a:cxn>
              <a:cxn ang="0">
                <a:pos x="16" y="40"/>
              </a:cxn>
              <a:cxn ang="0">
                <a:pos x="110" y="84"/>
              </a:cxn>
              <a:cxn ang="0">
                <a:pos x="45" y="35"/>
              </a:cxn>
              <a:cxn ang="0">
                <a:pos x="60" y="32"/>
              </a:cxn>
              <a:cxn ang="0">
                <a:pos x="27" y="0"/>
              </a:cxn>
            </a:cxnLst>
            <a:rect l="0" t="0" r="r" b="b"/>
            <a:pathLst>
              <a:path w="110" h="98">
                <a:moveTo>
                  <a:pt x="27" y="0"/>
                </a:moveTo>
                <a:cubicBezTo>
                  <a:pt x="18" y="15"/>
                  <a:pt x="9" y="29"/>
                  <a:pt x="0" y="44"/>
                </a:cubicBezTo>
                <a:cubicBezTo>
                  <a:pt x="6" y="43"/>
                  <a:pt x="11" y="41"/>
                  <a:pt x="16" y="40"/>
                </a:cubicBezTo>
                <a:cubicBezTo>
                  <a:pt x="16" y="40"/>
                  <a:pt x="16" y="40"/>
                  <a:pt x="16" y="40"/>
                </a:cubicBezTo>
                <a:cubicBezTo>
                  <a:pt x="32" y="81"/>
                  <a:pt x="80" y="98"/>
                  <a:pt x="110" y="84"/>
                </a:cubicBezTo>
                <a:cubicBezTo>
                  <a:pt x="76" y="88"/>
                  <a:pt x="48" y="61"/>
                  <a:pt x="45" y="35"/>
                </a:cubicBezTo>
                <a:cubicBezTo>
                  <a:pt x="50" y="34"/>
                  <a:pt x="55" y="33"/>
                  <a:pt x="60" y="32"/>
                </a:cubicBezTo>
                <a:cubicBezTo>
                  <a:pt x="49" y="21"/>
                  <a:pt x="38" y="11"/>
                  <a:pt x="27" y="0"/>
                </a:cubicBezTo>
                <a:close/>
              </a:path>
            </a:pathLst>
          </a:custGeom>
          <a:solidFill>
            <a:schemeClr val="accent1">
              <a:lumMod val="5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Ubuntu"/>
              <a:ea typeface="+mn-ea"/>
              <a:cs typeface="+mn-cs"/>
            </a:endParaRPr>
          </a:p>
        </p:txBody>
      </p:sp>
      <p:sp>
        <p:nvSpPr>
          <p:cNvPr id="71" name="Freeform 6">
            <a:extLst>
              <a:ext uri="{FF2B5EF4-FFF2-40B4-BE49-F238E27FC236}">
                <a16:creationId xmlns:a16="http://schemas.microsoft.com/office/drawing/2014/main" id="{61A3976A-5B30-4097-9378-4416641C4438}"/>
              </a:ext>
            </a:extLst>
          </p:cNvPr>
          <p:cNvSpPr>
            <a:spLocks/>
          </p:cNvSpPr>
          <p:nvPr/>
        </p:nvSpPr>
        <p:spPr bwMode="auto">
          <a:xfrm rot="237934" flipV="1">
            <a:off x="9544067" y="2200061"/>
            <a:ext cx="355255" cy="318221"/>
          </a:xfrm>
          <a:custGeom>
            <a:avLst/>
            <a:gdLst/>
            <a:ahLst/>
            <a:cxnLst>
              <a:cxn ang="0">
                <a:pos x="27" y="0"/>
              </a:cxn>
              <a:cxn ang="0">
                <a:pos x="0" y="44"/>
              </a:cxn>
              <a:cxn ang="0">
                <a:pos x="16" y="40"/>
              </a:cxn>
              <a:cxn ang="0">
                <a:pos x="16" y="40"/>
              </a:cxn>
              <a:cxn ang="0">
                <a:pos x="110" y="84"/>
              </a:cxn>
              <a:cxn ang="0">
                <a:pos x="45" y="35"/>
              </a:cxn>
              <a:cxn ang="0">
                <a:pos x="60" y="32"/>
              </a:cxn>
              <a:cxn ang="0">
                <a:pos x="27" y="0"/>
              </a:cxn>
            </a:cxnLst>
            <a:rect l="0" t="0" r="r" b="b"/>
            <a:pathLst>
              <a:path w="110" h="98">
                <a:moveTo>
                  <a:pt x="27" y="0"/>
                </a:moveTo>
                <a:cubicBezTo>
                  <a:pt x="18" y="15"/>
                  <a:pt x="9" y="29"/>
                  <a:pt x="0" y="44"/>
                </a:cubicBezTo>
                <a:cubicBezTo>
                  <a:pt x="6" y="43"/>
                  <a:pt x="11" y="41"/>
                  <a:pt x="16" y="40"/>
                </a:cubicBezTo>
                <a:cubicBezTo>
                  <a:pt x="16" y="40"/>
                  <a:pt x="16" y="40"/>
                  <a:pt x="16" y="40"/>
                </a:cubicBezTo>
                <a:cubicBezTo>
                  <a:pt x="32" y="81"/>
                  <a:pt x="80" y="98"/>
                  <a:pt x="110" y="84"/>
                </a:cubicBezTo>
                <a:cubicBezTo>
                  <a:pt x="76" y="88"/>
                  <a:pt x="48" y="61"/>
                  <a:pt x="45" y="35"/>
                </a:cubicBezTo>
                <a:cubicBezTo>
                  <a:pt x="50" y="34"/>
                  <a:pt x="55" y="33"/>
                  <a:pt x="60" y="32"/>
                </a:cubicBezTo>
                <a:cubicBezTo>
                  <a:pt x="49" y="21"/>
                  <a:pt x="38" y="11"/>
                  <a:pt x="27" y="0"/>
                </a:cubicBezTo>
                <a:close/>
              </a:path>
            </a:pathLst>
          </a:custGeom>
          <a:solidFill>
            <a:schemeClr val="accent1">
              <a:lumMod val="5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Ubuntu"/>
              <a:ea typeface="+mn-ea"/>
              <a:cs typeface="+mn-cs"/>
            </a:endParaRPr>
          </a:p>
        </p:txBody>
      </p:sp>
      <p:sp>
        <p:nvSpPr>
          <p:cNvPr id="74" name="Freeform 6">
            <a:extLst>
              <a:ext uri="{FF2B5EF4-FFF2-40B4-BE49-F238E27FC236}">
                <a16:creationId xmlns:a16="http://schemas.microsoft.com/office/drawing/2014/main" id="{E4D234BB-3C6B-41A0-A2A0-D67721E42ACB}"/>
              </a:ext>
            </a:extLst>
          </p:cNvPr>
          <p:cNvSpPr>
            <a:spLocks/>
          </p:cNvSpPr>
          <p:nvPr/>
        </p:nvSpPr>
        <p:spPr bwMode="auto">
          <a:xfrm rot="20021265" flipV="1">
            <a:off x="9022788" y="3454536"/>
            <a:ext cx="355255" cy="318221"/>
          </a:xfrm>
          <a:custGeom>
            <a:avLst/>
            <a:gdLst/>
            <a:ahLst/>
            <a:cxnLst>
              <a:cxn ang="0">
                <a:pos x="27" y="0"/>
              </a:cxn>
              <a:cxn ang="0">
                <a:pos x="0" y="44"/>
              </a:cxn>
              <a:cxn ang="0">
                <a:pos x="16" y="40"/>
              </a:cxn>
              <a:cxn ang="0">
                <a:pos x="16" y="40"/>
              </a:cxn>
              <a:cxn ang="0">
                <a:pos x="110" y="84"/>
              </a:cxn>
              <a:cxn ang="0">
                <a:pos x="45" y="35"/>
              </a:cxn>
              <a:cxn ang="0">
                <a:pos x="60" y="32"/>
              </a:cxn>
              <a:cxn ang="0">
                <a:pos x="27" y="0"/>
              </a:cxn>
            </a:cxnLst>
            <a:rect l="0" t="0" r="r" b="b"/>
            <a:pathLst>
              <a:path w="110" h="98">
                <a:moveTo>
                  <a:pt x="27" y="0"/>
                </a:moveTo>
                <a:cubicBezTo>
                  <a:pt x="18" y="15"/>
                  <a:pt x="9" y="29"/>
                  <a:pt x="0" y="44"/>
                </a:cubicBezTo>
                <a:cubicBezTo>
                  <a:pt x="6" y="43"/>
                  <a:pt x="11" y="41"/>
                  <a:pt x="16" y="40"/>
                </a:cubicBezTo>
                <a:cubicBezTo>
                  <a:pt x="16" y="40"/>
                  <a:pt x="16" y="40"/>
                  <a:pt x="16" y="40"/>
                </a:cubicBezTo>
                <a:cubicBezTo>
                  <a:pt x="32" y="81"/>
                  <a:pt x="80" y="98"/>
                  <a:pt x="110" y="84"/>
                </a:cubicBezTo>
                <a:cubicBezTo>
                  <a:pt x="76" y="88"/>
                  <a:pt x="48" y="61"/>
                  <a:pt x="45" y="35"/>
                </a:cubicBezTo>
                <a:cubicBezTo>
                  <a:pt x="50" y="34"/>
                  <a:pt x="55" y="33"/>
                  <a:pt x="60" y="32"/>
                </a:cubicBezTo>
                <a:cubicBezTo>
                  <a:pt x="49" y="21"/>
                  <a:pt x="38" y="11"/>
                  <a:pt x="27" y="0"/>
                </a:cubicBezTo>
                <a:close/>
              </a:path>
            </a:pathLst>
          </a:custGeom>
          <a:solidFill>
            <a:schemeClr val="accent1">
              <a:lumMod val="5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Ubuntu"/>
              <a:ea typeface="+mn-ea"/>
              <a:cs typeface="+mn-cs"/>
            </a:endParaRPr>
          </a:p>
        </p:txBody>
      </p:sp>
      <p:sp>
        <p:nvSpPr>
          <p:cNvPr id="75" name="Freeform 6">
            <a:extLst>
              <a:ext uri="{FF2B5EF4-FFF2-40B4-BE49-F238E27FC236}">
                <a16:creationId xmlns:a16="http://schemas.microsoft.com/office/drawing/2014/main" id="{92C32AF4-A67A-44F6-96B4-68DF0BC15739}"/>
              </a:ext>
            </a:extLst>
          </p:cNvPr>
          <p:cNvSpPr>
            <a:spLocks/>
          </p:cNvSpPr>
          <p:nvPr/>
        </p:nvSpPr>
        <p:spPr bwMode="auto">
          <a:xfrm rot="20021265" flipV="1">
            <a:off x="9022789" y="4250386"/>
            <a:ext cx="355255" cy="318221"/>
          </a:xfrm>
          <a:custGeom>
            <a:avLst/>
            <a:gdLst/>
            <a:ahLst/>
            <a:cxnLst>
              <a:cxn ang="0">
                <a:pos x="27" y="0"/>
              </a:cxn>
              <a:cxn ang="0">
                <a:pos x="0" y="44"/>
              </a:cxn>
              <a:cxn ang="0">
                <a:pos x="16" y="40"/>
              </a:cxn>
              <a:cxn ang="0">
                <a:pos x="16" y="40"/>
              </a:cxn>
              <a:cxn ang="0">
                <a:pos x="110" y="84"/>
              </a:cxn>
              <a:cxn ang="0">
                <a:pos x="45" y="35"/>
              </a:cxn>
              <a:cxn ang="0">
                <a:pos x="60" y="32"/>
              </a:cxn>
              <a:cxn ang="0">
                <a:pos x="27" y="0"/>
              </a:cxn>
            </a:cxnLst>
            <a:rect l="0" t="0" r="r" b="b"/>
            <a:pathLst>
              <a:path w="110" h="98">
                <a:moveTo>
                  <a:pt x="27" y="0"/>
                </a:moveTo>
                <a:cubicBezTo>
                  <a:pt x="18" y="15"/>
                  <a:pt x="9" y="29"/>
                  <a:pt x="0" y="44"/>
                </a:cubicBezTo>
                <a:cubicBezTo>
                  <a:pt x="6" y="43"/>
                  <a:pt x="11" y="41"/>
                  <a:pt x="16" y="40"/>
                </a:cubicBezTo>
                <a:cubicBezTo>
                  <a:pt x="16" y="40"/>
                  <a:pt x="16" y="40"/>
                  <a:pt x="16" y="40"/>
                </a:cubicBezTo>
                <a:cubicBezTo>
                  <a:pt x="32" y="81"/>
                  <a:pt x="80" y="98"/>
                  <a:pt x="110" y="84"/>
                </a:cubicBezTo>
                <a:cubicBezTo>
                  <a:pt x="76" y="88"/>
                  <a:pt x="48" y="61"/>
                  <a:pt x="45" y="35"/>
                </a:cubicBezTo>
                <a:cubicBezTo>
                  <a:pt x="50" y="34"/>
                  <a:pt x="55" y="33"/>
                  <a:pt x="60" y="32"/>
                </a:cubicBezTo>
                <a:cubicBezTo>
                  <a:pt x="49" y="21"/>
                  <a:pt x="38" y="11"/>
                  <a:pt x="27" y="0"/>
                </a:cubicBezTo>
                <a:close/>
              </a:path>
            </a:pathLst>
          </a:custGeom>
          <a:solidFill>
            <a:schemeClr val="accent1">
              <a:lumMod val="5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Ubuntu"/>
              <a:ea typeface="+mn-ea"/>
              <a:cs typeface="+mn-cs"/>
            </a:endParaRPr>
          </a:p>
        </p:txBody>
      </p:sp>
      <p:sp>
        <p:nvSpPr>
          <p:cNvPr id="22" name="Retângulo 43">
            <a:extLst>
              <a:ext uri="{FF2B5EF4-FFF2-40B4-BE49-F238E27FC236}">
                <a16:creationId xmlns:a16="http://schemas.microsoft.com/office/drawing/2014/main" id="{E2A165E3-0BBB-4B06-B59E-D1CC97F21A67}"/>
              </a:ext>
            </a:extLst>
          </p:cNvPr>
          <p:cNvSpPr/>
          <p:nvPr/>
        </p:nvSpPr>
        <p:spPr>
          <a:xfrm>
            <a:off x="11862276" y="6650661"/>
            <a:ext cx="65724" cy="123111"/>
          </a:xfrm>
          <a:prstGeom prst="rect">
            <a:avLst/>
          </a:prstGeom>
        </p:spPr>
        <p:txBody>
          <a:bodyPr wrap="none" lIns="0" tIns="0" rIns="0" bIns="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02E5A9-B53C-401E-A0E0-4A359BB0A9E5}" type="slidenum">
              <a:rPr kumimoji="0" lang="en-US" sz="800" b="0" i="0" u="none" strike="noStrike" kern="1200" cap="none" spc="0" normalizeH="0" baseline="0" noProof="0" smtClean="0">
                <a:ln>
                  <a:noFill/>
                </a:ln>
                <a:solidFill>
                  <a:srgbClr val="FFFFFF"/>
                </a:solidFill>
                <a:effectLst/>
                <a:uLnTx/>
                <a:uFillTx/>
                <a:latin typeface="Ubuntu"/>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800" b="0" i="0" u="none" strike="noStrike" kern="1200" cap="none" spc="0" normalizeH="0" baseline="0" noProof="0">
              <a:ln>
                <a:noFill/>
              </a:ln>
              <a:solidFill>
                <a:srgbClr val="FFFFFF"/>
              </a:solidFill>
              <a:effectLst/>
              <a:uLnTx/>
              <a:uFillTx/>
              <a:latin typeface="Ubuntu"/>
              <a:ea typeface="+mn-ea"/>
              <a:cs typeface="Arial" panose="020B0604020202020204" pitchFamily="34" charset="0"/>
            </a:endParaRPr>
          </a:p>
        </p:txBody>
      </p:sp>
      <p:sp>
        <p:nvSpPr>
          <p:cNvPr id="24" name="Text Placeholder 7">
            <a:extLst>
              <a:ext uri="{FF2B5EF4-FFF2-40B4-BE49-F238E27FC236}">
                <a16:creationId xmlns:a16="http://schemas.microsoft.com/office/drawing/2014/main" id="{01AE963E-AEA0-4DCC-BCFC-E4D233477D71}"/>
              </a:ext>
            </a:extLst>
          </p:cNvPr>
          <p:cNvSpPr txBox="1">
            <a:spLocks/>
          </p:cNvSpPr>
          <p:nvPr/>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800" b="0" i="0" u="none" strike="noStrike" kern="1200" cap="none" spc="0" normalizeH="0" baseline="0" noProof="0">
                <a:ln>
                  <a:noFill/>
                </a:ln>
                <a:solidFill>
                  <a:srgbClr val="FFFFFF"/>
                </a:solidFill>
                <a:effectLst/>
                <a:uLnTx/>
                <a:uFillTx/>
                <a:latin typeface="Ubuntu"/>
                <a:ea typeface="+mn-ea"/>
                <a:cs typeface="+mn-cs"/>
              </a:rPr>
              <a:t>© Capgemini 2020. All rights reserved  |</a:t>
            </a:r>
          </a:p>
        </p:txBody>
      </p:sp>
      <p:pic>
        <p:nvPicPr>
          <p:cNvPr id="25" name="Picture 24">
            <a:extLst>
              <a:ext uri="{FF2B5EF4-FFF2-40B4-BE49-F238E27FC236}">
                <a16:creationId xmlns:a16="http://schemas.microsoft.com/office/drawing/2014/main" id="{AECC9959-E4A4-484C-858B-FA13D7F352C3}"/>
              </a:ext>
            </a:extLst>
          </p:cNvPr>
          <p:cNvPicPr>
            <a:picLocks noChangeAspect="1"/>
          </p:cNvPicPr>
          <p:nvPr/>
        </p:nvPicPr>
        <p:blipFill>
          <a:blip r:embed="rId3"/>
          <a:stretch>
            <a:fillRect/>
          </a:stretch>
        </p:blipFill>
        <p:spPr>
          <a:xfrm>
            <a:off x="10665626" y="122983"/>
            <a:ext cx="1440000" cy="689886"/>
          </a:xfrm>
          <a:prstGeom prst="rect">
            <a:avLst/>
          </a:prstGeom>
        </p:spPr>
      </p:pic>
      <p:sp>
        <p:nvSpPr>
          <p:cNvPr id="23" name="Oval 22">
            <a:extLst>
              <a:ext uri="{FF2B5EF4-FFF2-40B4-BE49-F238E27FC236}">
                <a16:creationId xmlns:a16="http://schemas.microsoft.com/office/drawing/2014/main" id="{20A61BD2-CDE0-4014-AFE0-5B4BBBA1074A}"/>
              </a:ext>
            </a:extLst>
          </p:cNvPr>
          <p:cNvSpPr/>
          <p:nvPr/>
        </p:nvSpPr>
        <p:spPr>
          <a:xfrm>
            <a:off x="11777664" y="94536"/>
            <a:ext cx="328326" cy="335526"/>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Ubuntu"/>
                <a:ea typeface="+mn-ea"/>
                <a:cs typeface="+mn-cs"/>
              </a:rPr>
              <a:t>b</a:t>
            </a:r>
          </a:p>
        </p:txBody>
      </p:sp>
      <p:pic>
        <p:nvPicPr>
          <p:cNvPr id="27" name="Picture 26">
            <a:extLst>
              <a:ext uri="{FF2B5EF4-FFF2-40B4-BE49-F238E27FC236}">
                <a16:creationId xmlns:a16="http://schemas.microsoft.com/office/drawing/2014/main" id="{726F0A23-124C-4C73-9068-E29A37DBD8F4}"/>
              </a:ext>
            </a:extLst>
          </p:cNvPr>
          <p:cNvPicPr>
            <a:picLocks noChangeAspect="1"/>
          </p:cNvPicPr>
          <p:nvPr/>
        </p:nvPicPr>
        <p:blipFill>
          <a:blip r:embed="rId4"/>
          <a:stretch>
            <a:fillRect/>
          </a:stretch>
        </p:blipFill>
        <p:spPr>
          <a:xfrm>
            <a:off x="10689334" y="939733"/>
            <a:ext cx="1260000" cy="288698"/>
          </a:xfrm>
          <a:prstGeom prst="rect">
            <a:avLst/>
          </a:prstGeom>
        </p:spPr>
      </p:pic>
    </p:spTree>
    <p:extLst>
      <p:ext uri="{BB962C8B-B14F-4D97-AF65-F5344CB8AC3E}">
        <p14:creationId xmlns:p14="http://schemas.microsoft.com/office/powerpoint/2010/main" val="17037704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 name="Connector: Elbow 40">
            <a:extLst>
              <a:ext uri="{FF2B5EF4-FFF2-40B4-BE49-F238E27FC236}">
                <a16:creationId xmlns:a16="http://schemas.microsoft.com/office/drawing/2014/main" id="{0C709FB2-1D13-46AB-9581-EFDC9A582048}"/>
              </a:ext>
            </a:extLst>
          </p:cNvPr>
          <p:cNvCxnSpPr>
            <a:cxnSpLocks/>
          </p:cNvCxnSpPr>
          <p:nvPr/>
        </p:nvCxnSpPr>
        <p:spPr>
          <a:xfrm rot="16200000" flipH="1">
            <a:off x="5939579" y="3890060"/>
            <a:ext cx="2481571" cy="1620761"/>
          </a:xfrm>
          <a:prstGeom prst="bentConnector3">
            <a:avLst>
              <a:gd name="adj1" fmla="val 64419"/>
            </a:avLst>
          </a:prstGeom>
          <a:ln>
            <a:solidFill>
              <a:srgbClr val="46B688"/>
            </a:solidFill>
          </a:ln>
        </p:spPr>
        <p:style>
          <a:lnRef idx="3">
            <a:schemeClr val="accent1"/>
          </a:lnRef>
          <a:fillRef idx="0">
            <a:schemeClr val="accent1"/>
          </a:fillRef>
          <a:effectRef idx="2">
            <a:schemeClr val="accent1"/>
          </a:effectRef>
          <a:fontRef idx="minor">
            <a:schemeClr val="tx1"/>
          </a:fontRef>
        </p:style>
      </p:cxnSp>
      <p:sp>
        <p:nvSpPr>
          <p:cNvPr id="63" name="TextBox 62"/>
          <p:cNvSpPr txBox="1"/>
          <p:nvPr/>
        </p:nvSpPr>
        <p:spPr>
          <a:xfrm>
            <a:off x="712850" y="151686"/>
            <a:ext cx="9883602" cy="79266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R="0" indent="0" fontAlgn="auto">
              <a:lnSpc>
                <a:spcPct val="90000"/>
              </a:lnSpc>
              <a:spcBef>
                <a:spcPct val="0"/>
              </a:spcBef>
              <a:spcAft>
                <a:spcPts val="0"/>
              </a:spcAft>
              <a:buClrTx/>
              <a:buSzTx/>
              <a:buFontTx/>
              <a:buNone/>
              <a:tabLst/>
              <a:defRPr kumimoji="0" lang="en-US" sz="2400" b="1" i="0" u="none" strike="noStrike" cap="none" spc="0" normalizeH="0" baseline="0" noProof="0" dirty="0">
                <a:ln>
                  <a:noFill/>
                </a:ln>
                <a:solidFill>
                  <a:schemeClr val="accent4"/>
                </a:solidFill>
                <a:effectLst/>
                <a:uLnTx/>
                <a:uFillTx/>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IN" sz="2400" b="1" i="0" u="none" strike="noStrike" kern="1200" cap="none" spc="0" normalizeH="0" baseline="0" noProof="0">
                <a:ln>
                  <a:noFill/>
                </a:ln>
                <a:solidFill>
                  <a:srgbClr val="272936"/>
                </a:solidFill>
                <a:effectLst/>
                <a:uLnTx/>
                <a:uFillTx/>
                <a:latin typeface="Ubuntu Medium"/>
                <a:ea typeface="+mj-ea"/>
                <a:cs typeface="+mj-cs"/>
              </a:rPr>
              <a:t>As Inception Progresses, an end to end view of end-state is critical</a:t>
            </a:r>
          </a:p>
        </p:txBody>
      </p:sp>
      <p:sp>
        <p:nvSpPr>
          <p:cNvPr id="31" name="Rectangle 30"/>
          <p:cNvSpPr/>
          <p:nvPr/>
        </p:nvSpPr>
        <p:spPr>
          <a:xfrm>
            <a:off x="112989" y="637638"/>
            <a:ext cx="10201050" cy="52322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rPr>
              <a:t>Inception lays the foundation for a more predictable and higher quality implementation outcome through a focus on the end-state and participation from cross-functional, empowered delivery teams</a:t>
            </a:r>
          </a:p>
        </p:txBody>
      </p:sp>
      <p:sp>
        <p:nvSpPr>
          <p:cNvPr id="32" name="Rectangle: Rounded Corners 32">
            <a:extLst>
              <a:ext uri="{FF2B5EF4-FFF2-40B4-BE49-F238E27FC236}">
                <a16:creationId xmlns:a16="http://schemas.microsoft.com/office/drawing/2014/main" id="{BD97E539-C095-4EE3-834E-F3AD7370A25C}"/>
              </a:ext>
            </a:extLst>
          </p:cNvPr>
          <p:cNvSpPr/>
          <p:nvPr/>
        </p:nvSpPr>
        <p:spPr>
          <a:xfrm>
            <a:off x="5267134" y="2975518"/>
            <a:ext cx="2190384" cy="365082"/>
          </a:xfrm>
          <a:prstGeom prst="roundRect">
            <a:avLst>
              <a:gd name="adj" fmla="val 50000"/>
            </a:avLst>
          </a:prstGeom>
          <a:solidFill>
            <a:srgbClr val="2B14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0" normalizeH="0" baseline="0" noProof="1">
                <a:ln>
                  <a:noFill/>
                </a:ln>
                <a:solidFill>
                  <a:srgbClr val="FFFFFF"/>
                </a:solidFill>
                <a:effectLst/>
                <a:uLnTx/>
                <a:uFillTx/>
                <a:latin typeface="Verdana" panose="020B0604030504040204" pitchFamily="34" charset="0"/>
                <a:ea typeface="Verdana" panose="020B0604030504040204" pitchFamily="34" charset="0"/>
                <a:cs typeface="+mn-cs"/>
              </a:rPr>
              <a:t>Functional Scope</a:t>
            </a:r>
            <a:endParaRPr kumimoji="0" lang="en-US" sz="1200" b="1" i="0" u="none" strike="noStrike" kern="1200" cap="all" spc="0" normalizeH="0" baseline="0" noProof="1">
              <a:ln>
                <a:noFill/>
              </a:ln>
              <a:solidFill>
                <a:srgbClr val="FFFFFF"/>
              </a:solidFill>
              <a:effectLst/>
              <a:uLnTx/>
              <a:uFillTx/>
              <a:latin typeface="Ubuntu" panose="020B0504030602030204" pitchFamily="34" charset="0"/>
              <a:ea typeface="Verdana" panose="020B0604030504040204" pitchFamily="34" charset="0"/>
              <a:cs typeface="+mn-cs"/>
            </a:endParaRPr>
          </a:p>
        </p:txBody>
      </p:sp>
      <p:sp>
        <p:nvSpPr>
          <p:cNvPr id="33" name="Rectangle: Rounded Corners 36">
            <a:extLst>
              <a:ext uri="{FF2B5EF4-FFF2-40B4-BE49-F238E27FC236}">
                <a16:creationId xmlns:a16="http://schemas.microsoft.com/office/drawing/2014/main" id="{DCAF2DC5-0306-498D-BC6B-95FE6DFDAEDC}"/>
              </a:ext>
            </a:extLst>
          </p:cNvPr>
          <p:cNvSpPr/>
          <p:nvPr/>
        </p:nvSpPr>
        <p:spPr>
          <a:xfrm>
            <a:off x="7080992" y="5822171"/>
            <a:ext cx="1804189" cy="529705"/>
          </a:xfrm>
          <a:prstGeom prst="roundRect">
            <a:avLst>
              <a:gd name="adj" fmla="val 50000"/>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1">
                <a:ln>
                  <a:noFill/>
                </a:ln>
                <a:solidFill>
                  <a:srgbClr val="FFFFFF"/>
                </a:solidFill>
                <a:effectLst/>
                <a:uLnTx/>
                <a:uFillTx/>
                <a:latin typeface="Verdana" panose="020B0604030504040204" pitchFamily="34" charset="0"/>
                <a:ea typeface="Verdana" panose="020B0604030504040204" pitchFamily="34" charset="0"/>
                <a:cs typeface="+mn-cs"/>
              </a:rPr>
              <a:t>Satellite Application Scope</a:t>
            </a:r>
          </a:p>
        </p:txBody>
      </p:sp>
      <p:cxnSp>
        <p:nvCxnSpPr>
          <p:cNvPr id="34" name="Connector: Elbow 37">
            <a:extLst>
              <a:ext uri="{FF2B5EF4-FFF2-40B4-BE49-F238E27FC236}">
                <a16:creationId xmlns:a16="http://schemas.microsoft.com/office/drawing/2014/main" id="{4AB26D68-D76C-4EF7-ABD3-E0419F336CFE}"/>
              </a:ext>
            </a:extLst>
          </p:cNvPr>
          <p:cNvCxnSpPr>
            <a:stCxn id="32" idx="2"/>
          </p:cNvCxnSpPr>
          <p:nvPr/>
        </p:nvCxnSpPr>
        <p:spPr>
          <a:xfrm rot="5400000">
            <a:off x="5062345" y="2895959"/>
            <a:ext cx="855341" cy="1744623"/>
          </a:xfrm>
          <a:prstGeom prst="bentConnector3">
            <a:avLst>
              <a:gd name="adj1" fmla="val 50000"/>
            </a:avLst>
          </a:prstGeom>
          <a:ln>
            <a:solidFill>
              <a:srgbClr val="46B688"/>
            </a:solidFill>
          </a:ln>
        </p:spPr>
        <p:style>
          <a:lnRef idx="3">
            <a:schemeClr val="accent1"/>
          </a:lnRef>
          <a:fillRef idx="0">
            <a:schemeClr val="accent1"/>
          </a:fillRef>
          <a:effectRef idx="2">
            <a:schemeClr val="accent1"/>
          </a:effectRef>
          <a:fontRef idx="minor">
            <a:schemeClr val="tx1"/>
          </a:fontRef>
        </p:style>
      </p:cxnSp>
      <p:cxnSp>
        <p:nvCxnSpPr>
          <p:cNvPr id="35" name="Connector: Elbow 38">
            <a:extLst>
              <a:ext uri="{FF2B5EF4-FFF2-40B4-BE49-F238E27FC236}">
                <a16:creationId xmlns:a16="http://schemas.microsoft.com/office/drawing/2014/main" id="{6043677B-9121-44C4-8309-7232EDC0E5A5}"/>
              </a:ext>
            </a:extLst>
          </p:cNvPr>
          <p:cNvCxnSpPr>
            <a:cxnSpLocks/>
            <a:stCxn id="32" idx="2"/>
          </p:cNvCxnSpPr>
          <p:nvPr/>
        </p:nvCxnSpPr>
        <p:spPr>
          <a:xfrm rot="5400000">
            <a:off x="4233316" y="3695520"/>
            <a:ext cx="2483930" cy="1774091"/>
          </a:xfrm>
          <a:prstGeom prst="bentConnector3">
            <a:avLst>
              <a:gd name="adj1" fmla="val 50000"/>
            </a:avLst>
          </a:prstGeom>
          <a:ln>
            <a:solidFill>
              <a:srgbClr val="46B688"/>
            </a:solidFill>
          </a:ln>
        </p:spPr>
        <p:style>
          <a:lnRef idx="3">
            <a:schemeClr val="accent1"/>
          </a:lnRef>
          <a:fillRef idx="0">
            <a:schemeClr val="accent1"/>
          </a:fillRef>
          <a:effectRef idx="2">
            <a:schemeClr val="accent1"/>
          </a:effectRef>
          <a:fontRef idx="minor">
            <a:schemeClr val="tx1"/>
          </a:fontRef>
        </p:style>
      </p:cxnSp>
      <p:cxnSp>
        <p:nvCxnSpPr>
          <p:cNvPr id="36" name="Connector: Elbow 39">
            <a:extLst>
              <a:ext uri="{FF2B5EF4-FFF2-40B4-BE49-F238E27FC236}">
                <a16:creationId xmlns:a16="http://schemas.microsoft.com/office/drawing/2014/main" id="{3A2607A7-155D-4B09-92FE-29C1727300DF}"/>
              </a:ext>
            </a:extLst>
          </p:cNvPr>
          <p:cNvCxnSpPr>
            <a:cxnSpLocks/>
            <a:stCxn id="32" idx="2"/>
          </p:cNvCxnSpPr>
          <p:nvPr/>
        </p:nvCxnSpPr>
        <p:spPr>
          <a:xfrm rot="16200000" flipH="1">
            <a:off x="6737948" y="2964978"/>
            <a:ext cx="873142" cy="1624386"/>
          </a:xfrm>
          <a:prstGeom prst="bentConnector3">
            <a:avLst>
              <a:gd name="adj1" fmla="val 48862"/>
            </a:avLst>
          </a:prstGeom>
          <a:ln>
            <a:solidFill>
              <a:srgbClr val="46B688"/>
            </a:solidFill>
          </a:ln>
        </p:spPr>
        <p:style>
          <a:lnRef idx="3">
            <a:schemeClr val="accent1"/>
          </a:lnRef>
          <a:fillRef idx="0">
            <a:schemeClr val="accent1"/>
          </a:fillRef>
          <a:effectRef idx="2">
            <a:schemeClr val="accent1"/>
          </a:effectRef>
          <a:fontRef idx="minor">
            <a:schemeClr val="tx1"/>
          </a:fontRef>
        </p:style>
      </p:cxnSp>
      <p:grpSp>
        <p:nvGrpSpPr>
          <p:cNvPr id="38" name="Group 37"/>
          <p:cNvGrpSpPr/>
          <p:nvPr/>
        </p:nvGrpSpPr>
        <p:grpSpPr>
          <a:xfrm>
            <a:off x="9435527" y="3907843"/>
            <a:ext cx="2560989" cy="1141501"/>
            <a:chOff x="232535" y="5830693"/>
            <a:chExt cx="2560989" cy="1141501"/>
          </a:xfrm>
        </p:grpSpPr>
        <p:sp>
          <p:nvSpPr>
            <p:cNvPr id="39" name="Rectangle: Rounded Corners 154">
              <a:extLst>
                <a:ext uri="{FF2B5EF4-FFF2-40B4-BE49-F238E27FC236}">
                  <a16:creationId xmlns:a16="http://schemas.microsoft.com/office/drawing/2014/main" id="{CA0C5FCB-BA72-4C45-A594-B9AB00AEE167}"/>
                </a:ext>
              </a:extLst>
            </p:cNvPr>
            <p:cNvSpPr>
              <a:spLocks/>
            </p:cNvSpPr>
            <p:nvPr/>
          </p:nvSpPr>
          <p:spPr>
            <a:xfrm>
              <a:off x="232535" y="5830693"/>
              <a:ext cx="2560989" cy="200833"/>
            </a:xfrm>
            <a:prstGeom prst="roundRect">
              <a:avLst/>
            </a:prstGeom>
            <a:solidFill>
              <a:srgbClr val="FFFFFF"/>
            </a:solidFill>
            <a:ln w="3175" cap="flat" cmpd="sng" algn="ctr">
              <a:solidFill>
                <a:srgbClr val="FEA34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rgbClr val="003366"/>
                  </a:solidFill>
                  <a:effectLst/>
                  <a:uLnTx/>
                  <a:uFillTx/>
                  <a:latin typeface="Verdana" panose="020B0604030504040204" pitchFamily="34" charset="0"/>
                  <a:ea typeface="Verdana" panose="020B0604030504040204" pitchFamily="34" charset="0"/>
                  <a:cs typeface="+mn-cs"/>
                </a:rPr>
                <a:t>Base Functionality </a:t>
              </a:r>
            </a:p>
          </p:txBody>
        </p:sp>
        <p:sp>
          <p:nvSpPr>
            <p:cNvPr id="40" name="Rectangle: Rounded Corners 155">
              <a:extLst>
                <a:ext uri="{FF2B5EF4-FFF2-40B4-BE49-F238E27FC236}">
                  <a16:creationId xmlns:a16="http://schemas.microsoft.com/office/drawing/2014/main" id="{EA635E38-BFBF-4A2C-8A1A-D1BAE4500CFD}"/>
                </a:ext>
              </a:extLst>
            </p:cNvPr>
            <p:cNvSpPr>
              <a:spLocks/>
            </p:cNvSpPr>
            <p:nvPr/>
          </p:nvSpPr>
          <p:spPr>
            <a:xfrm>
              <a:off x="232535" y="6065860"/>
              <a:ext cx="2560989" cy="200833"/>
            </a:xfrm>
            <a:prstGeom prst="roundRect">
              <a:avLst/>
            </a:prstGeom>
            <a:solidFill>
              <a:srgbClr val="FFFFFF"/>
            </a:solidFill>
            <a:ln w="3175" cap="flat" cmpd="sng" algn="ctr">
              <a:solidFill>
                <a:srgbClr val="FEA34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rgbClr val="003366"/>
                  </a:solidFill>
                  <a:effectLst/>
                  <a:uLnTx/>
                  <a:uFillTx/>
                  <a:latin typeface="Verdana" panose="020B0604030504040204" pitchFamily="34" charset="0"/>
                  <a:ea typeface="Verdana" panose="020B0604030504040204" pitchFamily="34" charset="0"/>
                  <a:cs typeface="+mn-cs"/>
                </a:rPr>
                <a:t>Modified Functionality </a:t>
              </a:r>
            </a:p>
          </p:txBody>
        </p:sp>
        <p:sp>
          <p:nvSpPr>
            <p:cNvPr id="41" name="Rectangle: Rounded Corners 156">
              <a:extLst>
                <a:ext uri="{FF2B5EF4-FFF2-40B4-BE49-F238E27FC236}">
                  <a16:creationId xmlns:a16="http://schemas.microsoft.com/office/drawing/2014/main" id="{FBF9EC2E-EFC2-4669-9B6A-EBEA5E3E56BA}"/>
                </a:ext>
              </a:extLst>
            </p:cNvPr>
            <p:cNvSpPr>
              <a:spLocks/>
            </p:cNvSpPr>
            <p:nvPr/>
          </p:nvSpPr>
          <p:spPr>
            <a:xfrm>
              <a:off x="232535" y="6301027"/>
              <a:ext cx="2560989" cy="200833"/>
            </a:xfrm>
            <a:prstGeom prst="roundRect">
              <a:avLst/>
            </a:prstGeom>
            <a:solidFill>
              <a:srgbClr val="FFFFFF"/>
            </a:solidFill>
            <a:ln w="3175" cap="flat" cmpd="sng" algn="ctr">
              <a:solidFill>
                <a:srgbClr val="FEA34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rgbClr val="003366"/>
                  </a:solidFill>
                  <a:effectLst/>
                  <a:uLnTx/>
                  <a:uFillTx/>
                  <a:latin typeface="Verdana" panose="020B0604030504040204" pitchFamily="34" charset="0"/>
                  <a:ea typeface="Verdana" panose="020B0604030504040204" pitchFamily="34" charset="0"/>
                  <a:cs typeface="+mn-cs"/>
                </a:rPr>
                <a:t>Interfaces</a:t>
              </a:r>
            </a:p>
          </p:txBody>
        </p:sp>
        <p:sp>
          <p:nvSpPr>
            <p:cNvPr id="42" name="Rectangle: Rounded Corners 157">
              <a:extLst>
                <a:ext uri="{FF2B5EF4-FFF2-40B4-BE49-F238E27FC236}">
                  <a16:creationId xmlns:a16="http://schemas.microsoft.com/office/drawing/2014/main" id="{6E933209-3AD4-436E-B055-A326A6D1AB18}"/>
                </a:ext>
              </a:extLst>
            </p:cNvPr>
            <p:cNvSpPr>
              <a:spLocks/>
            </p:cNvSpPr>
            <p:nvPr/>
          </p:nvSpPr>
          <p:spPr>
            <a:xfrm>
              <a:off x="232535" y="6536194"/>
              <a:ext cx="2560989" cy="200833"/>
            </a:xfrm>
            <a:prstGeom prst="roundRect">
              <a:avLst/>
            </a:prstGeom>
            <a:solidFill>
              <a:srgbClr val="FFFFFF"/>
            </a:solidFill>
            <a:ln w="3175" cap="flat" cmpd="sng" algn="ctr">
              <a:solidFill>
                <a:srgbClr val="FEA34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rgbClr val="003366"/>
                  </a:solidFill>
                  <a:effectLst/>
                  <a:uLnTx/>
                  <a:uFillTx/>
                  <a:latin typeface="Verdana" panose="020B0604030504040204" pitchFamily="34" charset="0"/>
                  <a:ea typeface="Verdana" panose="020B0604030504040204" pitchFamily="34" charset="0"/>
                  <a:cs typeface="+mn-cs"/>
                </a:rPr>
                <a:t>Data Migration</a:t>
              </a:r>
            </a:p>
          </p:txBody>
        </p:sp>
        <p:sp>
          <p:nvSpPr>
            <p:cNvPr id="43" name="Rectangle: Rounded Corners 158">
              <a:extLst>
                <a:ext uri="{FF2B5EF4-FFF2-40B4-BE49-F238E27FC236}">
                  <a16:creationId xmlns:a16="http://schemas.microsoft.com/office/drawing/2014/main" id="{04D7F78A-A692-49DC-A1C5-35277777A632}"/>
                </a:ext>
              </a:extLst>
            </p:cNvPr>
            <p:cNvSpPr>
              <a:spLocks/>
            </p:cNvSpPr>
            <p:nvPr/>
          </p:nvSpPr>
          <p:spPr>
            <a:xfrm>
              <a:off x="232535" y="6771361"/>
              <a:ext cx="2560989" cy="200833"/>
            </a:xfrm>
            <a:prstGeom prst="roundRect">
              <a:avLst/>
            </a:prstGeom>
            <a:solidFill>
              <a:srgbClr val="FFFFFF"/>
            </a:solidFill>
            <a:ln w="3175" cap="flat" cmpd="sng" algn="ctr">
              <a:solidFill>
                <a:srgbClr val="FEA34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rgbClr val="003366"/>
                  </a:solidFill>
                  <a:effectLst/>
                  <a:uLnTx/>
                  <a:uFillTx/>
                  <a:latin typeface="Verdana" panose="020B0604030504040204" pitchFamily="34" charset="0"/>
                  <a:ea typeface="Verdana" panose="020B0604030504040204" pitchFamily="34" charset="0"/>
                  <a:cs typeface="+mn-cs"/>
                </a:rPr>
                <a:t>MI/BI</a:t>
              </a:r>
            </a:p>
          </p:txBody>
        </p:sp>
      </p:grpSp>
      <p:grpSp>
        <p:nvGrpSpPr>
          <p:cNvPr id="44" name="Group 43"/>
          <p:cNvGrpSpPr/>
          <p:nvPr/>
        </p:nvGrpSpPr>
        <p:grpSpPr>
          <a:xfrm>
            <a:off x="9441680" y="5644433"/>
            <a:ext cx="2560989" cy="906334"/>
            <a:chOff x="9106719" y="5104897"/>
            <a:chExt cx="2560989" cy="906334"/>
          </a:xfrm>
        </p:grpSpPr>
        <p:sp>
          <p:nvSpPr>
            <p:cNvPr id="45" name="Rectangle: Rounded Corners 148">
              <a:extLst>
                <a:ext uri="{FF2B5EF4-FFF2-40B4-BE49-F238E27FC236}">
                  <a16:creationId xmlns:a16="http://schemas.microsoft.com/office/drawing/2014/main" id="{2D5A88E8-699B-4F7B-98DF-49FDCFE3F540}"/>
                </a:ext>
              </a:extLst>
            </p:cNvPr>
            <p:cNvSpPr>
              <a:spLocks/>
            </p:cNvSpPr>
            <p:nvPr/>
          </p:nvSpPr>
          <p:spPr>
            <a:xfrm>
              <a:off x="9106719" y="5104897"/>
              <a:ext cx="2560989" cy="200833"/>
            </a:xfrm>
            <a:prstGeom prst="roundRect">
              <a:avLst/>
            </a:prstGeom>
            <a:solidFill>
              <a:srgbClr val="FFFFFF"/>
            </a:solidFill>
            <a:ln w="3175" cap="flat" cmpd="sng" algn="ctr">
              <a:solidFill>
                <a:schemeClr val="bg1">
                  <a:lumMod val="50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rgbClr val="003366"/>
                  </a:solidFill>
                  <a:effectLst/>
                  <a:uLnTx/>
                  <a:uFillTx/>
                  <a:latin typeface="Verdana" panose="020B0604030504040204" pitchFamily="34" charset="0"/>
                  <a:ea typeface="Verdana" panose="020B0604030504040204" pitchFamily="34" charset="0"/>
                  <a:cs typeface="+mn-cs"/>
                </a:rPr>
                <a:t>Modified Functionality </a:t>
              </a:r>
            </a:p>
          </p:txBody>
        </p:sp>
        <p:sp>
          <p:nvSpPr>
            <p:cNvPr id="47" name="Rectangle: Rounded Corners 149">
              <a:extLst>
                <a:ext uri="{FF2B5EF4-FFF2-40B4-BE49-F238E27FC236}">
                  <a16:creationId xmlns:a16="http://schemas.microsoft.com/office/drawing/2014/main" id="{FED0E316-3A3C-4B75-B13E-BD36BF81C676}"/>
                </a:ext>
              </a:extLst>
            </p:cNvPr>
            <p:cNvSpPr>
              <a:spLocks/>
            </p:cNvSpPr>
            <p:nvPr/>
          </p:nvSpPr>
          <p:spPr>
            <a:xfrm>
              <a:off x="9106719" y="5340064"/>
              <a:ext cx="2560989" cy="200833"/>
            </a:xfrm>
            <a:prstGeom prst="roundRect">
              <a:avLst/>
            </a:prstGeom>
            <a:solidFill>
              <a:srgbClr val="FFFFFF"/>
            </a:solidFill>
            <a:ln w="3175" cap="flat" cmpd="sng" algn="ctr">
              <a:solidFill>
                <a:schemeClr val="bg1">
                  <a:lumMod val="50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rgbClr val="003366"/>
                  </a:solidFill>
                  <a:effectLst/>
                  <a:uLnTx/>
                  <a:uFillTx/>
                  <a:latin typeface="Verdana" panose="020B0604030504040204" pitchFamily="34" charset="0"/>
                  <a:ea typeface="Verdana" panose="020B0604030504040204" pitchFamily="34" charset="0"/>
                  <a:cs typeface="+mn-cs"/>
                </a:rPr>
                <a:t>Integration</a:t>
              </a:r>
            </a:p>
          </p:txBody>
        </p:sp>
        <p:sp>
          <p:nvSpPr>
            <p:cNvPr id="48" name="Rectangle: Rounded Corners 150">
              <a:extLst>
                <a:ext uri="{FF2B5EF4-FFF2-40B4-BE49-F238E27FC236}">
                  <a16:creationId xmlns:a16="http://schemas.microsoft.com/office/drawing/2014/main" id="{4B01DD93-B17F-4749-8243-1E1C4A8EF7F5}"/>
                </a:ext>
              </a:extLst>
            </p:cNvPr>
            <p:cNvSpPr>
              <a:spLocks/>
            </p:cNvSpPr>
            <p:nvPr/>
          </p:nvSpPr>
          <p:spPr>
            <a:xfrm>
              <a:off x="9106719" y="5575231"/>
              <a:ext cx="2560989" cy="200833"/>
            </a:xfrm>
            <a:prstGeom prst="roundRect">
              <a:avLst/>
            </a:prstGeom>
            <a:solidFill>
              <a:srgbClr val="FFFFFF"/>
            </a:solidFill>
            <a:ln w="3175" cap="flat" cmpd="sng" algn="ctr">
              <a:solidFill>
                <a:schemeClr val="bg1">
                  <a:lumMod val="50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rgbClr val="003366"/>
                  </a:solidFill>
                  <a:effectLst/>
                  <a:uLnTx/>
                  <a:uFillTx/>
                  <a:latin typeface="Verdana" panose="020B0604030504040204" pitchFamily="34" charset="0"/>
                  <a:ea typeface="Verdana" panose="020B0604030504040204" pitchFamily="34" charset="0"/>
                  <a:cs typeface="+mn-cs"/>
                </a:rPr>
                <a:t>Data Migration</a:t>
              </a:r>
            </a:p>
          </p:txBody>
        </p:sp>
        <p:sp>
          <p:nvSpPr>
            <p:cNvPr id="49" name="Rectangle: Rounded Corners 151">
              <a:extLst>
                <a:ext uri="{FF2B5EF4-FFF2-40B4-BE49-F238E27FC236}">
                  <a16:creationId xmlns:a16="http://schemas.microsoft.com/office/drawing/2014/main" id="{0E0E9E14-0759-4786-9FA7-E9DD5CD2A781}"/>
                </a:ext>
              </a:extLst>
            </p:cNvPr>
            <p:cNvSpPr>
              <a:spLocks/>
            </p:cNvSpPr>
            <p:nvPr/>
          </p:nvSpPr>
          <p:spPr>
            <a:xfrm>
              <a:off x="9106719" y="5810398"/>
              <a:ext cx="2560989" cy="200833"/>
            </a:xfrm>
            <a:prstGeom prst="roundRect">
              <a:avLst/>
            </a:prstGeom>
            <a:solidFill>
              <a:srgbClr val="FFFFFF"/>
            </a:solidFill>
            <a:ln w="3175" cap="flat" cmpd="sng" algn="ctr">
              <a:solidFill>
                <a:schemeClr val="bg1">
                  <a:lumMod val="50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rgbClr val="003366"/>
                  </a:solidFill>
                  <a:effectLst/>
                  <a:uLnTx/>
                  <a:uFillTx/>
                  <a:latin typeface="Verdana" panose="020B0604030504040204" pitchFamily="34" charset="0"/>
                  <a:ea typeface="Verdana" panose="020B0604030504040204" pitchFamily="34" charset="0"/>
                  <a:cs typeface="+mn-cs"/>
                </a:rPr>
                <a:t>MI/BI</a:t>
              </a:r>
            </a:p>
          </p:txBody>
        </p:sp>
      </p:grpSp>
      <p:cxnSp>
        <p:nvCxnSpPr>
          <p:cNvPr id="50" name="Elbow Connector 49"/>
          <p:cNvCxnSpPr>
            <a:endCxn id="39" idx="1"/>
          </p:cNvCxnSpPr>
          <p:nvPr/>
        </p:nvCxnSpPr>
        <p:spPr>
          <a:xfrm flipV="1">
            <a:off x="8888806" y="4008260"/>
            <a:ext cx="546721" cy="470335"/>
          </a:xfrm>
          <a:prstGeom prst="bentConnector3">
            <a:avLst/>
          </a:prstGeom>
          <a:ln>
            <a:solidFill>
              <a:srgbClr val="FEA34F"/>
            </a:solidFill>
            <a:tailEnd type="triangle"/>
          </a:ln>
        </p:spPr>
        <p:style>
          <a:lnRef idx="1">
            <a:schemeClr val="dk1"/>
          </a:lnRef>
          <a:fillRef idx="0">
            <a:schemeClr val="dk1"/>
          </a:fillRef>
          <a:effectRef idx="0">
            <a:schemeClr val="dk1"/>
          </a:effectRef>
          <a:fontRef idx="minor">
            <a:schemeClr val="tx1"/>
          </a:fontRef>
        </p:style>
      </p:cxnSp>
      <p:cxnSp>
        <p:nvCxnSpPr>
          <p:cNvPr id="51" name="Elbow Connector 50"/>
          <p:cNvCxnSpPr>
            <a:endCxn id="40" idx="1"/>
          </p:cNvCxnSpPr>
          <p:nvPr/>
        </p:nvCxnSpPr>
        <p:spPr>
          <a:xfrm flipV="1">
            <a:off x="8888806" y="4243427"/>
            <a:ext cx="546721" cy="235168"/>
          </a:xfrm>
          <a:prstGeom prst="bentConnector3">
            <a:avLst/>
          </a:prstGeom>
          <a:ln>
            <a:solidFill>
              <a:srgbClr val="FEA34F"/>
            </a:solidFill>
            <a:tailEnd type="triangle"/>
          </a:ln>
        </p:spPr>
        <p:style>
          <a:lnRef idx="1">
            <a:schemeClr val="dk1"/>
          </a:lnRef>
          <a:fillRef idx="0">
            <a:schemeClr val="dk1"/>
          </a:fillRef>
          <a:effectRef idx="0">
            <a:schemeClr val="dk1"/>
          </a:effectRef>
          <a:fontRef idx="minor">
            <a:schemeClr val="tx1"/>
          </a:fontRef>
        </p:style>
      </p:cxnSp>
      <p:cxnSp>
        <p:nvCxnSpPr>
          <p:cNvPr id="52" name="Elbow Connector 51"/>
          <p:cNvCxnSpPr>
            <a:endCxn id="42" idx="1"/>
          </p:cNvCxnSpPr>
          <p:nvPr/>
        </p:nvCxnSpPr>
        <p:spPr>
          <a:xfrm>
            <a:off x="8888806" y="4478595"/>
            <a:ext cx="546721" cy="235166"/>
          </a:xfrm>
          <a:prstGeom prst="bentConnector3">
            <a:avLst/>
          </a:prstGeom>
          <a:ln>
            <a:solidFill>
              <a:srgbClr val="FEA34F"/>
            </a:solidFill>
            <a:tailEnd type="triangle"/>
          </a:ln>
        </p:spPr>
        <p:style>
          <a:lnRef idx="1">
            <a:schemeClr val="dk1"/>
          </a:lnRef>
          <a:fillRef idx="0">
            <a:schemeClr val="dk1"/>
          </a:fillRef>
          <a:effectRef idx="0">
            <a:schemeClr val="dk1"/>
          </a:effectRef>
          <a:fontRef idx="minor">
            <a:schemeClr val="tx1"/>
          </a:fontRef>
        </p:style>
      </p:cxnSp>
      <p:cxnSp>
        <p:nvCxnSpPr>
          <p:cNvPr id="53" name="Elbow Connector 52"/>
          <p:cNvCxnSpPr>
            <a:endCxn id="43" idx="1"/>
          </p:cNvCxnSpPr>
          <p:nvPr/>
        </p:nvCxnSpPr>
        <p:spPr>
          <a:xfrm>
            <a:off x="8888806" y="4478595"/>
            <a:ext cx="546721" cy="470333"/>
          </a:xfrm>
          <a:prstGeom prst="bentConnector3">
            <a:avLst/>
          </a:prstGeom>
          <a:ln>
            <a:solidFill>
              <a:srgbClr val="FEA34F"/>
            </a:solidFill>
            <a:tailEnd type="triangle"/>
          </a:ln>
        </p:spPr>
        <p:style>
          <a:lnRef idx="1">
            <a:schemeClr val="dk1"/>
          </a:lnRef>
          <a:fillRef idx="0">
            <a:schemeClr val="dk1"/>
          </a:fillRef>
          <a:effectRef idx="0">
            <a:schemeClr val="dk1"/>
          </a:effectRef>
          <a:fontRef idx="minor">
            <a:schemeClr val="tx1"/>
          </a:fontRef>
        </p:style>
      </p:cxnSp>
      <p:cxnSp>
        <p:nvCxnSpPr>
          <p:cNvPr id="54" name="Elbow Connector 53"/>
          <p:cNvCxnSpPr>
            <a:stCxn id="33" idx="3"/>
            <a:endCxn id="45" idx="1"/>
          </p:cNvCxnSpPr>
          <p:nvPr/>
        </p:nvCxnSpPr>
        <p:spPr>
          <a:xfrm flipV="1">
            <a:off x="8885181" y="5744850"/>
            <a:ext cx="556499" cy="342174"/>
          </a:xfrm>
          <a:prstGeom prst="bentConnector3">
            <a:avLst/>
          </a:prstGeom>
          <a:ln>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55" name="Elbow Connector 54"/>
          <p:cNvCxnSpPr>
            <a:stCxn id="33" idx="3"/>
            <a:endCxn id="47" idx="1"/>
          </p:cNvCxnSpPr>
          <p:nvPr/>
        </p:nvCxnSpPr>
        <p:spPr>
          <a:xfrm flipV="1">
            <a:off x="8885181" y="5980017"/>
            <a:ext cx="556499" cy="107007"/>
          </a:xfrm>
          <a:prstGeom prst="bentConnector3">
            <a:avLst/>
          </a:prstGeom>
          <a:ln>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56" name="Elbow Connector 55"/>
          <p:cNvCxnSpPr>
            <a:stCxn id="33" idx="3"/>
            <a:endCxn id="49" idx="1"/>
          </p:cNvCxnSpPr>
          <p:nvPr/>
        </p:nvCxnSpPr>
        <p:spPr>
          <a:xfrm>
            <a:off x="8885181" y="6087024"/>
            <a:ext cx="556499" cy="363327"/>
          </a:xfrm>
          <a:prstGeom prst="bentConnector3">
            <a:avLst/>
          </a:prstGeom>
          <a:ln>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64" name="Elbow Connector 63"/>
          <p:cNvCxnSpPr>
            <a:endCxn id="41" idx="1"/>
          </p:cNvCxnSpPr>
          <p:nvPr/>
        </p:nvCxnSpPr>
        <p:spPr>
          <a:xfrm flipV="1">
            <a:off x="8888806" y="4478594"/>
            <a:ext cx="546721" cy="1"/>
          </a:xfrm>
          <a:prstGeom prst="bentConnector3">
            <a:avLst/>
          </a:prstGeom>
          <a:ln>
            <a:solidFill>
              <a:srgbClr val="FEA34F"/>
            </a:solidFill>
            <a:tailEnd type="triangle"/>
          </a:ln>
        </p:spPr>
        <p:style>
          <a:lnRef idx="1">
            <a:schemeClr val="dk1"/>
          </a:lnRef>
          <a:fillRef idx="0">
            <a:schemeClr val="dk1"/>
          </a:fillRef>
          <a:effectRef idx="0">
            <a:schemeClr val="dk1"/>
          </a:effectRef>
          <a:fontRef idx="minor">
            <a:schemeClr val="tx1"/>
          </a:fontRef>
        </p:style>
      </p:cxnSp>
      <p:cxnSp>
        <p:nvCxnSpPr>
          <p:cNvPr id="65" name="Elbow Connector 64"/>
          <p:cNvCxnSpPr>
            <a:stCxn id="33" idx="3"/>
            <a:endCxn id="48" idx="1"/>
          </p:cNvCxnSpPr>
          <p:nvPr/>
        </p:nvCxnSpPr>
        <p:spPr>
          <a:xfrm>
            <a:off x="8885181" y="6087024"/>
            <a:ext cx="556499" cy="128160"/>
          </a:xfrm>
          <a:prstGeom prst="bentConnector3">
            <a:avLst/>
          </a:prstGeom>
          <a:ln>
            <a:solidFill>
              <a:schemeClr val="bg1">
                <a:lumMod val="50000"/>
              </a:schemeClr>
            </a:solidFill>
            <a:tailEnd type="triangle"/>
          </a:ln>
        </p:spPr>
        <p:style>
          <a:lnRef idx="1">
            <a:schemeClr val="dk1"/>
          </a:lnRef>
          <a:fillRef idx="0">
            <a:schemeClr val="dk1"/>
          </a:fillRef>
          <a:effectRef idx="0">
            <a:schemeClr val="dk1"/>
          </a:effectRef>
          <a:fontRef idx="minor">
            <a:schemeClr val="tx1"/>
          </a:fontRef>
        </p:style>
      </p:cxnSp>
      <p:cxnSp>
        <p:nvCxnSpPr>
          <p:cNvPr id="66" name="Straight Arrow Connector 65"/>
          <p:cNvCxnSpPr/>
          <p:nvPr/>
        </p:nvCxnSpPr>
        <p:spPr>
          <a:xfrm flipH="1">
            <a:off x="6355777" y="3752303"/>
            <a:ext cx="16114" cy="1758125"/>
          </a:xfrm>
          <a:prstGeom prst="straightConnector1">
            <a:avLst/>
          </a:prstGeom>
          <a:ln w="28575">
            <a:solidFill>
              <a:srgbClr val="46B688"/>
            </a:solidFill>
            <a:tailEnd type="triangle"/>
          </a:ln>
        </p:spPr>
        <p:style>
          <a:lnRef idx="3">
            <a:schemeClr val="accent1"/>
          </a:lnRef>
          <a:fillRef idx="0">
            <a:schemeClr val="accent1"/>
          </a:fillRef>
          <a:effectRef idx="2">
            <a:schemeClr val="accent1"/>
          </a:effectRef>
          <a:fontRef idx="minor">
            <a:schemeClr val="tx1"/>
          </a:fontRef>
        </p:style>
      </p:cxnSp>
      <p:sp>
        <p:nvSpPr>
          <p:cNvPr id="67" name="Rectangle: Rounded Corners 32">
            <a:extLst>
              <a:ext uri="{FF2B5EF4-FFF2-40B4-BE49-F238E27FC236}">
                <a16:creationId xmlns:a16="http://schemas.microsoft.com/office/drawing/2014/main" id="{BD97E539-C095-4EE3-834E-F3AD7370A25C}"/>
              </a:ext>
            </a:extLst>
          </p:cNvPr>
          <p:cNvSpPr/>
          <p:nvPr/>
        </p:nvSpPr>
        <p:spPr>
          <a:xfrm>
            <a:off x="5273287" y="2384793"/>
            <a:ext cx="2190384" cy="372130"/>
          </a:xfrm>
          <a:prstGeom prst="roundRect">
            <a:avLst>
              <a:gd name="adj" fmla="val 50000"/>
            </a:avLst>
          </a:prstGeom>
          <a:solidFill>
            <a:srgbClr val="2B14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all" spc="0" normalizeH="0" baseline="0" noProof="1">
                <a:ln>
                  <a:noFill/>
                </a:ln>
                <a:solidFill>
                  <a:srgbClr val="FFFFFF"/>
                </a:solidFill>
                <a:effectLst/>
                <a:uLnTx/>
                <a:uFillTx/>
                <a:latin typeface="Verdana" panose="020B0604030504040204" pitchFamily="34" charset="0"/>
                <a:ea typeface="Verdana" panose="020B0604030504040204" pitchFamily="34" charset="0"/>
                <a:cs typeface="+mn-cs"/>
              </a:rPr>
              <a:t>Inception</a:t>
            </a:r>
            <a:endParaRPr kumimoji="0" lang="en-US" sz="1200" b="1" i="0" u="none" strike="noStrike" kern="1200" cap="all" spc="0" normalizeH="0" baseline="0" noProof="1">
              <a:ln>
                <a:noFill/>
              </a:ln>
              <a:solidFill>
                <a:srgbClr val="FFFFFF"/>
              </a:solidFill>
              <a:effectLst/>
              <a:uLnTx/>
              <a:uFillTx/>
              <a:latin typeface="Ubuntu" panose="020B0504030602030204" pitchFamily="34" charset="0"/>
              <a:ea typeface="Verdana" panose="020B0604030504040204" pitchFamily="34" charset="0"/>
              <a:cs typeface="+mn-cs"/>
            </a:endParaRPr>
          </a:p>
        </p:txBody>
      </p:sp>
      <p:cxnSp>
        <p:nvCxnSpPr>
          <p:cNvPr id="68" name="Straight Arrow Connector 67"/>
          <p:cNvCxnSpPr>
            <a:stCxn id="67" idx="2"/>
            <a:endCxn id="32" idx="0"/>
          </p:cNvCxnSpPr>
          <p:nvPr/>
        </p:nvCxnSpPr>
        <p:spPr>
          <a:xfrm flipH="1">
            <a:off x="6362326" y="2756923"/>
            <a:ext cx="6153" cy="218595"/>
          </a:xfrm>
          <a:prstGeom prst="straightConnector1">
            <a:avLst/>
          </a:prstGeom>
          <a:ln>
            <a:solidFill>
              <a:srgbClr val="46B688"/>
            </a:solidFill>
            <a:tailEnd type="triangle"/>
          </a:ln>
        </p:spPr>
        <p:style>
          <a:lnRef idx="3">
            <a:schemeClr val="accent1"/>
          </a:lnRef>
          <a:fillRef idx="0">
            <a:schemeClr val="accent1"/>
          </a:fillRef>
          <a:effectRef idx="2">
            <a:schemeClr val="accent1"/>
          </a:effectRef>
          <a:fontRef idx="minor">
            <a:schemeClr val="tx1"/>
          </a:fontRef>
        </p:style>
      </p:cxnSp>
      <p:cxnSp>
        <p:nvCxnSpPr>
          <p:cNvPr id="69" name="Elbow Connector 68"/>
          <p:cNvCxnSpPr>
            <a:stCxn id="90" idx="3"/>
            <a:endCxn id="67" idx="0"/>
          </p:cNvCxnSpPr>
          <p:nvPr/>
        </p:nvCxnSpPr>
        <p:spPr>
          <a:xfrm>
            <a:off x="4193293" y="2223306"/>
            <a:ext cx="2175186" cy="161487"/>
          </a:xfrm>
          <a:prstGeom prst="bentConnector2">
            <a:avLst/>
          </a:prstGeom>
          <a:ln>
            <a:solidFill>
              <a:srgbClr val="46B688"/>
            </a:solidFill>
            <a:tailEnd type="triangle"/>
          </a:ln>
        </p:spPr>
        <p:style>
          <a:lnRef idx="3">
            <a:schemeClr val="accent1"/>
          </a:lnRef>
          <a:fillRef idx="0">
            <a:schemeClr val="accent1"/>
          </a:fillRef>
          <a:effectRef idx="2">
            <a:schemeClr val="accent1"/>
          </a:effectRef>
          <a:fontRef idx="minor">
            <a:schemeClr val="tx1"/>
          </a:fontRef>
        </p:style>
      </p:cxnSp>
      <p:sp>
        <p:nvSpPr>
          <p:cNvPr id="70" name="Rectangle 69"/>
          <p:cNvSpPr/>
          <p:nvPr/>
        </p:nvSpPr>
        <p:spPr>
          <a:xfrm>
            <a:off x="138553" y="3665166"/>
            <a:ext cx="5451288" cy="3036667"/>
          </a:xfrm>
          <a:prstGeom prst="rect">
            <a:avLst/>
          </a:prstGeom>
          <a:noFill/>
          <a:ln w="12700">
            <a:prstDash val="lgDashDotDot"/>
          </a:ln>
        </p:spPr>
        <p:style>
          <a:lnRef idx="2">
            <a:schemeClr val="accent2"/>
          </a:lnRef>
          <a:fillRef idx="1">
            <a:schemeClr val="lt1"/>
          </a:fillRef>
          <a:effectRef idx="0">
            <a:schemeClr val="accent2"/>
          </a:effectRef>
          <a:fontRef idx="minor">
            <a:schemeClr val="dk1"/>
          </a:fontRef>
        </p:style>
        <p:txBody>
          <a:bodyPr rtlCol="0" anchor="ct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71" name="Rectangle 70"/>
          <p:cNvSpPr/>
          <p:nvPr/>
        </p:nvSpPr>
        <p:spPr>
          <a:xfrm>
            <a:off x="97431" y="3444244"/>
            <a:ext cx="3139001" cy="246221"/>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1"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Calibri" panose="020F0502020204030204" pitchFamily="34" charset="0"/>
              </a:rPr>
              <a:t>Initial view of this comes from Discovery</a:t>
            </a:r>
          </a:p>
        </p:txBody>
      </p:sp>
      <p:pic>
        <p:nvPicPr>
          <p:cNvPr id="72" name="Picture 26" descr="Image result for backlog ic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049322" y="5534189"/>
            <a:ext cx="580681" cy="580681"/>
          </a:xfrm>
          <a:prstGeom prst="rect">
            <a:avLst/>
          </a:prstGeom>
          <a:noFill/>
          <a:extLst>
            <a:ext uri="{909E8E84-426E-40DD-AFC4-6F175D3DCCD1}">
              <a14:hiddenFill xmlns:a14="http://schemas.microsoft.com/office/drawing/2010/main">
                <a:solidFill>
                  <a:srgbClr val="FFFFFF"/>
                </a:solidFill>
              </a14:hiddenFill>
            </a:ext>
          </a:extLst>
        </p:spPr>
      </p:pic>
      <p:sp>
        <p:nvSpPr>
          <p:cNvPr id="73" name="TextBox 72"/>
          <p:cNvSpPr txBox="1"/>
          <p:nvPr/>
        </p:nvSpPr>
        <p:spPr>
          <a:xfrm>
            <a:off x="5789392" y="6116667"/>
            <a:ext cx="1140520" cy="387962"/>
          </a:xfrm>
          <a:prstGeom prst="rect">
            <a:avLst/>
          </a:prstGeom>
          <a:noFill/>
        </p:spPr>
        <p:txBody>
          <a:bodyPr vert="horz" wrap="square" lIns="35941" tIns="35941" rIns="35941" bIns="35941" rtlCol="0" anchor="t">
            <a:noAutofit/>
          </a:bodyPr>
          <a:lstStyle/>
          <a:p>
            <a:pPr marL="0" marR="0" lvl="0" indent="0" algn="ctr" defTabSz="914400" rtl="0" eaLnBrk="1" fontAlgn="auto" latinLnBrk="0" hangingPunct="1">
              <a:lnSpc>
                <a:spcPct val="100000"/>
              </a:lnSpc>
              <a:spcBef>
                <a:spcPts val="0"/>
              </a:spcBef>
              <a:spcAft>
                <a:spcPts val="0"/>
              </a:spcAft>
              <a:buClr>
                <a:srgbClr val="12ABDB"/>
              </a:buClr>
              <a:buSzPct val="80000"/>
              <a:buFontTx/>
              <a:buNone/>
              <a:tabLst/>
              <a:defRPr/>
            </a:pPr>
            <a:r>
              <a:rPr kumimoji="0" lang="en-US" sz="1000" b="1" i="1" u="none" strike="noStrike" kern="1200" cap="none" spc="0" normalizeH="0" baseline="0" noProof="0">
                <a:ln>
                  <a:noFill/>
                </a:ln>
                <a:solidFill>
                  <a:srgbClr val="2B0A3D"/>
                </a:solidFill>
                <a:effectLst/>
                <a:uLnTx/>
                <a:uFillTx/>
                <a:latin typeface="Verdana" panose="020B0604030504040204" pitchFamily="34" charset="0"/>
                <a:ea typeface="Verdana" panose="020B0604030504040204" pitchFamily="34" charset="0"/>
                <a:cs typeface="+mn-cs"/>
              </a:rPr>
              <a:t>Product </a:t>
            </a:r>
          </a:p>
          <a:p>
            <a:pPr marL="0" marR="0" lvl="0" indent="0" algn="ctr" defTabSz="914400" rtl="0" eaLnBrk="1" fontAlgn="auto" latinLnBrk="0" hangingPunct="1">
              <a:lnSpc>
                <a:spcPct val="100000"/>
              </a:lnSpc>
              <a:spcBef>
                <a:spcPts val="0"/>
              </a:spcBef>
              <a:spcAft>
                <a:spcPts val="0"/>
              </a:spcAft>
              <a:buClr>
                <a:srgbClr val="12ABDB"/>
              </a:buClr>
              <a:buSzPct val="80000"/>
              <a:buFontTx/>
              <a:buNone/>
              <a:tabLst/>
              <a:defRPr/>
            </a:pPr>
            <a:r>
              <a:rPr kumimoji="0" lang="en-US" sz="1000" b="1" i="1" u="none" strike="noStrike" kern="1200" cap="none" spc="0" normalizeH="0" baseline="0" noProof="0">
                <a:ln>
                  <a:noFill/>
                </a:ln>
                <a:solidFill>
                  <a:srgbClr val="2B0A3D"/>
                </a:solidFill>
                <a:effectLst/>
                <a:uLnTx/>
                <a:uFillTx/>
                <a:latin typeface="Verdana" panose="020B0604030504040204" pitchFamily="34" charset="0"/>
                <a:ea typeface="Verdana" panose="020B0604030504040204" pitchFamily="34" charset="0"/>
                <a:cs typeface="+mn-cs"/>
              </a:rPr>
              <a:t>Backlog</a:t>
            </a:r>
          </a:p>
        </p:txBody>
      </p:sp>
      <p:sp>
        <p:nvSpPr>
          <p:cNvPr id="74" name="Rectangle: Rounded Corners 33">
            <a:extLst>
              <a:ext uri="{FF2B5EF4-FFF2-40B4-BE49-F238E27FC236}">
                <a16:creationId xmlns:a16="http://schemas.microsoft.com/office/drawing/2014/main" id="{764FE5AB-8D9C-4084-8513-CE21321E1138}"/>
              </a:ext>
            </a:extLst>
          </p:cNvPr>
          <p:cNvSpPr/>
          <p:nvPr/>
        </p:nvSpPr>
        <p:spPr>
          <a:xfrm>
            <a:off x="3715608" y="4215678"/>
            <a:ext cx="1804189" cy="529705"/>
          </a:xfrm>
          <a:prstGeom prst="roundRect">
            <a:avLst>
              <a:gd name="adj" fmla="val 50000"/>
            </a:avLst>
          </a:prstGeom>
          <a:solidFill>
            <a:srgbClr val="016A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1">
                <a:ln>
                  <a:noFill/>
                </a:ln>
                <a:solidFill>
                  <a:srgbClr val="FFFFFF"/>
                </a:solidFill>
                <a:effectLst/>
                <a:uLnTx/>
                <a:uFillTx/>
                <a:latin typeface="Verdana" panose="020B0604030504040204" pitchFamily="34" charset="0"/>
                <a:ea typeface="Verdana" panose="020B0604030504040204" pitchFamily="34" charset="0"/>
                <a:cs typeface="+mn-cs"/>
              </a:rPr>
              <a:t>Programme</a:t>
            </a:r>
            <a:r>
              <a:rPr kumimoji="0" lang="en-US" sz="1000" b="0" i="0" u="none" strike="noStrike" kern="1200" cap="none" spc="0" normalizeH="0" baseline="0" noProof="1">
                <a:ln>
                  <a:noFill/>
                </a:ln>
                <a:solidFill>
                  <a:srgbClr val="FFFFFF"/>
                </a:solidFill>
                <a:effectLst/>
                <a:uLnTx/>
                <a:uFillTx/>
                <a:latin typeface="Verdana" panose="020B0604030504040204" pitchFamily="34" charset="0"/>
                <a:ea typeface="Verdana" panose="020B0604030504040204" pitchFamily="34" charset="0"/>
                <a:cs typeface="+mn-cs"/>
              </a:rPr>
              <a:t> Direction</a:t>
            </a:r>
          </a:p>
        </p:txBody>
      </p:sp>
      <p:sp>
        <p:nvSpPr>
          <p:cNvPr id="75" name="Oval 74"/>
          <p:cNvSpPr/>
          <p:nvPr/>
        </p:nvSpPr>
        <p:spPr>
          <a:xfrm>
            <a:off x="4466991" y="4018347"/>
            <a:ext cx="313679" cy="286577"/>
          </a:xfrm>
          <a:prstGeom prst="ellipse">
            <a:avLst/>
          </a:prstGeom>
          <a:solidFill>
            <a:srgbClr val="016AA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76" name="Oval 75"/>
          <p:cNvSpPr/>
          <p:nvPr/>
        </p:nvSpPr>
        <p:spPr>
          <a:xfrm>
            <a:off x="4443983" y="5633882"/>
            <a:ext cx="313679" cy="286577"/>
          </a:xfrm>
          <a:prstGeom prst="ellipse">
            <a:avLst/>
          </a:prstGeom>
          <a:solidFill>
            <a:srgbClr val="46B6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77" name="Oval 76"/>
          <p:cNvSpPr/>
          <p:nvPr/>
        </p:nvSpPr>
        <p:spPr>
          <a:xfrm>
            <a:off x="7805169" y="5630135"/>
            <a:ext cx="313679" cy="286577"/>
          </a:xfrm>
          <a:prstGeom prst="ellips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78" name="TextBox 77"/>
          <p:cNvSpPr txBox="1"/>
          <p:nvPr/>
        </p:nvSpPr>
        <p:spPr>
          <a:xfrm>
            <a:off x="4477075" y="3996610"/>
            <a:ext cx="247116"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1</a:t>
            </a:r>
          </a:p>
        </p:txBody>
      </p:sp>
      <p:grpSp>
        <p:nvGrpSpPr>
          <p:cNvPr id="79" name="Group 78"/>
          <p:cNvGrpSpPr/>
          <p:nvPr/>
        </p:nvGrpSpPr>
        <p:grpSpPr>
          <a:xfrm>
            <a:off x="7084617" y="4029905"/>
            <a:ext cx="1804189" cy="713542"/>
            <a:chOff x="7129767" y="3210838"/>
            <a:chExt cx="1804189" cy="713542"/>
          </a:xfrm>
        </p:grpSpPr>
        <p:sp>
          <p:nvSpPr>
            <p:cNvPr id="80" name="Rectangle: Rounded Corners 35">
              <a:extLst>
                <a:ext uri="{FF2B5EF4-FFF2-40B4-BE49-F238E27FC236}">
                  <a16:creationId xmlns:a16="http://schemas.microsoft.com/office/drawing/2014/main" id="{A65EA2BF-E31D-43BD-A70E-CED3679F2398}"/>
                </a:ext>
              </a:extLst>
            </p:cNvPr>
            <p:cNvSpPr/>
            <p:nvPr/>
          </p:nvSpPr>
          <p:spPr>
            <a:xfrm>
              <a:off x="7129767" y="3394675"/>
              <a:ext cx="1804189" cy="529705"/>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1">
                  <a:ln>
                    <a:noFill/>
                  </a:ln>
                  <a:solidFill>
                    <a:srgbClr val="FFFFFF"/>
                  </a:solidFill>
                  <a:effectLst/>
                  <a:uLnTx/>
                  <a:uFillTx/>
                  <a:latin typeface="Verdana" panose="020B0604030504040204" pitchFamily="34" charset="0"/>
                  <a:ea typeface="Verdana" panose="020B0604030504040204" pitchFamily="34" charset="0"/>
                  <a:cs typeface="+mn-cs"/>
                </a:rPr>
                <a:t>Packaged Product Scope</a:t>
              </a:r>
            </a:p>
          </p:txBody>
        </p:sp>
        <p:sp>
          <p:nvSpPr>
            <p:cNvPr id="81" name="Oval 80"/>
            <p:cNvSpPr/>
            <p:nvPr/>
          </p:nvSpPr>
          <p:spPr>
            <a:xfrm>
              <a:off x="7887994" y="3210838"/>
              <a:ext cx="313679" cy="28657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82" name="TextBox 81"/>
            <p:cNvSpPr txBox="1"/>
            <p:nvPr/>
          </p:nvSpPr>
          <p:spPr>
            <a:xfrm>
              <a:off x="7909670" y="3220416"/>
              <a:ext cx="254328"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3</a:t>
              </a:r>
            </a:p>
          </p:txBody>
        </p:sp>
      </p:grpSp>
      <p:sp>
        <p:nvSpPr>
          <p:cNvPr id="83" name="TextBox 82"/>
          <p:cNvSpPr txBox="1"/>
          <p:nvPr/>
        </p:nvSpPr>
        <p:spPr>
          <a:xfrm>
            <a:off x="4456481" y="5606518"/>
            <a:ext cx="309432"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2</a:t>
            </a:r>
          </a:p>
        </p:txBody>
      </p:sp>
      <p:sp>
        <p:nvSpPr>
          <p:cNvPr id="84" name="TextBox 83"/>
          <p:cNvSpPr txBox="1"/>
          <p:nvPr/>
        </p:nvSpPr>
        <p:spPr>
          <a:xfrm>
            <a:off x="7836029" y="5630135"/>
            <a:ext cx="309432"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FFFFFF"/>
                </a:solidFill>
                <a:effectLst/>
                <a:uLnTx/>
                <a:uFillTx/>
                <a:latin typeface="Verdana" panose="020B0604030504040204" pitchFamily="34" charset="0"/>
                <a:ea typeface="Verdana" panose="020B0604030504040204" pitchFamily="34" charset="0"/>
                <a:cs typeface="+mn-cs"/>
              </a:rPr>
              <a:t>4</a:t>
            </a:r>
          </a:p>
        </p:txBody>
      </p:sp>
      <p:grpSp>
        <p:nvGrpSpPr>
          <p:cNvPr id="85" name="Group 84"/>
          <p:cNvGrpSpPr/>
          <p:nvPr/>
        </p:nvGrpSpPr>
        <p:grpSpPr>
          <a:xfrm>
            <a:off x="8109310" y="1682385"/>
            <a:ext cx="2604052" cy="973304"/>
            <a:chOff x="8154460" y="863318"/>
            <a:chExt cx="2604052" cy="973304"/>
          </a:xfrm>
        </p:grpSpPr>
        <p:sp>
          <p:nvSpPr>
            <p:cNvPr id="86" name="TextBox 85"/>
            <p:cNvSpPr txBox="1"/>
            <p:nvPr/>
          </p:nvSpPr>
          <p:spPr>
            <a:xfrm>
              <a:off x="8638983" y="881862"/>
              <a:ext cx="2064318" cy="280444"/>
            </a:xfrm>
            <a:prstGeom prst="rect">
              <a:avLst/>
            </a:prstGeom>
            <a:noFill/>
          </p:spPr>
          <p:txBody>
            <a:bodyPr vert="horz" wrap="square" lIns="35941" tIns="35941" rIns="35941" bIns="35941" rtlCol="0" anchor="t">
              <a:noAutofit/>
            </a:bodyPr>
            <a:lstStyle/>
            <a:p>
              <a:pPr marL="0" marR="0" lvl="0" indent="0" algn="l" defTabSz="914400" rtl="0" eaLnBrk="1" fontAlgn="auto" latinLnBrk="0" hangingPunct="1">
                <a:lnSpc>
                  <a:spcPct val="100000"/>
                </a:lnSpc>
                <a:spcBef>
                  <a:spcPts val="0"/>
                </a:spcBef>
                <a:spcAft>
                  <a:spcPts val="0"/>
                </a:spcAft>
                <a:buClr>
                  <a:srgbClr val="12ABDB"/>
                </a:buClr>
                <a:buSzPct val="80000"/>
                <a:buFontTx/>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Requirement Workshops</a:t>
              </a:r>
            </a:p>
          </p:txBody>
        </p:sp>
        <p:sp>
          <p:nvSpPr>
            <p:cNvPr id="87" name="Rounded Rectangle 86"/>
            <p:cNvSpPr/>
            <p:nvPr/>
          </p:nvSpPr>
          <p:spPr>
            <a:xfrm>
              <a:off x="8154460" y="863318"/>
              <a:ext cx="2604052" cy="973304"/>
            </a:xfrm>
            <a:prstGeom prst="roundRect">
              <a:avLst/>
            </a:prstGeom>
            <a:noFill/>
            <a:ln w="12700">
              <a:prstDash val="lgDashDotDot"/>
            </a:ln>
          </p:spPr>
          <p:style>
            <a:lnRef idx="2">
              <a:schemeClr val="accent2"/>
            </a:lnRef>
            <a:fillRef idx="1">
              <a:schemeClr val="lt1"/>
            </a:fillRef>
            <a:effectRef idx="0">
              <a:schemeClr val="accent2"/>
            </a:effectRef>
            <a:fontRef idx="minor">
              <a:schemeClr val="dk1"/>
            </a:fontRef>
          </p:style>
          <p:txBody>
            <a:bodyPr rtlCol="0" anchor="ct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pic>
          <p:nvPicPr>
            <p:cNvPr id="88" name="Picture 2" descr="Image result for requirement workshop ic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868318" y="1146504"/>
              <a:ext cx="1224717" cy="59783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9" name="Group 88"/>
          <p:cNvGrpSpPr/>
          <p:nvPr/>
        </p:nvGrpSpPr>
        <p:grpSpPr>
          <a:xfrm>
            <a:off x="1692776" y="1686481"/>
            <a:ext cx="2500517" cy="1061909"/>
            <a:chOff x="1737926" y="867414"/>
            <a:chExt cx="2500517" cy="1061909"/>
          </a:xfrm>
        </p:grpSpPr>
        <p:sp>
          <p:nvSpPr>
            <p:cNvPr id="90" name="Rounded Rectangle 89"/>
            <p:cNvSpPr/>
            <p:nvPr/>
          </p:nvSpPr>
          <p:spPr>
            <a:xfrm>
              <a:off x="1737926" y="879155"/>
              <a:ext cx="2500517" cy="1050168"/>
            </a:xfrm>
            <a:prstGeom prst="roundRect">
              <a:avLst/>
            </a:prstGeom>
            <a:noFill/>
            <a:ln w="12700">
              <a:prstDash val="lgDashDotDot"/>
            </a:ln>
          </p:spPr>
          <p:style>
            <a:lnRef idx="2">
              <a:schemeClr val="accent2"/>
            </a:lnRef>
            <a:fillRef idx="1">
              <a:schemeClr val="lt1"/>
            </a:fillRef>
            <a:effectRef idx="0">
              <a:schemeClr val="accent2"/>
            </a:effectRef>
            <a:fontRef idx="minor">
              <a:schemeClr val="dk1"/>
            </a:fontRef>
          </p:style>
          <p:txBody>
            <a:bodyPr rtlCol="0" anchor="ct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endParaRPr>
            </a:p>
          </p:txBody>
        </p:sp>
        <p:sp>
          <p:nvSpPr>
            <p:cNvPr id="91" name="TextBox 90"/>
            <p:cNvSpPr txBox="1"/>
            <p:nvPr/>
          </p:nvSpPr>
          <p:spPr>
            <a:xfrm>
              <a:off x="2193392" y="867414"/>
              <a:ext cx="1928590"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Inputs to inception</a:t>
              </a:r>
            </a:p>
          </p:txBody>
        </p:sp>
        <p:sp>
          <p:nvSpPr>
            <p:cNvPr id="92" name="Rectangle 91"/>
            <p:cNvSpPr/>
            <p:nvPr/>
          </p:nvSpPr>
          <p:spPr>
            <a:xfrm>
              <a:off x="2169386" y="1067549"/>
              <a:ext cx="2026915" cy="861774"/>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1"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Customer Journey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1"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Business Process Flow</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1"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Capgemini Accelerator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1"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Guidewire OOTB</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0" i="1" u="none" strike="noStrike" kern="1200" cap="none" spc="0" normalizeH="0" baseline="0" noProof="0">
                  <a:ln>
                    <a:noFill/>
                  </a:ln>
                  <a:solidFill>
                    <a:prstClr val="black"/>
                  </a:solidFill>
                  <a:effectLst/>
                  <a:uLnTx/>
                  <a:uFillTx/>
                  <a:latin typeface="Verdana" panose="020B0604030504040204" pitchFamily="34" charset="0"/>
                  <a:ea typeface="Verdana" panose="020B0604030504040204" pitchFamily="34" charset="0"/>
                  <a:cs typeface="+mn-cs"/>
                </a:rPr>
                <a:t>OOTB Process Flow</a:t>
              </a:r>
            </a:p>
          </p:txBody>
        </p:sp>
      </p:grpSp>
      <p:grpSp>
        <p:nvGrpSpPr>
          <p:cNvPr id="93" name="Group 92"/>
          <p:cNvGrpSpPr/>
          <p:nvPr/>
        </p:nvGrpSpPr>
        <p:grpSpPr>
          <a:xfrm>
            <a:off x="556754" y="3764639"/>
            <a:ext cx="2560993" cy="1434959"/>
            <a:chOff x="286862" y="3150035"/>
            <a:chExt cx="2560993" cy="1434959"/>
          </a:xfrm>
        </p:grpSpPr>
        <p:sp>
          <p:nvSpPr>
            <p:cNvPr id="94" name="Rectangle: Rounded Corners 139">
              <a:extLst>
                <a:ext uri="{FF2B5EF4-FFF2-40B4-BE49-F238E27FC236}">
                  <a16:creationId xmlns:a16="http://schemas.microsoft.com/office/drawing/2014/main" id="{6E8607DA-EE00-454B-89E5-63401E81D4C9}"/>
                </a:ext>
              </a:extLst>
            </p:cNvPr>
            <p:cNvSpPr>
              <a:spLocks/>
            </p:cNvSpPr>
            <p:nvPr/>
          </p:nvSpPr>
          <p:spPr>
            <a:xfrm>
              <a:off x="286866" y="3150035"/>
              <a:ext cx="2560989" cy="272415"/>
            </a:xfrm>
            <a:prstGeom prst="roundRect">
              <a:avLst/>
            </a:prstGeom>
            <a:solidFill>
              <a:srgbClr val="FFFFFF"/>
            </a:solidFill>
            <a:ln w="3175" cap="flat" cmpd="sng" algn="ctr">
              <a:solidFill>
                <a:srgbClr val="016AA3"/>
              </a:solidFill>
              <a:prstDash val="solid"/>
              <a:miter lim="800000"/>
            </a:ln>
            <a:effectLst/>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rgbClr val="003366"/>
                  </a:solidFill>
                  <a:effectLst/>
                  <a:uLnTx/>
                  <a:uFillTx/>
                  <a:latin typeface="Verdana" panose="020B0604030504040204" pitchFamily="34" charset="0"/>
                  <a:ea typeface="Verdana" panose="020B0604030504040204" pitchFamily="34" charset="0"/>
                  <a:cs typeface="+mn-cs"/>
                </a:rPr>
                <a:t>Guiding Principles </a:t>
              </a:r>
            </a:p>
          </p:txBody>
        </p:sp>
        <p:sp>
          <p:nvSpPr>
            <p:cNvPr id="95" name="Rectangle: Rounded Corners 140">
              <a:extLst>
                <a:ext uri="{FF2B5EF4-FFF2-40B4-BE49-F238E27FC236}">
                  <a16:creationId xmlns:a16="http://schemas.microsoft.com/office/drawing/2014/main" id="{F63530B1-88A4-426F-B767-1E43B7ED48C1}"/>
                </a:ext>
              </a:extLst>
            </p:cNvPr>
            <p:cNvSpPr>
              <a:spLocks/>
            </p:cNvSpPr>
            <p:nvPr/>
          </p:nvSpPr>
          <p:spPr>
            <a:xfrm>
              <a:off x="286864" y="3382775"/>
              <a:ext cx="2560989" cy="272415"/>
            </a:xfrm>
            <a:prstGeom prst="roundRect">
              <a:avLst/>
            </a:prstGeom>
            <a:solidFill>
              <a:srgbClr val="FFFFFF"/>
            </a:solidFill>
            <a:ln w="3175" cap="flat" cmpd="sng" algn="ctr">
              <a:solidFill>
                <a:srgbClr val="016AA3"/>
              </a:solidFill>
              <a:prstDash val="solid"/>
              <a:miter lim="800000"/>
            </a:ln>
            <a:effectLst/>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rgbClr val="003366"/>
                  </a:solidFill>
                  <a:effectLst/>
                  <a:uLnTx/>
                  <a:uFillTx/>
                  <a:latin typeface="Verdana" panose="020B0604030504040204" pitchFamily="34" charset="0"/>
                  <a:ea typeface="Verdana" panose="020B0604030504040204" pitchFamily="34" charset="0"/>
                  <a:cs typeface="+mn-cs"/>
                </a:rPr>
                <a:t>Business &amp; IT Architecture</a:t>
              </a:r>
            </a:p>
          </p:txBody>
        </p:sp>
        <p:sp>
          <p:nvSpPr>
            <p:cNvPr id="96" name="Rectangle: Rounded Corners 141">
              <a:extLst>
                <a:ext uri="{FF2B5EF4-FFF2-40B4-BE49-F238E27FC236}">
                  <a16:creationId xmlns:a16="http://schemas.microsoft.com/office/drawing/2014/main" id="{C04DE1F2-6F6F-48EE-ABA9-E97B9806783D}"/>
                </a:ext>
              </a:extLst>
            </p:cNvPr>
            <p:cNvSpPr>
              <a:spLocks/>
            </p:cNvSpPr>
            <p:nvPr/>
          </p:nvSpPr>
          <p:spPr>
            <a:xfrm>
              <a:off x="286863" y="3611954"/>
              <a:ext cx="2560989" cy="272415"/>
            </a:xfrm>
            <a:prstGeom prst="roundRect">
              <a:avLst/>
            </a:prstGeom>
            <a:solidFill>
              <a:srgbClr val="FFFFFF"/>
            </a:solidFill>
            <a:ln w="3175" cap="flat" cmpd="sng" algn="ctr">
              <a:solidFill>
                <a:srgbClr val="016AA3"/>
              </a:solidFill>
              <a:prstDash val="solid"/>
              <a:miter lim="800000"/>
            </a:ln>
            <a:effectLst/>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rgbClr val="003366"/>
                  </a:solidFill>
                  <a:effectLst/>
                  <a:uLnTx/>
                  <a:uFillTx/>
                  <a:latin typeface="Verdana" panose="020B0604030504040204" pitchFamily="34" charset="0"/>
                  <a:ea typeface="Verdana" panose="020B0604030504040204" pitchFamily="34" charset="0"/>
                  <a:cs typeface="+mn-cs"/>
                </a:rPr>
                <a:t>Integration Strategy</a:t>
              </a:r>
            </a:p>
          </p:txBody>
        </p:sp>
        <p:sp>
          <p:nvSpPr>
            <p:cNvPr id="97" name="Rectangle: Rounded Corners 142">
              <a:extLst>
                <a:ext uri="{FF2B5EF4-FFF2-40B4-BE49-F238E27FC236}">
                  <a16:creationId xmlns:a16="http://schemas.microsoft.com/office/drawing/2014/main" id="{105CE4D7-4527-4378-A2EE-0F36772838EA}"/>
                </a:ext>
              </a:extLst>
            </p:cNvPr>
            <p:cNvSpPr>
              <a:spLocks/>
            </p:cNvSpPr>
            <p:nvPr/>
          </p:nvSpPr>
          <p:spPr>
            <a:xfrm>
              <a:off x="286863" y="3844694"/>
              <a:ext cx="2560989" cy="272415"/>
            </a:xfrm>
            <a:prstGeom prst="roundRect">
              <a:avLst/>
            </a:prstGeom>
            <a:solidFill>
              <a:srgbClr val="FFFFFF"/>
            </a:solidFill>
            <a:ln w="3175" cap="flat" cmpd="sng" algn="ctr">
              <a:solidFill>
                <a:srgbClr val="016AA3"/>
              </a:solidFill>
              <a:prstDash val="solid"/>
              <a:miter lim="800000"/>
            </a:ln>
            <a:effectLst/>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rgbClr val="003366"/>
                  </a:solidFill>
                  <a:effectLst/>
                  <a:uLnTx/>
                  <a:uFillTx/>
                  <a:latin typeface="Verdana" panose="020B0604030504040204" pitchFamily="34" charset="0"/>
                  <a:ea typeface="Verdana" panose="020B0604030504040204" pitchFamily="34" charset="0"/>
                  <a:cs typeface="+mn-cs"/>
                </a:rPr>
                <a:t>Data Migration Strategy</a:t>
              </a:r>
            </a:p>
          </p:txBody>
        </p:sp>
        <p:sp>
          <p:nvSpPr>
            <p:cNvPr id="98" name="Rectangle: Rounded Corners 143">
              <a:extLst>
                <a:ext uri="{FF2B5EF4-FFF2-40B4-BE49-F238E27FC236}">
                  <a16:creationId xmlns:a16="http://schemas.microsoft.com/office/drawing/2014/main" id="{AE153F7B-C0C4-4187-BC1D-56320C168F56}"/>
                </a:ext>
              </a:extLst>
            </p:cNvPr>
            <p:cNvSpPr>
              <a:spLocks/>
            </p:cNvSpPr>
            <p:nvPr/>
          </p:nvSpPr>
          <p:spPr>
            <a:xfrm>
              <a:off x="286862" y="4083400"/>
              <a:ext cx="2560989" cy="272415"/>
            </a:xfrm>
            <a:prstGeom prst="roundRect">
              <a:avLst/>
            </a:prstGeom>
            <a:solidFill>
              <a:srgbClr val="FFFFFF"/>
            </a:solidFill>
            <a:ln w="3175" cap="flat" cmpd="sng" algn="ctr">
              <a:solidFill>
                <a:srgbClr val="016AA3"/>
              </a:solidFill>
              <a:prstDash val="solid"/>
              <a:miter lim="800000"/>
            </a:ln>
            <a:effectLst/>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rgbClr val="003366"/>
                  </a:solidFill>
                  <a:effectLst/>
                  <a:uLnTx/>
                  <a:uFillTx/>
                  <a:latin typeface="Verdana" panose="020B0604030504040204" pitchFamily="34" charset="0"/>
                  <a:ea typeface="Verdana" panose="020B0604030504040204" pitchFamily="34" charset="0"/>
                  <a:cs typeface="+mn-cs"/>
                </a:rPr>
                <a:t>Test Strategy</a:t>
              </a:r>
            </a:p>
          </p:txBody>
        </p:sp>
        <p:sp>
          <p:nvSpPr>
            <p:cNvPr id="99" name="Rectangle: Rounded Corners 144">
              <a:extLst>
                <a:ext uri="{FF2B5EF4-FFF2-40B4-BE49-F238E27FC236}">
                  <a16:creationId xmlns:a16="http://schemas.microsoft.com/office/drawing/2014/main" id="{9E231EDA-2EDA-4AE0-A5D6-C947C944E98F}"/>
                </a:ext>
              </a:extLst>
            </p:cNvPr>
            <p:cNvSpPr>
              <a:spLocks/>
            </p:cNvSpPr>
            <p:nvPr/>
          </p:nvSpPr>
          <p:spPr>
            <a:xfrm>
              <a:off x="286862" y="4312579"/>
              <a:ext cx="2560989" cy="272415"/>
            </a:xfrm>
            <a:prstGeom prst="roundRect">
              <a:avLst/>
            </a:prstGeom>
            <a:solidFill>
              <a:srgbClr val="FFFFFF"/>
            </a:solidFill>
            <a:ln w="3175" cap="flat" cmpd="sng" algn="ctr">
              <a:solidFill>
                <a:srgbClr val="016AA3"/>
              </a:solidFill>
              <a:prstDash val="solid"/>
              <a:miter lim="800000"/>
            </a:ln>
            <a:effectLst/>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rgbClr val="003366"/>
                  </a:solidFill>
                  <a:effectLst/>
                  <a:uLnTx/>
                  <a:uFillTx/>
                  <a:latin typeface="Verdana" panose="020B0604030504040204" pitchFamily="34" charset="0"/>
                  <a:ea typeface="Verdana" panose="020B0604030504040204" pitchFamily="34" charset="0"/>
                  <a:cs typeface="+mn-cs"/>
                </a:rPr>
                <a:t>MI/BI Strategy</a:t>
              </a:r>
            </a:p>
          </p:txBody>
        </p:sp>
      </p:grpSp>
      <p:cxnSp>
        <p:nvCxnSpPr>
          <p:cNvPr id="100" name="Elbow Connector 99"/>
          <p:cNvCxnSpPr>
            <a:endCxn id="94" idx="3"/>
          </p:cNvCxnSpPr>
          <p:nvPr/>
        </p:nvCxnSpPr>
        <p:spPr>
          <a:xfrm rot="10800000">
            <a:off x="3117747" y="3900848"/>
            <a:ext cx="603066" cy="602391"/>
          </a:xfrm>
          <a:prstGeom prst="bentConnector3">
            <a:avLst/>
          </a:prstGeom>
          <a:ln>
            <a:solidFill>
              <a:srgbClr val="016AA3"/>
            </a:solidFill>
            <a:tailEnd type="triangle"/>
          </a:ln>
        </p:spPr>
        <p:style>
          <a:lnRef idx="1">
            <a:schemeClr val="dk1"/>
          </a:lnRef>
          <a:fillRef idx="0">
            <a:schemeClr val="dk1"/>
          </a:fillRef>
          <a:effectRef idx="0">
            <a:schemeClr val="dk1"/>
          </a:effectRef>
          <a:fontRef idx="minor">
            <a:schemeClr val="tx1"/>
          </a:fontRef>
        </p:style>
      </p:cxnSp>
      <p:cxnSp>
        <p:nvCxnSpPr>
          <p:cNvPr id="101" name="Elbow Connector 100"/>
          <p:cNvCxnSpPr>
            <a:endCxn id="95" idx="3"/>
          </p:cNvCxnSpPr>
          <p:nvPr/>
        </p:nvCxnSpPr>
        <p:spPr>
          <a:xfrm rot="10800000">
            <a:off x="3117745" y="4133588"/>
            <a:ext cx="603068" cy="369651"/>
          </a:xfrm>
          <a:prstGeom prst="bentConnector3">
            <a:avLst/>
          </a:prstGeom>
          <a:ln>
            <a:solidFill>
              <a:srgbClr val="016AA3"/>
            </a:solidFill>
            <a:tailEnd type="triangle"/>
          </a:ln>
        </p:spPr>
        <p:style>
          <a:lnRef idx="1">
            <a:schemeClr val="dk1"/>
          </a:lnRef>
          <a:fillRef idx="0">
            <a:schemeClr val="dk1"/>
          </a:fillRef>
          <a:effectRef idx="0">
            <a:schemeClr val="dk1"/>
          </a:effectRef>
          <a:fontRef idx="minor">
            <a:schemeClr val="tx1"/>
          </a:fontRef>
        </p:style>
      </p:cxnSp>
      <p:cxnSp>
        <p:nvCxnSpPr>
          <p:cNvPr id="102" name="Elbow Connector 101"/>
          <p:cNvCxnSpPr>
            <a:endCxn id="96" idx="3"/>
          </p:cNvCxnSpPr>
          <p:nvPr/>
        </p:nvCxnSpPr>
        <p:spPr>
          <a:xfrm rot="10800000">
            <a:off x="3117745" y="4362766"/>
            <a:ext cx="603073" cy="140472"/>
          </a:xfrm>
          <a:prstGeom prst="bentConnector3">
            <a:avLst/>
          </a:prstGeom>
          <a:ln>
            <a:solidFill>
              <a:srgbClr val="016AA3"/>
            </a:solidFill>
            <a:tailEnd type="triangle"/>
          </a:ln>
        </p:spPr>
        <p:style>
          <a:lnRef idx="1">
            <a:schemeClr val="dk1"/>
          </a:lnRef>
          <a:fillRef idx="0">
            <a:schemeClr val="dk1"/>
          </a:fillRef>
          <a:effectRef idx="0">
            <a:schemeClr val="dk1"/>
          </a:effectRef>
          <a:fontRef idx="minor">
            <a:schemeClr val="tx1"/>
          </a:fontRef>
        </p:style>
      </p:cxnSp>
      <p:cxnSp>
        <p:nvCxnSpPr>
          <p:cNvPr id="103" name="Elbow Connector 102"/>
          <p:cNvCxnSpPr>
            <a:endCxn id="97" idx="3"/>
          </p:cNvCxnSpPr>
          <p:nvPr/>
        </p:nvCxnSpPr>
        <p:spPr>
          <a:xfrm rot="10800000" flipV="1">
            <a:off x="3117745" y="4503234"/>
            <a:ext cx="603073" cy="92272"/>
          </a:xfrm>
          <a:prstGeom prst="bentConnector3">
            <a:avLst/>
          </a:prstGeom>
          <a:ln>
            <a:solidFill>
              <a:srgbClr val="016AA3"/>
            </a:solidFill>
            <a:tailEnd type="triangle"/>
          </a:ln>
        </p:spPr>
        <p:style>
          <a:lnRef idx="1">
            <a:schemeClr val="dk1"/>
          </a:lnRef>
          <a:fillRef idx="0">
            <a:schemeClr val="dk1"/>
          </a:fillRef>
          <a:effectRef idx="0">
            <a:schemeClr val="dk1"/>
          </a:effectRef>
          <a:fontRef idx="minor">
            <a:schemeClr val="tx1"/>
          </a:fontRef>
        </p:style>
      </p:cxnSp>
      <p:cxnSp>
        <p:nvCxnSpPr>
          <p:cNvPr id="104" name="Elbow Connector 103"/>
          <p:cNvCxnSpPr>
            <a:endCxn id="98" idx="3"/>
          </p:cNvCxnSpPr>
          <p:nvPr/>
        </p:nvCxnSpPr>
        <p:spPr>
          <a:xfrm rot="10800000" flipV="1">
            <a:off x="3117743" y="4503234"/>
            <a:ext cx="603070" cy="330978"/>
          </a:xfrm>
          <a:prstGeom prst="bentConnector3">
            <a:avLst/>
          </a:prstGeom>
          <a:ln>
            <a:solidFill>
              <a:srgbClr val="016AA3"/>
            </a:solidFill>
            <a:tailEnd type="triangle"/>
          </a:ln>
        </p:spPr>
        <p:style>
          <a:lnRef idx="1">
            <a:schemeClr val="dk1"/>
          </a:lnRef>
          <a:fillRef idx="0">
            <a:schemeClr val="dk1"/>
          </a:fillRef>
          <a:effectRef idx="0">
            <a:schemeClr val="dk1"/>
          </a:effectRef>
          <a:fontRef idx="minor">
            <a:schemeClr val="tx1"/>
          </a:fontRef>
        </p:style>
      </p:cxnSp>
      <p:cxnSp>
        <p:nvCxnSpPr>
          <p:cNvPr id="105" name="Elbow Connector 104"/>
          <p:cNvCxnSpPr>
            <a:endCxn id="99" idx="3"/>
          </p:cNvCxnSpPr>
          <p:nvPr/>
        </p:nvCxnSpPr>
        <p:spPr>
          <a:xfrm rot="10800000" flipV="1">
            <a:off x="3117743" y="4503235"/>
            <a:ext cx="603070" cy="560156"/>
          </a:xfrm>
          <a:prstGeom prst="bentConnector3">
            <a:avLst/>
          </a:prstGeom>
          <a:ln>
            <a:solidFill>
              <a:srgbClr val="016AA3"/>
            </a:solidFill>
            <a:tailEnd type="triangle"/>
          </a:ln>
        </p:spPr>
        <p:style>
          <a:lnRef idx="1">
            <a:schemeClr val="dk1"/>
          </a:lnRef>
          <a:fillRef idx="0">
            <a:schemeClr val="dk1"/>
          </a:fillRef>
          <a:effectRef idx="0">
            <a:schemeClr val="dk1"/>
          </a:effectRef>
          <a:fontRef idx="minor">
            <a:schemeClr val="tx1"/>
          </a:fontRef>
        </p:style>
      </p:cxnSp>
      <p:sp>
        <p:nvSpPr>
          <p:cNvPr id="106" name="Rectangle: Rounded Corners 160">
            <a:extLst>
              <a:ext uri="{FF2B5EF4-FFF2-40B4-BE49-F238E27FC236}">
                <a16:creationId xmlns:a16="http://schemas.microsoft.com/office/drawing/2014/main" id="{45DB5C27-D15F-4C08-A086-E78541B85ECF}"/>
              </a:ext>
            </a:extLst>
          </p:cNvPr>
          <p:cNvSpPr>
            <a:spLocks/>
          </p:cNvSpPr>
          <p:nvPr/>
        </p:nvSpPr>
        <p:spPr>
          <a:xfrm>
            <a:off x="560894" y="5718599"/>
            <a:ext cx="2560989" cy="200833"/>
          </a:xfrm>
          <a:prstGeom prst="roundRect">
            <a:avLst/>
          </a:prstGeom>
          <a:solidFill>
            <a:srgbClr val="FFFFFF"/>
          </a:solidFill>
          <a:ln w="3175" cap="flat" cmpd="sng" algn="ctr">
            <a:solidFill>
              <a:srgbClr val="46B688"/>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rgbClr val="003366"/>
                </a:solidFill>
                <a:effectLst/>
                <a:uLnTx/>
                <a:uFillTx/>
                <a:latin typeface="Verdana" panose="020B0604030504040204" pitchFamily="34" charset="0"/>
                <a:ea typeface="Verdana" panose="020B0604030504040204" pitchFamily="34" charset="0"/>
                <a:cs typeface="+mn-cs"/>
              </a:rPr>
              <a:t>Release Scope</a:t>
            </a:r>
          </a:p>
        </p:txBody>
      </p:sp>
      <p:sp>
        <p:nvSpPr>
          <p:cNvPr id="107" name="Rectangle: Rounded Corners 161">
            <a:extLst>
              <a:ext uri="{FF2B5EF4-FFF2-40B4-BE49-F238E27FC236}">
                <a16:creationId xmlns:a16="http://schemas.microsoft.com/office/drawing/2014/main" id="{CC457041-5E2B-419C-84C7-4C52DADB3BC3}"/>
              </a:ext>
            </a:extLst>
          </p:cNvPr>
          <p:cNvSpPr>
            <a:spLocks/>
          </p:cNvSpPr>
          <p:nvPr/>
        </p:nvSpPr>
        <p:spPr>
          <a:xfrm>
            <a:off x="560894" y="5953766"/>
            <a:ext cx="2560989" cy="200833"/>
          </a:xfrm>
          <a:prstGeom prst="roundRect">
            <a:avLst/>
          </a:prstGeom>
          <a:solidFill>
            <a:srgbClr val="FFFFFF"/>
          </a:solidFill>
          <a:ln w="3175" cap="flat" cmpd="sng" algn="ctr">
            <a:solidFill>
              <a:srgbClr val="46B688"/>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rgbClr val="003366"/>
                </a:solidFill>
                <a:effectLst/>
                <a:uLnTx/>
                <a:uFillTx/>
                <a:latin typeface="Verdana" panose="020B0604030504040204" pitchFamily="34" charset="0"/>
                <a:ea typeface="Verdana" panose="020B0604030504040204" pitchFamily="34" charset="0"/>
                <a:cs typeface="+mn-cs"/>
              </a:rPr>
              <a:t>Deployment Approach</a:t>
            </a:r>
          </a:p>
        </p:txBody>
      </p:sp>
      <p:sp>
        <p:nvSpPr>
          <p:cNvPr id="108" name="Rectangle: Rounded Corners 162">
            <a:extLst>
              <a:ext uri="{FF2B5EF4-FFF2-40B4-BE49-F238E27FC236}">
                <a16:creationId xmlns:a16="http://schemas.microsoft.com/office/drawing/2014/main" id="{38BEBF7A-FCAA-4415-B05F-7DD5121B6705}"/>
              </a:ext>
            </a:extLst>
          </p:cNvPr>
          <p:cNvSpPr>
            <a:spLocks/>
          </p:cNvSpPr>
          <p:nvPr/>
        </p:nvSpPr>
        <p:spPr>
          <a:xfrm>
            <a:off x="560894" y="6188933"/>
            <a:ext cx="2560989" cy="200833"/>
          </a:xfrm>
          <a:prstGeom prst="roundRect">
            <a:avLst/>
          </a:prstGeom>
          <a:solidFill>
            <a:srgbClr val="FFFFFF"/>
          </a:solidFill>
          <a:ln w="3175" cap="flat" cmpd="sng" algn="ctr">
            <a:solidFill>
              <a:srgbClr val="46B688"/>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rgbClr val="003366"/>
                </a:solidFill>
                <a:effectLst/>
                <a:uLnTx/>
                <a:uFillTx/>
                <a:latin typeface="Verdana" panose="020B0604030504040204" pitchFamily="34" charset="0"/>
                <a:ea typeface="Verdana" panose="020B0604030504040204" pitchFamily="34" charset="0"/>
                <a:cs typeface="+mn-cs"/>
              </a:rPr>
              <a:t>Line of Business Sequence</a:t>
            </a:r>
          </a:p>
        </p:txBody>
      </p:sp>
      <p:sp>
        <p:nvSpPr>
          <p:cNvPr id="109" name="Rectangle: Rounded Corners 163">
            <a:extLst>
              <a:ext uri="{FF2B5EF4-FFF2-40B4-BE49-F238E27FC236}">
                <a16:creationId xmlns:a16="http://schemas.microsoft.com/office/drawing/2014/main" id="{6FAB9A66-B557-42CF-B578-8444B94988D1}"/>
              </a:ext>
            </a:extLst>
          </p:cNvPr>
          <p:cNvSpPr>
            <a:spLocks/>
          </p:cNvSpPr>
          <p:nvPr/>
        </p:nvSpPr>
        <p:spPr>
          <a:xfrm>
            <a:off x="560894" y="6424100"/>
            <a:ext cx="2560989" cy="200833"/>
          </a:xfrm>
          <a:prstGeom prst="roundRect">
            <a:avLst/>
          </a:prstGeom>
          <a:solidFill>
            <a:srgbClr val="FFFFFF"/>
          </a:solidFill>
          <a:ln w="3175" cap="flat" cmpd="sng" algn="ctr">
            <a:solidFill>
              <a:srgbClr val="46B688"/>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rgbClr val="003366"/>
                </a:solidFill>
                <a:effectLst/>
                <a:uLnTx/>
                <a:uFillTx/>
                <a:latin typeface="Verdana" panose="020B0604030504040204" pitchFamily="34" charset="0"/>
                <a:ea typeface="Verdana" panose="020B0604030504040204" pitchFamily="34" charset="0"/>
                <a:cs typeface="+mn-cs"/>
              </a:rPr>
              <a:t>Implementation Plan</a:t>
            </a:r>
          </a:p>
        </p:txBody>
      </p:sp>
      <p:cxnSp>
        <p:nvCxnSpPr>
          <p:cNvPr id="110" name="Elbow Connector 109"/>
          <p:cNvCxnSpPr>
            <a:endCxn id="106" idx="3"/>
          </p:cNvCxnSpPr>
          <p:nvPr/>
        </p:nvCxnSpPr>
        <p:spPr>
          <a:xfrm rot="10800000">
            <a:off x="3121883" y="5819017"/>
            <a:ext cx="601372" cy="311045"/>
          </a:xfrm>
          <a:prstGeom prst="bentConnector3">
            <a:avLst/>
          </a:prstGeom>
          <a:ln>
            <a:solidFill>
              <a:srgbClr val="46B688"/>
            </a:solidFill>
            <a:tailEnd type="triangle"/>
          </a:ln>
        </p:spPr>
        <p:style>
          <a:lnRef idx="1">
            <a:schemeClr val="dk1"/>
          </a:lnRef>
          <a:fillRef idx="0">
            <a:schemeClr val="dk1"/>
          </a:fillRef>
          <a:effectRef idx="0">
            <a:schemeClr val="dk1"/>
          </a:effectRef>
          <a:fontRef idx="minor">
            <a:schemeClr val="tx1"/>
          </a:fontRef>
        </p:style>
      </p:cxnSp>
      <p:cxnSp>
        <p:nvCxnSpPr>
          <p:cNvPr id="111" name="Elbow Connector 110"/>
          <p:cNvCxnSpPr>
            <a:endCxn id="107" idx="3"/>
          </p:cNvCxnSpPr>
          <p:nvPr/>
        </p:nvCxnSpPr>
        <p:spPr>
          <a:xfrm rot="10800000">
            <a:off x="3121883" y="6054183"/>
            <a:ext cx="601372" cy="75878"/>
          </a:xfrm>
          <a:prstGeom prst="bentConnector3">
            <a:avLst/>
          </a:prstGeom>
          <a:ln>
            <a:solidFill>
              <a:srgbClr val="46B688"/>
            </a:solidFill>
            <a:tailEnd type="triangle"/>
          </a:ln>
        </p:spPr>
        <p:style>
          <a:lnRef idx="1">
            <a:schemeClr val="dk1"/>
          </a:lnRef>
          <a:fillRef idx="0">
            <a:schemeClr val="dk1"/>
          </a:fillRef>
          <a:effectRef idx="0">
            <a:schemeClr val="dk1"/>
          </a:effectRef>
          <a:fontRef idx="minor">
            <a:schemeClr val="tx1"/>
          </a:fontRef>
        </p:style>
      </p:cxnSp>
      <p:cxnSp>
        <p:nvCxnSpPr>
          <p:cNvPr id="112" name="Elbow Connector 111"/>
          <p:cNvCxnSpPr>
            <a:endCxn id="108" idx="3"/>
          </p:cNvCxnSpPr>
          <p:nvPr/>
        </p:nvCxnSpPr>
        <p:spPr>
          <a:xfrm rot="10800000" flipV="1">
            <a:off x="3121883" y="6130060"/>
            <a:ext cx="601372" cy="159289"/>
          </a:xfrm>
          <a:prstGeom prst="bentConnector3">
            <a:avLst/>
          </a:prstGeom>
          <a:ln>
            <a:solidFill>
              <a:srgbClr val="46B688"/>
            </a:solidFill>
            <a:tailEnd type="triangle"/>
          </a:ln>
        </p:spPr>
        <p:style>
          <a:lnRef idx="1">
            <a:schemeClr val="dk1"/>
          </a:lnRef>
          <a:fillRef idx="0">
            <a:schemeClr val="dk1"/>
          </a:fillRef>
          <a:effectRef idx="0">
            <a:schemeClr val="dk1"/>
          </a:effectRef>
          <a:fontRef idx="minor">
            <a:schemeClr val="tx1"/>
          </a:fontRef>
        </p:style>
      </p:cxnSp>
      <p:cxnSp>
        <p:nvCxnSpPr>
          <p:cNvPr id="113" name="Elbow Connector 112"/>
          <p:cNvCxnSpPr>
            <a:endCxn id="109" idx="3"/>
          </p:cNvCxnSpPr>
          <p:nvPr/>
        </p:nvCxnSpPr>
        <p:spPr>
          <a:xfrm rot="10800000" flipV="1">
            <a:off x="3121883" y="6130061"/>
            <a:ext cx="601372" cy="394456"/>
          </a:xfrm>
          <a:prstGeom prst="bentConnector3">
            <a:avLst/>
          </a:prstGeom>
          <a:ln>
            <a:solidFill>
              <a:srgbClr val="46B688"/>
            </a:solidFill>
            <a:tailEnd type="triangle"/>
          </a:ln>
        </p:spPr>
        <p:style>
          <a:lnRef idx="1">
            <a:schemeClr val="dk1"/>
          </a:lnRef>
          <a:fillRef idx="0">
            <a:schemeClr val="dk1"/>
          </a:fillRef>
          <a:effectRef idx="0">
            <a:schemeClr val="dk1"/>
          </a:effectRef>
          <a:fontRef idx="minor">
            <a:schemeClr val="tx1"/>
          </a:fontRef>
        </p:style>
      </p:cxnSp>
      <p:sp>
        <p:nvSpPr>
          <p:cNvPr id="114" name="Rectangle: Rounded Corners 160">
            <a:extLst>
              <a:ext uri="{FF2B5EF4-FFF2-40B4-BE49-F238E27FC236}">
                <a16:creationId xmlns:a16="http://schemas.microsoft.com/office/drawing/2014/main" id="{45DB5C27-D15F-4C08-A086-E78541B85ECF}"/>
              </a:ext>
            </a:extLst>
          </p:cNvPr>
          <p:cNvSpPr>
            <a:spLocks/>
          </p:cNvSpPr>
          <p:nvPr/>
        </p:nvSpPr>
        <p:spPr>
          <a:xfrm>
            <a:off x="567829" y="5450694"/>
            <a:ext cx="2560989" cy="200833"/>
          </a:xfrm>
          <a:prstGeom prst="roundRect">
            <a:avLst/>
          </a:prstGeom>
          <a:solidFill>
            <a:srgbClr val="FFFFFF"/>
          </a:solidFill>
          <a:ln w="3175" cap="flat" cmpd="sng" algn="ctr">
            <a:solidFill>
              <a:srgbClr val="46B688"/>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a:ln>
                  <a:noFill/>
                </a:ln>
                <a:solidFill>
                  <a:srgbClr val="003366"/>
                </a:solidFill>
                <a:effectLst/>
                <a:uLnTx/>
                <a:uFillTx/>
                <a:latin typeface="Verdana" panose="020B0604030504040204" pitchFamily="34" charset="0"/>
                <a:ea typeface="Verdana" panose="020B0604030504040204" pitchFamily="34" charset="0"/>
                <a:cs typeface="+mn-cs"/>
              </a:rPr>
              <a:t>Programme Scope</a:t>
            </a:r>
          </a:p>
        </p:txBody>
      </p:sp>
      <p:cxnSp>
        <p:nvCxnSpPr>
          <p:cNvPr id="115" name="Elbow Connector 114"/>
          <p:cNvCxnSpPr/>
          <p:nvPr/>
        </p:nvCxnSpPr>
        <p:spPr>
          <a:xfrm rot="10800000">
            <a:off x="3123449" y="5525717"/>
            <a:ext cx="603066" cy="602390"/>
          </a:xfrm>
          <a:prstGeom prst="bentConnector3">
            <a:avLst/>
          </a:prstGeom>
          <a:ln>
            <a:solidFill>
              <a:srgbClr val="46B688"/>
            </a:solidFill>
            <a:tailEnd type="triangle"/>
          </a:ln>
        </p:spPr>
        <p:style>
          <a:lnRef idx="1">
            <a:schemeClr val="dk1"/>
          </a:lnRef>
          <a:fillRef idx="0">
            <a:schemeClr val="dk1"/>
          </a:fillRef>
          <a:effectRef idx="0">
            <a:schemeClr val="dk1"/>
          </a:effectRef>
          <a:fontRef idx="minor">
            <a:schemeClr val="tx1"/>
          </a:fontRef>
        </p:style>
      </p:cxnSp>
      <p:sp>
        <p:nvSpPr>
          <p:cNvPr id="116" name="Rectangle: Rounded Corners 34">
            <a:extLst>
              <a:ext uri="{FF2B5EF4-FFF2-40B4-BE49-F238E27FC236}">
                <a16:creationId xmlns:a16="http://schemas.microsoft.com/office/drawing/2014/main" id="{78AA0A05-F259-4914-912D-80D035C98526}"/>
              </a:ext>
            </a:extLst>
          </p:cNvPr>
          <p:cNvSpPr/>
          <p:nvPr/>
        </p:nvSpPr>
        <p:spPr>
          <a:xfrm>
            <a:off x="3686140" y="5824530"/>
            <a:ext cx="1804189" cy="529705"/>
          </a:xfrm>
          <a:prstGeom prst="roundRect">
            <a:avLst>
              <a:gd name="adj" fmla="val 50000"/>
            </a:avLst>
          </a:prstGeom>
          <a:solidFill>
            <a:srgbClr val="46B68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1">
                <a:ln>
                  <a:noFill/>
                </a:ln>
                <a:solidFill>
                  <a:srgbClr val="FFFFFF"/>
                </a:solidFill>
                <a:effectLst/>
                <a:uLnTx/>
                <a:uFillTx/>
                <a:latin typeface="Verdana" panose="020B0604030504040204" pitchFamily="34" charset="0"/>
                <a:ea typeface="Verdana" panose="020B0604030504040204" pitchFamily="34" charset="0"/>
                <a:cs typeface="+mn-cs"/>
              </a:rPr>
              <a:t>Implementation Roadmap</a:t>
            </a:r>
          </a:p>
        </p:txBody>
      </p:sp>
      <p:cxnSp>
        <p:nvCxnSpPr>
          <p:cNvPr id="117" name="Straight Connector 116"/>
          <p:cNvCxnSpPr/>
          <p:nvPr/>
        </p:nvCxnSpPr>
        <p:spPr>
          <a:xfrm>
            <a:off x="6365402" y="2214757"/>
            <a:ext cx="1743908" cy="0"/>
          </a:xfrm>
          <a:prstGeom prst="line">
            <a:avLst/>
          </a:prstGeom>
          <a:ln>
            <a:solidFill>
              <a:srgbClr val="46B688"/>
            </a:solidFill>
          </a:ln>
        </p:spPr>
        <p:style>
          <a:lnRef idx="3">
            <a:schemeClr val="accent1"/>
          </a:lnRef>
          <a:fillRef idx="0">
            <a:schemeClr val="accent1"/>
          </a:fillRef>
          <a:effectRef idx="2">
            <a:schemeClr val="accent1"/>
          </a:effectRef>
          <a:fontRef idx="minor">
            <a:schemeClr val="tx1"/>
          </a:fontRef>
        </p:style>
      </p:cxnSp>
      <p:pic>
        <p:nvPicPr>
          <p:cNvPr id="118" name="Picture 117">
            <a:extLst>
              <a:ext uri="{FF2B5EF4-FFF2-40B4-BE49-F238E27FC236}">
                <a16:creationId xmlns:a16="http://schemas.microsoft.com/office/drawing/2014/main" id="{B5A0B2DF-DB86-4AD0-B97A-C8C14837A2C1}"/>
              </a:ext>
            </a:extLst>
          </p:cNvPr>
          <p:cNvPicPr>
            <a:picLocks noChangeAspect="1"/>
          </p:cNvPicPr>
          <p:nvPr/>
        </p:nvPicPr>
        <p:blipFill>
          <a:blip r:embed="rId5"/>
          <a:stretch>
            <a:fillRect/>
          </a:stretch>
        </p:blipFill>
        <p:spPr>
          <a:xfrm>
            <a:off x="10665626" y="122983"/>
            <a:ext cx="1440000" cy="689886"/>
          </a:xfrm>
          <a:prstGeom prst="rect">
            <a:avLst/>
          </a:prstGeom>
        </p:spPr>
      </p:pic>
      <p:pic>
        <p:nvPicPr>
          <p:cNvPr id="119" name="Picture 118">
            <a:extLst>
              <a:ext uri="{FF2B5EF4-FFF2-40B4-BE49-F238E27FC236}">
                <a16:creationId xmlns:a16="http://schemas.microsoft.com/office/drawing/2014/main" id="{EA2A1434-D575-49D1-ABA0-45EB80FD0986}"/>
              </a:ext>
            </a:extLst>
          </p:cNvPr>
          <p:cNvPicPr>
            <a:picLocks noChangeAspect="1"/>
          </p:cNvPicPr>
          <p:nvPr/>
        </p:nvPicPr>
        <p:blipFill>
          <a:blip r:embed="rId6"/>
          <a:stretch>
            <a:fillRect/>
          </a:stretch>
        </p:blipFill>
        <p:spPr>
          <a:xfrm>
            <a:off x="10689334" y="939733"/>
            <a:ext cx="1260000" cy="288698"/>
          </a:xfrm>
          <a:prstGeom prst="rect">
            <a:avLst/>
          </a:prstGeom>
        </p:spPr>
      </p:pic>
    </p:spTree>
    <p:extLst>
      <p:ext uri="{BB962C8B-B14F-4D97-AF65-F5344CB8AC3E}">
        <p14:creationId xmlns:p14="http://schemas.microsoft.com/office/powerpoint/2010/main" val="15722846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89"/>
                                        </p:tgtEl>
                                        <p:attrNameLst>
                                          <p:attrName>style.visibility</p:attrName>
                                        </p:attrNameLst>
                                      </p:cBhvr>
                                      <p:to>
                                        <p:strVal val="visible"/>
                                      </p:to>
                                    </p:set>
                                    <p:animEffect transition="in" filter="wheel(1)">
                                      <p:cBhvr>
                                        <p:cTn id="7" dur="2000"/>
                                        <p:tgtEl>
                                          <p:spTgt spid="89"/>
                                        </p:tgtEl>
                                      </p:cBhvr>
                                    </p:animEffect>
                                  </p:childTnLst>
                                </p:cTn>
                              </p:par>
                              <p:par>
                                <p:cTn id="8" presetID="21" presetClass="entr" presetSubtype="1" fill="hold" nodeType="withEffect">
                                  <p:stCondLst>
                                    <p:cond delay="0"/>
                                  </p:stCondLst>
                                  <p:childTnLst>
                                    <p:set>
                                      <p:cBhvr>
                                        <p:cTn id="9" dur="1" fill="hold">
                                          <p:stCondLst>
                                            <p:cond delay="0"/>
                                          </p:stCondLst>
                                        </p:cTn>
                                        <p:tgtEl>
                                          <p:spTgt spid="85"/>
                                        </p:tgtEl>
                                        <p:attrNameLst>
                                          <p:attrName>style.visibility</p:attrName>
                                        </p:attrNameLst>
                                      </p:cBhvr>
                                      <p:to>
                                        <p:strVal val="visible"/>
                                      </p:to>
                                    </p:set>
                                    <p:animEffect transition="in" filter="wheel(1)">
                                      <p:cBhvr>
                                        <p:cTn id="10" dur="2000"/>
                                        <p:tgtEl>
                                          <p:spTgt spid="85"/>
                                        </p:tgtEl>
                                      </p:cBhvr>
                                    </p:animEffect>
                                  </p:childTnLst>
                                </p:cTn>
                              </p:par>
                            </p:childTnLst>
                          </p:cTn>
                        </p:par>
                      </p:childTnLst>
                    </p:cTn>
                  </p:par>
                  <p:par>
                    <p:cTn id="11" fill="hold">
                      <p:stCondLst>
                        <p:cond delay="indefinite"/>
                      </p:stCondLst>
                      <p:childTnLst>
                        <p:par>
                          <p:cTn id="12" fill="hold">
                            <p:stCondLst>
                              <p:cond delay="0"/>
                            </p:stCondLst>
                            <p:childTnLst>
                              <p:par>
                                <p:cTn id="13" presetID="26" presetClass="entr" presetSubtype="0" fill="hold" nodeType="clickEffect">
                                  <p:stCondLst>
                                    <p:cond delay="0"/>
                                  </p:stCondLst>
                                  <p:childTnLst>
                                    <p:set>
                                      <p:cBhvr>
                                        <p:cTn id="14" dur="1" fill="hold">
                                          <p:stCondLst>
                                            <p:cond delay="0"/>
                                          </p:stCondLst>
                                        </p:cTn>
                                        <p:tgtEl>
                                          <p:spTgt spid="69"/>
                                        </p:tgtEl>
                                        <p:attrNameLst>
                                          <p:attrName>style.visibility</p:attrName>
                                        </p:attrNameLst>
                                      </p:cBhvr>
                                      <p:to>
                                        <p:strVal val="visible"/>
                                      </p:to>
                                    </p:set>
                                    <p:animEffect transition="in" filter="wipe(down)">
                                      <p:cBhvr>
                                        <p:cTn id="15" dur="580">
                                          <p:stCondLst>
                                            <p:cond delay="0"/>
                                          </p:stCondLst>
                                        </p:cTn>
                                        <p:tgtEl>
                                          <p:spTgt spid="69"/>
                                        </p:tgtEl>
                                      </p:cBhvr>
                                    </p:animEffect>
                                    <p:anim calcmode="lin" valueType="num">
                                      <p:cBhvr>
                                        <p:cTn id="16" dur="1822" tmFilter="0,0; 0.14,0.36; 0.43,0.73; 0.71,0.91; 1.0,1.0">
                                          <p:stCondLst>
                                            <p:cond delay="0"/>
                                          </p:stCondLst>
                                        </p:cTn>
                                        <p:tgtEl>
                                          <p:spTgt spid="69"/>
                                        </p:tgtEl>
                                        <p:attrNameLst>
                                          <p:attrName>ppt_x</p:attrName>
                                        </p:attrNameLst>
                                      </p:cBhvr>
                                      <p:tavLst>
                                        <p:tav tm="0">
                                          <p:val>
                                            <p:strVal val="#ppt_x-0.25"/>
                                          </p:val>
                                        </p:tav>
                                        <p:tav tm="100000">
                                          <p:val>
                                            <p:strVal val="#ppt_x"/>
                                          </p:val>
                                        </p:tav>
                                      </p:tavLst>
                                    </p:anim>
                                    <p:anim calcmode="lin" valueType="num">
                                      <p:cBhvr>
                                        <p:cTn id="17" dur="664" tmFilter="0.0,0.0; 0.25,0.07; 0.50,0.2; 0.75,0.467; 1.0,1.0">
                                          <p:stCondLst>
                                            <p:cond delay="0"/>
                                          </p:stCondLst>
                                        </p:cTn>
                                        <p:tgtEl>
                                          <p:spTgt spid="69"/>
                                        </p:tgtEl>
                                        <p:attrNameLst>
                                          <p:attrName>ppt_y</p:attrName>
                                        </p:attrNameLst>
                                      </p:cBhvr>
                                      <p:tavLst>
                                        <p:tav tm="0" fmla="#ppt_y-sin(pi*$)/3">
                                          <p:val>
                                            <p:fltVal val="0.5"/>
                                          </p:val>
                                        </p:tav>
                                        <p:tav tm="100000">
                                          <p:val>
                                            <p:fltVal val="1"/>
                                          </p:val>
                                        </p:tav>
                                      </p:tavLst>
                                    </p:anim>
                                    <p:anim calcmode="lin" valueType="num">
                                      <p:cBhvr>
                                        <p:cTn id="18" dur="664" tmFilter="0, 0; 0.125,0.2665; 0.25,0.4; 0.375,0.465; 0.5,0.5;  0.625,0.535; 0.75,0.6; 0.875,0.7335; 1,1">
                                          <p:stCondLst>
                                            <p:cond delay="664"/>
                                          </p:stCondLst>
                                        </p:cTn>
                                        <p:tgtEl>
                                          <p:spTgt spid="69"/>
                                        </p:tgtEl>
                                        <p:attrNameLst>
                                          <p:attrName>ppt_y</p:attrName>
                                        </p:attrNameLst>
                                      </p:cBhvr>
                                      <p:tavLst>
                                        <p:tav tm="0" fmla="#ppt_y-sin(pi*$)/9">
                                          <p:val>
                                            <p:fltVal val="0"/>
                                          </p:val>
                                        </p:tav>
                                        <p:tav tm="100000">
                                          <p:val>
                                            <p:fltVal val="1"/>
                                          </p:val>
                                        </p:tav>
                                      </p:tavLst>
                                    </p:anim>
                                    <p:anim calcmode="lin" valueType="num">
                                      <p:cBhvr>
                                        <p:cTn id="19" dur="332" tmFilter="0, 0; 0.125,0.2665; 0.25,0.4; 0.375,0.465; 0.5,0.5;  0.625,0.535; 0.75,0.6; 0.875,0.7335; 1,1">
                                          <p:stCondLst>
                                            <p:cond delay="1324"/>
                                          </p:stCondLst>
                                        </p:cTn>
                                        <p:tgtEl>
                                          <p:spTgt spid="69"/>
                                        </p:tgtEl>
                                        <p:attrNameLst>
                                          <p:attrName>ppt_y</p:attrName>
                                        </p:attrNameLst>
                                      </p:cBhvr>
                                      <p:tavLst>
                                        <p:tav tm="0" fmla="#ppt_y-sin(pi*$)/27">
                                          <p:val>
                                            <p:fltVal val="0"/>
                                          </p:val>
                                        </p:tav>
                                        <p:tav tm="100000">
                                          <p:val>
                                            <p:fltVal val="1"/>
                                          </p:val>
                                        </p:tav>
                                      </p:tavLst>
                                    </p:anim>
                                    <p:anim calcmode="lin" valueType="num">
                                      <p:cBhvr>
                                        <p:cTn id="20" dur="164" tmFilter="0, 0; 0.125,0.2665; 0.25,0.4; 0.375,0.465; 0.5,0.5;  0.625,0.535; 0.75,0.6; 0.875,0.7335; 1,1">
                                          <p:stCondLst>
                                            <p:cond delay="1656"/>
                                          </p:stCondLst>
                                        </p:cTn>
                                        <p:tgtEl>
                                          <p:spTgt spid="69"/>
                                        </p:tgtEl>
                                        <p:attrNameLst>
                                          <p:attrName>ppt_y</p:attrName>
                                        </p:attrNameLst>
                                      </p:cBhvr>
                                      <p:tavLst>
                                        <p:tav tm="0" fmla="#ppt_y-sin(pi*$)/81">
                                          <p:val>
                                            <p:fltVal val="0"/>
                                          </p:val>
                                        </p:tav>
                                        <p:tav tm="100000">
                                          <p:val>
                                            <p:fltVal val="1"/>
                                          </p:val>
                                        </p:tav>
                                      </p:tavLst>
                                    </p:anim>
                                    <p:animScale>
                                      <p:cBhvr>
                                        <p:cTn id="21" dur="26">
                                          <p:stCondLst>
                                            <p:cond delay="650"/>
                                          </p:stCondLst>
                                        </p:cTn>
                                        <p:tgtEl>
                                          <p:spTgt spid="69"/>
                                        </p:tgtEl>
                                      </p:cBhvr>
                                      <p:to x="100000" y="60000"/>
                                    </p:animScale>
                                    <p:animScale>
                                      <p:cBhvr>
                                        <p:cTn id="22" dur="166" decel="50000">
                                          <p:stCondLst>
                                            <p:cond delay="676"/>
                                          </p:stCondLst>
                                        </p:cTn>
                                        <p:tgtEl>
                                          <p:spTgt spid="69"/>
                                        </p:tgtEl>
                                      </p:cBhvr>
                                      <p:to x="100000" y="100000"/>
                                    </p:animScale>
                                    <p:animScale>
                                      <p:cBhvr>
                                        <p:cTn id="23" dur="26">
                                          <p:stCondLst>
                                            <p:cond delay="1312"/>
                                          </p:stCondLst>
                                        </p:cTn>
                                        <p:tgtEl>
                                          <p:spTgt spid="69"/>
                                        </p:tgtEl>
                                      </p:cBhvr>
                                      <p:to x="100000" y="80000"/>
                                    </p:animScale>
                                    <p:animScale>
                                      <p:cBhvr>
                                        <p:cTn id="24" dur="166" decel="50000">
                                          <p:stCondLst>
                                            <p:cond delay="1338"/>
                                          </p:stCondLst>
                                        </p:cTn>
                                        <p:tgtEl>
                                          <p:spTgt spid="69"/>
                                        </p:tgtEl>
                                      </p:cBhvr>
                                      <p:to x="100000" y="100000"/>
                                    </p:animScale>
                                    <p:animScale>
                                      <p:cBhvr>
                                        <p:cTn id="25" dur="26">
                                          <p:stCondLst>
                                            <p:cond delay="1642"/>
                                          </p:stCondLst>
                                        </p:cTn>
                                        <p:tgtEl>
                                          <p:spTgt spid="69"/>
                                        </p:tgtEl>
                                      </p:cBhvr>
                                      <p:to x="100000" y="90000"/>
                                    </p:animScale>
                                    <p:animScale>
                                      <p:cBhvr>
                                        <p:cTn id="26" dur="166" decel="50000">
                                          <p:stCondLst>
                                            <p:cond delay="1668"/>
                                          </p:stCondLst>
                                        </p:cTn>
                                        <p:tgtEl>
                                          <p:spTgt spid="69"/>
                                        </p:tgtEl>
                                      </p:cBhvr>
                                      <p:to x="100000" y="100000"/>
                                    </p:animScale>
                                    <p:animScale>
                                      <p:cBhvr>
                                        <p:cTn id="27" dur="26">
                                          <p:stCondLst>
                                            <p:cond delay="1808"/>
                                          </p:stCondLst>
                                        </p:cTn>
                                        <p:tgtEl>
                                          <p:spTgt spid="69"/>
                                        </p:tgtEl>
                                      </p:cBhvr>
                                      <p:to x="100000" y="95000"/>
                                    </p:animScale>
                                    <p:animScale>
                                      <p:cBhvr>
                                        <p:cTn id="28" dur="166" decel="50000">
                                          <p:stCondLst>
                                            <p:cond delay="1834"/>
                                          </p:stCondLst>
                                        </p:cTn>
                                        <p:tgtEl>
                                          <p:spTgt spid="69"/>
                                        </p:tgtEl>
                                      </p:cBhvr>
                                      <p:to x="100000" y="100000"/>
                                    </p:animScale>
                                  </p:childTnLst>
                                </p:cTn>
                              </p:par>
                              <p:par>
                                <p:cTn id="29" presetID="26" presetClass="entr" presetSubtype="0" fill="hold" nodeType="withEffect">
                                  <p:stCondLst>
                                    <p:cond delay="0"/>
                                  </p:stCondLst>
                                  <p:childTnLst>
                                    <p:set>
                                      <p:cBhvr>
                                        <p:cTn id="30" dur="1" fill="hold">
                                          <p:stCondLst>
                                            <p:cond delay="0"/>
                                          </p:stCondLst>
                                        </p:cTn>
                                        <p:tgtEl>
                                          <p:spTgt spid="117"/>
                                        </p:tgtEl>
                                        <p:attrNameLst>
                                          <p:attrName>style.visibility</p:attrName>
                                        </p:attrNameLst>
                                      </p:cBhvr>
                                      <p:to>
                                        <p:strVal val="visible"/>
                                      </p:to>
                                    </p:set>
                                    <p:animEffect transition="in" filter="wipe(down)">
                                      <p:cBhvr>
                                        <p:cTn id="31" dur="580">
                                          <p:stCondLst>
                                            <p:cond delay="0"/>
                                          </p:stCondLst>
                                        </p:cTn>
                                        <p:tgtEl>
                                          <p:spTgt spid="117"/>
                                        </p:tgtEl>
                                      </p:cBhvr>
                                    </p:animEffect>
                                    <p:anim calcmode="lin" valueType="num">
                                      <p:cBhvr>
                                        <p:cTn id="32" dur="1822" tmFilter="0,0; 0.14,0.36; 0.43,0.73; 0.71,0.91; 1.0,1.0">
                                          <p:stCondLst>
                                            <p:cond delay="0"/>
                                          </p:stCondLst>
                                        </p:cTn>
                                        <p:tgtEl>
                                          <p:spTgt spid="117"/>
                                        </p:tgtEl>
                                        <p:attrNameLst>
                                          <p:attrName>ppt_x</p:attrName>
                                        </p:attrNameLst>
                                      </p:cBhvr>
                                      <p:tavLst>
                                        <p:tav tm="0">
                                          <p:val>
                                            <p:strVal val="#ppt_x-0.25"/>
                                          </p:val>
                                        </p:tav>
                                        <p:tav tm="100000">
                                          <p:val>
                                            <p:strVal val="#ppt_x"/>
                                          </p:val>
                                        </p:tav>
                                      </p:tavLst>
                                    </p:anim>
                                    <p:anim calcmode="lin" valueType="num">
                                      <p:cBhvr>
                                        <p:cTn id="33" dur="664" tmFilter="0.0,0.0; 0.25,0.07; 0.50,0.2; 0.75,0.467; 1.0,1.0">
                                          <p:stCondLst>
                                            <p:cond delay="0"/>
                                          </p:stCondLst>
                                        </p:cTn>
                                        <p:tgtEl>
                                          <p:spTgt spid="117"/>
                                        </p:tgtEl>
                                        <p:attrNameLst>
                                          <p:attrName>ppt_y</p:attrName>
                                        </p:attrNameLst>
                                      </p:cBhvr>
                                      <p:tavLst>
                                        <p:tav tm="0" fmla="#ppt_y-sin(pi*$)/3">
                                          <p:val>
                                            <p:fltVal val="0.5"/>
                                          </p:val>
                                        </p:tav>
                                        <p:tav tm="100000">
                                          <p:val>
                                            <p:fltVal val="1"/>
                                          </p:val>
                                        </p:tav>
                                      </p:tavLst>
                                    </p:anim>
                                    <p:anim calcmode="lin" valueType="num">
                                      <p:cBhvr>
                                        <p:cTn id="34" dur="664" tmFilter="0, 0; 0.125,0.2665; 0.25,0.4; 0.375,0.465; 0.5,0.5;  0.625,0.535; 0.75,0.6; 0.875,0.7335; 1,1">
                                          <p:stCondLst>
                                            <p:cond delay="664"/>
                                          </p:stCondLst>
                                        </p:cTn>
                                        <p:tgtEl>
                                          <p:spTgt spid="117"/>
                                        </p:tgtEl>
                                        <p:attrNameLst>
                                          <p:attrName>ppt_y</p:attrName>
                                        </p:attrNameLst>
                                      </p:cBhvr>
                                      <p:tavLst>
                                        <p:tav tm="0" fmla="#ppt_y-sin(pi*$)/9">
                                          <p:val>
                                            <p:fltVal val="0"/>
                                          </p:val>
                                        </p:tav>
                                        <p:tav tm="100000">
                                          <p:val>
                                            <p:fltVal val="1"/>
                                          </p:val>
                                        </p:tav>
                                      </p:tavLst>
                                    </p:anim>
                                    <p:anim calcmode="lin" valueType="num">
                                      <p:cBhvr>
                                        <p:cTn id="35" dur="332" tmFilter="0, 0; 0.125,0.2665; 0.25,0.4; 0.375,0.465; 0.5,0.5;  0.625,0.535; 0.75,0.6; 0.875,0.7335; 1,1">
                                          <p:stCondLst>
                                            <p:cond delay="1324"/>
                                          </p:stCondLst>
                                        </p:cTn>
                                        <p:tgtEl>
                                          <p:spTgt spid="117"/>
                                        </p:tgtEl>
                                        <p:attrNameLst>
                                          <p:attrName>ppt_y</p:attrName>
                                        </p:attrNameLst>
                                      </p:cBhvr>
                                      <p:tavLst>
                                        <p:tav tm="0" fmla="#ppt_y-sin(pi*$)/27">
                                          <p:val>
                                            <p:fltVal val="0"/>
                                          </p:val>
                                        </p:tav>
                                        <p:tav tm="100000">
                                          <p:val>
                                            <p:fltVal val="1"/>
                                          </p:val>
                                        </p:tav>
                                      </p:tavLst>
                                    </p:anim>
                                    <p:anim calcmode="lin" valueType="num">
                                      <p:cBhvr>
                                        <p:cTn id="36" dur="164" tmFilter="0, 0; 0.125,0.2665; 0.25,0.4; 0.375,0.465; 0.5,0.5;  0.625,0.535; 0.75,0.6; 0.875,0.7335; 1,1">
                                          <p:stCondLst>
                                            <p:cond delay="1656"/>
                                          </p:stCondLst>
                                        </p:cTn>
                                        <p:tgtEl>
                                          <p:spTgt spid="117"/>
                                        </p:tgtEl>
                                        <p:attrNameLst>
                                          <p:attrName>ppt_y</p:attrName>
                                        </p:attrNameLst>
                                      </p:cBhvr>
                                      <p:tavLst>
                                        <p:tav tm="0" fmla="#ppt_y-sin(pi*$)/81">
                                          <p:val>
                                            <p:fltVal val="0"/>
                                          </p:val>
                                        </p:tav>
                                        <p:tav tm="100000">
                                          <p:val>
                                            <p:fltVal val="1"/>
                                          </p:val>
                                        </p:tav>
                                      </p:tavLst>
                                    </p:anim>
                                    <p:animScale>
                                      <p:cBhvr>
                                        <p:cTn id="37" dur="26">
                                          <p:stCondLst>
                                            <p:cond delay="650"/>
                                          </p:stCondLst>
                                        </p:cTn>
                                        <p:tgtEl>
                                          <p:spTgt spid="117"/>
                                        </p:tgtEl>
                                      </p:cBhvr>
                                      <p:to x="100000" y="60000"/>
                                    </p:animScale>
                                    <p:animScale>
                                      <p:cBhvr>
                                        <p:cTn id="38" dur="166" decel="50000">
                                          <p:stCondLst>
                                            <p:cond delay="676"/>
                                          </p:stCondLst>
                                        </p:cTn>
                                        <p:tgtEl>
                                          <p:spTgt spid="117"/>
                                        </p:tgtEl>
                                      </p:cBhvr>
                                      <p:to x="100000" y="100000"/>
                                    </p:animScale>
                                    <p:animScale>
                                      <p:cBhvr>
                                        <p:cTn id="39" dur="26">
                                          <p:stCondLst>
                                            <p:cond delay="1312"/>
                                          </p:stCondLst>
                                        </p:cTn>
                                        <p:tgtEl>
                                          <p:spTgt spid="117"/>
                                        </p:tgtEl>
                                      </p:cBhvr>
                                      <p:to x="100000" y="80000"/>
                                    </p:animScale>
                                    <p:animScale>
                                      <p:cBhvr>
                                        <p:cTn id="40" dur="166" decel="50000">
                                          <p:stCondLst>
                                            <p:cond delay="1338"/>
                                          </p:stCondLst>
                                        </p:cTn>
                                        <p:tgtEl>
                                          <p:spTgt spid="117"/>
                                        </p:tgtEl>
                                      </p:cBhvr>
                                      <p:to x="100000" y="100000"/>
                                    </p:animScale>
                                    <p:animScale>
                                      <p:cBhvr>
                                        <p:cTn id="41" dur="26">
                                          <p:stCondLst>
                                            <p:cond delay="1642"/>
                                          </p:stCondLst>
                                        </p:cTn>
                                        <p:tgtEl>
                                          <p:spTgt spid="117"/>
                                        </p:tgtEl>
                                      </p:cBhvr>
                                      <p:to x="100000" y="90000"/>
                                    </p:animScale>
                                    <p:animScale>
                                      <p:cBhvr>
                                        <p:cTn id="42" dur="166" decel="50000">
                                          <p:stCondLst>
                                            <p:cond delay="1668"/>
                                          </p:stCondLst>
                                        </p:cTn>
                                        <p:tgtEl>
                                          <p:spTgt spid="117"/>
                                        </p:tgtEl>
                                      </p:cBhvr>
                                      <p:to x="100000" y="100000"/>
                                    </p:animScale>
                                    <p:animScale>
                                      <p:cBhvr>
                                        <p:cTn id="43" dur="26">
                                          <p:stCondLst>
                                            <p:cond delay="1808"/>
                                          </p:stCondLst>
                                        </p:cTn>
                                        <p:tgtEl>
                                          <p:spTgt spid="117"/>
                                        </p:tgtEl>
                                      </p:cBhvr>
                                      <p:to x="100000" y="95000"/>
                                    </p:animScale>
                                    <p:animScale>
                                      <p:cBhvr>
                                        <p:cTn id="44" dur="166" decel="50000">
                                          <p:stCondLst>
                                            <p:cond delay="1834"/>
                                          </p:stCondLst>
                                        </p:cTn>
                                        <p:tgtEl>
                                          <p:spTgt spid="117"/>
                                        </p:tgtEl>
                                      </p:cBhvr>
                                      <p:to x="100000" y="100000"/>
                                    </p:animScale>
                                  </p:childTnLst>
                                </p:cTn>
                              </p:par>
                              <p:par>
                                <p:cTn id="45" presetID="26" presetClass="entr" presetSubtype="0" fill="hold" grpId="0" nodeType="withEffect">
                                  <p:stCondLst>
                                    <p:cond delay="0"/>
                                  </p:stCondLst>
                                  <p:childTnLst>
                                    <p:set>
                                      <p:cBhvr>
                                        <p:cTn id="46" dur="1" fill="hold">
                                          <p:stCondLst>
                                            <p:cond delay="0"/>
                                          </p:stCondLst>
                                        </p:cTn>
                                        <p:tgtEl>
                                          <p:spTgt spid="67"/>
                                        </p:tgtEl>
                                        <p:attrNameLst>
                                          <p:attrName>style.visibility</p:attrName>
                                        </p:attrNameLst>
                                      </p:cBhvr>
                                      <p:to>
                                        <p:strVal val="visible"/>
                                      </p:to>
                                    </p:set>
                                    <p:animEffect transition="in" filter="wipe(down)">
                                      <p:cBhvr>
                                        <p:cTn id="47" dur="580">
                                          <p:stCondLst>
                                            <p:cond delay="0"/>
                                          </p:stCondLst>
                                        </p:cTn>
                                        <p:tgtEl>
                                          <p:spTgt spid="67"/>
                                        </p:tgtEl>
                                      </p:cBhvr>
                                    </p:animEffect>
                                    <p:anim calcmode="lin" valueType="num">
                                      <p:cBhvr>
                                        <p:cTn id="48" dur="1822" tmFilter="0,0; 0.14,0.36; 0.43,0.73; 0.71,0.91; 1.0,1.0">
                                          <p:stCondLst>
                                            <p:cond delay="0"/>
                                          </p:stCondLst>
                                        </p:cTn>
                                        <p:tgtEl>
                                          <p:spTgt spid="67"/>
                                        </p:tgtEl>
                                        <p:attrNameLst>
                                          <p:attrName>ppt_x</p:attrName>
                                        </p:attrNameLst>
                                      </p:cBhvr>
                                      <p:tavLst>
                                        <p:tav tm="0">
                                          <p:val>
                                            <p:strVal val="#ppt_x-0.25"/>
                                          </p:val>
                                        </p:tav>
                                        <p:tav tm="100000">
                                          <p:val>
                                            <p:strVal val="#ppt_x"/>
                                          </p:val>
                                        </p:tav>
                                      </p:tavLst>
                                    </p:anim>
                                    <p:anim calcmode="lin" valueType="num">
                                      <p:cBhvr>
                                        <p:cTn id="49" dur="664" tmFilter="0.0,0.0; 0.25,0.07; 0.50,0.2; 0.75,0.467; 1.0,1.0">
                                          <p:stCondLst>
                                            <p:cond delay="0"/>
                                          </p:stCondLst>
                                        </p:cTn>
                                        <p:tgtEl>
                                          <p:spTgt spid="67"/>
                                        </p:tgtEl>
                                        <p:attrNameLst>
                                          <p:attrName>ppt_y</p:attrName>
                                        </p:attrNameLst>
                                      </p:cBhvr>
                                      <p:tavLst>
                                        <p:tav tm="0" fmla="#ppt_y-sin(pi*$)/3">
                                          <p:val>
                                            <p:fltVal val="0.5"/>
                                          </p:val>
                                        </p:tav>
                                        <p:tav tm="100000">
                                          <p:val>
                                            <p:fltVal val="1"/>
                                          </p:val>
                                        </p:tav>
                                      </p:tavLst>
                                    </p:anim>
                                    <p:anim calcmode="lin" valueType="num">
                                      <p:cBhvr>
                                        <p:cTn id="50" dur="664" tmFilter="0, 0; 0.125,0.2665; 0.25,0.4; 0.375,0.465; 0.5,0.5;  0.625,0.535; 0.75,0.6; 0.875,0.7335; 1,1">
                                          <p:stCondLst>
                                            <p:cond delay="664"/>
                                          </p:stCondLst>
                                        </p:cTn>
                                        <p:tgtEl>
                                          <p:spTgt spid="67"/>
                                        </p:tgtEl>
                                        <p:attrNameLst>
                                          <p:attrName>ppt_y</p:attrName>
                                        </p:attrNameLst>
                                      </p:cBhvr>
                                      <p:tavLst>
                                        <p:tav tm="0" fmla="#ppt_y-sin(pi*$)/9">
                                          <p:val>
                                            <p:fltVal val="0"/>
                                          </p:val>
                                        </p:tav>
                                        <p:tav tm="100000">
                                          <p:val>
                                            <p:fltVal val="1"/>
                                          </p:val>
                                        </p:tav>
                                      </p:tavLst>
                                    </p:anim>
                                    <p:anim calcmode="lin" valueType="num">
                                      <p:cBhvr>
                                        <p:cTn id="51" dur="332" tmFilter="0, 0; 0.125,0.2665; 0.25,0.4; 0.375,0.465; 0.5,0.5;  0.625,0.535; 0.75,0.6; 0.875,0.7335; 1,1">
                                          <p:stCondLst>
                                            <p:cond delay="1324"/>
                                          </p:stCondLst>
                                        </p:cTn>
                                        <p:tgtEl>
                                          <p:spTgt spid="67"/>
                                        </p:tgtEl>
                                        <p:attrNameLst>
                                          <p:attrName>ppt_y</p:attrName>
                                        </p:attrNameLst>
                                      </p:cBhvr>
                                      <p:tavLst>
                                        <p:tav tm="0" fmla="#ppt_y-sin(pi*$)/27">
                                          <p:val>
                                            <p:fltVal val="0"/>
                                          </p:val>
                                        </p:tav>
                                        <p:tav tm="100000">
                                          <p:val>
                                            <p:fltVal val="1"/>
                                          </p:val>
                                        </p:tav>
                                      </p:tavLst>
                                    </p:anim>
                                    <p:anim calcmode="lin" valueType="num">
                                      <p:cBhvr>
                                        <p:cTn id="52" dur="164" tmFilter="0, 0; 0.125,0.2665; 0.25,0.4; 0.375,0.465; 0.5,0.5;  0.625,0.535; 0.75,0.6; 0.875,0.7335; 1,1">
                                          <p:stCondLst>
                                            <p:cond delay="1656"/>
                                          </p:stCondLst>
                                        </p:cTn>
                                        <p:tgtEl>
                                          <p:spTgt spid="67"/>
                                        </p:tgtEl>
                                        <p:attrNameLst>
                                          <p:attrName>ppt_y</p:attrName>
                                        </p:attrNameLst>
                                      </p:cBhvr>
                                      <p:tavLst>
                                        <p:tav tm="0" fmla="#ppt_y-sin(pi*$)/81">
                                          <p:val>
                                            <p:fltVal val="0"/>
                                          </p:val>
                                        </p:tav>
                                        <p:tav tm="100000">
                                          <p:val>
                                            <p:fltVal val="1"/>
                                          </p:val>
                                        </p:tav>
                                      </p:tavLst>
                                    </p:anim>
                                    <p:animScale>
                                      <p:cBhvr>
                                        <p:cTn id="53" dur="26">
                                          <p:stCondLst>
                                            <p:cond delay="650"/>
                                          </p:stCondLst>
                                        </p:cTn>
                                        <p:tgtEl>
                                          <p:spTgt spid="67"/>
                                        </p:tgtEl>
                                      </p:cBhvr>
                                      <p:to x="100000" y="60000"/>
                                    </p:animScale>
                                    <p:animScale>
                                      <p:cBhvr>
                                        <p:cTn id="54" dur="166" decel="50000">
                                          <p:stCondLst>
                                            <p:cond delay="676"/>
                                          </p:stCondLst>
                                        </p:cTn>
                                        <p:tgtEl>
                                          <p:spTgt spid="67"/>
                                        </p:tgtEl>
                                      </p:cBhvr>
                                      <p:to x="100000" y="100000"/>
                                    </p:animScale>
                                    <p:animScale>
                                      <p:cBhvr>
                                        <p:cTn id="55" dur="26">
                                          <p:stCondLst>
                                            <p:cond delay="1312"/>
                                          </p:stCondLst>
                                        </p:cTn>
                                        <p:tgtEl>
                                          <p:spTgt spid="67"/>
                                        </p:tgtEl>
                                      </p:cBhvr>
                                      <p:to x="100000" y="80000"/>
                                    </p:animScale>
                                    <p:animScale>
                                      <p:cBhvr>
                                        <p:cTn id="56" dur="166" decel="50000">
                                          <p:stCondLst>
                                            <p:cond delay="1338"/>
                                          </p:stCondLst>
                                        </p:cTn>
                                        <p:tgtEl>
                                          <p:spTgt spid="67"/>
                                        </p:tgtEl>
                                      </p:cBhvr>
                                      <p:to x="100000" y="100000"/>
                                    </p:animScale>
                                    <p:animScale>
                                      <p:cBhvr>
                                        <p:cTn id="57" dur="26">
                                          <p:stCondLst>
                                            <p:cond delay="1642"/>
                                          </p:stCondLst>
                                        </p:cTn>
                                        <p:tgtEl>
                                          <p:spTgt spid="67"/>
                                        </p:tgtEl>
                                      </p:cBhvr>
                                      <p:to x="100000" y="90000"/>
                                    </p:animScale>
                                    <p:animScale>
                                      <p:cBhvr>
                                        <p:cTn id="58" dur="166" decel="50000">
                                          <p:stCondLst>
                                            <p:cond delay="1668"/>
                                          </p:stCondLst>
                                        </p:cTn>
                                        <p:tgtEl>
                                          <p:spTgt spid="67"/>
                                        </p:tgtEl>
                                      </p:cBhvr>
                                      <p:to x="100000" y="100000"/>
                                    </p:animScale>
                                    <p:animScale>
                                      <p:cBhvr>
                                        <p:cTn id="59" dur="26">
                                          <p:stCondLst>
                                            <p:cond delay="1808"/>
                                          </p:stCondLst>
                                        </p:cTn>
                                        <p:tgtEl>
                                          <p:spTgt spid="67"/>
                                        </p:tgtEl>
                                      </p:cBhvr>
                                      <p:to x="100000" y="95000"/>
                                    </p:animScale>
                                    <p:animScale>
                                      <p:cBhvr>
                                        <p:cTn id="60" dur="166" decel="50000">
                                          <p:stCondLst>
                                            <p:cond delay="1834"/>
                                          </p:stCondLst>
                                        </p:cTn>
                                        <p:tgtEl>
                                          <p:spTgt spid="67"/>
                                        </p:tgtEl>
                                      </p:cBhvr>
                                      <p:to x="100000" y="100000"/>
                                    </p:animScale>
                                  </p:childTnLst>
                                </p:cTn>
                              </p:par>
                            </p:childTnLst>
                          </p:cTn>
                        </p:par>
                      </p:childTnLst>
                    </p:cTn>
                  </p:par>
                  <p:par>
                    <p:cTn id="61" fill="hold">
                      <p:stCondLst>
                        <p:cond delay="indefinite"/>
                      </p:stCondLst>
                      <p:childTnLst>
                        <p:par>
                          <p:cTn id="62" fill="hold">
                            <p:stCondLst>
                              <p:cond delay="0"/>
                            </p:stCondLst>
                            <p:childTnLst>
                              <p:par>
                                <p:cTn id="63" presetID="31" presetClass="entr" presetSubtype="0" fill="hold" nodeType="clickEffect">
                                  <p:stCondLst>
                                    <p:cond delay="0"/>
                                  </p:stCondLst>
                                  <p:childTnLst>
                                    <p:set>
                                      <p:cBhvr>
                                        <p:cTn id="64" dur="1" fill="hold">
                                          <p:stCondLst>
                                            <p:cond delay="0"/>
                                          </p:stCondLst>
                                        </p:cTn>
                                        <p:tgtEl>
                                          <p:spTgt spid="68"/>
                                        </p:tgtEl>
                                        <p:attrNameLst>
                                          <p:attrName>style.visibility</p:attrName>
                                        </p:attrNameLst>
                                      </p:cBhvr>
                                      <p:to>
                                        <p:strVal val="visible"/>
                                      </p:to>
                                    </p:set>
                                    <p:anim calcmode="lin" valueType="num">
                                      <p:cBhvr>
                                        <p:cTn id="65" dur="1000" fill="hold"/>
                                        <p:tgtEl>
                                          <p:spTgt spid="68"/>
                                        </p:tgtEl>
                                        <p:attrNameLst>
                                          <p:attrName>ppt_w</p:attrName>
                                        </p:attrNameLst>
                                      </p:cBhvr>
                                      <p:tavLst>
                                        <p:tav tm="0">
                                          <p:val>
                                            <p:fltVal val="0"/>
                                          </p:val>
                                        </p:tav>
                                        <p:tav tm="100000">
                                          <p:val>
                                            <p:strVal val="#ppt_w"/>
                                          </p:val>
                                        </p:tav>
                                      </p:tavLst>
                                    </p:anim>
                                    <p:anim calcmode="lin" valueType="num">
                                      <p:cBhvr>
                                        <p:cTn id="66" dur="1000" fill="hold"/>
                                        <p:tgtEl>
                                          <p:spTgt spid="68"/>
                                        </p:tgtEl>
                                        <p:attrNameLst>
                                          <p:attrName>ppt_h</p:attrName>
                                        </p:attrNameLst>
                                      </p:cBhvr>
                                      <p:tavLst>
                                        <p:tav tm="0">
                                          <p:val>
                                            <p:fltVal val="0"/>
                                          </p:val>
                                        </p:tav>
                                        <p:tav tm="100000">
                                          <p:val>
                                            <p:strVal val="#ppt_h"/>
                                          </p:val>
                                        </p:tav>
                                      </p:tavLst>
                                    </p:anim>
                                    <p:anim calcmode="lin" valueType="num">
                                      <p:cBhvr>
                                        <p:cTn id="67" dur="1000" fill="hold"/>
                                        <p:tgtEl>
                                          <p:spTgt spid="68"/>
                                        </p:tgtEl>
                                        <p:attrNameLst>
                                          <p:attrName>style.rotation</p:attrName>
                                        </p:attrNameLst>
                                      </p:cBhvr>
                                      <p:tavLst>
                                        <p:tav tm="0">
                                          <p:val>
                                            <p:fltVal val="90"/>
                                          </p:val>
                                        </p:tav>
                                        <p:tav tm="100000">
                                          <p:val>
                                            <p:fltVal val="0"/>
                                          </p:val>
                                        </p:tav>
                                      </p:tavLst>
                                    </p:anim>
                                    <p:animEffect transition="in" filter="fade">
                                      <p:cBhvr>
                                        <p:cTn id="68" dur="1000"/>
                                        <p:tgtEl>
                                          <p:spTgt spid="68"/>
                                        </p:tgtEl>
                                      </p:cBhvr>
                                    </p:animEffect>
                                  </p:childTnLst>
                                </p:cTn>
                              </p:par>
                              <p:par>
                                <p:cTn id="69" presetID="31" presetClass="entr" presetSubtype="0" fill="hold" grpId="0" nodeType="withEffect">
                                  <p:stCondLst>
                                    <p:cond delay="0"/>
                                  </p:stCondLst>
                                  <p:childTnLst>
                                    <p:set>
                                      <p:cBhvr>
                                        <p:cTn id="70" dur="1" fill="hold">
                                          <p:stCondLst>
                                            <p:cond delay="0"/>
                                          </p:stCondLst>
                                        </p:cTn>
                                        <p:tgtEl>
                                          <p:spTgt spid="32"/>
                                        </p:tgtEl>
                                        <p:attrNameLst>
                                          <p:attrName>style.visibility</p:attrName>
                                        </p:attrNameLst>
                                      </p:cBhvr>
                                      <p:to>
                                        <p:strVal val="visible"/>
                                      </p:to>
                                    </p:set>
                                    <p:anim calcmode="lin" valueType="num">
                                      <p:cBhvr>
                                        <p:cTn id="71" dur="1000" fill="hold"/>
                                        <p:tgtEl>
                                          <p:spTgt spid="32"/>
                                        </p:tgtEl>
                                        <p:attrNameLst>
                                          <p:attrName>ppt_w</p:attrName>
                                        </p:attrNameLst>
                                      </p:cBhvr>
                                      <p:tavLst>
                                        <p:tav tm="0">
                                          <p:val>
                                            <p:fltVal val="0"/>
                                          </p:val>
                                        </p:tav>
                                        <p:tav tm="100000">
                                          <p:val>
                                            <p:strVal val="#ppt_w"/>
                                          </p:val>
                                        </p:tav>
                                      </p:tavLst>
                                    </p:anim>
                                    <p:anim calcmode="lin" valueType="num">
                                      <p:cBhvr>
                                        <p:cTn id="72" dur="1000" fill="hold"/>
                                        <p:tgtEl>
                                          <p:spTgt spid="32"/>
                                        </p:tgtEl>
                                        <p:attrNameLst>
                                          <p:attrName>ppt_h</p:attrName>
                                        </p:attrNameLst>
                                      </p:cBhvr>
                                      <p:tavLst>
                                        <p:tav tm="0">
                                          <p:val>
                                            <p:fltVal val="0"/>
                                          </p:val>
                                        </p:tav>
                                        <p:tav tm="100000">
                                          <p:val>
                                            <p:strVal val="#ppt_h"/>
                                          </p:val>
                                        </p:tav>
                                      </p:tavLst>
                                    </p:anim>
                                    <p:anim calcmode="lin" valueType="num">
                                      <p:cBhvr>
                                        <p:cTn id="73" dur="1000" fill="hold"/>
                                        <p:tgtEl>
                                          <p:spTgt spid="32"/>
                                        </p:tgtEl>
                                        <p:attrNameLst>
                                          <p:attrName>style.rotation</p:attrName>
                                        </p:attrNameLst>
                                      </p:cBhvr>
                                      <p:tavLst>
                                        <p:tav tm="0">
                                          <p:val>
                                            <p:fltVal val="90"/>
                                          </p:val>
                                        </p:tav>
                                        <p:tav tm="100000">
                                          <p:val>
                                            <p:fltVal val="0"/>
                                          </p:val>
                                        </p:tav>
                                      </p:tavLst>
                                    </p:anim>
                                    <p:animEffect transition="in" filter="fade">
                                      <p:cBhvr>
                                        <p:cTn id="74" dur="1000"/>
                                        <p:tgtEl>
                                          <p:spTgt spid="32"/>
                                        </p:tgtEl>
                                      </p:cBhvr>
                                    </p:animEffect>
                                  </p:childTnLst>
                                </p:cTn>
                              </p:par>
                            </p:childTnLst>
                          </p:cTn>
                        </p:par>
                      </p:childTnLst>
                    </p:cTn>
                  </p:par>
                  <p:par>
                    <p:cTn id="75" fill="hold">
                      <p:stCondLst>
                        <p:cond delay="indefinite"/>
                      </p:stCondLst>
                      <p:childTnLst>
                        <p:par>
                          <p:cTn id="76" fill="hold">
                            <p:stCondLst>
                              <p:cond delay="0"/>
                            </p:stCondLst>
                            <p:childTnLst>
                              <p:par>
                                <p:cTn id="77" presetID="25" presetClass="entr" presetSubtype="0" fill="hold" grpId="0" nodeType="clickEffect">
                                  <p:stCondLst>
                                    <p:cond delay="0"/>
                                  </p:stCondLst>
                                  <p:childTnLst>
                                    <p:set>
                                      <p:cBhvr>
                                        <p:cTn id="78" dur="1" fill="hold">
                                          <p:stCondLst>
                                            <p:cond delay="0"/>
                                          </p:stCondLst>
                                        </p:cTn>
                                        <p:tgtEl>
                                          <p:spTgt spid="74"/>
                                        </p:tgtEl>
                                        <p:attrNameLst>
                                          <p:attrName>style.visibility</p:attrName>
                                        </p:attrNameLst>
                                      </p:cBhvr>
                                      <p:to>
                                        <p:strVal val="visible"/>
                                      </p:to>
                                    </p:set>
                                    <p:anim calcmode="lin" valueType="num">
                                      <p:cBhvr>
                                        <p:cTn id="79" dur="500" decel="50000" fill="hold">
                                          <p:stCondLst>
                                            <p:cond delay="0"/>
                                          </p:stCondLst>
                                        </p:cTn>
                                        <p:tgtEl>
                                          <p:spTgt spid="74"/>
                                        </p:tgtEl>
                                        <p:attrNameLst>
                                          <p:attrName>style.rotation</p:attrName>
                                        </p:attrNameLst>
                                      </p:cBhvr>
                                      <p:tavLst>
                                        <p:tav tm="0">
                                          <p:val>
                                            <p:fltVal val="-90"/>
                                          </p:val>
                                        </p:tav>
                                        <p:tav tm="100000">
                                          <p:val>
                                            <p:fltVal val="0"/>
                                          </p:val>
                                        </p:tav>
                                      </p:tavLst>
                                    </p:anim>
                                    <p:anim calcmode="lin" valueType="num">
                                      <p:cBhvr>
                                        <p:cTn id="80" dur="500" decel="50000" fill="hold">
                                          <p:stCondLst>
                                            <p:cond delay="0"/>
                                          </p:stCondLst>
                                        </p:cTn>
                                        <p:tgtEl>
                                          <p:spTgt spid="74"/>
                                        </p:tgtEl>
                                        <p:attrNameLst>
                                          <p:attrName>ppt_w</p:attrName>
                                        </p:attrNameLst>
                                      </p:cBhvr>
                                      <p:tavLst>
                                        <p:tav tm="0">
                                          <p:val>
                                            <p:strVal val="#ppt_w"/>
                                          </p:val>
                                        </p:tav>
                                        <p:tav tm="100000">
                                          <p:val>
                                            <p:strVal val="#ppt_w*.05"/>
                                          </p:val>
                                        </p:tav>
                                      </p:tavLst>
                                    </p:anim>
                                    <p:anim calcmode="lin" valueType="num">
                                      <p:cBhvr>
                                        <p:cTn id="81" dur="500" accel="50000" fill="hold">
                                          <p:stCondLst>
                                            <p:cond delay="500"/>
                                          </p:stCondLst>
                                        </p:cTn>
                                        <p:tgtEl>
                                          <p:spTgt spid="74"/>
                                        </p:tgtEl>
                                        <p:attrNameLst>
                                          <p:attrName>ppt_w</p:attrName>
                                        </p:attrNameLst>
                                      </p:cBhvr>
                                      <p:tavLst>
                                        <p:tav tm="0">
                                          <p:val>
                                            <p:strVal val="#ppt_w*.05"/>
                                          </p:val>
                                        </p:tav>
                                        <p:tav tm="100000">
                                          <p:val>
                                            <p:strVal val="#ppt_w"/>
                                          </p:val>
                                        </p:tav>
                                      </p:tavLst>
                                    </p:anim>
                                    <p:anim calcmode="lin" valueType="num">
                                      <p:cBhvr>
                                        <p:cTn id="82" dur="1000" fill="hold"/>
                                        <p:tgtEl>
                                          <p:spTgt spid="74"/>
                                        </p:tgtEl>
                                        <p:attrNameLst>
                                          <p:attrName>ppt_h</p:attrName>
                                        </p:attrNameLst>
                                      </p:cBhvr>
                                      <p:tavLst>
                                        <p:tav tm="0">
                                          <p:val>
                                            <p:strVal val="#ppt_h"/>
                                          </p:val>
                                        </p:tav>
                                        <p:tav tm="100000">
                                          <p:val>
                                            <p:strVal val="#ppt_h"/>
                                          </p:val>
                                        </p:tav>
                                      </p:tavLst>
                                    </p:anim>
                                    <p:anim calcmode="lin" valueType="num">
                                      <p:cBhvr>
                                        <p:cTn id="83" dur="500" decel="50000" fill="hold">
                                          <p:stCondLst>
                                            <p:cond delay="0"/>
                                          </p:stCondLst>
                                        </p:cTn>
                                        <p:tgtEl>
                                          <p:spTgt spid="74"/>
                                        </p:tgtEl>
                                        <p:attrNameLst>
                                          <p:attrName>ppt_x</p:attrName>
                                        </p:attrNameLst>
                                      </p:cBhvr>
                                      <p:tavLst>
                                        <p:tav tm="0">
                                          <p:val>
                                            <p:strVal val="#ppt_x+.4"/>
                                          </p:val>
                                        </p:tav>
                                        <p:tav tm="100000">
                                          <p:val>
                                            <p:strVal val="#ppt_x"/>
                                          </p:val>
                                        </p:tav>
                                      </p:tavLst>
                                    </p:anim>
                                    <p:anim calcmode="lin" valueType="num">
                                      <p:cBhvr>
                                        <p:cTn id="84" dur="500" decel="50000" fill="hold">
                                          <p:stCondLst>
                                            <p:cond delay="0"/>
                                          </p:stCondLst>
                                        </p:cTn>
                                        <p:tgtEl>
                                          <p:spTgt spid="74"/>
                                        </p:tgtEl>
                                        <p:attrNameLst>
                                          <p:attrName>ppt_y</p:attrName>
                                        </p:attrNameLst>
                                      </p:cBhvr>
                                      <p:tavLst>
                                        <p:tav tm="0">
                                          <p:val>
                                            <p:strVal val="#ppt_y-.2"/>
                                          </p:val>
                                        </p:tav>
                                        <p:tav tm="100000">
                                          <p:val>
                                            <p:strVal val="#ppt_y+.1"/>
                                          </p:val>
                                        </p:tav>
                                      </p:tavLst>
                                    </p:anim>
                                    <p:anim calcmode="lin" valueType="num">
                                      <p:cBhvr>
                                        <p:cTn id="85" dur="500" accel="50000" fill="hold">
                                          <p:stCondLst>
                                            <p:cond delay="500"/>
                                          </p:stCondLst>
                                        </p:cTn>
                                        <p:tgtEl>
                                          <p:spTgt spid="74"/>
                                        </p:tgtEl>
                                        <p:attrNameLst>
                                          <p:attrName>ppt_y</p:attrName>
                                        </p:attrNameLst>
                                      </p:cBhvr>
                                      <p:tavLst>
                                        <p:tav tm="0">
                                          <p:val>
                                            <p:strVal val="#ppt_y+.1"/>
                                          </p:val>
                                        </p:tav>
                                        <p:tav tm="100000">
                                          <p:val>
                                            <p:strVal val="#ppt_y"/>
                                          </p:val>
                                        </p:tav>
                                      </p:tavLst>
                                    </p:anim>
                                    <p:animEffect transition="in" filter="fade">
                                      <p:cBhvr>
                                        <p:cTn id="86" dur="1000" decel="50000">
                                          <p:stCondLst>
                                            <p:cond delay="0"/>
                                          </p:stCondLst>
                                        </p:cTn>
                                        <p:tgtEl>
                                          <p:spTgt spid="74"/>
                                        </p:tgtEl>
                                      </p:cBhvr>
                                    </p:animEffect>
                                  </p:childTnLst>
                                </p:cTn>
                              </p:par>
                              <p:par>
                                <p:cTn id="87" presetID="25" presetClass="entr" presetSubtype="0" fill="hold" grpId="0" nodeType="withEffect">
                                  <p:stCondLst>
                                    <p:cond delay="0"/>
                                  </p:stCondLst>
                                  <p:childTnLst>
                                    <p:set>
                                      <p:cBhvr>
                                        <p:cTn id="88" dur="1" fill="hold">
                                          <p:stCondLst>
                                            <p:cond delay="0"/>
                                          </p:stCondLst>
                                        </p:cTn>
                                        <p:tgtEl>
                                          <p:spTgt spid="75"/>
                                        </p:tgtEl>
                                        <p:attrNameLst>
                                          <p:attrName>style.visibility</p:attrName>
                                        </p:attrNameLst>
                                      </p:cBhvr>
                                      <p:to>
                                        <p:strVal val="visible"/>
                                      </p:to>
                                    </p:set>
                                    <p:anim calcmode="lin" valueType="num">
                                      <p:cBhvr>
                                        <p:cTn id="89" dur="500" decel="50000" fill="hold">
                                          <p:stCondLst>
                                            <p:cond delay="0"/>
                                          </p:stCondLst>
                                        </p:cTn>
                                        <p:tgtEl>
                                          <p:spTgt spid="75"/>
                                        </p:tgtEl>
                                        <p:attrNameLst>
                                          <p:attrName>style.rotation</p:attrName>
                                        </p:attrNameLst>
                                      </p:cBhvr>
                                      <p:tavLst>
                                        <p:tav tm="0">
                                          <p:val>
                                            <p:fltVal val="-90"/>
                                          </p:val>
                                        </p:tav>
                                        <p:tav tm="100000">
                                          <p:val>
                                            <p:fltVal val="0"/>
                                          </p:val>
                                        </p:tav>
                                      </p:tavLst>
                                    </p:anim>
                                    <p:anim calcmode="lin" valueType="num">
                                      <p:cBhvr>
                                        <p:cTn id="90" dur="500" decel="50000" fill="hold">
                                          <p:stCondLst>
                                            <p:cond delay="0"/>
                                          </p:stCondLst>
                                        </p:cTn>
                                        <p:tgtEl>
                                          <p:spTgt spid="75"/>
                                        </p:tgtEl>
                                        <p:attrNameLst>
                                          <p:attrName>ppt_w</p:attrName>
                                        </p:attrNameLst>
                                      </p:cBhvr>
                                      <p:tavLst>
                                        <p:tav tm="0">
                                          <p:val>
                                            <p:strVal val="#ppt_w"/>
                                          </p:val>
                                        </p:tav>
                                        <p:tav tm="100000">
                                          <p:val>
                                            <p:strVal val="#ppt_w*.05"/>
                                          </p:val>
                                        </p:tav>
                                      </p:tavLst>
                                    </p:anim>
                                    <p:anim calcmode="lin" valueType="num">
                                      <p:cBhvr>
                                        <p:cTn id="91" dur="500" accel="50000" fill="hold">
                                          <p:stCondLst>
                                            <p:cond delay="500"/>
                                          </p:stCondLst>
                                        </p:cTn>
                                        <p:tgtEl>
                                          <p:spTgt spid="75"/>
                                        </p:tgtEl>
                                        <p:attrNameLst>
                                          <p:attrName>ppt_w</p:attrName>
                                        </p:attrNameLst>
                                      </p:cBhvr>
                                      <p:tavLst>
                                        <p:tav tm="0">
                                          <p:val>
                                            <p:strVal val="#ppt_w*.05"/>
                                          </p:val>
                                        </p:tav>
                                        <p:tav tm="100000">
                                          <p:val>
                                            <p:strVal val="#ppt_w"/>
                                          </p:val>
                                        </p:tav>
                                      </p:tavLst>
                                    </p:anim>
                                    <p:anim calcmode="lin" valueType="num">
                                      <p:cBhvr>
                                        <p:cTn id="92" dur="1000" fill="hold"/>
                                        <p:tgtEl>
                                          <p:spTgt spid="75"/>
                                        </p:tgtEl>
                                        <p:attrNameLst>
                                          <p:attrName>ppt_h</p:attrName>
                                        </p:attrNameLst>
                                      </p:cBhvr>
                                      <p:tavLst>
                                        <p:tav tm="0">
                                          <p:val>
                                            <p:strVal val="#ppt_h"/>
                                          </p:val>
                                        </p:tav>
                                        <p:tav tm="100000">
                                          <p:val>
                                            <p:strVal val="#ppt_h"/>
                                          </p:val>
                                        </p:tav>
                                      </p:tavLst>
                                    </p:anim>
                                    <p:anim calcmode="lin" valueType="num">
                                      <p:cBhvr>
                                        <p:cTn id="93" dur="500" decel="50000" fill="hold">
                                          <p:stCondLst>
                                            <p:cond delay="0"/>
                                          </p:stCondLst>
                                        </p:cTn>
                                        <p:tgtEl>
                                          <p:spTgt spid="75"/>
                                        </p:tgtEl>
                                        <p:attrNameLst>
                                          <p:attrName>ppt_x</p:attrName>
                                        </p:attrNameLst>
                                      </p:cBhvr>
                                      <p:tavLst>
                                        <p:tav tm="0">
                                          <p:val>
                                            <p:strVal val="#ppt_x+.4"/>
                                          </p:val>
                                        </p:tav>
                                        <p:tav tm="100000">
                                          <p:val>
                                            <p:strVal val="#ppt_x"/>
                                          </p:val>
                                        </p:tav>
                                      </p:tavLst>
                                    </p:anim>
                                    <p:anim calcmode="lin" valueType="num">
                                      <p:cBhvr>
                                        <p:cTn id="94" dur="500" decel="50000" fill="hold">
                                          <p:stCondLst>
                                            <p:cond delay="0"/>
                                          </p:stCondLst>
                                        </p:cTn>
                                        <p:tgtEl>
                                          <p:spTgt spid="75"/>
                                        </p:tgtEl>
                                        <p:attrNameLst>
                                          <p:attrName>ppt_y</p:attrName>
                                        </p:attrNameLst>
                                      </p:cBhvr>
                                      <p:tavLst>
                                        <p:tav tm="0">
                                          <p:val>
                                            <p:strVal val="#ppt_y-.2"/>
                                          </p:val>
                                        </p:tav>
                                        <p:tav tm="100000">
                                          <p:val>
                                            <p:strVal val="#ppt_y+.1"/>
                                          </p:val>
                                        </p:tav>
                                      </p:tavLst>
                                    </p:anim>
                                    <p:anim calcmode="lin" valueType="num">
                                      <p:cBhvr>
                                        <p:cTn id="95" dur="500" accel="50000" fill="hold">
                                          <p:stCondLst>
                                            <p:cond delay="500"/>
                                          </p:stCondLst>
                                        </p:cTn>
                                        <p:tgtEl>
                                          <p:spTgt spid="75"/>
                                        </p:tgtEl>
                                        <p:attrNameLst>
                                          <p:attrName>ppt_y</p:attrName>
                                        </p:attrNameLst>
                                      </p:cBhvr>
                                      <p:tavLst>
                                        <p:tav tm="0">
                                          <p:val>
                                            <p:strVal val="#ppt_y+.1"/>
                                          </p:val>
                                        </p:tav>
                                        <p:tav tm="100000">
                                          <p:val>
                                            <p:strVal val="#ppt_y"/>
                                          </p:val>
                                        </p:tav>
                                      </p:tavLst>
                                    </p:anim>
                                    <p:animEffect transition="in" filter="fade">
                                      <p:cBhvr>
                                        <p:cTn id="96" dur="1000" decel="50000">
                                          <p:stCondLst>
                                            <p:cond delay="0"/>
                                          </p:stCondLst>
                                        </p:cTn>
                                        <p:tgtEl>
                                          <p:spTgt spid="75"/>
                                        </p:tgtEl>
                                      </p:cBhvr>
                                    </p:animEffect>
                                  </p:childTnLst>
                                </p:cTn>
                              </p:par>
                              <p:par>
                                <p:cTn id="97" presetID="25" presetClass="entr" presetSubtype="0" fill="hold" grpId="0" nodeType="withEffect">
                                  <p:stCondLst>
                                    <p:cond delay="0"/>
                                  </p:stCondLst>
                                  <p:childTnLst>
                                    <p:set>
                                      <p:cBhvr>
                                        <p:cTn id="98" dur="1" fill="hold">
                                          <p:stCondLst>
                                            <p:cond delay="0"/>
                                          </p:stCondLst>
                                        </p:cTn>
                                        <p:tgtEl>
                                          <p:spTgt spid="78"/>
                                        </p:tgtEl>
                                        <p:attrNameLst>
                                          <p:attrName>style.visibility</p:attrName>
                                        </p:attrNameLst>
                                      </p:cBhvr>
                                      <p:to>
                                        <p:strVal val="visible"/>
                                      </p:to>
                                    </p:set>
                                    <p:anim calcmode="lin" valueType="num">
                                      <p:cBhvr>
                                        <p:cTn id="99" dur="500" decel="50000" fill="hold">
                                          <p:stCondLst>
                                            <p:cond delay="0"/>
                                          </p:stCondLst>
                                        </p:cTn>
                                        <p:tgtEl>
                                          <p:spTgt spid="78"/>
                                        </p:tgtEl>
                                        <p:attrNameLst>
                                          <p:attrName>style.rotation</p:attrName>
                                        </p:attrNameLst>
                                      </p:cBhvr>
                                      <p:tavLst>
                                        <p:tav tm="0">
                                          <p:val>
                                            <p:fltVal val="-90"/>
                                          </p:val>
                                        </p:tav>
                                        <p:tav tm="100000">
                                          <p:val>
                                            <p:fltVal val="0"/>
                                          </p:val>
                                        </p:tav>
                                      </p:tavLst>
                                    </p:anim>
                                    <p:anim calcmode="lin" valueType="num">
                                      <p:cBhvr>
                                        <p:cTn id="100" dur="500" decel="50000" fill="hold">
                                          <p:stCondLst>
                                            <p:cond delay="0"/>
                                          </p:stCondLst>
                                        </p:cTn>
                                        <p:tgtEl>
                                          <p:spTgt spid="78"/>
                                        </p:tgtEl>
                                        <p:attrNameLst>
                                          <p:attrName>ppt_w</p:attrName>
                                        </p:attrNameLst>
                                      </p:cBhvr>
                                      <p:tavLst>
                                        <p:tav tm="0">
                                          <p:val>
                                            <p:strVal val="#ppt_w"/>
                                          </p:val>
                                        </p:tav>
                                        <p:tav tm="100000">
                                          <p:val>
                                            <p:strVal val="#ppt_w*.05"/>
                                          </p:val>
                                        </p:tav>
                                      </p:tavLst>
                                    </p:anim>
                                    <p:anim calcmode="lin" valueType="num">
                                      <p:cBhvr>
                                        <p:cTn id="101" dur="500" accel="50000" fill="hold">
                                          <p:stCondLst>
                                            <p:cond delay="500"/>
                                          </p:stCondLst>
                                        </p:cTn>
                                        <p:tgtEl>
                                          <p:spTgt spid="78"/>
                                        </p:tgtEl>
                                        <p:attrNameLst>
                                          <p:attrName>ppt_w</p:attrName>
                                        </p:attrNameLst>
                                      </p:cBhvr>
                                      <p:tavLst>
                                        <p:tav tm="0">
                                          <p:val>
                                            <p:strVal val="#ppt_w*.05"/>
                                          </p:val>
                                        </p:tav>
                                        <p:tav tm="100000">
                                          <p:val>
                                            <p:strVal val="#ppt_w"/>
                                          </p:val>
                                        </p:tav>
                                      </p:tavLst>
                                    </p:anim>
                                    <p:anim calcmode="lin" valueType="num">
                                      <p:cBhvr>
                                        <p:cTn id="102" dur="1000" fill="hold"/>
                                        <p:tgtEl>
                                          <p:spTgt spid="78"/>
                                        </p:tgtEl>
                                        <p:attrNameLst>
                                          <p:attrName>ppt_h</p:attrName>
                                        </p:attrNameLst>
                                      </p:cBhvr>
                                      <p:tavLst>
                                        <p:tav tm="0">
                                          <p:val>
                                            <p:strVal val="#ppt_h"/>
                                          </p:val>
                                        </p:tav>
                                        <p:tav tm="100000">
                                          <p:val>
                                            <p:strVal val="#ppt_h"/>
                                          </p:val>
                                        </p:tav>
                                      </p:tavLst>
                                    </p:anim>
                                    <p:anim calcmode="lin" valueType="num">
                                      <p:cBhvr>
                                        <p:cTn id="103" dur="500" decel="50000" fill="hold">
                                          <p:stCondLst>
                                            <p:cond delay="0"/>
                                          </p:stCondLst>
                                        </p:cTn>
                                        <p:tgtEl>
                                          <p:spTgt spid="78"/>
                                        </p:tgtEl>
                                        <p:attrNameLst>
                                          <p:attrName>ppt_x</p:attrName>
                                        </p:attrNameLst>
                                      </p:cBhvr>
                                      <p:tavLst>
                                        <p:tav tm="0">
                                          <p:val>
                                            <p:strVal val="#ppt_x+.4"/>
                                          </p:val>
                                        </p:tav>
                                        <p:tav tm="100000">
                                          <p:val>
                                            <p:strVal val="#ppt_x"/>
                                          </p:val>
                                        </p:tav>
                                      </p:tavLst>
                                    </p:anim>
                                    <p:anim calcmode="lin" valueType="num">
                                      <p:cBhvr>
                                        <p:cTn id="104" dur="500" decel="50000" fill="hold">
                                          <p:stCondLst>
                                            <p:cond delay="0"/>
                                          </p:stCondLst>
                                        </p:cTn>
                                        <p:tgtEl>
                                          <p:spTgt spid="78"/>
                                        </p:tgtEl>
                                        <p:attrNameLst>
                                          <p:attrName>ppt_y</p:attrName>
                                        </p:attrNameLst>
                                      </p:cBhvr>
                                      <p:tavLst>
                                        <p:tav tm="0">
                                          <p:val>
                                            <p:strVal val="#ppt_y-.2"/>
                                          </p:val>
                                        </p:tav>
                                        <p:tav tm="100000">
                                          <p:val>
                                            <p:strVal val="#ppt_y+.1"/>
                                          </p:val>
                                        </p:tav>
                                      </p:tavLst>
                                    </p:anim>
                                    <p:anim calcmode="lin" valueType="num">
                                      <p:cBhvr>
                                        <p:cTn id="105" dur="500" accel="50000" fill="hold">
                                          <p:stCondLst>
                                            <p:cond delay="500"/>
                                          </p:stCondLst>
                                        </p:cTn>
                                        <p:tgtEl>
                                          <p:spTgt spid="78"/>
                                        </p:tgtEl>
                                        <p:attrNameLst>
                                          <p:attrName>ppt_y</p:attrName>
                                        </p:attrNameLst>
                                      </p:cBhvr>
                                      <p:tavLst>
                                        <p:tav tm="0">
                                          <p:val>
                                            <p:strVal val="#ppt_y+.1"/>
                                          </p:val>
                                        </p:tav>
                                        <p:tav tm="100000">
                                          <p:val>
                                            <p:strVal val="#ppt_y"/>
                                          </p:val>
                                        </p:tav>
                                      </p:tavLst>
                                    </p:anim>
                                    <p:animEffect transition="in" filter="fade">
                                      <p:cBhvr>
                                        <p:cTn id="106" dur="1000" decel="50000">
                                          <p:stCondLst>
                                            <p:cond delay="0"/>
                                          </p:stCondLst>
                                        </p:cTn>
                                        <p:tgtEl>
                                          <p:spTgt spid="78"/>
                                        </p:tgtEl>
                                      </p:cBhvr>
                                    </p:animEffect>
                                  </p:childTnLst>
                                </p:cTn>
                              </p:par>
                              <p:par>
                                <p:cTn id="107" presetID="25" presetClass="entr" presetSubtype="0" fill="hold" nodeType="withEffect">
                                  <p:stCondLst>
                                    <p:cond delay="0"/>
                                  </p:stCondLst>
                                  <p:childTnLst>
                                    <p:set>
                                      <p:cBhvr>
                                        <p:cTn id="108" dur="1" fill="hold">
                                          <p:stCondLst>
                                            <p:cond delay="0"/>
                                          </p:stCondLst>
                                        </p:cTn>
                                        <p:tgtEl>
                                          <p:spTgt spid="100"/>
                                        </p:tgtEl>
                                        <p:attrNameLst>
                                          <p:attrName>style.visibility</p:attrName>
                                        </p:attrNameLst>
                                      </p:cBhvr>
                                      <p:to>
                                        <p:strVal val="visible"/>
                                      </p:to>
                                    </p:set>
                                    <p:anim calcmode="lin" valueType="num">
                                      <p:cBhvr>
                                        <p:cTn id="109" dur="500" decel="50000" fill="hold">
                                          <p:stCondLst>
                                            <p:cond delay="0"/>
                                          </p:stCondLst>
                                        </p:cTn>
                                        <p:tgtEl>
                                          <p:spTgt spid="100"/>
                                        </p:tgtEl>
                                        <p:attrNameLst>
                                          <p:attrName>style.rotation</p:attrName>
                                        </p:attrNameLst>
                                      </p:cBhvr>
                                      <p:tavLst>
                                        <p:tav tm="0">
                                          <p:val>
                                            <p:fltVal val="-90"/>
                                          </p:val>
                                        </p:tav>
                                        <p:tav tm="100000">
                                          <p:val>
                                            <p:fltVal val="0"/>
                                          </p:val>
                                        </p:tav>
                                      </p:tavLst>
                                    </p:anim>
                                    <p:anim calcmode="lin" valueType="num">
                                      <p:cBhvr>
                                        <p:cTn id="110" dur="500" decel="50000" fill="hold">
                                          <p:stCondLst>
                                            <p:cond delay="0"/>
                                          </p:stCondLst>
                                        </p:cTn>
                                        <p:tgtEl>
                                          <p:spTgt spid="100"/>
                                        </p:tgtEl>
                                        <p:attrNameLst>
                                          <p:attrName>ppt_w</p:attrName>
                                        </p:attrNameLst>
                                      </p:cBhvr>
                                      <p:tavLst>
                                        <p:tav tm="0">
                                          <p:val>
                                            <p:strVal val="#ppt_w"/>
                                          </p:val>
                                        </p:tav>
                                        <p:tav tm="100000">
                                          <p:val>
                                            <p:strVal val="#ppt_w*.05"/>
                                          </p:val>
                                        </p:tav>
                                      </p:tavLst>
                                    </p:anim>
                                    <p:anim calcmode="lin" valueType="num">
                                      <p:cBhvr>
                                        <p:cTn id="111" dur="500" accel="50000" fill="hold">
                                          <p:stCondLst>
                                            <p:cond delay="500"/>
                                          </p:stCondLst>
                                        </p:cTn>
                                        <p:tgtEl>
                                          <p:spTgt spid="100"/>
                                        </p:tgtEl>
                                        <p:attrNameLst>
                                          <p:attrName>ppt_w</p:attrName>
                                        </p:attrNameLst>
                                      </p:cBhvr>
                                      <p:tavLst>
                                        <p:tav tm="0">
                                          <p:val>
                                            <p:strVal val="#ppt_w*.05"/>
                                          </p:val>
                                        </p:tav>
                                        <p:tav tm="100000">
                                          <p:val>
                                            <p:strVal val="#ppt_w"/>
                                          </p:val>
                                        </p:tav>
                                      </p:tavLst>
                                    </p:anim>
                                    <p:anim calcmode="lin" valueType="num">
                                      <p:cBhvr>
                                        <p:cTn id="112" dur="1000" fill="hold"/>
                                        <p:tgtEl>
                                          <p:spTgt spid="100"/>
                                        </p:tgtEl>
                                        <p:attrNameLst>
                                          <p:attrName>ppt_h</p:attrName>
                                        </p:attrNameLst>
                                      </p:cBhvr>
                                      <p:tavLst>
                                        <p:tav tm="0">
                                          <p:val>
                                            <p:strVal val="#ppt_h"/>
                                          </p:val>
                                        </p:tav>
                                        <p:tav tm="100000">
                                          <p:val>
                                            <p:strVal val="#ppt_h"/>
                                          </p:val>
                                        </p:tav>
                                      </p:tavLst>
                                    </p:anim>
                                    <p:anim calcmode="lin" valueType="num">
                                      <p:cBhvr>
                                        <p:cTn id="113" dur="500" decel="50000" fill="hold">
                                          <p:stCondLst>
                                            <p:cond delay="0"/>
                                          </p:stCondLst>
                                        </p:cTn>
                                        <p:tgtEl>
                                          <p:spTgt spid="100"/>
                                        </p:tgtEl>
                                        <p:attrNameLst>
                                          <p:attrName>ppt_x</p:attrName>
                                        </p:attrNameLst>
                                      </p:cBhvr>
                                      <p:tavLst>
                                        <p:tav tm="0">
                                          <p:val>
                                            <p:strVal val="#ppt_x+.4"/>
                                          </p:val>
                                        </p:tav>
                                        <p:tav tm="100000">
                                          <p:val>
                                            <p:strVal val="#ppt_x"/>
                                          </p:val>
                                        </p:tav>
                                      </p:tavLst>
                                    </p:anim>
                                    <p:anim calcmode="lin" valueType="num">
                                      <p:cBhvr>
                                        <p:cTn id="114" dur="500" decel="50000" fill="hold">
                                          <p:stCondLst>
                                            <p:cond delay="0"/>
                                          </p:stCondLst>
                                        </p:cTn>
                                        <p:tgtEl>
                                          <p:spTgt spid="100"/>
                                        </p:tgtEl>
                                        <p:attrNameLst>
                                          <p:attrName>ppt_y</p:attrName>
                                        </p:attrNameLst>
                                      </p:cBhvr>
                                      <p:tavLst>
                                        <p:tav tm="0">
                                          <p:val>
                                            <p:strVal val="#ppt_y-.2"/>
                                          </p:val>
                                        </p:tav>
                                        <p:tav tm="100000">
                                          <p:val>
                                            <p:strVal val="#ppt_y+.1"/>
                                          </p:val>
                                        </p:tav>
                                      </p:tavLst>
                                    </p:anim>
                                    <p:anim calcmode="lin" valueType="num">
                                      <p:cBhvr>
                                        <p:cTn id="115" dur="500" accel="50000" fill="hold">
                                          <p:stCondLst>
                                            <p:cond delay="500"/>
                                          </p:stCondLst>
                                        </p:cTn>
                                        <p:tgtEl>
                                          <p:spTgt spid="100"/>
                                        </p:tgtEl>
                                        <p:attrNameLst>
                                          <p:attrName>ppt_y</p:attrName>
                                        </p:attrNameLst>
                                      </p:cBhvr>
                                      <p:tavLst>
                                        <p:tav tm="0">
                                          <p:val>
                                            <p:strVal val="#ppt_y+.1"/>
                                          </p:val>
                                        </p:tav>
                                        <p:tav tm="100000">
                                          <p:val>
                                            <p:strVal val="#ppt_y"/>
                                          </p:val>
                                        </p:tav>
                                      </p:tavLst>
                                    </p:anim>
                                    <p:animEffect transition="in" filter="fade">
                                      <p:cBhvr>
                                        <p:cTn id="116" dur="1000" decel="50000">
                                          <p:stCondLst>
                                            <p:cond delay="0"/>
                                          </p:stCondLst>
                                        </p:cTn>
                                        <p:tgtEl>
                                          <p:spTgt spid="100"/>
                                        </p:tgtEl>
                                      </p:cBhvr>
                                    </p:animEffect>
                                  </p:childTnLst>
                                </p:cTn>
                              </p:par>
                              <p:par>
                                <p:cTn id="117" presetID="25" presetClass="entr" presetSubtype="0" fill="hold" nodeType="withEffect">
                                  <p:stCondLst>
                                    <p:cond delay="0"/>
                                  </p:stCondLst>
                                  <p:childTnLst>
                                    <p:set>
                                      <p:cBhvr>
                                        <p:cTn id="118" dur="1" fill="hold">
                                          <p:stCondLst>
                                            <p:cond delay="0"/>
                                          </p:stCondLst>
                                        </p:cTn>
                                        <p:tgtEl>
                                          <p:spTgt spid="101"/>
                                        </p:tgtEl>
                                        <p:attrNameLst>
                                          <p:attrName>style.visibility</p:attrName>
                                        </p:attrNameLst>
                                      </p:cBhvr>
                                      <p:to>
                                        <p:strVal val="visible"/>
                                      </p:to>
                                    </p:set>
                                    <p:anim calcmode="lin" valueType="num">
                                      <p:cBhvr>
                                        <p:cTn id="119" dur="500" decel="50000" fill="hold">
                                          <p:stCondLst>
                                            <p:cond delay="0"/>
                                          </p:stCondLst>
                                        </p:cTn>
                                        <p:tgtEl>
                                          <p:spTgt spid="101"/>
                                        </p:tgtEl>
                                        <p:attrNameLst>
                                          <p:attrName>style.rotation</p:attrName>
                                        </p:attrNameLst>
                                      </p:cBhvr>
                                      <p:tavLst>
                                        <p:tav tm="0">
                                          <p:val>
                                            <p:fltVal val="-90"/>
                                          </p:val>
                                        </p:tav>
                                        <p:tav tm="100000">
                                          <p:val>
                                            <p:fltVal val="0"/>
                                          </p:val>
                                        </p:tav>
                                      </p:tavLst>
                                    </p:anim>
                                    <p:anim calcmode="lin" valueType="num">
                                      <p:cBhvr>
                                        <p:cTn id="120" dur="500" decel="50000" fill="hold">
                                          <p:stCondLst>
                                            <p:cond delay="0"/>
                                          </p:stCondLst>
                                        </p:cTn>
                                        <p:tgtEl>
                                          <p:spTgt spid="101"/>
                                        </p:tgtEl>
                                        <p:attrNameLst>
                                          <p:attrName>ppt_w</p:attrName>
                                        </p:attrNameLst>
                                      </p:cBhvr>
                                      <p:tavLst>
                                        <p:tav tm="0">
                                          <p:val>
                                            <p:strVal val="#ppt_w"/>
                                          </p:val>
                                        </p:tav>
                                        <p:tav tm="100000">
                                          <p:val>
                                            <p:strVal val="#ppt_w*.05"/>
                                          </p:val>
                                        </p:tav>
                                      </p:tavLst>
                                    </p:anim>
                                    <p:anim calcmode="lin" valueType="num">
                                      <p:cBhvr>
                                        <p:cTn id="121" dur="500" accel="50000" fill="hold">
                                          <p:stCondLst>
                                            <p:cond delay="500"/>
                                          </p:stCondLst>
                                        </p:cTn>
                                        <p:tgtEl>
                                          <p:spTgt spid="101"/>
                                        </p:tgtEl>
                                        <p:attrNameLst>
                                          <p:attrName>ppt_w</p:attrName>
                                        </p:attrNameLst>
                                      </p:cBhvr>
                                      <p:tavLst>
                                        <p:tav tm="0">
                                          <p:val>
                                            <p:strVal val="#ppt_w*.05"/>
                                          </p:val>
                                        </p:tav>
                                        <p:tav tm="100000">
                                          <p:val>
                                            <p:strVal val="#ppt_w"/>
                                          </p:val>
                                        </p:tav>
                                      </p:tavLst>
                                    </p:anim>
                                    <p:anim calcmode="lin" valueType="num">
                                      <p:cBhvr>
                                        <p:cTn id="122" dur="1000" fill="hold"/>
                                        <p:tgtEl>
                                          <p:spTgt spid="101"/>
                                        </p:tgtEl>
                                        <p:attrNameLst>
                                          <p:attrName>ppt_h</p:attrName>
                                        </p:attrNameLst>
                                      </p:cBhvr>
                                      <p:tavLst>
                                        <p:tav tm="0">
                                          <p:val>
                                            <p:strVal val="#ppt_h"/>
                                          </p:val>
                                        </p:tav>
                                        <p:tav tm="100000">
                                          <p:val>
                                            <p:strVal val="#ppt_h"/>
                                          </p:val>
                                        </p:tav>
                                      </p:tavLst>
                                    </p:anim>
                                    <p:anim calcmode="lin" valueType="num">
                                      <p:cBhvr>
                                        <p:cTn id="123" dur="500" decel="50000" fill="hold">
                                          <p:stCondLst>
                                            <p:cond delay="0"/>
                                          </p:stCondLst>
                                        </p:cTn>
                                        <p:tgtEl>
                                          <p:spTgt spid="101"/>
                                        </p:tgtEl>
                                        <p:attrNameLst>
                                          <p:attrName>ppt_x</p:attrName>
                                        </p:attrNameLst>
                                      </p:cBhvr>
                                      <p:tavLst>
                                        <p:tav tm="0">
                                          <p:val>
                                            <p:strVal val="#ppt_x+.4"/>
                                          </p:val>
                                        </p:tav>
                                        <p:tav tm="100000">
                                          <p:val>
                                            <p:strVal val="#ppt_x"/>
                                          </p:val>
                                        </p:tav>
                                      </p:tavLst>
                                    </p:anim>
                                    <p:anim calcmode="lin" valueType="num">
                                      <p:cBhvr>
                                        <p:cTn id="124" dur="500" decel="50000" fill="hold">
                                          <p:stCondLst>
                                            <p:cond delay="0"/>
                                          </p:stCondLst>
                                        </p:cTn>
                                        <p:tgtEl>
                                          <p:spTgt spid="101"/>
                                        </p:tgtEl>
                                        <p:attrNameLst>
                                          <p:attrName>ppt_y</p:attrName>
                                        </p:attrNameLst>
                                      </p:cBhvr>
                                      <p:tavLst>
                                        <p:tav tm="0">
                                          <p:val>
                                            <p:strVal val="#ppt_y-.2"/>
                                          </p:val>
                                        </p:tav>
                                        <p:tav tm="100000">
                                          <p:val>
                                            <p:strVal val="#ppt_y+.1"/>
                                          </p:val>
                                        </p:tav>
                                      </p:tavLst>
                                    </p:anim>
                                    <p:anim calcmode="lin" valueType="num">
                                      <p:cBhvr>
                                        <p:cTn id="125" dur="500" accel="50000" fill="hold">
                                          <p:stCondLst>
                                            <p:cond delay="500"/>
                                          </p:stCondLst>
                                        </p:cTn>
                                        <p:tgtEl>
                                          <p:spTgt spid="101"/>
                                        </p:tgtEl>
                                        <p:attrNameLst>
                                          <p:attrName>ppt_y</p:attrName>
                                        </p:attrNameLst>
                                      </p:cBhvr>
                                      <p:tavLst>
                                        <p:tav tm="0">
                                          <p:val>
                                            <p:strVal val="#ppt_y+.1"/>
                                          </p:val>
                                        </p:tav>
                                        <p:tav tm="100000">
                                          <p:val>
                                            <p:strVal val="#ppt_y"/>
                                          </p:val>
                                        </p:tav>
                                      </p:tavLst>
                                    </p:anim>
                                    <p:animEffect transition="in" filter="fade">
                                      <p:cBhvr>
                                        <p:cTn id="126" dur="1000" decel="50000">
                                          <p:stCondLst>
                                            <p:cond delay="0"/>
                                          </p:stCondLst>
                                        </p:cTn>
                                        <p:tgtEl>
                                          <p:spTgt spid="101"/>
                                        </p:tgtEl>
                                      </p:cBhvr>
                                    </p:animEffect>
                                  </p:childTnLst>
                                </p:cTn>
                              </p:par>
                              <p:par>
                                <p:cTn id="127" presetID="25" presetClass="entr" presetSubtype="0" fill="hold" nodeType="withEffect">
                                  <p:stCondLst>
                                    <p:cond delay="0"/>
                                  </p:stCondLst>
                                  <p:childTnLst>
                                    <p:set>
                                      <p:cBhvr>
                                        <p:cTn id="128" dur="1" fill="hold">
                                          <p:stCondLst>
                                            <p:cond delay="0"/>
                                          </p:stCondLst>
                                        </p:cTn>
                                        <p:tgtEl>
                                          <p:spTgt spid="102"/>
                                        </p:tgtEl>
                                        <p:attrNameLst>
                                          <p:attrName>style.visibility</p:attrName>
                                        </p:attrNameLst>
                                      </p:cBhvr>
                                      <p:to>
                                        <p:strVal val="visible"/>
                                      </p:to>
                                    </p:set>
                                    <p:anim calcmode="lin" valueType="num">
                                      <p:cBhvr>
                                        <p:cTn id="129" dur="500" decel="50000" fill="hold">
                                          <p:stCondLst>
                                            <p:cond delay="0"/>
                                          </p:stCondLst>
                                        </p:cTn>
                                        <p:tgtEl>
                                          <p:spTgt spid="102"/>
                                        </p:tgtEl>
                                        <p:attrNameLst>
                                          <p:attrName>style.rotation</p:attrName>
                                        </p:attrNameLst>
                                      </p:cBhvr>
                                      <p:tavLst>
                                        <p:tav tm="0">
                                          <p:val>
                                            <p:fltVal val="-90"/>
                                          </p:val>
                                        </p:tav>
                                        <p:tav tm="100000">
                                          <p:val>
                                            <p:fltVal val="0"/>
                                          </p:val>
                                        </p:tav>
                                      </p:tavLst>
                                    </p:anim>
                                    <p:anim calcmode="lin" valueType="num">
                                      <p:cBhvr>
                                        <p:cTn id="130" dur="500" decel="50000" fill="hold">
                                          <p:stCondLst>
                                            <p:cond delay="0"/>
                                          </p:stCondLst>
                                        </p:cTn>
                                        <p:tgtEl>
                                          <p:spTgt spid="102"/>
                                        </p:tgtEl>
                                        <p:attrNameLst>
                                          <p:attrName>ppt_w</p:attrName>
                                        </p:attrNameLst>
                                      </p:cBhvr>
                                      <p:tavLst>
                                        <p:tav tm="0">
                                          <p:val>
                                            <p:strVal val="#ppt_w"/>
                                          </p:val>
                                        </p:tav>
                                        <p:tav tm="100000">
                                          <p:val>
                                            <p:strVal val="#ppt_w*.05"/>
                                          </p:val>
                                        </p:tav>
                                      </p:tavLst>
                                    </p:anim>
                                    <p:anim calcmode="lin" valueType="num">
                                      <p:cBhvr>
                                        <p:cTn id="131" dur="500" accel="50000" fill="hold">
                                          <p:stCondLst>
                                            <p:cond delay="500"/>
                                          </p:stCondLst>
                                        </p:cTn>
                                        <p:tgtEl>
                                          <p:spTgt spid="102"/>
                                        </p:tgtEl>
                                        <p:attrNameLst>
                                          <p:attrName>ppt_w</p:attrName>
                                        </p:attrNameLst>
                                      </p:cBhvr>
                                      <p:tavLst>
                                        <p:tav tm="0">
                                          <p:val>
                                            <p:strVal val="#ppt_w*.05"/>
                                          </p:val>
                                        </p:tav>
                                        <p:tav tm="100000">
                                          <p:val>
                                            <p:strVal val="#ppt_w"/>
                                          </p:val>
                                        </p:tav>
                                      </p:tavLst>
                                    </p:anim>
                                    <p:anim calcmode="lin" valueType="num">
                                      <p:cBhvr>
                                        <p:cTn id="132" dur="1000" fill="hold"/>
                                        <p:tgtEl>
                                          <p:spTgt spid="102"/>
                                        </p:tgtEl>
                                        <p:attrNameLst>
                                          <p:attrName>ppt_h</p:attrName>
                                        </p:attrNameLst>
                                      </p:cBhvr>
                                      <p:tavLst>
                                        <p:tav tm="0">
                                          <p:val>
                                            <p:strVal val="#ppt_h"/>
                                          </p:val>
                                        </p:tav>
                                        <p:tav tm="100000">
                                          <p:val>
                                            <p:strVal val="#ppt_h"/>
                                          </p:val>
                                        </p:tav>
                                      </p:tavLst>
                                    </p:anim>
                                    <p:anim calcmode="lin" valueType="num">
                                      <p:cBhvr>
                                        <p:cTn id="133" dur="500" decel="50000" fill="hold">
                                          <p:stCondLst>
                                            <p:cond delay="0"/>
                                          </p:stCondLst>
                                        </p:cTn>
                                        <p:tgtEl>
                                          <p:spTgt spid="102"/>
                                        </p:tgtEl>
                                        <p:attrNameLst>
                                          <p:attrName>ppt_x</p:attrName>
                                        </p:attrNameLst>
                                      </p:cBhvr>
                                      <p:tavLst>
                                        <p:tav tm="0">
                                          <p:val>
                                            <p:strVal val="#ppt_x+.4"/>
                                          </p:val>
                                        </p:tav>
                                        <p:tav tm="100000">
                                          <p:val>
                                            <p:strVal val="#ppt_x"/>
                                          </p:val>
                                        </p:tav>
                                      </p:tavLst>
                                    </p:anim>
                                    <p:anim calcmode="lin" valueType="num">
                                      <p:cBhvr>
                                        <p:cTn id="134" dur="500" decel="50000" fill="hold">
                                          <p:stCondLst>
                                            <p:cond delay="0"/>
                                          </p:stCondLst>
                                        </p:cTn>
                                        <p:tgtEl>
                                          <p:spTgt spid="102"/>
                                        </p:tgtEl>
                                        <p:attrNameLst>
                                          <p:attrName>ppt_y</p:attrName>
                                        </p:attrNameLst>
                                      </p:cBhvr>
                                      <p:tavLst>
                                        <p:tav tm="0">
                                          <p:val>
                                            <p:strVal val="#ppt_y-.2"/>
                                          </p:val>
                                        </p:tav>
                                        <p:tav tm="100000">
                                          <p:val>
                                            <p:strVal val="#ppt_y+.1"/>
                                          </p:val>
                                        </p:tav>
                                      </p:tavLst>
                                    </p:anim>
                                    <p:anim calcmode="lin" valueType="num">
                                      <p:cBhvr>
                                        <p:cTn id="135" dur="500" accel="50000" fill="hold">
                                          <p:stCondLst>
                                            <p:cond delay="500"/>
                                          </p:stCondLst>
                                        </p:cTn>
                                        <p:tgtEl>
                                          <p:spTgt spid="102"/>
                                        </p:tgtEl>
                                        <p:attrNameLst>
                                          <p:attrName>ppt_y</p:attrName>
                                        </p:attrNameLst>
                                      </p:cBhvr>
                                      <p:tavLst>
                                        <p:tav tm="0">
                                          <p:val>
                                            <p:strVal val="#ppt_y+.1"/>
                                          </p:val>
                                        </p:tav>
                                        <p:tav tm="100000">
                                          <p:val>
                                            <p:strVal val="#ppt_y"/>
                                          </p:val>
                                        </p:tav>
                                      </p:tavLst>
                                    </p:anim>
                                    <p:animEffect transition="in" filter="fade">
                                      <p:cBhvr>
                                        <p:cTn id="136" dur="1000" decel="50000">
                                          <p:stCondLst>
                                            <p:cond delay="0"/>
                                          </p:stCondLst>
                                        </p:cTn>
                                        <p:tgtEl>
                                          <p:spTgt spid="102"/>
                                        </p:tgtEl>
                                      </p:cBhvr>
                                    </p:animEffect>
                                  </p:childTnLst>
                                </p:cTn>
                              </p:par>
                              <p:par>
                                <p:cTn id="137" presetID="25" presetClass="entr" presetSubtype="0" fill="hold" nodeType="withEffect">
                                  <p:stCondLst>
                                    <p:cond delay="0"/>
                                  </p:stCondLst>
                                  <p:childTnLst>
                                    <p:set>
                                      <p:cBhvr>
                                        <p:cTn id="138" dur="1" fill="hold">
                                          <p:stCondLst>
                                            <p:cond delay="0"/>
                                          </p:stCondLst>
                                        </p:cTn>
                                        <p:tgtEl>
                                          <p:spTgt spid="103"/>
                                        </p:tgtEl>
                                        <p:attrNameLst>
                                          <p:attrName>style.visibility</p:attrName>
                                        </p:attrNameLst>
                                      </p:cBhvr>
                                      <p:to>
                                        <p:strVal val="visible"/>
                                      </p:to>
                                    </p:set>
                                    <p:anim calcmode="lin" valueType="num">
                                      <p:cBhvr>
                                        <p:cTn id="139" dur="500" decel="50000" fill="hold">
                                          <p:stCondLst>
                                            <p:cond delay="0"/>
                                          </p:stCondLst>
                                        </p:cTn>
                                        <p:tgtEl>
                                          <p:spTgt spid="103"/>
                                        </p:tgtEl>
                                        <p:attrNameLst>
                                          <p:attrName>style.rotation</p:attrName>
                                        </p:attrNameLst>
                                      </p:cBhvr>
                                      <p:tavLst>
                                        <p:tav tm="0">
                                          <p:val>
                                            <p:fltVal val="-90"/>
                                          </p:val>
                                        </p:tav>
                                        <p:tav tm="100000">
                                          <p:val>
                                            <p:fltVal val="0"/>
                                          </p:val>
                                        </p:tav>
                                      </p:tavLst>
                                    </p:anim>
                                    <p:anim calcmode="lin" valueType="num">
                                      <p:cBhvr>
                                        <p:cTn id="140" dur="500" decel="50000" fill="hold">
                                          <p:stCondLst>
                                            <p:cond delay="0"/>
                                          </p:stCondLst>
                                        </p:cTn>
                                        <p:tgtEl>
                                          <p:spTgt spid="103"/>
                                        </p:tgtEl>
                                        <p:attrNameLst>
                                          <p:attrName>ppt_w</p:attrName>
                                        </p:attrNameLst>
                                      </p:cBhvr>
                                      <p:tavLst>
                                        <p:tav tm="0">
                                          <p:val>
                                            <p:strVal val="#ppt_w"/>
                                          </p:val>
                                        </p:tav>
                                        <p:tav tm="100000">
                                          <p:val>
                                            <p:strVal val="#ppt_w*.05"/>
                                          </p:val>
                                        </p:tav>
                                      </p:tavLst>
                                    </p:anim>
                                    <p:anim calcmode="lin" valueType="num">
                                      <p:cBhvr>
                                        <p:cTn id="141" dur="500" accel="50000" fill="hold">
                                          <p:stCondLst>
                                            <p:cond delay="500"/>
                                          </p:stCondLst>
                                        </p:cTn>
                                        <p:tgtEl>
                                          <p:spTgt spid="103"/>
                                        </p:tgtEl>
                                        <p:attrNameLst>
                                          <p:attrName>ppt_w</p:attrName>
                                        </p:attrNameLst>
                                      </p:cBhvr>
                                      <p:tavLst>
                                        <p:tav tm="0">
                                          <p:val>
                                            <p:strVal val="#ppt_w*.05"/>
                                          </p:val>
                                        </p:tav>
                                        <p:tav tm="100000">
                                          <p:val>
                                            <p:strVal val="#ppt_w"/>
                                          </p:val>
                                        </p:tav>
                                      </p:tavLst>
                                    </p:anim>
                                    <p:anim calcmode="lin" valueType="num">
                                      <p:cBhvr>
                                        <p:cTn id="142" dur="1000" fill="hold"/>
                                        <p:tgtEl>
                                          <p:spTgt spid="103"/>
                                        </p:tgtEl>
                                        <p:attrNameLst>
                                          <p:attrName>ppt_h</p:attrName>
                                        </p:attrNameLst>
                                      </p:cBhvr>
                                      <p:tavLst>
                                        <p:tav tm="0">
                                          <p:val>
                                            <p:strVal val="#ppt_h"/>
                                          </p:val>
                                        </p:tav>
                                        <p:tav tm="100000">
                                          <p:val>
                                            <p:strVal val="#ppt_h"/>
                                          </p:val>
                                        </p:tav>
                                      </p:tavLst>
                                    </p:anim>
                                    <p:anim calcmode="lin" valueType="num">
                                      <p:cBhvr>
                                        <p:cTn id="143" dur="500" decel="50000" fill="hold">
                                          <p:stCondLst>
                                            <p:cond delay="0"/>
                                          </p:stCondLst>
                                        </p:cTn>
                                        <p:tgtEl>
                                          <p:spTgt spid="103"/>
                                        </p:tgtEl>
                                        <p:attrNameLst>
                                          <p:attrName>ppt_x</p:attrName>
                                        </p:attrNameLst>
                                      </p:cBhvr>
                                      <p:tavLst>
                                        <p:tav tm="0">
                                          <p:val>
                                            <p:strVal val="#ppt_x+.4"/>
                                          </p:val>
                                        </p:tav>
                                        <p:tav tm="100000">
                                          <p:val>
                                            <p:strVal val="#ppt_x"/>
                                          </p:val>
                                        </p:tav>
                                      </p:tavLst>
                                    </p:anim>
                                    <p:anim calcmode="lin" valueType="num">
                                      <p:cBhvr>
                                        <p:cTn id="144" dur="500" decel="50000" fill="hold">
                                          <p:stCondLst>
                                            <p:cond delay="0"/>
                                          </p:stCondLst>
                                        </p:cTn>
                                        <p:tgtEl>
                                          <p:spTgt spid="103"/>
                                        </p:tgtEl>
                                        <p:attrNameLst>
                                          <p:attrName>ppt_y</p:attrName>
                                        </p:attrNameLst>
                                      </p:cBhvr>
                                      <p:tavLst>
                                        <p:tav tm="0">
                                          <p:val>
                                            <p:strVal val="#ppt_y-.2"/>
                                          </p:val>
                                        </p:tav>
                                        <p:tav tm="100000">
                                          <p:val>
                                            <p:strVal val="#ppt_y+.1"/>
                                          </p:val>
                                        </p:tav>
                                      </p:tavLst>
                                    </p:anim>
                                    <p:anim calcmode="lin" valueType="num">
                                      <p:cBhvr>
                                        <p:cTn id="145" dur="500" accel="50000" fill="hold">
                                          <p:stCondLst>
                                            <p:cond delay="500"/>
                                          </p:stCondLst>
                                        </p:cTn>
                                        <p:tgtEl>
                                          <p:spTgt spid="103"/>
                                        </p:tgtEl>
                                        <p:attrNameLst>
                                          <p:attrName>ppt_y</p:attrName>
                                        </p:attrNameLst>
                                      </p:cBhvr>
                                      <p:tavLst>
                                        <p:tav tm="0">
                                          <p:val>
                                            <p:strVal val="#ppt_y+.1"/>
                                          </p:val>
                                        </p:tav>
                                        <p:tav tm="100000">
                                          <p:val>
                                            <p:strVal val="#ppt_y"/>
                                          </p:val>
                                        </p:tav>
                                      </p:tavLst>
                                    </p:anim>
                                    <p:animEffect transition="in" filter="fade">
                                      <p:cBhvr>
                                        <p:cTn id="146" dur="1000" decel="50000">
                                          <p:stCondLst>
                                            <p:cond delay="0"/>
                                          </p:stCondLst>
                                        </p:cTn>
                                        <p:tgtEl>
                                          <p:spTgt spid="103"/>
                                        </p:tgtEl>
                                      </p:cBhvr>
                                    </p:animEffect>
                                  </p:childTnLst>
                                </p:cTn>
                              </p:par>
                              <p:par>
                                <p:cTn id="147" presetID="25" presetClass="entr" presetSubtype="0" fill="hold" nodeType="withEffect">
                                  <p:stCondLst>
                                    <p:cond delay="0"/>
                                  </p:stCondLst>
                                  <p:childTnLst>
                                    <p:set>
                                      <p:cBhvr>
                                        <p:cTn id="148" dur="1" fill="hold">
                                          <p:stCondLst>
                                            <p:cond delay="0"/>
                                          </p:stCondLst>
                                        </p:cTn>
                                        <p:tgtEl>
                                          <p:spTgt spid="104"/>
                                        </p:tgtEl>
                                        <p:attrNameLst>
                                          <p:attrName>style.visibility</p:attrName>
                                        </p:attrNameLst>
                                      </p:cBhvr>
                                      <p:to>
                                        <p:strVal val="visible"/>
                                      </p:to>
                                    </p:set>
                                    <p:anim calcmode="lin" valueType="num">
                                      <p:cBhvr>
                                        <p:cTn id="149" dur="500" decel="50000" fill="hold">
                                          <p:stCondLst>
                                            <p:cond delay="0"/>
                                          </p:stCondLst>
                                        </p:cTn>
                                        <p:tgtEl>
                                          <p:spTgt spid="104"/>
                                        </p:tgtEl>
                                        <p:attrNameLst>
                                          <p:attrName>style.rotation</p:attrName>
                                        </p:attrNameLst>
                                      </p:cBhvr>
                                      <p:tavLst>
                                        <p:tav tm="0">
                                          <p:val>
                                            <p:fltVal val="-90"/>
                                          </p:val>
                                        </p:tav>
                                        <p:tav tm="100000">
                                          <p:val>
                                            <p:fltVal val="0"/>
                                          </p:val>
                                        </p:tav>
                                      </p:tavLst>
                                    </p:anim>
                                    <p:anim calcmode="lin" valueType="num">
                                      <p:cBhvr>
                                        <p:cTn id="150" dur="500" decel="50000" fill="hold">
                                          <p:stCondLst>
                                            <p:cond delay="0"/>
                                          </p:stCondLst>
                                        </p:cTn>
                                        <p:tgtEl>
                                          <p:spTgt spid="104"/>
                                        </p:tgtEl>
                                        <p:attrNameLst>
                                          <p:attrName>ppt_w</p:attrName>
                                        </p:attrNameLst>
                                      </p:cBhvr>
                                      <p:tavLst>
                                        <p:tav tm="0">
                                          <p:val>
                                            <p:strVal val="#ppt_w"/>
                                          </p:val>
                                        </p:tav>
                                        <p:tav tm="100000">
                                          <p:val>
                                            <p:strVal val="#ppt_w*.05"/>
                                          </p:val>
                                        </p:tav>
                                      </p:tavLst>
                                    </p:anim>
                                    <p:anim calcmode="lin" valueType="num">
                                      <p:cBhvr>
                                        <p:cTn id="151" dur="500" accel="50000" fill="hold">
                                          <p:stCondLst>
                                            <p:cond delay="500"/>
                                          </p:stCondLst>
                                        </p:cTn>
                                        <p:tgtEl>
                                          <p:spTgt spid="104"/>
                                        </p:tgtEl>
                                        <p:attrNameLst>
                                          <p:attrName>ppt_w</p:attrName>
                                        </p:attrNameLst>
                                      </p:cBhvr>
                                      <p:tavLst>
                                        <p:tav tm="0">
                                          <p:val>
                                            <p:strVal val="#ppt_w*.05"/>
                                          </p:val>
                                        </p:tav>
                                        <p:tav tm="100000">
                                          <p:val>
                                            <p:strVal val="#ppt_w"/>
                                          </p:val>
                                        </p:tav>
                                      </p:tavLst>
                                    </p:anim>
                                    <p:anim calcmode="lin" valueType="num">
                                      <p:cBhvr>
                                        <p:cTn id="152" dur="1000" fill="hold"/>
                                        <p:tgtEl>
                                          <p:spTgt spid="104"/>
                                        </p:tgtEl>
                                        <p:attrNameLst>
                                          <p:attrName>ppt_h</p:attrName>
                                        </p:attrNameLst>
                                      </p:cBhvr>
                                      <p:tavLst>
                                        <p:tav tm="0">
                                          <p:val>
                                            <p:strVal val="#ppt_h"/>
                                          </p:val>
                                        </p:tav>
                                        <p:tav tm="100000">
                                          <p:val>
                                            <p:strVal val="#ppt_h"/>
                                          </p:val>
                                        </p:tav>
                                      </p:tavLst>
                                    </p:anim>
                                    <p:anim calcmode="lin" valueType="num">
                                      <p:cBhvr>
                                        <p:cTn id="153" dur="500" decel="50000" fill="hold">
                                          <p:stCondLst>
                                            <p:cond delay="0"/>
                                          </p:stCondLst>
                                        </p:cTn>
                                        <p:tgtEl>
                                          <p:spTgt spid="104"/>
                                        </p:tgtEl>
                                        <p:attrNameLst>
                                          <p:attrName>ppt_x</p:attrName>
                                        </p:attrNameLst>
                                      </p:cBhvr>
                                      <p:tavLst>
                                        <p:tav tm="0">
                                          <p:val>
                                            <p:strVal val="#ppt_x+.4"/>
                                          </p:val>
                                        </p:tav>
                                        <p:tav tm="100000">
                                          <p:val>
                                            <p:strVal val="#ppt_x"/>
                                          </p:val>
                                        </p:tav>
                                      </p:tavLst>
                                    </p:anim>
                                    <p:anim calcmode="lin" valueType="num">
                                      <p:cBhvr>
                                        <p:cTn id="154" dur="500" decel="50000" fill="hold">
                                          <p:stCondLst>
                                            <p:cond delay="0"/>
                                          </p:stCondLst>
                                        </p:cTn>
                                        <p:tgtEl>
                                          <p:spTgt spid="104"/>
                                        </p:tgtEl>
                                        <p:attrNameLst>
                                          <p:attrName>ppt_y</p:attrName>
                                        </p:attrNameLst>
                                      </p:cBhvr>
                                      <p:tavLst>
                                        <p:tav tm="0">
                                          <p:val>
                                            <p:strVal val="#ppt_y-.2"/>
                                          </p:val>
                                        </p:tav>
                                        <p:tav tm="100000">
                                          <p:val>
                                            <p:strVal val="#ppt_y+.1"/>
                                          </p:val>
                                        </p:tav>
                                      </p:tavLst>
                                    </p:anim>
                                    <p:anim calcmode="lin" valueType="num">
                                      <p:cBhvr>
                                        <p:cTn id="155" dur="500" accel="50000" fill="hold">
                                          <p:stCondLst>
                                            <p:cond delay="500"/>
                                          </p:stCondLst>
                                        </p:cTn>
                                        <p:tgtEl>
                                          <p:spTgt spid="104"/>
                                        </p:tgtEl>
                                        <p:attrNameLst>
                                          <p:attrName>ppt_y</p:attrName>
                                        </p:attrNameLst>
                                      </p:cBhvr>
                                      <p:tavLst>
                                        <p:tav tm="0">
                                          <p:val>
                                            <p:strVal val="#ppt_y+.1"/>
                                          </p:val>
                                        </p:tav>
                                        <p:tav tm="100000">
                                          <p:val>
                                            <p:strVal val="#ppt_y"/>
                                          </p:val>
                                        </p:tav>
                                      </p:tavLst>
                                    </p:anim>
                                    <p:animEffect transition="in" filter="fade">
                                      <p:cBhvr>
                                        <p:cTn id="156" dur="1000" decel="50000">
                                          <p:stCondLst>
                                            <p:cond delay="0"/>
                                          </p:stCondLst>
                                        </p:cTn>
                                        <p:tgtEl>
                                          <p:spTgt spid="104"/>
                                        </p:tgtEl>
                                      </p:cBhvr>
                                    </p:animEffect>
                                  </p:childTnLst>
                                </p:cTn>
                              </p:par>
                              <p:par>
                                <p:cTn id="157" presetID="25" presetClass="entr" presetSubtype="0" fill="hold" nodeType="withEffect">
                                  <p:stCondLst>
                                    <p:cond delay="0"/>
                                  </p:stCondLst>
                                  <p:childTnLst>
                                    <p:set>
                                      <p:cBhvr>
                                        <p:cTn id="158" dur="1" fill="hold">
                                          <p:stCondLst>
                                            <p:cond delay="0"/>
                                          </p:stCondLst>
                                        </p:cTn>
                                        <p:tgtEl>
                                          <p:spTgt spid="105"/>
                                        </p:tgtEl>
                                        <p:attrNameLst>
                                          <p:attrName>style.visibility</p:attrName>
                                        </p:attrNameLst>
                                      </p:cBhvr>
                                      <p:to>
                                        <p:strVal val="visible"/>
                                      </p:to>
                                    </p:set>
                                    <p:anim calcmode="lin" valueType="num">
                                      <p:cBhvr>
                                        <p:cTn id="159" dur="500" decel="50000" fill="hold">
                                          <p:stCondLst>
                                            <p:cond delay="0"/>
                                          </p:stCondLst>
                                        </p:cTn>
                                        <p:tgtEl>
                                          <p:spTgt spid="105"/>
                                        </p:tgtEl>
                                        <p:attrNameLst>
                                          <p:attrName>style.rotation</p:attrName>
                                        </p:attrNameLst>
                                      </p:cBhvr>
                                      <p:tavLst>
                                        <p:tav tm="0">
                                          <p:val>
                                            <p:fltVal val="-90"/>
                                          </p:val>
                                        </p:tav>
                                        <p:tav tm="100000">
                                          <p:val>
                                            <p:fltVal val="0"/>
                                          </p:val>
                                        </p:tav>
                                      </p:tavLst>
                                    </p:anim>
                                    <p:anim calcmode="lin" valueType="num">
                                      <p:cBhvr>
                                        <p:cTn id="160" dur="500" decel="50000" fill="hold">
                                          <p:stCondLst>
                                            <p:cond delay="0"/>
                                          </p:stCondLst>
                                        </p:cTn>
                                        <p:tgtEl>
                                          <p:spTgt spid="105"/>
                                        </p:tgtEl>
                                        <p:attrNameLst>
                                          <p:attrName>ppt_w</p:attrName>
                                        </p:attrNameLst>
                                      </p:cBhvr>
                                      <p:tavLst>
                                        <p:tav tm="0">
                                          <p:val>
                                            <p:strVal val="#ppt_w"/>
                                          </p:val>
                                        </p:tav>
                                        <p:tav tm="100000">
                                          <p:val>
                                            <p:strVal val="#ppt_w*.05"/>
                                          </p:val>
                                        </p:tav>
                                      </p:tavLst>
                                    </p:anim>
                                    <p:anim calcmode="lin" valueType="num">
                                      <p:cBhvr>
                                        <p:cTn id="161" dur="500" accel="50000" fill="hold">
                                          <p:stCondLst>
                                            <p:cond delay="500"/>
                                          </p:stCondLst>
                                        </p:cTn>
                                        <p:tgtEl>
                                          <p:spTgt spid="105"/>
                                        </p:tgtEl>
                                        <p:attrNameLst>
                                          <p:attrName>ppt_w</p:attrName>
                                        </p:attrNameLst>
                                      </p:cBhvr>
                                      <p:tavLst>
                                        <p:tav tm="0">
                                          <p:val>
                                            <p:strVal val="#ppt_w*.05"/>
                                          </p:val>
                                        </p:tav>
                                        <p:tav tm="100000">
                                          <p:val>
                                            <p:strVal val="#ppt_w"/>
                                          </p:val>
                                        </p:tav>
                                      </p:tavLst>
                                    </p:anim>
                                    <p:anim calcmode="lin" valueType="num">
                                      <p:cBhvr>
                                        <p:cTn id="162" dur="1000" fill="hold"/>
                                        <p:tgtEl>
                                          <p:spTgt spid="105"/>
                                        </p:tgtEl>
                                        <p:attrNameLst>
                                          <p:attrName>ppt_h</p:attrName>
                                        </p:attrNameLst>
                                      </p:cBhvr>
                                      <p:tavLst>
                                        <p:tav tm="0">
                                          <p:val>
                                            <p:strVal val="#ppt_h"/>
                                          </p:val>
                                        </p:tav>
                                        <p:tav tm="100000">
                                          <p:val>
                                            <p:strVal val="#ppt_h"/>
                                          </p:val>
                                        </p:tav>
                                      </p:tavLst>
                                    </p:anim>
                                    <p:anim calcmode="lin" valueType="num">
                                      <p:cBhvr>
                                        <p:cTn id="163" dur="500" decel="50000" fill="hold">
                                          <p:stCondLst>
                                            <p:cond delay="0"/>
                                          </p:stCondLst>
                                        </p:cTn>
                                        <p:tgtEl>
                                          <p:spTgt spid="105"/>
                                        </p:tgtEl>
                                        <p:attrNameLst>
                                          <p:attrName>ppt_x</p:attrName>
                                        </p:attrNameLst>
                                      </p:cBhvr>
                                      <p:tavLst>
                                        <p:tav tm="0">
                                          <p:val>
                                            <p:strVal val="#ppt_x+.4"/>
                                          </p:val>
                                        </p:tav>
                                        <p:tav tm="100000">
                                          <p:val>
                                            <p:strVal val="#ppt_x"/>
                                          </p:val>
                                        </p:tav>
                                      </p:tavLst>
                                    </p:anim>
                                    <p:anim calcmode="lin" valueType="num">
                                      <p:cBhvr>
                                        <p:cTn id="164" dur="500" decel="50000" fill="hold">
                                          <p:stCondLst>
                                            <p:cond delay="0"/>
                                          </p:stCondLst>
                                        </p:cTn>
                                        <p:tgtEl>
                                          <p:spTgt spid="105"/>
                                        </p:tgtEl>
                                        <p:attrNameLst>
                                          <p:attrName>ppt_y</p:attrName>
                                        </p:attrNameLst>
                                      </p:cBhvr>
                                      <p:tavLst>
                                        <p:tav tm="0">
                                          <p:val>
                                            <p:strVal val="#ppt_y-.2"/>
                                          </p:val>
                                        </p:tav>
                                        <p:tav tm="100000">
                                          <p:val>
                                            <p:strVal val="#ppt_y+.1"/>
                                          </p:val>
                                        </p:tav>
                                      </p:tavLst>
                                    </p:anim>
                                    <p:anim calcmode="lin" valueType="num">
                                      <p:cBhvr>
                                        <p:cTn id="165" dur="500" accel="50000" fill="hold">
                                          <p:stCondLst>
                                            <p:cond delay="500"/>
                                          </p:stCondLst>
                                        </p:cTn>
                                        <p:tgtEl>
                                          <p:spTgt spid="105"/>
                                        </p:tgtEl>
                                        <p:attrNameLst>
                                          <p:attrName>ppt_y</p:attrName>
                                        </p:attrNameLst>
                                      </p:cBhvr>
                                      <p:tavLst>
                                        <p:tav tm="0">
                                          <p:val>
                                            <p:strVal val="#ppt_y+.1"/>
                                          </p:val>
                                        </p:tav>
                                        <p:tav tm="100000">
                                          <p:val>
                                            <p:strVal val="#ppt_y"/>
                                          </p:val>
                                        </p:tav>
                                      </p:tavLst>
                                    </p:anim>
                                    <p:animEffect transition="in" filter="fade">
                                      <p:cBhvr>
                                        <p:cTn id="166" dur="1000" decel="50000">
                                          <p:stCondLst>
                                            <p:cond delay="0"/>
                                          </p:stCondLst>
                                        </p:cTn>
                                        <p:tgtEl>
                                          <p:spTgt spid="105"/>
                                        </p:tgtEl>
                                      </p:cBhvr>
                                    </p:animEffect>
                                  </p:childTnLst>
                                </p:cTn>
                              </p:par>
                              <p:par>
                                <p:cTn id="167" presetID="25" presetClass="entr" presetSubtype="0" fill="hold" nodeType="withEffect">
                                  <p:stCondLst>
                                    <p:cond delay="0"/>
                                  </p:stCondLst>
                                  <p:childTnLst>
                                    <p:set>
                                      <p:cBhvr>
                                        <p:cTn id="168" dur="1" fill="hold">
                                          <p:stCondLst>
                                            <p:cond delay="0"/>
                                          </p:stCondLst>
                                        </p:cTn>
                                        <p:tgtEl>
                                          <p:spTgt spid="93"/>
                                        </p:tgtEl>
                                        <p:attrNameLst>
                                          <p:attrName>style.visibility</p:attrName>
                                        </p:attrNameLst>
                                      </p:cBhvr>
                                      <p:to>
                                        <p:strVal val="visible"/>
                                      </p:to>
                                    </p:set>
                                    <p:anim calcmode="lin" valueType="num">
                                      <p:cBhvr>
                                        <p:cTn id="169" dur="500" decel="50000" fill="hold">
                                          <p:stCondLst>
                                            <p:cond delay="0"/>
                                          </p:stCondLst>
                                        </p:cTn>
                                        <p:tgtEl>
                                          <p:spTgt spid="93"/>
                                        </p:tgtEl>
                                        <p:attrNameLst>
                                          <p:attrName>style.rotation</p:attrName>
                                        </p:attrNameLst>
                                      </p:cBhvr>
                                      <p:tavLst>
                                        <p:tav tm="0">
                                          <p:val>
                                            <p:fltVal val="-90"/>
                                          </p:val>
                                        </p:tav>
                                        <p:tav tm="100000">
                                          <p:val>
                                            <p:fltVal val="0"/>
                                          </p:val>
                                        </p:tav>
                                      </p:tavLst>
                                    </p:anim>
                                    <p:anim calcmode="lin" valueType="num">
                                      <p:cBhvr>
                                        <p:cTn id="170" dur="500" decel="50000" fill="hold">
                                          <p:stCondLst>
                                            <p:cond delay="0"/>
                                          </p:stCondLst>
                                        </p:cTn>
                                        <p:tgtEl>
                                          <p:spTgt spid="93"/>
                                        </p:tgtEl>
                                        <p:attrNameLst>
                                          <p:attrName>ppt_w</p:attrName>
                                        </p:attrNameLst>
                                      </p:cBhvr>
                                      <p:tavLst>
                                        <p:tav tm="0">
                                          <p:val>
                                            <p:strVal val="#ppt_w"/>
                                          </p:val>
                                        </p:tav>
                                        <p:tav tm="100000">
                                          <p:val>
                                            <p:strVal val="#ppt_w*.05"/>
                                          </p:val>
                                        </p:tav>
                                      </p:tavLst>
                                    </p:anim>
                                    <p:anim calcmode="lin" valueType="num">
                                      <p:cBhvr>
                                        <p:cTn id="171" dur="500" accel="50000" fill="hold">
                                          <p:stCondLst>
                                            <p:cond delay="500"/>
                                          </p:stCondLst>
                                        </p:cTn>
                                        <p:tgtEl>
                                          <p:spTgt spid="93"/>
                                        </p:tgtEl>
                                        <p:attrNameLst>
                                          <p:attrName>ppt_w</p:attrName>
                                        </p:attrNameLst>
                                      </p:cBhvr>
                                      <p:tavLst>
                                        <p:tav tm="0">
                                          <p:val>
                                            <p:strVal val="#ppt_w*.05"/>
                                          </p:val>
                                        </p:tav>
                                        <p:tav tm="100000">
                                          <p:val>
                                            <p:strVal val="#ppt_w"/>
                                          </p:val>
                                        </p:tav>
                                      </p:tavLst>
                                    </p:anim>
                                    <p:anim calcmode="lin" valueType="num">
                                      <p:cBhvr>
                                        <p:cTn id="172" dur="1000" fill="hold"/>
                                        <p:tgtEl>
                                          <p:spTgt spid="93"/>
                                        </p:tgtEl>
                                        <p:attrNameLst>
                                          <p:attrName>ppt_h</p:attrName>
                                        </p:attrNameLst>
                                      </p:cBhvr>
                                      <p:tavLst>
                                        <p:tav tm="0">
                                          <p:val>
                                            <p:strVal val="#ppt_h"/>
                                          </p:val>
                                        </p:tav>
                                        <p:tav tm="100000">
                                          <p:val>
                                            <p:strVal val="#ppt_h"/>
                                          </p:val>
                                        </p:tav>
                                      </p:tavLst>
                                    </p:anim>
                                    <p:anim calcmode="lin" valueType="num">
                                      <p:cBhvr>
                                        <p:cTn id="173" dur="500" decel="50000" fill="hold">
                                          <p:stCondLst>
                                            <p:cond delay="0"/>
                                          </p:stCondLst>
                                        </p:cTn>
                                        <p:tgtEl>
                                          <p:spTgt spid="93"/>
                                        </p:tgtEl>
                                        <p:attrNameLst>
                                          <p:attrName>ppt_x</p:attrName>
                                        </p:attrNameLst>
                                      </p:cBhvr>
                                      <p:tavLst>
                                        <p:tav tm="0">
                                          <p:val>
                                            <p:strVal val="#ppt_x+.4"/>
                                          </p:val>
                                        </p:tav>
                                        <p:tav tm="100000">
                                          <p:val>
                                            <p:strVal val="#ppt_x"/>
                                          </p:val>
                                        </p:tav>
                                      </p:tavLst>
                                    </p:anim>
                                    <p:anim calcmode="lin" valueType="num">
                                      <p:cBhvr>
                                        <p:cTn id="174" dur="500" decel="50000" fill="hold">
                                          <p:stCondLst>
                                            <p:cond delay="0"/>
                                          </p:stCondLst>
                                        </p:cTn>
                                        <p:tgtEl>
                                          <p:spTgt spid="93"/>
                                        </p:tgtEl>
                                        <p:attrNameLst>
                                          <p:attrName>ppt_y</p:attrName>
                                        </p:attrNameLst>
                                      </p:cBhvr>
                                      <p:tavLst>
                                        <p:tav tm="0">
                                          <p:val>
                                            <p:strVal val="#ppt_y-.2"/>
                                          </p:val>
                                        </p:tav>
                                        <p:tav tm="100000">
                                          <p:val>
                                            <p:strVal val="#ppt_y+.1"/>
                                          </p:val>
                                        </p:tav>
                                      </p:tavLst>
                                    </p:anim>
                                    <p:anim calcmode="lin" valueType="num">
                                      <p:cBhvr>
                                        <p:cTn id="175" dur="500" accel="50000" fill="hold">
                                          <p:stCondLst>
                                            <p:cond delay="500"/>
                                          </p:stCondLst>
                                        </p:cTn>
                                        <p:tgtEl>
                                          <p:spTgt spid="93"/>
                                        </p:tgtEl>
                                        <p:attrNameLst>
                                          <p:attrName>ppt_y</p:attrName>
                                        </p:attrNameLst>
                                      </p:cBhvr>
                                      <p:tavLst>
                                        <p:tav tm="0">
                                          <p:val>
                                            <p:strVal val="#ppt_y+.1"/>
                                          </p:val>
                                        </p:tav>
                                        <p:tav tm="100000">
                                          <p:val>
                                            <p:strVal val="#ppt_y"/>
                                          </p:val>
                                        </p:tav>
                                      </p:tavLst>
                                    </p:anim>
                                    <p:animEffect transition="in" filter="fade">
                                      <p:cBhvr>
                                        <p:cTn id="176" dur="1000" decel="50000">
                                          <p:stCondLst>
                                            <p:cond delay="0"/>
                                          </p:stCondLst>
                                        </p:cTn>
                                        <p:tgtEl>
                                          <p:spTgt spid="93"/>
                                        </p:tgtEl>
                                      </p:cBhvr>
                                    </p:animEffect>
                                  </p:childTnLst>
                                </p:cTn>
                              </p:par>
                              <p:par>
                                <p:cTn id="177" presetID="25" presetClass="entr" presetSubtype="0" fill="hold" nodeType="withEffect">
                                  <p:stCondLst>
                                    <p:cond delay="0"/>
                                  </p:stCondLst>
                                  <p:childTnLst>
                                    <p:set>
                                      <p:cBhvr>
                                        <p:cTn id="178" dur="1" fill="hold">
                                          <p:stCondLst>
                                            <p:cond delay="0"/>
                                          </p:stCondLst>
                                        </p:cTn>
                                        <p:tgtEl>
                                          <p:spTgt spid="34"/>
                                        </p:tgtEl>
                                        <p:attrNameLst>
                                          <p:attrName>style.visibility</p:attrName>
                                        </p:attrNameLst>
                                      </p:cBhvr>
                                      <p:to>
                                        <p:strVal val="visible"/>
                                      </p:to>
                                    </p:set>
                                    <p:anim calcmode="lin" valueType="num">
                                      <p:cBhvr>
                                        <p:cTn id="179" dur="500" decel="50000" fill="hold">
                                          <p:stCondLst>
                                            <p:cond delay="0"/>
                                          </p:stCondLst>
                                        </p:cTn>
                                        <p:tgtEl>
                                          <p:spTgt spid="34"/>
                                        </p:tgtEl>
                                        <p:attrNameLst>
                                          <p:attrName>style.rotation</p:attrName>
                                        </p:attrNameLst>
                                      </p:cBhvr>
                                      <p:tavLst>
                                        <p:tav tm="0">
                                          <p:val>
                                            <p:fltVal val="-90"/>
                                          </p:val>
                                        </p:tav>
                                        <p:tav tm="100000">
                                          <p:val>
                                            <p:fltVal val="0"/>
                                          </p:val>
                                        </p:tav>
                                      </p:tavLst>
                                    </p:anim>
                                    <p:anim calcmode="lin" valueType="num">
                                      <p:cBhvr>
                                        <p:cTn id="180" dur="500" decel="50000" fill="hold">
                                          <p:stCondLst>
                                            <p:cond delay="0"/>
                                          </p:stCondLst>
                                        </p:cTn>
                                        <p:tgtEl>
                                          <p:spTgt spid="34"/>
                                        </p:tgtEl>
                                        <p:attrNameLst>
                                          <p:attrName>ppt_w</p:attrName>
                                        </p:attrNameLst>
                                      </p:cBhvr>
                                      <p:tavLst>
                                        <p:tav tm="0">
                                          <p:val>
                                            <p:strVal val="#ppt_w"/>
                                          </p:val>
                                        </p:tav>
                                        <p:tav tm="100000">
                                          <p:val>
                                            <p:strVal val="#ppt_w*.05"/>
                                          </p:val>
                                        </p:tav>
                                      </p:tavLst>
                                    </p:anim>
                                    <p:anim calcmode="lin" valueType="num">
                                      <p:cBhvr>
                                        <p:cTn id="181" dur="500" accel="50000" fill="hold">
                                          <p:stCondLst>
                                            <p:cond delay="500"/>
                                          </p:stCondLst>
                                        </p:cTn>
                                        <p:tgtEl>
                                          <p:spTgt spid="34"/>
                                        </p:tgtEl>
                                        <p:attrNameLst>
                                          <p:attrName>ppt_w</p:attrName>
                                        </p:attrNameLst>
                                      </p:cBhvr>
                                      <p:tavLst>
                                        <p:tav tm="0">
                                          <p:val>
                                            <p:strVal val="#ppt_w*.05"/>
                                          </p:val>
                                        </p:tav>
                                        <p:tav tm="100000">
                                          <p:val>
                                            <p:strVal val="#ppt_w"/>
                                          </p:val>
                                        </p:tav>
                                      </p:tavLst>
                                    </p:anim>
                                    <p:anim calcmode="lin" valueType="num">
                                      <p:cBhvr>
                                        <p:cTn id="182" dur="1000" fill="hold"/>
                                        <p:tgtEl>
                                          <p:spTgt spid="34"/>
                                        </p:tgtEl>
                                        <p:attrNameLst>
                                          <p:attrName>ppt_h</p:attrName>
                                        </p:attrNameLst>
                                      </p:cBhvr>
                                      <p:tavLst>
                                        <p:tav tm="0">
                                          <p:val>
                                            <p:strVal val="#ppt_h"/>
                                          </p:val>
                                        </p:tav>
                                        <p:tav tm="100000">
                                          <p:val>
                                            <p:strVal val="#ppt_h"/>
                                          </p:val>
                                        </p:tav>
                                      </p:tavLst>
                                    </p:anim>
                                    <p:anim calcmode="lin" valueType="num">
                                      <p:cBhvr>
                                        <p:cTn id="183" dur="500" decel="50000" fill="hold">
                                          <p:stCondLst>
                                            <p:cond delay="0"/>
                                          </p:stCondLst>
                                        </p:cTn>
                                        <p:tgtEl>
                                          <p:spTgt spid="34"/>
                                        </p:tgtEl>
                                        <p:attrNameLst>
                                          <p:attrName>ppt_x</p:attrName>
                                        </p:attrNameLst>
                                      </p:cBhvr>
                                      <p:tavLst>
                                        <p:tav tm="0">
                                          <p:val>
                                            <p:strVal val="#ppt_x+.4"/>
                                          </p:val>
                                        </p:tav>
                                        <p:tav tm="100000">
                                          <p:val>
                                            <p:strVal val="#ppt_x"/>
                                          </p:val>
                                        </p:tav>
                                      </p:tavLst>
                                    </p:anim>
                                    <p:anim calcmode="lin" valueType="num">
                                      <p:cBhvr>
                                        <p:cTn id="184" dur="500" decel="50000" fill="hold">
                                          <p:stCondLst>
                                            <p:cond delay="0"/>
                                          </p:stCondLst>
                                        </p:cTn>
                                        <p:tgtEl>
                                          <p:spTgt spid="34"/>
                                        </p:tgtEl>
                                        <p:attrNameLst>
                                          <p:attrName>ppt_y</p:attrName>
                                        </p:attrNameLst>
                                      </p:cBhvr>
                                      <p:tavLst>
                                        <p:tav tm="0">
                                          <p:val>
                                            <p:strVal val="#ppt_y-.2"/>
                                          </p:val>
                                        </p:tav>
                                        <p:tav tm="100000">
                                          <p:val>
                                            <p:strVal val="#ppt_y+.1"/>
                                          </p:val>
                                        </p:tav>
                                      </p:tavLst>
                                    </p:anim>
                                    <p:anim calcmode="lin" valueType="num">
                                      <p:cBhvr>
                                        <p:cTn id="185" dur="500" accel="50000" fill="hold">
                                          <p:stCondLst>
                                            <p:cond delay="500"/>
                                          </p:stCondLst>
                                        </p:cTn>
                                        <p:tgtEl>
                                          <p:spTgt spid="34"/>
                                        </p:tgtEl>
                                        <p:attrNameLst>
                                          <p:attrName>ppt_y</p:attrName>
                                        </p:attrNameLst>
                                      </p:cBhvr>
                                      <p:tavLst>
                                        <p:tav tm="0">
                                          <p:val>
                                            <p:strVal val="#ppt_y+.1"/>
                                          </p:val>
                                        </p:tav>
                                        <p:tav tm="100000">
                                          <p:val>
                                            <p:strVal val="#ppt_y"/>
                                          </p:val>
                                        </p:tav>
                                      </p:tavLst>
                                    </p:anim>
                                    <p:animEffect transition="in" filter="fade">
                                      <p:cBhvr>
                                        <p:cTn id="186" dur="1000" decel="50000">
                                          <p:stCondLst>
                                            <p:cond delay="0"/>
                                          </p:stCondLst>
                                        </p:cTn>
                                        <p:tgtEl>
                                          <p:spTgt spid="34"/>
                                        </p:tgtEl>
                                      </p:cBhvr>
                                    </p:animEffect>
                                  </p:childTnLst>
                                </p:cTn>
                              </p:par>
                            </p:childTnLst>
                          </p:cTn>
                        </p:par>
                      </p:childTnLst>
                    </p:cTn>
                  </p:par>
                  <p:par>
                    <p:cTn id="187" fill="hold">
                      <p:stCondLst>
                        <p:cond delay="indefinite"/>
                      </p:stCondLst>
                      <p:childTnLst>
                        <p:par>
                          <p:cTn id="188" fill="hold">
                            <p:stCondLst>
                              <p:cond delay="0"/>
                            </p:stCondLst>
                            <p:childTnLst>
                              <p:par>
                                <p:cTn id="189" presetID="15" presetClass="entr" presetSubtype="0" fill="hold" grpId="0" nodeType="clickEffect">
                                  <p:stCondLst>
                                    <p:cond delay="0"/>
                                  </p:stCondLst>
                                  <p:childTnLst>
                                    <p:set>
                                      <p:cBhvr>
                                        <p:cTn id="190" dur="1" fill="hold">
                                          <p:stCondLst>
                                            <p:cond delay="0"/>
                                          </p:stCondLst>
                                        </p:cTn>
                                        <p:tgtEl>
                                          <p:spTgt spid="76"/>
                                        </p:tgtEl>
                                        <p:attrNameLst>
                                          <p:attrName>style.visibility</p:attrName>
                                        </p:attrNameLst>
                                      </p:cBhvr>
                                      <p:to>
                                        <p:strVal val="visible"/>
                                      </p:to>
                                    </p:set>
                                    <p:anim calcmode="lin" valueType="num">
                                      <p:cBhvr>
                                        <p:cTn id="191" dur="1000" fill="hold"/>
                                        <p:tgtEl>
                                          <p:spTgt spid="76"/>
                                        </p:tgtEl>
                                        <p:attrNameLst>
                                          <p:attrName>ppt_w</p:attrName>
                                        </p:attrNameLst>
                                      </p:cBhvr>
                                      <p:tavLst>
                                        <p:tav tm="0">
                                          <p:val>
                                            <p:fltVal val="0"/>
                                          </p:val>
                                        </p:tav>
                                        <p:tav tm="100000">
                                          <p:val>
                                            <p:strVal val="#ppt_w"/>
                                          </p:val>
                                        </p:tav>
                                      </p:tavLst>
                                    </p:anim>
                                    <p:anim calcmode="lin" valueType="num">
                                      <p:cBhvr>
                                        <p:cTn id="192" dur="1000" fill="hold"/>
                                        <p:tgtEl>
                                          <p:spTgt spid="76"/>
                                        </p:tgtEl>
                                        <p:attrNameLst>
                                          <p:attrName>ppt_h</p:attrName>
                                        </p:attrNameLst>
                                      </p:cBhvr>
                                      <p:tavLst>
                                        <p:tav tm="0">
                                          <p:val>
                                            <p:fltVal val="0"/>
                                          </p:val>
                                        </p:tav>
                                        <p:tav tm="100000">
                                          <p:val>
                                            <p:strVal val="#ppt_h"/>
                                          </p:val>
                                        </p:tav>
                                      </p:tavLst>
                                    </p:anim>
                                    <p:anim calcmode="lin" valueType="num">
                                      <p:cBhvr>
                                        <p:cTn id="193" dur="1000" fill="hold"/>
                                        <p:tgtEl>
                                          <p:spTgt spid="76"/>
                                        </p:tgtEl>
                                        <p:attrNameLst>
                                          <p:attrName>ppt_x</p:attrName>
                                        </p:attrNameLst>
                                      </p:cBhvr>
                                      <p:tavLst>
                                        <p:tav tm="0" fmla="#ppt_x+(cos(-2*pi*(1-$))*-#ppt_x-sin(-2*pi*(1-$))*(1-#ppt_y))*(1-$)">
                                          <p:val>
                                            <p:fltVal val="0"/>
                                          </p:val>
                                        </p:tav>
                                        <p:tav tm="100000">
                                          <p:val>
                                            <p:fltVal val="1"/>
                                          </p:val>
                                        </p:tav>
                                      </p:tavLst>
                                    </p:anim>
                                    <p:anim calcmode="lin" valueType="num">
                                      <p:cBhvr>
                                        <p:cTn id="194" dur="1000" fill="hold"/>
                                        <p:tgtEl>
                                          <p:spTgt spid="76"/>
                                        </p:tgtEl>
                                        <p:attrNameLst>
                                          <p:attrName>ppt_y</p:attrName>
                                        </p:attrNameLst>
                                      </p:cBhvr>
                                      <p:tavLst>
                                        <p:tav tm="0" fmla="#ppt_y+(sin(-2*pi*(1-$))*-#ppt_x+cos(-2*pi*(1-$))*(1-#ppt_y))*(1-$)">
                                          <p:val>
                                            <p:fltVal val="0"/>
                                          </p:val>
                                        </p:tav>
                                        <p:tav tm="100000">
                                          <p:val>
                                            <p:fltVal val="1"/>
                                          </p:val>
                                        </p:tav>
                                      </p:tavLst>
                                    </p:anim>
                                  </p:childTnLst>
                                </p:cTn>
                              </p:par>
                              <p:par>
                                <p:cTn id="195" presetID="15" presetClass="entr" presetSubtype="0" fill="hold" grpId="0" nodeType="withEffect">
                                  <p:stCondLst>
                                    <p:cond delay="0"/>
                                  </p:stCondLst>
                                  <p:childTnLst>
                                    <p:set>
                                      <p:cBhvr>
                                        <p:cTn id="196" dur="1" fill="hold">
                                          <p:stCondLst>
                                            <p:cond delay="0"/>
                                          </p:stCondLst>
                                        </p:cTn>
                                        <p:tgtEl>
                                          <p:spTgt spid="83"/>
                                        </p:tgtEl>
                                        <p:attrNameLst>
                                          <p:attrName>style.visibility</p:attrName>
                                        </p:attrNameLst>
                                      </p:cBhvr>
                                      <p:to>
                                        <p:strVal val="visible"/>
                                      </p:to>
                                    </p:set>
                                    <p:anim calcmode="lin" valueType="num">
                                      <p:cBhvr>
                                        <p:cTn id="197" dur="1000" fill="hold"/>
                                        <p:tgtEl>
                                          <p:spTgt spid="83"/>
                                        </p:tgtEl>
                                        <p:attrNameLst>
                                          <p:attrName>ppt_w</p:attrName>
                                        </p:attrNameLst>
                                      </p:cBhvr>
                                      <p:tavLst>
                                        <p:tav tm="0">
                                          <p:val>
                                            <p:fltVal val="0"/>
                                          </p:val>
                                        </p:tav>
                                        <p:tav tm="100000">
                                          <p:val>
                                            <p:strVal val="#ppt_w"/>
                                          </p:val>
                                        </p:tav>
                                      </p:tavLst>
                                    </p:anim>
                                    <p:anim calcmode="lin" valueType="num">
                                      <p:cBhvr>
                                        <p:cTn id="198" dur="1000" fill="hold"/>
                                        <p:tgtEl>
                                          <p:spTgt spid="83"/>
                                        </p:tgtEl>
                                        <p:attrNameLst>
                                          <p:attrName>ppt_h</p:attrName>
                                        </p:attrNameLst>
                                      </p:cBhvr>
                                      <p:tavLst>
                                        <p:tav tm="0">
                                          <p:val>
                                            <p:fltVal val="0"/>
                                          </p:val>
                                        </p:tav>
                                        <p:tav tm="100000">
                                          <p:val>
                                            <p:strVal val="#ppt_h"/>
                                          </p:val>
                                        </p:tav>
                                      </p:tavLst>
                                    </p:anim>
                                    <p:anim calcmode="lin" valueType="num">
                                      <p:cBhvr>
                                        <p:cTn id="199" dur="1000" fill="hold"/>
                                        <p:tgtEl>
                                          <p:spTgt spid="83"/>
                                        </p:tgtEl>
                                        <p:attrNameLst>
                                          <p:attrName>ppt_x</p:attrName>
                                        </p:attrNameLst>
                                      </p:cBhvr>
                                      <p:tavLst>
                                        <p:tav tm="0" fmla="#ppt_x+(cos(-2*pi*(1-$))*-#ppt_x-sin(-2*pi*(1-$))*(1-#ppt_y))*(1-$)">
                                          <p:val>
                                            <p:fltVal val="0"/>
                                          </p:val>
                                        </p:tav>
                                        <p:tav tm="100000">
                                          <p:val>
                                            <p:fltVal val="1"/>
                                          </p:val>
                                        </p:tav>
                                      </p:tavLst>
                                    </p:anim>
                                    <p:anim calcmode="lin" valueType="num">
                                      <p:cBhvr>
                                        <p:cTn id="200" dur="1000" fill="hold"/>
                                        <p:tgtEl>
                                          <p:spTgt spid="83"/>
                                        </p:tgtEl>
                                        <p:attrNameLst>
                                          <p:attrName>ppt_y</p:attrName>
                                        </p:attrNameLst>
                                      </p:cBhvr>
                                      <p:tavLst>
                                        <p:tav tm="0" fmla="#ppt_y+(sin(-2*pi*(1-$))*-#ppt_x+cos(-2*pi*(1-$))*(1-#ppt_y))*(1-$)">
                                          <p:val>
                                            <p:fltVal val="0"/>
                                          </p:val>
                                        </p:tav>
                                        <p:tav tm="100000">
                                          <p:val>
                                            <p:fltVal val="1"/>
                                          </p:val>
                                        </p:tav>
                                      </p:tavLst>
                                    </p:anim>
                                  </p:childTnLst>
                                </p:cTn>
                              </p:par>
                              <p:par>
                                <p:cTn id="201" presetID="15" presetClass="entr" presetSubtype="0" fill="hold" grpId="0" nodeType="withEffect">
                                  <p:stCondLst>
                                    <p:cond delay="0"/>
                                  </p:stCondLst>
                                  <p:childTnLst>
                                    <p:set>
                                      <p:cBhvr>
                                        <p:cTn id="202" dur="1" fill="hold">
                                          <p:stCondLst>
                                            <p:cond delay="0"/>
                                          </p:stCondLst>
                                        </p:cTn>
                                        <p:tgtEl>
                                          <p:spTgt spid="106"/>
                                        </p:tgtEl>
                                        <p:attrNameLst>
                                          <p:attrName>style.visibility</p:attrName>
                                        </p:attrNameLst>
                                      </p:cBhvr>
                                      <p:to>
                                        <p:strVal val="visible"/>
                                      </p:to>
                                    </p:set>
                                    <p:anim calcmode="lin" valueType="num">
                                      <p:cBhvr>
                                        <p:cTn id="203" dur="1000" fill="hold"/>
                                        <p:tgtEl>
                                          <p:spTgt spid="106"/>
                                        </p:tgtEl>
                                        <p:attrNameLst>
                                          <p:attrName>ppt_w</p:attrName>
                                        </p:attrNameLst>
                                      </p:cBhvr>
                                      <p:tavLst>
                                        <p:tav tm="0">
                                          <p:val>
                                            <p:fltVal val="0"/>
                                          </p:val>
                                        </p:tav>
                                        <p:tav tm="100000">
                                          <p:val>
                                            <p:strVal val="#ppt_w"/>
                                          </p:val>
                                        </p:tav>
                                      </p:tavLst>
                                    </p:anim>
                                    <p:anim calcmode="lin" valueType="num">
                                      <p:cBhvr>
                                        <p:cTn id="204" dur="1000" fill="hold"/>
                                        <p:tgtEl>
                                          <p:spTgt spid="106"/>
                                        </p:tgtEl>
                                        <p:attrNameLst>
                                          <p:attrName>ppt_h</p:attrName>
                                        </p:attrNameLst>
                                      </p:cBhvr>
                                      <p:tavLst>
                                        <p:tav tm="0">
                                          <p:val>
                                            <p:fltVal val="0"/>
                                          </p:val>
                                        </p:tav>
                                        <p:tav tm="100000">
                                          <p:val>
                                            <p:strVal val="#ppt_h"/>
                                          </p:val>
                                        </p:tav>
                                      </p:tavLst>
                                    </p:anim>
                                    <p:anim calcmode="lin" valueType="num">
                                      <p:cBhvr>
                                        <p:cTn id="205" dur="1000" fill="hold"/>
                                        <p:tgtEl>
                                          <p:spTgt spid="106"/>
                                        </p:tgtEl>
                                        <p:attrNameLst>
                                          <p:attrName>ppt_x</p:attrName>
                                        </p:attrNameLst>
                                      </p:cBhvr>
                                      <p:tavLst>
                                        <p:tav tm="0" fmla="#ppt_x+(cos(-2*pi*(1-$))*-#ppt_x-sin(-2*pi*(1-$))*(1-#ppt_y))*(1-$)">
                                          <p:val>
                                            <p:fltVal val="0"/>
                                          </p:val>
                                        </p:tav>
                                        <p:tav tm="100000">
                                          <p:val>
                                            <p:fltVal val="1"/>
                                          </p:val>
                                        </p:tav>
                                      </p:tavLst>
                                    </p:anim>
                                    <p:anim calcmode="lin" valueType="num">
                                      <p:cBhvr>
                                        <p:cTn id="206" dur="1000" fill="hold"/>
                                        <p:tgtEl>
                                          <p:spTgt spid="106"/>
                                        </p:tgtEl>
                                        <p:attrNameLst>
                                          <p:attrName>ppt_y</p:attrName>
                                        </p:attrNameLst>
                                      </p:cBhvr>
                                      <p:tavLst>
                                        <p:tav tm="0" fmla="#ppt_y+(sin(-2*pi*(1-$))*-#ppt_x+cos(-2*pi*(1-$))*(1-#ppt_y))*(1-$)">
                                          <p:val>
                                            <p:fltVal val="0"/>
                                          </p:val>
                                        </p:tav>
                                        <p:tav tm="100000">
                                          <p:val>
                                            <p:fltVal val="1"/>
                                          </p:val>
                                        </p:tav>
                                      </p:tavLst>
                                    </p:anim>
                                  </p:childTnLst>
                                </p:cTn>
                              </p:par>
                              <p:par>
                                <p:cTn id="207" presetID="15" presetClass="entr" presetSubtype="0" fill="hold" grpId="0" nodeType="withEffect">
                                  <p:stCondLst>
                                    <p:cond delay="0"/>
                                  </p:stCondLst>
                                  <p:childTnLst>
                                    <p:set>
                                      <p:cBhvr>
                                        <p:cTn id="208" dur="1" fill="hold">
                                          <p:stCondLst>
                                            <p:cond delay="0"/>
                                          </p:stCondLst>
                                        </p:cTn>
                                        <p:tgtEl>
                                          <p:spTgt spid="107"/>
                                        </p:tgtEl>
                                        <p:attrNameLst>
                                          <p:attrName>style.visibility</p:attrName>
                                        </p:attrNameLst>
                                      </p:cBhvr>
                                      <p:to>
                                        <p:strVal val="visible"/>
                                      </p:to>
                                    </p:set>
                                    <p:anim calcmode="lin" valueType="num">
                                      <p:cBhvr>
                                        <p:cTn id="209" dur="1000" fill="hold"/>
                                        <p:tgtEl>
                                          <p:spTgt spid="107"/>
                                        </p:tgtEl>
                                        <p:attrNameLst>
                                          <p:attrName>ppt_w</p:attrName>
                                        </p:attrNameLst>
                                      </p:cBhvr>
                                      <p:tavLst>
                                        <p:tav tm="0">
                                          <p:val>
                                            <p:fltVal val="0"/>
                                          </p:val>
                                        </p:tav>
                                        <p:tav tm="100000">
                                          <p:val>
                                            <p:strVal val="#ppt_w"/>
                                          </p:val>
                                        </p:tav>
                                      </p:tavLst>
                                    </p:anim>
                                    <p:anim calcmode="lin" valueType="num">
                                      <p:cBhvr>
                                        <p:cTn id="210" dur="1000" fill="hold"/>
                                        <p:tgtEl>
                                          <p:spTgt spid="107"/>
                                        </p:tgtEl>
                                        <p:attrNameLst>
                                          <p:attrName>ppt_h</p:attrName>
                                        </p:attrNameLst>
                                      </p:cBhvr>
                                      <p:tavLst>
                                        <p:tav tm="0">
                                          <p:val>
                                            <p:fltVal val="0"/>
                                          </p:val>
                                        </p:tav>
                                        <p:tav tm="100000">
                                          <p:val>
                                            <p:strVal val="#ppt_h"/>
                                          </p:val>
                                        </p:tav>
                                      </p:tavLst>
                                    </p:anim>
                                    <p:anim calcmode="lin" valueType="num">
                                      <p:cBhvr>
                                        <p:cTn id="211" dur="1000" fill="hold"/>
                                        <p:tgtEl>
                                          <p:spTgt spid="107"/>
                                        </p:tgtEl>
                                        <p:attrNameLst>
                                          <p:attrName>ppt_x</p:attrName>
                                        </p:attrNameLst>
                                      </p:cBhvr>
                                      <p:tavLst>
                                        <p:tav tm="0" fmla="#ppt_x+(cos(-2*pi*(1-$))*-#ppt_x-sin(-2*pi*(1-$))*(1-#ppt_y))*(1-$)">
                                          <p:val>
                                            <p:fltVal val="0"/>
                                          </p:val>
                                        </p:tav>
                                        <p:tav tm="100000">
                                          <p:val>
                                            <p:fltVal val="1"/>
                                          </p:val>
                                        </p:tav>
                                      </p:tavLst>
                                    </p:anim>
                                    <p:anim calcmode="lin" valueType="num">
                                      <p:cBhvr>
                                        <p:cTn id="212" dur="1000" fill="hold"/>
                                        <p:tgtEl>
                                          <p:spTgt spid="107"/>
                                        </p:tgtEl>
                                        <p:attrNameLst>
                                          <p:attrName>ppt_y</p:attrName>
                                        </p:attrNameLst>
                                      </p:cBhvr>
                                      <p:tavLst>
                                        <p:tav tm="0" fmla="#ppt_y+(sin(-2*pi*(1-$))*-#ppt_x+cos(-2*pi*(1-$))*(1-#ppt_y))*(1-$)">
                                          <p:val>
                                            <p:fltVal val="0"/>
                                          </p:val>
                                        </p:tav>
                                        <p:tav tm="100000">
                                          <p:val>
                                            <p:fltVal val="1"/>
                                          </p:val>
                                        </p:tav>
                                      </p:tavLst>
                                    </p:anim>
                                  </p:childTnLst>
                                </p:cTn>
                              </p:par>
                              <p:par>
                                <p:cTn id="213" presetID="15" presetClass="entr" presetSubtype="0" fill="hold" grpId="0" nodeType="withEffect">
                                  <p:stCondLst>
                                    <p:cond delay="0"/>
                                  </p:stCondLst>
                                  <p:childTnLst>
                                    <p:set>
                                      <p:cBhvr>
                                        <p:cTn id="214" dur="1" fill="hold">
                                          <p:stCondLst>
                                            <p:cond delay="0"/>
                                          </p:stCondLst>
                                        </p:cTn>
                                        <p:tgtEl>
                                          <p:spTgt spid="108"/>
                                        </p:tgtEl>
                                        <p:attrNameLst>
                                          <p:attrName>style.visibility</p:attrName>
                                        </p:attrNameLst>
                                      </p:cBhvr>
                                      <p:to>
                                        <p:strVal val="visible"/>
                                      </p:to>
                                    </p:set>
                                    <p:anim calcmode="lin" valueType="num">
                                      <p:cBhvr>
                                        <p:cTn id="215" dur="1000" fill="hold"/>
                                        <p:tgtEl>
                                          <p:spTgt spid="108"/>
                                        </p:tgtEl>
                                        <p:attrNameLst>
                                          <p:attrName>ppt_w</p:attrName>
                                        </p:attrNameLst>
                                      </p:cBhvr>
                                      <p:tavLst>
                                        <p:tav tm="0">
                                          <p:val>
                                            <p:fltVal val="0"/>
                                          </p:val>
                                        </p:tav>
                                        <p:tav tm="100000">
                                          <p:val>
                                            <p:strVal val="#ppt_w"/>
                                          </p:val>
                                        </p:tav>
                                      </p:tavLst>
                                    </p:anim>
                                    <p:anim calcmode="lin" valueType="num">
                                      <p:cBhvr>
                                        <p:cTn id="216" dur="1000" fill="hold"/>
                                        <p:tgtEl>
                                          <p:spTgt spid="108"/>
                                        </p:tgtEl>
                                        <p:attrNameLst>
                                          <p:attrName>ppt_h</p:attrName>
                                        </p:attrNameLst>
                                      </p:cBhvr>
                                      <p:tavLst>
                                        <p:tav tm="0">
                                          <p:val>
                                            <p:fltVal val="0"/>
                                          </p:val>
                                        </p:tav>
                                        <p:tav tm="100000">
                                          <p:val>
                                            <p:strVal val="#ppt_h"/>
                                          </p:val>
                                        </p:tav>
                                      </p:tavLst>
                                    </p:anim>
                                    <p:anim calcmode="lin" valueType="num">
                                      <p:cBhvr>
                                        <p:cTn id="217" dur="1000" fill="hold"/>
                                        <p:tgtEl>
                                          <p:spTgt spid="108"/>
                                        </p:tgtEl>
                                        <p:attrNameLst>
                                          <p:attrName>ppt_x</p:attrName>
                                        </p:attrNameLst>
                                      </p:cBhvr>
                                      <p:tavLst>
                                        <p:tav tm="0" fmla="#ppt_x+(cos(-2*pi*(1-$))*-#ppt_x-sin(-2*pi*(1-$))*(1-#ppt_y))*(1-$)">
                                          <p:val>
                                            <p:fltVal val="0"/>
                                          </p:val>
                                        </p:tav>
                                        <p:tav tm="100000">
                                          <p:val>
                                            <p:fltVal val="1"/>
                                          </p:val>
                                        </p:tav>
                                      </p:tavLst>
                                    </p:anim>
                                    <p:anim calcmode="lin" valueType="num">
                                      <p:cBhvr>
                                        <p:cTn id="218" dur="1000" fill="hold"/>
                                        <p:tgtEl>
                                          <p:spTgt spid="108"/>
                                        </p:tgtEl>
                                        <p:attrNameLst>
                                          <p:attrName>ppt_y</p:attrName>
                                        </p:attrNameLst>
                                      </p:cBhvr>
                                      <p:tavLst>
                                        <p:tav tm="0" fmla="#ppt_y+(sin(-2*pi*(1-$))*-#ppt_x+cos(-2*pi*(1-$))*(1-#ppt_y))*(1-$)">
                                          <p:val>
                                            <p:fltVal val="0"/>
                                          </p:val>
                                        </p:tav>
                                        <p:tav tm="100000">
                                          <p:val>
                                            <p:fltVal val="1"/>
                                          </p:val>
                                        </p:tav>
                                      </p:tavLst>
                                    </p:anim>
                                  </p:childTnLst>
                                </p:cTn>
                              </p:par>
                              <p:par>
                                <p:cTn id="219" presetID="15" presetClass="entr" presetSubtype="0" fill="hold" grpId="0" nodeType="withEffect">
                                  <p:stCondLst>
                                    <p:cond delay="0"/>
                                  </p:stCondLst>
                                  <p:childTnLst>
                                    <p:set>
                                      <p:cBhvr>
                                        <p:cTn id="220" dur="1" fill="hold">
                                          <p:stCondLst>
                                            <p:cond delay="0"/>
                                          </p:stCondLst>
                                        </p:cTn>
                                        <p:tgtEl>
                                          <p:spTgt spid="109"/>
                                        </p:tgtEl>
                                        <p:attrNameLst>
                                          <p:attrName>style.visibility</p:attrName>
                                        </p:attrNameLst>
                                      </p:cBhvr>
                                      <p:to>
                                        <p:strVal val="visible"/>
                                      </p:to>
                                    </p:set>
                                    <p:anim calcmode="lin" valueType="num">
                                      <p:cBhvr>
                                        <p:cTn id="221" dur="1000" fill="hold"/>
                                        <p:tgtEl>
                                          <p:spTgt spid="109"/>
                                        </p:tgtEl>
                                        <p:attrNameLst>
                                          <p:attrName>ppt_w</p:attrName>
                                        </p:attrNameLst>
                                      </p:cBhvr>
                                      <p:tavLst>
                                        <p:tav tm="0">
                                          <p:val>
                                            <p:fltVal val="0"/>
                                          </p:val>
                                        </p:tav>
                                        <p:tav tm="100000">
                                          <p:val>
                                            <p:strVal val="#ppt_w"/>
                                          </p:val>
                                        </p:tav>
                                      </p:tavLst>
                                    </p:anim>
                                    <p:anim calcmode="lin" valueType="num">
                                      <p:cBhvr>
                                        <p:cTn id="222" dur="1000" fill="hold"/>
                                        <p:tgtEl>
                                          <p:spTgt spid="109"/>
                                        </p:tgtEl>
                                        <p:attrNameLst>
                                          <p:attrName>ppt_h</p:attrName>
                                        </p:attrNameLst>
                                      </p:cBhvr>
                                      <p:tavLst>
                                        <p:tav tm="0">
                                          <p:val>
                                            <p:fltVal val="0"/>
                                          </p:val>
                                        </p:tav>
                                        <p:tav tm="100000">
                                          <p:val>
                                            <p:strVal val="#ppt_h"/>
                                          </p:val>
                                        </p:tav>
                                      </p:tavLst>
                                    </p:anim>
                                    <p:anim calcmode="lin" valueType="num">
                                      <p:cBhvr>
                                        <p:cTn id="223" dur="1000" fill="hold"/>
                                        <p:tgtEl>
                                          <p:spTgt spid="109"/>
                                        </p:tgtEl>
                                        <p:attrNameLst>
                                          <p:attrName>ppt_x</p:attrName>
                                        </p:attrNameLst>
                                      </p:cBhvr>
                                      <p:tavLst>
                                        <p:tav tm="0" fmla="#ppt_x+(cos(-2*pi*(1-$))*-#ppt_x-sin(-2*pi*(1-$))*(1-#ppt_y))*(1-$)">
                                          <p:val>
                                            <p:fltVal val="0"/>
                                          </p:val>
                                        </p:tav>
                                        <p:tav tm="100000">
                                          <p:val>
                                            <p:fltVal val="1"/>
                                          </p:val>
                                        </p:tav>
                                      </p:tavLst>
                                    </p:anim>
                                    <p:anim calcmode="lin" valueType="num">
                                      <p:cBhvr>
                                        <p:cTn id="224" dur="1000" fill="hold"/>
                                        <p:tgtEl>
                                          <p:spTgt spid="109"/>
                                        </p:tgtEl>
                                        <p:attrNameLst>
                                          <p:attrName>ppt_y</p:attrName>
                                        </p:attrNameLst>
                                      </p:cBhvr>
                                      <p:tavLst>
                                        <p:tav tm="0" fmla="#ppt_y+(sin(-2*pi*(1-$))*-#ppt_x+cos(-2*pi*(1-$))*(1-#ppt_y))*(1-$)">
                                          <p:val>
                                            <p:fltVal val="0"/>
                                          </p:val>
                                        </p:tav>
                                        <p:tav tm="100000">
                                          <p:val>
                                            <p:fltVal val="1"/>
                                          </p:val>
                                        </p:tav>
                                      </p:tavLst>
                                    </p:anim>
                                  </p:childTnLst>
                                </p:cTn>
                              </p:par>
                              <p:par>
                                <p:cTn id="225" presetID="15" presetClass="entr" presetSubtype="0" fill="hold" nodeType="withEffect">
                                  <p:stCondLst>
                                    <p:cond delay="0"/>
                                  </p:stCondLst>
                                  <p:childTnLst>
                                    <p:set>
                                      <p:cBhvr>
                                        <p:cTn id="226" dur="1" fill="hold">
                                          <p:stCondLst>
                                            <p:cond delay="0"/>
                                          </p:stCondLst>
                                        </p:cTn>
                                        <p:tgtEl>
                                          <p:spTgt spid="110"/>
                                        </p:tgtEl>
                                        <p:attrNameLst>
                                          <p:attrName>style.visibility</p:attrName>
                                        </p:attrNameLst>
                                      </p:cBhvr>
                                      <p:to>
                                        <p:strVal val="visible"/>
                                      </p:to>
                                    </p:set>
                                    <p:anim calcmode="lin" valueType="num">
                                      <p:cBhvr>
                                        <p:cTn id="227" dur="1000" fill="hold"/>
                                        <p:tgtEl>
                                          <p:spTgt spid="110"/>
                                        </p:tgtEl>
                                        <p:attrNameLst>
                                          <p:attrName>ppt_w</p:attrName>
                                        </p:attrNameLst>
                                      </p:cBhvr>
                                      <p:tavLst>
                                        <p:tav tm="0">
                                          <p:val>
                                            <p:fltVal val="0"/>
                                          </p:val>
                                        </p:tav>
                                        <p:tav tm="100000">
                                          <p:val>
                                            <p:strVal val="#ppt_w"/>
                                          </p:val>
                                        </p:tav>
                                      </p:tavLst>
                                    </p:anim>
                                    <p:anim calcmode="lin" valueType="num">
                                      <p:cBhvr>
                                        <p:cTn id="228" dur="1000" fill="hold"/>
                                        <p:tgtEl>
                                          <p:spTgt spid="110"/>
                                        </p:tgtEl>
                                        <p:attrNameLst>
                                          <p:attrName>ppt_h</p:attrName>
                                        </p:attrNameLst>
                                      </p:cBhvr>
                                      <p:tavLst>
                                        <p:tav tm="0">
                                          <p:val>
                                            <p:fltVal val="0"/>
                                          </p:val>
                                        </p:tav>
                                        <p:tav tm="100000">
                                          <p:val>
                                            <p:strVal val="#ppt_h"/>
                                          </p:val>
                                        </p:tav>
                                      </p:tavLst>
                                    </p:anim>
                                    <p:anim calcmode="lin" valueType="num">
                                      <p:cBhvr>
                                        <p:cTn id="229" dur="1000" fill="hold"/>
                                        <p:tgtEl>
                                          <p:spTgt spid="110"/>
                                        </p:tgtEl>
                                        <p:attrNameLst>
                                          <p:attrName>ppt_x</p:attrName>
                                        </p:attrNameLst>
                                      </p:cBhvr>
                                      <p:tavLst>
                                        <p:tav tm="0" fmla="#ppt_x+(cos(-2*pi*(1-$))*-#ppt_x-sin(-2*pi*(1-$))*(1-#ppt_y))*(1-$)">
                                          <p:val>
                                            <p:fltVal val="0"/>
                                          </p:val>
                                        </p:tav>
                                        <p:tav tm="100000">
                                          <p:val>
                                            <p:fltVal val="1"/>
                                          </p:val>
                                        </p:tav>
                                      </p:tavLst>
                                    </p:anim>
                                    <p:anim calcmode="lin" valueType="num">
                                      <p:cBhvr>
                                        <p:cTn id="230" dur="1000" fill="hold"/>
                                        <p:tgtEl>
                                          <p:spTgt spid="110"/>
                                        </p:tgtEl>
                                        <p:attrNameLst>
                                          <p:attrName>ppt_y</p:attrName>
                                        </p:attrNameLst>
                                      </p:cBhvr>
                                      <p:tavLst>
                                        <p:tav tm="0" fmla="#ppt_y+(sin(-2*pi*(1-$))*-#ppt_x+cos(-2*pi*(1-$))*(1-#ppt_y))*(1-$)">
                                          <p:val>
                                            <p:fltVal val="0"/>
                                          </p:val>
                                        </p:tav>
                                        <p:tav tm="100000">
                                          <p:val>
                                            <p:fltVal val="1"/>
                                          </p:val>
                                        </p:tav>
                                      </p:tavLst>
                                    </p:anim>
                                  </p:childTnLst>
                                </p:cTn>
                              </p:par>
                              <p:par>
                                <p:cTn id="231" presetID="15" presetClass="entr" presetSubtype="0" fill="hold" nodeType="withEffect">
                                  <p:stCondLst>
                                    <p:cond delay="0"/>
                                  </p:stCondLst>
                                  <p:childTnLst>
                                    <p:set>
                                      <p:cBhvr>
                                        <p:cTn id="232" dur="1" fill="hold">
                                          <p:stCondLst>
                                            <p:cond delay="0"/>
                                          </p:stCondLst>
                                        </p:cTn>
                                        <p:tgtEl>
                                          <p:spTgt spid="111"/>
                                        </p:tgtEl>
                                        <p:attrNameLst>
                                          <p:attrName>style.visibility</p:attrName>
                                        </p:attrNameLst>
                                      </p:cBhvr>
                                      <p:to>
                                        <p:strVal val="visible"/>
                                      </p:to>
                                    </p:set>
                                    <p:anim calcmode="lin" valueType="num">
                                      <p:cBhvr>
                                        <p:cTn id="233" dur="1000" fill="hold"/>
                                        <p:tgtEl>
                                          <p:spTgt spid="111"/>
                                        </p:tgtEl>
                                        <p:attrNameLst>
                                          <p:attrName>ppt_w</p:attrName>
                                        </p:attrNameLst>
                                      </p:cBhvr>
                                      <p:tavLst>
                                        <p:tav tm="0">
                                          <p:val>
                                            <p:fltVal val="0"/>
                                          </p:val>
                                        </p:tav>
                                        <p:tav tm="100000">
                                          <p:val>
                                            <p:strVal val="#ppt_w"/>
                                          </p:val>
                                        </p:tav>
                                      </p:tavLst>
                                    </p:anim>
                                    <p:anim calcmode="lin" valueType="num">
                                      <p:cBhvr>
                                        <p:cTn id="234" dur="1000" fill="hold"/>
                                        <p:tgtEl>
                                          <p:spTgt spid="111"/>
                                        </p:tgtEl>
                                        <p:attrNameLst>
                                          <p:attrName>ppt_h</p:attrName>
                                        </p:attrNameLst>
                                      </p:cBhvr>
                                      <p:tavLst>
                                        <p:tav tm="0">
                                          <p:val>
                                            <p:fltVal val="0"/>
                                          </p:val>
                                        </p:tav>
                                        <p:tav tm="100000">
                                          <p:val>
                                            <p:strVal val="#ppt_h"/>
                                          </p:val>
                                        </p:tav>
                                      </p:tavLst>
                                    </p:anim>
                                    <p:anim calcmode="lin" valueType="num">
                                      <p:cBhvr>
                                        <p:cTn id="235" dur="1000" fill="hold"/>
                                        <p:tgtEl>
                                          <p:spTgt spid="111"/>
                                        </p:tgtEl>
                                        <p:attrNameLst>
                                          <p:attrName>ppt_x</p:attrName>
                                        </p:attrNameLst>
                                      </p:cBhvr>
                                      <p:tavLst>
                                        <p:tav tm="0" fmla="#ppt_x+(cos(-2*pi*(1-$))*-#ppt_x-sin(-2*pi*(1-$))*(1-#ppt_y))*(1-$)">
                                          <p:val>
                                            <p:fltVal val="0"/>
                                          </p:val>
                                        </p:tav>
                                        <p:tav tm="100000">
                                          <p:val>
                                            <p:fltVal val="1"/>
                                          </p:val>
                                        </p:tav>
                                      </p:tavLst>
                                    </p:anim>
                                    <p:anim calcmode="lin" valueType="num">
                                      <p:cBhvr>
                                        <p:cTn id="236" dur="1000" fill="hold"/>
                                        <p:tgtEl>
                                          <p:spTgt spid="111"/>
                                        </p:tgtEl>
                                        <p:attrNameLst>
                                          <p:attrName>ppt_y</p:attrName>
                                        </p:attrNameLst>
                                      </p:cBhvr>
                                      <p:tavLst>
                                        <p:tav tm="0" fmla="#ppt_y+(sin(-2*pi*(1-$))*-#ppt_x+cos(-2*pi*(1-$))*(1-#ppt_y))*(1-$)">
                                          <p:val>
                                            <p:fltVal val="0"/>
                                          </p:val>
                                        </p:tav>
                                        <p:tav tm="100000">
                                          <p:val>
                                            <p:fltVal val="1"/>
                                          </p:val>
                                        </p:tav>
                                      </p:tavLst>
                                    </p:anim>
                                  </p:childTnLst>
                                </p:cTn>
                              </p:par>
                              <p:par>
                                <p:cTn id="237" presetID="15" presetClass="entr" presetSubtype="0" fill="hold" nodeType="withEffect">
                                  <p:stCondLst>
                                    <p:cond delay="0"/>
                                  </p:stCondLst>
                                  <p:childTnLst>
                                    <p:set>
                                      <p:cBhvr>
                                        <p:cTn id="238" dur="1" fill="hold">
                                          <p:stCondLst>
                                            <p:cond delay="0"/>
                                          </p:stCondLst>
                                        </p:cTn>
                                        <p:tgtEl>
                                          <p:spTgt spid="112"/>
                                        </p:tgtEl>
                                        <p:attrNameLst>
                                          <p:attrName>style.visibility</p:attrName>
                                        </p:attrNameLst>
                                      </p:cBhvr>
                                      <p:to>
                                        <p:strVal val="visible"/>
                                      </p:to>
                                    </p:set>
                                    <p:anim calcmode="lin" valueType="num">
                                      <p:cBhvr>
                                        <p:cTn id="239" dur="1000" fill="hold"/>
                                        <p:tgtEl>
                                          <p:spTgt spid="112"/>
                                        </p:tgtEl>
                                        <p:attrNameLst>
                                          <p:attrName>ppt_w</p:attrName>
                                        </p:attrNameLst>
                                      </p:cBhvr>
                                      <p:tavLst>
                                        <p:tav tm="0">
                                          <p:val>
                                            <p:fltVal val="0"/>
                                          </p:val>
                                        </p:tav>
                                        <p:tav tm="100000">
                                          <p:val>
                                            <p:strVal val="#ppt_w"/>
                                          </p:val>
                                        </p:tav>
                                      </p:tavLst>
                                    </p:anim>
                                    <p:anim calcmode="lin" valueType="num">
                                      <p:cBhvr>
                                        <p:cTn id="240" dur="1000" fill="hold"/>
                                        <p:tgtEl>
                                          <p:spTgt spid="112"/>
                                        </p:tgtEl>
                                        <p:attrNameLst>
                                          <p:attrName>ppt_h</p:attrName>
                                        </p:attrNameLst>
                                      </p:cBhvr>
                                      <p:tavLst>
                                        <p:tav tm="0">
                                          <p:val>
                                            <p:fltVal val="0"/>
                                          </p:val>
                                        </p:tav>
                                        <p:tav tm="100000">
                                          <p:val>
                                            <p:strVal val="#ppt_h"/>
                                          </p:val>
                                        </p:tav>
                                      </p:tavLst>
                                    </p:anim>
                                    <p:anim calcmode="lin" valueType="num">
                                      <p:cBhvr>
                                        <p:cTn id="241" dur="1000" fill="hold"/>
                                        <p:tgtEl>
                                          <p:spTgt spid="112"/>
                                        </p:tgtEl>
                                        <p:attrNameLst>
                                          <p:attrName>ppt_x</p:attrName>
                                        </p:attrNameLst>
                                      </p:cBhvr>
                                      <p:tavLst>
                                        <p:tav tm="0" fmla="#ppt_x+(cos(-2*pi*(1-$))*-#ppt_x-sin(-2*pi*(1-$))*(1-#ppt_y))*(1-$)">
                                          <p:val>
                                            <p:fltVal val="0"/>
                                          </p:val>
                                        </p:tav>
                                        <p:tav tm="100000">
                                          <p:val>
                                            <p:fltVal val="1"/>
                                          </p:val>
                                        </p:tav>
                                      </p:tavLst>
                                    </p:anim>
                                    <p:anim calcmode="lin" valueType="num">
                                      <p:cBhvr>
                                        <p:cTn id="242" dur="1000" fill="hold"/>
                                        <p:tgtEl>
                                          <p:spTgt spid="112"/>
                                        </p:tgtEl>
                                        <p:attrNameLst>
                                          <p:attrName>ppt_y</p:attrName>
                                        </p:attrNameLst>
                                      </p:cBhvr>
                                      <p:tavLst>
                                        <p:tav tm="0" fmla="#ppt_y+(sin(-2*pi*(1-$))*-#ppt_x+cos(-2*pi*(1-$))*(1-#ppt_y))*(1-$)">
                                          <p:val>
                                            <p:fltVal val="0"/>
                                          </p:val>
                                        </p:tav>
                                        <p:tav tm="100000">
                                          <p:val>
                                            <p:fltVal val="1"/>
                                          </p:val>
                                        </p:tav>
                                      </p:tavLst>
                                    </p:anim>
                                  </p:childTnLst>
                                </p:cTn>
                              </p:par>
                              <p:par>
                                <p:cTn id="243" presetID="15" presetClass="entr" presetSubtype="0" fill="hold" nodeType="withEffect">
                                  <p:stCondLst>
                                    <p:cond delay="0"/>
                                  </p:stCondLst>
                                  <p:childTnLst>
                                    <p:set>
                                      <p:cBhvr>
                                        <p:cTn id="244" dur="1" fill="hold">
                                          <p:stCondLst>
                                            <p:cond delay="0"/>
                                          </p:stCondLst>
                                        </p:cTn>
                                        <p:tgtEl>
                                          <p:spTgt spid="113"/>
                                        </p:tgtEl>
                                        <p:attrNameLst>
                                          <p:attrName>style.visibility</p:attrName>
                                        </p:attrNameLst>
                                      </p:cBhvr>
                                      <p:to>
                                        <p:strVal val="visible"/>
                                      </p:to>
                                    </p:set>
                                    <p:anim calcmode="lin" valueType="num">
                                      <p:cBhvr>
                                        <p:cTn id="245" dur="1000" fill="hold"/>
                                        <p:tgtEl>
                                          <p:spTgt spid="113"/>
                                        </p:tgtEl>
                                        <p:attrNameLst>
                                          <p:attrName>ppt_w</p:attrName>
                                        </p:attrNameLst>
                                      </p:cBhvr>
                                      <p:tavLst>
                                        <p:tav tm="0">
                                          <p:val>
                                            <p:fltVal val="0"/>
                                          </p:val>
                                        </p:tav>
                                        <p:tav tm="100000">
                                          <p:val>
                                            <p:strVal val="#ppt_w"/>
                                          </p:val>
                                        </p:tav>
                                      </p:tavLst>
                                    </p:anim>
                                    <p:anim calcmode="lin" valueType="num">
                                      <p:cBhvr>
                                        <p:cTn id="246" dur="1000" fill="hold"/>
                                        <p:tgtEl>
                                          <p:spTgt spid="113"/>
                                        </p:tgtEl>
                                        <p:attrNameLst>
                                          <p:attrName>ppt_h</p:attrName>
                                        </p:attrNameLst>
                                      </p:cBhvr>
                                      <p:tavLst>
                                        <p:tav tm="0">
                                          <p:val>
                                            <p:fltVal val="0"/>
                                          </p:val>
                                        </p:tav>
                                        <p:tav tm="100000">
                                          <p:val>
                                            <p:strVal val="#ppt_h"/>
                                          </p:val>
                                        </p:tav>
                                      </p:tavLst>
                                    </p:anim>
                                    <p:anim calcmode="lin" valueType="num">
                                      <p:cBhvr>
                                        <p:cTn id="247" dur="1000" fill="hold"/>
                                        <p:tgtEl>
                                          <p:spTgt spid="113"/>
                                        </p:tgtEl>
                                        <p:attrNameLst>
                                          <p:attrName>ppt_x</p:attrName>
                                        </p:attrNameLst>
                                      </p:cBhvr>
                                      <p:tavLst>
                                        <p:tav tm="0" fmla="#ppt_x+(cos(-2*pi*(1-$))*-#ppt_x-sin(-2*pi*(1-$))*(1-#ppt_y))*(1-$)">
                                          <p:val>
                                            <p:fltVal val="0"/>
                                          </p:val>
                                        </p:tav>
                                        <p:tav tm="100000">
                                          <p:val>
                                            <p:fltVal val="1"/>
                                          </p:val>
                                        </p:tav>
                                      </p:tavLst>
                                    </p:anim>
                                    <p:anim calcmode="lin" valueType="num">
                                      <p:cBhvr>
                                        <p:cTn id="248" dur="1000" fill="hold"/>
                                        <p:tgtEl>
                                          <p:spTgt spid="113"/>
                                        </p:tgtEl>
                                        <p:attrNameLst>
                                          <p:attrName>ppt_y</p:attrName>
                                        </p:attrNameLst>
                                      </p:cBhvr>
                                      <p:tavLst>
                                        <p:tav tm="0" fmla="#ppt_y+(sin(-2*pi*(1-$))*-#ppt_x+cos(-2*pi*(1-$))*(1-#ppt_y))*(1-$)">
                                          <p:val>
                                            <p:fltVal val="0"/>
                                          </p:val>
                                        </p:tav>
                                        <p:tav tm="100000">
                                          <p:val>
                                            <p:fltVal val="1"/>
                                          </p:val>
                                        </p:tav>
                                      </p:tavLst>
                                    </p:anim>
                                  </p:childTnLst>
                                </p:cTn>
                              </p:par>
                              <p:par>
                                <p:cTn id="249" presetID="15" presetClass="entr" presetSubtype="0" fill="hold" grpId="0" nodeType="withEffect">
                                  <p:stCondLst>
                                    <p:cond delay="0"/>
                                  </p:stCondLst>
                                  <p:childTnLst>
                                    <p:set>
                                      <p:cBhvr>
                                        <p:cTn id="250" dur="1" fill="hold">
                                          <p:stCondLst>
                                            <p:cond delay="0"/>
                                          </p:stCondLst>
                                        </p:cTn>
                                        <p:tgtEl>
                                          <p:spTgt spid="114"/>
                                        </p:tgtEl>
                                        <p:attrNameLst>
                                          <p:attrName>style.visibility</p:attrName>
                                        </p:attrNameLst>
                                      </p:cBhvr>
                                      <p:to>
                                        <p:strVal val="visible"/>
                                      </p:to>
                                    </p:set>
                                    <p:anim calcmode="lin" valueType="num">
                                      <p:cBhvr>
                                        <p:cTn id="251" dur="1000" fill="hold"/>
                                        <p:tgtEl>
                                          <p:spTgt spid="114"/>
                                        </p:tgtEl>
                                        <p:attrNameLst>
                                          <p:attrName>ppt_w</p:attrName>
                                        </p:attrNameLst>
                                      </p:cBhvr>
                                      <p:tavLst>
                                        <p:tav tm="0">
                                          <p:val>
                                            <p:fltVal val="0"/>
                                          </p:val>
                                        </p:tav>
                                        <p:tav tm="100000">
                                          <p:val>
                                            <p:strVal val="#ppt_w"/>
                                          </p:val>
                                        </p:tav>
                                      </p:tavLst>
                                    </p:anim>
                                    <p:anim calcmode="lin" valueType="num">
                                      <p:cBhvr>
                                        <p:cTn id="252" dur="1000" fill="hold"/>
                                        <p:tgtEl>
                                          <p:spTgt spid="114"/>
                                        </p:tgtEl>
                                        <p:attrNameLst>
                                          <p:attrName>ppt_h</p:attrName>
                                        </p:attrNameLst>
                                      </p:cBhvr>
                                      <p:tavLst>
                                        <p:tav tm="0">
                                          <p:val>
                                            <p:fltVal val="0"/>
                                          </p:val>
                                        </p:tav>
                                        <p:tav tm="100000">
                                          <p:val>
                                            <p:strVal val="#ppt_h"/>
                                          </p:val>
                                        </p:tav>
                                      </p:tavLst>
                                    </p:anim>
                                    <p:anim calcmode="lin" valueType="num">
                                      <p:cBhvr>
                                        <p:cTn id="253" dur="1000" fill="hold"/>
                                        <p:tgtEl>
                                          <p:spTgt spid="114"/>
                                        </p:tgtEl>
                                        <p:attrNameLst>
                                          <p:attrName>ppt_x</p:attrName>
                                        </p:attrNameLst>
                                      </p:cBhvr>
                                      <p:tavLst>
                                        <p:tav tm="0" fmla="#ppt_x+(cos(-2*pi*(1-$))*-#ppt_x-sin(-2*pi*(1-$))*(1-#ppt_y))*(1-$)">
                                          <p:val>
                                            <p:fltVal val="0"/>
                                          </p:val>
                                        </p:tav>
                                        <p:tav tm="100000">
                                          <p:val>
                                            <p:fltVal val="1"/>
                                          </p:val>
                                        </p:tav>
                                      </p:tavLst>
                                    </p:anim>
                                    <p:anim calcmode="lin" valueType="num">
                                      <p:cBhvr>
                                        <p:cTn id="254" dur="1000" fill="hold"/>
                                        <p:tgtEl>
                                          <p:spTgt spid="114"/>
                                        </p:tgtEl>
                                        <p:attrNameLst>
                                          <p:attrName>ppt_y</p:attrName>
                                        </p:attrNameLst>
                                      </p:cBhvr>
                                      <p:tavLst>
                                        <p:tav tm="0" fmla="#ppt_y+(sin(-2*pi*(1-$))*-#ppt_x+cos(-2*pi*(1-$))*(1-#ppt_y))*(1-$)">
                                          <p:val>
                                            <p:fltVal val="0"/>
                                          </p:val>
                                        </p:tav>
                                        <p:tav tm="100000">
                                          <p:val>
                                            <p:fltVal val="1"/>
                                          </p:val>
                                        </p:tav>
                                      </p:tavLst>
                                    </p:anim>
                                  </p:childTnLst>
                                </p:cTn>
                              </p:par>
                              <p:par>
                                <p:cTn id="255" presetID="15" presetClass="entr" presetSubtype="0" fill="hold" nodeType="withEffect">
                                  <p:stCondLst>
                                    <p:cond delay="0"/>
                                  </p:stCondLst>
                                  <p:childTnLst>
                                    <p:set>
                                      <p:cBhvr>
                                        <p:cTn id="256" dur="1" fill="hold">
                                          <p:stCondLst>
                                            <p:cond delay="0"/>
                                          </p:stCondLst>
                                        </p:cTn>
                                        <p:tgtEl>
                                          <p:spTgt spid="115"/>
                                        </p:tgtEl>
                                        <p:attrNameLst>
                                          <p:attrName>style.visibility</p:attrName>
                                        </p:attrNameLst>
                                      </p:cBhvr>
                                      <p:to>
                                        <p:strVal val="visible"/>
                                      </p:to>
                                    </p:set>
                                    <p:anim calcmode="lin" valueType="num">
                                      <p:cBhvr>
                                        <p:cTn id="257" dur="1000" fill="hold"/>
                                        <p:tgtEl>
                                          <p:spTgt spid="115"/>
                                        </p:tgtEl>
                                        <p:attrNameLst>
                                          <p:attrName>ppt_w</p:attrName>
                                        </p:attrNameLst>
                                      </p:cBhvr>
                                      <p:tavLst>
                                        <p:tav tm="0">
                                          <p:val>
                                            <p:fltVal val="0"/>
                                          </p:val>
                                        </p:tav>
                                        <p:tav tm="100000">
                                          <p:val>
                                            <p:strVal val="#ppt_w"/>
                                          </p:val>
                                        </p:tav>
                                      </p:tavLst>
                                    </p:anim>
                                    <p:anim calcmode="lin" valueType="num">
                                      <p:cBhvr>
                                        <p:cTn id="258" dur="1000" fill="hold"/>
                                        <p:tgtEl>
                                          <p:spTgt spid="115"/>
                                        </p:tgtEl>
                                        <p:attrNameLst>
                                          <p:attrName>ppt_h</p:attrName>
                                        </p:attrNameLst>
                                      </p:cBhvr>
                                      <p:tavLst>
                                        <p:tav tm="0">
                                          <p:val>
                                            <p:fltVal val="0"/>
                                          </p:val>
                                        </p:tav>
                                        <p:tav tm="100000">
                                          <p:val>
                                            <p:strVal val="#ppt_h"/>
                                          </p:val>
                                        </p:tav>
                                      </p:tavLst>
                                    </p:anim>
                                    <p:anim calcmode="lin" valueType="num">
                                      <p:cBhvr>
                                        <p:cTn id="259" dur="1000" fill="hold"/>
                                        <p:tgtEl>
                                          <p:spTgt spid="115"/>
                                        </p:tgtEl>
                                        <p:attrNameLst>
                                          <p:attrName>ppt_x</p:attrName>
                                        </p:attrNameLst>
                                      </p:cBhvr>
                                      <p:tavLst>
                                        <p:tav tm="0" fmla="#ppt_x+(cos(-2*pi*(1-$))*-#ppt_x-sin(-2*pi*(1-$))*(1-#ppt_y))*(1-$)">
                                          <p:val>
                                            <p:fltVal val="0"/>
                                          </p:val>
                                        </p:tav>
                                        <p:tav tm="100000">
                                          <p:val>
                                            <p:fltVal val="1"/>
                                          </p:val>
                                        </p:tav>
                                      </p:tavLst>
                                    </p:anim>
                                    <p:anim calcmode="lin" valueType="num">
                                      <p:cBhvr>
                                        <p:cTn id="260" dur="1000" fill="hold"/>
                                        <p:tgtEl>
                                          <p:spTgt spid="115"/>
                                        </p:tgtEl>
                                        <p:attrNameLst>
                                          <p:attrName>ppt_y</p:attrName>
                                        </p:attrNameLst>
                                      </p:cBhvr>
                                      <p:tavLst>
                                        <p:tav tm="0" fmla="#ppt_y+(sin(-2*pi*(1-$))*-#ppt_x+cos(-2*pi*(1-$))*(1-#ppt_y))*(1-$)">
                                          <p:val>
                                            <p:fltVal val="0"/>
                                          </p:val>
                                        </p:tav>
                                        <p:tav tm="100000">
                                          <p:val>
                                            <p:fltVal val="1"/>
                                          </p:val>
                                        </p:tav>
                                      </p:tavLst>
                                    </p:anim>
                                  </p:childTnLst>
                                </p:cTn>
                              </p:par>
                              <p:par>
                                <p:cTn id="261" presetID="15" presetClass="entr" presetSubtype="0" fill="hold" grpId="0" nodeType="withEffect">
                                  <p:stCondLst>
                                    <p:cond delay="0"/>
                                  </p:stCondLst>
                                  <p:childTnLst>
                                    <p:set>
                                      <p:cBhvr>
                                        <p:cTn id="262" dur="1" fill="hold">
                                          <p:stCondLst>
                                            <p:cond delay="0"/>
                                          </p:stCondLst>
                                        </p:cTn>
                                        <p:tgtEl>
                                          <p:spTgt spid="116"/>
                                        </p:tgtEl>
                                        <p:attrNameLst>
                                          <p:attrName>style.visibility</p:attrName>
                                        </p:attrNameLst>
                                      </p:cBhvr>
                                      <p:to>
                                        <p:strVal val="visible"/>
                                      </p:to>
                                    </p:set>
                                    <p:anim calcmode="lin" valueType="num">
                                      <p:cBhvr>
                                        <p:cTn id="263" dur="1000" fill="hold"/>
                                        <p:tgtEl>
                                          <p:spTgt spid="116"/>
                                        </p:tgtEl>
                                        <p:attrNameLst>
                                          <p:attrName>ppt_w</p:attrName>
                                        </p:attrNameLst>
                                      </p:cBhvr>
                                      <p:tavLst>
                                        <p:tav tm="0">
                                          <p:val>
                                            <p:fltVal val="0"/>
                                          </p:val>
                                        </p:tav>
                                        <p:tav tm="100000">
                                          <p:val>
                                            <p:strVal val="#ppt_w"/>
                                          </p:val>
                                        </p:tav>
                                      </p:tavLst>
                                    </p:anim>
                                    <p:anim calcmode="lin" valueType="num">
                                      <p:cBhvr>
                                        <p:cTn id="264" dur="1000" fill="hold"/>
                                        <p:tgtEl>
                                          <p:spTgt spid="116"/>
                                        </p:tgtEl>
                                        <p:attrNameLst>
                                          <p:attrName>ppt_h</p:attrName>
                                        </p:attrNameLst>
                                      </p:cBhvr>
                                      <p:tavLst>
                                        <p:tav tm="0">
                                          <p:val>
                                            <p:fltVal val="0"/>
                                          </p:val>
                                        </p:tav>
                                        <p:tav tm="100000">
                                          <p:val>
                                            <p:strVal val="#ppt_h"/>
                                          </p:val>
                                        </p:tav>
                                      </p:tavLst>
                                    </p:anim>
                                    <p:anim calcmode="lin" valueType="num">
                                      <p:cBhvr>
                                        <p:cTn id="265" dur="1000" fill="hold"/>
                                        <p:tgtEl>
                                          <p:spTgt spid="116"/>
                                        </p:tgtEl>
                                        <p:attrNameLst>
                                          <p:attrName>ppt_x</p:attrName>
                                        </p:attrNameLst>
                                      </p:cBhvr>
                                      <p:tavLst>
                                        <p:tav tm="0" fmla="#ppt_x+(cos(-2*pi*(1-$))*-#ppt_x-sin(-2*pi*(1-$))*(1-#ppt_y))*(1-$)">
                                          <p:val>
                                            <p:fltVal val="0"/>
                                          </p:val>
                                        </p:tav>
                                        <p:tav tm="100000">
                                          <p:val>
                                            <p:fltVal val="1"/>
                                          </p:val>
                                        </p:tav>
                                      </p:tavLst>
                                    </p:anim>
                                    <p:anim calcmode="lin" valueType="num">
                                      <p:cBhvr>
                                        <p:cTn id="266" dur="1000" fill="hold"/>
                                        <p:tgtEl>
                                          <p:spTgt spid="116"/>
                                        </p:tgtEl>
                                        <p:attrNameLst>
                                          <p:attrName>ppt_y</p:attrName>
                                        </p:attrNameLst>
                                      </p:cBhvr>
                                      <p:tavLst>
                                        <p:tav tm="0" fmla="#ppt_y+(sin(-2*pi*(1-$))*-#ppt_x+cos(-2*pi*(1-$))*(1-#ppt_y))*(1-$)">
                                          <p:val>
                                            <p:fltVal val="0"/>
                                          </p:val>
                                        </p:tav>
                                        <p:tav tm="100000">
                                          <p:val>
                                            <p:fltVal val="1"/>
                                          </p:val>
                                        </p:tav>
                                      </p:tavLst>
                                    </p:anim>
                                  </p:childTnLst>
                                </p:cTn>
                              </p:par>
                              <p:par>
                                <p:cTn id="267" presetID="15" presetClass="entr" presetSubtype="0" fill="hold" nodeType="withEffect">
                                  <p:stCondLst>
                                    <p:cond delay="0"/>
                                  </p:stCondLst>
                                  <p:childTnLst>
                                    <p:set>
                                      <p:cBhvr>
                                        <p:cTn id="268" dur="1" fill="hold">
                                          <p:stCondLst>
                                            <p:cond delay="0"/>
                                          </p:stCondLst>
                                        </p:cTn>
                                        <p:tgtEl>
                                          <p:spTgt spid="35"/>
                                        </p:tgtEl>
                                        <p:attrNameLst>
                                          <p:attrName>style.visibility</p:attrName>
                                        </p:attrNameLst>
                                      </p:cBhvr>
                                      <p:to>
                                        <p:strVal val="visible"/>
                                      </p:to>
                                    </p:set>
                                    <p:anim calcmode="lin" valueType="num">
                                      <p:cBhvr>
                                        <p:cTn id="269" dur="1000" fill="hold"/>
                                        <p:tgtEl>
                                          <p:spTgt spid="35"/>
                                        </p:tgtEl>
                                        <p:attrNameLst>
                                          <p:attrName>ppt_w</p:attrName>
                                        </p:attrNameLst>
                                      </p:cBhvr>
                                      <p:tavLst>
                                        <p:tav tm="0">
                                          <p:val>
                                            <p:fltVal val="0"/>
                                          </p:val>
                                        </p:tav>
                                        <p:tav tm="100000">
                                          <p:val>
                                            <p:strVal val="#ppt_w"/>
                                          </p:val>
                                        </p:tav>
                                      </p:tavLst>
                                    </p:anim>
                                    <p:anim calcmode="lin" valueType="num">
                                      <p:cBhvr>
                                        <p:cTn id="270" dur="1000" fill="hold"/>
                                        <p:tgtEl>
                                          <p:spTgt spid="35"/>
                                        </p:tgtEl>
                                        <p:attrNameLst>
                                          <p:attrName>ppt_h</p:attrName>
                                        </p:attrNameLst>
                                      </p:cBhvr>
                                      <p:tavLst>
                                        <p:tav tm="0">
                                          <p:val>
                                            <p:fltVal val="0"/>
                                          </p:val>
                                        </p:tav>
                                        <p:tav tm="100000">
                                          <p:val>
                                            <p:strVal val="#ppt_h"/>
                                          </p:val>
                                        </p:tav>
                                      </p:tavLst>
                                    </p:anim>
                                    <p:anim calcmode="lin" valueType="num">
                                      <p:cBhvr>
                                        <p:cTn id="271" dur="1000" fill="hold"/>
                                        <p:tgtEl>
                                          <p:spTgt spid="35"/>
                                        </p:tgtEl>
                                        <p:attrNameLst>
                                          <p:attrName>ppt_x</p:attrName>
                                        </p:attrNameLst>
                                      </p:cBhvr>
                                      <p:tavLst>
                                        <p:tav tm="0" fmla="#ppt_x+(cos(-2*pi*(1-$))*-#ppt_x-sin(-2*pi*(1-$))*(1-#ppt_y))*(1-$)">
                                          <p:val>
                                            <p:fltVal val="0"/>
                                          </p:val>
                                        </p:tav>
                                        <p:tav tm="100000">
                                          <p:val>
                                            <p:fltVal val="1"/>
                                          </p:val>
                                        </p:tav>
                                      </p:tavLst>
                                    </p:anim>
                                    <p:anim calcmode="lin" valueType="num">
                                      <p:cBhvr>
                                        <p:cTn id="272" dur="1000" fill="hold"/>
                                        <p:tgtEl>
                                          <p:spTgt spid="35"/>
                                        </p:tgtEl>
                                        <p:attrNameLst>
                                          <p:attrName>ppt_y</p:attrName>
                                        </p:attrNameLst>
                                      </p:cBhvr>
                                      <p:tavLst>
                                        <p:tav tm="0" fmla="#ppt_y+(sin(-2*pi*(1-$))*-#ppt_x+cos(-2*pi*(1-$))*(1-#ppt_y))*(1-$)">
                                          <p:val>
                                            <p:fltVal val="0"/>
                                          </p:val>
                                        </p:tav>
                                        <p:tav tm="100000">
                                          <p:val>
                                            <p:fltVal val="1"/>
                                          </p:val>
                                        </p:tav>
                                      </p:tavLst>
                                    </p:anim>
                                  </p:childTnLst>
                                </p:cTn>
                              </p:par>
                              <p:par>
                                <p:cTn id="273" presetID="15" presetClass="entr" presetSubtype="0" fill="hold" grpId="0" nodeType="withEffect">
                                  <p:stCondLst>
                                    <p:cond delay="0"/>
                                  </p:stCondLst>
                                  <p:childTnLst>
                                    <p:set>
                                      <p:cBhvr>
                                        <p:cTn id="274" dur="1" fill="hold">
                                          <p:stCondLst>
                                            <p:cond delay="0"/>
                                          </p:stCondLst>
                                        </p:cTn>
                                        <p:tgtEl>
                                          <p:spTgt spid="71"/>
                                        </p:tgtEl>
                                        <p:attrNameLst>
                                          <p:attrName>style.visibility</p:attrName>
                                        </p:attrNameLst>
                                      </p:cBhvr>
                                      <p:to>
                                        <p:strVal val="visible"/>
                                      </p:to>
                                    </p:set>
                                    <p:anim calcmode="lin" valueType="num">
                                      <p:cBhvr>
                                        <p:cTn id="275" dur="1000" fill="hold"/>
                                        <p:tgtEl>
                                          <p:spTgt spid="71"/>
                                        </p:tgtEl>
                                        <p:attrNameLst>
                                          <p:attrName>ppt_w</p:attrName>
                                        </p:attrNameLst>
                                      </p:cBhvr>
                                      <p:tavLst>
                                        <p:tav tm="0">
                                          <p:val>
                                            <p:fltVal val="0"/>
                                          </p:val>
                                        </p:tav>
                                        <p:tav tm="100000">
                                          <p:val>
                                            <p:strVal val="#ppt_w"/>
                                          </p:val>
                                        </p:tav>
                                      </p:tavLst>
                                    </p:anim>
                                    <p:anim calcmode="lin" valueType="num">
                                      <p:cBhvr>
                                        <p:cTn id="276" dur="1000" fill="hold"/>
                                        <p:tgtEl>
                                          <p:spTgt spid="71"/>
                                        </p:tgtEl>
                                        <p:attrNameLst>
                                          <p:attrName>ppt_h</p:attrName>
                                        </p:attrNameLst>
                                      </p:cBhvr>
                                      <p:tavLst>
                                        <p:tav tm="0">
                                          <p:val>
                                            <p:fltVal val="0"/>
                                          </p:val>
                                        </p:tav>
                                        <p:tav tm="100000">
                                          <p:val>
                                            <p:strVal val="#ppt_h"/>
                                          </p:val>
                                        </p:tav>
                                      </p:tavLst>
                                    </p:anim>
                                    <p:anim calcmode="lin" valueType="num">
                                      <p:cBhvr>
                                        <p:cTn id="277" dur="1000" fill="hold"/>
                                        <p:tgtEl>
                                          <p:spTgt spid="71"/>
                                        </p:tgtEl>
                                        <p:attrNameLst>
                                          <p:attrName>ppt_x</p:attrName>
                                        </p:attrNameLst>
                                      </p:cBhvr>
                                      <p:tavLst>
                                        <p:tav tm="0" fmla="#ppt_x+(cos(-2*pi*(1-$))*-#ppt_x-sin(-2*pi*(1-$))*(1-#ppt_y))*(1-$)">
                                          <p:val>
                                            <p:fltVal val="0"/>
                                          </p:val>
                                        </p:tav>
                                        <p:tav tm="100000">
                                          <p:val>
                                            <p:fltVal val="1"/>
                                          </p:val>
                                        </p:tav>
                                      </p:tavLst>
                                    </p:anim>
                                    <p:anim calcmode="lin" valueType="num">
                                      <p:cBhvr>
                                        <p:cTn id="278" dur="1000" fill="hold"/>
                                        <p:tgtEl>
                                          <p:spTgt spid="71"/>
                                        </p:tgtEl>
                                        <p:attrNameLst>
                                          <p:attrName>ppt_y</p:attrName>
                                        </p:attrNameLst>
                                      </p:cBhvr>
                                      <p:tavLst>
                                        <p:tav tm="0" fmla="#ppt_y+(sin(-2*pi*(1-$))*-#ppt_x+cos(-2*pi*(1-$))*(1-#ppt_y))*(1-$)">
                                          <p:val>
                                            <p:fltVal val="0"/>
                                          </p:val>
                                        </p:tav>
                                        <p:tav tm="100000">
                                          <p:val>
                                            <p:fltVal val="1"/>
                                          </p:val>
                                        </p:tav>
                                      </p:tavLst>
                                    </p:anim>
                                  </p:childTnLst>
                                </p:cTn>
                              </p:par>
                              <p:par>
                                <p:cTn id="279" presetID="15" presetClass="entr" presetSubtype="0" fill="hold" grpId="0" nodeType="withEffect">
                                  <p:stCondLst>
                                    <p:cond delay="0"/>
                                  </p:stCondLst>
                                  <p:childTnLst>
                                    <p:set>
                                      <p:cBhvr>
                                        <p:cTn id="280" dur="1" fill="hold">
                                          <p:stCondLst>
                                            <p:cond delay="0"/>
                                          </p:stCondLst>
                                        </p:cTn>
                                        <p:tgtEl>
                                          <p:spTgt spid="70"/>
                                        </p:tgtEl>
                                        <p:attrNameLst>
                                          <p:attrName>style.visibility</p:attrName>
                                        </p:attrNameLst>
                                      </p:cBhvr>
                                      <p:to>
                                        <p:strVal val="visible"/>
                                      </p:to>
                                    </p:set>
                                    <p:anim calcmode="lin" valueType="num">
                                      <p:cBhvr>
                                        <p:cTn id="281" dur="1000" fill="hold"/>
                                        <p:tgtEl>
                                          <p:spTgt spid="70"/>
                                        </p:tgtEl>
                                        <p:attrNameLst>
                                          <p:attrName>ppt_w</p:attrName>
                                        </p:attrNameLst>
                                      </p:cBhvr>
                                      <p:tavLst>
                                        <p:tav tm="0">
                                          <p:val>
                                            <p:fltVal val="0"/>
                                          </p:val>
                                        </p:tav>
                                        <p:tav tm="100000">
                                          <p:val>
                                            <p:strVal val="#ppt_w"/>
                                          </p:val>
                                        </p:tav>
                                      </p:tavLst>
                                    </p:anim>
                                    <p:anim calcmode="lin" valueType="num">
                                      <p:cBhvr>
                                        <p:cTn id="282" dur="1000" fill="hold"/>
                                        <p:tgtEl>
                                          <p:spTgt spid="70"/>
                                        </p:tgtEl>
                                        <p:attrNameLst>
                                          <p:attrName>ppt_h</p:attrName>
                                        </p:attrNameLst>
                                      </p:cBhvr>
                                      <p:tavLst>
                                        <p:tav tm="0">
                                          <p:val>
                                            <p:fltVal val="0"/>
                                          </p:val>
                                        </p:tav>
                                        <p:tav tm="100000">
                                          <p:val>
                                            <p:strVal val="#ppt_h"/>
                                          </p:val>
                                        </p:tav>
                                      </p:tavLst>
                                    </p:anim>
                                    <p:anim calcmode="lin" valueType="num">
                                      <p:cBhvr>
                                        <p:cTn id="283" dur="1000" fill="hold"/>
                                        <p:tgtEl>
                                          <p:spTgt spid="70"/>
                                        </p:tgtEl>
                                        <p:attrNameLst>
                                          <p:attrName>ppt_x</p:attrName>
                                        </p:attrNameLst>
                                      </p:cBhvr>
                                      <p:tavLst>
                                        <p:tav tm="0" fmla="#ppt_x+(cos(-2*pi*(1-$))*-#ppt_x-sin(-2*pi*(1-$))*(1-#ppt_y))*(1-$)">
                                          <p:val>
                                            <p:fltVal val="0"/>
                                          </p:val>
                                        </p:tav>
                                        <p:tav tm="100000">
                                          <p:val>
                                            <p:fltVal val="1"/>
                                          </p:val>
                                        </p:tav>
                                      </p:tavLst>
                                    </p:anim>
                                    <p:anim calcmode="lin" valueType="num">
                                      <p:cBhvr>
                                        <p:cTn id="284" dur="1000" fill="hold"/>
                                        <p:tgtEl>
                                          <p:spTgt spid="7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285" fill="hold">
                      <p:stCondLst>
                        <p:cond delay="indefinite"/>
                      </p:stCondLst>
                      <p:childTnLst>
                        <p:par>
                          <p:cTn id="286" fill="hold">
                            <p:stCondLst>
                              <p:cond delay="0"/>
                            </p:stCondLst>
                            <p:childTnLst>
                              <p:par>
                                <p:cTn id="287" presetID="35" presetClass="entr" presetSubtype="0" fill="hold" nodeType="clickEffect">
                                  <p:stCondLst>
                                    <p:cond delay="0"/>
                                  </p:stCondLst>
                                  <p:childTnLst>
                                    <p:set>
                                      <p:cBhvr>
                                        <p:cTn id="288" dur="1" fill="hold">
                                          <p:stCondLst>
                                            <p:cond delay="0"/>
                                          </p:stCondLst>
                                        </p:cTn>
                                        <p:tgtEl>
                                          <p:spTgt spid="38"/>
                                        </p:tgtEl>
                                        <p:attrNameLst>
                                          <p:attrName>style.visibility</p:attrName>
                                        </p:attrNameLst>
                                      </p:cBhvr>
                                      <p:to>
                                        <p:strVal val="visible"/>
                                      </p:to>
                                    </p:set>
                                    <p:animEffect transition="in" filter="fade">
                                      <p:cBhvr>
                                        <p:cTn id="289" dur="2000"/>
                                        <p:tgtEl>
                                          <p:spTgt spid="38"/>
                                        </p:tgtEl>
                                      </p:cBhvr>
                                    </p:animEffect>
                                    <p:anim calcmode="lin" valueType="num">
                                      <p:cBhvr>
                                        <p:cTn id="290" dur="2000" fill="hold"/>
                                        <p:tgtEl>
                                          <p:spTgt spid="38"/>
                                        </p:tgtEl>
                                        <p:attrNameLst>
                                          <p:attrName>style.rotation</p:attrName>
                                        </p:attrNameLst>
                                      </p:cBhvr>
                                      <p:tavLst>
                                        <p:tav tm="0">
                                          <p:val>
                                            <p:fltVal val="720"/>
                                          </p:val>
                                        </p:tav>
                                        <p:tav tm="100000">
                                          <p:val>
                                            <p:fltVal val="0"/>
                                          </p:val>
                                        </p:tav>
                                      </p:tavLst>
                                    </p:anim>
                                    <p:anim calcmode="lin" valueType="num">
                                      <p:cBhvr>
                                        <p:cTn id="291" dur="2000" fill="hold"/>
                                        <p:tgtEl>
                                          <p:spTgt spid="38"/>
                                        </p:tgtEl>
                                        <p:attrNameLst>
                                          <p:attrName>ppt_h</p:attrName>
                                        </p:attrNameLst>
                                      </p:cBhvr>
                                      <p:tavLst>
                                        <p:tav tm="0">
                                          <p:val>
                                            <p:fltVal val="0"/>
                                          </p:val>
                                        </p:tav>
                                        <p:tav tm="100000">
                                          <p:val>
                                            <p:strVal val="#ppt_h"/>
                                          </p:val>
                                        </p:tav>
                                      </p:tavLst>
                                    </p:anim>
                                    <p:anim calcmode="lin" valueType="num">
                                      <p:cBhvr>
                                        <p:cTn id="292" dur="2000" fill="hold"/>
                                        <p:tgtEl>
                                          <p:spTgt spid="38"/>
                                        </p:tgtEl>
                                        <p:attrNameLst>
                                          <p:attrName>ppt_w</p:attrName>
                                        </p:attrNameLst>
                                      </p:cBhvr>
                                      <p:tavLst>
                                        <p:tav tm="0">
                                          <p:val>
                                            <p:fltVal val="0"/>
                                          </p:val>
                                        </p:tav>
                                        <p:tav tm="100000">
                                          <p:val>
                                            <p:strVal val="#ppt_w"/>
                                          </p:val>
                                        </p:tav>
                                      </p:tavLst>
                                    </p:anim>
                                  </p:childTnLst>
                                </p:cTn>
                              </p:par>
                              <p:par>
                                <p:cTn id="293" presetID="35" presetClass="entr" presetSubtype="0" fill="hold" nodeType="withEffect">
                                  <p:stCondLst>
                                    <p:cond delay="0"/>
                                  </p:stCondLst>
                                  <p:childTnLst>
                                    <p:set>
                                      <p:cBhvr>
                                        <p:cTn id="294" dur="1" fill="hold">
                                          <p:stCondLst>
                                            <p:cond delay="0"/>
                                          </p:stCondLst>
                                        </p:cTn>
                                        <p:tgtEl>
                                          <p:spTgt spid="50"/>
                                        </p:tgtEl>
                                        <p:attrNameLst>
                                          <p:attrName>style.visibility</p:attrName>
                                        </p:attrNameLst>
                                      </p:cBhvr>
                                      <p:to>
                                        <p:strVal val="visible"/>
                                      </p:to>
                                    </p:set>
                                    <p:animEffect transition="in" filter="fade">
                                      <p:cBhvr>
                                        <p:cTn id="295" dur="2000"/>
                                        <p:tgtEl>
                                          <p:spTgt spid="50"/>
                                        </p:tgtEl>
                                      </p:cBhvr>
                                    </p:animEffect>
                                    <p:anim calcmode="lin" valueType="num">
                                      <p:cBhvr>
                                        <p:cTn id="296" dur="2000" fill="hold"/>
                                        <p:tgtEl>
                                          <p:spTgt spid="50"/>
                                        </p:tgtEl>
                                        <p:attrNameLst>
                                          <p:attrName>style.rotation</p:attrName>
                                        </p:attrNameLst>
                                      </p:cBhvr>
                                      <p:tavLst>
                                        <p:tav tm="0">
                                          <p:val>
                                            <p:fltVal val="720"/>
                                          </p:val>
                                        </p:tav>
                                        <p:tav tm="100000">
                                          <p:val>
                                            <p:fltVal val="0"/>
                                          </p:val>
                                        </p:tav>
                                      </p:tavLst>
                                    </p:anim>
                                    <p:anim calcmode="lin" valueType="num">
                                      <p:cBhvr>
                                        <p:cTn id="297" dur="2000" fill="hold"/>
                                        <p:tgtEl>
                                          <p:spTgt spid="50"/>
                                        </p:tgtEl>
                                        <p:attrNameLst>
                                          <p:attrName>ppt_h</p:attrName>
                                        </p:attrNameLst>
                                      </p:cBhvr>
                                      <p:tavLst>
                                        <p:tav tm="0">
                                          <p:val>
                                            <p:fltVal val="0"/>
                                          </p:val>
                                        </p:tav>
                                        <p:tav tm="100000">
                                          <p:val>
                                            <p:strVal val="#ppt_h"/>
                                          </p:val>
                                        </p:tav>
                                      </p:tavLst>
                                    </p:anim>
                                    <p:anim calcmode="lin" valueType="num">
                                      <p:cBhvr>
                                        <p:cTn id="298" dur="2000" fill="hold"/>
                                        <p:tgtEl>
                                          <p:spTgt spid="50"/>
                                        </p:tgtEl>
                                        <p:attrNameLst>
                                          <p:attrName>ppt_w</p:attrName>
                                        </p:attrNameLst>
                                      </p:cBhvr>
                                      <p:tavLst>
                                        <p:tav tm="0">
                                          <p:val>
                                            <p:fltVal val="0"/>
                                          </p:val>
                                        </p:tav>
                                        <p:tav tm="100000">
                                          <p:val>
                                            <p:strVal val="#ppt_w"/>
                                          </p:val>
                                        </p:tav>
                                      </p:tavLst>
                                    </p:anim>
                                  </p:childTnLst>
                                </p:cTn>
                              </p:par>
                              <p:par>
                                <p:cTn id="299" presetID="35" presetClass="entr" presetSubtype="0" fill="hold" nodeType="withEffect">
                                  <p:stCondLst>
                                    <p:cond delay="0"/>
                                  </p:stCondLst>
                                  <p:childTnLst>
                                    <p:set>
                                      <p:cBhvr>
                                        <p:cTn id="300" dur="1" fill="hold">
                                          <p:stCondLst>
                                            <p:cond delay="0"/>
                                          </p:stCondLst>
                                        </p:cTn>
                                        <p:tgtEl>
                                          <p:spTgt spid="51"/>
                                        </p:tgtEl>
                                        <p:attrNameLst>
                                          <p:attrName>style.visibility</p:attrName>
                                        </p:attrNameLst>
                                      </p:cBhvr>
                                      <p:to>
                                        <p:strVal val="visible"/>
                                      </p:to>
                                    </p:set>
                                    <p:animEffect transition="in" filter="fade">
                                      <p:cBhvr>
                                        <p:cTn id="301" dur="2000"/>
                                        <p:tgtEl>
                                          <p:spTgt spid="51"/>
                                        </p:tgtEl>
                                      </p:cBhvr>
                                    </p:animEffect>
                                    <p:anim calcmode="lin" valueType="num">
                                      <p:cBhvr>
                                        <p:cTn id="302" dur="2000" fill="hold"/>
                                        <p:tgtEl>
                                          <p:spTgt spid="51"/>
                                        </p:tgtEl>
                                        <p:attrNameLst>
                                          <p:attrName>style.rotation</p:attrName>
                                        </p:attrNameLst>
                                      </p:cBhvr>
                                      <p:tavLst>
                                        <p:tav tm="0">
                                          <p:val>
                                            <p:fltVal val="720"/>
                                          </p:val>
                                        </p:tav>
                                        <p:tav tm="100000">
                                          <p:val>
                                            <p:fltVal val="0"/>
                                          </p:val>
                                        </p:tav>
                                      </p:tavLst>
                                    </p:anim>
                                    <p:anim calcmode="lin" valueType="num">
                                      <p:cBhvr>
                                        <p:cTn id="303" dur="2000" fill="hold"/>
                                        <p:tgtEl>
                                          <p:spTgt spid="51"/>
                                        </p:tgtEl>
                                        <p:attrNameLst>
                                          <p:attrName>ppt_h</p:attrName>
                                        </p:attrNameLst>
                                      </p:cBhvr>
                                      <p:tavLst>
                                        <p:tav tm="0">
                                          <p:val>
                                            <p:fltVal val="0"/>
                                          </p:val>
                                        </p:tav>
                                        <p:tav tm="100000">
                                          <p:val>
                                            <p:strVal val="#ppt_h"/>
                                          </p:val>
                                        </p:tav>
                                      </p:tavLst>
                                    </p:anim>
                                    <p:anim calcmode="lin" valueType="num">
                                      <p:cBhvr>
                                        <p:cTn id="304" dur="2000" fill="hold"/>
                                        <p:tgtEl>
                                          <p:spTgt spid="51"/>
                                        </p:tgtEl>
                                        <p:attrNameLst>
                                          <p:attrName>ppt_w</p:attrName>
                                        </p:attrNameLst>
                                      </p:cBhvr>
                                      <p:tavLst>
                                        <p:tav tm="0">
                                          <p:val>
                                            <p:fltVal val="0"/>
                                          </p:val>
                                        </p:tav>
                                        <p:tav tm="100000">
                                          <p:val>
                                            <p:strVal val="#ppt_w"/>
                                          </p:val>
                                        </p:tav>
                                      </p:tavLst>
                                    </p:anim>
                                  </p:childTnLst>
                                </p:cTn>
                              </p:par>
                              <p:par>
                                <p:cTn id="305" presetID="35" presetClass="entr" presetSubtype="0" fill="hold" nodeType="withEffect">
                                  <p:stCondLst>
                                    <p:cond delay="0"/>
                                  </p:stCondLst>
                                  <p:childTnLst>
                                    <p:set>
                                      <p:cBhvr>
                                        <p:cTn id="306" dur="1" fill="hold">
                                          <p:stCondLst>
                                            <p:cond delay="0"/>
                                          </p:stCondLst>
                                        </p:cTn>
                                        <p:tgtEl>
                                          <p:spTgt spid="52"/>
                                        </p:tgtEl>
                                        <p:attrNameLst>
                                          <p:attrName>style.visibility</p:attrName>
                                        </p:attrNameLst>
                                      </p:cBhvr>
                                      <p:to>
                                        <p:strVal val="visible"/>
                                      </p:to>
                                    </p:set>
                                    <p:animEffect transition="in" filter="fade">
                                      <p:cBhvr>
                                        <p:cTn id="307" dur="2000"/>
                                        <p:tgtEl>
                                          <p:spTgt spid="52"/>
                                        </p:tgtEl>
                                      </p:cBhvr>
                                    </p:animEffect>
                                    <p:anim calcmode="lin" valueType="num">
                                      <p:cBhvr>
                                        <p:cTn id="308" dur="2000" fill="hold"/>
                                        <p:tgtEl>
                                          <p:spTgt spid="52"/>
                                        </p:tgtEl>
                                        <p:attrNameLst>
                                          <p:attrName>style.rotation</p:attrName>
                                        </p:attrNameLst>
                                      </p:cBhvr>
                                      <p:tavLst>
                                        <p:tav tm="0">
                                          <p:val>
                                            <p:fltVal val="720"/>
                                          </p:val>
                                        </p:tav>
                                        <p:tav tm="100000">
                                          <p:val>
                                            <p:fltVal val="0"/>
                                          </p:val>
                                        </p:tav>
                                      </p:tavLst>
                                    </p:anim>
                                    <p:anim calcmode="lin" valueType="num">
                                      <p:cBhvr>
                                        <p:cTn id="309" dur="2000" fill="hold"/>
                                        <p:tgtEl>
                                          <p:spTgt spid="52"/>
                                        </p:tgtEl>
                                        <p:attrNameLst>
                                          <p:attrName>ppt_h</p:attrName>
                                        </p:attrNameLst>
                                      </p:cBhvr>
                                      <p:tavLst>
                                        <p:tav tm="0">
                                          <p:val>
                                            <p:fltVal val="0"/>
                                          </p:val>
                                        </p:tav>
                                        <p:tav tm="100000">
                                          <p:val>
                                            <p:strVal val="#ppt_h"/>
                                          </p:val>
                                        </p:tav>
                                      </p:tavLst>
                                    </p:anim>
                                    <p:anim calcmode="lin" valueType="num">
                                      <p:cBhvr>
                                        <p:cTn id="310" dur="2000" fill="hold"/>
                                        <p:tgtEl>
                                          <p:spTgt spid="52"/>
                                        </p:tgtEl>
                                        <p:attrNameLst>
                                          <p:attrName>ppt_w</p:attrName>
                                        </p:attrNameLst>
                                      </p:cBhvr>
                                      <p:tavLst>
                                        <p:tav tm="0">
                                          <p:val>
                                            <p:fltVal val="0"/>
                                          </p:val>
                                        </p:tav>
                                        <p:tav tm="100000">
                                          <p:val>
                                            <p:strVal val="#ppt_w"/>
                                          </p:val>
                                        </p:tav>
                                      </p:tavLst>
                                    </p:anim>
                                  </p:childTnLst>
                                </p:cTn>
                              </p:par>
                              <p:par>
                                <p:cTn id="311" presetID="35" presetClass="entr" presetSubtype="0" fill="hold" nodeType="withEffect">
                                  <p:stCondLst>
                                    <p:cond delay="0"/>
                                  </p:stCondLst>
                                  <p:childTnLst>
                                    <p:set>
                                      <p:cBhvr>
                                        <p:cTn id="312" dur="1" fill="hold">
                                          <p:stCondLst>
                                            <p:cond delay="0"/>
                                          </p:stCondLst>
                                        </p:cTn>
                                        <p:tgtEl>
                                          <p:spTgt spid="53"/>
                                        </p:tgtEl>
                                        <p:attrNameLst>
                                          <p:attrName>style.visibility</p:attrName>
                                        </p:attrNameLst>
                                      </p:cBhvr>
                                      <p:to>
                                        <p:strVal val="visible"/>
                                      </p:to>
                                    </p:set>
                                    <p:animEffect transition="in" filter="fade">
                                      <p:cBhvr>
                                        <p:cTn id="313" dur="2000"/>
                                        <p:tgtEl>
                                          <p:spTgt spid="53"/>
                                        </p:tgtEl>
                                      </p:cBhvr>
                                    </p:animEffect>
                                    <p:anim calcmode="lin" valueType="num">
                                      <p:cBhvr>
                                        <p:cTn id="314" dur="2000" fill="hold"/>
                                        <p:tgtEl>
                                          <p:spTgt spid="53"/>
                                        </p:tgtEl>
                                        <p:attrNameLst>
                                          <p:attrName>style.rotation</p:attrName>
                                        </p:attrNameLst>
                                      </p:cBhvr>
                                      <p:tavLst>
                                        <p:tav tm="0">
                                          <p:val>
                                            <p:fltVal val="720"/>
                                          </p:val>
                                        </p:tav>
                                        <p:tav tm="100000">
                                          <p:val>
                                            <p:fltVal val="0"/>
                                          </p:val>
                                        </p:tav>
                                      </p:tavLst>
                                    </p:anim>
                                    <p:anim calcmode="lin" valueType="num">
                                      <p:cBhvr>
                                        <p:cTn id="315" dur="2000" fill="hold"/>
                                        <p:tgtEl>
                                          <p:spTgt spid="53"/>
                                        </p:tgtEl>
                                        <p:attrNameLst>
                                          <p:attrName>ppt_h</p:attrName>
                                        </p:attrNameLst>
                                      </p:cBhvr>
                                      <p:tavLst>
                                        <p:tav tm="0">
                                          <p:val>
                                            <p:fltVal val="0"/>
                                          </p:val>
                                        </p:tav>
                                        <p:tav tm="100000">
                                          <p:val>
                                            <p:strVal val="#ppt_h"/>
                                          </p:val>
                                        </p:tav>
                                      </p:tavLst>
                                    </p:anim>
                                    <p:anim calcmode="lin" valueType="num">
                                      <p:cBhvr>
                                        <p:cTn id="316" dur="2000" fill="hold"/>
                                        <p:tgtEl>
                                          <p:spTgt spid="53"/>
                                        </p:tgtEl>
                                        <p:attrNameLst>
                                          <p:attrName>ppt_w</p:attrName>
                                        </p:attrNameLst>
                                      </p:cBhvr>
                                      <p:tavLst>
                                        <p:tav tm="0">
                                          <p:val>
                                            <p:fltVal val="0"/>
                                          </p:val>
                                        </p:tav>
                                        <p:tav tm="100000">
                                          <p:val>
                                            <p:strVal val="#ppt_w"/>
                                          </p:val>
                                        </p:tav>
                                      </p:tavLst>
                                    </p:anim>
                                  </p:childTnLst>
                                </p:cTn>
                              </p:par>
                              <p:par>
                                <p:cTn id="317" presetID="35" presetClass="entr" presetSubtype="0" fill="hold" nodeType="withEffect">
                                  <p:stCondLst>
                                    <p:cond delay="0"/>
                                  </p:stCondLst>
                                  <p:childTnLst>
                                    <p:set>
                                      <p:cBhvr>
                                        <p:cTn id="318" dur="1" fill="hold">
                                          <p:stCondLst>
                                            <p:cond delay="0"/>
                                          </p:stCondLst>
                                        </p:cTn>
                                        <p:tgtEl>
                                          <p:spTgt spid="64"/>
                                        </p:tgtEl>
                                        <p:attrNameLst>
                                          <p:attrName>style.visibility</p:attrName>
                                        </p:attrNameLst>
                                      </p:cBhvr>
                                      <p:to>
                                        <p:strVal val="visible"/>
                                      </p:to>
                                    </p:set>
                                    <p:animEffect transition="in" filter="fade">
                                      <p:cBhvr>
                                        <p:cTn id="319" dur="2000"/>
                                        <p:tgtEl>
                                          <p:spTgt spid="64"/>
                                        </p:tgtEl>
                                      </p:cBhvr>
                                    </p:animEffect>
                                    <p:anim calcmode="lin" valueType="num">
                                      <p:cBhvr>
                                        <p:cTn id="320" dur="2000" fill="hold"/>
                                        <p:tgtEl>
                                          <p:spTgt spid="64"/>
                                        </p:tgtEl>
                                        <p:attrNameLst>
                                          <p:attrName>style.rotation</p:attrName>
                                        </p:attrNameLst>
                                      </p:cBhvr>
                                      <p:tavLst>
                                        <p:tav tm="0">
                                          <p:val>
                                            <p:fltVal val="720"/>
                                          </p:val>
                                        </p:tav>
                                        <p:tav tm="100000">
                                          <p:val>
                                            <p:fltVal val="0"/>
                                          </p:val>
                                        </p:tav>
                                      </p:tavLst>
                                    </p:anim>
                                    <p:anim calcmode="lin" valueType="num">
                                      <p:cBhvr>
                                        <p:cTn id="321" dur="2000" fill="hold"/>
                                        <p:tgtEl>
                                          <p:spTgt spid="64"/>
                                        </p:tgtEl>
                                        <p:attrNameLst>
                                          <p:attrName>ppt_h</p:attrName>
                                        </p:attrNameLst>
                                      </p:cBhvr>
                                      <p:tavLst>
                                        <p:tav tm="0">
                                          <p:val>
                                            <p:fltVal val="0"/>
                                          </p:val>
                                        </p:tav>
                                        <p:tav tm="100000">
                                          <p:val>
                                            <p:strVal val="#ppt_h"/>
                                          </p:val>
                                        </p:tav>
                                      </p:tavLst>
                                    </p:anim>
                                    <p:anim calcmode="lin" valueType="num">
                                      <p:cBhvr>
                                        <p:cTn id="322" dur="2000" fill="hold"/>
                                        <p:tgtEl>
                                          <p:spTgt spid="64"/>
                                        </p:tgtEl>
                                        <p:attrNameLst>
                                          <p:attrName>ppt_w</p:attrName>
                                        </p:attrNameLst>
                                      </p:cBhvr>
                                      <p:tavLst>
                                        <p:tav tm="0">
                                          <p:val>
                                            <p:fltVal val="0"/>
                                          </p:val>
                                        </p:tav>
                                        <p:tav tm="100000">
                                          <p:val>
                                            <p:strVal val="#ppt_w"/>
                                          </p:val>
                                        </p:tav>
                                      </p:tavLst>
                                    </p:anim>
                                  </p:childTnLst>
                                </p:cTn>
                              </p:par>
                              <p:par>
                                <p:cTn id="323" presetID="35" presetClass="entr" presetSubtype="0" fill="hold" nodeType="withEffect">
                                  <p:stCondLst>
                                    <p:cond delay="0"/>
                                  </p:stCondLst>
                                  <p:childTnLst>
                                    <p:set>
                                      <p:cBhvr>
                                        <p:cTn id="324" dur="1" fill="hold">
                                          <p:stCondLst>
                                            <p:cond delay="0"/>
                                          </p:stCondLst>
                                        </p:cTn>
                                        <p:tgtEl>
                                          <p:spTgt spid="79"/>
                                        </p:tgtEl>
                                        <p:attrNameLst>
                                          <p:attrName>style.visibility</p:attrName>
                                        </p:attrNameLst>
                                      </p:cBhvr>
                                      <p:to>
                                        <p:strVal val="visible"/>
                                      </p:to>
                                    </p:set>
                                    <p:animEffect transition="in" filter="fade">
                                      <p:cBhvr>
                                        <p:cTn id="325" dur="2000"/>
                                        <p:tgtEl>
                                          <p:spTgt spid="79"/>
                                        </p:tgtEl>
                                      </p:cBhvr>
                                    </p:animEffect>
                                    <p:anim calcmode="lin" valueType="num">
                                      <p:cBhvr>
                                        <p:cTn id="326" dur="2000" fill="hold"/>
                                        <p:tgtEl>
                                          <p:spTgt spid="79"/>
                                        </p:tgtEl>
                                        <p:attrNameLst>
                                          <p:attrName>style.rotation</p:attrName>
                                        </p:attrNameLst>
                                      </p:cBhvr>
                                      <p:tavLst>
                                        <p:tav tm="0">
                                          <p:val>
                                            <p:fltVal val="720"/>
                                          </p:val>
                                        </p:tav>
                                        <p:tav tm="100000">
                                          <p:val>
                                            <p:fltVal val="0"/>
                                          </p:val>
                                        </p:tav>
                                      </p:tavLst>
                                    </p:anim>
                                    <p:anim calcmode="lin" valueType="num">
                                      <p:cBhvr>
                                        <p:cTn id="327" dur="2000" fill="hold"/>
                                        <p:tgtEl>
                                          <p:spTgt spid="79"/>
                                        </p:tgtEl>
                                        <p:attrNameLst>
                                          <p:attrName>ppt_h</p:attrName>
                                        </p:attrNameLst>
                                      </p:cBhvr>
                                      <p:tavLst>
                                        <p:tav tm="0">
                                          <p:val>
                                            <p:fltVal val="0"/>
                                          </p:val>
                                        </p:tav>
                                        <p:tav tm="100000">
                                          <p:val>
                                            <p:strVal val="#ppt_h"/>
                                          </p:val>
                                        </p:tav>
                                      </p:tavLst>
                                    </p:anim>
                                    <p:anim calcmode="lin" valueType="num">
                                      <p:cBhvr>
                                        <p:cTn id="328" dur="2000" fill="hold"/>
                                        <p:tgtEl>
                                          <p:spTgt spid="79"/>
                                        </p:tgtEl>
                                        <p:attrNameLst>
                                          <p:attrName>ppt_w</p:attrName>
                                        </p:attrNameLst>
                                      </p:cBhvr>
                                      <p:tavLst>
                                        <p:tav tm="0">
                                          <p:val>
                                            <p:fltVal val="0"/>
                                          </p:val>
                                        </p:tav>
                                        <p:tav tm="100000">
                                          <p:val>
                                            <p:strVal val="#ppt_w"/>
                                          </p:val>
                                        </p:tav>
                                      </p:tavLst>
                                    </p:anim>
                                  </p:childTnLst>
                                </p:cTn>
                              </p:par>
                              <p:par>
                                <p:cTn id="329" presetID="35" presetClass="entr" presetSubtype="0" fill="hold" nodeType="withEffect">
                                  <p:stCondLst>
                                    <p:cond delay="0"/>
                                  </p:stCondLst>
                                  <p:childTnLst>
                                    <p:set>
                                      <p:cBhvr>
                                        <p:cTn id="330" dur="1" fill="hold">
                                          <p:stCondLst>
                                            <p:cond delay="0"/>
                                          </p:stCondLst>
                                        </p:cTn>
                                        <p:tgtEl>
                                          <p:spTgt spid="36"/>
                                        </p:tgtEl>
                                        <p:attrNameLst>
                                          <p:attrName>style.visibility</p:attrName>
                                        </p:attrNameLst>
                                      </p:cBhvr>
                                      <p:to>
                                        <p:strVal val="visible"/>
                                      </p:to>
                                    </p:set>
                                    <p:animEffect transition="in" filter="fade">
                                      <p:cBhvr>
                                        <p:cTn id="331" dur="2000"/>
                                        <p:tgtEl>
                                          <p:spTgt spid="36"/>
                                        </p:tgtEl>
                                      </p:cBhvr>
                                    </p:animEffect>
                                    <p:anim calcmode="lin" valueType="num">
                                      <p:cBhvr>
                                        <p:cTn id="332" dur="2000" fill="hold"/>
                                        <p:tgtEl>
                                          <p:spTgt spid="36"/>
                                        </p:tgtEl>
                                        <p:attrNameLst>
                                          <p:attrName>style.rotation</p:attrName>
                                        </p:attrNameLst>
                                      </p:cBhvr>
                                      <p:tavLst>
                                        <p:tav tm="0">
                                          <p:val>
                                            <p:fltVal val="720"/>
                                          </p:val>
                                        </p:tav>
                                        <p:tav tm="100000">
                                          <p:val>
                                            <p:fltVal val="0"/>
                                          </p:val>
                                        </p:tav>
                                      </p:tavLst>
                                    </p:anim>
                                    <p:anim calcmode="lin" valueType="num">
                                      <p:cBhvr>
                                        <p:cTn id="333" dur="2000" fill="hold"/>
                                        <p:tgtEl>
                                          <p:spTgt spid="36"/>
                                        </p:tgtEl>
                                        <p:attrNameLst>
                                          <p:attrName>ppt_h</p:attrName>
                                        </p:attrNameLst>
                                      </p:cBhvr>
                                      <p:tavLst>
                                        <p:tav tm="0">
                                          <p:val>
                                            <p:fltVal val="0"/>
                                          </p:val>
                                        </p:tav>
                                        <p:tav tm="100000">
                                          <p:val>
                                            <p:strVal val="#ppt_h"/>
                                          </p:val>
                                        </p:tav>
                                      </p:tavLst>
                                    </p:anim>
                                    <p:anim calcmode="lin" valueType="num">
                                      <p:cBhvr>
                                        <p:cTn id="334" dur="2000" fill="hold"/>
                                        <p:tgtEl>
                                          <p:spTgt spid="36"/>
                                        </p:tgtEl>
                                        <p:attrNameLst>
                                          <p:attrName>ppt_w</p:attrName>
                                        </p:attrNameLst>
                                      </p:cBhvr>
                                      <p:tavLst>
                                        <p:tav tm="0">
                                          <p:val>
                                            <p:fltVal val="0"/>
                                          </p:val>
                                        </p:tav>
                                        <p:tav tm="100000">
                                          <p:val>
                                            <p:strVal val="#ppt_w"/>
                                          </p:val>
                                        </p:tav>
                                      </p:tavLst>
                                    </p:anim>
                                  </p:childTnLst>
                                </p:cTn>
                              </p:par>
                            </p:childTnLst>
                          </p:cTn>
                        </p:par>
                      </p:childTnLst>
                    </p:cTn>
                  </p:par>
                  <p:par>
                    <p:cTn id="335" fill="hold">
                      <p:stCondLst>
                        <p:cond delay="indefinite"/>
                      </p:stCondLst>
                      <p:childTnLst>
                        <p:par>
                          <p:cTn id="336" fill="hold">
                            <p:stCondLst>
                              <p:cond delay="0"/>
                            </p:stCondLst>
                            <p:childTnLst>
                              <p:par>
                                <p:cTn id="337" presetID="45" presetClass="entr" presetSubtype="0" fill="hold" grpId="0" nodeType="clickEffect">
                                  <p:stCondLst>
                                    <p:cond delay="0"/>
                                  </p:stCondLst>
                                  <p:childTnLst>
                                    <p:set>
                                      <p:cBhvr>
                                        <p:cTn id="338" dur="1" fill="hold">
                                          <p:stCondLst>
                                            <p:cond delay="0"/>
                                          </p:stCondLst>
                                        </p:cTn>
                                        <p:tgtEl>
                                          <p:spTgt spid="33"/>
                                        </p:tgtEl>
                                        <p:attrNameLst>
                                          <p:attrName>style.visibility</p:attrName>
                                        </p:attrNameLst>
                                      </p:cBhvr>
                                      <p:to>
                                        <p:strVal val="visible"/>
                                      </p:to>
                                    </p:set>
                                    <p:animEffect transition="in" filter="fade">
                                      <p:cBhvr>
                                        <p:cTn id="339" dur="2000"/>
                                        <p:tgtEl>
                                          <p:spTgt spid="33"/>
                                        </p:tgtEl>
                                      </p:cBhvr>
                                    </p:animEffect>
                                    <p:anim calcmode="lin" valueType="num">
                                      <p:cBhvr>
                                        <p:cTn id="340" dur="2000" fill="hold"/>
                                        <p:tgtEl>
                                          <p:spTgt spid="33"/>
                                        </p:tgtEl>
                                        <p:attrNameLst>
                                          <p:attrName>ppt_w</p:attrName>
                                        </p:attrNameLst>
                                      </p:cBhvr>
                                      <p:tavLst>
                                        <p:tav tm="0" fmla="#ppt_w*sin(2.5*pi*$)">
                                          <p:val>
                                            <p:fltVal val="0"/>
                                          </p:val>
                                        </p:tav>
                                        <p:tav tm="100000">
                                          <p:val>
                                            <p:fltVal val="1"/>
                                          </p:val>
                                        </p:tav>
                                      </p:tavLst>
                                    </p:anim>
                                    <p:anim calcmode="lin" valueType="num">
                                      <p:cBhvr>
                                        <p:cTn id="341" dur="2000" fill="hold"/>
                                        <p:tgtEl>
                                          <p:spTgt spid="33"/>
                                        </p:tgtEl>
                                        <p:attrNameLst>
                                          <p:attrName>ppt_h</p:attrName>
                                        </p:attrNameLst>
                                      </p:cBhvr>
                                      <p:tavLst>
                                        <p:tav tm="0">
                                          <p:val>
                                            <p:strVal val="#ppt_h"/>
                                          </p:val>
                                        </p:tav>
                                        <p:tav tm="100000">
                                          <p:val>
                                            <p:strVal val="#ppt_h"/>
                                          </p:val>
                                        </p:tav>
                                      </p:tavLst>
                                    </p:anim>
                                  </p:childTnLst>
                                </p:cTn>
                              </p:par>
                              <p:par>
                                <p:cTn id="342" presetID="45" presetClass="entr" presetSubtype="0" fill="hold" nodeType="withEffect">
                                  <p:stCondLst>
                                    <p:cond delay="0"/>
                                  </p:stCondLst>
                                  <p:childTnLst>
                                    <p:set>
                                      <p:cBhvr>
                                        <p:cTn id="343" dur="1" fill="hold">
                                          <p:stCondLst>
                                            <p:cond delay="0"/>
                                          </p:stCondLst>
                                        </p:cTn>
                                        <p:tgtEl>
                                          <p:spTgt spid="44"/>
                                        </p:tgtEl>
                                        <p:attrNameLst>
                                          <p:attrName>style.visibility</p:attrName>
                                        </p:attrNameLst>
                                      </p:cBhvr>
                                      <p:to>
                                        <p:strVal val="visible"/>
                                      </p:to>
                                    </p:set>
                                    <p:animEffect transition="in" filter="fade">
                                      <p:cBhvr>
                                        <p:cTn id="344" dur="2000"/>
                                        <p:tgtEl>
                                          <p:spTgt spid="44"/>
                                        </p:tgtEl>
                                      </p:cBhvr>
                                    </p:animEffect>
                                    <p:anim calcmode="lin" valueType="num">
                                      <p:cBhvr>
                                        <p:cTn id="345" dur="2000" fill="hold"/>
                                        <p:tgtEl>
                                          <p:spTgt spid="44"/>
                                        </p:tgtEl>
                                        <p:attrNameLst>
                                          <p:attrName>ppt_w</p:attrName>
                                        </p:attrNameLst>
                                      </p:cBhvr>
                                      <p:tavLst>
                                        <p:tav tm="0" fmla="#ppt_w*sin(2.5*pi*$)">
                                          <p:val>
                                            <p:fltVal val="0"/>
                                          </p:val>
                                        </p:tav>
                                        <p:tav tm="100000">
                                          <p:val>
                                            <p:fltVal val="1"/>
                                          </p:val>
                                        </p:tav>
                                      </p:tavLst>
                                    </p:anim>
                                    <p:anim calcmode="lin" valueType="num">
                                      <p:cBhvr>
                                        <p:cTn id="346" dur="2000" fill="hold"/>
                                        <p:tgtEl>
                                          <p:spTgt spid="44"/>
                                        </p:tgtEl>
                                        <p:attrNameLst>
                                          <p:attrName>ppt_h</p:attrName>
                                        </p:attrNameLst>
                                      </p:cBhvr>
                                      <p:tavLst>
                                        <p:tav tm="0">
                                          <p:val>
                                            <p:strVal val="#ppt_h"/>
                                          </p:val>
                                        </p:tav>
                                        <p:tav tm="100000">
                                          <p:val>
                                            <p:strVal val="#ppt_h"/>
                                          </p:val>
                                        </p:tav>
                                      </p:tavLst>
                                    </p:anim>
                                  </p:childTnLst>
                                </p:cTn>
                              </p:par>
                              <p:par>
                                <p:cTn id="347" presetID="45" presetClass="entr" presetSubtype="0" fill="hold" nodeType="withEffect">
                                  <p:stCondLst>
                                    <p:cond delay="0"/>
                                  </p:stCondLst>
                                  <p:childTnLst>
                                    <p:set>
                                      <p:cBhvr>
                                        <p:cTn id="348" dur="1" fill="hold">
                                          <p:stCondLst>
                                            <p:cond delay="0"/>
                                          </p:stCondLst>
                                        </p:cTn>
                                        <p:tgtEl>
                                          <p:spTgt spid="54"/>
                                        </p:tgtEl>
                                        <p:attrNameLst>
                                          <p:attrName>style.visibility</p:attrName>
                                        </p:attrNameLst>
                                      </p:cBhvr>
                                      <p:to>
                                        <p:strVal val="visible"/>
                                      </p:to>
                                    </p:set>
                                    <p:animEffect transition="in" filter="fade">
                                      <p:cBhvr>
                                        <p:cTn id="349" dur="2000"/>
                                        <p:tgtEl>
                                          <p:spTgt spid="54"/>
                                        </p:tgtEl>
                                      </p:cBhvr>
                                    </p:animEffect>
                                    <p:anim calcmode="lin" valueType="num">
                                      <p:cBhvr>
                                        <p:cTn id="350" dur="2000" fill="hold"/>
                                        <p:tgtEl>
                                          <p:spTgt spid="54"/>
                                        </p:tgtEl>
                                        <p:attrNameLst>
                                          <p:attrName>ppt_w</p:attrName>
                                        </p:attrNameLst>
                                      </p:cBhvr>
                                      <p:tavLst>
                                        <p:tav tm="0" fmla="#ppt_w*sin(2.5*pi*$)">
                                          <p:val>
                                            <p:fltVal val="0"/>
                                          </p:val>
                                        </p:tav>
                                        <p:tav tm="100000">
                                          <p:val>
                                            <p:fltVal val="1"/>
                                          </p:val>
                                        </p:tav>
                                      </p:tavLst>
                                    </p:anim>
                                    <p:anim calcmode="lin" valueType="num">
                                      <p:cBhvr>
                                        <p:cTn id="351" dur="2000" fill="hold"/>
                                        <p:tgtEl>
                                          <p:spTgt spid="54"/>
                                        </p:tgtEl>
                                        <p:attrNameLst>
                                          <p:attrName>ppt_h</p:attrName>
                                        </p:attrNameLst>
                                      </p:cBhvr>
                                      <p:tavLst>
                                        <p:tav tm="0">
                                          <p:val>
                                            <p:strVal val="#ppt_h"/>
                                          </p:val>
                                        </p:tav>
                                        <p:tav tm="100000">
                                          <p:val>
                                            <p:strVal val="#ppt_h"/>
                                          </p:val>
                                        </p:tav>
                                      </p:tavLst>
                                    </p:anim>
                                  </p:childTnLst>
                                </p:cTn>
                              </p:par>
                              <p:par>
                                <p:cTn id="352" presetID="45" presetClass="entr" presetSubtype="0" fill="hold" nodeType="withEffect">
                                  <p:stCondLst>
                                    <p:cond delay="0"/>
                                  </p:stCondLst>
                                  <p:childTnLst>
                                    <p:set>
                                      <p:cBhvr>
                                        <p:cTn id="353" dur="1" fill="hold">
                                          <p:stCondLst>
                                            <p:cond delay="0"/>
                                          </p:stCondLst>
                                        </p:cTn>
                                        <p:tgtEl>
                                          <p:spTgt spid="55"/>
                                        </p:tgtEl>
                                        <p:attrNameLst>
                                          <p:attrName>style.visibility</p:attrName>
                                        </p:attrNameLst>
                                      </p:cBhvr>
                                      <p:to>
                                        <p:strVal val="visible"/>
                                      </p:to>
                                    </p:set>
                                    <p:animEffect transition="in" filter="fade">
                                      <p:cBhvr>
                                        <p:cTn id="354" dur="2000"/>
                                        <p:tgtEl>
                                          <p:spTgt spid="55"/>
                                        </p:tgtEl>
                                      </p:cBhvr>
                                    </p:animEffect>
                                    <p:anim calcmode="lin" valueType="num">
                                      <p:cBhvr>
                                        <p:cTn id="355" dur="2000" fill="hold"/>
                                        <p:tgtEl>
                                          <p:spTgt spid="55"/>
                                        </p:tgtEl>
                                        <p:attrNameLst>
                                          <p:attrName>ppt_w</p:attrName>
                                        </p:attrNameLst>
                                      </p:cBhvr>
                                      <p:tavLst>
                                        <p:tav tm="0" fmla="#ppt_w*sin(2.5*pi*$)">
                                          <p:val>
                                            <p:fltVal val="0"/>
                                          </p:val>
                                        </p:tav>
                                        <p:tav tm="100000">
                                          <p:val>
                                            <p:fltVal val="1"/>
                                          </p:val>
                                        </p:tav>
                                      </p:tavLst>
                                    </p:anim>
                                    <p:anim calcmode="lin" valueType="num">
                                      <p:cBhvr>
                                        <p:cTn id="356" dur="2000" fill="hold"/>
                                        <p:tgtEl>
                                          <p:spTgt spid="55"/>
                                        </p:tgtEl>
                                        <p:attrNameLst>
                                          <p:attrName>ppt_h</p:attrName>
                                        </p:attrNameLst>
                                      </p:cBhvr>
                                      <p:tavLst>
                                        <p:tav tm="0">
                                          <p:val>
                                            <p:strVal val="#ppt_h"/>
                                          </p:val>
                                        </p:tav>
                                        <p:tav tm="100000">
                                          <p:val>
                                            <p:strVal val="#ppt_h"/>
                                          </p:val>
                                        </p:tav>
                                      </p:tavLst>
                                    </p:anim>
                                  </p:childTnLst>
                                </p:cTn>
                              </p:par>
                              <p:par>
                                <p:cTn id="357" presetID="45" presetClass="entr" presetSubtype="0" fill="hold" nodeType="withEffect">
                                  <p:stCondLst>
                                    <p:cond delay="0"/>
                                  </p:stCondLst>
                                  <p:childTnLst>
                                    <p:set>
                                      <p:cBhvr>
                                        <p:cTn id="358" dur="1" fill="hold">
                                          <p:stCondLst>
                                            <p:cond delay="0"/>
                                          </p:stCondLst>
                                        </p:cTn>
                                        <p:tgtEl>
                                          <p:spTgt spid="56"/>
                                        </p:tgtEl>
                                        <p:attrNameLst>
                                          <p:attrName>style.visibility</p:attrName>
                                        </p:attrNameLst>
                                      </p:cBhvr>
                                      <p:to>
                                        <p:strVal val="visible"/>
                                      </p:to>
                                    </p:set>
                                    <p:animEffect transition="in" filter="fade">
                                      <p:cBhvr>
                                        <p:cTn id="359" dur="2000"/>
                                        <p:tgtEl>
                                          <p:spTgt spid="56"/>
                                        </p:tgtEl>
                                      </p:cBhvr>
                                    </p:animEffect>
                                    <p:anim calcmode="lin" valueType="num">
                                      <p:cBhvr>
                                        <p:cTn id="360" dur="2000" fill="hold"/>
                                        <p:tgtEl>
                                          <p:spTgt spid="56"/>
                                        </p:tgtEl>
                                        <p:attrNameLst>
                                          <p:attrName>ppt_w</p:attrName>
                                        </p:attrNameLst>
                                      </p:cBhvr>
                                      <p:tavLst>
                                        <p:tav tm="0" fmla="#ppt_w*sin(2.5*pi*$)">
                                          <p:val>
                                            <p:fltVal val="0"/>
                                          </p:val>
                                        </p:tav>
                                        <p:tav tm="100000">
                                          <p:val>
                                            <p:fltVal val="1"/>
                                          </p:val>
                                        </p:tav>
                                      </p:tavLst>
                                    </p:anim>
                                    <p:anim calcmode="lin" valueType="num">
                                      <p:cBhvr>
                                        <p:cTn id="361" dur="2000" fill="hold"/>
                                        <p:tgtEl>
                                          <p:spTgt spid="56"/>
                                        </p:tgtEl>
                                        <p:attrNameLst>
                                          <p:attrName>ppt_h</p:attrName>
                                        </p:attrNameLst>
                                      </p:cBhvr>
                                      <p:tavLst>
                                        <p:tav tm="0">
                                          <p:val>
                                            <p:strVal val="#ppt_h"/>
                                          </p:val>
                                        </p:tav>
                                        <p:tav tm="100000">
                                          <p:val>
                                            <p:strVal val="#ppt_h"/>
                                          </p:val>
                                        </p:tav>
                                      </p:tavLst>
                                    </p:anim>
                                  </p:childTnLst>
                                </p:cTn>
                              </p:par>
                              <p:par>
                                <p:cTn id="362" presetID="45" presetClass="entr" presetSubtype="0" fill="hold" nodeType="withEffect">
                                  <p:stCondLst>
                                    <p:cond delay="0"/>
                                  </p:stCondLst>
                                  <p:childTnLst>
                                    <p:set>
                                      <p:cBhvr>
                                        <p:cTn id="363" dur="1" fill="hold">
                                          <p:stCondLst>
                                            <p:cond delay="0"/>
                                          </p:stCondLst>
                                        </p:cTn>
                                        <p:tgtEl>
                                          <p:spTgt spid="65"/>
                                        </p:tgtEl>
                                        <p:attrNameLst>
                                          <p:attrName>style.visibility</p:attrName>
                                        </p:attrNameLst>
                                      </p:cBhvr>
                                      <p:to>
                                        <p:strVal val="visible"/>
                                      </p:to>
                                    </p:set>
                                    <p:animEffect transition="in" filter="fade">
                                      <p:cBhvr>
                                        <p:cTn id="364" dur="2000"/>
                                        <p:tgtEl>
                                          <p:spTgt spid="65"/>
                                        </p:tgtEl>
                                      </p:cBhvr>
                                    </p:animEffect>
                                    <p:anim calcmode="lin" valueType="num">
                                      <p:cBhvr>
                                        <p:cTn id="365" dur="2000" fill="hold"/>
                                        <p:tgtEl>
                                          <p:spTgt spid="65"/>
                                        </p:tgtEl>
                                        <p:attrNameLst>
                                          <p:attrName>ppt_w</p:attrName>
                                        </p:attrNameLst>
                                      </p:cBhvr>
                                      <p:tavLst>
                                        <p:tav tm="0" fmla="#ppt_w*sin(2.5*pi*$)">
                                          <p:val>
                                            <p:fltVal val="0"/>
                                          </p:val>
                                        </p:tav>
                                        <p:tav tm="100000">
                                          <p:val>
                                            <p:fltVal val="1"/>
                                          </p:val>
                                        </p:tav>
                                      </p:tavLst>
                                    </p:anim>
                                    <p:anim calcmode="lin" valueType="num">
                                      <p:cBhvr>
                                        <p:cTn id="366" dur="2000" fill="hold"/>
                                        <p:tgtEl>
                                          <p:spTgt spid="65"/>
                                        </p:tgtEl>
                                        <p:attrNameLst>
                                          <p:attrName>ppt_h</p:attrName>
                                        </p:attrNameLst>
                                      </p:cBhvr>
                                      <p:tavLst>
                                        <p:tav tm="0">
                                          <p:val>
                                            <p:strVal val="#ppt_h"/>
                                          </p:val>
                                        </p:tav>
                                        <p:tav tm="100000">
                                          <p:val>
                                            <p:strVal val="#ppt_h"/>
                                          </p:val>
                                        </p:tav>
                                      </p:tavLst>
                                    </p:anim>
                                  </p:childTnLst>
                                </p:cTn>
                              </p:par>
                              <p:par>
                                <p:cTn id="367" presetID="45" presetClass="entr" presetSubtype="0" fill="hold" grpId="0" nodeType="withEffect">
                                  <p:stCondLst>
                                    <p:cond delay="0"/>
                                  </p:stCondLst>
                                  <p:childTnLst>
                                    <p:set>
                                      <p:cBhvr>
                                        <p:cTn id="368" dur="1" fill="hold">
                                          <p:stCondLst>
                                            <p:cond delay="0"/>
                                          </p:stCondLst>
                                        </p:cTn>
                                        <p:tgtEl>
                                          <p:spTgt spid="77"/>
                                        </p:tgtEl>
                                        <p:attrNameLst>
                                          <p:attrName>style.visibility</p:attrName>
                                        </p:attrNameLst>
                                      </p:cBhvr>
                                      <p:to>
                                        <p:strVal val="visible"/>
                                      </p:to>
                                    </p:set>
                                    <p:animEffect transition="in" filter="fade">
                                      <p:cBhvr>
                                        <p:cTn id="369" dur="2000"/>
                                        <p:tgtEl>
                                          <p:spTgt spid="77"/>
                                        </p:tgtEl>
                                      </p:cBhvr>
                                    </p:animEffect>
                                    <p:anim calcmode="lin" valueType="num">
                                      <p:cBhvr>
                                        <p:cTn id="370" dur="2000" fill="hold"/>
                                        <p:tgtEl>
                                          <p:spTgt spid="77"/>
                                        </p:tgtEl>
                                        <p:attrNameLst>
                                          <p:attrName>ppt_w</p:attrName>
                                        </p:attrNameLst>
                                      </p:cBhvr>
                                      <p:tavLst>
                                        <p:tav tm="0" fmla="#ppt_w*sin(2.5*pi*$)">
                                          <p:val>
                                            <p:fltVal val="0"/>
                                          </p:val>
                                        </p:tav>
                                        <p:tav tm="100000">
                                          <p:val>
                                            <p:fltVal val="1"/>
                                          </p:val>
                                        </p:tav>
                                      </p:tavLst>
                                    </p:anim>
                                    <p:anim calcmode="lin" valueType="num">
                                      <p:cBhvr>
                                        <p:cTn id="371" dur="2000" fill="hold"/>
                                        <p:tgtEl>
                                          <p:spTgt spid="77"/>
                                        </p:tgtEl>
                                        <p:attrNameLst>
                                          <p:attrName>ppt_h</p:attrName>
                                        </p:attrNameLst>
                                      </p:cBhvr>
                                      <p:tavLst>
                                        <p:tav tm="0">
                                          <p:val>
                                            <p:strVal val="#ppt_h"/>
                                          </p:val>
                                        </p:tav>
                                        <p:tav tm="100000">
                                          <p:val>
                                            <p:strVal val="#ppt_h"/>
                                          </p:val>
                                        </p:tav>
                                      </p:tavLst>
                                    </p:anim>
                                  </p:childTnLst>
                                </p:cTn>
                              </p:par>
                              <p:par>
                                <p:cTn id="372" presetID="45" presetClass="entr" presetSubtype="0" fill="hold" grpId="0" nodeType="withEffect">
                                  <p:stCondLst>
                                    <p:cond delay="0"/>
                                  </p:stCondLst>
                                  <p:childTnLst>
                                    <p:set>
                                      <p:cBhvr>
                                        <p:cTn id="373" dur="1" fill="hold">
                                          <p:stCondLst>
                                            <p:cond delay="0"/>
                                          </p:stCondLst>
                                        </p:cTn>
                                        <p:tgtEl>
                                          <p:spTgt spid="84"/>
                                        </p:tgtEl>
                                        <p:attrNameLst>
                                          <p:attrName>style.visibility</p:attrName>
                                        </p:attrNameLst>
                                      </p:cBhvr>
                                      <p:to>
                                        <p:strVal val="visible"/>
                                      </p:to>
                                    </p:set>
                                    <p:animEffect transition="in" filter="fade">
                                      <p:cBhvr>
                                        <p:cTn id="374" dur="2000"/>
                                        <p:tgtEl>
                                          <p:spTgt spid="84"/>
                                        </p:tgtEl>
                                      </p:cBhvr>
                                    </p:animEffect>
                                    <p:anim calcmode="lin" valueType="num">
                                      <p:cBhvr>
                                        <p:cTn id="375" dur="2000" fill="hold"/>
                                        <p:tgtEl>
                                          <p:spTgt spid="84"/>
                                        </p:tgtEl>
                                        <p:attrNameLst>
                                          <p:attrName>ppt_w</p:attrName>
                                        </p:attrNameLst>
                                      </p:cBhvr>
                                      <p:tavLst>
                                        <p:tav tm="0" fmla="#ppt_w*sin(2.5*pi*$)">
                                          <p:val>
                                            <p:fltVal val="0"/>
                                          </p:val>
                                        </p:tav>
                                        <p:tav tm="100000">
                                          <p:val>
                                            <p:fltVal val="1"/>
                                          </p:val>
                                        </p:tav>
                                      </p:tavLst>
                                    </p:anim>
                                    <p:anim calcmode="lin" valueType="num">
                                      <p:cBhvr>
                                        <p:cTn id="376" dur="2000" fill="hold"/>
                                        <p:tgtEl>
                                          <p:spTgt spid="84"/>
                                        </p:tgtEl>
                                        <p:attrNameLst>
                                          <p:attrName>ppt_h</p:attrName>
                                        </p:attrNameLst>
                                      </p:cBhvr>
                                      <p:tavLst>
                                        <p:tav tm="0">
                                          <p:val>
                                            <p:strVal val="#ppt_h"/>
                                          </p:val>
                                        </p:tav>
                                        <p:tav tm="100000">
                                          <p:val>
                                            <p:strVal val="#ppt_h"/>
                                          </p:val>
                                        </p:tav>
                                      </p:tavLst>
                                    </p:anim>
                                  </p:childTnLst>
                                </p:cTn>
                              </p:par>
                              <p:par>
                                <p:cTn id="377" presetID="45" presetClass="entr" presetSubtype="0" fill="hold" nodeType="withEffect">
                                  <p:stCondLst>
                                    <p:cond delay="0"/>
                                  </p:stCondLst>
                                  <p:childTnLst>
                                    <p:set>
                                      <p:cBhvr>
                                        <p:cTn id="378" dur="1" fill="hold">
                                          <p:stCondLst>
                                            <p:cond delay="0"/>
                                          </p:stCondLst>
                                        </p:cTn>
                                        <p:tgtEl>
                                          <p:spTgt spid="37"/>
                                        </p:tgtEl>
                                        <p:attrNameLst>
                                          <p:attrName>style.visibility</p:attrName>
                                        </p:attrNameLst>
                                      </p:cBhvr>
                                      <p:to>
                                        <p:strVal val="visible"/>
                                      </p:to>
                                    </p:set>
                                    <p:animEffect transition="in" filter="fade">
                                      <p:cBhvr>
                                        <p:cTn id="379" dur="2000"/>
                                        <p:tgtEl>
                                          <p:spTgt spid="37"/>
                                        </p:tgtEl>
                                      </p:cBhvr>
                                    </p:animEffect>
                                    <p:anim calcmode="lin" valueType="num">
                                      <p:cBhvr>
                                        <p:cTn id="380" dur="2000" fill="hold"/>
                                        <p:tgtEl>
                                          <p:spTgt spid="37"/>
                                        </p:tgtEl>
                                        <p:attrNameLst>
                                          <p:attrName>ppt_w</p:attrName>
                                        </p:attrNameLst>
                                      </p:cBhvr>
                                      <p:tavLst>
                                        <p:tav tm="0" fmla="#ppt_w*sin(2.5*pi*$)">
                                          <p:val>
                                            <p:fltVal val="0"/>
                                          </p:val>
                                        </p:tav>
                                        <p:tav tm="100000">
                                          <p:val>
                                            <p:fltVal val="1"/>
                                          </p:val>
                                        </p:tav>
                                      </p:tavLst>
                                    </p:anim>
                                    <p:anim calcmode="lin" valueType="num">
                                      <p:cBhvr>
                                        <p:cTn id="381" dur="2000" fill="hold"/>
                                        <p:tgtEl>
                                          <p:spTgt spid="37"/>
                                        </p:tgtEl>
                                        <p:attrNameLst>
                                          <p:attrName>ppt_h</p:attrName>
                                        </p:attrNameLst>
                                      </p:cBhvr>
                                      <p:tavLst>
                                        <p:tav tm="0">
                                          <p:val>
                                            <p:strVal val="#ppt_h"/>
                                          </p:val>
                                        </p:tav>
                                        <p:tav tm="100000">
                                          <p:val>
                                            <p:strVal val="#ppt_h"/>
                                          </p:val>
                                        </p:tav>
                                      </p:tavLst>
                                    </p:anim>
                                  </p:childTnLst>
                                </p:cTn>
                              </p:par>
                            </p:childTnLst>
                          </p:cTn>
                        </p:par>
                      </p:childTnLst>
                    </p:cTn>
                  </p:par>
                  <p:par>
                    <p:cTn id="382" fill="hold">
                      <p:stCondLst>
                        <p:cond delay="indefinite"/>
                      </p:stCondLst>
                      <p:childTnLst>
                        <p:par>
                          <p:cTn id="383" fill="hold">
                            <p:stCondLst>
                              <p:cond delay="0"/>
                            </p:stCondLst>
                            <p:childTnLst>
                              <p:par>
                                <p:cTn id="384" presetID="50" presetClass="entr" presetSubtype="0" decel="100000" fill="hold" nodeType="clickEffect">
                                  <p:stCondLst>
                                    <p:cond delay="0"/>
                                  </p:stCondLst>
                                  <p:childTnLst>
                                    <p:set>
                                      <p:cBhvr>
                                        <p:cTn id="385" dur="1" fill="hold">
                                          <p:stCondLst>
                                            <p:cond delay="0"/>
                                          </p:stCondLst>
                                        </p:cTn>
                                        <p:tgtEl>
                                          <p:spTgt spid="66"/>
                                        </p:tgtEl>
                                        <p:attrNameLst>
                                          <p:attrName>style.visibility</p:attrName>
                                        </p:attrNameLst>
                                      </p:cBhvr>
                                      <p:to>
                                        <p:strVal val="visible"/>
                                      </p:to>
                                    </p:set>
                                    <p:anim calcmode="lin" valueType="num">
                                      <p:cBhvr>
                                        <p:cTn id="386" dur="1000" fill="hold"/>
                                        <p:tgtEl>
                                          <p:spTgt spid="66"/>
                                        </p:tgtEl>
                                        <p:attrNameLst>
                                          <p:attrName>ppt_w</p:attrName>
                                        </p:attrNameLst>
                                      </p:cBhvr>
                                      <p:tavLst>
                                        <p:tav tm="0">
                                          <p:val>
                                            <p:strVal val="#ppt_w+.3"/>
                                          </p:val>
                                        </p:tav>
                                        <p:tav tm="100000">
                                          <p:val>
                                            <p:strVal val="#ppt_w"/>
                                          </p:val>
                                        </p:tav>
                                      </p:tavLst>
                                    </p:anim>
                                    <p:anim calcmode="lin" valueType="num">
                                      <p:cBhvr>
                                        <p:cTn id="387" dur="1000" fill="hold"/>
                                        <p:tgtEl>
                                          <p:spTgt spid="66"/>
                                        </p:tgtEl>
                                        <p:attrNameLst>
                                          <p:attrName>ppt_h</p:attrName>
                                        </p:attrNameLst>
                                      </p:cBhvr>
                                      <p:tavLst>
                                        <p:tav tm="0">
                                          <p:val>
                                            <p:strVal val="#ppt_h"/>
                                          </p:val>
                                        </p:tav>
                                        <p:tav tm="100000">
                                          <p:val>
                                            <p:strVal val="#ppt_h"/>
                                          </p:val>
                                        </p:tav>
                                      </p:tavLst>
                                    </p:anim>
                                    <p:animEffect transition="in" filter="fade">
                                      <p:cBhvr>
                                        <p:cTn id="388" dur="1000"/>
                                        <p:tgtEl>
                                          <p:spTgt spid="66"/>
                                        </p:tgtEl>
                                      </p:cBhvr>
                                    </p:animEffect>
                                  </p:childTnLst>
                                </p:cTn>
                              </p:par>
                              <p:par>
                                <p:cTn id="389" presetID="50" presetClass="entr" presetSubtype="0" decel="100000" fill="hold" nodeType="withEffect">
                                  <p:stCondLst>
                                    <p:cond delay="0"/>
                                  </p:stCondLst>
                                  <p:childTnLst>
                                    <p:set>
                                      <p:cBhvr>
                                        <p:cTn id="390" dur="1" fill="hold">
                                          <p:stCondLst>
                                            <p:cond delay="0"/>
                                          </p:stCondLst>
                                        </p:cTn>
                                        <p:tgtEl>
                                          <p:spTgt spid="72"/>
                                        </p:tgtEl>
                                        <p:attrNameLst>
                                          <p:attrName>style.visibility</p:attrName>
                                        </p:attrNameLst>
                                      </p:cBhvr>
                                      <p:to>
                                        <p:strVal val="visible"/>
                                      </p:to>
                                    </p:set>
                                    <p:anim calcmode="lin" valueType="num">
                                      <p:cBhvr>
                                        <p:cTn id="391" dur="1000" fill="hold"/>
                                        <p:tgtEl>
                                          <p:spTgt spid="72"/>
                                        </p:tgtEl>
                                        <p:attrNameLst>
                                          <p:attrName>ppt_w</p:attrName>
                                        </p:attrNameLst>
                                      </p:cBhvr>
                                      <p:tavLst>
                                        <p:tav tm="0">
                                          <p:val>
                                            <p:strVal val="#ppt_w+.3"/>
                                          </p:val>
                                        </p:tav>
                                        <p:tav tm="100000">
                                          <p:val>
                                            <p:strVal val="#ppt_w"/>
                                          </p:val>
                                        </p:tav>
                                      </p:tavLst>
                                    </p:anim>
                                    <p:anim calcmode="lin" valueType="num">
                                      <p:cBhvr>
                                        <p:cTn id="392" dur="1000" fill="hold"/>
                                        <p:tgtEl>
                                          <p:spTgt spid="72"/>
                                        </p:tgtEl>
                                        <p:attrNameLst>
                                          <p:attrName>ppt_h</p:attrName>
                                        </p:attrNameLst>
                                      </p:cBhvr>
                                      <p:tavLst>
                                        <p:tav tm="0">
                                          <p:val>
                                            <p:strVal val="#ppt_h"/>
                                          </p:val>
                                        </p:tav>
                                        <p:tav tm="100000">
                                          <p:val>
                                            <p:strVal val="#ppt_h"/>
                                          </p:val>
                                        </p:tav>
                                      </p:tavLst>
                                    </p:anim>
                                    <p:animEffect transition="in" filter="fade">
                                      <p:cBhvr>
                                        <p:cTn id="393" dur="1000"/>
                                        <p:tgtEl>
                                          <p:spTgt spid="72"/>
                                        </p:tgtEl>
                                      </p:cBhvr>
                                    </p:animEffect>
                                  </p:childTnLst>
                                </p:cTn>
                              </p:par>
                              <p:par>
                                <p:cTn id="394" presetID="50" presetClass="entr" presetSubtype="0" decel="100000" fill="hold" grpId="0" nodeType="withEffect">
                                  <p:stCondLst>
                                    <p:cond delay="0"/>
                                  </p:stCondLst>
                                  <p:childTnLst>
                                    <p:set>
                                      <p:cBhvr>
                                        <p:cTn id="395" dur="1" fill="hold">
                                          <p:stCondLst>
                                            <p:cond delay="0"/>
                                          </p:stCondLst>
                                        </p:cTn>
                                        <p:tgtEl>
                                          <p:spTgt spid="73"/>
                                        </p:tgtEl>
                                        <p:attrNameLst>
                                          <p:attrName>style.visibility</p:attrName>
                                        </p:attrNameLst>
                                      </p:cBhvr>
                                      <p:to>
                                        <p:strVal val="visible"/>
                                      </p:to>
                                    </p:set>
                                    <p:anim calcmode="lin" valueType="num">
                                      <p:cBhvr>
                                        <p:cTn id="396" dur="1000" fill="hold"/>
                                        <p:tgtEl>
                                          <p:spTgt spid="73"/>
                                        </p:tgtEl>
                                        <p:attrNameLst>
                                          <p:attrName>ppt_w</p:attrName>
                                        </p:attrNameLst>
                                      </p:cBhvr>
                                      <p:tavLst>
                                        <p:tav tm="0">
                                          <p:val>
                                            <p:strVal val="#ppt_w+.3"/>
                                          </p:val>
                                        </p:tav>
                                        <p:tav tm="100000">
                                          <p:val>
                                            <p:strVal val="#ppt_w"/>
                                          </p:val>
                                        </p:tav>
                                      </p:tavLst>
                                    </p:anim>
                                    <p:anim calcmode="lin" valueType="num">
                                      <p:cBhvr>
                                        <p:cTn id="397" dur="1000" fill="hold"/>
                                        <p:tgtEl>
                                          <p:spTgt spid="73"/>
                                        </p:tgtEl>
                                        <p:attrNameLst>
                                          <p:attrName>ppt_h</p:attrName>
                                        </p:attrNameLst>
                                      </p:cBhvr>
                                      <p:tavLst>
                                        <p:tav tm="0">
                                          <p:val>
                                            <p:strVal val="#ppt_h"/>
                                          </p:val>
                                        </p:tav>
                                        <p:tav tm="100000">
                                          <p:val>
                                            <p:strVal val="#ppt_h"/>
                                          </p:val>
                                        </p:tav>
                                      </p:tavLst>
                                    </p:anim>
                                    <p:animEffect transition="in" filter="fade">
                                      <p:cBhvr>
                                        <p:cTn id="398" dur="10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67" grpId="0" animBg="1"/>
      <p:bldP spid="70" grpId="0" animBg="1"/>
      <p:bldP spid="71" grpId="0"/>
      <p:bldP spid="73" grpId="0"/>
      <p:bldP spid="74" grpId="0" animBg="1"/>
      <p:bldP spid="75" grpId="0" animBg="1"/>
      <p:bldP spid="76" grpId="0" animBg="1"/>
      <p:bldP spid="77" grpId="0" animBg="1"/>
      <p:bldP spid="78" grpId="0"/>
      <p:bldP spid="83" grpId="0"/>
      <p:bldP spid="84" grpId="0"/>
      <p:bldP spid="106" grpId="0" animBg="1"/>
      <p:bldP spid="107" grpId="0" animBg="1"/>
      <p:bldP spid="108" grpId="0" animBg="1"/>
      <p:bldP spid="109" grpId="0" animBg="1"/>
      <p:bldP spid="114" grpId="0" animBg="1"/>
      <p:bldP spid="11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60">
            <a:extLst>
              <a:ext uri="{FF2B5EF4-FFF2-40B4-BE49-F238E27FC236}">
                <a16:creationId xmlns:a16="http://schemas.microsoft.com/office/drawing/2014/main" id="{C3C1DD98-FF56-4074-8B00-2FED488F1FBA}"/>
              </a:ext>
            </a:extLst>
          </p:cNvPr>
          <p:cNvSpPr/>
          <p:nvPr/>
        </p:nvSpPr>
        <p:spPr>
          <a:xfrm>
            <a:off x="9205560" y="4452919"/>
            <a:ext cx="1412910" cy="1365569"/>
          </a:xfrm>
          <a:prstGeom prst="rect">
            <a:avLst/>
          </a:prstGeom>
          <a:solidFill>
            <a:schemeClr val="bg1">
              <a:lumMod val="95000"/>
            </a:schemeClr>
          </a:solidFill>
          <a:ln>
            <a:noFill/>
            <a:prstDash val="lgDashDot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54" name="Rectangle 53">
            <a:extLst>
              <a:ext uri="{FF2B5EF4-FFF2-40B4-BE49-F238E27FC236}">
                <a16:creationId xmlns:a16="http://schemas.microsoft.com/office/drawing/2014/main" id="{4F956D6A-0A8C-4392-9F80-F331024ED17B}"/>
              </a:ext>
            </a:extLst>
          </p:cNvPr>
          <p:cNvSpPr/>
          <p:nvPr/>
        </p:nvSpPr>
        <p:spPr>
          <a:xfrm>
            <a:off x="2255460" y="4452919"/>
            <a:ext cx="4429340" cy="1365569"/>
          </a:xfrm>
          <a:prstGeom prst="rect">
            <a:avLst/>
          </a:prstGeom>
          <a:solidFill>
            <a:schemeClr val="bg1">
              <a:lumMod val="95000"/>
            </a:schemeClr>
          </a:solidFill>
          <a:ln>
            <a:noFill/>
            <a:prstDash val="lgDashDot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53" name="Rectangle 52">
            <a:extLst>
              <a:ext uri="{FF2B5EF4-FFF2-40B4-BE49-F238E27FC236}">
                <a16:creationId xmlns:a16="http://schemas.microsoft.com/office/drawing/2014/main" id="{4DF61EDE-BF30-4BA9-AA47-9926E6B9FF1B}"/>
              </a:ext>
            </a:extLst>
          </p:cNvPr>
          <p:cNvSpPr/>
          <p:nvPr/>
        </p:nvSpPr>
        <p:spPr>
          <a:xfrm>
            <a:off x="403140" y="4452919"/>
            <a:ext cx="1815474" cy="1365569"/>
          </a:xfrm>
          <a:prstGeom prst="rect">
            <a:avLst/>
          </a:prstGeom>
          <a:solidFill>
            <a:schemeClr val="bg1">
              <a:lumMod val="95000"/>
            </a:schemeClr>
          </a:solidFill>
          <a:ln>
            <a:noFill/>
            <a:prstDash val="lgDashDot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ECECEC">
                  <a:lumMod val="75000"/>
                </a:srgbClr>
              </a:solidFill>
              <a:effectLst/>
              <a:uLnTx/>
              <a:uFillTx/>
              <a:latin typeface="Ubuntu" panose="020B0504030602030204" pitchFamily="34" charset="0"/>
              <a:ea typeface="+mn-ea"/>
              <a:cs typeface="+mn-cs"/>
            </a:endParaRPr>
          </a:p>
        </p:txBody>
      </p:sp>
      <p:sp>
        <p:nvSpPr>
          <p:cNvPr id="3" name="Title 2"/>
          <p:cNvSpPr>
            <a:spLocks noGrp="1"/>
          </p:cNvSpPr>
          <p:nvPr>
            <p:ph type="title"/>
          </p:nvPr>
        </p:nvSpPr>
        <p:spPr>
          <a:xfrm>
            <a:off x="712850" y="151686"/>
            <a:ext cx="9883602" cy="79266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fontScale="90000"/>
          </a:bodyPr>
          <a:lstStyle/>
          <a:p>
            <a:r>
              <a:rPr lang="en-IN" sz="2400" b="1" cap="none"/>
              <a:t>Deliver project as Hybrid </a:t>
            </a:r>
            <a:r>
              <a:rPr lang="en-IN" sz="2400" b="1" cap="none" err="1"/>
              <a:t>SAFe</a:t>
            </a:r>
            <a:r>
              <a:rPr lang="en-IN" sz="2400" b="1" cap="none"/>
              <a:t> agile for Platform Implementation</a:t>
            </a:r>
            <a:br>
              <a:rPr lang="en-IN" sz="2400" b="1" cap="none"/>
            </a:br>
            <a:r>
              <a:rPr lang="en-IN" sz="2000" cap="none">
                <a:latin typeface="+mn-lt"/>
              </a:rPr>
              <a:t>build, test early, test often &amp; early business testing (EBT)</a:t>
            </a:r>
            <a:br>
              <a:rPr lang="en-IN" sz="2000" cap="none">
                <a:latin typeface="+mn-lt"/>
              </a:rPr>
            </a:br>
            <a:endParaRPr lang="en-US" sz="2400" cap="none">
              <a:latin typeface="+mn-lt"/>
            </a:endParaRPr>
          </a:p>
        </p:txBody>
      </p:sp>
      <p:sp>
        <p:nvSpPr>
          <p:cNvPr id="5" name="Rectangle 4">
            <a:extLst>
              <a:ext uri="{FF2B5EF4-FFF2-40B4-BE49-F238E27FC236}">
                <a16:creationId xmlns:a16="http://schemas.microsoft.com/office/drawing/2014/main" id="{6E68B9EF-CBBA-481E-B02B-D69923520F3A}"/>
              </a:ext>
            </a:extLst>
          </p:cNvPr>
          <p:cNvSpPr/>
          <p:nvPr/>
        </p:nvSpPr>
        <p:spPr>
          <a:xfrm>
            <a:off x="402255" y="1506205"/>
            <a:ext cx="1885081" cy="261828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a:ln>
                <a:noFill/>
              </a:ln>
              <a:solidFill>
                <a:srgbClr val="ECECEC">
                  <a:lumMod val="75000"/>
                </a:srgbClr>
              </a:solidFill>
              <a:effectLst/>
              <a:uLnTx/>
              <a:uFillTx/>
              <a:latin typeface="Ubuntu" panose="020B0504030602030204" pitchFamily="34" charset="0"/>
              <a:ea typeface="+mn-ea"/>
              <a:cs typeface="+mn-cs"/>
            </a:endParaRPr>
          </a:p>
        </p:txBody>
      </p:sp>
      <p:sp>
        <p:nvSpPr>
          <p:cNvPr id="6" name="Rectangle 5">
            <a:extLst>
              <a:ext uri="{FF2B5EF4-FFF2-40B4-BE49-F238E27FC236}">
                <a16:creationId xmlns:a16="http://schemas.microsoft.com/office/drawing/2014/main" id="{6286E5DC-9009-4DCF-8207-3018956458C3}"/>
              </a:ext>
            </a:extLst>
          </p:cNvPr>
          <p:cNvSpPr/>
          <p:nvPr/>
        </p:nvSpPr>
        <p:spPr>
          <a:xfrm>
            <a:off x="8688564" y="1506205"/>
            <a:ext cx="1945077" cy="262365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7" name="Rectangle 6">
            <a:extLst>
              <a:ext uri="{FF2B5EF4-FFF2-40B4-BE49-F238E27FC236}">
                <a16:creationId xmlns:a16="http://schemas.microsoft.com/office/drawing/2014/main" id="{D12DA8F3-3749-41DF-AD78-1941EFAB423E}"/>
              </a:ext>
            </a:extLst>
          </p:cNvPr>
          <p:cNvSpPr/>
          <p:nvPr/>
        </p:nvSpPr>
        <p:spPr>
          <a:xfrm>
            <a:off x="2335918" y="1506205"/>
            <a:ext cx="6311587" cy="258695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8" name="Arrow: Curved Right 207">
            <a:extLst>
              <a:ext uri="{FF2B5EF4-FFF2-40B4-BE49-F238E27FC236}">
                <a16:creationId xmlns:a16="http://schemas.microsoft.com/office/drawing/2014/main" id="{49E045BD-4A88-4D4C-B0B3-6F20974A5336}"/>
              </a:ext>
            </a:extLst>
          </p:cNvPr>
          <p:cNvSpPr/>
          <p:nvPr/>
        </p:nvSpPr>
        <p:spPr>
          <a:xfrm rot="19247089">
            <a:off x="3823081" y="2215084"/>
            <a:ext cx="564174" cy="1069984"/>
          </a:xfrm>
          <a:prstGeom prst="curvedRightArrow">
            <a:avLst>
              <a:gd name="adj1" fmla="val 25000"/>
              <a:gd name="adj2" fmla="val 60189"/>
              <a:gd name="adj3" fmla="val 21731"/>
            </a:avLst>
          </a:prstGeom>
          <a:gradFill flip="none" rotWithShape="1">
            <a:gsLst>
              <a:gs pos="0">
                <a:schemeClr val="accent2">
                  <a:tint val="66000"/>
                  <a:satMod val="160000"/>
                </a:schemeClr>
              </a:gs>
              <a:gs pos="50000">
                <a:schemeClr val="accent2">
                  <a:tint val="44500"/>
                  <a:satMod val="160000"/>
                </a:schemeClr>
              </a:gs>
              <a:gs pos="100000">
                <a:schemeClr val="accent2">
                  <a:tint val="23500"/>
                  <a:satMod val="160000"/>
                </a:schemeClr>
              </a:gs>
            </a:gsLst>
            <a:path path="circle">
              <a:fillToRect l="100000" t="100000"/>
            </a:path>
            <a:tileRect r="-100000" b="-100000"/>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9" name="Arrow: Curved Right 208">
            <a:extLst>
              <a:ext uri="{FF2B5EF4-FFF2-40B4-BE49-F238E27FC236}">
                <a16:creationId xmlns:a16="http://schemas.microsoft.com/office/drawing/2014/main" id="{25BD2A78-1683-436A-AEF2-E1DB37DD7790}"/>
              </a:ext>
            </a:extLst>
          </p:cNvPr>
          <p:cNvSpPr/>
          <p:nvPr/>
        </p:nvSpPr>
        <p:spPr>
          <a:xfrm rot="19016985">
            <a:off x="5423908" y="2204683"/>
            <a:ext cx="564174" cy="1069984"/>
          </a:xfrm>
          <a:prstGeom prst="curvedRightArrow">
            <a:avLst>
              <a:gd name="adj1" fmla="val 25000"/>
              <a:gd name="adj2" fmla="val 60189"/>
              <a:gd name="adj3" fmla="val 21731"/>
            </a:avLst>
          </a:prstGeom>
          <a:gradFill flip="none" rotWithShape="1">
            <a:gsLst>
              <a:gs pos="0">
                <a:schemeClr val="accent2">
                  <a:tint val="66000"/>
                  <a:satMod val="160000"/>
                </a:schemeClr>
              </a:gs>
              <a:gs pos="50000">
                <a:schemeClr val="accent2">
                  <a:tint val="44500"/>
                  <a:satMod val="160000"/>
                </a:schemeClr>
              </a:gs>
              <a:gs pos="100000">
                <a:schemeClr val="accent2">
                  <a:tint val="23500"/>
                  <a:satMod val="160000"/>
                </a:schemeClr>
              </a:gs>
            </a:gsLst>
            <a:path path="circle">
              <a:fillToRect l="100000" t="100000"/>
            </a:path>
            <a:tileRect r="-100000" b="-100000"/>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0" name="Round Same Side Corner Rectangle 69">
            <a:extLst>
              <a:ext uri="{FF2B5EF4-FFF2-40B4-BE49-F238E27FC236}">
                <a16:creationId xmlns:a16="http://schemas.microsoft.com/office/drawing/2014/main" id="{67C661FC-E90F-4BF7-83B3-2B802D2EA89D}"/>
              </a:ext>
            </a:extLst>
          </p:cNvPr>
          <p:cNvSpPr/>
          <p:nvPr/>
        </p:nvSpPr>
        <p:spPr bwMode="auto">
          <a:xfrm>
            <a:off x="403139" y="4181257"/>
            <a:ext cx="11379889" cy="228452"/>
          </a:xfrm>
          <a:prstGeom prst="round2SameRect">
            <a:avLst/>
          </a:prstGeom>
          <a:gradFill flip="none" rotWithShape="1">
            <a:gsLst>
              <a:gs pos="0">
                <a:schemeClr val="accent1">
                  <a:lumMod val="50000"/>
                </a:schemeClr>
              </a:gs>
              <a:gs pos="50000">
                <a:srgbClr val="0070C0">
                  <a:shade val="67500"/>
                  <a:satMod val="115000"/>
                </a:srgbClr>
              </a:gs>
              <a:gs pos="100000">
                <a:schemeClr val="accent1"/>
              </a:gs>
            </a:gsLst>
            <a:path path="circle">
              <a:fillToRect l="50000" t="50000" r="50000" b="50000"/>
            </a:path>
            <a:tileRect/>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632258" rtl="0" eaLnBrk="0" fontAlgn="auto" latinLnBrk="0" hangingPunct="0">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prstClr val="white"/>
                </a:solidFill>
                <a:effectLst/>
                <a:uLnTx/>
                <a:uFillTx/>
                <a:latin typeface="Ubuntu" panose="020B0504030602030204" pitchFamily="34" charset="0"/>
                <a:ea typeface="+mn-ea"/>
                <a:cs typeface="Arial" pitchFamily="34" charset="0"/>
              </a:rPr>
              <a:t>Key Results</a:t>
            </a:r>
          </a:p>
        </p:txBody>
      </p:sp>
      <p:sp>
        <p:nvSpPr>
          <p:cNvPr id="11" name="Arrow: Pentagon 60">
            <a:extLst>
              <a:ext uri="{FF2B5EF4-FFF2-40B4-BE49-F238E27FC236}">
                <a16:creationId xmlns:a16="http://schemas.microsoft.com/office/drawing/2014/main" id="{9A11EA72-6507-4490-A133-C23D046C67D9}"/>
              </a:ext>
            </a:extLst>
          </p:cNvPr>
          <p:cNvSpPr/>
          <p:nvPr/>
        </p:nvSpPr>
        <p:spPr>
          <a:xfrm>
            <a:off x="403139" y="1106775"/>
            <a:ext cx="1999829" cy="360000"/>
          </a:xfrm>
          <a:prstGeom prst="homePlate">
            <a:avLst/>
          </a:prstGeom>
          <a:solidFill>
            <a:schemeClr val="accent1"/>
          </a:solidFill>
          <a:ln w="19050" cap="flat" cmpd="sng" algn="ctr">
            <a:solidFill>
              <a:sysClr val="window" lastClr="FFFFFF">
                <a:lumMod val="95000"/>
              </a:sys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ECECEC">
                    <a:lumMod val="75000"/>
                  </a:srgbClr>
                </a:solidFill>
                <a:effectLst/>
                <a:uLnTx/>
                <a:uFillTx/>
                <a:latin typeface="Ubuntu" panose="020B0504030602030204" pitchFamily="34" charset="0"/>
                <a:ea typeface="+mn-ea"/>
                <a:cs typeface="+mn-cs"/>
              </a:rPr>
              <a:t>Inception</a:t>
            </a:r>
          </a:p>
        </p:txBody>
      </p:sp>
      <p:sp>
        <p:nvSpPr>
          <p:cNvPr id="12" name="Arrow: Chevron 61">
            <a:extLst>
              <a:ext uri="{FF2B5EF4-FFF2-40B4-BE49-F238E27FC236}">
                <a16:creationId xmlns:a16="http://schemas.microsoft.com/office/drawing/2014/main" id="{7374117E-A5F7-4B48-A7F3-07A37E504437}"/>
              </a:ext>
            </a:extLst>
          </p:cNvPr>
          <p:cNvSpPr/>
          <p:nvPr/>
        </p:nvSpPr>
        <p:spPr>
          <a:xfrm>
            <a:off x="2240374" y="1106775"/>
            <a:ext cx="6455713" cy="360000"/>
          </a:xfrm>
          <a:prstGeom prst="chevron">
            <a:avLst/>
          </a:prstGeom>
          <a:solidFill>
            <a:schemeClr val="accent1"/>
          </a:solidFill>
          <a:ln w="19050" cap="flat" cmpd="sng" algn="ctr">
            <a:solidFill>
              <a:sysClr val="window" lastClr="FFFFFF">
                <a:lumMod val="95000"/>
              </a:sys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prstClr val="white"/>
                </a:solidFill>
                <a:effectLst/>
                <a:uLnTx/>
                <a:uFillTx/>
                <a:latin typeface="Ubuntu" panose="020B0504030602030204" pitchFamily="34" charset="0"/>
                <a:ea typeface="+mn-ea"/>
                <a:cs typeface="+mn-cs"/>
              </a:rPr>
              <a:t>Design, Build and Test (Sprint Agile)</a:t>
            </a:r>
          </a:p>
        </p:txBody>
      </p:sp>
      <p:sp>
        <p:nvSpPr>
          <p:cNvPr id="13" name="Arrow: Chevron 63">
            <a:extLst>
              <a:ext uri="{FF2B5EF4-FFF2-40B4-BE49-F238E27FC236}">
                <a16:creationId xmlns:a16="http://schemas.microsoft.com/office/drawing/2014/main" id="{F12A0FE7-CB94-441B-9CF4-F130FAF4B555}"/>
              </a:ext>
            </a:extLst>
          </p:cNvPr>
          <p:cNvSpPr/>
          <p:nvPr/>
        </p:nvSpPr>
        <p:spPr>
          <a:xfrm>
            <a:off x="10633641" y="1106775"/>
            <a:ext cx="1149387" cy="360000"/>
          </a:xfrm>
          <a:prstGeom prst="chevron">
            <a:avLst>
              <a:gd name="adj" fmla="val 55522"/>
            </a:avLst>
          </a:prstGeom>
          <a:solidFill>
            <a:schemeClr val="accent1"/>
          </a:solidFill>
          <a:ln w="19050" cap="flat" cmpd="sng" algn="ctr">
            <a:solidFill>
              <a:sysClr val="window" lastClr="FFFFFF">
                <a:lumMod val="95000"/>
              </a:sys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prstClr val="white"/>
                </a:solidFill>
                <a:effectLst/>
                <a:uLnTx/>
                <a:uFillTx/>
                <a:latin typeface="Ubuntu" panose="020B0504030602030204" pitchFamily="34" charset="0"/>
                <a:ea typeface="+mn-ea"/>
                <a:cs typeface="+mn-cs"/>
              </a:rPr>
              <a:t>Hyper care</a:t>
            </a:r>
          </a:p>
        </p:txBody>
      </p:sp>
      <p:sp>
        <p:nvSpPr>
          <p:cNvPr id="14" name="Arrow: Chevron 64">
            <a:extLst>
              <a:ext uri="{FF2B5EF4-FFF2-40B4-BE49-F238E27FC236}">
                <a16:creationId xmlns:a16="http://schemas.microsoft.com/office/drawing/2014/main" id="{C9C99478-9FE0-4F30-853A-A93F58F2120F}"/>
              </a:ext>
            </a:extLst>
          </p:cNvPr>
          <p:cNvSpPr/>
          <p:nvPr/>
        </p:nvSpPr>
        <p:spPr>
          <a:xfrm>
            <a:off x="8551790" y="1106775"/>
            <a:ext cx="2233744" cy="360000"/>
          </a:xfrm>
          <a:prstGeom prst="chevron">
            <a:avLst/>
          </a:prstGeom>
          <a:solidFill>
            <a:schemeClr val="accent1"/>
          </a:solidFill>
          <a:ln w="19050" cap="flat" cmpd="sng" algn="ctr">
            <a:solidFill>
              <a:sysClr val="window" lastClr="FFFFFF">
                <a:lumMod val="95000"/>
              </a:sys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prstClr val="white"/>
                </a:solidFill>
                <a:effectLst/>
                <a:uLnTx/>
                <a:uFillTx/>
                <a:latin typeface="Ubuntu" panose="020B0504030602030204" pitchFamily="34" charset="0"/>
                <a:ea typeface="+mn-ea"/>
                <a:cs typeface="+mn-cs"/>
              </a:rPr>
              <a:t>Stabilization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prstClr val="white"/>
                </a:solidFill>
                <a:effectLst/>
                <a:uLnTx/>
                <a:uFillTx/>
                <a:latin typeface="Ubuntu" panose="020B0504030602030204" pitchFamily="34" charset="0"/>
                <a:ea typeface="+mn-ea"/>
                <a:cs typeface="+mn-cs"/>
              </a:rPr>
              <a:t>SIT, Pre-UAT,UAT &amp; Deploy</a:t>
            </a:r>
          </a:p>
        </p:txBody>
      </p:sp>
      <p:sp>
        <p:nvSpPr>
          <p:cNvPr id="15" name="Arrow: Circular 75">
            <a:extLst>
              <a:ext uri="{FF2B5EF4-FFF2-40B4-BE49-F238E27FC236}">
                <a16:creationId xmlns:a16="http://schemas.microsoft.com/office/drawing/2014/main" id="{DEFD452C-DE68-46BA-AF1F-0D634FDB2498}"/>
              </a:ext>
            </a:extLst>
          </p:cNvPr>
          <p:cNvSpPr/>
          <p:nvPr/>
        </p:nvSpPr>
        <p:spPr>
          <a:xfrm>
            <a:off x="9747475" y="1514027"/>
            <a:ext cx="488725" cy="505254"/>
          </a:xfrm>
          <a:prstGeom prst="circularArrow">
            <a:avLst>
              <a:gd name="adj1" fmla="val 10980"/>
              <a:gd name="adj2" fmla="val 1142322"/>
              <a:gd name="adj3" fmla="val 4500000"/>
              <a:gd name="adj4" fmla="val 10800000"/>
              <a:gd name="adj5" fmla="val 12500"/>
            </a:avLst>
          </a:prstGeom>
          <a:solidFill>
            <a:srgbClr val="003366"/>
          </a:solidFill>
          <a:ln w="12700" cap="flat" cmpd="sng" algn="ctr">
            <a:solidFill>
              <a:sysClr val="window" lastClr="FFFFFF">
                <a:hueOff val="0"/>
                <a:satOff val="0"/>
                <a:lumOff val="0"/>
                <a:alphaOff val="0"/>
              </a:sysClr>
            </a:solidFill>
            <a:prstDash val="solid"/>
            <a:miter lim="800000"/>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black"/>
              </a:solidFill>
              <a:effectLst/>
              <a:uLnTx/>
              <a:uFillTx/>
              <a:latin typeface="Ubuntu"/>
              <a:ea typeface="+mn-ea"/>
              <a:cs typeface="+mn-cs"/>
            </a:endParaRPr>
          </a:p>
        </p:txBody>
      </p:sp>
      <p:sp>
        <p:nvSpPr>
          <p:cNvPr id="16" name="Freeform: Shape 76">
            <a:extLst>
              <a:ext uri="{FF2B5EF4-FFF2-40B4-BE49-F238E27FC236}">
                <a16:creationId xmlns:a16="http://schemas.microsoft.com/office/drawing/2014/main" id="{43B44283-6665-4092-B6E6-CBE3B50AB196}"/>
              </a:ext>
            </a:extLst>
          </p:cNvPr>
          <p:cNvSpPr/>
          <p:nvPr/>
        </p:nvSpPr>
        <p:spPr>
          <a:xfrm>
            <a:off x="9138921" y="1759161"/>
            <a:ext cx="1000298" cy="198866"/>
          </a:xfrm>
          <a:custGeom>
            <a:avLst/>
            <a:gdLst>
              <a:gd name="connsiteX0" fmla="*/ 0 w 441913"/>
              <a:gd name="connsiteY0" fmla="*/ 0 h 220934"/>
              <a:gd name="connsiteX1" fmla="*/ 441913 w 441913"/>
              <a:gd name="connsiteY1" fmla="*/ 0 h 220934"/>
              <a:gd name="connsiteX2" fmla="*/ 441913 w 441913"/>
              <a:gd name="connsiteY2" fmla="*/ 220934 h 220934"/>
              <a:gd name="connsiteX3" fmla="*/ 0 w 441913"/>
              <a:gd name="connsiteY3" fmla="*/ 220934 h 220934"/>
              <a:gd name="connsiteX4" fmla="*/ 0 w 441913"/>
              <a:gd name="connsiteY4" fmla="*/ 0 h 220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13" h="220934">
                <a:moveTo>
                  <a:pt x="0" y="0"/>
                </a:moveTo>
                <a:lnTo>
                  <a:pt x="441913" y="0"/>
                </a:lnTo>
                <a:lnTo>
                  <a:pt x="441913" y="220934"/>
                </a:lnTo>
                <a:lnTo>
                  <a:pt x="0" y="220934"/>
                </a:lnTo>
                <a:lnTo>
                  <a:pt x="0" y="0"/>
                </a:lnTo>
                <a:close/>
              </a:path>
            </a:pathLst>
          </a:custGeom>
          <a:noFill/>
          <a:ln>
            <a:noFill/>
          </a:ln>
          <a:effectLst/>
        </p:spPr>
        <p:txBody>
          <a:bodyPr spcFirstLastPara="0" vert="horz" wrap="square" lIns="5080" tIns="5080" rIns="5080" bIns="5080" numCol="1" spcCol="1270" anchor="ctr" anchorCtr="0">
            <a:noAutofit/>
          </a:bodyPr>
          <a:lstStyle/>
          <a:p>
            <a:pPr marL="0" marR="0" lvl="0" indent="0" algn="ctr" defTabSz="333375" rtl="0" eaLnBrk="1" fontAlgn="auto" latinLnBrk="0" hangingPunct="1">
              <a:lnSpc>
                <a:spcPct val="90000"/>
              </a:lnSpc>
              <a:spcBef>
                <a:spcPct val="0"/>
              </a:spcBef>
              <a:spcAft>
                <a:spcPct val="35000"/>
              </a:spcAft>
              <a:buClrTx/>
              <a:buSzTx/>
              <a:buFontTx/>
              <a:buNone/>
              <a:tabLst/>
              <a:defRPr/>
            </a:pPr>
            <a:r>
              <a:rPr kumimoji="0" lang="es-ES_tradnl" sz="1000" b="0" i="0" u="none" strike="noStrike" kern="0" cap="none" spc="0" normalizeH="0" baseline="0" noProof="0">
                <a:ln>
                  <a:noFill/>
                </a:ln>
                <a:solidFill>
                  <a:srgbClr val="003366"/>
                </a:solidFill>
                <a:effectLst/>
                <a:uLnTx/>
                <a:uFillTx/>
                <a:latin typeface="Ubuntu" panose="020B0504030602030204" pitchFamily="34" charset="0"/>
                <a:ea typeface="+mn-ea"/>
                <a:cs typeface="+mn-cs"/>
              </a:rPr>
              <a:t>Prep. Release</a:t>
            </a:r>
          </a:p>
        </p:txBody>
      </p:sp>
      <p:sp>
        <p:nvSpPr>
          <p:cNvPr id="17" name="Shape 16">
            <a:extLst>
              <a:ext uri="{FF2B5EF4-FFF2-40B4-BE49-F238E27FC236}">
                <a16:creationId xmlns:a16="http://schemas.microsoft.com/office/drawing/2014/main" id="{4C3A9B2F-D019-4B71-BC36-9D08F021F4F5}"/>
              </a:ext>
            </a:extLst>
          </p:cNvPr>
          <p:cNvSpPr/>
          <p:nvPr/>
        </p:nvSpPr>
        <p:spPr>
          <a:xfrm>
            <a:off x="9519669" y="1935082"/>
            <a:ext cx="533983" cy="493839"/>
          </a:xfrm>
          <a:prstGeom prst="leftCircularArrow">
            <a:avLst>
              <a:gd name="adj1" fmla="val 10980"/>
              <a:gd name="adj2" fmla="val 1142322"/>
              <a:gd name="adj3" fmla="val 6300000"/>
              <a:gd name="adj4" fmla="val 18900000"/>
              <a:gd name="adj5" fmla="val 12500"/>
            </a:avLst>
          </a:prstGeom>
          <a:solidFill>
            <a:srgbClr val="003366"/>
          </a:solidFill>
          <a:ln w="12700" cap="flat" cmpd="sng" algn="ctr">
            <a:solidFill>
              <a:sysClr val="window" lastClr="FFFFFF">
                <a:hueOff val="0"/>
                <a:satOff val="0"/>
                <a:lumOff val="0"/>
                <a:alphaOff val="0"/>
              </a:sysClr>
            </a:solidFill>
            <a:prstDash val="solid"/>
            <a:miter lim="800000"/>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black"/>
              </a:solidFill>
              <a:effectLst/>
              <a:uLnTx/>
              <a:uFillTx/>
              <a:latin typeface="Ubuntu"/>
              <a:ea typeface="+mn-ea"/>
              <a:cs typeface="+mn-cs"/>
            </a:endParaRPr>
          </a:p>
        </p:txBody>
      </p:sp>
      <p:sp>
        <p:nvSpPr>
          <p:cNvPr id="18" name="Arrow: Circular 79">
            <a:extLst>
              <a:ext uri="{FF2B5EF4-FFF2-40B4-BE49-F238E27FC236}">
                <a16:creationId xmlns:a16="http://schemas.microsoft.com/office/drawing/2014/main" id="{C1CD84AA-EE7B-4B33-A090-4C2E91C357AE}"/>
              </a:ext>
            </a:extLst>
          </p:cNvPr>
          <p:cNvSpPr/>
          <p:nvPr/>
        </p:nvSpPr>
        <p:spPr>
          <a:xfrm>
            <a:off x="9733783" y="2346235"/>
            <a:ext cx="456698" cy="444698"/>
          </a:xfrm>
          <a:prstGeom prst="circularArrow">
            <a:avLst>
              <a:gd name="adj1" fmla="val 10980"/>
              <a:gd name="adj2" fmla="val 1142322"/>
              <a:gd name="adj3" fmla="val 4500000"/>
              <a:gd name="adj4" fmla="val 11698489"/>
              <a:gd name="adj5" fmla="val 12500"/>
            </a:avLst>
          </a:prstGeom>
          <a:solidFill>
            <a:srgbClr val="003366"/>
          </a:solidFill>
          <a:ln w="12700" cap="flat" cmpd="sng" algn="ctr">
            <a:solidFill>
              <a:sysClr val="window" lastClr="FFFFFF">
                <a:hueOff val="0"/>
                <a:satOff val="0"/>
                <a:lumOff val="0"/>
                <a:alphaOff val="0"/>
              </a:sysClr>
            </a:solidFill>
            <a:prstDash val="solid"/>
            <a:miter lim="800000"/>
          </a:ln>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black"/>
              </a:solidFill>
              <a:effectLst/>
              <a:uLnTx/>
              <a:uFillTx/>
              <a:latin typeface="Ubuntu"/>
              <a:ea typeface="+mn-ea"/>
              <a:cs typeface="+mn-cs"/>
            </a:endParaRPr>
          </a:p>
        </p:txBody>
      </p:sp>
      <p:sp>
        <p:nvSpPr>
          <p:cNvPr id="19" name="Freeform: Shape 80">
            <a:extLst>
              <a:ext uri="{FF2B5EF4-FFF2-40B4-BE49-F238E27FC236}">
                <a16:creationId xmlns:a16="http://schemas.microsoft.com/office/drawing/2014/main" id="{28D7D21D-6D32-4103-B709-5B4415FCEF62}"/>
              </a:ext>
            </a:extLst>
          </p:cNvPr>
          <p:cNvSpPr/>
          <p:nvPr/>
        </p:nvSpPr>
        <p:spPr>
          <a:xfrm>
            <a:off x="9733496" y="2093164"/>
            <a:ext cx="706989" cy="198866"/>
          </a:xfrm>
          <a:custGeom>
            <a:avLst/>
            <a:gdLst>
              <a:gd name="connsiteX0" fmla="*/ 0 w 726395"/>
              <a:gd name="connsiteY0" fmla="*/ 0 h 220934"/>
              <a:gd name="connsiteX1" fmla="*/ 726395 w 726395"/>
              <a:gd name="connsiteY1" fmla="*/ 0 h 220934"/>
              <a:gd name="connsiteX2" fmla="*/ 726395 w 726395"/>
              <a:gd name="connsiteY2" fmla="*/ 220934 h 220934"/>
              <a:gd name="connsiteX3" fmla="*/ 0 w 726395"/>
              <a:gd name="connsiteY3" fmla="*/ 220934 h 220934"/>
              <a:gd name="connsiteX4" fmla="*/ 0 w 726395"/>
              <a:gd name="connsiteY4" fmla="*/ 0 h 220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6395" h="220934">
                <a:moveTo>
                  <a:pt x="0" y="0"/>
                </a:moveTo>
                <a:lnTo>
                  <a:pt x="726395" y="0"/>
                </a:lnTo>
                <a:lnTo>
                  <a:pt x="726395" y="220934"/>
                </a:lnTo>
                <a:lnTo>
                  <a:pt x="0" y="220934"/>
                </a:lnTo>
                <a:lnTo>
                  <a:pt x="0" y="0"/>
                </a:lnTo>
                <a:close/>
              </a:path>
            </a:pathLst>
          </a:custGeom>
          <a:noFill/>
          <a:ln>
            <a:noFill/>
          </a:ln>
          <a:effectLst/>
        </p:spPr>
        <p:txBody>
          <a:bodyPr spcFirstLastPara="0" vert="horz" wrap="square" lIns="4445" tIns="4445" rIns="4445" bIns="4445" numCol="1" spcCol="1270" anchor="ctr" anchorCtr="0">
            <a:noAutofit/>
          </a:bodyPr>
          <a:lstStyle/>
          <a:p>
            <a:pPr marL="0" marR="0" lvl="0" indent="0" algn="ctr" defTabSz="311150" rtl="0" eaLnBrk="1" fontAlgn="auto" latinLnBrk="0" hangingPunct="1">
              <a:lnSpc>
                <a:spcPct val="90000"/>
              </a:lnSpc>
              <a:spcBef>
                <a:spcPct val="0"/>
              </a:spcBef>
              <a:spcAft>
                <a:spcPct val="35000"/>
              </a:spcAft>
              <a:buClrTx/>
              <a:buSzTx/>
              <a:buFontTx/>
              <a:buNone/>
              <a:tabLst/>
              <a:defRPr/>
            </a:pPr>
            <a:r>
              <a:rPr kumimoji="0" lang="es-ES_tradnl" sz="1000" b="0" i="0" u="none" strike="noStrike" kern="0" cap="none" spc="0" normalizeH="0" baseline="0" noProof="0">
                <a:ln>
                  <a:noFill/>
                </a:ln>
                <a:solidFill>
                  <a:srgbClr val="003366"/>
                </a:solidFill>
                <a:effectLst/>
                <a:uLnTx/>
                <a:uFillTx/>
                <a:latin typeface="Ubuntu" panose="020B0504030602030204" pitchFamily="34" charset="0"/>
                <a:ea typeface="+mn-ea"/>
                <a:cs typeface="+mn-cs"/>
              </a:rPr>
              <a:t>Acceptance</a:t>
            </a:r>
          </a:p>
        </p:txBody>
      </p:sp>
      <p:sp>
        <p:nvSpPr>
          <p:cNvPr id="20" name="Freeform 31">
            <a:extLst>
              <a:ext uri="{FF2B5EF4-FFF2-40B4-BE49-F238E27FC236}">
                <a16:creationId xmlns:a16="http://schemas.microsoft.com/office/drawing/2014/main" id="{5C66857F-6E93-4D0F-A91C-03B9795FE909}"/>
              </a:ext>
            </a:extLst>
          </p:cNvPr>
          <p:cNvSpPr/>
          <p:nvPr/>
        </p:nvSpPr>
        <p:spPr>
          <a:xfrm>
            <a:off x="8768779" y="2086042"/>
            <a:ext cx="386653" cy="329225"/>
          </a:xfrm>
          <a:custGeom>
            <a:avLst/>
            <a:gdLst/>
            <a:ahLst/>
            <a:cxnLst>
              <a:cxn ang="0">
                <a:pos x="wd2" y="hd2"/>
              </a:cxn>
              <a:cxn ang="5400000">
                <a:pos x="wd2" y="hd2"/>
              </a:cxn>
              <a:cxn ang="10800000">
                <a:pos x="wd2" y="hd2"/>
              </a:cxn>
              <a:cxn ang="16200000">
                <a:pos x="wd2" y="hd2"/>
              </a:cxn>
            </a:cxnLst>
            <a:rect l="0" t="0" r="r" b="b"/>
            <a:pathLst>
              <a:path w="18947" h="19226" extrusionOk="0">
                <a:moveTo>
                  <a:pt x="1832" y="15597"/>
                </a:moveTo>
                <a:cubicBezTo>
                  <a:pt x="-1269" y="11267"/>
                  <a:pt x="-340" y="5141"/>
                  <a:pt x="3914" y="1934"/>
                </a:cubicBezTo>
                <a:cubicBezTo>
                  <a:pt x="8153" y="-1289"/>
                  <a:pt x="14130" y="-391"/>
                  <a:pt x="17230" y="3939"/>
                </a:cubicBezTo>
                <a:cubicBezTo>
                  <a:pt x="20331" y="8268"/>
                  <a:pt x="19058" y="13881"/>
                  <a:pt x="14804" y="17104"/>
                </a:cubicBezTo>
                <a:cubicBezTo>
                  <a:pt x="10565" y="20311"/>
                  <a:pt x="4947" y="19942"/>
                  <a:pt x="1832" y="15597"/>
                </a:cubicBezTo>
              </a:path>
            </a:pathLst>
          </a:custGeom>
          <a:solidFill>
            <a:srgbClr val="003366"/>
          </a:solidFill>
          <a:ln w="12700" cap="flat">
            <a:noFill/>
            <a:miter lim="400000"/>
          </a:ln>
          <a:effectLst/>
        </p:spPr>
        <p:txBody>
          <a:bodyPr wrap="square" lIns="50800" tIns="50800" rIns="50800" bIns="5080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a:latin typeface="Verdana"/>
                <a:ea typeface="Verdana"/>
                <a:cs typeface="Verdana"/>
                <a:sym typeface="Verdana"/>
              </a:defRPr>
            </a:pPr>
            <a:endParaRPr kumimoji="0" lang="en-US" sz="1000" b="0" i="0" u="none" strike="noStrike" kern="1200" cap="none" spc="0" normalizeH="0" baseline="0" noProof="0">
              <a:ln>
                <a:noFill/>
              </a:ln>
              <a:solidFill>
                <a:srgbClr val="000000"/>
              </a:solidFill>
              <a:effectLst/>
              <a:uLnTx/>
              <a:uFillTx/>
              <a:latin typeface="Ubuntu" panose="020B0504030602030204" pitchFamily="34" charset="0"/>
              <a:ea typeface="Verdana"/>
              <a:cs typeface="Verdana"/>
              <a:sym typeface="Verdana"/>
            </a:endParaRPr>
          </a:p>
        </p:txBody>
      </p:sp>
      <p:pic>
        <p:nvPicPr>
          <p:cNvPr id="21" name="pasted-image.pdf" descr="pasted-image.pdf">
            <a:extLst>
              <a:ext uri="{FF2B5EF4-FFF2-40B4-BE49-F238E27FC236}">
                <a16:creationId xmlns:a16="http://schemas.microsoft.com/office/drawing/2014/main" id="{96E82557-233A-40F9-8A8B-8F0FAF1378B2}"/>
              </a:ext>
            </a:extLst>
          </p:cNvPr>
          <p:cNvPicPr preferRelativeResize="0">
            <a:picLocks/>
          </p:cNvPicPr>
          <p:nvPr/>
        </p:nvPicPr>
        <p:blipFill>
          <a:blip r:embed="rId3" cstate="email">
            <a:extLst>
              <a:ext uri="{28A0092B-C50C-407E-A947-70E740481C1C}">
                <a14:useLocalDpi xmlns:a14="http://schemas.microsoft.com/office/drawing/2010/main"/>
              </a:ext>
            </a:extLst>
          </a:blip>
          <a:stretch>
            <a:fillRect/>
          </a:stretch>
        </p:blipFill>
        <p:spPr>
          <a:xfrm>
            <a:off x="8840190" y="2144349"/>
            <a:ext cx="231992" cy="197535"/>
          </a:xfrm>
          <a:prstGeom prst="rect">
            <a:avLst/>
          </a:prstGeom>
          <a:solidFill>
            <a:srgbClr val="003366"/>
          </a:solidFill>
          <a:ln w="12700" cap="flat">
            <a:noFill/>
            <a:miter lim="400000"/>
          </a:ln>
          <a:effectLst/>
        </p:spPr>
      </p:pic>
      <p:sp>
        <p:nvSpPr>
          <p:cNvPr id="22" name="Freeform 31">
            <a:extLst>
              <a:ext uri="{FF2B5EF4-FFF2-40B4-BE49-F238E27FC236}">
                <a16:creationId xmlns:a16="http://schemas.microsoft.com/office/drawing/2014/main" id="{A8953B06-3588-4D32-9441-1CACEE5CAE10}"/>
              </a:ext>
            </a:extLst>
          </p:cNvPr>
          <p:cNvSpPr/>
          <p:nvPr/>
        </p:nvSpPr>
        <p:spPr>
          <a:xfrm>
            <a:off x="8781449" y="2495668"/>
            <a:ext cx="352835" cy="334330"/>
          </a:xfrm>
          <a:custGeom>
            <a:avLst/>
            <a:gdLst/>
            <a:ahLst/>
            <a:cxnLst>
              <a:cxn ang="0">
                <a:pos x="wd2" y="hd2"/>
              </a:cxn>
              <a:cxn ang="5400000">
                <a:pos x="wd2" y="hd2"/>
              </a:cxn>
              <a:cxn ang="10800000">
                <a:pos x="wd2" y="hd2"/>
              </a:cxn>
              <a:cxn ang="16200000">
                <a:pos x="wd2" y="hd2"/>
              </a:cxn>
            </a:cxnLst>
            <a:rect l="0" t="0" r="r" b="b"/>
            <a:pathLst>
              <a:path w="18947" h="19226" extrusionOk="0">
                <a:moveTo>
                  <a:pt x="1832" y="15597"/>
                </a:moveTo>
                <a:cubicBezTo>
                  <a:pt x="-1269" y="11267"/>
                  <a:pt x="-340" y="5141"/>
                  <a:pt x="3914" y="1934"/>
                </a:cubicBezTo>
                <a:cubicBezTo>
                  <a:pt x="8153" y="-1289"/>
                  <a:pt x="14130" y="-391"/>
                  <a:pt x="17230" y="3939"/>
                </a:cubicBezTo>
                <a:cubicBezTo>
                  <a:pt x="20331" y="8268"/>
                  <a:pt x="19058" y="13881"/>
                  <a:pt x="14804" y="17104"/>
                </a:cubicBezTo>
                <a:cubicBezTo>
                  <a:pt x="10565" y="20311"/>
                  <a:pt x="4947" y="19942"/>
                  <a:pt x="1832" y="15597"/>
                </a:cubicBezTo>
              </a:path>
            </a:pathLst>
          </a:custGeom>
          <a:solidFill>
            <a:srgbClr val="003366"/>
          </a:solidFill>
          <a:ln w="12700" cap="flat">
            <a:noFill/>
            <a:miter lim="400000"/>
          </a:ln>
          <a:effectLst/>
        </p:spPr>
        <p:txBody>
          <a:bodyPr wrap="square" lIns="50800" tIns="50800" rIns="50800" bIns="5080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a:latin typeface="Verdana"/>
                <a:ea typeface="Verdana"/>
                <a:cs typeface="Verdana"/>
                <a:sym typeface="Verdana"/>
              </a:defRPr>
            </a:pPr>
            <a:endParaRPr kumimoji="0" lang="en-US" sz="1000" b="0" i="0" u="none" strike="noStrike" kern="1200" cap="none" spc="0" normalizeH="0" baseline="0" noProof="0">
              <a:ln>
                <a:noFill/>
              </a:ln>
              <a:solidFill>
                <a:srgbClr val="000000"/>
              </a:solidFill>
              <a:effectLst/>
              <a:uLnTx/>
              <a:uFillTx/>
              <a:latin typeface="Ubuntu" panose="020B0504030602030204" pitchFamily="34" charset="0"/>
              <a:ea typeface="Verdana"/>
              <a:cs typeface="Verdana"/>
              <a:sym typeface="Verdana"/>
            </a:endParaRPr>
          </a:p>
        </p:txBody>
      </p:sp>
      <p:pic>
        <p:nvPicPr>
          <p:cNvPr id="23" name="pasted-image.pdf" descr="pasted-image.pdf">
            <a:extLst>
              <a:ext uri="{FF2B5EF4-FFF2-40B4-BE49-F238E27FC236}">
                <a16:creationId xmlns:a16="http://schemas.microsoft.com/office/drawing/2014/main" id="{4549FE96-79E7-407B-AD8F-06C30BDB2362}"/>
              </a:ext>
            </a:extLst>
          </p:cNvPr>
          <p:cNvPicPr preferRelativeResize="0">
            <a:picLocks/>
          </p:cNvPicPr>
          <p:nvPr/>
        </p:nvPicPr>
        <p:blipFill>
          <a:blip r:embed="rId4" cstate="email">
            <a:extLst>
              <a:ext uri="{28A0092B-C50C-407E-A947-70E740481C1C}">
                <a14:useLocalDpi xmlns:a14="http://schemas.microsoft.com/office/drawing/2010/main"/>
              </a:ext>
            </a:extLst>
          </a:blip>
          <a:stretch>
            <a:fillRect/>
          </a:stretch>
        </p:blipFill>
        <p:spPr>
          <a:xfrm>
            <a:off x="8836220" y="2569472"/>
            <a:ext cx="220153" cy="207899"/>
          </a:xfrm>
          <a:prstGeom prst="rect">
            <a:avLst/>
          </a:prstGeom>
          <a:solidFill>
            <a:srgbClr val="003366"/>
          </a:solidFill>
          <a:ln w="12700" cap="flat">
            <a:noFill/>
            <a:miter lim="400000"/>
          </a:ln>
          <a:effectLst/>
        </p:spPr>
      </p:pic>
      <p:sp>
        <p:nvSpPr>
          <p:cNvPr id="24" name="Freeform 31">
            <a:extLst>
              <a:ext uri="{FF2B5EF4-FFF2-40B4-BE49-F238E27FC236}">
                <a16:creationId xmlns:a16="http://schemas.microsoft.com/office/drawing/2014/main" id="{3486261F-6D3A-42F7-9576-60667FFDE866}"/>
              </a:ext>
            </a:extLst>
          </p:cNvPr>
          <p:cNvSpPr/>
          <p:nvPr/>
        </p:nvSpPr>
        <p:spPr>
          <a:xfrm>
            <a:off x="8770806" y="1596734"/>
            <a:ext cx="362246" cy="329226"/>
          </a:xfrm>
          <a:custGeom>
            <a:avLst/>
            <a:gdLst/>
            <a:ahLst/>
            <a:cxnLst>
              <a:cxn ang="0">
                <a:pos x="wd2" y="hd2"/>
              </a:cxn>
              <a:cxn ang="5400000">
                <a:pos x="wd2" y="hd2"/>
              </a:cxn>
              <a:cxn ang="10800000">
                <a:pos x="wd2" y="hd2"/>
              </a:cxn>
              <a:cxn ang="16200000">
                <a:pos x="wd2" y="hd2"/>
              </a:cxn>
            </a:cxnLst>
            <a:rect l="0" t="0" r="r" b="b"/>
            <a:pathLst>
              <a:path w="18947" h="19226" extrusionOk="0">
                <a:moveTo>
                  <a:pt x="1832" y="15597"/>
                </a:moveTo>
                <a:cubicBezTo>
                  <a:pt x="-1269" y="11267"/>
                  <a:pt x="-340" y="5141"/>
                  <a:pt x="3914" y="1934"/>
                </a:cubicBezTo>
                <a:cubicBezTo>
                  <a:pt x="8153" y="-1289"/>
                  <a:pt x="14130" y="-391"/>
                  <a:pt x="17230" y="3939"/>
                </a:cubicBezTo>
                <a:cubicBezTo>
                  <a:pt x="20331" y="8268"/>
                  <a:pt x="19058" y="13881"/>
                  <a:pt x="14804" y="17104"/>
                </a:cubicBezTo>
                <a:cubicBezTo>
                  <a:pt x="10565" y="20311"/>
                  <a:pt x="4947" y="19942"/>
                  <a:pt x="1832" y="15597"/>
                </a:cubicBezTo>
              </a:path>
            </a:pathLst>
          </a:custGeom>
          <a:solidFill>
            <a:srgbClr val="003366"/>
          </a:solidFill>
          <a:ln w="12700" cap="flat">
            <a:noFill/>
            <a:miter lim="400000"/>
          </a:ln>
          <a:effectLst/>
        </p:spPr>
        <p:txBody>
          <a:bodyPr wrap="square" lIns="50800" tIns="50800" rIns="50800" bIns="5080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a:latin typeface="Verdana"/>
                <a:ea typeface="Verdana"/>
                <a:cs typeface="Verdana"/>
                <a:sym typeface="Verdana"/>
              </a:defRPr>
            </a:pPr>
            <a:endParaRPr kumimoji="0" lang="en-US" sz="1000" b="0" i="0" u="none" strike="noStrike" kern="1200" cap="none" spc="0" normalizeH="0" baseline="0" noProof="0">
              <a:ln>
                <a:noFill/>
              </a:ln>
              <a:solidFill>
                <a:srgbClr val="000000"/>
              </a:solidFill>
              <a:effectLst/>
              <a:uLnTx/>
              <a:uFillTx/>
              <a:latin typeface="Ubuntu" panose="020B0504030602030204" pitchFamily="34" charset="0"/>
              <a:ea typeface="Verdana"/>
              <a:cs typeface="Verdana"/>
              <a:sym typeface="Verdana"/>
            </a:endParaRPr>
          </a:p>
        </p:txBody>
      </p:sp>
      <p:pic>
        <p:nvPicPr>
          <p:cNvPr id="25" name="pasted-image.pdf" descr="pasted-image.pdf">
            <a:extLst>
              <a:ext uri="{FF2B5EF4-FFF2-40B4-BE49-F238E27FC236}">
                <a16:creationId xmlns:a16="http://schemas.microsoft.com/office/drawing/2014/main" id="{2F82D5B2-B59B-40B0-8352-E03859E3CD0F}"/>
              </a:ext>
            </a:extLst>
          </p:cNvPr>
          <p:cNvPicPr preferRelativeResize="0">
            <a:picLocks/>
          </p:cNvPicPr>
          <p:nvPr/>
        </p:nvPicPr>
        <p:blipFill>
          <a:blip r:embed="rId5" cstate="email">
            <a:extLst>
              <a:ext uri="{28A0092B-C50C-407E-A947-70E740481C1C}">
                <a14:useLocalDpi xmlns:a14="http://schemas.microsoft.com/office/drawing/2010/main"/>
              </a:ext>
            </a:extLst>
          </a:blip>
          <a:stretch>
            <a:fillRect/>
          </a:stretch>
        </p:blipFill>
        <p:spPr>
          <a:xfrm>
            <a:off x="8836177" y="1684840"/>
            <a:ext cx="226715" cy="171297"/>
          </a:xfrm>
          <a:prstGeom prst="rect">
            <a:avLst/>
          </a:prstGeom>
          <a:solidFill>
            <a:srgbClr val="003366"/>
          </a:solidFill>
          <a:ln w="12700" cap="flat">
            <a:noFill/>
            <a:miter lim="400000"/>
          </a:ln>
          <a:effectLst/>
        </p:spPr>
      </p:pic>
      <p:sp>
        <p:nvSpPr>
          <p:cNvPr id="201" name="Freeform 31">
            <a:extLst>
              <a:ext uri="{FF2B5EF4-FFF2-40B4-BE49-F238E27FC236}">
                <a16:creationId xmlns:a16="http://schemas.microsoft.com/office/drawing/2014/main" id="{72101C05-AFBF-48C6-A155-3470645B53F0}"/>
              </a:ext>
            </a:extLst>
          </p:cNvPr>
          <p:cNvSpPr/>
          <p:nvPr/>
        </p:nvSpPr>
        <p:spPr>
          <a:xfrm>
            <a:off x="10884479" y="2223521"/>
            <a:ext cx="444986" cy="411532"/>
          </a:xfrm>
          <a:custGeom>
            <a:avLst/>
            <a:gdLst/>
            <a:ahLst/>
            <a:cxnLst>
              <a:cxn ang="0">
                <a:pos x="wd2" y="hd2"/>
              </a:cxn>
              <a:cxn ang="5400000">
                <a:pos x="wd2" y="hd2"/>
              </a:cxn>
              <a:cxn ang="10800000">
                <a:pos x="wd2" y="hd2"/>
              </a:cxn>
              <a:cxn ang="16200000">
                <a:pos x="wd2" y="hd2"/>
              </a:cxn>
            </a:cxnLst>
            <a:rect l="0" t="0" r="r" b="b"/>
            <a:pathLst>
              <a:path w="18947" h="19226" extrusionOk="0">
                <a:moveTo>
                  <a:pt x="1832" y="15597"/>
                </a:moveTo>
                <a:cubicBezTo>
                  <a:pt x="-1269" y="11267"/>
                  <a:pt x="-340" y="5141"/>
                  <a:pt x="3914" y="1934"/>
                </a:cubicBezTo>
                <a:cubicBezTo>
                  <a:pt x="8153" y="-1289"/>
                  <a:pt x="14130" y="-391"/>
                  <a:pt x="17230" y="3939"/>
                </a:cubicBezTo>
                <a:cubicBezTo>
                  <a:pt x="20331" y="8268"/>
                  <a:pt x="19058" y="13881"/>
                  <a:pt x="14804" y="17104"/>
                </a:cubicBezTo>
                <a:cubicBezTo>
                  <a:pt x="10565" y="20311"/>
                  <a:pt x="4947" y="19942"/>
                  <a:pt x="1832" y="15597"/>
                </a:cubicBezTo>
              </a:path>
            </a:pathLst>
          </a:custGeom>
          <a:solidFill>
            <a:srgbClr val="003366"/>
          </a:solidFill>
          <a:ln w="12700" cap="flat">
            <a:noFill/>
            <a:miter lim="400000"/>
          </a:ln>
          <a:effectLst/>
        </p:spPr>
        <p:txBody>
          <a:bodyPr wrap="square" lIns="50800" tIns="50800" rIns="50800" bIns="5080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a:latin typeface="Verdana"/>
                <a:ea typeface="Verdana"/>
                <a:cs typeface="Verdana"/>
                <a:sym typeface="Verdana"/>
              </a:defRPr>
            </a:pPr>
            <a:endParaRPr kumimoji="0" lang="en-US" sz="1000" b="0" i="0" u="none" strike="noStrike" kern="1200" cap="none" spc="0" normalizeH="0" baseline="0" noProof="0">
              <a:ln>
                <a:noFill/>
              </a:ln>
              <a:solidFill>
                <a:srgbClr val="000000"/>
              </a:solidFill>
              <a:effectLst/>
              <a:uLnTx/>
              <a:uFillTx/>
              <a:latin typeface="Ubuntu" panose="020B0504030602030204" pitchFamily="34" charset="0"/>
              <a:ea typeface="Verdana"/>
              <a:cs typeface="Verdana"/>
              <a:sym typeface="Verdana"/>
            </a:endParaRPr>
          </a:p>
        </p:txBody>
      </p:sp>
      <p:pic>
        <p:nvPicPr>
          <p:cNvPr id="202" name="pasted-image.pdf" descr="pasted-image.pdf">
            <a:extLst>
              <a:ext uri="{FF2B5EF4-FFF2-40B4-BE49-F238E27FC236}">
                <a16:creationId xmlns:a16="http://schemas.microsoft.com/office/drawing/2014/main" id="{AE20B636-8B7E-4E21-99D5-F1045C45F59A}"/>
              </a:ext>
            </a:extLst>
          </p:cNvPr>
          <p:cNvPicPr preferRelativeResize="0">
            <a:picLocks/>
          </p:cNvPicPr>
          <p:nvPr/>
        </p:nvPicPr>
        <p:blipFill>
          <a:blip r:embed="rId6" cstate="email">
            <a:extLst>
              <a:ext uri="{28A0092B-C50C-407E-A947-70E740481C1C}">
                <a14:useLocalDpi xmlns:a14="http://schemas.microsoft.com/office/drawing/2010/main"/>
              </a:ext>
            </a:extLst>
          </a:blip>
          <a:stretch>
            <a:fillRect/>
          </a:stretch>
        </p:blipFill>
        <p:spPr>
          <a:xfrm>
            <a:off x="10998489" y="2305827"/>
            <a:ext cx="266992" cy="246919"/>
          </a:xfrm>
          <a:prstGeom prst="rect">
            <a:avLst/>
          </a:prstGeom>
          <a:solidFill>
            <a:srgbClr val="003366"/>
          </a:solidFill>
          <a:ln w="12700" cap="flat">
            <a:noFill/>
            <a:miter lim="400000"/>
          </a:ln>
          <a:effectLst/>
        </p:spPr>
      </p:pic>
      <p:sp>
        <p:nvSpPr>
          <p:cNvPr id="199" name="Freeform 31">
            <a:extLst>
              <a:ext uri="{FF2B5EF4-FFF2-40B4-BE49-F238E27FC236}">
                <a16:creationId xmlns:a16="http://schemas.microsoft.com/office/drawing/2014/main" id="{B37B02B2-8340-4B60-A381-8AFCD81F7073}"/>
              </a:ext>
            </a:extLst>
          </p:cNvPr>
          <p:cNvSpPr/>
          <p:nvPr/>
        </p:nvSpPr>
        <p:spPr>
          <a:xfrm>
            <a:off x="10884479" y="2831581"/>
            <a:ext cx="444986" cy="411532"/>
          </a:xfrm>
          <a:custGeom>
            <a:avLst/>
            <a:gdLst/>
            <a:ahLst/>
            <a:cxnLst>
              <a:cxn ang="0">
                <a:pos x="wd2" y="hd2"/>
              </a:cxn>
              <a:cxn ang="5400000">
                <a:pos x="wd2" y="hd2"/>
              </a:cxn>
              <a:cxn ang="10800000">
                <a:pos x="wd2" y="hd2"/>
              </a:cxn>
              <a:cxn ang="16200000">
                <a:pos x="wd2" y="hd2"/>
              </a:cxn>
            </a:cxnLst>
            <a:rect l="0" t="0" r="r" b="b"/>
            <a:pathLst>
              <a:path w="18947" h="19226" extrusionOk="0">
                <a:moveTo>
                  <a:pt x="1832" y="15597"/>
                </a:moveTo>
                <a:cubicBezTo>
                  <a:pt x="-1269" y="11267"/>
                  <a:pt x="-340" y="5141"/>
                  <a:pt x="3914" y="1934"/>
                </a:cubicBezTo>
                <a:cubicBezTo>
                  <a:pt x="8153" y="-1289"/>
                  <a:pt x="14130" y="-391"/>
                  <a:pt x="17230" y="3939"/>
                </a:cubicBezTo>
                <a:cubicBezTo>
                  <a:pt x="20331" y="8268"/>
                  <a:pt x="19058" y="13881"/>
                  <a:pt x="14804" y="17104"/>
                </a:cubicBezTo>
                <a:cubicBezTo>
                  <a:pt x="10565" y="20311"/>
                  <a:pt x="4947" y="19942"/>
                  <a:pt x="1832" y="15597"/>
                </a:cubicBezTo>
              </a:path>
            </a:pathLst>
          </a:custGeom>
          <a:solidFill>
            <a:srgbClr val="003366"/>
          </a:solidFill>
          <a:ln w="12700" cap="flat">
            <a:noFill/>
            <a:miter lim="400000"/>
          </a:ln>
          <a:effectLst/>
        </p:spPr>
        <p:txBody>
          <a:bodyPr wrap="square" lIns="50800" tIns="50800" rIns="50800" bIns="5080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a:latin typeface="Verdana"/>
                <a:ea typeface="Verdana"/>
                <a:cs typeface="Verdana"/>
                <a:sym typeface="Verdana"/>
              </a:defRPr>
            </a:pPr>
            <a:endParaRPr kumimoji="0" lang="en-US" sz="1000" b="0" i="0" u="none" strike="noStrike" kern="1200" cap="none" spc="0" normalizeH="0" baseline="0" noProof="0">
              <a:ln>
                <a:noFill/>
              </a:ln>
              <a:solidFill>
                <a:srgbClr val="000000"/>
              </a:solidFill>
              <a:effectLst/>
              <a:uLnTx/>
              <a:uFillTx/>
              <a:latin typeface="Ubuntu" panose="020B0504030602030204" pitchFamily="34" charset="0"/>
              <a:ea typeface="Verdana"/>
              <a:cs typeface="Verdana"/>
              <a:sym typeface="Verdana"/>
            </a:endParaRPr>
          </a:p>
        </p:txBody>
      </p:sp>
      <p:pic>
        <p:nvPicPr>
          <p:cNvPr id="200" name="pasted-image.pdf" descr="pasted-image.pdf">
            <a:extLst>
              <a:ext uri="{FF2B5EF4-FFF2-40B4-BE49-F238E27FC236}">
                <a16:creationId xmlns:a16="http://schemas.microsoft.com/office/drawing/2014/main" id="{2178B797-6DED-4F16-AE77-348569204ACF}"/>
              </a:ext>
            </a:extLst>
          </p:cNvPr>
          <p:cNvPicPr preferRelativeResize="0">
            <a:picLocks/>
          </p:cNvPicPr>
          <p:nvPr/>
        </p:nvPicPr>
        <p:blipFill>
          <a:blip r:embed="rId7" cstate="email">
            <a:extLst>
              <a:ext uri="{28A0092B-C50C-407E-A947-70E740481C1C}">
                <a14:useLocalDpi xmlns:a14="http://schemas.microsoft.com/office/drawing/2010/main"/>
              </a:ext>
            </a:extLst>
          </a:blip>
          <a:stretch>
            <a:fillRect/>
          </a:stretch>
        </p:blipFill>
        <p:spPr>
          <a:xfrm>
            <a:off x="10978150" y="2913887"/>
            <a:ext cx="266992" cy="246919"/>
          </a:xfrm>
          <a:prstGeom prst="rect">
            <a:avLst/>
          </a:prstGeom>
          <a:solidFill>
            <a:srgbClr val="003366"/>
          </a:solidFill>
          <a:ln w="12700" cap="flat">
            <a:noFill/>
            <a:miter lim="400000"/>
          </a:ln>
          <a:effectLst/>
        </p:spPr>
      </p:pic>
      <p:sp>
        <p:nvSpPr>
          <p:cNvPr id="197" name="Freeform 31">
            <a:extLst>
              <a:ext uri="{FF2B5EF4-FFF2-40B4-BE49-F238E27FC236}">
                <a16:creationId xmlns:a16="http://schemas.microsoft.com/office/drawing/2014/main" id="{1C6C2CE8-C571-4354-9AD8-88A2C919A298}"/>
              </a:ext>
            </a:extLst>
          </p:cNvPr>
          <p:cNvSpPr/>
          <p:nvPr/>
        </p:nvSpPr>
        <p:spPr>
          <a:xfrm>
            <a:off x="10884479" y="1615462"/>
            <a:ext cx="444986" cy="411532"/>
          </a:xfrm>
          <a:custGeom>
            <a:avLst/>
            <a:gdLst/>
            <a:ahLst/>
            <a:cxnLst>
              <a:cxn ang="0">
                <a:pos x="wd2" y="hd2"/>
              </a:cxn>
              <a:cxn ang="5400000">
                <a:pos x="wd2" y="hd2"/>
              </a:cxn>
              <a:cxn ang="10800000">
                <a:pos x="wd2" y="hd2"/>
              </a:cxn>
              <a:cxn ang="16200000">
                <a:pos x="wd2" y="hd2"/>
              </a:cxn>
            </a:cxnLst>
            <a:rect l="0" t="0" r="r" b="b"/>
            <a:pathLst>
              <a:path w="18947" h="19226" extrusionOk="0">
                <a:moveTo>
                  <a:pt x="1832" y="15597"/>
                </a:moveTo>
                <a:cubicBezTo>
                  <a:pt x="-1269" y="11267"/>
                  <a:pt x="-340" y="5141"/>
                  <a:pt x="3914" y="1934"/>
                </a:cubicBezTo>
                <a:cubicBezTo>
                  <a:pt x="8153" y="-1289"/>
                  <a:pt x="14130" y="-391"/>
                  <a:pt x="17230" y="3939"/>
                </a:cubicBezTo>
                <a:cubicBezTo>
                  <a:pt x="20331" y="8268"/>
                  <a:pt x="19058" y="13881"/>
                  <a:pt x="14804" y="17104"/>
                </a:cubicBezTo>
                <a:cubicBezTo>
                  <a:pt x="10565" y="20311"/>
                  <a:pt x="4947" y="19942"/>
                  <a:pt x="1832" y="15597"/>
                </a:cubicBezTo>
              </a:path>
            </a:pathLst>
          </a:custGeom>
          <a:solidFill>
            <a:srgbClr val="003366"/>
          </a:solidFill>
          <a:ln w="12700" cap="flat">
            <a:noFill/>
            <a:miter lim="400000"/>
          </a:ln>
          <a:effectLst/>
        </p:spPr>
        <p:txBody>
          <a:bodyPr wrap="square" lIns="50800" tIns="50800" rIns="50800" bIns="5080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a:latin typeface="Verdana"/>
                <a:ea typeface="Verdana"/>
                <a:cs typeface="Verdana"/>
                <a:sym typeface="Verdana"/>
              </a:defRPr>
            </a:pPr>
            <a:endParaRPr kumimoji="0" lang="en-US" sz="1000" b="0" i="0" u="none" strike="noStrike" kern="1200" cap="none" spc="0" normalizeH="0" baseline="0" noProof="0">
              <a:ln>
                <a:noFill/>
              </a:ln>
              <a:solidFill>
                <a:srgbClr val="000000"/>
              </a:solidFill>
              <a:effectLst/>
              <a:uLnTx/>
              <a:uFillTx/>
              <a:latin typeface="Ubuntu" panose="020B0504030602030204" pitchFamily="34" charset="0"/>
              <a:ea typeface="Verdana"/>
              <a:cs typeface="Verdana"/>
              <a:sym typeface="Verdana"/>
            </a:endParaRPr>
          </a:p>
        </p:txBody>
      </p:sp>
      <p:pic>
        <p:nvPicPr>
          <p:cNvPr id="198" name="pasted-image.pdf" descr="pasted-image.pdf">
            <a:extLst>
              <a:ext uri="{FF2B5EF4-FFF2-40B4-BE49-F238E27FC236}">
                <a16:creationId xmlns:a16="http://schemas.microsoft.com/office/drawing/2014/main" id="{7BA2D870-49AB-488D-A53E-F03318A09C22}"/>
              </a:ext>
            </a:extLst>
          </p:cNvPr>
          <p:cNvPicPr preferRelativeResize="0">
            <a:picLocks/>
          </p:cNvPicPr>
          <p:nvPr/>
        </p:nvPicPr>
        <p:blipFill>
          <a:blip r:embed="rId8" cstate="email">
            <a:extLst>
              <a:ext uri="{28A0092B-C50C-407E-A947-70E740481C1C}">
                <a14:useLocalDpi xmlns:a14="http://schemas.microsoft.com/office/drawing/2010/main"/>
              </a:ext>
            </a:extLst>
          </a:blip>
          <a:stretch>
            <a:fillRect/>
          </a:stretch>
        </p:blipFill>
        <p:spPr>
          <a:xfrm>
            <a:off x="10985631" y="1697768"/>
            <a:ext cx="266992" cy="246919"/>
          </a:xfrm>
          <a:prstGeom prst="rect">
            <a:avLst/>
          </a:prstGeom>
          <a:solidFill>
            <a:srgbClr val="003366"/>
          </a:solidFill>
          <a:ln w="12700" cap="flat">
            <a:noFill/>
            <a:miter lim="400000"/>
          </a:ln>
          <a:effectLst/>
        </p:spPr>
      </p:pic>
      <p:sp>
        <p:nvSpPr>
          <p:cNvPr id="29" name="Rectangle 28">
            <a:extLst>
              <a:ext uri="{FF2B5EF4-FFF2-40B4-BE49-F238E27FC236}">
                <a16:creationId xmlns:a16="http://schemas.microsoft.com/office/drawing/2014/main" id="{7BB02FFF-452B-4ADD-8AE9-2062E248EE31}"/>
              </a:ext>
            </a:extLst>
          </p:cNvPr>
          <p:cNvSpPr/>
          <p:nvPr/>
        </p:nvSpPr>
        <p:spPr>
          <a:xfrm>
            <a:off x="2255460" y="5947425"/>
            <a:ext cx="9514431" cy="543450"/>
          </a:xfrm>
          <a:prstGeom prst="rect">
            <a:avLst/>
          </a:prstGeom>
          <a:gradFill flip="none" rotWithShape="1">
            <a:gsLst>
              <a:gs pos="0">
                <a:schemeClr val="accent1">
                  <a:lumMod val="50000"/>
                </a:schemeClr>
              </a:gs>
              <a:gs pos="50000">
                <a:srgbClr val="0070C0">
                  <a:shade val="67500"/>
                  <a:satMod val="115000"/>
                </a:srgbClr>
              </a:gs>
              <a:gs pos="100000">
                <a:schemeClr val="accent1"/>
              </a:gs>
            </a:gsLst>
            <a:path path="circle">
              <a:fillToRect l="50000" t="50000" r="50000" b="50000"/>
            </a:path>
            <a:tileRect/>
          </a:gra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n-GB" sz="1200" b="1" i="0" u="none" strike="noStrike" kern="0" cap="none" spc="0" normalizeH="0" baseline="0" noProof="0">
                <a:ln>
                  <a:noFill/>
                </a:ln>
                <a:solidFill>
                  <a:srgbClr val="FFFFFF"/>
                </a:solidFill>
                <a:effectLst/>
                <a:uLnTx/>
                <a:uFillTx/>
                <a:latin typeface="Ubuntu" panose="020B0504030602030204" pitchFamily="34" charset="0"/>
                <a:ea typeface="+mn-ea"/>
                <a:cs typeface="+mn-cs"/>
              </a:rPr>
              <a:t>Our methodology accelerates the start of large implementations through the reuse of templates, assets and accelerators, </a:t>
            </a:r>
            <a:br>
              <a:rPr kumimoji="0" lang="en-GB" sz="1200" b="1" i="0" u="none" strike="noStrike" kern="0" cap="none" spc="0" normalizeH="0" baseline="0" noProof="0">
                <a:ln>
                  <a:noFill/>
                </a:ln>
                <a:solidFill>
                  <a:srgbClr val="FFFFFF"/>
                </a:solidFill>
                <a:effectLst/>
                <a:uLnTx/>
                <a:uFillTx/>
                <a:latin typeface="Ubuntu" panose="020B0504030602030204" pitchFamily="34" charset="0"/>
                <a:ea typeface="+mn-ea"/>
                <a:cs typeface="+mn-cs"/>
              </a:rPr>
            </a:br>
            <a:r>
              <a:rPr kumimoji="0" lang="en-GB" sz="1200" b="1" i="0" u="none" strike="noStrike" kern="0" cap="none" spc="0" normalizeH="0" baseline="0" noProof="0">
                <a:ln>
                  <a:noFill/>
                </a:ln>
                <a:solidFill>
                  <a:srgbClr val="FFFFFF"/>
                </a:solidFill>
                <a:effectLst/>
                <a:uLnTx/>
                <a:uFillTx/>
                <a:latin typeface="Ubuntu" panose="020B0504030602030204" pitchFamily="34" charset="0"/>
                <a:ea typeface="+mn-ea"/>
                <a:cs typeface="+mn-cs"/>
              </a:rPr>
              <a:t>obtained from experience of core insurance implementations at the global level.</a:t>
            </a:r>
          </a:p>
        </p:txBody>
      </p:sp>
      <p:sp>
        <p:nvSpPr>
          <p:cNvPr id="31" name="Rectangle 30">
            <a:extLst>
              <a:ext uri="{FF2B5EF4-FFF2-40B4-BE49-F238E27FC236}">
                <a16:creationId xmlns:a16="http://schemas.microsoft.com/office/drawing/2014/main" id="{BAD220B9-6789-4D05-AA36-563040521CD9}"/>
              </a:ext>
            </a:extLst>
          </p:cNvPr>
          <p:cNvSpPr/>
          <p:nvPr/>
        </p:nvSpPr>
        <p:spPr>
          <a:xfrm>
            <a:off x="940774" y="3650533"/>
            <a:ext cx="1140576" cy="305186"/>
          </a:xfrm>
          <a:prstGeom prst="rect">
            <a:avLst/>
          </a:prstGeom>
        </p:spPr>
        <p:txBody>
          <a:bodyPr wrap="non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ECECEC">
                    <a:lumMod val="75000"/>
                  </a:srgbClr>
                </a:solidFill>
                <a:effectLst/>
                <a:uLnTx/>
                <a:uFillTx/>
                <a:latin typeface="Ubuntu" panose="020B0504030602030204" pitchFamily="34" charset="0"/>
                <a:ea typeface="+mn-ea"/>
                <a:cs typeface="+mn-cs"/>
              </a:rPr>
              <a:t>Update Task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ECECEC">
                    <a:lumMod val="75000"/>
                  </a:srgbClr>
                </a:solidFill>
                <a:effectLst/>
                <a:uLnTx/>
                <a:uFillTx/>
                <a:latin typeface="Ubuntu" panose="020B0504030602030204" pitchFamily="34" charset="0"/>
                <a:ea typeface="+mn-ea"/>
                <a:cs typeface="+mn-cs"/>
              </a:rPr>
              <a:t>Management tool</a:t>
            </a:r>
          </a:p>
        </p:txBody>
      </p:sp>
      <p:pic>
        <p:nvPicPr>
          <p:cNvPr id="32" name="Picture 20" descr="Image result for project management png">
            <a:extLst>
              <a:ext uri="{FF2B5EF4-FFF2-40B4-BE49-F238E27FC236}">
                <a16:creationId xmlns:a16="http://schemas.microsoft.com/office/drawing/2014/main" id="{774EA6C2-BAED-4777-93EF-0B695608EF7F}"/>
              </a:ext>
            </a:extLst>
          </p:cNvPr>
          <p:cNvPicPr preferRelativeResize="0">
            <a:picLocks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95350" y="3639089"/>
            <a:ext cx="377258" cy="348898"/>
          </a:xfrm>
          <a:prstGeom prst="rect">
            <a:avLst/>
          </a:prstGeom>
          <a:noFill/>
          <a:extLst>
            <a:ext uri="{909E8E84-426E-40DD-AFC4-6F175D3DCCD1}">
              <a14:hiddenFill xmlns:a14="http://schemas.microsoft.com/office/drawing/2010/main">
                <a:solidFill>
                  <a:srgbClr val="FFFFFF"/>
                </a:solidFill>
              </a14:hiddenFill>
            </a:ext>
          </a:extLst>
        </p:spPr>
      </p:pic>
      <p:sp>
        <p:nvSpPr>
          <p:cNvPr id="33" name="Rectangle 32">
            <a:extLst>
              <a:ext uri="{FF2B5EF4-FFF2-40B4-BE49-F238E27FC236}">
                <a16:creationId xmlns:a16="http://schemas.microsoft.com/office/drawing/2014/main" id="{7F73F914-17A2-4EAE-ACBE-ADE442E3542E}"/>
              </a:ext>
            </a:extLst>
          </p:cNvPr>
          <p:cNvSpPr/>
          <p:nvPr/>
        </p:nvSpPr>
        <p:spPr>
          <a:xfrm>
            <a:off x="940774" y="2173083"/>
            <a:ext cx="817867" cy="155551"/>
          </a:xfrm>
          <a:prstGeom prst="rect">
            <a:avLst/>
          </a:prstGeom>
        </p:spPr>
        <p:txBody>
          <a:bodyPr wrap="non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ECECEC">
                    <a:lumMod val="75000"/>
                  </a:srgbClr>
                </a:solidFill>
                <a:effectLst/>
                <a:uLnTx/>
                <a:uFillTx/>
                <a:latin typeface="Ubuntu" panose="020B0504030602030204" pitchFamily="34" charset="0"/>
                <a:ea typeface="+mn-ea"/>
                <a:cs typeface="+mn-cs"/>
              </a:rPr>
              <a:t>User Stories</a:t>
            </a:r>
          </a:p>
        </p:txBody>
      </p:sp>
      <p:pic>
        <p:nvPicPr>
          <p:cNvPr id="34" name="Picture 24" descr="Image result for backlog icon">
            <a:extLst>
              <a:ext uri="{FF2B5EF4-FFF2-40B4-BE49-F238E27FC236}">
                <a16:creationId xmlns:a16="http://schemas.microsoft.com/office/drawing/2014/main" id="{398130E3-5649-4FF4-B45B-3BD9B3B99653}"/>
              </a:ext>
            </a:extLst>
          </p:cNvPr>
          <p:cNvPicPr preferRelativeResize="0">
            <a:picLocks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528234" y="2112719"/>
            <a:ext cx="311490" cy="288073"/>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26" descr="Image result for backlog icon">
            <a:extLst>
              <a:ext uri="{FF2B5EF4-FFF2-40B4-BE49-F238E27FC236}">
                <a16:creationId xmlns:a16="http://schemas.microsoft.com/office/drawing/2014/main" id="{BE20B8B7-4B00-4ECC-B6E9-3DE7A0E357FB}"/>
              </a:ext>
            </a:extLst>
          </p:cNvPr>
          <p:cNvPicPr preferRelativeResize="0">
            <a:picLocks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528234" y="1604023"/>
            <a:ext cx="311490" cy="288073"/>
          </a:xfrm>
          <a:prstGeom prst="rect">
            <a:avLst/>
          </a:prstGeom>
          <a:noFill/>
          <a:extLst>
            <a:ext uri="{909E8E84-426E-40DD-AFC4-6F175D3DCCD1}">
              <a14:hiddenFill xmlns:a14="http://schemas.microsoft.com/office/drawing/2010/main">
                <a:solidFill>
                  <a:srgbClr val="FFFFFF"/>
                </a:solidFill>
              </a14:hiddenFill>
            </a:ext>
          </a:extLst>
        </p:spPr>
      </p:pic>
      <p:sp>
        <p:nvSpPr>
          <p:cNvPr id="36" name="Rectangle 35">
            <a:extLst>
              <a:ext uri="{FF2B5EF4-FFF2-40B4-BE49-F238E27FC236}">
                <a16:creationId xmlns:a16="http://schemas.microsoft.com/office/drawing/2014/main" id="{B9D1A5E6-F56F-4730-AD7D-7490FBB3BC96}"/>
              </a:ext>
            </a:extLst>
          </p:cNvPr>
          <p:cNvSpPr/>
          <p:nvPr/>
        </p:nvSpPr>
        <p:spPr>
          <a:xfrm>
            <a:off x="940774" y="1678955"/>
            <a:ext cx="1091388" cy="155551"/>
          </a:xfrm>
          <a:prstGeom prst="rect">
            <a:avLst/>
          </a:prstGeom>
        </p:spPr>
        <p:txBody>
          <a:bodyPr wrap="non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ECECEC">
                    <a:lumMod val="75000"/>
                  </a:srgbClr>
                </a:solidFill>
                <a:effectLst/>
                <a:uLnTx/>
                <a:uFillTx/>
                <a:latin typeface="Ubuntu" panose="020B0504030602030204" pitchFamily="34" charset="0"/>
                <a:ea typeface="+mn-ea"/>
                <a:cs typeface="+mn-cs"/>
              </a:rPr>
              <a:t>Product Backlog</a:t>
            </a:r>
          </a:p>
        </p:txBody>
      </p:sp>
      <p:pic>
        <p:nvPicPr>
          <p:cNvPr id="37" name="Picture 28" descr="Image result for time estimate icon">
            <a:extLst>
              <a:ext uri="{FF2B5EF4-FFF2-40B4-BE49-F238E27FC236}">
                <a16:creationId xmlns:a16="http://schemas.microsoft.com/office/drawing/2014/main" id="{194A481C-27AB-46C2-A085-CE87E731FEC9}"/>
              </a:ext>
            </a:extLst>
          </p:cNvPr>
          <p:cNvPicPr preferRelativeResize="0">
            <a:picLocks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553560" y="2601664"/>
            <a:ext cx="260838" cy="288073"/>
          </a:xfrm>
          <a:prstGeom prst="rect">
            <a:avLst/>
          </a:prstGeom>
          <a:noFill/>
          <a:extLst>
            <a:ext uri="{909E8E84-426E-40DD-AFC4-6F175D3DCCD1}">
              <a14:hiddenFill xmlns:a14="http://schemas.microsoft.com/office/drawing/2010/main">
                <a:solidFill>
                  <a:srgbClr val="FFFFFF"/>
                </a:solidFill>
              </a14:hiddenFill>
            </a:ext>
          </a:extLst>
        </p:spPr>
      </p:pic>
      <p:sp>
        <p:nvSpPr>
          <p:cNvPr id="38" name="Rectangle 37">
            <a:extLst>
              <a:ext uri="{FF2B5EF4-FFF2-40B4-BE49-F238E27FC236}">
                <a16:creationId xmlns:a16="http://schemas.microsoft.com/office/drawing/2014/main" id="{147A8495-2DBC-478A-9C12-95FEE58E722D}"/>
              </a:ext>
            </a:extLst>
          </p:cNvPr>
          <p:cNvSpPr/>
          <p:nvPr/>
        </p:nvSpPr>
        <p:spPr>
          <a:xfrm>
            <a:off x="940774" y="2667211"/>
            <a:ext cx="667636" cy="148294"/>
          </a:xfrm>
          <a:prstGeom prst="rect">
            <a:avLst/>
          </a:prstGeom>
        </p:spPr>
        <p:txBody>
          <a:bodyPr wrap="non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ECECEC">
                    <a:lumMod val="75000"/>
                  </a:srgbClr>
                </a:solidFill>
                <a:effectLst/>
                <a:uLnTx/>
                <a:uFillTx/>
                <a:latin typeface="Ubuntu" panose="020B0504030602030204" pitchFamily="34" charset="0"/>
                <a:ea typeface="+mn-ea"/>
                <a:cs typeface="+mn-cs"/>
              </a:rPr>
              <a:t>Estimates</a:t>
            </a:r>
          </a:p>
        </p:txBody>
      </p:sp>
      <p:sp>
        <p:nvSpPr>
          <p:cNvPr id="39" name="Rectangle 38">
            <a:extLst>
              <a:ext uri="{FF2B5EF4-FFF2-40B4-BE49-F238E27FC236}">
                <a16:creationId xmlns:a16="http://schemas.microsoft.com/office/drawing/2014/main" id="{F089245E-7A9A-49C6-8EAD-5F107FB47098}"/>
              </a:ext>
            </a:extLst>
          </p:cNvPr>
          <p:cNvSpPr/>
          <p:nvPr/>
        </p:nvSpPr>
        <p:spPr>
          <a:xfrm>
            <a:off x="949745" y="3154082"/>
            <a:ext cx="734983" cy="157874"/>
          </a:xfrm>
          <a:prstGeom prst="rect">
            <a:avLst/>
          </a:prstGeom>
        </p:spPr>
        <p:txBody>
          <a:bodyPr wrap="non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ECECEC">
                    <a:lumMod val="75000"/>
                  </a:srgbClr>
                </a:solidFill>
                <a:effectLst/>
                <a:uLnTx/>
                <a:uFillTx/>
                <a:latin typeface="Ubuntu" panose="020B0504030602030204" pitchFamily="34" charset="0"/>
                <a:ea typeface="+mn-ea"/>
                <a:cs typeface="+mn-cs"/>
              </a:rPr>
              <a:t>Sprint Plan</a:t>
            </a:r>
          </a:p>
        </p:txBody>
      </p:sp>
      <p:pic>
        <p:nvPicPr>
          <p:cNvPr id="40" name="Picture 32" descr="Image result for sprint planning icon">
            <a:extLst>
              <a:ext uri="{FF2B5EF4-FFF2-40B4-BE49-F238E27FC236}">
                <a16:creationId xmlns:a16="http://schemas.microsoft.com/office/drawing/2014/main" id="{764797E2-89A6-4B97-A125-881B53341759}"/>
              </a:ext>
            </a:extLst>
          </p:cNvPr>
          <p:cNvPicPr preferRelativeResize="0">
            <a:picLocks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528234" y="3184528"/>
            <a:ext cx="311490" cy="288073"/>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2" descr="Image result for task management tool png">
            <a:extLst>
              <a:ext uri="{FF2B5EF4-FFF2-40B4-BE49-F238E27FC236}">
                <a16:creationId xmlns:a16="http://schemas.microsoft.com/office/drawing/2014/main" id="{9BA4F435-4B6D-4EDC-8A76-9B4D50FF6C96}"/>
              </a:ext>
            </a:extLst>
          </p:cNvPr>
          <p:cNvPicPr preferRelativeResize="0">
            <a:picLocks noChangeArrowheads="1"/>
          </p:cNvPicPr>
          <p:nvPr/>
        </p:nvPicPr>
        <p:blipFill>
          <a:blip r:embed="rId14" cstate="hqprint">
            <a:extLst>
              <a:ext uri="{28A0092B-C50C-407E-A947-70E740481C1C}">
                <a14:useLocalDpi xmlns:a14="http://schemas.microsoft.com/office/drawing/2010/main" val="0"/>
              </a:ext>
            </a:extLst>
          </a:blip>
          <a:srcRect/>
          <a:stretch>
            <a:fillRect/>
          </a:stretch>
        </p:blipFill>
        <p:spPr bwMode="auto">
          <a:xfrm>
            <a:off x="485345" y="5459349"/>
            <a:ext cx="311490" cy="288073"/>
          </a:xfrm>
          <a:prstGeom prst="rect">
            <a:avLst/>
          </a:prstGeom>
          <a:noFill/>
          <a:extLst>
            <a:ext uri="{909E8E84-426E-40DD-AFC4-6F175D3DCCD1}">
              <a14:hiddenFill xmlns:a14="http://schemas.microsoft.com/office/drawing/2010/main">
                <a:solidFill>
                  <a:srgbClr val="FFFFFF"/>
                </a:solidFill>
              </a14:hiddenFill>
            </a:ext>
          </a:extLst>
        </p:spPr>
      </p:pic>
      <p:sp>
        <p:nvSpPr>
          <p:cNvPr id="42" name="Rectangle 41">
            <a:extLst>
              <a:ext uri="{FF2B5EF4-FFF2-40B4-BE49-F238E27FC236}">
                <a16:creationId xmlns:a16="http://schemas.microsoft.com/office/drawing/2014/main" id="{78351342-CB6E-47A0-9B28-63704AFB9009}"/>
              </a:ext>
            </a:extLst>
          </p:cNvPr>
          <p:cNvSpPr/>
          <p:nvPr/>
        </p:nvSpPr>
        <p:spPr>
          <a:xfrm>
            <a:off x="777474" y="5437165"/>
            <a:ext cx="1495922"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ECECEC">
                    <a:lumMod val="75000"/>
                  </a:srgbClr>
                </a:solidFill>
                <a:effectLst/>
                <a:uLnTx/>
                <a:uFillTx/>
                <a:latin typeface="Ubuntu" panose="020B0504030602030204" pitchFamily="34" charset="0"/>
                <a:ea typeface="+mn-ea"/>
                <a:cs typeface="+mn-cs"/>
              </a:rPr>
              <a:t>Work loaded in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ECECEC">
                    <a:lumMod val="75000"/>
                  </a:srgbClr>
                </a:solidFill>
                <a:effectLst/>
                <a:uLnTx/>
                <a:uFillTx/>
                <a:latin typeface="Ubuntu" panose="020B0504030602030204" pitchFamily="34" charset="0"/>
                <a:ea typeface="+mn-ea"/>
                <a:cs typeface="+mn-cs"/>
              </a:rPr>
              <a:t>task management tool</a:t>
            </a:r>
          </a:p>
        </p:txBody>
      </p:sp>
      <p:pic>
        <p:nvPicPr>
          <p:cNvPr id="43" name="Picture 4" descr="Image result for out of the box logo png">
            <a:extLst>
              <a:ext uri="{FF2B5EF4-FFF2-40B4-BE49-F238E27FC236}">
                <a16:creationId xmlns:a16="http://schemas.microsoft.com/office/drawing/2014/main" id="{F8D55BE8-3176-4458-9E79-7920F103FDD4}"/>
              </a:ext>
            </a:extLst>
          </p:cNvPr>
          <p:cNvPicPr preferRelativeResize="0">
            <a:picLocks noChangeArrowheads="1"/>
          </p:cNvPicPr>
          <p:nvPr/>
        </p:nvPicPr>
        <p:blipFill>
          <a:blip r:embed="rId15" cstate="hqprint">
            <a:extLst>
              <a:ext uri="{28A0092B-C50C-407E-A947-70E740481C1C}">
                <a14:useLocalDpi xmlns:a14="http://schemas.microsoft.com/office/drawing/2010/main" val="0"/>
              </a:ext>
            </a:extLst>
          </a:blip>
          <a:srcRect/>
          <a:stretch>
            <a:fillRect/>
          </a:stretch>
        </p:blipFill>
        <p:spPr bwMode="auto">
          <a:xfrm>
            <a:off x="485345" y="4509715"/>
            <a:ext cx="311490" cy="288073"/>
          </a:xfrm>
          <a:prstGeom prst="rect">
            <a:avLst/>
          </a:prstGeom>
          <a:noFill/>
          <a:extLst>
            <a:ext uri="{909E8E84-426E-40DD-AFC4-6F175D3DCCD1}">
              <a14:hiddenFill xmlns:a14="http://schemas.microsoft.com/office/drawing/2010/main">
                <a:solidFill>
                  <a:srgbClr val="FFFFFF"/>
                </a:solidFill>
              </a14:hiddenFill>
            </a:ext>
          </a:extLst>
        </p:spPr>
      </p:pic>
      <p:sp>
        <p:nvSpPr>
          <p:cNvPr id="44" name="Rectangle 43">
            <a:extLst>
              <a:ext uri="{FF2B5EF4-FFF2-40B4-BE49-F238E27FC236}">
                <a16:creationId xmlns:a16="http://schemas.microsoft.com/office/drawing/2014/main" id="{FE713EBF-56C6-400C-9376-1E93CCC84E66}"/>
              </a:ext>
            </a:extLst>
          </p:cNvPr>
          <p:cNvSpPr/>
          <p:nvPr/>
        </p:nvSpPr>
        <p:spPr>
          <a:xfrm>
            <a:off x="777474" y="4487531"/>
            <a:ext cx="1422184"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ECECEC">
                    <a:lumMod val="75000"/>
                  </a:srgbClr>
                </a:solidFill>
                <a:effectLst/>
                <a:uLnTx/>
                <a:uFillTx/>
                <a:latin typeface="Ubuntu" panose="020B0504030602030204" pitchFamily="34" charset="0"/>
                <a:ea typeface="+mn-ea"/>
                <a:cs typeface="+mn-cs"/>
              </a:rPr>
              <a:t>User stories for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ECECEC">
                    <a:lumMod val="75000"/>
                  </a:srgbClr>
                </a:solidFill>
                <a:effectLst/>
                <a:uLnTx/>
                <a:uFillTx/>
                <a:latin typeface="Ubuntu" panose="020B0504030602030204" pitchFamily="34" charset="0"/>
                <a:ea typeface="+mn-ea"/>
                <a:cs typeface="+mn-cs"/>
              </a:rPr>
              <a:t>OOTB Functionalities</a:t>
            </a:r>
          </a:p>
        </p:txBody>
      </p:sp>
      <p:pic>
        <p:nvPicPr>
          <p:cNvPr id="45" name="Picture 10" descr="Image result for integration png">
            <a:extLst>
              <a:ext uri="{FF2B5EF4-FFF2-40B4-BE49-F238E27FC236}">
                <a16:creationId xmlns:a16="http://schemas.microsoft.com/office/drawing/2014/main" id="{AD08E0A3-23DD-44DF-AFFF-CD79F7486B8F}"/>
              </a:ext>
            </a:extLst>
          </p:cNvPr>
          <p:cNvPicPr preferRelativeResize="0">
            <a:picLocks noChangeArrowheads="1"/>
          </p:cNvPicPr>
          <p:nvPr/>
        </p:nvPicPr>
        <p:blipFill>
          <a:blip r:embed="rId16" cstate="hqprint">
            <a:extLst>
              <a:ext uri="{28A0092B-C50C-407E-A947-70E740481C1C}">
                <a14:useLocalDpi xmlns:a14="http://schemas.microsoft.com/office/drawing/2010/main" val="0"/>
              </a:ext>
            </a:extLst>
          </a:blip>
          <a:srcRect/>
          <a:stretch>
            <a:fillRect/>
          </a:stretch>
        </p:blipFill>
        <p:spPr bwMode="auto">
          <a:xfrm>
            <a:off x="485345" y="4984532"/>
            <a:ext cx="311490" cy="288073"/>
          </a:xfrm>
          <a:prstGeom prst="rect">
            <a:avLst/>
          </a:prstGeom>
          <a:noFill/>
          <a:extLst>
            <a:ext uri="{909E8E84-426E-40DD-AFC4-6F175D3DCCD1}">
              <a14:hiddenFill xmlns:a14="http://schemas.microsoft.com/office/drawing/2010/main">
                <a:solidFill>
                  <a:srgbClr val="FFFFFF"/>
                </a:solidFill>
              </a14:hiddenFill>
            </a:ext>
          </a:extLst>
        </p:spPr>
      </p:pic>
      <p:sp>
        <p:nvSpPr>
          <p:cNvPr id="46" name="Rectangle 45">
            <a:extLst>
              <a:ext uri="{FF2B5EF4-FFF2-40B4-BE49-F238E27FC236}">
                <a16:creationId xmlns:a16="http://schemas.microsoft.com/office/drawing/2014/main" id="{15EE013C-0D14-403C-8D8A-4D79B0C426B8}"/>
              </a:ext>
            </a:extLst>
          </p:cNvPr>
          <p:cNvSpPr/>
          <p:nvPr/>
        </p:nvSpPr>
        <p:spPr>
          <a:xfrm>
            <a:off x="777474" y="4962348"/>
            <a:ext cx="1269899"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ECECEC">
                    <a:lumMod val="75000"/>
                  </a:srgbClr>
                </a:solidFill>
                <a:effectLst/>
                <a:uLnTx/>
                <a:uFillTx/>
                <a:latin typeface="Ubuntu" panose="020B0504030602030204" pitchFamily="34" charset="0"/>
                <a:ea typeface="+mn-ea"/>
                <a:cs typeface="+mn-cs"/>
              </a:rPr>
              <a:t>High level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ECECEC">
                    <a:lumMod val="75000"/>
                  </a:srgbClr>
                </a:solidFill>
                <a:effectLst/>
                <a:uLnTx/>
                <a:uFillTx/>
                <a:latin typeface="Ubuntu" panose="020B0504030602030204" pitchFamily="34" charset="0"/>
                <a:ea typeface="+mn-ea"/>
                <a:cs typeface="+mn-cs"/>
              </a:rPr>
              <a:t>Integration Design</a:t>
            </a:r>
          </a:p>
        </p:txBody>
      </p:sp>
      <p:pic>
        <p:nvPicPr>
          <p:cNvPr id="47" name="Picture 12" descr="Image result for software icon png">
            <a:extLst>
              <a:ext uri="{FF2B5EF4-FFF2-40B4-BE49-F238E27FC236}">
                <a16:creationId xmlns:a16="http://schemas.microsoft.com/office/drawing/2014/main" id="{57F6A9FA-99CF-4F3D-BAB2-C6519BC0FF41}"/>
              </a:ext>
            </a:extLst>
          </p:cNvPr>
          <p:cNvPicPr preferRelativeResize="0">
            <a:picLocks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2419790" y="4487531"/>
            <a:ext cx="311490" cy="288073"/>
          </a:xfrm>
          <a:prstGeom prst="rect">
            <a:avLst/>
          </a:prstGeom>
          <a:noFill/>
          <a:extLst>
            <a:ext uri="{909E8E84-426E-40DD-AFC4-6F175D3DCCD1}">
              <a14:hiddenFill xmlns:a14="http://schemas.microsoft.com/office/drawing/2010/main">
                <a:solidFill>
                  <a:srgbClr val="FFFFFF"/>
                </a:solidFill>
              </a14:hiddenFill>
            </a:ext>
          </a:extLst>
        </p:spPr>
      </p:pic>
      <p:sp>
        <p:nvSpPr>
          <p:cNvPr id="48" name="Rectangle 47">
            <a:extLst>
              <a:ext uri="{FF2B5EF4-FFF2-40B4-BE49-F238E27FC236}">
                <a16:creationId xmlns:a16="http://schemas.microsoft.com/office/drawing/2014/main" id="{6770B3CA-DD0C-4E72-8381-B198D0AA1BFC}"/>
              </a:ext>
            </a:extLst>
          </p:cNvPr>
          <p:cNvSpPr/>
          <p:nvPr/>
        </p:nvSpPr>
        <p:spPr>
          <a:xfrm>
            <a:off x="2741502" y="4461883"/>
            <a:ext cx="4027512" cy="400110"/>
          </a:xfrm>
          <a:prstGeom prst="rect">
            <a:avLst/>
          </a:prstGeom>
        </p:spPr>
        <p:txBody>
          <a:bodyPr wrap="square">
            <a:spAutoFit/>
          </a:bodyPr>
          <a:lstStyle/>
          <a:p>
            <a:pPr marL="0" marR="0" lvl="0" indent="0" algn="l" defTabSz="632258" rtl="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3366"/>
                </a:solidFill>
                <a:effectLst/>
                <a:uLnTx/>
                <a:uFillTx/>
                <a:latin typeface="Ubuntu" panose="020B0504030602030204" pitchFamily="34" charset="0"/>
                <a:ea typeface="+mn-ea"/>
                <a:cs typeface="Arial" pitchFamily="34" charset="0"/>
              </a:rPr>
              <a:t>The </a:t>
            </a:r>
            <a:r>
              <a:rPr kumimoji="0" lang="en-US" sz="1000" b="1" i="0" u="none" strike="noStrike" kern="0" cap="none" spc="0" normalizeH="0" baseline="0" noProof="0">
                <a:ln>
                  <a:noFill/>
                </a:ln>
                <a:solidFill>
                  <a:srgbClr val="003366"/>
                </a:solidFill>
                <a:effectLst/>
                <a:uLnTx/>
                <a:uFillTx/>
                <a:latin typeface="Ubuntu" panose="020B0504030602030204" pitchFamily="34" charset="0"/>
                <a:ea typeface="+mn-ea"/>
                <a:cs typeface="Arial" pitchFamily="34" charset="0"/>
              </a:rPr>
              <a:t>software</a:t>
            </a:r>
            <a:r>
              <a:rPr kumimoji="0" lang="en-US" sz="1000" b="0" i="0" u="none" strike="noStrike" kern="0" cap="none" spc="0" normalizeH="0" baseline="0" noProof="0">
                <a:ln>
                  <a:noFill/>
                </a:ln>
                <a:solidFill>
                  <a:srgbClr val="003366"/>
                </a:solidFill>
                <a:effectLst/>
                <a:uLnTx/>
                <a:uFillTx/>
                <a:latin typeface="Ubuntu" panose="020B0504030602030204" pitchFamily="34" charset="0"/>
                <a:ea typeface="+mn-ea"/>
                <a:cs typeface="Arial" pitchFamily="34" charset="0"/>
              </a:rPr>
              <a:t> is developed at each sprint; </a:t>
            </a:r>
            <a:r>
              <a:rPr kumimoji="0" lang="en-US" sz="1000" b="1" i="0" u="none" strike="noStrike" kern="0" cap="none" spc="0" normalizeH="0" baseline="0" noProof="0">
                <a:ln>
                  <a:noFill/>
                </a:ln>
                <a:solidFill>
                  <a:srgbClr val="003366"/>
                </a:solidFill>
                <a:effectLst/>
                <a:uLnTx/>
                <a:uFillTx/>
                <a:latin typeface="Ubuntu" panose="020B0504030602030204" pitchFamily="34" charset="0"/>
                <a:ea typeface="+mn-ea"/>
                <a:cs typeface="Arial" pitchFamily="34" charset="0"/>
              </a:rPr>
              <a:t>tested</a:t>
            </a:r>
            <a:r>
              <a:rPr kumimoji="0" lang="en-US" sz="1000" b="0" i="0" u="none" strike="noStrike" kern="0" cap="none" spc="0" normalizeH="0" baseline="0" noProof="0">
                <a:ln>
                  <a:noFill/>
                </a:ln>
                <a:solidFill>
                  <a:srgbClr val="003366"/>
                </a:solidFill>
                <a:effectLst/>
                <a:uLnTx/>
                <a:uFillTx/>
                <a:latin typeface="Ubuntu" panose="020B0504030602030204" pitchFamily="34" charset="0"/>
                <a:ea typeface="+mn-ea"/>
                <a:cs typeface="Arial" pitchFamily="34" charset="0"/>
              </a:rPr>
              <a:t> and </a:t>
            </a:r>
            <a:r>
              <a:rPr kumimoji="0" lang="en-US" sz="1000" b="1" i="0" u="none" strike="noStrike" kern="0" cap="none" spc="0" normalizeH="0" baseline="0" noProof="0">
                <a:ln>
                  <a:noFill/>
                </a:ln>
                <a:solidFill>
                  <a:srgbClr val="003366"/>
                </a:solidFill>
                <a:effectLst/>
                <a:uLnTx/>
                <a:uFillTx/>
                <a:latin typeface="Ubuntu" panose="020B0504030602030204" pitchFamily="34" charset="0"/>
                <a:ea typeface="+mn-ea"/>
                <a:cs typeface="Arial" pitchFamily="34" charset="0"/>
              </a:rPr>
              <a:t>usable</a:t>
            </a:r>
            <a:r>
              <a:rPr kumimoji="0" lang="en-US" sz="1000" b="0" i="0" u="none" strike="noStrike" kern="0" cap="none" spc="0" normalizeH="0" baseline="0" noProof="0">
                <a:ln>
                  <a:noFill/>
                </a:ln>
                <a:solidFill>
                  <a:srgbClr val="003366"/>
                </a:solidFill>
                <a:effectLst/>
                <a:uLnTx/>
                <a:uFillTx/>
                <a:latin typeface="Ubuntu" panose="020B0504030602030204" pitchFamily="34" charset="0"/>
                <a:ea typeface="+mn-ea"/>
                <a:cs typeface="Arial" pitchFamily="34" charset="0"/>
              </a:rPr>
              <a:t> components are delivered. Review </a:t>
            </a:r>
            <a:r>
              <a:rPr kumimoji="0" lang="en-US" sz="1000" b="1" i="0" u="none" strike="noStrike" kern="0" cap="none" spc="0" normalizeH="0" baseline="0" noProof="0">
                <a:ln>
                  <a:noFill/>
                </a:ln>
                <a:solidFill>
                  <a:srgbClr val="003366"/>
                </a:solidFill>
                <a:effectLst/>
                <a:uLnTx/>
                <a:uFillTx/>
                <a:latin typeface="Ubuntu" panose="020B0504030602030204" pitchFamily="34" charset="0"/>
                <a:ea typeface="+mn-ea"/>
                <a:cs typeface="Arial" pitchFamily="34" charset="0"/>
              </a:rPr>
              <a:t>Conformance</a:t>
            </a:r>
            <a:r>
              <a:rPr kumimoji="0" lang="en-US" sz="1000" b="0" i="0" u="none" strike="noStrike" kern="0" cap="none" spc="0" normalizeH="0" baseline="0" noProof="0">
                <a:ln>
                  <a:noFill/>
                </a:ln>
                <a:solidFill>
                  <a:srgbClr val="003366"/>
                </a:solidFill>
                <a:effectLst/>
                <a:uLnTx/>
                <a:uFillTx/>
                <a:latin typeface="Ubuntu" panose="020B0504030602030204" pitchFamily="34" charset="0"/>
                <a:ea typeface="+mn-ea"/>
                <a:cs typeface="Arial" pitchFamily="34" charset="0"/>
              </a:rPr>
              <a:t>.</a:t>
            </a:r>
            <a:endParaRPr kumimoji="0" lang="en-US" sz="1000" b="1" i="0" u="none" strike="noStrike" kern="0" cap="none" spc="0" normalizeH="0" baseline="0" noProof="0">
              <a:ln>
                <a:noFill/>
              </a:ln>
              <a:solidFill>
                <a:srgbClr val="003366"/>
              </a:solidFill>
              <a:effectLst/>
              <a:uLnTx/>
              <a:uFillTx/>
              <a:latin typeface="Ubuntu" panose="020B0504030602030204" pitchFamily="34" charset="0"/>
              <a:ea typeface="+mn-ea"/>
              <a:cs typeface="Arial" pitchFamily="34" charset="0"/>
            </a:endParaRPr>
          </a:p>
        </p:txBody>
      </p:sp>
      <p:sp>
        <p:nvSpPr>
          <p:cNvPr id="49" name="Rectangle 48">
            <a:extLst>
              <a:ext uri="{FF2B5EF4-FFF2-40B4-BE49-F238E27FC236}">
                <a16:creationId xmlns:a16="http://schemas.microsoft.com/office/drawing/2014/main" id="{0DEAFBAA-02E4-400E-9949-A7C23536155E}"/>
              </a:ext>
            </a:extLst>
          </p:cNvPr>
          <p:cNvSpPr/>
          <p:nvPr/>
        </p:nvSpPr>
        <p:spPr>
          <a:xfrm>
            <a:off x="2741502" y="5547721"/>
            <a:ext cx="3336069" cy="221627"/>
          </a:xfrm>
          <a:prstGeom prst="rect">
            <a:avLst/>
          </a:prstGeom>
        </p:spPr>
        <p:txBody>
          <a:bodyPr wrap="square">
            <a:spAutoFit/>
          </a:bodyPr>
          <a:lstStyle/>
          <a:p>
            <a:pPr marL="0" marR="0" lvl="0" indent="0" algn="l" defTabSz="632258" rtl="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70AD">
                    <a:lumMod val="50000"/>
                  </a:srgbClr>
                </a:solidFill>
                <a:effectLst/>
                <a:uLnTx/>
                <a:uFillTx/>
                <a:latin typeface="Ubuntu" panose="020B0504030602030204" pitchFamily="34" charset="0"/>
                <a:ea typeface="+mn-ea"/>
                <a:cs typeface="Arial" pitchFamily="34" charset="0"/>
              </a:rPr>
              <a:t>Internal</a:t>
            </a:r>
            <a:r>
              <a:rPr kumimoji="0" lang="en-US" sz="1000" b="1" i="0" u="none" strike="noStrike" kern="0" cap="none" spc="0" normalizeH="0" baseline="0" noProof="0">
                <a:ln>
                  <a:noFill/>
                </a:ln>
                <a:solidFill>
                  <a:srgbClr val="0070AD">
                    <a:lumMod val="50000"/>
                  </a:srgbClr>
                </a:solidFill>
                <a:effectLst/>
                <a:uLnTx/>
                <a:uFillTx/>
                <a:latin typeface="Ubuntu" panose="020B0504030602030204" pitchFamily="34" charset="0"/>
                <a:ea typeface="+mn-ea"/>
                <a:cs typeface="Arial" pitchFamily="34" charset="0"/>
              </a:rPr>
              <a:t> Knowledge Sharing </a:t>
            </a:r>
            <a:r>
              <a:rPr kumimoji="0" lang="en-US" sz="1000" b="0" i="0" u="none" strike="noStrike" kern="0" cap="none" spc="0" normalizeH="0" baseline="0" noProof="0">
                <a:ln>
                  <a:noFill/>
                </a:ln>
                <a:solidFill>
                  <a:srgbClr val="0070AD">
                    <a:lumMod val="50000"/>
                  </a:srgbClr>
                </a:solidFill>
                <a:effectLst/>
                <a:uLnTx/>
                <a:uFillTx/>
                <a:latin typeface="Ubuntu" panose="020B0504030602030204" pitchFamily="34" charset="0"/>
                <a:ea typeface="+mn-ea"/>
                <a:cs typeface="Arial" pitchFamily="34" charset="0"/>
              </a:rPr>
              <a:t>&amp; Retrospection</a:t>
            </a:r>
            <a:r>
              <a:rPr kumimoji="0" lang="en-US" sz="1000" b="1" i="0" u="none" strike="noStrike" kern="0" cap="none" spc="0" normalizeH="0" baseline="0" noProof="0">
                <a:ln>
                  <a:noFill/>
                </a:ln>
                <a:solidFill>
                  <a:srgbClr val="0070AD">
                    <a:lumMod val="50000"/>
                  </a:srgbClr>
                </a:solidFill>
                <a:effectLst/>
                <a:uLnTx/>
                <a:uFillTx/>
                <a:latin typeface="Ubuntu" panose="020B0504030602030204" pitchFamily="34" charset="0"/>
                <a:ea typeface="+mn-ea"/>
                <a:cs typeface="Arial" pitchFamily="34" charset="0"/>
              </a:rPr>
              <a:t> </a:t>
            </a:r>
            <a:endParaRPr kumimoji="0" lang="en-US" sz="1000" b="0" i="0" u="none" strike="noStrike" kern="0" cap="none" spc="0" normalizeH="0" baseline="0" noProof="0">
              <a:ln>
                <a:noFill/>
              </a:ln>
              <a:solidFill>
                <a:srgbClr val="0070AD">
                  <a:lumMod val="50000"/>
                </a:srgbClr>
              </a:solidFill>
              <a:effectLst/>
              <a:uLnTx/>
              <a:uFillTx/>
              <a:latin typeface="Ubuntu" panose="020B0504030602030204" pitchFamily="34" charset="0"/>
              <a:ea typeface="+mn-ea"/>
              <a:cs typeface="Arial" pitchFamily="34" charset="0"/>
            </a:endParaRPr>
          </a:p>
        </p:txBody>
      </p:sp>
      <p:pic>
        <p:nvPicPr>
          <p:cNvPr id="50" name="Picture 26" descr="Image result for acceptance png">
            <a:extLst>
              <a:ext uri="{FF2B5EF4-FFF2-40B4-BE49-F238E27FC236}">
                <a16:creationId xmlns:a16="http://schemas.microsoft.com/office/drawing/2014/main" id="{924436F2-0A0F-436B-ADF2-919E06D53523}"/>
              </a:ext>
            </a:extLst>
          </p:cNvPr>
          <p:cNvPicPr preferRelativeResize="0">
            <a:picLocks noChangeArrowheads="1"/>
          </p:cNvPicPr>
          <p:nvPr/>
        </p:nvPicPr>
        <p:blipFill>
          <a:blip r:embed="rId18" cstate="hqprint">
            <a:duotone>
              <a:prstClr val="black"/>
              <a:schemeClr val="accent1">
                <a:tint val="45000"/>
                <a:satMod val="400000"/>
              </a:schemeClr>
            </a:duotone>
            <a:extLst>
              <a:ext uri="{28A0092B-C50C-407E-A947-70E740481C1C}">
                <a14:useLocalDpi xmlns:a14="http://schemas.microsoft.com/office/drawing/2010/main" val="0"/>
              </a:ext>
            </a:extLst>
          </a:blip>
          <a:srcRect/>
          <a:stretch>
            <a:fillRect/>
          </a:stretch>
        </p:blipFill>
        <p:spPr bwMode="auto">
          <a:xfrm>
            <a:off x="2387059" y="5178565"/>
            <a:ext cx="311490" cy="288073"/>
          </a:xfrm>
          <a:prstGeom prst="rect">
            <a:avLst/>
          </a:prstGeom>
          <a:noFill/>
          <a:extLst>
            <a:ext uri="{909E8E84-426E-40DD-AFC4-6F175D3DCCD1}">
              <a14:hiddenFill xmlns:a14="http://schemas.microsoft.com/office/drawing/2010/main">
                <a:solidFill>
                  <a:srgbClr val="FFFFFF"/>
                </a:solidFill>
              </a14:hiddenFill>
            </a:ext>
          </a:extLst>
        </p:spPr>
      </p:pic>
      <p:sp>
        <p:nvSpPr>
          <p:cNvPr id="51" name="Rectangle 50">
            <a:extLst>
              <a:ext uri="{FF2B5EF4-FFF2-40B4-BE49-F238E27FC236}">
                <a16:creationId xmlns:a16="http://schemas.microsoft.com/office/drawing/2014/main" id="{D1BE59CB-ABC0-4862-BB1D-9BEF384A260A}"/>
              </a:ext>
            </a:extLst>
          </p:cNvPr>
          <p:cNvSpPr/>
          <p:nvPr/>
        </p:nvSpPr>
        <p:spPr>
          <a:xfrm>
            <a:off x="2726419" y="5185775"/>
            <a:ext cx="3724294" cy="360145"/>
          </a:xfrm>
          <a:prstGeom prst="rect">
            <a:avLst/>
          </a:prstGeom>
        </p:spPr>
        <p:txBody>
          <a:bodyPr wrap="square">
            <a:spAutoFit/>
          </a:bodyPr>
          <a:lstStyle/>
          <a:p>
            <a:pPr marL="0" marR="0" lvl="0" indent="0" algn="l" defTabSz="632258" rtl="0" eaLnBrk="0" fontAlgn="auto" latinLnBrk="0" hangingPunct="0">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3366"/>
                </a:solidFill>
                <a:effectLst/>
                <a:uLnTx/>
                <a:uFillTx/>
                <a:latin typeface="Ubuntu" panose="020B0504030602030204" pitchFamily="34" charset="0"/>
                <a:ea typeface="+mn-ea"/>
                <a:cs typeface="Arial" pitchFamily="34" charset="0"/>
              </a:rPr>
              <a:t>Early and continuous acceptance </a:t>
            </a:r>
            <a:r>
              <a:rPr kumimoji="0" lang="en-US" sz="1000" b="0" i="0" u="none" strike="noStrike" kern="0" cap="none" spc="0" normalizeH="0" baseline="0" noProof="0">
                <a:ln>
                  <a:noFill/>
                </a:ln>
                <a:solidFill>
                  <a:srgbClr val="003366"/>
                </a:solidFill>
                <a:effectLst/>
                <a:uLnTx/>
                <a:uFillTx/>
                <a:latin typeface="Ubuntu" panose="020B0504030602030204" pitchFamily="34" charset="0"/>
                <a:ea typeface="+mn-ea"/>
                <a:cs typeface="Arial" pitchFamily="34" charset="0"/>
              </a:rPr>
              <a:t>of the delivered software through </a:t>
            </a:r>
            <a:r>
              <a:rPr kumimoji="0" lang="en-US" sz="1000" b="1" i="0" u="none" strike="noStrike" kern="0" cap="none" spc="0" normalizeH="0" baseline="0" noProof="0">
                <a:ln>
                  <a:noFill/>
                </a:ln>
                <a:solidFill>
                  <a:srgbClr val="003366"/>
                </a:solidFill>
                <a:effectLst/>
                <a:uLnTx/>
                <a:uFillTx/>
                <a:latin typeface="Ubuntu" panose="020B0504030602030204" pitchFamily="34" charset="0"/>
                <a:ea typeface="+mn-ea"/>
                <a:cs typeface="Arial" pitchFamily="34" charset="0"/>
              </a:rPr>
              <a:t>Pre-SIT, Pre-UAT</a:t>
            </a:r>
            <a:endParaRPr kumimoji="0" lang="en-US" sz="1000" b="0" i="0" u="none" strike="noStrike" kern="0" cap="none" spc="0" normalizeH="0" baseline="0" noProof="0">
              <a:ln>
                <a:noFill/>
              </a:ln>
              <a:solidFill>
                <a:srgbClr val="003366"/>
              </a:solidFill>
              <a:effectLst/>
              <a:uLnTx/>
              <a:uFillTx/>
              <a:latin typeface="Ubuntu" panose="020B0504030602030204" pitchFamily="34" charset="0"/>
              <a:ea typeface="+mn-ea"/>
              <a:cs typeface="Arial" pitchFamily="34" charset="0"/>
            </a:endParaRPr>
          </a:p>
        </p:txBody>
      </p:sp>
      <p:sp>
        <p:nvSpPr>
          <p:cNvPr id="52" name="Rectangle 51">
            <a:extLst>
              <a:ext uri="{FF2B5EF4-FFF2-40B4-BE49-F238E27FC236}">
                <a16:creationId xmlns:a16="http://schemas.microsoft.com/office/drawing/2014/main" id="{1B0430C6-8EA5-4018-92DD-4C97EB0D0AB2}"/>
              </a:ext>
            </a:extLst>
          </p:cNvPr>
          <p:cNvSpPr/>
          <p:nvPr/>
        </p:nvSpPr>
        <p:spPr>
          <a:xfrm>
            <a:off x="6720839" y="4458289"/>
            <a:ext cx="1296663" cy="1365569"/>
          </a:xfrm>
          <a:prstGeom prst="rect">
            <a:avLst/>
          </a:prstGeom>
          <a:solidFill>
            <a:schemeClr val="bg1">
              <a:lumMod val="95000"/>
            </a:schemeClr>
          </a:solidFill>
          <a:ln w="12700" cap="flat" cmpd="sng" algn="ctr">
            <a:noFill/>
            <a:prstDash val="lgDashDotDot"/>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632258" rtl="0" eaLnBrk="0" fontAlgn="auto" latinLnBrk="0" hangingPunct="0">
              <a:lnSpc>
                <a:spcPct val="100000"/>
              </a:lnSpc>
              <a:spcBef>
                <a:spcPts val="0"/>
              </a:spcBef>
              <a:spcAft>
                <a:spcPts val="0"/>
              </a:spcAft>
              <a:buClrTx/>
              <a:buSzTx/>
              <a:buFontTx/>
              <a:buNone/>
              <a:tabLst/>
              <a:defRPr/>
            </a:pPr>
            <a:endParaRPr kumimoji="0" lang="en-US" sz="1000" b="1" i="0" u="none" strike="noStrike" kern="0" cap="none" spc="0" normalizeH="0" baseline="0" noProof="0">
              <a:ln>
                <a:noFill/>
              </a:ln>
              <a:solidFill>
                <a:srgbClr val="003366"/>
              </a:solidFill>
              <a:effectLst/>
              <a:uLnTx/>
              <a:uFillTx/>
              <a:latin typeface="Ubuntu" panose="020B0504030602030204" pitchFamily="34" charset="0"/>
              <a:ea typeface="+mn-ea"/>
              <a:cs typeface="Arial" pitchFamily="34" charset="0"/>
            </a:endParaRPr>
          </a:p>
        </p:txBody>
      </p:sp>
      <p:pic>
        <p:nvPicPr>
          <p:cNvPr id="55" name="Picture 40" descr="Image result for person with checklist icon">
            <a:extLst>
              <a:ext uri="{FF2B5EF4-FFF2-40B4-BE49-F238E27FC236}">
                <a16:creationId xmlns:a16="http://schemas.microsoft.com/office/drawing/2014/main" id="{8EF2880F-92B2-4B07-AB63-64B75E134116}"/>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9238184" y="4492623"/>
            <a:ext cx="355989" cy="329226"/>
          </a:xfrm>
          <a:prstGeom prst="rect">
            <a:avLst/>
          </a:prstGeom>
          <a:noFill/>
          <a:extLst>
            <a:ext uri="{909E8E84-426E-40DD-AFC4-6F175D3DCCD1}">
              <a14:hiddenFill xmlns:a14="http://schemas.microsoft.com/office/drawing/2010/main">
                <a:solidFill>
                  <a:srgbClr val="FFFFFF"/>
                </a:solidFill>
              </a14:hiddenFill>
            </a:ext>
          </a:extLst>
        </p:spPr>
      </p:pic>
      <p:sp>
        <p:nvSpPr>
          <p:cNvPr id="56" name="Rectangle 55">
            <a:extLst>
              <a:ext uri="{FF2B5EF4-FFF2-40B4-BE49-F238E27FC236}">
                <a16:creationId xmlns:a16="http://schemas.microsoft.com/office/drawing/2014/main" id="{E7F88550-BAAD-4DB5-AA32-F4B286A734AA}"/>
              </a:ext>
            </a:extLst>
          </p:cNvPr>
          <p:cNvSpPr/>
          <p:nvPr/>
        </p:nvSpPr>
        <p:spPr>
          <a:xfrm>
            <a:off x="9553385" y="4455925"/>
            <a:ext cx="877133" cy="36014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3366"/>
                </a:solidFill>
                <a:effectLst/>
                <a:uLnTx/>
                <a:uFillTx/>
                <a:latin typeface="Ubuntu" panose="020B0504030602030204" pitchFamily="34" charset="0"/>
                <a:ea typeface="+mn-ea"/>
                <a:cs typeface="+mn-cs"/>
              </a:rPr>
              <a:t>App. Access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3366"/>
                </a:solidFill>
                <a:effectLst/>
                <a:uLnTx/>
                <a:uFillTx/>
                <a:latin typeface="Ubuntu" panose="020B0504030602030204" pitchFamily="34" charset="0"/>
                <a:ea typeface="+mn-ea"/>
                <a:cs typeface="+mn-cs"/>
              </a:rPr>
              <a:t>Validation</a:t>
            </a:r>
          </a:p>
        </p:txBody>
      </p:sp>
      <p:pic>
        <p:nvPicPr>
          <p:cNvPr id="57" name="Picture 44" descr="Image result for group of users icon">
            <a:extLst>
              <a:ext uri="{FF2B5EF4-FFF2-40B4-BE49-F238E27FC236}">
                <a16:creationId xmlns:a16="http://schemas.microsoft.com/office/drawing/2014/main" id="{4DD4966C-D0C0-404C-A940-BD1263D89CEB}"/>
              </a:ext>
            </a:extLst>
          </p:cNvPr>
          <p:cNvPicPr>
            <a:picLocks noChangeAspect="1" noChangeArrowheads="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9238184" y="4949988"/>
            <a:ext cx="355989" cy="329226"/>
          </a:xfrm>
          <a:prstGeom prst="rect">
            <a:avLst/>
          </a:prstGeom>
          <a:noFill/>
          <a:extLst>
            <a:ext uri="{909E8E84-426E-40DD-AFC4-6F175D3DCCD1}">
              <a14:hiddenFill xmlns:a14="http://schemas.microsoft.com/office/drawing/2010/main">
                <a:solidFill>
                  <a:srgbClr val="FFFFFF"/>
                </a:solidFill>
              </a14:hiddenFill>
            </a:ext>
          </a:extLst>
        </p:spPr>
      </p:pic>
      <p:sp>
        <p:nvSpPr>
          <p:cNvPr id="58" name="Rectangle 57">
            <a:extLst>
              <a:ext uri="{FF2B5EF4-FFF2-40B4-BE49-F238E27FC236}">
                <a16:creationId xmlns:a16="http://schemas.microsoft.com/office/drawing/2014/main" id="{23976BFA-BCC7-4F4C-A21C-D099C71D22DE}"/>
              </a:ext>
            </a:extLst>
          </p:cNvPr>
          <p:cNvSpPr/>
          <p:nvPr/>
        </p:nvSpPr>
        <p:spPr>
          <a:xfrm>
            <a:off x="9553385" y="4948381"/>
            <a:ext cx="918606" cy="36014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3366"/>
                </a:solidFill>
                <a:effectLst/>
                <a:uLnTx/>
                <a:uFillTx/>
                <a:latin typeface="Ubuntu" panose="020B0504030602030204" pitchFamily="34" charset="0"/>
                <a:ea typeface="+mn-ea"/>
                <a:cs typeface="+mn-cs"/>
              </a:rPr>
              <a:t>Release Preparation</a:t>
            </a:r>
          </a:p>
        </p:txBody>
      </p:sp>
      <p:pic>
        <p:nvPicPr>
          <p:cNvPr id="59" name="Picture 46" descr="Image result for handshake icon">
            <a:extLst>
              <a:ext uri="{FF2B5EF4-FFF2-40B4-BE49-F238E27FC236}">
                <a16:creationId xmlns:a16="http://schemas.microsoft.com/office/drawing/2014/main" id="{96B5C9FA-80FB-46ED-9C07-D9B2198B861C}"/>
              </a:ext>
            </a:extLst>
          </p:cNvPr>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9238184" y="5379400"/>
            <a:ext cx="355989" cy="329226"/>
          </a:xfrm>
          <a:prstGeom prst="rect">
            <a:avLst/>
          </a:prstGeom>
          <a:noFill/>
          <a:extLst>
            <a:ext uri="{909E8E84-426E-40DD-AFC4-6F175D3DCCD1}">
              <a14:hiddenFill xmlns:a14="http://schemas.microsoft.com/office/drawing/2010/main">
                <a:solidFill>
                  <a:srgbClr val="FFFFFF"/>
                </a:solidFill>
              </a14:hiddenFill>
            </a:ext>
          </a:extLst>
        </p:spPr>
      </p:pic>
      <p:sp>
        <p:nvSpPr>
          <p:cNvPr id="60" name="Rectangle 59">
            <a:extLst>
              <a:ext uri="{FF2B5EF4-FFF2-40B4-BE49-F238E27FC236}">
                <a16:creationId xmlns:a16="http://schemas.microsoft.com/office/drawing/2014/main" id="{C96457A7-1922-4B4F-BB4A-DD1370CA1E36}"/>
              </a:ext>
            </a:extLst>
          </p:cNvPr>
          <p:cNvSpPr/>
          <p:nvPr/>
        </p:nvSpPr>
        <p:spPr>
          <a:xfrm>
            <a:off x="9553385" y="5377792"/>
            <a:ext cx="1155272" cy="40011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3366"/>
                </a:solidFill>
                <a:effectLst/>
                <a:uLnTx/>
                <a:uFillTx/>
                <a:latin typeface="Ubuntu" panose="020B0504030602030204" pitchFamily="34" charset="0"/>
                <a:ea typeface="+mn-ea"/>
                <a:cs typeface="+mn-cs"/>
              </a:rPr>
              <a:t>User Acceptance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3366"/>
                </a:solidFill>
                <a:effectLst/>
                <a:uLnTx/>
                <a:uFillTx/>
                <a:latin typeface="Ubuntu" panose="020B0504030602030204" pitchFamily="34" charset="0"/>
                <a:ea typeface="+mn-ea"/>
                <a:cs typeface="+mn-cs"/>
              </a:rPr>
              <a:t>Testing</a:t>
            </a:r>
          </a:p>
        </p:txBody>
      </p:sp>
      <p:sp>
        <p:nvSpPr>
          <p:cNvPr id="62" name="Rectangle 61">
            <a:extLst>
              <a:ext uri="{FF2B5EF4-FFF2-40B4-BE49-F238E27FC236}">
                <a16:creationId xmlns:a16="http://schemas.microsoft.com/office/drawing/2014/main" id="{797D1590-D492-4808-8556-313C4BE0064E}"/>
              </a:ext>
            </a:extLst>
          </p:cNvPr>
          <p:cNvSpPr/>
          <p:nvPr/>
        </p:nvSpPr>
        <p:spPr>
          <a:xfrm>
            <a:off x="10618970" y="4445186"/>
            <a:ext cx="1157578" cy="703584"/>
          </a:xfrm>
          <a:prstGeom prst="rect">
            <a:avLst/>
          </a:prstGeom>
          <a:solidFill>
            <a:schemeClr val="bg1">
              <a:lumMod val="95000"/>
            </a:schemeClr>
          </a:solidFill>
          <a:ln w="12700" cap="flat" cmpd="sng" algn="ctr">
            <a:noFill/>
            <a:prstDash val="lgDashDotDot"/>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l" defTabSz="632258" rtl="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3366"/>
                </a:solidFill>
                <a:effectLst/>
                <a:uLnTx/>
                <a:uFillTx/>
                <a:latin typeface="Ubuntu" panose="020B0504030602030204" pitchFamily="34" charset="0"/>
                <a:ea typeface="+mn-ea"/>
                <a:cs typeface="Arial" pitchFamily="34" charset="0"/>
              </a:rPr>
              <a:t>Hypercare support (incident analysis, correction and testing)</a:t>
            </a:r>
          </a:p>
        </p:txBody>
      </p:sp>
      <p:sp>
        <p:nvSpPr>
          <p:cNvPr id="63" name="Rectangle 62">
            <a:extLst>
              <a:ext uri="{FF2B5EF4-FFF2-40B4-BE49-F238E27FC236}">
                <a16:creationId xmlns:a16="http://schemas.microsoft.com/office/drawing/2014/main" id="{C744201F-279B-4FB0-8198-7A49AC6F86AE}"/>
              </a:ext>
            </a:extLst>
          </p:cNvPr>
          <p:cNvSpPr/>
          <p:nvPr/>
        </p:nvSpPr>
        <p:spPr>
          <a:xfrm>
            <a:off x="10648949" y="5193169"/>
            <a:ext cx="1134078" cy="617128"/>
          </a:xfrm>
          <a:prstGeom prst="rect">
            <a:avLst/>
          </a:prstGeom>
          <a:solidFill>
            <a:schemeClr val="bg1">
              <a:lumMod val="95000"/>
            </a:schemeClr>
          </a:solidFill>
          <a:ln w="12700" cap="flat" cmpd="sng" algn="ctr">
            <a:noFill/>
            <a:prstDash val="lgDashDotDot"/>
            <a:miter lim="800000"/>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l" defTabSz="632258" rtl="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3366"/>
                </a:solidFill>
                <a:effectLst/>
                <a:uLnTx/>
                <a:uFillTx/>
                <a:latin typeface="Ubuntu" panose="020B0504030602030204" pitchFamily="34" charset="0"/>
                <a:ea typeface="+mn-ea"/>
                <a:cs typeface="Arial" pitchFamily="34" charset="0"/>
              </a:rPr>
              <a:t>Transition to the Support team</a:t>
            </a:r>
          </a:p>
        </p:txBody>
      </p:sp>
      <p:pic>
        <p:nvPicPr>
          <p:cNvPr id="64" name="Picture 8" descr="Brainstorm, genius, logic, memory, mind gears, psychology ...">
            <a:extLst>
              <a:ext uri="{FF2B5EF4-FFF2-40B4-BE49-F238E27FC236}">
                <a16:creationId xmlns:a16="http://schemas.microsoft.com/office/drawing/2014/main" id="{EDEFC678-F1A1-418B-96E2-6CA7DF60B1D8}"/>
              </a:ext>
            </a:extLst>
          </p:cNvPr>
          <p:cNvPicPr preferRelativeResize="0">
            <a:picLocks noChangeArrowheads="1"/>
          </p:cNvPicPr>
          <p:nvPr/>
        </p:nvPicPr>
        <p:blipFill>
          <a:blip r:embed="rId22" cstate="print">
            <a:extLst>
              <a:ext uri="{28A0092B-C50C-407E-A947-70E740481C1C}">
                <a14:useLocalDpi xmlns:a14="http://schemas.microsoft.com/office/drawing/2010/main" val="0"/>
              </a:ext>
            </a:extLst>
          </a:blip>
          <a:srcRect/>
          <a:stretch>
            <a:fillRect/>
          </a:stretch>
        </p:blipFill>
        <p:spPr bwMode="auto">
          <a:xfrm>
            <a:off x="2385804" y="5490615"/>
            <a:ext cx="311490" cy="288073"/>
          </a:xfrm>
          <a:prstGeom prst="rect">
            <a:avLst/>
          </a:prstGeom>
          <a:noFill/>
          <a:extLst>
            <a:ext uri="{909E8E84-426E-40DD-AFC4-6F175D3DCCD1}">
              <a14:hiddenFill xmlns:a14="http://schemas.microsoft.com/office/drawing/2010/main">
                <a:solidFill>
                  <a:srgbClr val="FFFFFF"/>
                </a:solidFill>
              </a14:hiddenFill>
            </a:ext>
          </a:extLst>
        </p:spPr>
      </p:pic>
      <p:sp>
        <p:nvSpPr>
          <p:cNvPr id="65" name="Freeform: Shape 80">
            <a:extLst>
              <a:ext uri="{FF2B5EF4-FFF2-40B4-BE49-F238E27FC236}">
                <a16:creationId xmlns:a16="http://schemas.microsoft.com/office/drawing/2014/main" id="{4D61650F-D35D-46E9-B981-7B5553402559}"/>
              </a:ext>
            </a:extLst>
          </p:cNvPr>
          <p:cNvSpPr/>
          <p:nvPr/>
        </p:nvSpPr>
        <p:spPr>
          <a:xfrm>
            <a:off x="9333036" y="2573253"/>
            <a:ext cx="679644" cy="198866"/>
          </a:xfrm>
          <a:custGeom>
            <a:avLst/>
            <a:gdLst>
              <a:gd name="connsiteX0" fmla="*/ 0 w 726395"/>
              <a:gd name="connsiteY0" fmla="*/ 0 h 220934"/>
              <a:gd name="connsiteX1" fmla="*/ 726395 w 726395"/>
              <a:gd name="connsiteY1" fmla="*/ 0 h 220934"/>
              <a:gd name="connsiteX2" fmla="*/ 726395 w 726395"/>
              <a:gd name="connsiteY2" fmla="*/ 220934 h 220934"/>
              <a:gd name="connsiteX3" fmla="*/ 0 w 726395"/>
              <a:gd name="connsiteY3" fmla="*/ 220934 h 220934"/>
              <a:gd name="connsiteX4" fmla="*/ 0 w 726395"/>
              <a:gd name="connsiteY4" fmla="*/ 0 h 220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6395" h="220934">
                <a:moveTo>
                  <a:pt x="0" y="0"/>
                </a:moveTo>
                <a:lnTo>
                  <a:pt x="726395" y="0"/>
                </a:lnTo>
                <a:lnTo>
                  <a:pt x="726395" y="220934"/>
                </a:lnTo>
                <a:lnTo>
                  <a:pt x="0" y="220934"/>
                </a:lnTo>
                <a:lnTo>
                  <a:pt x="0" y="0"/>
                </a:lnTo>
                <a:close/>
              </a:path>
            </a:pathLst>
          </a:custGeom>
          <a:noFill/>
          <a:ln>
            <a:noFill/>
          </a:ln>
          <a:effectLst/>
        </p:spPr>
        <p:txBody>
          <a:bodyPr spcFirstLastPara="0" vert="horz" wrap="square" lIns="4445" tIns="4445" rIns="4445" bIns="4445" numCol="1" spcCol="1270" anchor="ctr" anchorCtr="0">
            <a:noAutofit/>
          </a:bodyPr>
          <a:lstStyle/>
          <a:p>
            <a:pPr marL="0" marR="0" lvl="0" indent="0" algn="ctr" defTabSz="311150" rtl="0" eaLnBrk="1" fontAlgn="auto" latinLnBrk="0" hangingPunct="1">
              <a:lnSpc>
                <a:spcPct val="90000"/>
              </a:lnSpc>
              <a:spcBef>
                <a:spcPct val="0"/>
              </a:spcBef>
              <a:spcAft>
                <a:spcPct val="35000"/>
              </a:spcAft>
              <a:buClrTx/>
              <a:buSzTx/>
              <a:buFontTx/>
              <a:buNone/>
              <a:tabLst/>
              <a:defRPr/>
            </a:pPr>
            <a:r>
              <a:rPr kumimoji="0" lang="es-ES_tradnl" sz="1000" b="0" i="0" u="none" strike="noStrike" kern="0" cap="none" spc="0" normalizeH="0" baseline="0" noProof="0">
                <a:ln>
                  <a:noFill/>
                </a:ln>
                <a:solidFill>
                  <a:srgbClr val="003366"/>
                </a:solidFill>
                <a:effectLst/>
                <a:uLnTx/>
                <a:uFillTx/>
                <a:latin typeface="Ubuntu" panose="020B0504030602030204" pitchFamily="34" charset="0"/>
                <a:ea typeface="+mn-ea"/>
                <a:cs typeface="+mn-cs"/>
              </a:rPr>
              <a:t>Production Release</a:t>
            </a:r>
          </a:p>
        </p:txBody>
      </p:sp>
      <p:sp>
        <p:nvSpPr>
          <p:cNvPr id="190" name="Rectangle 189">
            <a:extLst>
              <a:ext uri="{FF2B5EF4-FFF2-40B4-BE49-F238E27FC236}">
                <a16:creationId xmlns:a16="http://schemas.microsoft.com/office/drawing/2014/main" id="{44CC134A-193A-4AC5-BE91-778058AB4EF8}"/>
              </a:ext>
            </a:extLst>
          </p:cNvPr>
          <p:cNvSpPr/>
          <p:nvPr/>
        </p:nvSpPr>
        <p:spPr>
          <a:xfrm>
            <a:off x="2487782" y="1522362"/>
            <a:ext cx="1755109" cy="764717"/>
          </a:xfrm>
          <a:prstGeom prst="rect">
            <a:avLst/>
          </a:prstGeom>
          <a:solidFill>
            <a:schemeClr val="bg1"/>
          </a:solidFill>
          <a:ln w="952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graphicFrame>
        <p:nvGraphicFramePr>
          <p:cNvPr id="191" name="Diagram 190">
            <a:extLst>
              <a:ext uri="{FF2B5EF4-FFF2-40B4-BE49-F238E27FC236}">
                <a16:creationId xmlns:a16="http://schemas.microsoft.com/office/drawing/2014/main" id="{BC057D4C-5334-42AC-BD44-A41C3564E2E4}"/>
              </a:ext>
            </a:extLst>
          </p:cNvPr>
          <p:cNvGraphicFramePr/>
          <p:nvPr/>
        </p:nvGraphicFramePr>
        <p:xfrm>
          <a:off x="2427365" y="1532324"/>
          <a:ext cx="962942" cy="792175"/>
        </p:xfrm>
        <a:graphic>
          <a:graphicData uri="http://schemas.openxmlformats.org/drawingml/2006/diagram">
            <dgm:relIds xmlns:dgm="http://schemas.openxmlformats.org/drawingml/2006/diagram" xmlns:r="http://schemas.openxmlformats.org/officeDocument/2006/relationships" r:dm="rId23" r:lo="rId24" r:qs="rId25" r:cs="rId26"/>
          </a:graphicData>
        </a:graphic>
      </p:graphicFrame>
      <p:sp>
        <p:nvSpPr>
          <p:cNvPr id="192" name="TextBox 191">
            <a:extLst>
              <a:ext uri="{FF2B5EF4-FFF2-40B4-BE49-F238E27FC236}">
                <a16:creationId xmlns:a16="http://schemas.microsoft.com/office/drawing/2014/main" id="{E385C4D2-4E70-4521-9A0C-44CFED1CF5D9}"/>
              </a:ext>
            </a:extLst>
          </p:cNvPr>
          <p:cNvSpPr txBox="1"/>
          <p:nvPr/>
        </p:nvSpPr>
        <p:spPr>
          <a:xfrm>
            <a:off x="2644945" y="1780595"/>
            <a:ext cx="616583" cy="22162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prstClr val="black"/>
                </a:solidFill>
                <a:effectLst/>
                <a:uLnTx/>
                <a:uFillTx/>
                <a:latin typeface="Ubuntu" panose="020B0504030602030204" pitchFamily="34" charset="0"/>
                <a:ea typeface="+mn-ea"/>
                <a:cs typeface="+mn-cs"/>
              </a:rPr>
              <a:t>Sprint1</a:t>
            </a:r>
          </a:p>
        </p:txBody>
      </p:sp>
      <p:graphicFrame>
        <p:nvGraphicFramePr>
          <p:cNvPr id="193" name="Diagram 192">
            <a:extLst>
              <a:ext uri="{FF2B5EF4-FFF2-40B4-BE49-F238E27FC236}">
                <a16:creationId xmlns:a16="http://schemas.microsoft.com/office/drawing/2014/main" id="{EBC278FE-7385-4DFF-A431-5354FCD6B859}"/>
              </a:ext>
            </a:extLst>
          </p:cNvPr>
          <p:cNvGraphicFramePr/>
          <p:nvPr/>
        </p:nvGraphicFramePr>
        <p:xfrm>
          <a:off x="3247890" y="1531936"/>
          <a:ext cx="962942" cy="792175"/>
        </p:xfrm>
        <a:graphic>
          <a:graphicData uri="http://schemas.openxmlformats.org/drawingml/2006/diagram">
            <dgm:relIds xmlns:dgm="http://schemas.openxmlformats.org/drawingml/2006/diagram" xmlns:r="http://schemas.openxmlformats.org/officeDocument/2006/relationships" r:dm="rId28" r:lo="rId29" r:qs="rId30" r:cs="rId31"/>
          </a:graphicData>
        </a:graphic>
      </p:graphicFrame>
      <p:sp>
        <p:nvSpPr>
          <p:cNvPr id="194" name="TextBox 193">
            <a:extLst>
              <a:ext uri="{FF2B5EF4-FFF2-40B4-BE49-F238E27FC236}">
                <a16:creationId xmlns:a16="http://schemas.microsoft.com/office/drawing/2014/main" id="{5C5DFAA9-E9A1-4217-B961-251CE303DD96}"/>
              </a:ext>
            </a:extLst>
          </p:cNvPr>
          <p:cNvSpPr txBox="1"/>
          <p:nvPr/>
        </p:nvSpPr>
        <p:spPr>
          <a:xfrm>
            <a:off x="3423004" y="1757735"/>
            <a:ext cx="616583" cy="22162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prstClr val="black"/>
                </a:solidFill>
                <a:effectLst/>
                <a:uLnTx/>
                <a:uFillTx/>
                <a:latin typeface="Ubuntu" panose="020B0504030602030204" pitchFamily="34" charset="0"/>
                <a:ea typeface="+mn-ea"/>
                <a:cs typeface="+mn-cs"/>
              </a:rPr>
              <a:t>Sprint2</a:t>
            </a:r>
          </a:p>
        </p:txBody>
      </p:sp>
      <p:sp>
        <p:nvSpPr>
          <p:cNvPr id="195" name="Arrow: Right 291">
            <a:extLst>
              <a:ext uri="{FF2B5EF4-FFF2-40B4-BE49-F238E27FC236}">
                <a16:creationId xmlns:a16="http://schemas.microsoft.com/office/drawing/2014/main" id="{67DA2251-FB82-4F5E-A9BD-290469C733BF}"/>
              </a:ext>
            </a:extLst>
          </p:cNvPr>
          <p:cNvSpPr/>
          <p:nvPr/>
        </p:nvSpPr>
        <p:spPr>
          <a:xfrm>
            <a:off x="3065343" y="2190477"/>
            <a:ext cx="347089" cy="46215"/>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196" name="Arrow: Right 292">
            <a:extLst>
              <a:ext uri="{FF2B5EF4-FFF2-40B4-BE49-F238E27FC236}">
                <a16:creationId xmlns:a16="http://schemas.microsoft.com/office/drawing/2014/main" id="{3B385476-9041-4280-A91C-AC5D1F7C36DB}"/>
              </a:ext>
            </a:extLst>
          </p:cNvPr>
          <p:cNvSpPr/>
          <p:nvPr/>
        </p:nvSpPr>
        <p:spPr>
          <a:xfrm>
            <a:off x="3887045" y="2190477"/>
            <a:ext cx="347089" cy="46215"/>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183" name="Rectangle 182">
            <a:extLst>
              <a:ext uri="{FF2B5EF4-FFF2-40B4-BE49-F238E27FC236}">
                <a16:creationId xmlns:a16="http://schemas.microsoft.com/office/drawing/2014/main" id="{9CFF591D-9394-4092-A986-768EBB494A66}"/>
              </a:ext>
            </a:extLst>
          </p:cNvPr>
          <p:cNvSpPr/>
          <p:nvPr/>
        </p:nvSpPr>
        <p:spPr>
          <a:xfrm>
            <a:off x="4273587" y="1522362"/>
            <a:ext cx="1755109" cy="764716"/>
          </a:xfrm>
          <a:prstGeom prst="rect">
            <a:avLst/>
          </a:prstGeom>
          <a:solidFill>
            <a:schemeClr val="bg1"/>
          </a:solidFill>
          <a:ln w="952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graphicFrame>
        <p:nvGraphicFramePr>
          <p:cNvPr id="184" name="Diagram 183">
            <a:extLst>
              <a:ext uri="{FF2B5EF4-FFF2-40B4-BE49-F238E27FC236}">
                <a16:creationId xmlns:a16="http://schemas.microsoft.com/office/drawing/2014/main" id="{788C3C23-AFB1-4B3C-94D8-AA124A715068}"/>
              </a:ext>
            </a:extLst>
          </p:cNvPr>
          <p:cNvGraphicFramePr/>
          <p:nvPr/>
        </p:nvGraphicFramePr>
        <p:xfrm>
          <a:off x="4213170" y="1532324"/>
          <a:ext cx="962942" cy="792174"/>
        </p:xfrm>
        <a:graphic>
          <a:graphicData uri="http://schemas.openxmlformats.org/drawingml/2006/diagram">
            <dgm:relIds xmlns:dgm="http://schemas.openxmlformats.org/drawingml/2006/diagram" xmlns:r="http://schemas.openxmlformats.org/officeDocument/2006/relationships" r:dm="rId33" r:lo="rId34" r:qs="rId35" r:cs="rId36"/>
          </a:graphicData>
        </a:graphic>
      </p:graphicFrame>
      <p:sp>
        <p:nvSpPr>
          <p:cNvPr id="185" name="TextBox 184">
            <a:extLst>
              <a:ext uri="{FF2B5EF4-FFF2-40B4-BE49-F238E27FC236}">
                <a16:creationId xmlns:a16="http://schemas.microsoft.com/office/drawing/2014/main" id="{7AA2631E-53BC-446C-8799-DE17DBD79454}"/>
              </a:ext>
            </a:extLst>
          </p:cNvPr>
          <p:cNvSpPr txBox="1"/>
          <p:nvPr/>
        </p:nvSpPr>
        <p:spPr>
          <a:xfrm>
            <a:off x="4388840" y="1725985"/>
            <a:ext cx="616583" cy="22162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prstClr val="black"/>
                </a:solidFill>
                <a:effectLst/>
                <a:uLnTx/>
                <a:uFillTx/>
                <a:latin typeface="Ubuntu" panose="020B0504030602030204" pitchFamily="34" charset="0"/>
                <a:ea typeface="+mn-ea"/>
                <a:cs typeface="+mn-cs"/>
              </a:rPr>
              <a:t>Sprint3</a:t>
            </a:r>
          </a:p>
        </p:txBody>
      </p:sp>
      <p:graphicFrame>
        <p:nvGraphicFramePr>
          <p:cNvPr id="186" name="Diagram 185">
            <a:extLst>
              <a:ext uri="{FF2B5EF4-FFF2-40B4-BE49-F238E27FC236}">
                <a16:creationId xmlns:a16="http://schemas.microsoft.com/office/drawing/2014/main" id="{A178FB7C-5E7B-410D-9FCF-0446AEE66641}"/>
              </a:ext>
            </a:extLst>
          </p:cNvPr>
          <p:cNvGraphicFramePr/>
          <p:nvPr/>
        </p:nvGraphicFramePr>
        <p:xfrm>
          <a:off x="5036785" y="1536223"/>
          <a:ext cx="962942" cy="792174"/>
        </p:xfrm>
        <a:graphic>
          <a:graphicData uri="http://schemas.openxmlformats.org/drawingml/2006/diagram">
            <dgm:relIds xmlns:dgm="http://schemas.openxmlformats.org/drawingml/2006/diagram" xmlns:r="http://schemas.openxmlformats.org/officeDocument/2006/relationships" r:dm="rId38" r:lo="rId39" r:qs="rId40" r:cs="rId41"/>
          </a:graphicData>
        </a:graphic>
      </p:graphicFrame>
      <p:sp>
        <p:nvSpPr>
          <p:cNvPr id="187" name="TextBox 186">
            <a:extLst>
              <a:ext uri="{FF2B5EF4-FFF2-40B4-BE49-F238E27FC236}">
                <a16:creationId xmlns:a16="http://schemas.microsoft.com/office/drawing/2014/main" id="{2070CBC9-B72A-4005-8574-4CE42E2C9B86}"/>
              </a:ext>
            </a:extLst>
          </p:cNvPr>
          <p:cNvSpPr txBox="1"/>
          <p:nvPr/>
        </p:nvSpPr>
        <p:spPr>
          <a:xfrm>
            <a:off x="5231669" y="1769165"/>
            <a:ext cx="616583" cy="22162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prstClr val="black"/>
                </a:solidFill>
                <a:effectLst/>
                <a:uLnTx/>
                <a:uFillTx/>
                <a:latin typeface="Ubuntu" panose="020B0504030602030204" pitchFamily="34" charset="0"/>
                <a:ea typeface="+mn-ea"/>
                <a:cs typeface="+mn-cs"/>
              </a:rPr>
              <a:t>Sprint4</a:t>
            </a:r>
          </a:p>
        </p:txBody>
      </p:sp>
      <p:sp>
        <p:nvSpPr>
          <p:cNvPr id="188" name="Arrow: Right 299">
            <a:extLst>
              <a:ext uri="{FF2B5EF4-FFF2-40B4-BE49-F238E27FC236}">
                <a16:creationId xmlns:a16="http://schemas.microsoft.com/office/drawing/2014/main" id="{F89C9AB0-0C29-49B8-BE19-253D2D7422E5}"/>
              </a:ext>
            </a:extLst>
          </p:cNvPr>
          <p:cNvSpPr/>
          <p:nvPr/>
        </p:nvSpPr>
        <p:spPr>
          <a:xfrm>
            <a:off x="4849348" y="2199706"/>
            <a:ext cx="347089" cy="46215"/>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189" name="Arrow: Right 300">
            <a:extLst>
              <a:ext uri="{FF2B5EF4-FFF2-40B4-BE49-F238E27FC236}">
                <a16:creationId xmlns:a16="http://schemas.microsoft.com/office/drawing/2014/main" id="{C901455E-8A90-46D2-B064-5023D867BB23}"/>
              </a:ext>
            </a:extLst>
          </p:cNvPr>
          <p:cNvSpPr/>
          <p:nvPr/>
        </p:nvSpPr>
        <p:spPr>
          <a:xfrm>
            <a:off x="5677291" y="2205366"/>
            <a:ext cx="347089" cy="46215"/>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graphicFrame>
        <p:nvGraphicFramePr>
          <p:cNvPr id="179" name="Diagram 178">
            <a:extLst>
              <a:ext uri="{FF2B5EF4-FFF2-40B4-BE49-F238E27FC236}">
                <a16:creationId xmlns:a16="http://schemas.microsoft.com/office/drawing/2014/main" id="{71DE1B6D-FC1C-461F-B60C-6DF8C7D614A4}"/>
              </a:ext>
            </a:extLst>
          </p:cNvPr>
          <p:cNvGraphicFramePr/>
          <p:nvPr/>
        </p:nvGraphicFramePr>
        <p:xfrm>
          <a:off x="6815507" y="1535197"/>
          <a:ext cx="962942" cy="792174"/>
        </p:xfrm>
        <a:graphic>
          <a:graphicData uri="http://schemas.openxmlformats.org/drawingml/2006/diagram">
            <dgm:relIds xmlns:dgm="http://schemas.openxmlformats.org/drawingml/2006/diagram" xmlns:r="http://schemas.openxmlformats.org/officeDocument/2006/relationships" r:dm="rId43" r:lo="rId44" r:qs="rId45" r:cs="rId46"/>
          </a:graphicData>
        </a:graphic>
      </p:graphicFrame>
      <p:sp>
        <p:nvSpPr>
          <p:cNvPr id="180" name="TextBox 179">
            <a:extLst>
              <a:ext uri="{FF2B5EF4-FFF2-40B4-BE49-F238E27FC236}">
                <a16:creationId xmlns:a16="http://schemas.microsoft.com/office/drawing/2014/main" id="{E1669C24-EA7C-4F00-B5D1-D24403BEF50E}"/>
              </a:ext>
            </a:extLst>
          </p:cNvPr>
          <p:cNvSpPr txBox="1"/>
          <p:nvPr/>
        </p:nvSpPr>
        <p:spPr>
          <a:xfrm>
            <a:off x="7101831" y="1806239"/>
            <a:ext cx="616583" cy="22162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prstClr val="black"/>
                </a:solidFill>
                <a:effectLst/>
                <a:uLnTx/>
                <a:uFillTx/>
                <a:latin typeface="Ubuntu" panose="020B0504030602030204" pitchFamily="34" charset="0"/>
                <a:ea typeface="+mn-ea"/>
                <a:cs typeface="+mn-cs"/>
              </a:rPr>
              <a:t>Sprint6</a:t>
            </a:r>
          </a:p>
        </p:txBody>
      </p:sp>
      <p:sp>
        <p:nvSpPr>
          <p:cNvPr id="181" name="Arrow: Right 307">
            <a:extLst>
              <a:ext uri="{FF2B5EF4-FFF2-40B4-BE49-F238E27FC236}">
                <a16:creationId xmlns:a16="http://schemas.microsoft.com/office/drawing/2014/main" id="{2797468E-A94D-4BC9-8F58-4765EE6AD416}"/>
              </a:ext>
            </a:extLst>
          </p:cNvPr>
          <p:cNvSpPr/>
          <p:nvPr/>
        </p:nvSpPr>
        <p:spPr>
          <a:xfrm>
            <a:off x="6628070" y="2198680"/>
            <a:ext cx="347089" cy="46215"/>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182" name="Arrow: Right 308">
            <a:extLst>
              <a:ext uri="{FF2B5EF4-FFF2-40B4-BE49-F238E27FC236}">
                <a16:creationId xmlns:a16="http://schemas.microsoft.com/office/drawing/2014/main" id="{564E5B1A-2465-484A-9D0B-2C8BCEC8E6A9}"/>
              </a:ext>
            </a:extLst>
          </p:cNvPr>
          <p:cNvSpPr/>
          <p:nvPr/>
        </p:nvSpPr>
        <p:spPr>
          <a:xfrm>
            <a:off x="7456013" y="2204340"/>
            <a:ext cx="347089" cy="46215"/>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171" name="TextBox 170">
            <a:extLst>
              <a:ext uri="{FF2B5EF4-FFF2-40B4-BE49-F238E27FC236}">
                <a16:creationId xmlns:a16="http://schemas.microsoft.com/office/drawing/2014/main" id="{5C423788-50C7-4A10-BF08-2F3550BC6324}"/>
              </a:ext>
            </a:extLst>
          </p:cNvPr>
          <p:cNvSpPr txBox="1"/>
          <p:nvPr/>
        </p:nvSpPr>
        <p:spPr>
          <a:xfrm>
            <a:off x="6610861" y="1914838"/>
            <a:ext cx="616583" cy="22162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prstClr val="black"/>
                </a:solidFill>
                <a:effectLst/>
                <a:uLnTx/>
                <a:uFillTx/>
                <a:latin typeface="Ubuntu" panose="020B0504030602030204" pitchFamily="34" charset="0"/>
                <a:ea typeface="+mn-ea"/>
                <a:cs typeface="+mn-cs"/>
              </a:rPr>
              <a:t>Sprint7</a:t>
            </a:r>
          </a:p>
        </p:txBody>
      </p:sp>
      <p:graphicFrame>
        <p:nvGraphicFramePr>
          <p:cNvPr id="172" name="Diagram 171">
            <a:extLst>
              <a:ext uri="{FF2B5EF4-FFF2-40B4-BE49-F238E27FC236}">
                <a16:creationId xmlns:a16="http://schemas.microsoft.com/office/drawing/2014/main" id="{D41538FC-5443-4A23-8A3A-78107FC9C687}"/>
              </a:ext>
            </a:extLst>
          </p:cNvPr>
          <p:cNvGraphicFramePr/>
          <p:nvPr/>
        </p:nvGraphicFramePr>
        <p:xfrm>
          <a:off x="7136886" y="1643796"/>
          <a:ext cx="962942" cy="792174"/>
        </p:xfrm>
        <a:graphic>
          <a:graphicData uri="http://schemas.openxmlformats.org/drawingml/2006/diagram">
            <dgm:relIds xmlns:dgm="http://schemas.openxmlformats.org/drawingml/2006/diagram" xmlns:r="http://schemas.openxmlformats.org/officeDocument/2006/relationships" r:dm="rId48" r:lo="rId49" r:qs="rId50" r:cs="rId51"/>
          </a:graphicData>
        </a:graphic>
      </p:graphicFrame>
      <p:sp>
        <p:nvSpPr>
          <p:cNvPr id="173" name="TextBox 172">
            <a:extLst>
              <a:ext uri="{FF2B5EF4-FFF2-40B4-BE49-F238E27FC236}">
                <a16:creationId xmlns:a16="http://schemas.microsoft.com/office/drawing/2014/main" id="{5284DEDF-0D1B-4EEC-86C2-EFCB86044728}"/>
              </a:ext>
            </a:extLst>
          </p:cNvPr>
          <p:cNvSpPr txBox="1"/>
          <p:nvPr/>
        </p:nvSpPr>
        <p:spPr>
          <a:xfrm>
            <a:off x="7423210" y="1914838"/>
            <a:ext cx="616583" cy="22162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prstClr val="black"/>
                </a:solidFill>
                <a:effectLst/>
                <a:uLnTx/>
                <a:uFillTx/>
                <a:latin typeface="Ubuntu" panose="020B0504030602030204" pitchFamily="34" charset="0"/>
                <a:ea typeface="+mn-ea"/>
                <a:cs typeface="+mn-cs"/>
              </a:rPr>
              <a:t>Sprint8</a:t>
            </a:r>
          </a:p>
        </p:txBody>
      </p:sp>
      <p:sp>
        <p:nvSpPr>
          <p:cNvPr id="174" name="Arrow: Right 315">
            <a:extLst>
              <a:ext uri="{FF2B5EF4-FFF2-40B4-BE49-F238E27FC236}">
                <a16:creationId xmlns:a16="http://schemas.microsoft.com/office/drawing/2014/main" id="{CCB1E3BE-5ACC-40C7-B8E7-0C331436DBE3}"/>
              </a:ext>
            </a:extLst>
          </p:cNvPr>
          <p:cNvSpPr/>
          <p:nvPr/>
        </p:nvSpPr>
        <p:spPr>
          <a:xfrm>
            <a:off x="6949449" y="2307279"/>
            <a:ext cx="347089" cy="46215"/>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175" name="Arrow: Right 316">
            <a:extLst>
              <a:ext uri="{FF2B5EF4-FFF2-40B4-BE49-F238E27FC236}">
                <a16:creationId xmlns:a16="http://schemas.microsoft.com/office/drawing/2014/main" id="{77692E2A-1988-4039-AD7A-60F30CB1AC40}"/>
              </a:ext>
            </a:extLst>
          </p:cNvPr>
          <p:cNvSpPr/>
          <p:nvPr/>
        </p:nvSpPr>
        <p:spPr>
          <a:xfrm>
            <a:off x="7777392" y="2312939"/>
            <a:ext cx="347089" cy="46215"/>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162" name="Rectangle 161">
            <a:extLst>
              <a:ext uri="{FF2B5EF4-FFF2-40B4-BE49-F238E27FC236}">
                <a16:creationId xmlns:a16="http://schemas.microsoft.com/office/drawing/2014/main" id="{D2E5A390-1944-4388-8DB8-51FD22CEBA5B}"/>
              </a:ext>
            </a:extLst>
          </p:cNvPr>
          <p:cNvSpPr/>
          <p:nvPr/>
        </p:nvSpPr>
        <p:spPr>
          <a:xfrm>
            <a:off x="6614150" y="1520828"/>
            <a:ext cx="1870472" cy="973491"/>
          </a:xfrm>
          <a:prstGeom prst="rect">
            <a:avLst/>
          </a:prstGeom>
          <a:solidFill>
            <a:schemeClr val="bg1"/>
          </a:solidFill>
          <a:ln w="9525">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164" name="TextBox 163">
            <a:extLst>
              <a:ext uri="{FF2B5EF4-FFF2-40B4-BE49-F238E27FC236}">
                <a16:creationId xmlns:a16="http://schemas.microsoft.com/office/drawing/2014/main" id="{45292D63-7DCB-4987-9A35-E6435C1FA126}"/>
              </a:ext>
            </a:extLst>
          </p:cNvPr>
          <p:cNvSpPr txBox="1"/>
          <p:nvPr/>
        </p:nvSpPr>
        <p:spPr>
          <a:xfrm>
            <a:off x="6869331" y="1890783"/>
            <a:ext cx="616583" cy="22162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prstClr val="black"/>
                </a:solidFill>
                <a:effectLst/>
                <a:uLnTx/>
                <a:uFillTx/>
                <a:latin typeface="Ubuntu" panose="020B0504030602030204" pitchFamily="34" charset="0"/>
                <a:ea typeface="+mn-ea"/>
                <a:cs typeface="+mn-cs"/>
              </a:rPr>
              <a:t>Sprint9</a:t>
            </a:r>
          </a:p>
        </p:txBody>
      </p:sp>
      <p:graphicFrame>
        <p:nvGraphicFramePr>
          <p:cNvPr id="165" name="Diagram 164">
            <a:extLst>
              <a:ext uri="{FF2B5EF4-FFF2-40B4-BE49-F238E27FC236}">
                <a16:creationId xmlns:a16="http://schemas.microsoft.com/office/drawing/2014/main" id="{52E9263B-EC54-408D-8959-0C3E3B17F7AB}"/>
              </a:ext>
            </a:extLst>
          </p:cNvPr>
          <p:cNvGraphicFramePr/>
          <p:nvPr/>
        </p:nvGraphicFramePr>
        <p:xfrm>
          <a:off x="7482985" y="1669271"/>
          <a:ext cx="962943" cy="792174"/>
        </p:xfrm>
        <a:graphic>
          <a:graphicData uri="http://schemas.openxmlformats.org/drawingml/2006/diagram">
            <dgm:relIds xmlns:dgm="http://schemas.openxmlformats.org/drawingml/2006/diagram" xmlns:r="http://schemas.openxmlformats.org/officeDocument/2006/relationships" r:dm="rId53" r:lo="rId54" r:qs="rId55" r:cs="rId56"/>
          </a:graphicData>
        </a:graphic>
      </p:graphicFrame>
      <p:sp>
        <p:nvSpPr>
          <p:cNvPr id="166" name="TextBox 165">
            <a:extLst>
              <a:ext uri="{FF2B5EF4-FFF2-40B4-BE49-F238E27FC236}">
                <a16:creationId xmlns:a16="http://schemas.microsoft.com/office/drawing/2014/main" id="{B6F2588A-2511-4D13-A470-CC3C702C06AB}"/>
              </a:ext>
            </a:extLst>
          </p:cNvPr>
          <p:cNvSpPr txBox="1"/>
          <p:nvPr/>
        </p:nvSpPr>
        <p:spPr>
          <a:xfrm>
            <a:off x="7658819" y="1890783"/>
            <a:ext cx="711753" cy="221627"/>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prstClr val="black"/>
                </a:solidFill>
                <a:effectLst/>
                <a:uLnTx/>
                <a:uFillTx/>
                <a:latin typeface="Ubuntu" panose="020B0504030602030204" pitchFamily="34" charset="0"/>
                <a:ea typeface="+mn-ea"/>
                <a:cs typeface="+mn-cs"/>
              </a:rPr>
              <a:t>Sprint n..</a:t>
            </a:r>
          </a:p>
        </p:txBody>
      </p:sp>
      <p:sp>
        <p:nvSpPr>
          <p:cNvPr id="167" name="Arrow: Right 323">
            <a:extLst>
              <a:ext uri="{FF2B5EF4-FFF2-40B4-BE49-F238E27FC236}">
                <a16:creationId xmlns:a16="http://schemas.microsoft.com/office/drawing/2014/main" id="{47A46BB2-57DD-4B1F-93F9-7DAC2467924F}"/>
              </a:ext>
            </a:extLst>
          </p:cNvPr>
          <p:cNvSpPr/>
          <p:nvPr/>
        </p:nvSpPr>
        <p:spPr>
          <a:xfrm>
            <a:off x="7295548" y="2332754"/>
            <a:ext cx="347089" cy="46215"/>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168" name="Arrow: Right 324">
            <a:extLst>
              <a:ext uri="{FF2B5EF4-FFF2-40B4-BE49-F238E27FC236}">
                <a16:creationId xmlns:a16="http://schemas.microsoft.com/office/drawing/2014/main" id="{976FBD59-E7FB-4A07-9DB7-C473760C1BC5}"/>
              </a:ext>
            </a:extLst>
          </p:cNvPr>
          <p:cNvSpPr/>
          <p:nvPr/>
        </p:nvSpPr>
        <p:spPr>
          <a:xfrm>
            <a:off x="8123491" y="2338414"/>
            <a:ext cx="347089" cy="46215"/>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74" name="Rectangle 73">
            <a:extLst>
              <a:ext uri="{FF2B5EF4-FFF2-40B4-BE49-F238E27FC236}">
                <a16:creationId xmlns:a16="http://schemas.microsoft.com/office/drawing/2014/main" id="{7A36AFFA-7CAC-4EF7-A8B1-9FCE1922C56F}"/>
              </a:ext>
            </a:extLst>
          </p:cNvPr>
          <p:cNvSpPr/>
          <p:nvPr/>
        </p:nvSpPr>
        <p:spPr>
          <a:xfrm>
            <a:off x="4003192" y="2309051"/>
            <a:ext cx="1321478" cy="145443"/>
          </a:xfrm>
          <a:prstGeom prst="rect">
            <a:avLst/>
          </a:prstGeom>
        </p:spPr>
        <p:txBody>
          <a:bodyPr wrap="squar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prstClr val="black"/>
                </a:solidFill>
                <a:effectLst/>
                <a:uLnTx/>
                <a:uFillTx/>
                <a:latin typeface="Ubuntu" panose="020B0504030602030204" pitchFamily="34" charset="0"/>
                <a:ea typeface="+mn-ea"/>
                <a:cs typeface="+mn-cs"/>
              </a:rPr>
              <a:t>Potentially Shippable</a:t>
            </a:r>
          </a:p>
        </p:txBody>
      </p:sp>
      <p:sp>
        <p:nvSpPr>
          <p:cNvPr id="75" name="Rectangle 74">
            <a:extLst>
              <a:ext uri="{FF2B5EF4-FFF2-40B4-BE49-F238E27FC236}">
                <a16:creationId xmlns:a16="http://schemas.microsoft.com/office/drawing/2014/main" id="{83125D35-035F-4485-B8F0-1AA0763D7900}"/>
              </a:ext>
            </a:extLst>
          </p:cNvPr>
          <p:cNvSpPr/>
          <p:nvPr/>
        </p:nvSpPr>
        <p:spPr>
          <a:xfrm>
            <a:off x="5412325" y="3353773"/>
            <a:ext cx="1430164" cy="271967"/>
          </a:xfrm>
          <a:prstGeom prst="rect">
            <a:avLst/>
          </a:prstGeom>
        </p:spPr>
        <p:txBody>
          <a:bodyPr wrap="square" lIns="0" tIns="0" rIns="0" bIns="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prstClr val="black"/>
                </a:solidFill>
                <a:effectLst/>
                <a:uLnTx/>
                <a:uFillTx/>
                <a:latin typeface="Ubuntu" panose="020B0504030602030204" pitchFamily="34" charset="0"/>
                <a:ea typeface="+mn-ea"/>
                <a:cs typeface="+mn-cs"/>
              </a:rPr>
              <a:t>Potentially Releasable &amp; Well Integrated</a:t>
            </a:r>
          </a:p>
        </p:txBody>
      </p:sp>
      <p:sp>
        <p:nvSpPr>
          <p:cNvPr id="76" name="Rectangle 75">
            <a:extLst>
              <a:ext uri="{FF2B5EF4-FFF2-40B4-BE49-F238E27FC236}">
                <a16:creationId xmlns:a16="http://schemas.microsoft.com/office/drawing/2014/main" id="{D044EB5E-38D2-4DC7-A811-C23C851A8100}"/>
              </a:ext>
            </a:extLst>
          </p:cNvPr>
          <p:cNvSpPr/>
          <p:nvPr/>
        </p:nvSpPr>
        <p:spPr>
          <a:xfrm>
            <a:off x="2453287" y="2295441"/>
            <a:ext cx="800974" cy="145443"/>
          </a:xfrm>
          <a:prstGeom prst="rect">
            <a:avLst/>
          </a:prstGeom>
        </p:spPr>
        <p:txBody>
          <a:bodyPr wrap="square" lIns="0" tIns="0" rIns="0" bIns="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1200" cap="none" spc="0" normalizeH="0" baseline="0" noProof="0">
                <a:ln>
                  <a:noFill/>
                </a:ln>
                <a:solidFill>
                  <a:prstClr val="black"/>
                </a:solidFill>
                <a:effectLst/>
                <a:uLnTx/>
                <a:uFillTx/>
                <a:latin typeface="Ubuntu" panose="020B0504030602030204" pitchFamily="34" charset="0"/>
                <a:ea typeface="+mn-ea"/>
                <a:cs typeface="+mn-cs"/>
              </a:rPr>
              <a:t>Increment</a:t>
            </a:r>
          </a:p>
        </p:txBody>
      </p:sp>
      <p:sp>
        <p:nvSpPr>
          <p:cNvPr id="78" name="Arrow: Curved Right 134">
            <a:extLst>
              <a:ext uri="{FF2B5EF4-FFF2-40B4-BE49-F238E27FC236}">
                <a16:creationId xmlns:a16="http://schemas.microsoft.com/office/drawing/2014/main" id="{EC0D8979-75B4-4521-8837-B5513AB54ECF}"/>
              </a:ext>
            </a:extLst>
          </p:cNvPr>
          <p:cNvSpPr/>
          <p:nvPr/>
        </p:nvSpPr>
        <p:spPr>
          <a:xfrm rot="19016985">
            <a:off x="7053185" y="2368076"/>
            <a:ext cx="564174" cy="934222"/>
          </a:xfrm>
          <a:prstGeom prst="curvedRightArrow">
            <a:avLst>
              <a:gd name="adj1" fmla="val 25000"/>
              <a:gd name="adj2" fmla="val 60189"/>
              <a:gd name="adj3" fmla="val 21731"/>
            </a:avLst>
          </a:prstGeom>
          <a:gradFill flip="none" rotWithShape="1">
            <a:gsLst>
              <a:gs pos="0">
                <a:schemeClr val="accent2">
                  <a:tint val="66000"/>
                  <a:satMod val="160000"/>
                </a:schemeClr>
              </a:gs>
              <a:gs pos="50000">
                <a:schemeClr val="accent2">
                  <a:tint val="44500"/>
                  <a:satMod val="160000"/>
                </a:schemeClr>
              </a:gs>
              <a:gs pos="100000">
                <a:schemeClr val="accent2">
                  <a:tint val="23500"/>
                  <a:satMod val="160000"/>
                </a:schemeClr>
              </a:gs>
            </a:gsLst>
            <a:path path="circle">
              <a:fillToRect l="100000" t="100000"/>
            </a:path>
            <a:tileRect r="-100000" b="-100000"/>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graphicFrame>
        <p:nvGraphicFramePr>
          <p:cNvPr id="80" name="Diagram 79">
            <a:extLst>
              <a:ext uri="{FF2B5EF4-FFF2-40B4-BE49-F238E27FC236}">
                <a16:creationId xmlns:a16="http://schemas.microsoft.com/office/drawing/2014/main" id="{799522CC-72FE-4B98-A5A2-F93B78C36845}"/>
              </a:ext>
            </a:extLst>
          </p:cNvPr>
          <p:cNvGraphicFramePr/>
          <p:nvPr/>
        </p:nvGraphicFramePr>
        <p:xfrm>
          <a:off x="4416431" y="2447838"/>
          <a:ext cx="693528" cy="620616"/>
        </p:xfrm>
        <a:graphic>
          <a:graphicData uri="http://schemas.openxmlformats.org/drawingml/2006/diagram">
            <dgm:relIds xmlns:dgm="http://schemas.openxmlformats.org/drawingml/2006/diagram" xmlns:r="http://schemas.openxmlformats.org/officeDocument/2006/relationships" r:dm="rId58" r:lo="rId59" r:qs="rId60" r:cs="rId61"/>
          </a:graphicData>
        </a:graphic>
      </p:graphicFrame>
      <p:graphicFrame>
        <p:nvGraphicFramePr>
          <p:cNvPr id="81" name="Diagram 80">
            <a:extLst>
              <a:ext uri="{FF2B5EF4-FFF2-40B4-BE49-F238E27FC236}">
                <a16:creationId xmlns:a16="http://schemas.microsoft.com/office/drawing/2014/main" id="{E6195EAB-84F0-49BE-A887-35AD452718BE}"/>
              </a:ext>
            </a:extLst>
          </p:cNvPr>
          <p:cNvGraphicFramePr/>
          <p:nvPr/>
        </p:nvGraphicFramePr>
        <p:xfrm>
          <a:off x="6049175" y="2453080"/>
          <a:ext cx="693528" cy="620616"/>
        </p:xfrm>
        <a:graphic>
          <a:graphicData uri="http://schemas.openxmlformats.org/drawingml/2006/diagram">
            <dgm:relIds xmlns:dgm="http://schemas.openxmlformats.org/drawingml/2006/diagram" xmlns:r="http://schemas.openxmlformats.org/officeDocument/2006/relationships" r:dm="rId63" r:lo="rId64" r:qs="rId65" r:cs="rId66"/>
          </a:graphicData>
        </a:graphic>
      </p:graphicFrame>
      <p:sp>
        <p:nvSpPr>
          <p:cNvPr id="82" name="Arrow: Striped Right 137">
            <a:extLst>
              <a:ext uri="{FF2B5EF4-FFF2-40B4-BE49-F238E27FC236}">
                <a16:creationId xmlns:a16="http://schemas.microsoft.com/office/drawing/2014/main" id="{23F30165-7FBD-4757-AEBD-8A78A65D9260}"/>
              </a:ext>
            </a:extLst>
          </p:cNvPr>
          <p:cNvSpPr/>
          <p:nvPr/>
        </p:nvSpPr>
        <p:spPr>
          <a:xfrm>
            <a:off x="7642637" y="3725267"/>
            <a:ext cx="2991004" cy="324067"/>
          </a:xfrm>
          <a:prstGeom prst="stripedRightArrow">
            <a:avLst>
              <a:gd name="adj1" fmla="val 75023"/>
              <a:gd name="adj2" fmla="val 50490"/>
            </a:avLst>
          </a:prstGeom>
          <a:gradFill flip="none" rotWithShape="1">
            <a:gsLst>
              <a:gs pos="52000">
                <a:schemeClr val="accent1">
                  <a:lumMod val="5000"/>
                  <a:lumOff val="95000"/>
                </a:schemeClr>
              </a:gs>
              <a:gs pos="54000">
                <a:schemeClr val="accent1">
                  <a:lumMod val="45000"/>
                  <a:lumOff val="55000"/>
                </a:schemeClr>
              </a:gs>
              <a:gs pos="69000">
                <a:schemeClr val="accent1">
                  <a:lumMod val="30000"/>
                  <a:lumOff val="70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UAT Environment</a:t>
            </a:r>
          </a:p>
        </p:txBody>
      </p:sp>
      <p:sp>
        <p:nvSpPr>
          <p:cNvPr id="83" name="Arrow: Curved Right 138">
            <a:extLst>
              <a:ext uri="{FF2B5EF4-FFF2-40B4-BE49-F238E27FC236}">
                <a16:creationId xmlns:a16="http://schemas.microsoft.com/office/drawing/2014/main" id="{0412A492-5C90-4765-B920-6D34B30DDED1}"/>
              </a:ext>
            </a:extLst>
          </p:cNvPr>
          <p:cNvSpPr/>
          <p:nvPr/>
        </p:nvSpPr>
        <p:spPr>
          <a:xfrm rot="20223632">
            <a:off x="8239847" y="2777822"/>
            <a:ext cx="450915" cy="674853"/>
          </a:xfrm>
          <a:prstGeom prst="curvedRightArrow">
            <a:avLst>
              <a:gd name="adj1" fmla="val 25000"/>
              <a:gd name="adj2" fmla="val 60189"/>
              <a:gd name="adj3" fmla="val 21731"/>
            </a:avLst>
          </a:prstGeom>
          <a:gradFill flip="none" rotWithShape="1">
            <a:gsLst>
              <a:gs pos="0">
                <a:schemeClr val="accent2">
                  <a:tint val="66000"/>
                  <a:satMod val="160000"/>
                </a:schemeClr>
              </a:gs>
              <a:gs pos="50000">
                <a:schemeClr val="accent2">
                  <a:tint val="44500"/>
                  <a:satMod val="160000"/>
                </a:schemeClr>
              </a:gs>
              <a:gs pos="100000">
                <a:schemeClr val="accent2">
                  <a:tint val="23500"/>
                  <a:satMod val="160000"/>
                </a:schemeClr>
              </a:gs>
            </a:gsLst>
            <a:path path="circle">
              <a:fillToRect l="100000" t="100000"/>
            </a:path>
            <a:tileRect r="-100000" b="-100000"/>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graphicFrame>
        <p:nvGraphicFramePr>
          <p:cNvPr id="84" name="Diagram 83">
            <a:extLst>
              <a:ext uri="{FF2B5EF4-FFF2-40B4-BE49-F238E27FC236}">
                <a16:creationId xmlns:a16="http://schemas.microsoft.com/office/drawing/2014/main" id="{0FF45CE4-7FAD-4DA7-8EF4-C0117AB09251}"/>
              </a:ext>
            </a:extLst>
          </p:cNvPr>
          <p:cNvGraphicFramePr/>
          <p:nvPr/>
        </p:nvGraphicFramePr>
        <p:xfrm>
          <a:off x="7556634" y="2448912"/>
          <a:ext cx="693528" cy="620616"/>
        </p:xfrm>
        <a:graphic>
          <a:graphicData uri="http://schemas.openxmlformats.org/drawingml/2006/diagram">
            <dgm:relIds xmlns:dgm="http://schemas.openxmlformats.org/drawingml/2006/diagram" xmlns:r="http://schemas.openxmlformats.org/officeDocument/2006/relationships" r:dm="rId68" r:lo="rId69" r:qs="rId70" r:cs="rId71"/>
          </a:graphicData>
        </a:graphic>
      </p:graphicFrame>
      <p:sp>
        <p:nvSpPr>
          <p:cNvPr id="85" name="Rectangle 84">
            <a:extLst>
              <a:ext uri="{FF2B5EF4-FFF2-40B4-BE49-F238E27FC236}">
                <a16:creationId xmlns:a16="http://schemas.microsoft.com/office/drawing/2014/main" id="{0F7E585D-E86C-4325-BD36-943E2E6B72C9}"/>
              </a:ext>
            </a:extLst>
          </p:cNvPr>
          <p:cNvSpPr/>
          <p:nvPr/>
        </p:nvSpPr>
        <p:spPr>
          <a:xfrm>
            <a:off x="8054339" y="4457962"/>
            <a:ext cx="1114137" cy="1352335"/>
          </a:xfrm>
          <a:prstGeom prst="rect">
            <a:avLst/>
          </a:prstGeom>
          <a:solidFill>
            <a:schemeClr val="bg1">
              <a:lumMod val="95000"/>
            </a:schemeClr>
          </a:solidFill>
          <a:ln w="12700" cap="flat" cmpd="sng" algn="ctr">
            <a:noFill/>
            <a:prstDash val="lgDashDotDot"/>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632258" rtl="0" eaLnBrk="0" fontAlgn="auto" latinLnBrk="0" hangingPunct="0">
              <a:lnSpc>
                <a:spcPct val="100000"/>
              </a:lnSpc>
              <a:spcBef>
                <a:spcPts val="0"/>
              </a:spcBef>
              <a:spcAft>
                <a:spcPts val="0"/>
              </a:spcAft>
              <a:buClrTx/>
              <a:buSzTx/>
              <a:buFontTx/>
              <a:buNone/>
              <a:tabLst/>
              <a:defRPr/>
            </a:pPr>
            <a:endParaRPr kumimoji="0" lang="en-US" sz="1000" b="1" i="0" u="none" strike="noStrike" kern="0" cap="none" spc="0" normalizeH="0" baseline="0" noProof="0">
              <a:ln>
                <a:noFill/>
              </a:ln>
              <a:solidFill>
                <a:srgbClr val="003366"/>
              </a:solidFill>
              <a:effectLst/>
              <a:uLnTx/>
              <a:uFillTx/>
              <a:latin typeface="Ubuntu" panose="020B0504030602030204" pitchFamily="34" charset="0"/>
              <a:ea typeface="+mn-ea"/>
              <a:cs typeface="Arial" pitchFamily="34" charset="0"/>
            </a:endParaRPr>
          </a:p>
        </p:txBody>
      </p:sp>
      <p:sp>
        <p:nvSpPr>
          <p:cNvPr id="86" name="Arrow: Curved Right 148">
            <a:extLst>
              <a:ext uri="{FF2B5EF4-FFF2-40B4-BE49-F238E27FC236}">
                <a16:creationId xmlns:a16="http://schemas.microsoft.com/office/drawing/2014/main" id="{3AE28942-4649-47CF-8237-3CD32D58192C}"/>
              </a:ext>
            </a:extLst>
          </p:cNvPr>
          <p:cNvSpPr/>
          <p:nvPr/>
        </p:nvSpPr>
        <p:spPr>
          <a:xfrm rot="19016985">
            <a:off x="9136636" y="3675984"/>
            <a:ext cx="269869" cy="365148"/>
          </a:xfrm>
          <a:prstGeom prst="curvedRightArrow">
            <a:avLst>
              <a:gd name="adj1" fmla="val 25000"/>
              <a:gd name="adj2" fmla="val 60189"/>
              <a:gd name="adj3" fmla="val 21731"/>
            </a:avLst>
          </a:prstGeom>
          <a:gradFill flip="none" rotWithShape="1">
            <a:gsLst>
              <a:gs pos="0">
                <a:schemeClr val="accent2">
                  <a:tint val="66000"/>
                  <a:satMod val="160000"/>
                </a:schemeClr>
              </a:gs>
              <a:gs pos="50000">
                <a:schemeClr val="accent2">
                  <a:tint val="44500"/>
                  <a:satMod val="160000"/>
                </a:schemeClr>
              </a:gs>
              <a:gs pos="100000">
                <a:schemeClr val="accent2">
                  <a:tint val="23500"/>
                  <a:satMod val="160000"/>
                </a:schemeClr>
              </a:gs>
            </a:gsLst>
            <a:path path="circle">
              <a:fillToRect l="100000" t="100000"/>
            </a:path>
            <a:tileRect r="-100000" b="-100000"/>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87" name="Arrow: Striped Right 206">
            <a:extLst>
              <a:ext uri="{FF2B5EF4-FFF2-40B4-BE49-F238E27FC236}">
                <a16:creationId xmlns:a16="http://schemas.microsoft.com/office/drawing/2014/main" id="{B431BD23-16B3-49A1-B95E-B9E5778BF3E8}"/>
              </a:ext>
            </a:extLst>
          </p:cNvPr>
          <p:cNvSpPr/>
          <p:nvPr/>
        </p:nvSpPr>
        <p:spPr>
          <a:xfrm>
            <a:off x="7030406" y="3012415"/>
            <a:ext cx="3029909" cy="393189"/>
          </a:xfrm>
          <a:prstGeom prst="stripedRightArrow">
            <a:avLst>
              <a:gd name="adj1" fmla="val 59991"/>
              <a:gd name="adj2" fmla="val 29309"/>
            </a:avLst>
          </a:prstGeom>
          <a:gradFill flip="none" rotWithShape="1">
            <a:gsLst>
              <a:gs pos="52000">
                <a:schemeClr val="accent1">
                  <a:lumMod val="5000"/>
                  <a:lumOff val="95000"/>
                </a:schemeClr>
              </a:gs>
              <a:gs pos="54000">
                <a:schemeClr val="accent1">
                  <a:lumMod val="45000"/>
                  <a:lumOff val="55000"/>
                </a:schemeClr>
              </a:gs>
              <a:gs pos="69000">
                <a:schemeClr val="accent1">
                  <a:lumMod val="60000"/>
                  <a:lumOff val="40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SIT Environment</a:t>
            </a:r>
          </a:p>
        </p:txBody>
      </p:sp>
      <p:sp>
        <p:nvSpPr>
          <p:cNvPr id="88" name="Rectangle 87">
            <a:extLst>
              <a:ext uri="{FF2B5EF4-FFF2-40B4-BE49-F238E27FC236}">
                <a16:creationId xmlns:a16="http://schemas.microsoft.com/office/drawing/2014/main" id="{1744582E-6115-4DE2-B74A-0D219E8E7595}"/>
              </a:ext>
            </a:extLst>
          </p:cNvPr>
          <p:cNvSpPr/>
          <p:nvPr/>
        </p:nvSpPr>
        <p:spPr>
          <a:xfrm>
            <a:off x="7249216" y="4663701"/>
            <a:ext cx="660507" cy="138517"/>
          </a:xfrm>
          <a:prstGeom prst="rect">
            <a:avLst/>
          </a:prstGeom>
        </p:spPr>
        <p:txBody>
          <a:bodyPr wrap="square" lIns="0" tIns="0" rIns="0" bIns="0">
            <a:spAutoFit/>
          </a:bodyPr>
          <a:lstStyle/>
          <a:p>
            <a:pPr marL="0" marR="0" lvl="0" indent="0" algn="l" defTabSz="632258" rtl="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3366"/>
                </a:solidFill>
                <a:effectLst/>
                <a:uLnTx/>
                <a:uFillTx/>
                <a:latin typeface="Ubuntu" panose="020B0504030602030204" pitchFamily="34" charset="0"/>
                <a:ea typeface="+mn-ea"/>
                <a:cs typeface="Arial" pitchFamily="34" charset="0"/>
              </a:rPr>
              <a:t>Pre-SIT</a:t>
            </a:r>
            <a:endParaRPr kumimoji="0" lang="en-US" sz="1000" b="1" i="0" u="none" strike="noStrike" kern="0" cap="none" spc="0" normalizeH="0" baseline="0" noProof="0">
              <a:ln>
                <a:noFill/>
              </a:ln>
              <a:solidFill>
                <a:srgbClr val="003366"/>
              </a:solidFill>
              <a:effectLst/>
              <a:uLnTx/>
              <a:uFillTx/>
              <a:latin typeface="Ubuntu" panose="020B0504030602030204" pitchFamily="34" charset="0"/>
              <a:ea typeface="+mn-ea"/>
              <a:cs typeface="Arial" pitchFamily="34" charset="0"/>
            </a:endParaRPr>
          </a:p>
        </p:txBody>
      </p:sp>
      <p:sp>
        <p:nvSpPr>
          <p:cNvPr id="89" name="Rectangle 88">
            <a:extLst>
              <a:ext uri="{FF2B5EF4-FFF2-40B4-BE49-F238E27FC236}">
                <a16:creationId xmlns:a16="http://schemas.microsoft.com/office/drawing/2014/main" id="{DC0AFC38-3DA4-4774-8EDC-CF6AA81BF457}"/>
              </a:ext>
            </a:extLst>
          </p:cNvPr>
          <p:cNvSpPr/>
          <p:nvPr/>
        </p:nvSpPr>
        <p:spPr>
          <a:xfrm>
            <a:off x="8551789" y="4682440"/>
            <a:ext cx="526698" cy="138517"/>
          </a:xfrm>
          <a:prstGeom prst="rect">
            <a:avLst/>
          </a:prstGeom>
        </p:spPr>
        <p:txBody>
          <a:bodyPr wrap="square" lIns="0" tIns="0" rIns="0" bIns="0">
            <a:spAutoFit/>
          </a:bodyPr>
          <a:lstStyle/>
          <a:p>
            <a:pPr marL="0" marR="0" lvl="0" indent="0" algn="l" defTabSz="632258" rtl="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3366"/>
                </a:solidFill>
                <a:effectLst/>
                <a:uLnTx/>
                <a:uFillTx/>
                <a:latin typeface="Ubuntu" panose="020B0504030602030204" pitchFamily="34" charset="0"/>
                <a:ea typeface="+mn-ea"/>
                <a:cs typeface="Arial" pitchFamily="34" charset="0"/>
              </a:rPr>
              <a:t>SIT</a:t>
            </a:r>
            <a:endParaRPr kumimoji="0" lang="en-US" sz="1000" b="1" i="0" u="none" strike="noStrike" kern="0" cap="none" spc="0" normalizeH="0" baseline="0" noProof="0">
              <a:ln>
                <a:noFill/>
              </a:ln>
              <a:solidFill>
                <a:srgbClr val="003366"/>
              </a:solidFill>
              <a:effectLst/>
              <a:uLnTx/>
              <a:uFillTx/>
              <a:latin typeface="Ubuntu" panose="020B0504030602030204" pitchFamily="34" charset="0"/>
              <a:ea typeface="+mn-ea"/>
              <a:cs typeface="Arial" pitchFamily="34" charset="0"/>
            </a:endParaRPr>
          </a:p>
        </p:txBody>
      </p:sp>
      <p:sp>
        <p:nvSpPr>
          <p:cNvPr id="90" name="Rectangle 89">
            <a:extLst>
              <a:ext uri="{FF2B5EF4-FFF2-40B4-BE49-F238E27FC236}">
                <a16:creationId xmlns:a16="http://schemas.microsoft.com/office/drawing/2014/main" id="{DA10536E-4D82-4ADD-B5BC-B1557CD48C99}"/>
              </a:ext>
            </a:extLst>
          </p:cNvPr>
          <p:cNvSpPr/>
          <p:nvPr/>
        </p:nvSpPr>
        <p:spPr>
          <a:xfrm>
            <a:off x="8452731" y="5048053"/>
            <a:ext cx="711977" cy="277035"/>
          </a:xfrm>
          <a:prstGeom prst="rect">
            <a:avLst/>
          </a:prstGeom>
        </p:spPr>
        <p:txBody>
          <a:bodyPr wrap="square" lIns="0" tIns="0" rIns="0" bIns="0">
            <a:spAutoFit/>
          </a:bodyPr>
          <a:lstStyle/>
          <a:p>
            <a:pPr marL="0" marR="0" lvl="0" indent="0" algn="l" defTabSz="632258" rtl="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3366"/>
                </a:solidFill>
                <a:effectLst/>
                <a:uLnTx/>
                <a:uFillTx/>
                <a:latin typeface="Ubuntu" panose="020B0504030602030204" pitchFamily="34" charset="0"/>
                <a:ea typeface="+mn-ea"/>
                <a:cs typeface="Arial" pitchFamily="34" charset="0"/>
              </a:rPr>
              <a:t>Security Testing</a:t>
            </a:r>
            <a:endParaRPr kumimoji="0" lang="en-US" sz="1000" b="1" i="0" u="none" strike="noStrike" kern="0" cap="none" spc="0" normalizeH="0" baseline="0" noProof="0">
              <a:ln>
                <a:noFill/>
              </a:ln>
              <a:solidFill>
                <a:srgbClr val="003366"/>
              </a:solidFill>
              <a:effectLst/>
              <a:uLnTx/>
              <a:uFillTx/>
              <a:latin typeface="Ubuntu" panose="020B0504030602030204" pitchFamily="34" charset="0"/>
              <a:ea typeface="+mn-ea"/>
              <a:cs typeface="Arial" pitchFamily="34" charset="0"/>
            </a:endParaRPr>
          </a:p>
        </p:txBody>
      </p:sp>
      <p:sp>
        <p:nvSpPr>
          <p:cNvPr id="91" name="Rectangle 90">
            <a:extLst>
              <a:ext uri="{FF2B5EF4-FFF2-40B4-BE49-F238E27FC236}">
                <a16:creationId xmlns:a16="http://schemas.microsoft.com/office/drawing/2014/main" id="{E8527C66-00D2-4DA4-91B3-E3BAFEAC06DC}"/>
              </a:ext>
            </a:extLst>
          </p:cNvPr>
          <p:cNvSpPr/>
          <p:nvPr/>
        </p:nvSpPr>
        <p:spPr>
          <a:xfrm>
            <a:off x="8448859" y="5467930"/>
            <a:ext cx="749519" cy="138517"/>
          </a:xfrm>
          <a:prstGeom prst="rect">
            <a:avLst/>
          </a:prstGeom>
        </p:spPr>
        <p:txBody>
          <a:bodyPr wrap="square" lIns="0" tIns="0" rIns="0" bIns="0">
            <a:spAutoFit/>
          </a:bodyPr>
          <a:lstStyle/>
          <a:p>
            <a:pPr marL="0" marR="0" lvl="0" indent="0" algn="l" defTabSz="632258" rtl="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3366"/>
                </a:solidFill>
                <a:effectLst/>
                <a:uLnTx/>
                <a:uFillTx/>
                <a:latin typeface="Ubuntu" panose="020B0504030602030204" pitchFamily="34" charset="0"/>
                <a:ea typeface="+mn-ea"/>
                <a:cs typeface="Arial" pitchFamily="34" charset="0"/>
              </a:rPr>
              <a:t>Pre-UAT</a:t>
            </a:r>
            <a:endParaRPr kumimoji="0" lang="en-US" sz="1000" b="1" i="0" u="none" strike="noStrike" kern="0" cap="none" spc="0" normalizeH="0" baseline="0" noProof="0">
              <a:ln>
                <a:noFill/>
              </a:ln>
              <a:solidFill>
                <a:srgbClr val="003366"/>
              </a:solidFill>
              <a:effectLst/>
              <a:uLnTx/>
              <a:uFillTx/>
              <a:latin typeface="Ubuntu" panose="020B0504030602030204" pitchFamily="34" charset="0"/>
              <a:ea typeface="+mn-ea"/>
              <a:cs typeface="Arial" pitchFamily="34" charset="0"/>
            </a:endParaRPr>
          </a:p>
        </p:txBody>
      </p:sp>
      <p:sp>
        <p:nvSpPr>
          <p:cNvPr id="92" name="Rectangle 91">
            <a:extLst>
              <a:ext uri="{FF2B5EF4-FFF2-40B4-BE49-F238E27FC236}">
                <a16:creationId xmlns:a16="http://schemas.microsoft.com/office/drawing/2014/main" id="{3C3610CC-6BA7-47E5-8683-209E2A9FD41E}"/>
              </a:ext>
            </a:extLst>
          </p:cNvPr>
          <p:cNvSpPr/>
          <p:nvPr/>
        </p:nvSpPr>
        <p:spPr>
          <a:xfrm>
            <a:off x="7248843" y="5073967"/>
            <a:ext cx="660507" cy="138517"/>
          </a:xfrm>
          <a:prstGeom prst="rect">
            <a:avLst/>
          </a:prstGeom>
        </p:spPr>
        <p:txBody>
          <a:bodyPr wrap="square" lIns="0" tIns="0" rIns="0" bIns="0">
            <a:spAutoFit/>
          </a:bodyPr>
          <a:lstStyle/>
          <a:p>
            <a:pPr marL="0" marR="0" lvl="0" indent="0" algn="l" defTabSz="632258" rtl="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3366"/>
                </a:solidFill>
                <a:effectLst/>
                <a:uLnTx/>
                <a:uFillTx/>
                <a:latin typeface="Ubuntu" panose="020B0504030602030204" pitchFamily="34" charset="0"/>
                <a:ea typeface="+mn-ea"/>
                <a:cs typeface="Arial" pitchFamily="34" charset="0"/>
              </a:rPr>
              <a:t>Defect Fix</a:t>
            </a:r>
            <a:endParaRPr kumimoji="0" lang="en-US" sz="1000" b="1" i="0" u="none" strike="noStrike" kern="0" cap="none" spc="0" normalizeH="0" baseline="0" noProof="0">
              <a:ln>
                <a:noFill/>
              </a:ln>
              <a:solidFill>
                <a:srgbClr val="003366"/>
              </a:solidFill>
              <a:effectLst/>
              <a:uLnTx/>
              <a:uFillTx/>
              <a:latin typeface="Ubuntu" panose="020B0504030602030204" pitchFamily="34" charset="0"/>
              <a:ea typeface="+mn-ea"/>
              <a:cs typeface="Arial" pitchFamily="34" charset="0"/>
            </a:endParaRPr>
          </a:p>
        </p:txBody>
      </p:sp>
      <p:sp>
        <p:nvSpPr>
          <p:cNvPr id="93" name="Rectangle 92">
            <a:extLst>
              <a:ext uri="{FF2B5EF4-FFF2-40B4-BE49-F238E27FC236}">
                <a16:creationId xmlns:a16="http://schemas.microsoft.com/office/drawing/2014/main" id="{33ABD85A-54BA-4A45-B8DD-7D21B72929F5}"/>
              </a:ext>
            </a:extLst>
          </p:cNvPr>
          <p:cNvSpPr/>
          <p:nvPr/>
        </p:nvSpPr>
        <p:spPr>
          <a:xfrm>
            <a:off x="7242224" y="5508427"/>
            <a:ext cx="660507" cy="138517"/>
          </a:xfrm>
          <a:prstGeom prst="rect">
            <a:avLst/>
          </a:prstGeom>
        </p:spPr>
        <p:txBody>
          <a:bodyPr wrap="square" lIns="0" tIns="0" rIns="0" bIns="0">
            <a:spAutoFit/>
          </a:bodyPr>
          <a:lstStyle/>
          <a:p>
            <a:pPr marL="0" marR="0" lvl="0" indent="0" algn="l" defTabSz="632258" rtl="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3366"/>
                </a:solidFill>
                <a:effectLst/>
                <a:uLnTx/>
                <a:uFillTx/>
                <a:latin typeface="Ubuntu" panose="020B0504030602030204" pitchFamily="34" charset="0"/>
                <a:ea typeface="+mn-ea"/>
                <a:cs typeface="Arial" pitchFamily="34" charset="0"/>
              </a:rPr>
              <a:t>Support</a:t>
            </a:r>
            <a:endParaRPr kumimoji="0" lang="en-US" sz="1000" b="1" i="0" u="none" strike="noStrike" kern="0" cap="none" spc="0" normalizeH="0" baseline="0" noProof="0">
              <a:ln>
                <a:noFill/>
              </a:ln>
              <a:solidFill>
                <a:srgbClr val="003366"/>
              </a:solidFill>
              <a:effectLst/>
              <a:uLnTx/>
              <a:uFillTx/>
              <a:latin typeface="Ubuntu" panose="020B0504030602030204" pitchFamily="34" charset="0"/>
              <a:ea typeface="+mn-ea"/>
              <a:cs typeface="Arial" pitchFamily="34" charset="0"/>
            </a:endParaRPr>
          </a:p>
        </p:txBody>
      </p:sp>
      <p:sp>
        <p:nvSpPr>
          <p:cNvPr id="156" name="Oval 155">
            <a:extLst>
              <a:ext uri="{FF2B5EF4-FFF2-40B4-BE49-F238E27FC236}">
                <a16:creationId xmlns:a16="http://schemas.microsoft.com/office/drawing/2014/main" id="{D37128A2-6480-416E-8924-B93D03964C0D}"/>
              </a:ext>
            </a:extLst>
          </p:cNvPr>
          <p:cNvSpPr/>
          <p:nvPr/>
        </p:nvSpPr>
        <p:spPr>
          <a:xfrm>
            <a:off x="6836092" y="4596728"/>
            <a:ext cx="320753" cy="285699"/>
          </a:xfrm>
          <a:prstGeom prst="ellipse">
            <a:avLst/>
          </a:prstGeom>
          <a:solidFill>
            <a:srgbClr val="002D62"/>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prstClr val="white"/>
              </a:solidFill>
              <a:effectLst/>
              <a:uLnTx/>
              <a:uFillTx/>
              <a:latin typeface="Ubuntu" panose="020B0504030602030204" pitchFamily="34" charset="0"/>
              <a:ea typeface="+mn-ea"/>
              <a:cs typeface="+mn-cs"/>
            </a:endParaRPr>
          </a:p>
        </p:txBody>
      </p:sp>
      <p:grpSp>
        <p:nvGrpSpPr>
          <p:cNvPr id="157" name="Group 156">
            <a:extLst>
              <a:ext uri="{FF2B5EF4-FFF2-40B4-BE49-F238E27FC236}">
                <a16:creationId xmlns:a16="http://schemas.microsoft.com/office/drawing/2014/main" id="{275A191C-8493-4185-8321-516721985FC4}"/>
              </a:ext>
            </a:extLst>
          </p:cNvPr>
          <p:cNvGrpSpPr>
            <a:grpSpLocks noChangeAspect="1"/>
          </p:cNvGrpSpPr>
          <p:nvPr/>
        </p:nvGrpSpPr>
        <p:grpSpPr>
          <a:xfrm>
            <a:off x="6902585" y="4652557"/>
            <a:ext cx="180132" cy="171444"/>
            <a:chOff x="6445250" y="1803400"/>
            <a:chExt cx="371476" cy="371475"/>
          </a:xfrm>
          <a:solidFill>
            <a:srgbClr val="FFFFFF"/>
          </a:solidFill>
        </p:grpSpPr>
        <p:sp>
          <p:nvSpPr>
            <p:cNvPr id="158" name="Freeform 94">
              <a:extLst>
                <a:ext uri="{FF2B5EF4-FFF2-40B4-BE49-F238E27FC236}">
                  <a16:creationId xmlns:a16="http://schemas.microsoft.com/office/drawing/2014/main" id="{9BA2B5D2-D68D-48C1-96BD-E5E6F9179411}"/>
                </a:ext>
              </a:extLst>
            </p:cNvPr>
            <p:cNvSpPr>
              <a:spLocks noEditPoints="1"/>
            </p:cNvSpPr>
            <p:nvPr/>
          </p:nvSpPr>
          <p:spPr bwMode="auto">
            <a:xfrm>
              <a:off x="6523038" y="1989138"/>
              <a:ext cx="107950" cy="107950"/>
            </a:xfrm>
            <a:custGeom>
              <a:avLst/>
              <a:gdLst>
                <a:gd name="T0" fmla="*/ 14 w 28"/>
                <a:gd name="T1" fmla="*/ 28 h 28"/>
                <a:gd name="T2" fmla="*/ 0 w 28"/>
                <a:gd name="T3" fmla="*/ 14 h 28"/>
                <a:gd name="T4" fmla="*/ 14 w 28"/>
                <a:gd name="T5" fmla="*/ 0 h 28"/>
                <a:gd name="T6" fmla="*/ 28 w 28"/>
                <a:gd name="T7" fmla="*/ 14 h 28"/>
                <a:gd name="T8" fmla="*/ 14 w 28"/>
                <a:gd name="T9" fmla="*/ 28 h 28"/>
                <a:gd name="T10" fmla="*/ 14 w 28"/>
                <a:gd name="T11" fmla="*/ 4 h 28"/>
                <a:gd name="T12" fmla="*/ 4 w 28"/>
                <a:gd name="T13" fmla="*/ 14 h 28"/>
                <a:gd name="T14" fmla="*/ 14 w 28"/>
                <a:gd name="T15" fmla="*/ 24 h 28"/>
                <a:gd name="T16" fmla="*/ 24 w 28"/>
                <a:gd name="T17" fmla="*/ 14 h 28"/>
                <a:gd name="T18" fmla="*/ 14 w 28"/>
                <a:gd name="T19" fmla="*/ 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8" h="28">
                  <a:moveTo>
                    <a:pt x="14" y="28"/>
                  </a:moveTo>
                  <a:cubicBezTo>
                    <a:pt x="6" y="28"/>
                    <a:pt x="0" y="22"/>
                    <a:pt x="0" y="14"/>
                  </a:cubicBezTo>
                  <a:cubicBezTo>
                    <a:pt x="0" y="6"/>
                    <a:pt x="6" y="0"/>
                    <a:pt x="14" y="0"/>
                  </a:cubicBezTo>
                  <a:cubicBezTo>
                    <a:pt x="22" y="0"/>
                    <a:pt x="28" y="6"/>
                    <a:pt x="28" y="14"/>
                  </a:cubicBezTo>
                  <a:cubicBezTo>
                    <a:pt x="28" y="22"/>
                    <a:pt x="22" y="28"/>
                    <a:pt x="14" y="28"/>
                  </a:cubicBezTo>
                  <a:close/>
                  <a:moveTo>
                    <a:pt x="14" y="4"/>
                  </a:moveTo>
                  <a:cubicBezTo>
                    <a:pt x="8" y="4"/>
                    <a:pt x="4" y="8"/>
                    <a:pt x="4" y="14"/>
                  </a:cubicBezTo>
                  <a:cubicBezTo>
                    <a:pt x="4" y="20"/>
                    <a:pt x="8" y="24"/>
                    <a:pt x="14" y="24"/>
                  </a:cubicBezTo>
                  <a:cubicBezTo>
                    <a:pt x="20" y="24"/>
                    <a:pt x="24" y="20"/>
                    <a:pt x="24" y="14"/>
                  </a:cubicBezTo>
                  <a:cubicBezTo>
                    <a:pt x="24" y="8"/>
                    <a:pt x="20" y="4"/>
                    <a:pt x="14"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59" name="Freeform 95">
              <a:extLst>
                <a:ext uri="{FF2B5EF4-FFF2-40B4-BE49-F238E27FC236}">
                  <a16:creationId xmlns:a16="http://schemas.microsoft.com/office/drawing/2014/main" id="{61862CB2-D9DB-4811-B90F-C442BE89F1CD}"/>
                </a:ext>
              </a:extLst>
            </p:cNvPr>
            <p:cNvSpPr>
              <a:spLocks noEditPoints="1"/>
            </p:cNvSpPr>
            <p:nvPr/>
          </p:nvSpPr>
          <p:spPr bwMode="auto">
            <a:xfrm>
              <a:off x="6445250" y="1911350"/>
              <a:ext cx="263525" cy="263525"/>
            </a:xfrm>
            <a:custGeom>
              <a:avLst/>
              <a:gdLst>
                <a:gd name="T0" fmla="*/ 26 w 68"/>
                <a:gd name="T1" fmla="*/ 68 h 68"/>
                <a:gd name="T2" fmla="*/ 24 w 68"/>
                <a:gd name="T3" fmla="*/ 60 h 68"/>
                <a:gd name="T4" fmla="*/ 11 w 68"/>
                <a:gd name="T5" fmla="*/ 59 h 68"/>
                <a:gd name="T6" fmla="*/ 1 w 68"/>
                <a:gd name="T7" fmla="*/ 44 h 68"/>
                <a:gd name="T8" fmla="*/ 1 w 68"/>
                <a:gd name="T9" fmla="*/ 41 h 68"/>
                <a:gd name="T10" fmla="*/ 6 w 68"/>
                <a:gd name="T11" fmla="*/ 30 h 68"/>
                <a:gd name="T12" fmla="*/ 1 w 68"/>
                <a:gd name="T13" fmla="*/ 24 h 68"/>
                <a:gd name="T14" fmla="*/ 10 w 68"/>
                <a:gd name="T15" fmla="*/ 9 h 68"/>
                <a:gd name="T16" fmla="*/ 16 w 68"/>
                <a:gd name="T17" fmla="*/ 12 h 68"/>
                <a:gd name="T18" fmla="*/ 24 w 68"/>
                <a:gd name="T19" fmla="*/ 2 h 68"/>
                <a:gd name="T20" fmla="*/ 42 w 68"/>
                <a:gd name="T21" fmla="*/ 0 h 68"/>
                <a:gd name="T22" fmla="*/ 44 w 68"/>
                <a:gd name="T23" fmla="*/ 8 h 68"/>
                <a:gd name="T24" fmla="*/ 57 w 68"/>
                <a:gd name="T25" fmla="*/ 9 h 68"/>
                <a:gd name="T26" fmla="*/ 67 w 68"/>
                <a:gd name="T27" fmla="*/ 24 h 68"/>
                <a:gd name="T28" fmla="*/ 62 w 68"/>
                <a:gd name="T29" fmla="*/ 30 h 68"/>
                <a:gd name="T30" fmla="*/ 67 w 68"/>
                <a:gd name="T31" fmla="*/ 41 h 68"/>
                <a:gd name="T32" fmla="*/ 67 w 68"/>
                <a:gd name="T33" fmla="*/ 44 h 68"/>
                <a:gd name="T34" fmla="*/ 58 w 68"/>
                <a:gd name="T35" fmla="*/ 59 h 68"/>
                <a:gd name="T36" fmla="*/ 52 w 68"/>
                <a:gd name="T37" fmla="*/ 56 h 68"/>
                <a:gd name="T38" fmla="*/ 44 w 68"/>
                <a:gd name="T39" fmla="*/ 66 h 68"/>
                <a:gd name="T40" fmla="*/ 28 w 68"/>
                <a:gd name="T41" fmla="*/ 64 h 68"/>
                <a:gd name="T42" fmla="*/ 40 w 68"/>
                <a:gd name="T43" fmla="*/ 59 h 68"/>
                <a:gd name="T44" fmla="*/ 50 w 68"/>
                <a:gd name="T45" fmla="*/ 52 h 68"/>
                <a:gd name="T46" fmla="*/ 57 w 68"/>
                <a:gd name="T47" fmla="*/ 54 h 68"/>
                <a:gd name="T48" fmla="*/ 58 w 68"/>
                <a:gd name="T49" fmla="*/ 41 h 68"/>
                <a:gd name="T50" fmla="*/ 57 w 68"/>
                <a:gd name="T51" fmla="*/ 29 h 68"/>
                <a:gd name="T52" fmla="*/ 63 w 68"/>
                <a:gd name="T53" fmla="*/ 24 h 68"/>
                <a:gd name="T54" fmla="*/ 52 w 68"/>
                <a:gd name="T55" fmla="*/ 16 h 68"/>
                <a:gd name="T56" fmla="*/ 41 w 68"/>
                <a:gd name="T57" fmla="*/ 11 h 68"/>
                <a:gd name="T58" fmla="*/ 40 w 68"/>
                <a:gd name="T59" fmla="*/ 4 h 68"/>
                <a:gd name="T60" fmla="*/ 28 w 68"/>
                <a:gd name="T61" fmla="*/ 9 h 68"/>
                <a:gd name="T62" fmla="*/ 18 w 68"/>
                <a:gd name="T63" fmla="*/ 16 h 68"/>
                <a:gd name="T64" fmla="*/ 11 w 68"/>
                <a:gd name="T65" fmla="*/ 14 h 68"/>
                <a:gd name="T66" fmla="*/ 10 w 68"/>
                <a:gd name="T67" fmla="*/ 27 h 68"/>
                <a:gd name="T68" fmla="*/ 11 w 68"/>
                <a:gd name="T69" fmla="*/ 39 h 68"/>
                <a:gd name="T70" fmla="*/ 5 w 68"/>
                <a:gd name="T71" fmla="*/ 44 h 68"/>
                <a:gd name="T72" fmla="*/ 16 w 68"/>
                <a:gd name="T73" fmla="*/ 52 h 68"/>
                <a:gd name="T74" fmla="*/ 27 w 68"/>
                <a:gd name="T75" fmla="*/ 57 h 68"/>
                <a:gd name="T76" fmla="*/ 28 w 68"/>
                <a:gd name="T77" fmla="*/ 6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8" h="68">
                  <a:moveTo>
                    <a:pt x="42" y="68"/>
                  </a:moveTo>
                  <a:cubicBezTo>
                    <a:pt x="26" y="68"/>
                    <a:pt x="26" y="68"/>
                    <a:pt x="26" y="68"/>
                  </a:cubicBezTo>
                  <a:cubicBezTo>
                    <a:pt x="25" y="68"/>
                    <a:pt x="24" y="67"/>
                    <a:pt x="24" y="66"/>
                  </a:cubicBezTo>
                  <a:cubicBezTo>
                    <a:pt x="24" y="60"/>
                    <a:pt x="24" y="60"/>
                    <a:pt x="24" y="60"/>
                  </a:cubicBezTo>
                  <a:cubicBezTo>
                    <a:pt x="21" y="59"/>
                    <a:pt x="19" y="58"/>
                    <a:pt x="16" y="56"/>
                  </a:cubicBezTo>
                  <a:cubicBezTo>
                    <a:pt x="11" y="59"/>
                    <a:pt x="11" y="59"/>
                    <a:pt x="11" y="59"/>
                  </a:cubicBezTo>
                  <a:cubicBezTo>
                    <a:pt x="10" y="59"/>
                    <a:pt x="9" y="59"/>
                    <a:pt x="9" y="58"/>
                  </a:cubicBezTo>
                  <a:cubicBezTo>
                    <a:pt x="1" y="44"/>
                    <a:pt x="1" y="44"/>
                    <a:pt x="1" y="44"/>
                  </a:cubicBezTo>
                  <a:cubicBezTo>
                    <a:pt x="0" y="44"/>
                    <a:pt x="0" y="43"/>
                    <a:pt x="0" y="43"/>
                  </a:cubicBezTo>
                  <a:cubicBezTo>
                    <a:pt x="0" y="42"/>
                    <a:pt x="1" y="42"/>
                    <a:pt x="1" y="41"/>
                  </a:cubicBezTo>
                  <a:cubicBezTo>
                    <a:pt x="6" y="38"/>
                    <a:pt x="6" y="38"/>
                    <a:pt x="6" y="38"/>
                  </a:cubicBezTo>
                  <a:cubicBezTo>
                    <a:pt x="6" y="35"/>
                    <a:pt x="6" y="33"/>
                    <a:pt x="6" y="30"/>
                  </a:cubicBezTo>
                  <a:cubicBezTo>
                    <a:pt x="1" y="27"/>
                    <a:pt x="1" y="27"/>
                    <a:pt x="1" y="27"/>
                  </a:cubicBezTo>
                  <a:cubicBezTo>
                    <a:pt x="0" y="26"/>
                    <a:pt x="0" y="25"/>
                    <a:pt x="1" y="24"/>
                  </a:cubicBezTo>
                  <a:cubicBezTo>
                    <a:pt x="9" y="10"/>
                    <a:pt x="9" y="10"/>
                    <a:pt x="9" y="10"/>
                  </a:cubicBezTo>
                  <a:cubicBezTo>
                    <a:pt x="9" y="10"/>
                    <a:pt x="9" y="9"/>
                    <a:pt x="10" y="9"/>
                  </a:cubicBezTo>
                  <a:cubicBezTo>
                    <a:pt x="10" y="9"/>
                    <a:pt x="11" y="9"/>
                    <a:pt x="11" y="9"/>
                  </a:cubicBezTo>
                  <a:cubicBezTo>
                    <a:pt x="16" y="12"/>
                    <a:pt x="16" y="12"/>
                    <a:pt x="16" y="12"/>
                  </a:cubicBezTo>
                  <a:cubicBezTo>
                    <a:pt x="19" y="10"/>
                    <a:pt x="21" y="9"/>
                    <a:pt x="24" y="8"/>
                  </a:cubicBezTo>
                  <a:cubicBezTo>
                    <a:pt x="24" y="2"/>
                    <a:pt x="24" y="2"/>
                    <a:pt x="24" y="2"/>
                  </a:cubicBezTo>
                  <a:cubicBezTo>
                    <a:pt x="24" y="1"/>
                    <a:pt x="25" y="0"/>
                    <a:pt x="26" y="0"/>
                  </a:cubicBezTo>
                  <a:cubicBezTo>
                    <a:pt x="42" y="0"/>
                    <a:pt x="42" y="0"/>
                    <a:pt x="42" y="0"/>
                  </a:cubicBezTo>
                  <a:cubicBezTo>
                    <a:pt x="43" y="0"/>
                    <a:pt x="44" y="1"/>
                    <a:pt x="44" y="2"/>
                  </a:cubicBezTo>
                  <a:cubicBezTo>
                    <a:pt x="44" y="8"/>
                    <a:pt x="44" y="8"/>
                    <a:pt x="44" y="8"/>
                  </a:cubicBezTo>
                  <a:cubicBezTo>
                    <a:pt x="47" y="9"/>
                    <a:pt x="49" y="10"/>
                    <a:pt x="52" y="12"/>
                  </a:cubicBezTo>
                  <a:cubicBezTo>
                    <a:pt x="57" y="9"/>
                    <a:pt x="57" y="9"/>
                    <a:pt x="57" y="9"/>
                  </a:cubicBezTo>
                  <a:cubicBezTo>
                    <a:pt x="58" y="9"/>
                    <a:pt x="59" y="9"/>
                    <a:pt x="59" y="10"/>
                  </a:cubicBezTo>
                  <a:cubicBezTo>
                    <a:pt x="67" y="24"/>
                    <a:pt x="67" y="24"/>
                    <a:pt x="67" y="24"/>
                  </a:cubicBezTo>
                  <a:cubicBezTo>
                    <a:pt x="68" y="25"/>
                    <a:pt x="68" y="26"/>
                    <a:pt x="67" y="27"/>
                  </a:cubicBezTo>
                  <a:cubicBezTo>
                    <a:pt x="62" y="30"/>
                    <a:pt x="62" y="30"/>
                    <a:pt x="62" y="30"/>
                  </a:cubicBezTo>
                  <a:cubicBezTo>
                    <a:pt x="62" y="33"/>
                    <a:pt x="62" y="35"/>
                    <a:pt x="62" y="38"/>
                  </a:cubicBezTo>
                  <a:cubicBezTo>
                    <a:pt x="67" y="41"/>
                    <a:pt x="67" y="41"/>
                    <a:pt x="67" y="41"/>
                  </a:cubicBezTo>
                  <a:cubicBezTo>
                    <a:pt x="67" y="42"/>
                    <a:pt x="68" y="42"/>
                    <a:pt x="68" y="43"/>
                  </a:cubicBezTo>
                  <a:cubicBezTo>
                    <a:pt x="68" y="43"/>
                    <a:pt x="68" y="44"/>
                    <a:pt x="67" y="44"/>
                  </a:cubicBezTo>
                  <a:cubicBezTo>
                    <a:pt x="59" y="58"/>
                    <a:pt x="59" y="58"/>
                    <a:pt x="59" y="58"/>
                  </a:cubicBezTo>
                  <a:cubicBezTo>
                    <a:pt x="59" y="58"/>
                    <a:pt x="59" y="59"/>
                    <a:pt x="58" y="59"/>
                  </a:cubicBezTo>
                  <a:cubicBezTo>
                    <a:pt x="58" y="59"/>
                    <a:pt x="57" y="59"/>
                    <a:pt x="57" y="59"/>
                  </a:cubicBezTo>
                  <a:cubicBezTo>
                    <a:pt x="52" y="56"/>
                    <a:pt x="52" y="56"/>
                    <a:pt x="52" y="56"/>
                  </a:cubicBezTo>
                  <a:cubicBezTo>
                    <a:pt x="49" y="58"/>
                    <a:pt x="47" y="59"/>
                    <a:pt x="44" y="60"/>
                  </a:cubicBezTo>
                  <a:cubicBezTo>
                    <a:pt x="44" y="66"/>
                    <a:pt x="44" y="66"/>
                    <a:pt x="44" y="66"/>
                  </a:cubicBezTo>
                  <a:cubicBezTo>
                    <a:pt x="44" y="67"/>
                    <a:pt x="43" y="68"/>
                    <a:pt x="42" y="68"/>
                  </a:cubicBezTo>
                  <a:close/>
                  <a:moveTo>
                    <a:pt x="28" y="64"/>
                  </a:moveTo>
                  <a:cubicBezTo>
                    <a:pt x="40" y="64"/>
                    <a:pt x="40" y="64"/>
                    <a:pt x="40" y="64"/>
                  </a:cubicBezTo>
                  <a:cubicBezTo>
                    <a:pt x="40" y="59"/>
                    <a:pt x="40" y="59"/>
                    <a:pt x="40" y="59"/>
                  </a:cubicBezTo>
                  <a:cubicBezTo>
                    <a:pt x="40" y="58"/>
                    <a:pt x="41" y="57"/>
                    <a:pt x="41" y="57"/>
                  </a:cubicBezTo>
                  <a:cubicBezTo>
                    <a:pt x="45" y="56"/>
                    <a:pt x="48" y="54"/>
                    <a:pt x="50" y="52"/>
                  </a:cubicBezTo>
                  <a:cubicBezTo>
                    <a:pt x="51" y="51"/>
                    <a:pt x="52" y="51"/>
                    <a:pt x="52" y="52"/>
                  </a:cubicBezTo>
                  <a:cubicBezTo>
                    <a:pt x="57" y="54"/>
                    <a:pt x="57" y="54"/>
                    <a:pt x="57" y="54"/>
                  </a:cubicBezTo>
                  <a:cubicBezTo>
                    <a:pt x="63" y="44"/>
                    <a:pt x="63" y="44"/>
                    <a:pt x="63" y="44"/>
                  </a:cubicBezTo>
                  <a:cubicBezTo>
                    <a:pt x="58" y="41"/>
                    <a:pt x="58" y="41"/>
                    <a:pt x="58" y="41"/>
                  </a:cubicBezTo>
                  <a:cubicBezTo>
                    <a:pt x="58" y="41"/>
                    <a:pt x="57" y="40"/>
                    <a:pt x="57" y="39"/>
                  </a:cubicBezTo>
                  <a:cubicBezTo>
                    <a:pt x="58" y="36"/>
                    <a:pt x="58" y="32"/>
                    <a:pt x="57" y="29"/>
                  </a:cubicBezTo>
                  <a:cubicBezTo>
                    <a:pt x="57" y="28"/>
                    <a:pt x="58" y="27"/>
                    <a:pt x="58" y="27"/>
                  </a:cubicBezTo>
                  <a:cubicBezTo>
                    <a:pt x="63" y="24"/>
                    <a:pt x="63" y="24"/>
                    <a:pt x="63" y="24"/>
                  </a:cubicBezTo>
                  <a:cubicBezTo>
                    <a:pt x="57" y="14"/>
                    <a:pt x="57" y="14"/>
                    <a:pt x="57" y="14"/>
                  </a:cubicBezTo>
                  <a:cubicBezTo>
                    <a:pt x="52" y="16"/>
                    <a:pt x="52" y="16"/>
                    <a:pt x="52" y="16"/>
                  </a:cubicBezTo>
                  <a:cubicBezTo>
                    <a:pt x="52" y="17"/>
                    <a:pt x="51" y="17"/>
                    <a:pt x="50" y="16"/>
                  </a:cubicBezTo>
                  <a:cubicBezTo>
                    <a:pt x="48" y="14"/>
                    <a:pt x="45" y="12"/>
                    <a:pt x="41" y="11"/>
                  </a:cubicBezTo>
                  <a:cubicBezTo>
                    <a:pt x="41" y="11"/>
                    <a:pt x="40" y="10"/>
                    <a:pt x="40" y="9"/>
                  </a:cubicBezTo>
                  <a:cubicBezTo>
                    <a:pt x="40" y="4"/>
                    <a:pt x="40" y="4"/>
                    <a:pt x="40" y="4"/>
                  </a:cubicBezTo>
                  <a:cubicBezTo>
                    <a:pt x="28" y="4"/>
                    <a:pt x="28" y="4"/>
                    <a:pt x="28" y="4"/>
                  </a:cubicBezTo>
                  <a:cubicBezTo>
                    <a:pt x="28" y="9"/>
                    <a:pt x="28" y="9"/>
                    <a:pt x="28" y="9"/>
                  </a:cubicBezTo>
                  <a:cubicBezTo>
                    <a:pt x="28" y="10"/>
                    <a:pt x="27" y="11"/>
                    <a:pt x="27" y="11"/>
                  </a:cubicBezTo>
                  <a:cubicBezTo>
                    <a:pt x="23" y="12"/>
                    <a:pt x="20" y="14"/>
                    <a:pt x="18" y="16"/>
                  </a:cubicBezTo>
                  <a:cubicBezTo>
                    <a:pt x="17" y="17"/>
                    <a:pt x="16" y="17"/>
                    <a:pt x="16" y="16"/>
                  </a:cubicBezTo>
                  <a:cubicBezTo>
                    <a:pt x="11" y="14"/>
                    <a:pt x="11" y="14"/>
                    <a:pt x="11" y="14"/>
                  </a:cubicBezTo>
                  <a:cubicBezTo>
                    <a:pt x="5" y="24"/>
                    <a:pt x="5" y="24"/>
                    <a:pt x="5" y="24"/>
                  </a:cubicBezTo>
                  <a:cubicBezTo>
                    <a:pt x="10" y="27"/>
                    <a:pt x="10" y="27"/>
                    <a:pt x="10" y="27"/>
                  </a:cubicBezTo>
                  <a:cubicBezTo>
                    <a:pt x="10" y="27"/>
                    <a:pt x="11" y="28"/>
                    <a:pt x="11" y="29"/>
                  </a:cubicBezTo>
                  <a:cubicBezTo>
                    <a:pt x="10" y="32"/>
                    <a:pt x="10" y="36"/>
                    <a:pt x="11" y="39"/>
                  </a:cubicBezTo>
                  <a:cubicBezTo>
                    <a:pt x="11" y="40"/>
                    <a:pt x="10" y="41"/>
                    <a:pt x="10" y="41"/>
                  </a:cubicBezTo>
                  <a:cubicBezTo>
                    <a:pt x="5" y="44"/>
                    <a:pt x="5" y="44"/>
                    <a:pt x="5" y="44"/>
                  </a:cubicBezTo>
                  <a:cubicBezTo>
                    <a:pt x="11" y="54"/>
                    <a:pt x="11" y="54"/>
                    <a:pt x="11" y="54"/>
                  </a:cubicBezTo>
                  <a:cubicBezTo>
                    <a:pt x="16" y="52"/>
                    <a:pt x="16" y="52"/>
                    <a:pt x="16" y="52"/>
                  </a:cubicBezTo>
                  <a:cubicBezTo>
                    <a:pt x="16" y="51"/>
                    <a:pt x="17" y="51"/>
                    <a:pt x="18" y="52"/>
                  </a:cubicBezTo>
                  <a:cubicBezTo>
                    <a:pt x="20" y="54"/>
                    <a:pt x="23" y="56"/>
                    <a:pt x="27" y="57"/>
                  </a:cubicBezTo>
                  <a:cubicBezTo>
                    <a:pt x="27" y="57"/>
                    <a:pt x="28" y="58"/>
                    <a:pt x="28" y="59"/>
                  </a:cubicBezTo>
                  <a:lnTo>
                    <a:pt x="28" y="6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60" name="Freeform 96">
              <a:extLst>
                <a:ext uri="{FF2B5EF4-FFF2-40B4-BE49-F238E27FC236}">
                  <a16:creationId xmlns:a16="http://schemas.microsoft.com/office/drawing/2014/main" id="{F9EF385E-223A-4311-B912-D6DD527AD859}"/>
                </a:ext>
              </a:extLst>
            </p:cNvPr>
            <p:cNvSpPr>
              <a:spLocks noEditPoints="1"/>
            </p:cNvSpPr>
            <p:nvPr/>
          </p:nvSpPr>
          <p:spPr bwMode="auto">
            <a:xfrm>
              <a:off x="6708775" y="1849438"/>
              <a:ext cx="61913" cy="61913"/>
            </a:xfrm>
            <a:custGeom>
              <a:avLst/>
              <a:gdLst>
                <a:gd name="T0" fmla="*/ 8 w 16"/>
                <a:gd name="T1" fmla="*/ 16 h 16"/>
                <a:gd name="T2" fmla="*/ 0 w 16"/>
                <a:gd name="T3" fmla="*/ 8 h 16"/>
                <a:gd name="T4" fmla="*/ 8 w 16"/>
                <a:gd name="T5" fmla="*/ 0 h 16"/>
                <a:gd name="T6" fmla="*/ 16 w 16"/>
                <a:gd name="T7" fmla="*/ 8 h 16"/>
                <a:gd name="T8" fmla="*/ 8 w 16"/>
                <a:gd name="T9" fmla="*/ 16 h 16"/>
                <a:gd name="T10" fmla="*/ 8 w 16"/>
                <a:gd name="T11" fmla="*/ 4 h 16"/>
                <a:gd name="T12" fmla="*/ 4 w 16"/>
                <a:gd name="T13" fmla="*/ 8 h 16"/>
                <a:gd name="T14" fmla="*/ 8 w 16"/>
                <a:gd name="T15" fmla="*/ 12 h 16"/>
                <a:gd name="T16" fmla="*/ 12 w 16"/>
                <a:gd name="T17" fmla="*/ 8 h 16"/>
                <a:gd name="T18" fmla="*/ 8 w 16"/>
                <a:gd name="T19" fmla="*/ 4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6">
                  <a:moveTo>
                    <a:pt x="8" y="16"/>
                  </a:moveTo>
                  <a:cubicBezTo>
                    <a:pt x="4" y="16"/>
                    <a:pt x="0" y="12"/>
                    <a:pt x="0" y="8"/>
                  </a:cubicBezTo>
                  <a:cubicBezTo>
                    <a:pt x="0" y="4"/>
                    <a:pt x="4" y="0"/>
                    <a:pt x="8" y="0"/>
                  </a:cubicBezTo>
                  <a:cubicBezTo>
                    <a:pt x="12" y="0"/>
                    <a:pt x="16" y="4"/>
                    <a:pt x="16" y="8"/>
                  </a:cubicBezTo>
                  <a:cubicBezTo>
                    <a:pt x="16" y="12"/>
                    <a:pt x="12" y="16"/>
                    <a:pt x="8" y="16"/>
                  </a:cubicBezTo>
                  <a:close/>
                  <a:moveTo>
                    <a:pt x="8" y="4"/>
                  </a:moveTo>
                  <a:cubicBezTo>
                    <a:pt x="6" y="4"/>
                    <a:pt x="4" y="6"/>
                    <a:pt x="4" y="8"/>
                  </a:cubicBezTo>
                  <a:cubicBezTo>
                    <a:pt x="4" y="10"/>
                    <a:pt x="6" y="12"/>
                    <a:pt x="8" y="12"/>
                  </a:cubicBezTo>
                  <a:cubicBezTo>
                    <a:pt x="10" y="12"/>
                    <a:pt x="12" y="10"/>
                    <a:pt x="12" y="8"/>
                  </a:cubicBezTo>
                  <a:cubicBezTo>
                    <a:pt x="12" y="6"/>
                    <a:pt x="10" y="4"/>
                    <a:pt x="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61" name="Freeform 97">
              <a:extLst>
                <a:ext uri="{FF2B5EF4-FFF2-40B4-BE49-F238E27FC236}">
                  <a16:creationId xmlns:a16="http://schemas.microsoft.com/office/drawing/2014/main" id="{5B5E4691-DEAC-4FF3-8355-33B8290B42B9}"/>
                </a:ext>
              </a:extLst>
            </p:cNvPr>
            <p:cNvSpPr>
              <a:spLocks noEditPoints="1"/>
            </p:cNvSpPr>
            <p:nvPr/>
          </p:nvSpPr>
          <p:spPr bwMode="auto">
            <a:xfrm>
              <a:off x="6662738" y="1803400"/>
              <a:ext cx="153988" cy="155575"/>
            </a:xfrm>
            <a:custGeom>
              <a:avLst/>
              <a:gdLst>
                <a:gd name="T0" fmla="*/ 16 w 40"/>
                <a:gd name="T1" fmla="*/ 40 h 40"/>
                <a:gd name="T2" fmla="*/ 14 w 40"/>
                <a:gd name="T3" fmla="*/ 35 h 40"/>
                <a:gd name="T4" fmla="*/ 7 w 40"/>
                <a:gd name="T5" fmla="*/ 34 h 40"/>
                <a:gd name="T6" fmla="*/ 5 w 40"/>
                <a:gd name="T7" fmla="*/ 33 h 40"/>
                <a:gd name="T8" fmla="*/ 1 w 40"/>
                <a:gd name="T9" fmla="*/ 24 h 40"/>
                <a:gd name="T10" fmla="*/ 4 w 40"/>
                <a:gd name="T11" fmla="*/ 18 h 40"/>
                <a:gd name="T12" fmla="*/ 0 w 40"/>
                <a:gd name="T13" fmla="*/ 15 h 40"/>
                <a:gd name="T14" fmla="*/ 5 w 40"/>
                <a:gd name="T15" fmla="*/ 7 h 40"/>
                <a:gd name="T16" fmla="*/ 7 w 40"/>
                <a:gd name="T17" fmla="*/ 6 h 40"/>
                <a:gd name="T18" fmla="*/ 14 w 40"/>
                <a:gd name="T19" fmla="*/ 5 h 40"/>
                <a:gd name="T20" fmla="*/ 16 w 40"/>
                <a:gd name="T21" fmla="*/ 0 h 40"/>
                <a:gd name="T22" fmla="*/ 26 w 40"/>
                <a:gd name="T23" fmla="*/ 2 h 40"/>
                <a:gd name="T24" fmla="*/ 30 w 40"/>
                <a:gd name="T25" fmla="*/ 7 h 40"/>
                <a:gd name="T26" fmla="*/ 34 w 40"/>
                <a:gd name="T27" fmla="*/ 6 h 40"/>
                <a:gd name="T28" fmla="*/ 39 w 40"/>
                <a:gd name="T29" fmla="*/ 13 h 40"/>
                <a:gd name="T30" fmla="*/ 36 w 40"/>
                <a:gd name="T31" fmla="*/ 18 h 40"/>
                <a:gd name="T32" fmla="*/ 39 w 40"/>
                <a:gd name="T33" fmla="*/ 24 h 40"/>
                <a:gd name="T34" fmla="*/ 35 w 40"/>
                <a:gd name="T35" fmla="*/ 33 h 40"/>
                <a:gd name="T36" fmla="*/ 33 w 40"/>
                <a:gd name="T37" fmla="*/ 34 h 40"/>
                <a:gd name="T38" fmla="*/ 26 w 40"/>
                <a:gd name="T39" fmla="*/ 35 h 40"/>
                <a:gd name="T40" fmla="*/ 24 w 40"/>
                <a:gd name="T41" fmla="*/ 40 h 40"/>
                <a:gd name="T42" fmla="*/ 22 w 40"/>
                <a:gd name="T43" fmla="*/ 36 h 40"/>
                <a:gd name="T44" fmla="*/ 23 w 40"/>
                <a:gd name="T45" fmla="*/ 31 h 40"/>
                <a:gd name="T46" fmla="*/ 31 w 40"/>
                <a:gd name="T47" fmla="*/ 28 h 40"/>
                <a:gd name="T48" fmla="*/ 35 w 40"/>
                <a:gd name="T49" fmla="*/ 26 h 40"/>
                <a:gd name="T50" fmla="*/ 32 w 40"/>
                <a:gd name="T51" fmla="*/ 23 h 40"/>
                <a:gd name="T52" fmla="*/ 33 w 40"/>
                <a:gd name="T53" fmla="*/ 15 h 40"/>
                <a:gd name="T54" fmla="*/ 33 w 40"/>
                <a:gd name="T55" fmla="*/ 10 h 40"/>
                <a:gd name="T56" fmla="*/ 28 w 40"/>
                <a:gd name="T57" fmla="*/ 11 h 40"/>
                <a:gd name="T58" fmla="*/ 22 w 40"/>
                <a:gd name="T59" fmla="*/ 7 h 40"/>
                <a:gd name="T60" fmla="*/ 18 w 40"/>
                <a:gd name="T61" fmla="*/ 4 h 40"/>
                <a:gd name="T62" fmla="*/ 17 w 40"/>
                <a:gd name="T63" fmla="*/ 9 h 40"/>
                <a:gd name="T64" fmla="*/ 9 w 40"/>
                <a:gd name="T65" fmla="*/ 12 h 40"/>
                <a:gd name="T66" fmla="*/ 5 w 40"/>
                <a:gd name="T67" fmla="*/ 14 h 40"/>
                <a:gd name="T68" fmla="*/ 8 w 40"/>
                <a:gd name="T69" fmla="*/ 17 h 40"/>
                <a:gd name="T70" fmla="*/ 7 w 40"/>
                <a:gd name="T71" fmla="*/ 25 h 40"/>
                <a:gd name="T72" fmla="*/ 7 w 40"/>
                <a:gd name="T73" fmla="*/ 30 h 40"/>
                <a:gd name="T74" fmla="*/ 12 w 40"/>
                <a:gd name="T75" fmla="*/ 29 h 40"/>
                <a:gd name="T76" fmla="*/ 18 w 40"/>
                <a:gd name="T77" fmla="*/ 33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0" h="40">
                  <a:moveTo>
                    <a:pt x="24" y="40"/>
                  </a:moveTo>
                  <a:cubicBezTo>
                    <a:pt x="16" y="40"/>
                    <a:pt x="16" y="40"/>
                    <a:pt x="16" y="40"/>
                  </a:cubicBezTo>
                  <a:cubicBezTo>
                    <a:pt x="15" y="40"/>
                    <a:pt x="14" y="39"/>
                    <a:pt x="14" y="38"/>
                  </a:cubicBezTo>
                  <a:cubicBezTo>
                    <a:pt x="14" y="35"/>
                    <a:pt x="14" y="35"/>
                    <a:pt x="14" y="35"/>
                  </a:cubicBezTo>
                  <a:cubicBezTo>
                    <a:pt x="13" y="34"/>
                    <a:pt x="11" y="34"/>
                    <a:pt x="10" y="33"/>
                  </a:cubicBezTo>
                  <a:cubicBezTo>
                    <a:pt x="7" y="34"/>
                    <a:pt x="7" y="34"/>
                    <a:pt x="7" y="34"/>
                  </a:cubicBezTo>
                  <a:cubicBezTo>
                    <a:pt x="7" y="34"/>
                    <a:pt x="6" y="35"/>
                    <a:pt x="6" y="34"/>
                  </a:cubicBezTo>
                  <a:cubicBezTo>
                    <a:pt x="5" y="34"/>
                    <a:pt x="5" y="34"/>
                    <a:pt x="5" y="33"/>
                  </a:cubicBezTo>
                  <a:cubicBezTo>
                    <a:pt x="1" y="27"/>
                    <a:pt x="1" y="27"/>
                    <a:pt x="1" y="27"/>
                  </a:cubicBezTo>
                  <a:cubicBezTo>
                    <a:pt x="0" y="26"/>
                    <a:pt x="0" y="24"/>
                    <a:pt x="1" y="24"/>
                  </a:cubicBezTo>
                  <a:cubicBezTo>
                    <a:pt x="4" y="22"/>
                    <a:pt x="4" y="22"/>
                    <a:pt x="4" y="22"/>
                  </a:cubicBezTo>
                  <a:cubicBezTo>
                    <a:pt x="4" y="21"/>
                    <a:pt x="4" y="19"/>
                    <a:pt x="4" y="18"/>
                  </a:cubicBezTo>
                  <a:cubicBezTo>
                    <a:pt x="1" y="16"/>
                    <a:pt x="1" y="16"/>
                    <a:pt x="1" y="16"/>
                  </a:cubicBezTo>
                  <a:cubicBezTo>
                    <a:pt x="1" y="16"/>
                    <a:pt x="1" y="15"/>
                    <a:pt x="0" y="15"/>
                  </a:cubicBezTo>
                  <a:cubicBezTo>
                    <a:pt x="0" y="14"/>
                    <a:pt x="0" y="14"/>
                    <a:pt x="1" y="13"/>
                  </a:cubicBezTo>
                  <a:cubicBezTo>
                    <a:pt x="5" y="7"/>
                    <a:pt x="5" y="7"/>
                    <a:pt x="5" y="7"/>
                  </a:cubicBezTo>
                  <a:cubicBezTo>
                    <a:pt x="5" y="6"/>
                    <a:pt x="5" y="6"/>
                    <a:pt x="6" y="6"/>
                  </a:cubicBezTo>
                  <a:cubicBezTo>
                    <a:pt x="6" y="5"/>
                    <a:pt x="7" y="6"/>
                    <a:pt x="7" y="6"/>
                  </a:cubicBezTo>
                  <a:cubicBezTo>
                    <a:pt x="10" y="7"/>
                    <a:pt x="10" y="7"/>
                    <a:pt x="10" y="7"/>
                  </a:cubicBezTo>
                  <a:cubicBezTo>
                    <a:pt x="11" y="7"/>
                    <a:pt x="13" y="6"/>
                    <a:pt x="14" y="5"/>
                  </a:cubicBezTo>
                  <a:cubicBezTo>
                    <a:pt x="14" y="2"/>
                    <a:pt x="14" y="2"/>
                    <a:pt x="14" y="2"/>
                  </a:cubicBezTo>
                  <a:cubicBezTo>
                    <a:pt x="14" y="1"/>
                    <a:pt x="15" y="0"/>
                    <a:pt x="16" y="0"/>
                  </a:cubicBezTo>
                  <a:cubicBezTo>
                    <a:pt x="24" y="0"/>
                    <a:pt x="24" y="0"/>
                    <a:pt x="24" y="0"/>
                  </a:cubicBezTo>
                  <a:cubicBezTo>
                    <a:pt x="25" y="0"/>
                    <a:pt x="26" y="1"/>
                    <a:pt x="26" y="2"/>
                  </a:cubicBezTo>
                  <a:cubicBezTo>
                    <a:pt x="26" y="5"/>
                    <a:pt x="26" y="5"/>
                    <a:pt x="26" y="5"/>
                  </a:cubicBezTo>
                  <a:cubicBezTo>
                    <a:pt x="27" y="6"/>
                    <a:pt x="29" y="6"/>
                    <a:pt x="30" y="7"/>
                  </a:cubicBezTo>
                  <a:cubicBezTo>
                    <a:pt x="33" y="6"/>
                    <a:pt x="33" y="6"/>
                    <a:pt x="33" y="6"/>
                  </a:cubicBezTo>
                  <a:cubicBezTo>
                    <a:pt x="33" y="6"/>
                    <a:pt x="34" y="5"/>
                    <a:pt x="34" y="6"/>
                  </a:cubicBezTo>
                  <a:cubicBezTo>
                    <a:pt x="35" y="6"/>
                    <a:pt x="35" y="6"/>
                    <a:pt x="35" y="7"/>
                  </a:cubicBezTo>
                  <a:cubicBezTo>
                    <a:pt x="39" y="13"/>
                    <a:pt x="39" y="13"/>
                    <a:pt x="39" y="13"/>
                  </a:cubicBezTo>
                  <a:cubicBezTo>
                    <a:pt x="40" y="14"/>
                    <a:pt x="40" y="16"/>
                    <a:pt x="39" y="16"/>
                  </a:cubicBezTo>
                  <a:cubicBezTo>
                    <a:pt x="36" y="18"/>
                    <a:pt x="36" y="18"/>
                    <a:pt x="36" y="18"/>
                  </a:cubicBezTo>
                  <a:cubicBezTo>
                    <a:pt x="36" y="19"/>
                    <a:pt x="36" y="21"/>
                    <a:pt x="36" y="22"/>
                  </a:cubicBezTo>
                  <a:cubicBezTo>
                    <a:pt x="39" y="24"/>
                    <a:pt x="39" y="24"/>
                    <a:pt x="39" y="24"/>
                  </a:cubicBezTo>
                  <a:cubicBezTo>
                    <a:pt x="40" y="24"/>
                    <a:pt x="40" y="26"/>
                    <a:pt x="39" y="27"/>
                  </a:cubicBezTo>
                  <a:cubicBezTo>
                    <a:pt x="35" y="33"/>
                    <a:pt x="35" y="33"/>
                    <a:pt x="35" y="33"/>
                  </a:cubicBezTo>
                  <a:cubicBezTo>
                    <a:pt x="35" y="34"/>
                    <a:pt x="35" y="34"/>
                    <a:pt x="34" y="34"/>
                  </a:cubicBezTo>
                  <a:cubicBezTo>
                    <a:pt x="34" y="35"/>
                    <a:pt x="33" y="34"/>
                    <a:pt x="33" y="34"/>
                  </a:cubicBezTo>
                  <a:cubicBezTo>
                    <a:pt x="30" y="33"/>
                    <a:pt x="30" y="33"/>
                    <a:pt x="30" y="33"/>
                  </a:cubicBezTo>
                  <a:cubicBezTo>
                    <a:pt x="29" y="33"/>
                    <a:pt x="27" y="34"/>
                    <a:pt x="26" y="35"/>
                  </a:cubicBezTo>
                  <a:cubicBezTo>
                    <a:pt x="26" y="38"/>
                    <a:pt x="26" y="38"/>
                    <a:pt x="26" y="38"/>
                  </a:cubicBezTo>
                  <a:cubicBezTo>
                    <a:pt x="26" y="39"/>
                    <a:pt x="25" y="40"/>
                    <a:pt x="24" y="40"/>
                  </a:cubicBezTo>
                  <a:close/>
                  <a:moveTo>
                    <a:pt x="18" y="36"/>
                  </a:moveTo>
                  <a:cubicBezTo>
                    <a:pt x="22" y="36"/>
                    <a:pt x="22" y="36"/>
                    <a:pt x="22" y="36"/>
                  </a:cubicBezTo>
                  <a:cubicBezTo>
                    <a:pt x="22" y="33"/>
                    <a:pt x="22" y="33"/>
                    <a:pt x="22" y="33"/>
                  </a:cubicBezTo>
                  <a:cubicBezTo>
                    <a:pt x="22" y="32"/>
                    <a:pt x="23" y="32"/>
                    <a:pt x="23" y="31"/>
                  </a:cubicBezTo>
                  <a:cubicBezTo>
                    <a:pt x="25" y="31"/>
                    <a:pt x="27" y="30"/>
                    <a:pt x="28" y="29"/>
                  </a:cubicBezTo>
                  <a:cubicBezTo>
                    <a:pt x="29" y="28"/>
                    <a:pt x="30" y="28"/>
                    <a:pt x="31" y="28"/>
                  </a:cubicBezTo>
                  <a:cubicBezTo>
                    <a:pt x="33" y="30"/>
                    <a:pt x="33" y="30"/>
                    <a:pt x="33" y="30"/>
                  </a:cubicBezTo>
                  <a:cubicBezTo>
                    <a:pt x="35" y="26"/>
                    <a:pt x="35" y="26"/>
                    <a:pt x="35" y="26"/>
                  </a:cubicBezTo>
                  <a:cubicBezTo>
                    <a:pt x="33" y="25"/>
                    <a:pt x="33" y="25"/>
                    <a:pt x="33" y="25"/>
                  </a:cubicBezTo>
                  <a:cubicBezTo>
                    <a:pt x="32" y="25"/>
                    <a:pt x="31" y="24"/>
                    <a:pt x="32" y="23"/>
                  </a:cubicBezTo>
                  <a:cubicBezTo>
                    <a:pt x="32" y="21"/>
                    <a:pt x="32" y="19"/>
                    <a:pt x="32" y="17"/>
                  </a:cubicBezTo>
                  <a:cubicBezTo>
                    <a:pt x="31" y="16"/>
                    <a:pt x="32" y="15"/>
                    <a:pt x="33" y="15"/>
                  </a:cubicBezTo>
                  <a:cubicBezTo>
                    <a:pt x="35" y="14"/>
                    <a:pt x="35" y="14"/>
                    <a:pt x="35" y="14"/>
                  </a:cubicBezTo>
                  <a:cubicBezTo>
                    <a:pt x="33" y="10"/>
                    <a:pt x="33" y="10"/>
                    <a:pt x="33" y="10"/>
                  </a:cubicBezTo>
                  <a:cubicBezTo>
                    <a:pt x="31" y="12"/>
                    <a:pt x="31" y="12"/>
                    <a:pt x="31" y="12"/>
                  </a:cubicBezTo>
                  <a:cubicBezTo>
                    <a:pt x="30" y="12"/>
                    <a:pt x="29" y="12"/>
                    <a:pt x="28" y="11"/>
                  </a:cubicBezTo>
                  <a:cubicBezTo>
                    <a:pt x="27" y="10"/>
                    <a:pt x="25" y="9"/>
                    <a:pt x="23" y="9"/>
                  </a:cubicBezTo>
                  <a:cubicBezTo>
                    <a:pt x="23" y="8"/>
                    <a:pt x="22" y="8"/>
                    <a:pt x="22" y="7"/>
                  </a:cubicBezTo>
                  <a:cubicBezTo>
                    <a:pt x="22" y="4"/>
                    <a:pt x="22" y="4"/>
                    <a:pt x="22" y="4"/>
                  </a:cubicBezTo>
                  <a:cubicBezTo>
                    <a:pt x="18" y="4"/>
                    <a:pt x="18" y="4"/>
                    <a:pt x="18" y="4"/>
                  </a:cubicBezTo>
                  <a:cubicBezTo>
                    <a:pt x="18" y="7"/>
                    <a:pt x="18" y="7"/>
                    <a:pt x="18" y="7"/>
                  </a:cubicBezTo>
                  <a:cubicBezTo>
                    <a:pt x="18" y="8"/>
                    <a:pt x="17" y="8"/>
                    <a:pt x="17" y="9"/>
                  </a:cubicBezTo>
                  <a:cubicBezTo>
                    <a:pt x="15" y="9"/>
                    <a:pt x="13" y="10"/>
                    <a:pt x="12" y="11"/>
                  </a:cubicBezTo>
                  <a:cubicBezTo>
                    <a:pt x="11" y="12"/>
                    <a:pt x="10" y="12"/>
                    <a:pt x="9" y="12"/>
                  </a:cubicBezTo>
                  <a:cubicBezTo>
                    <a:pt x="7" y="10"/>
                    <a:pt x="7" y="10"/>
                    <a:pt x="7" y="10"/>
                  </a:cubicBezTo>
                  <a:cubicBezTo>
                    <a:pt x="5" y="14"/>
                    <a:pt x="5" y="14"/>
                    <a:pt x="5" y="14"/>
                  </a:cubicBezTo>
                  <a:cubicBezTo>
                    <a:pt x="7" y="15"/>
                    <a:pt x="7" y="15"/>
                    <a:pt x="7" y="15"/>
                  </a:cubicBezTo>
                  <a:cubicBezTo>
                    <a:pt x="8" y="15"/>
                    <a:pt x="9" y="16"/>
                    <a:pt x="8" y="17"/>
                  </a:cubicBezTo>
                  <a:cubicBezTo>
                    <a:pt x="8" y="19"/>
                    <a:pt x="8" y="21"/>
                    <a:pt x="8" y="23"/>
                  </a:cubicBezTo>
                  <a:cubicBezTo>
                    <a:pt x="9" y="24"/>
                    <a:pt x="8" y="24"/>
                    <a:pt x="7" y="25"/>
                  </a:cubicBezTo>
                  <a:cubicBezTo>
                    <a:pt x="5" y="26"/>
                    <a:pt x="5" y="26"/>
                    <a:pt x="5" y="26"/>
                  </a:cubicBezTo>
                  <a:cubicBezTo>
                    <a:pt x="7" y="30"/>
                    <a:pt x="7" y="30"/>
                    <a:pt x="7" y="30"/>
                  </a:cubicBezTo>
                  <a:cubicBezTo>
                    <a:pt x="9" y="28"/>
                    <a:pt x="9" y="28"/>
                    <a:pt x="9" y="28"/>
                  </a:cubicBezTo>
                  <a:cubicBezTo>
                    <a:pt x="10" y="28"/>
                    <a:pt x="11" y="28"/>
                    <a:pt x="12" y="29"/>
                  </a:cubicBezTo>
                  <a:cubicBezTo>
                    <a:pt x="13" y="30"/>
                    <a:pt x="15" y="31"/>
                    <a:pt x="17" y="31"/>
                  </a:cubicBezTo>
                  <a:cubicBezTo>
                    <a:pt x="17" y="32"/>
                    <a:pt x="18" y="33"/>
                    <a:pt x="18" y="33"/>
                  </a:cubicBezTo>
                  <a:lnTo>
                    <a:pt x="18" y="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grpSp>
      <p:sp>
        <p:nvSpPr>
          <p:cNvPr id="152" name="Oval 151">
            <a:extLst>
              <a:ext uri="{FF2B5EF4-FFF2-40B4-BE49-F238E27FC236}">
                <a16:creationId xmlns:a16="http://schemas.microsoft.com/office/drawing/2014/main" id="{885BB7C9-9591-421B-BB5F-51B62C430D19}"/>
              </a:ext>
            </a:extLst>
          </p:cNvPr>
          <p:cNvSpPr/>
          <p:nvPr/>
        </p:nvSpPr>
        <p:spPr>
          <a:xfrm>
            <a:off x="6822936" y="5020091"/>
            <a:ext cx="347064" cy="291004"/>
          </a:xfrm>
          <a:prstGeom prst="ellipse">
            <a:avLst/>
          </a:prstGeom>
          <a:solidFill>
            <a:schemeClr val="accent2">
              <a:lumMod val="75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prstClr val="white"/>
              </a:solidFill>
              <a:effectLst/>
              <a:uLnTx/>
              <a:uFillTx/>
              <a:latin typeface="Ubuntu" panose="020B0504030602030204" pitchFamily="34" charset="0"/>
              <a:ea typeface="+mn-ea"/>
              <a:cs typeface="+mn-cs"/>
            </a:endParaRPr>
          </a:p>
        </p:txBody>
      </p:sp>
      <p:grpSp>
        <p:nvGrpSpPr>
          <p:cNvPr id="153" name="Group 152">
            <a:extLst>
              <a:ext uri="{FF2B5EF4-FFF2-40B4-BE49-F238E27FC236}">
                <a16:creationId xmlns:a16="http://schemas.microsoft.com/office/drawing/2014/main" id="{D6E7C62A-87F8-4AA0-BA1F-6E4692FE99FB}"/>
              </a:ext>
            </a:extLst>
          </p:cNvPr>
          <p:cNvGrpSpPr>
            <a:grpSpLocks noChangeAspect="1"/>
          </p:cNvGrpSpPr>
          <p:nvPr/>
        </p:nvGrpSpPr>
        <p:grpSpPr>
          <a:xfrm>
            <a:off x="6909109" y="5093685"/>
            <a:ext cx="162033" cy="142448"/>
            <a:chOff x="2182813" y="2376488"/>
            <a:chExt cx="371476" cy="371475"/>
          </a:xfrm>
          <a:solidFill>
            <a:srgbClr val="FFFFFF"/>
          </a:solidFill>
        </p:grpSpPr>
        <p:sp>
          <p:nvSpPr>
            <p:cNvPr id="154" name="Freeform 101">
              <a:extLst>
                <a:ext uri="{FF2B5EF4-FFF2-40B4-BE49-F238E27FC236}">
                  <a16:creationId xmlns:a16="http://schemas.microsoft.com/office/drawing/2014/main" id="{3FC7BDB2-2389-4B7D-B26C-7CA992C5F3FC}"/>
                </a:ext>
              </a:extLst>
            </p:cNvPr>
            <p:cNvSpPr>
              <a:spLocks/>
            </p:cNvSpPr>
            <p:nvPr/>
          </p:nvSpPr>
          <p:spPr bwMode="auto">
            <a:xfrm>
              <a:off x="2182813" y="2376488"/>
              <a:ext cx="371475" cy="371475"/>
            </a:xfrm>
            <a:custGeom>
              <a:avLst/>
              <a:gdLst>
                <a:gd name="T0" fmla="*/ 42 w 96"/>
                <a:gd name="T1" fmla="*/ 96 h 96"/>
                <a:gd name="T2" fmla="*/ 40 w 96"/>
                <a:gd name="T3" fmla="*/ 83 h 96"/>
                <a:gd name="T4" fmla="*/ 23 w 96"/>
                <a:gd name="T5" fmla="*/ 88 h 96"/>
                <a:gd name="T6" fmla="*/ 8 w 96"/>
                <a:gd name="T7" fmla="*/ 76 h 96"/>
                <a:gd name="T8" fmla="*/ 8 w 96"/>
                <a:gd name="T9" fmla="*/ 73 h 96"/>
                <a:gd name="T10" fmla="*/ 13 w 96"/>
                <a:gd name="T11" fmla="*/ 56 h 96"/>
                <a:gd name="T12" fmla="*/ 0 w 96"/>
                <a:gd name="T13" fmla="*/ 54 h 96"/>
                <a:gd name="T14" fmla="*/ 2 w 96"/>
                <a:gd name="T15" fmla="*/ 40 h 96"/>
                <a:gd name="T16" fmla="*/ 17 w 96"/>
                <a:gd name="T17" fmla="*/ 31 h 96"/>
                <a:gd name="T18" fmla="*/ 8 w 96"/>
                <a:gd name="T19" fmla="*/ 21 h 96"/>
                <a:gd name="T20" fmla="*/ 20 w 96"/>
                <a:gd name="T21" fmla="*/ 8 h 96"/>
                <a:gd name="T22" fmla="*/ 31 w 96"/>
                <a:gd name="T23" fmla="*/ 17 h 96"/>
                <a:gd name="T24" fmla="*/ 40 w 96"/>
                <a:gd name="T25" fmla="*/ 2 h 96"/>
                <a:gd name="T26" fmla="*/ 54 w 96"/>
                <a:gd name="T27" fmla="*/ 0 h 96"/>
                <a:gd name="T28" fmla="*/ 56 w 96"/>
                <a:gd name="T29" fmla="*/ 13 h 96"/>
                <a:gd name="T30" fmla="*/ 67 w 96"/>
                <a:gd name="T31" fmla="*/ 20 h 96"/>
                <a:gd name="T32" fmla="*/ 54 w 96"/>
                <a:gd name="T33" fmla="*/ 17 h 96"/>
                <a:gd name="T34" fmla="*/ 52 w 96"/>
                <a:gd name="T35" fmla="*/ 4 h 96"/>
                <a:gd name="T36" fmla="*/ 44 w 96"/>
                <a:gd name="T37" fmla="*/ 15 h 96"/>
                <a:gd name="T38" fmla="*/ 31 w 96"/>
                <a:gd name="T39" fmla="*/ 21 h 96"/>
                <a:gd name="T40" fmla="*/ 21 w 96"/>
                <a:gd name="T41" fmla="*/ 13 h 96"/>
                <a:gd name="T42" fmla="*/ 20 w 96"/>
                <a:gd name="T43" fmla="*/ 29 h 96"/>
                <a:gd name="T44" fmla="*/ 17 w 96"/>
                <a:gd name="T45" fmla="*/ 42 h 96"/>
                <a:gd name="T46" fmla="*/ 4 w 96"/>
                <a:gd name="T47" fmla="*/ 44 h 96"/>
                <a:gd name="T48" fmla="*/ 15 w 96"/>
                <a:gd name="T49" fmla="*/ 52 h 96"/>
                <a:gd name="T50" fmla="*/ 21 w 96"/>
                <a:gd name="T51" fmla="*/ 65 h 96"/>
                <a:gd name="T52" fmla="*/ 13 w 96"/>
                <a:gd name="T53" fmla="*/ 75 h 96"/>
                <a:gd name="T54" fmla="*/ 29 w 96"/>
                <a:gd name="T55" fmla="*/ 76 h 96"/>
                <a:gd name="T56" fmla="*/ 42 w 96"/>
                <a:gd name="T57" fmla="*/ 79 h 96"/>
                <a:gd name="T58" fmla="*/ 44 w 96"/>
                <a:gd name="T59" fmla="*/ 92 h 96"/>
                <a:gd name="T60" fmla="*/ 52 w 96"/>
                <a:gd name="T61" fmla="*/ 81 h 96"/>
                <a:gd name="T62" fmla="*/ 65 w 96"/>
                <a:gd name="T63" fmla="*/ 75 h 96"/>
                <a:gd name="T64" fmla="*/ 75 w 96"/>
                <a:gd name="T65" fmla="*/ 83 h 96"/>
                <a:gd name="T66" fmla="*/ 76 w 96"/>
                <a:gd name="T67" fmla="*/ 67 h 96"/>
                <a:gd name="T68" fmla="*/ 79 w 96"/>
                <a:gd name="T69" fmla="*/ 54 h 96"/>
                <a:gd name="T70" fmla="*/ 92 w 96"/>
                <a:gd name="T71" fmla="*/ 52 h 96"/>
                <a:gd name="T72" fmla="*/ 81 w 96"/>
                <a:gd name="T73" fmla="*/ 44 h 96"/>
                <a:gd name="T74" fmla="*/ 77 w 96"/>
                <a:gd name="T75" fmla="*/ 36 h 96"/>
                <a:gd name="T76" fmla="*/ 81 w 96"/>
                <a:gd name="T77" fmla="*/ 34 h 96"/>
                <a:gd name="T78" fmla="*/ 94 w 96"/>
                <a:gd name="T79" fmla="*/ 40 h 96"/>
                <a:gd name="T80" fmla="*/ 96 w 96"/>
                <a:gd name="T81" fmla="*/ 54 h 96"/>
                <a:gd name="T82" fmla="*/ 83 w 96"/>
                <a:gd name="T83" fmla="*/ 56 h 96"/>
                <a:gd name="T84" fmla="*/ 88 w 96"/>
                <a:gd name="T85" fmla="*/ 73 h 96"/>
                <a:gd name="T86" fmla="*/ 76 w 96"/>
                <a:gd name="T87" fmla="*/ 88 h 96"/>
                <a:gd name="T88" fmla="*/ 65 w 96"/>
                <a:gd name="T89" fmla="*/ 79 h 96"/>
                <a:gd name="T90" fmla="*/ 56 w 96"/>
                <a:gd name="T91" fmla="*/ 94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6" h="96">
                  <a:moveTo>
                    <a:pt x="54" y="96"/>
                  </a:moveTo>
                  <a:cubicBezTo>
                    <a:pt x="42" y="96"/>
                    <a:pt x="42" y="96"/>
                    <a:pt x="42" y="96"/>
                  </a:cubicBezTo>
                  <a:cubicBezTo>
                    <a:pt x="41" y="96"/>
                    <a:pt x="40" y="95"/>
                    <a:pt x="40" y="94"/>
                  </a:cubicBezTo>
                  <a:cubicBezTo>
                    <a:pt x="40" y="83"/>
                    <a:pt x="40" y="83"/>
                    <a:pt x="40" y="83"/>
                  </a:cubicBezTo>
                  <a:cubicBezTo>
                    <a:pt x="37" y="82"/>
                    <a:pt x="33" y="81"/>
                    <a:pt x="31" y="79"/>
                  </a:cubicBezTo>
                  <a:cubicBezTo>
                    <a:pt x="23" y="88"/>
                    <a:pt x="23" y="88"/>
                    <a:pt x="23" y="88"/>
                  </a:cubicBezTo>
                  <a:cubicBezTo>
                    <a:pt x="22" y="88"/>
                    <a:pt x="20" y="88"/>
                    <a:pt x="20" y="88"/>
                  </a:cubicBezTo>
                  <a:cubicBezTo>
                    <a:pt x="8" y="76"/>
                    <a:pt x="8" y="76"/>
                    <a:pt x="8" y="76"/>
                  </a:cubicBezTo>
                  <a:cubicBezTo>
                    <a:pt x="8" y="76"/>
                    <a:pt x="8" y="75"/>
                    <a:pt x="8" y="75"/>
                  </a:cubicBezTo>
                  <a:cubicBezTo>
                    <a:pt x="8" y="74"/>
                    <a:pt x="8" y="74"/>
                    <a:pt x="8" y="73"/>
                  </a:cubicBezTo>
                  <a:cubicBezTo>
                    <a:pt x="17" y="65"/>
                    <a:pt x="17" y="65"/>
                    <a:pt x="17" y="65"/>
                  </a:cubicBezTo>
                  <a:cubicBezTo>
                    <a:pt x="15" y="63"/>
                    <a:pt x="14" y="59"/>
                    <a:pt x="13" y="56"/>
                  </a:cubicBezTo>
                  <a:cubicBezTo>
                    <a:pt x="2" y="56"/>
                    <a:pt x="2" y="56"/>
                    <a:pt x="2" y="56"/>
                  </a:cubicBezTo>
                  <a:cubicBezTo>
                    <a:pt x="1" y="56"/>
                    <a:pt x="0" y="55"/>
                    <a:pt x="0" y="54"/>
                  </a:cubicBezTo>
                  <a:cubicBezTo>
                    <a:pt x="0" y="42"/>
                    <a:pt x="0" y="42"/>
                    <a:pt x="0" y="42"/>
                  </a:cubicBezTo>
                  <a:cubicBezTo>
                    <a:pt x="0" y="41"/>
                    <a:pt x="1" y="40"/>
                    <a:pt x="2" y="40"/>
                  </a:cubicBezTo>
                  <a:cubicBezTo>
                    <a:pt x="13" y="40"/>
                    <a:pt x="13" y="40"/>
                    <a:pt x="13" y="40"/>
                  </a:cubicBezTo>
                  <a:cubicBezTo>
                    <a:pt x="14" y="37"/>
                    <a:pt x="15" y="33"/>
                    <a:pt x="17" y="31"/>
                  </a:cubicBezTo>
                  <a:cubicBezTo>
                    <a:pt x="8" y="23"/>
                    <a:pt x="8" y="23"/>
                    <a:pt x="8" y="23"/>
                  </a:cubicBezTo>
                  <a:cubicBezTo>
                    <a:pt x="8" y="22"/>
                    <a:pt x="8" y="22"/>
                    <a:pt x="8" y="21"/>
                  </a:cubicBezTo>
                  <a:cubicBezTo>
                    <a:pt x="8" y="21"/>
                    <a:pt x="8" y="20"/>
                    <a:pt x="8" y="20"/>
                  </a:cubicBezTo>
                  <a:cubicBezTo>
                    <a:pt x="20" y="8"/>
                    <a:pt x="20" y="8"/>
                    <a:pt x="20" y="8"/>
                  </a:cubicBezTo>
                  <a:cubicBezTo>
                    <a:pt x="20" y="8"/>
                    <a:pt x="22" y="8"/>
                    <a:pt x="23" y="8"/>
                  </a:cubicBezTo>
                  <a:cubicBezTo>
                    <a:pt x="31" y="17"/>
                    <a:pt x="31" y="17"/>
                    <a:pt x="31" y="17"/>
                  </a:cubicBezTo>
                  <a:cubicBezTo>
                    <a:pt x="33" y="15"/>
                    <a:pt x="37" y="14"/>
                    <a:pt x="40" y="13"/>
                  </a:cubicBezTo>
                  <a:cubicBezTo>
                    <a:pt x="40" y="2"/>
                    <a:pt x="40" y="2"/>
                    <a:pt x="40" y="2"/>
                  </a:cubicBezTo>
                  <a:cubicBezTo>
                    <a:pt x="40" y="1"/>
                    <a:pt x="41" y="0"/>
                    <a:pt x="42" y="0"/>
                  </a:cubicBezTo>
                  <a:cubicBezTo>
                    <a:pt x="54" y="0"/>
                    <a:pt x="54" y="0"/>
                    <a:pt x="54" y="0"/>
                  </a:cubicBezTo>
                  <a:cubicBezTo>
                    <a:pt x="55" y="0"/>
                    <a:pt x="56" y="1"/>
                    <a:pt x="56" y="2"/>
                  </a:cubicBezTo>
                  <a:cubicBezTo>
                    <a:pt x="56" y="13"/>
                    <a:pt x="56" y="13"/>
                    <a:pt x="56" y="13"/>
                  </a:cubicBezTo>
                  <a:cubicBezTo>
                    <a:pt x="60" y="14"/>
                    <a:pt x="64" y="16"/>
                    <a:pt x="67" y="17"/>
                  </a:cubicBezTo>
                  <a:cubicBezTo>
                    <a:pt x="68" y="18"/>
                    <a:pt x="68" y="19"/>
                    <a:pt x="67" y="20"/>
                  </a:cubicBezTo>
                  <a:cubicBezTo>
                    <a:pt x="67" y="21"/>
                    <a:pt x="66" y="21"/>
                    <a:pt x="65" y="21"/>
                  </a:cubicBezTo>
                  <a:cubicBezTo>
                    <a:pt x="62" y="19"/>
                    <a:pt x="57" y="18"/>
                    <a:pt x="54" y="17"/>
                  </a:cubicBezTo>
                  <a:cubicBezTo>
                    <a:pt x="53" y="17"/>
                    <a:pt x="52" y="16"/>
                    <a:pt x="52" y="15"/>
                  </a:cubicBezTo>
                  <a:cubicBezTo>
                    <a:pt x="52" y="4"/>
                    <a:pt x="52" y="4"/>
                    <a:pt x="52" y="4"/>
                  </a:cubicBezTo>
                  <a:cubicBezTo>
                    <a:pt x="44" y="4"/>
                    <a:pt x="44" y="4"/>
                    <a:pt x="44" y="4"/>
                  </a:cubicBezTo>
                  <a:cubicBezTo>
                    <a:pt x="44" y="15"/>
                    <a:pt x="44" y="15"/>
                    <a:pt x="44" y="15"/>
                  </a:cubicBezTo>
                  <a:cubicBezTo>
                    <a:pt x="44" y="16"/>
                    <a:pt x="43" y="17"/>
                    <a:pt x="42" y="17"/>
                  </a:cubicBezTo>
                  <a:cubicBezTo>
                    <a:pt x="39" y="18"/>
                    <a:pt x="34" y="19"/>
                    <a:pt x="31" y="21"/>
                  </a:cubicBezTo>
                  <a:cubicBezTo>
                    <a:pt x="31" y="21"/>
                    <a:pt x="30" y="21"/>
                    <a:pt x="29" y="20"/>
                  </a:cubicBezTo>
                  <a:cubicBezTo>
                    <a:pt x="21" y="13"/>
                    <a:pt x="21" y="13"/>
                    <a:pt x="21" y="13"/>
                  </a:cubicBezTo>
                  <a:cubicBezTo>
                    <a:pt x="13" y="21"/>
                    <a:pt x="13" y="21"/>
                    <a:pt x="13" y="21"/>
                  </a:cubicBezTo>
                  <a:cubicBezTo>
                    <a:pt x="20" y="29"/>
                    <a:pt x="20" y="29"/>
                    <a:pt x="20" y="29"/>
                  </a:cubicBezTo>
                  <a:cubicBezTo>
                    <a:pt x="21" y="30"/>
                    <a:pt x="21" y="31"/>
                    <a:pt x="21" y="31"/>
                  </a:cubicBezTo>
                  <a:cubicBezTo>
                    <a:pt x="19" y="34"/>
                    <a:pt x="17" y="40"/>
                    <a:pt x="17" y="42"/>
                  </a:cubicBezTo>
                  <a:cubicBezTo>
                    <a:pt x="17" y="43"/>
                    <a:pt x="16" y="44"/>
                    <a:pt x="15" y="44"/>
                  </a:cubicBezTo>
                  <a:cubicBezTo>
                    <a:pt x="4" y="44"/>
                    <a:pt x="4" y="44"/>
                    <a:pt x="4" y="44"/>
                  </a:cubicBezTo>
                  <a:cubicBezTo>
                    <a:pt x="4" y="52"/>
                    <a:pt x="4" y="52"/>
                    <a:pt x="4" y="52"/>
                  </a:cubicBezTo>
                  <a:cubicBezTo>
                    <a:pt x="15" y="52"/>
                    <a:pt x="15" y="52"/>
                    <a:pt x="15" y="52"/>
                  </a:cubicBezTo>
                  <a:cubicBezTo>
                    <a:pt x="16" y="52"/>
                    <a:pt x="17" y="53"/>
                    <a:pt x="17" y="54"/>
                  </a:cubicBezTo>
                  <a:cubicBezTo>
                    <a:pt x="17" y="56"/>
                    <a:pt x="19" y="62"/>
                    <a:pt x="21" y="65"/>
                  </a:cubicBezTo>
                  <a:cubicBezTo>
                    <a:pt x="21" y="65"/>
                    <a:pt x="21" y="66"/>
                    <a:pt x="20" y="67"/>
                  </a:cubicBezTo>
                  <a:cubicBezTo>
                    <a:pt x="13" y="75"/>
                    <a:pt x="13" y="75"/>
                    <a:pt x="13" y="75"/>
                  </a:cubicBezTo>
                  <a:cubicBezTo>
                    <a:pt x="21" y="83"/>
                    <a:pt x="21" y="83"/>
                    <a:pt x="21" y="83"/>
                  </a:cubicBezTo>
                  <a:cubicBezTo>
                    <a:pt x="29" y="76"/>
                    <a:pt x="29" y="76"/>
                    <a:pt x="29" y="76"/>
                  </a:cubicBezTo>
                  <a:cubicBezTo>
                    <a:pt x="30" y="75"/>
                    <a:pt x="31" y="75"/>
                    <a:pt x="31" y="75"/>
                  </a:cubicBezTo>
                  <a:cubicBezTo>
                    <a:pt x="34" y="77"/>
                    <a:pt x="40" y="79"/>
                    <a:pt x="42" y="79"/>
                  </a:cubicBezTo>
                  <a:cubicBezTo>
                    <a:pt x="43" y="79"/>
                    <a:pt x="44" y="80"/>
                    <a:pt x="44" y="81"/>
                  </a:cubicBezTo>
                  <a:cubicBezTo>
                    <a:pt x="44" y="92"/>
                    <a:pt x="44" y="92"/>
                    <a:pt x="44" y="92"/>
                  </a:cubicBezTo>
                  <a:cubicBezTo>
                    <a:pt x="52" y="92"/>
                    <a:pt x="52" y="92"/>
                    <a:pt x="52" y="92"/>
                  </a:cubicBezTo>
                  <a:cubicBezTo>
                    <a:pt x="52" y="81"/>
                    <a:pt x="52" y="81"/>
                    <a:pt x="52" y="81"/>
                  </a:cubicBezTo>
                  <a:cubicBezTo>
                    <a:pt x="52" y="80"/>
                    <a:pt x="53" y="79"/>
                    <a:pt x="54" y="79"/>
                  </a:cubicBezTo>
                  <a:cubicBezTo>
                    <a:pt x="56" y="79"/>
                    <a:pt x="62" y="77"/>
                    <a:pt x="65" y="75"/>
                  </a:cubicBezTo>
                  <a:cubicBezTo>
                    <a:pt x="65" y="75"/>
                    <a:pt x="66" y="75"/>
                    <a:pt x="67" y="76"/>
                  </a:cubicBezTo>
                  <a:cubicBezTo>
                    <a:pt x="75" y="83"/>
                    <a:pt x="75" y="83"/>
                    <a:pt x="75" y="83"/>
                  </a:cubicBezTo>
                  <a:cubicBezTo>
                    <a:pt x="83" y="75"/>
                    <a:pt x="83" y="75"/>
                    <a:pt x="83" y="75"/>
                  </a:cubicBezTo>
                  <a:cubicBezTo>
                    <a:pt x="76" y="67"/>
                    <a:pt x="76" y="67"/>
                    <a:pt x="76" y="67"/>
                  </a:cubicBezTo>
                  <a:cubicBezTo>
                    <a:pt x="75" y="66"/>
                    <a:pt x="75" y="65"/>
                    <a:pt x="75" y="65"/>
                  </a:cubicBezTo>
                  <a:cubicBezTo>
                    <a:pt x="77" y="62"/>
                    <a:pt x="79" y="56"/>
                    <a:pt x="79" y="54"/>
                  </a:cubicBezTo>
                  <a:cubicBezTo>
                    <a:pt x="79" y="53"/>
                    <a:pt x="80" y="52"/>
                    <a:pt x="81" y="52"/>
                  </a:cubicBezTo>
                  <a:cubicBezTo>
                    <a:pt x="92" y="52"/>
                    <a:pt x="92" y="52"/>
                    <a:pt x="92" y="52"/>
                  </a:cubicBezTo>
                  <a:cubicBezTo>
                    <a:pt x="92" y="44"/>
                    <a:pt x="92" y="44"/>
                    <a:pt x="92" y="44"/>
                  </a:cubicBezTo>
                  <a:cubicBezTo>
                    <a:pt x="81" y="44"/>
                    <a:pt x="81" y="44"/>
                    <a:pt x="81" y="44"/>
                  </a:cubicBezTo>
                  <a:cubicBezTo>
                    <a:pt x="80" y="44"/>
                    <a:pt x="79" y="43"/>
                    <a:pt x="79" y="42"/>
                  </a:cubicBezTo>
                  <a:cubicBezTo>
                    <a:pt x="79" y="41"/>
                    <a:pt x="78" y="38"/>
                    <a:pt x="77" y="36"/>
                  </a:cubicBezTo>
                  <a:cubicBezTo>
                    <a:pt x="77" y="35"/>
                    <a:pt x="77" y="33"/>
                    <a:pt x="78" y="33"/>
                  </a:cubicBezTo>
                  <a:cubicBezTo>
                    <a:pt x="79" y="33"/>
                    <a:pt x="81" y="33"/>
                    <a:pt x="81" y="34"/>
                  </a:cubicBezTo>
                  <a:cubicBezTo>
                    <a:pt x="82" y="36"/>
                    <a:pt x="82" y="38"/>
                    <a:pt x="83" y="40"/>
                  </a:cubicBezTo>
                  <a:cubicBezTo>
                    <a:pt x="94" y="40"/>
                    <a:pt x="94" y="40"/>
                    <a:pt x="94" y="40"/>
                  </a:cubicBezTo>
                  <a:cubicBezTo>
                    <a:pt x="95" y="40"/>
                    <a:pt x="96" y="41"/>
                    <a:pt x="96" y="42"/>
                  </a:cubicBezTo>
                  <a:cubicBezTo>
                    <a:pt x="96" y="54"/>
                    <a:pt x="96" y="54"/>
                    <a:pt x="96" y="54"/>
                  </a:cubicBezTo>
                  <a:cubicBezTo>
                    <a:pt x="96" y="55"/>
                    <a:pt x="95" y="56"/>
                    <a:pt x="94" y="56"/>
                  </a:cubicBezTo>
                  <a:cubicBezTo>
                    <a:pt x="83" y="56"/>
                    <a:pt x="83" y="56"/>
                    <a:pt x="83" y="56"/>
                  </a:cubicBezTo>
                  <a:cubicBezTo>
                    <a:pt x="82" y="59"/>
                    <a:pt x="81" y="63"/>
                    <a:pt x="79" y="65"/>
                  </a:cubicBezTo>
                  <a:cubicBezTo>
                    <a:pt x="88" y="73"/>
                    <a:pt x="88" y="73"/>
                    <a:pt x="88" y="73"/>
                  </a:cubicBezTo>
                  <a:cubicBezTo>
                    <a:pt x="88" y="74"/>
                    <a:pt x="88" y="76"/>
                    <a:pt x="88" y="76"/>
                  </a:cubicBezTo>
                  <a:cubicBezTo>
                    <a:pt x="76" y="88"/>
                    <a:pt x="76" y="88"/>
                    <a:pt x="76" y="88"/>
                  </a:cubicBezTo>
                  <a:cubicBezTo>
                    <a:pt x="76" y="88"/>
                    <a:pt x="74" y="88"/>
                    <a:pt x="73" y="88"/>
                  </a:cubicBezTo>
                  <a:cubicBezTo>
                    <a:pt x="65" y="79"/>
                    <a:pt x="65" y="79"/>
                    <a:pt x="65" y="79"/>
                  </a:cubicBezTo>
                  <a:cubicBezTo>
                    <a:pt x="63" y="81"/>
                    <a:pt x="59" y="82"/>
                    <a:pt x="56" y="83"/>
                  </a:cubicBezTo>
                  <a:cubicBezTo>
                    <a:pt x="56" y="94"/>
                    <a:pt x="56" y="94"/>
                    <a:pt x="56" y="94"/>
                  </a:cubicBezTo>
                  <a:cubicBezTo>
                    <a:pt x="56" y="95"/>
                    <a:pt x="55" y="96"/>
                    <a:pt x="54" y="9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55" name="Freeform 102">
              <a:extLst>
                <a:ext uri="{FF2B5EF4-FFF2-40B4-BE49-F238E27FC236}">
                  <a16:creationId xmlns:a16="http://schemas.microsoft.com/office/drawing/2014/main" id="{064443D7-A41F-4E45-8C5F-CB81B0474F90}"/>
                </a:ext>
              </a:extLst>
            </p:cNvPr>
            <p:cNvSpPr>
              <a:spLocks/>
            </p:cNvSpPr>
            <p:nvPr/>
          </p:nvSpPr>
          <p:spPr bwMode="auto">
            <a:xfrm>
              <a:off x="2298701" y="2376488"/>
              <a:ext cx="255588" cy="231775"/>
            </a:xfrm>
            <a:custGeom>
              <a:avLst/>
              <a:gdLst>
                <a:gd name="T0" fmla="*/ 18 w 66"/>
                <a:gd name="T1" fmla="*/ 60 h 60"/>
                <a:gd name="T2" fmla="*/ 17 w 66"/>
                <a:gd name="T3" fmla="*/ 59 h 60"/>
                <a:gd name="T4" fmla="*/ 1 w 66"/>
                <a:gd name="T5" fmla="*/ 41 h 60"/>
                <a:gd name="T6" fmla="*/ 1 w 66"/>
                <a:gd name="T7" fmla="*/ 39 h 60"/>
                <a:gd name="T8" fmla="*/ 3 w 66"/>
                <a:gd name="T9" fmla="*/ 39 h 60"/>
                <a:gd name="T10" fmla="*/ 18 w 66"/>
                <a:gd name="T11" fmla="*/ 55 h 60"/>
                <a:gd name="T12" fmla="*/ 62 w 66"/>
                <a:gd name="T13" fmla="*/ 1 h 60"/>
                <a:gd name="T14" fmla="*/ 65 w 66"/>
                <a:gd name="T15" fmla="*/ 0 h 60"/>
                <a:gd name="T16" fmla="*/ 66 w 66"/>
                <a:gd name="T17" fmla="*/ 3 h 60"/>
                <a:gd name="T18" fmla="*/ 20 w 66"/>
                <a:gd name="T19" fmla="*/ 59 h 60"/>
                <a:gd name="T20" fmla="*/ 18 w 66"/>
                <a:gd name="T21" fmla="*/ 60 h 60"/>
                <a:gd name="T22" fmla="*/ 18 w 66"/>
                <a:gd name="T23" fmla="*/ 6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66" h="60">
                  <a:moveTo>
                    <a:pt x="18" y="60"/>
                  </a:moveTo>
                  <a:cubicBezTo>
                    <a:pt x="17" y="60"/>
                    <a:pt x="17" y="60"/>
                    <a:pt x="17" y="59"/>
                  </a:cubicBezTo>
                  <a:cubicBezTo>
                    <a:pt x="1" y="41"/>
                    <a:pt x="1" y="41"/>
                    <a:pt x="1" y="41"/>
                  </a:cubicBezTo>
                  <a:cubicBezTo>
                    <a:pt x="0" y="41"/>
                    <a:pt x="0" y="39"/>
                    <a:pt x="1" y="39"/>
                  </a:cubicBezTo>
                  <a:cubicBezTo>
                    <a:pt x="1" y="38"/>
                    <a:pt x="3" y="38"/>
                    <a:pt x="3" y="39"/>
                  </a:cubicBezTo>
                  <a:cubicBezTo>
                    <a:pt x="18" y="55"/>
                    <a:pt x="18" y="55"/>
                    <a:pt x="18" y="55"/>
                  </a:cubicBezTo>
                  <a:cubicBezTo>
                    <a:pt x="62" y="1"/>
                    <a:pt x="62" y="1"/>
                    <a:pt x="62" y="1"/>
                  </a:cubicBezTo>
                  <a:cubicBezTo>
                    <a:pt x="63" y="0"/>
                    <a:pt x="64" y="0"/>
                    <a:pt x="65" y="0"/>
                  </a:cubicBezTo>
                  <a:cubicBezTo>
                    <a:pt x="66" y="1"/>
                    <a:pt x="66" y="2"/>
                    <a:pt x="66" y="3"/>
                  </a:cubicBezTo>
                  <a:cubicBezTo>
                    <a:pt x="20" y="59"/>
                    <a:pt x="20" y="59"/>
                    <a:pt x="20" y="59"/>
                  </a:cubicBezTo>
                  <a:cubicBezTo>
                    <a:pt x="19" y="60"/>
                    <a:pt x="19" y="60"/>
                    <a:pt x="18" y="60"/>
                  </a:cubicBezTo>
                  <a:cubicBezTo>
                    <a:pt x="18" y="60"/>
                    <a:pt x="18" y="60"/>
                    <a:pt x="18" y="6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grpSp>
      <p:pic>
        <p:nvPicPr>
          <p:cNvPr id="96" name="Picture 95">
            <a:extLst>
              <a:ext uri="{FF2B5EF4-FFF2-40B4-BE49-F238E27FC236}">
                <a16:creationId xmlns:a16="http://schemas.microsoft.com/office/drawing/2014/main" id="{7940B3BD-6412-4AB3-9F29-E0E85AEB9289}"/>
              </a:ext>
            </a:extLst>
          </p:cNvPr>
          <p:cNvPicPr>
            <a:picLocks noChangeAspect="1"/>
          </p:cNvPicPr>
          <p:nvPr/>
        </p:nvPicPr>
        <p:blipFill>
          <a:blip r:embed="rId73"/>
          <a:stretch>
            <a:fillRect/>
          </a:stretch>
        </p:blipFill>
        <p:spPr>
          <a:xfrm>
            <a:off x="6838109" y="5448760"/>
            <a:ext cx="316717" cy="272121"/>
          </a:xfrm>
          <a:prstGeom prst="rect">
            <a:avLst/>
          </a:prstGeom>
        </p:spPr>
      </p:pic>
      <p:pic>
        <p:nvPicPr>
          <p:cNvPr id="97" name="Picture 96">
            <a:extLst>
              <a:ext uri="{FF2B5EF4-FFF2-40B4-BE49-F238E27FC236}">
                <a16:creationId xmlns:a16="http://schemas.microsoft.com/office/drawing/2014/main" id="{1535DD11-DCA9-42EC-833F-B24F275B12E1}"/>
              </a:ext>
            </a:extLst>
          </p:cNvPr>
          <p:cNvPicPr>
            <a:picLocks noChangeAspect="1"/>
          </p:cNvPicPr>
          <p:nvPr/>
        </p:nvPicPr>
        <p:blipFill>
          <a:blip r:embed="rId74"/>
          <a:stretch>
            <a:fillRect/>
          </a:stretch>
        </p:blipFill>
        <p:spPr>
          <a:xfrm>
            <a:off x="8102565" y="4584681"/>
            <a:ext cx="330637" cy="270870"/>
          </a:xfrm>
          <a:prstGeom prst="rect">
            <a:avLst/>
          </a:prstGeom>
        </p:spPr>
      </p:pic>
      <p:sp>
        <p:nvSpPr>
          <p:cNvPr id="144" name="Freeform: Shape 170">
            <a:extLst>
              <a:ext uri="{FF2B5EF4-FFF2-40B4-BE49-F238E27FC236}">
                <a16:creationId xmlns:a16="http://schemas.microsoft.com/office/drawing/2014/main" id="{66612E8E-EB09-4E35-B050-C9EBDEFB00F5}"/>
              </a:ext>
            </a:extLst>
          </p:cNvPr>
          <p:cNvSpPr/>
          <p:nvPr/>
        </p:nvSpPr>
        <p:spPr>
          <a:xfrm flipH="1">
            <a:off x="8334196" y="5043556"/>
            <a:ext cx="14356" cy="12025"/>
          </a:xfrm>
          <a:custGeom>
            <a:avLst/>
            <a:gdLst>
              <a:gd name="connsiteX0" fmla="*/ 97353 w 95189"/>
              <a:gd name="connsiteY0" fmla="*/ 48677 h 95189"/>
              <a:gd name="connsiteX1" fmla="*/ 48677 w 95189"/>
              <a:gd name="connsiteY1" fmla="*/ 97353 h 95189"/>
              <a:gd name="connsiteX2" fmla="*/ 0 w 95189"/>
              <a:gd name="connsiteY2" fmla="*/ 48677 h 95189"/>
              <a:gd name="connsiteX3" fmla="*/ 48677 w 95189"/>
              <a:gd name="connsiteY3" fmla="*/ 0 h 95189"/>
              <a:gd name="connsiteX4" fmla="*/ 97353 w 95189"/>
              <a:gd name="connsiteY4" fmla="*/ 48677 h 95189"/>
              <a:gd name="connsiteX5" fmla="*/ 97353 w 95189"/>
              <a:gd name="connsiteY5" fmla="*/ 48677 h 95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5189" h="95189">
                <a:moveTo>
                  <a:pt x="97353" y="48677"/>
                </a:moveTo>
                <a:cubicBezTo>
                  <a:pt x="97353" y="75546"/>
                  <a:pt x="75546" y="97353"/>
                  <a:pt x="48677" y="97353"/>
                </a:cubicBezTo>
                <a:cubicBezTo>
                  <a:pt x="21807" y="97353"/>
                  <a:pt x="0" y="75546"/>
                  <a:pt x="0" y="48677"/>
                </a:cubicBezTo>
                <a:cubicBezTo>
                  <a:pt x="0" y="21807"/>
                  <a:pt x="21807" y="0"/>
                  <a:pt x="48677" y="0"/>
                </a:cubicBezTo>
                <a:cubicBezTo>
                  <a:pt x="75546" y="0"/>
                  <a:pt x="97353" y="21763"/>
                  <a:pt x="97353" y="48677"/>
                </a:cubicBezTo>
                <a:lnTo>
                  <a:pt x="97353" y="48677"/>
                </a:lnTo>
                <a:close/>
              </a:path>
            </a:pathLst>
          </a:custGeom>
          <a:solidFill>
            <a:schemeClr val="accent3">
              <a:lumMod val="25000"/>
              <a:lumOff val="75000"/>
            </a:schemeClr>
          </a:solidFill>
          <a:ln w="4326" cap="flat">
            <a:noFill/>
            <a:prstDash val="solid"/>
            <a:miter/>
          </a:ln>
        </p:spPr>
        <p:txBody>
          <a:bodyPr rtlCol="0" anchor="ctr"/>
          <a:lstStyle/>
          <a:p>
            <a:pPr marL="0" marR="0" lvl="0" indent="0" algn="l" defTabSz="1371511"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45" name="Freeform: Shape 171">
            <a:extLst>
              <a:ext uri="{FF2B5EF4-FFF2-40B4-BE49-F238E27FC236}">
                <a16:creationId xmlns:a16="http://schemas.microsoft.com/office/drawing/2014/main" id="{A1CE6BDD-225C-45B7-99D3-06B89B550DA5}"/>
              </a:ext>
            </a:extLst>
          </p:cNvPr>
          <p:cNvSpPr/>
          <p:nvPr/>
        </p:nvSpPr>
        <p:spPr>
          <a:xfrm flipH="1">
            <a:off x="8187378" y="5166540"/>
            <a:ext cx="14356" cy="12025"/>
          </a:xfrm>
          <a:custGeom>
            <a:avLst/>
            <a:gdLst>
              <a:gd name="connsiteX0" fmla="*/ 97353 w 95189"/>
              <a:gd name="connsiteY0" fmla="*/ 48677 h 95189"/>
              <a:gd name="connsiteX1" fmla="*/ 48677 w 95189"/>
              <a:gd name="connsiteY1" fmla="*/ 97353 h 95189"/>
              <a:gd name="connsiteX2" fmla="*/ 0 w 95189"/>
              <a:gd name="connsiteY2" fmla="*/ 48677 h 95189"/>
              <a:gd name="connsiteX3" fmla="*/ 48677 w 95189"/>
              <a:gd name="connsiteY3" fmla="*/ 0 h 95189"/>
              <a:gd name="connsiteX4" fmla="*/ 97353 w 95189"/>
              <a:gd name="connsiteY4" fmla="*/ 48677 h 95189"/>
              <a:gd name="connsiteX5" fmla="*/ 97353 w 95189"/>
              <a:gd name="connsiteY5" fmla="*/ 48677 h 951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5189" h="95189">
                <a:moveTo>
                  <a:pt x="97353" y="48677"/>
                </a:moveTo>
                <a:cubicBezTo>
                  <a:pt x="97353" y="75546"/>
                  <a:pt x="75546" y="97353"/>
                  <a:pt x="48677" y="97353"/>
                </a:cubicBezTo>
                <a:cubicBezTo>
                  <a:pt x="21764" y="97353"/>
                  <a:pt x="0" y="75546"/>
                  <a:pt x="0" y="48677"/>
                </a:cubicBezTo>
                <a:cubicBezTo>
                  <a:pt x="0" y="21807"/>
                  <a:pt x="21764" y="0"/>
                  <a:pt x="48677" y="0"/>
                </a:cubicBezTo>
                <a:cubicBezTo>
                  <a:pt x="75589" y="0"/>
                  <a:pt x="97353" y="21763"/>
                  <a:pt x="97353" y="48677"/>
                </a:cubicBezTo>
                <a:lnTo>
                  <a:pt x="97353" y="48677"/>
                </a:lnTo>
                <a:close/>
              </a:path>
            </a:pathLst>
          </a:custGeom>
          <a:solidFill>
            <a:schemeClr val="accent3">
              <a:lumMod val="25000"/>
              <a:lumOff val="75000"/>
            </a:schemeClr>
          </a:solidFill>
          <a:ln w="4326" cap="flat">
            <a:noFill/>
            <a:prstDash val="solid"/>
            <a:miter/>
          </a:ln>
        </p:spPr>
        <p:txBody>
          <a:bodyPr rtlCol="0" anchor="ctr"/>
          <a:lstStyle/>
          <a:p>
            <a:pPr marL="0" marR="0" lvl="0" indent="0" algn="l" defTabSz="1371511"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46" name="Freeform: Shape 172">
            <a:extLst>
              <a:ext uri="{FF2B5EF4-FFF2-40B4-BE49-F238E27FC236}">
                <a16:creationId xmlns:a16="http://schemas.microsoft.com/office/drawing/2014/main" id="{11D0A870-0F9D-49C8-9AD2-2CA7EBD3E500}"/>
              </a:ext>
            </a:extLst>
          </p:cNvPr>
          <p:cNvSpPr/>
          <p:nvPr/>
        </p:nvSpPr>
        <p:spPr>
          <a:xfrm flipH="1">
            <a:off x="8142806" y="5006251"/>
            <a:ext cx="131809" cy="110958"/>
          </a:xfrm>
          <a:custGeom>
            <a:avLst/>
            <a:gdLst>
              <a:gd name="connsiteX0" fmla="*/ 6542 w 874016"/>
              <a:gd name="connsiteY0" fmla="*/ 576072 h 878343"/>
              <a:gd name="connsiteX1" fmla="*/ 103896 w 874016"/>
              <a:gd name="connsiteY1" fmla="*/ 744688 h 878343"/>
              <a:gd name="connsiteX2" fmla="*/ 170399 w 874016"/>
              <a:gd name="connsiteY2" fmla="*/ 762514 h 878343"/>
              <a:gd name="connsiteX3" fmla="*/ 242224 w 874016"/>
              <a:gd name="connsiteY3" fmla="*/ 721064 h 878343"/>
              <a:gd name="connsiteX4" fmla="*/ 288607 w 874016"/>
              <a:gd name="connsiteY4" fmla="*/ 747933 h 878343"/>
              <a:gd name="connsiteX5" fmla="*/ 288607 w 874016"/>
              <a:gd name="connsiteY5" fmla="*/ 830748 h 878343"/>
              <a:gd name="connsiteX6" fmla="*/ 337284 w 874016"/>
              <a:gd name="connsiteY6" fmla="*/ 879425 h 878343"/>
              <a:gd name="connsiteX7" fmla="*/ 531991 w 874016"/>
              <a:gd name="connsiteY7" fmla="*/ 879425 h 878343"/>
              <a:gd name="connsiteX8" fmla="*/ 580667 w 874016"/>
              <a:gd name="connsiteY8" fmla="*/ 830748 h 878343"/>
              <a:gd name="connsiteX9" fmla="*/ 580667 w 874016"/>
              <a:gd name="connsiteY9" fmla="*/ 748236 h 878343"/>
              <a:gd name="connsiteX10" fmla="*/ 630382 w 874016"/>
              <a:gd name="connsiteY10" fmla="*/ 720587 h 878343"/>
              <a:gd name="connsiteX11" fmla="*/ 705972 w 874016"/>
              <a:gd name="connsiteY11" fmla="*/ 762860 h 878343"/>
              <a:gd name="connsiteX12" fmla="*/ 771869 w 874016"/>
              <a:gd name="connsiteY12" fmla="*/ 744688 h 878343"/>
              <a:gd name="connsiteX13" fmla="*/ 869223 w 874016"/>
              <a:gd name="connsiteY13" fmla="*/ 576072 h 878343"/>
              <a:gd name="connsiteX14" fmla="*/ 851396 w 874016"/>
              <a:gd name="connsiteY14" fmla="*/ 509569 h 878343"/>
              <a:gd name="connsiteX15" fmla="*/ 780566 w 874016"/>
              <a:gd name="connsiteY15" fmla="*/ 468680 h 878343"/>
              <a:gd name="connsiteX16" fmla="*/ 781864 w 874016"/>
              <a:gd name="connsiteY16" fmla="*/ 441335 h 878343"/>
              <a:gd name="connsiteX17" fmla="*/ 780566 w 874016"/>
              <a:gd name="connsiteY17" fmla="*/ 413989 h 878343"/>
              <a:gd name="connsiteX18" fmla="*/ 851396 w 874016"/>
              <a:gd name="connsiteY18" fmla="*/ 373101 h 878343"/>
              <a:gd name="connsiteX19" fmla="*/ 869223 w 874016"/>
              <a:gd name="connsiteY19" fmla="*/ 306598 h 878343"/>
              <a:gd name="connsiteX20" fmla="*/ 771869 w 874016"/>
              <a:gd name="connsiteY20" fmla="*/ 137982 h 878343"/>
              <a:gd name="connsiteX21" fmla="*/ 705972 w 874016"/>
              <a:gd name="connsiteY21" fmla="*/ 119809 h 878343"/>
              <a:gd name="connsiteX22" fmla="*/ 630382 w 874016"/>
              <a:gd name="connsiteY22" fmla="*/ 162082 h 878343"/>
              <a:gd name="connsiteX23" fmla="*/ 580667 w 874016"/>
              <a:gd name="connsiteY23" fmla="*/ 134434 h 878343"/>
              <a:gd name="connsiteX24" fmla="*/ 580667 w 874016"/>
              <a:gd name="connsiteY24" fmla="*/ 48677 h 878343"/>
              <a:gd name="connsiteX25" fmla="*/ 531991 w 874016"/>
              <a:gd name="connsiteY25" fmla="*/ 0 h 878343"/>
              <a:gd name="connsiteX26" fmla="*/ 337284 w 874016"/>
              <a:gd name="connsiteY26" fmla="*/ 0 h 878343"/>
              <a:gd name="connsiteX27" fmla="*/ 288607 w 874016"/>
              <a:gd name="connsiteY27" fmla="*/ 48677 h 878343"/>
              <a:gd name="connsiteX28" fmla="*/ 288607 w 874016"/>
              <a:gd name="connsiteY28" fmla="*/ 134737 h 878343"/>
              <a:gd name="connsiteX29" fmla="*/ 242224 w 874016"/>
              <a:gd name="connsiteY29" fmla="*/ 161606 h 878343"/>
              <a:gd name="connsiteX30" fmla="*/ 170399 w 874016"/>
              <a:gd name="connsiteY30" fmla="*/ 120156 h 878343"/>
              <a:gd name="connsiteX31" fmla="*/ 103896 w 874016"/>
              <a:gd name="connsiteY31" fmla="*/ 137982 h 878343"/>
              <a:gd name="connsiteX32" fmla="*/ 6542 w 874016"/>
              <a:gd name="connsiteY32" fmla="*/ 306598 h 878343"/>
              <a:gd name="connsiteX33" fmla="*/ 24369 w 874016"/>
              <a:gd name="connsiteY33" fmla="*/ 373101 h 878343"/>
              <a:gd name="connsiteX34" fmla="*/ 95199 w 874016"/>
              <a:gd name="connsiteY34" fmla="*/ 413989 h 878343"/>
              <a:gd name="connsiteX35" fmla="*/ 93901 w 874016"/>
              <a:gd name="connsiteY35" fmla="*/ 441335 h 878343"/>
              <a:gd name="connsiteX36" fmla="*/ 95199 w 874016"/>
              <a:gd name="connsiteY36" fmla="*/ 468680 h 878343"/>
              <a:gd name="connsiteX37" fmla="*/ 24369 w 874016"/>
              <a:gd name="connsiteY37" fmla="*/ 509569 h 878343"/>
              <a:gd name="connsiteX38" fmla="*/ 6542 w 874016"/>
              <a:gd name="connsiteY38" fmla="*/ 576072 h 878343"/>
              <a:gd name="connsiteX39" fmla="*/ 6542 w 874016"/>
              <a:gd name="connsiteY39" fmla="*/ 576072 h 878343"/>
              <a:gd name="connsiteX40" fmla="*/ 195754 w 874016"/>
              <a:gd name="connsiteY40" fmla="*/ 485598 h 878343"/>
              <a:gd name="connsiteX41" fmla="*/ 191211 w 874016"/>
              <a:gd name="connsiteY41" fmla="*/ 441335 h 878343"/>
              <a:gd name="connsiteX42" fmla="*/ 195754 w 874016"/>
              <a:gd name="connsiteY42" fmla="*/ 397072 h 878343"/>
              <a:gd name="connsiteX43" fmla="*/ 172216 w 874016"/>
              <a:gd name="connsiteY43" fmla="*/ 346059 h 878343"/>
              <a:gd name="connsiteX44" fmla="*/ 115145 w 874016"/>
              <a:gd name="connsiteY44" fmla="*/ 313132 h 878343"/>
              <a:gd name="connsiteX45" fmla="*/ 163822 w 874016"/>
              <a:gd name="connsiteY45" fmla="*/ 228845 h 878343"/>
              <a:gd name="connsiteX46" fmla="*/ 221628 w 874016"/>
              <a:gd name="connsiteY46" fmla="*/ 262205 h 878343"/>
              <a:gd name="connsiteX47" fmla="*/ 277574 w 874016"/>
              <a:gd name="connsiteY47" fmla="*/ 257056 h 878343"/>
              <a:gd name="connsiteX48" fmla="*/ 353510 w 874016"/>
              <a:gd name="connsiteY48" fmla="*/ 213009 h 878343"/>
              <a:gd name="connsiteX49" fmla="*/ 385874 w 874016"/>
              <a:gd name="connsiteY49" fmla="*/ 167145 h 878343"/>
              <a:gd name="connsiteX50" fmla="*/ 385874 w 874016"/>
              <a:gd name="connsiteY50" fmla="*/ 97353 h 878343"/>
              <a:gd name="connsiteX51" fmla="*/ 483227 w 874016"/>
              <a:gd name="connsiteY51" fmla="*/ 97353 h 878343"/>
              <a:gd name="connsiteX52" fmla="*/ 483227 w 874016"/>
              <a:gd name="connsiteY52" fmla="*/ 167145 h 878343"/>
              <a:gd name="connsiteX53" fmla="*/ 515592 w 874016"/>
              <a:gd name="connsiteY53" fmla="*/ 213009 h 878343"/>
              <a:gd name="connsiteX54" fmla="*/ 594773 w 874016"/>
              <a:gd name="connsiteY54" fmla="*/ 257056 h 878343"/>
              <a:gd name="connsiteX55" fmla="*/ 650113 w 874016"/>
              <a:gd name="connsiteY55" fmla="*/ 262507 h 878343"/>
              <a:gd name="connsiteX56" fmla="*/ 711424 w 874016"/>
              <a:gd name="connsiteY56" fmla="*/ 228239 h 878343"/>
              <a:gd name="connsiteX57" fmla="*/ 760446 w 874016"/>
              <a:gd name="connsiteY57" fmla="*/ 313132 h 878343"/>
              <a:gd name="connsiteX58" fmla="*/ 703376 w 874016"/>
              <a:gd name="connsiteY58" fmla="*/ 346059 h 878343"/>
              <a:gd name="connsiteX59" fmla="*/ 679838 w 874016"/>
              <a:gd name="connsiteY59" fmla="*/ 397072 h 878343"/>
              <a:gd name="connsiteX60" fmla="*/ 684381 w 874016"/>
              <a:gd name="connsiteY60" fmla="*/ 441335 h 878343"/>
              <a:gd name="connsiteX61" fmla="*/ 679838 w 874016"/>
              <a:gd name="connsiteY61" fmla="*/ 485598 h 878343"/>
              <a:gd name="connsiteX62" fmla="*/ 703376 w 874016"/>
              <a:gd name="connsiteY62" fmla="*/ 536612 h 878343"/>
              <a:gd name="connsiteX63" fmla="*/ 760446 w 874016"/>
              <a:gd name="connsiteY63" fmla="*/ 569539 h 878343"/>
              <a:gd name="connsiteX64" fmla="*/ 711510 w 874016"/>
              <a:gd name="connsiteY64" fmla="*/ 654431 h 878343"/>
              <a:gd name="connsiteX65" fmla="*/ 650199 w 874016"/>
              <a:gd name="connsiteY65" fmla="*/ 620162 h 878343"/>
              <a:gd name="connsiteX66" fmla="*/ 594859 w 874016"/>
              <a:gd name="connsiteY66" fmla="*/ 625614 h 878343"/>
              <a:gd name="connsiteX67" fmla="*/ 515678 w 874016"/>
              <a:gd name="connsiteY67" fmla="*/ 669661 h 878343"/>
              <a:gd name="connsiteX68" fmla="*/ 483314 w 874016"/>
              <a:gd name="connsiteY68" fmla="*/ 715525 h 878343"/>
              <a:gd name="connsiteX69" fmla="*/ 483314 w 874016"/>
              <a:gd name="connsiteY69" fmla="*/ 782072 h 878343"/>
              <a:gd name="connsiteX70" fmla="*/ 385961 w 874016"/>
              <a:gd name="connsiteY70" fmla="*/ 782072 h 878343"/>
              <a:gd name="connsiteX71" fmla="*/ 385961 w 874016"/>
              <a:gd name="connsiteY71" fmla="*/ 715525 h 878343"/>
              <a:gd name="connsiteX72" fmla="*/ 353596 w 874016"/>
              <a:gd name="connsiteY72" fmla="*/ 669661 h 878343"/>
              <a:gd name="connsiteX73" fmla="*/ 277617 w 874016"/>
              <a:gd name="connsiteY73" fmla="*/ 625614 h 878343"/>
              <a:gd name="connsiteX74" fmla="*/ 221671 w 874016"/>
              <a:gd name="connsiteY74" fmla="*/ 620508 h 878343"/>
              <a:gd name="connsiteX75" fmla="*/ 163865 w 874016"/>
              <a:gd name="connsiteY75" fmla="*/ 653868 h 878343"/>
              <a:gd name="connsiteX76" fmla="*/ 115189 w 874016"/>
              <a:gd name="connsiteY76" fmla="*/ 569582 h 878343"/>
              <a:gd name="connsiteX77" fmla="*/ 172259 w 874016"/>
              <a:gd name="connsiteY77" fmla="*/ 536654 h 878343"/>
              <a:gd name="connsiteX78" fmla="*/ 195754 w 874016"/>
              <a:gd name="connsiteY78" fmla="*/ 485598 h 878343"/>
              <a:gd name="connsiteX79" fmla="*/ 195754 w 874016"/>
              <a:gd name="connsiteY79" fmla="*/ 485598 h 878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874016" h="878343">
                <a:moveTo>
                  <a:pt x="6542" y="576072"/>
                </a:moveTo>
                <a:lnTo>
                  <a:pt x="103896" y="744688"/>
                </a:lnTo>
                <a:cubicBezTo>
                  <a:pt x="117352" y="767966"/>
                  <a:pt x="147077" y="775971"/>
                  <a:pt x="170399" y="762514"/>
                </a:cubicBezTo>
                <a:lnTo>
                  <a:pt x="242224" y="721064"/>
                </a:lnTo>
                <a:cubicBezTo>
                  <a:pt x="256978" y="731275"/>
                  <a:pt x="272468" y="740274"/>
                  <a:pt x="288607" y="747933"/>
                </a:cubicBezTo>
                <a:lnTo>
                  <a:pt x="288607" y="830748"/>
                </a:lnTo>
                <a:cubicBezTo>
                  <a:pt x="288607" y="857618"/>
                  <a:pt x="310371" y="879425"/>
                  <a:pt x="337284" y="879425"/>
                </a:cubicBezTo>
                <a:lnTo>
                  <a:pt x="531991" y="879425"/>
                </a:lnTo>
                <a:cubicBezTo>
                  <a:pt x="558860" y="879425"/>
                  <a:pt x="580667" y="857618"/>
                  <a:pt x="580667" y="830748"/>
                </a:cubicBezTo>
                <a:lnTo>
                  <a:pt x="580667" y="748236"/>
                </a:lnTo>
                <a:cubicBezTo>
                  <a:pt x="598364" y="740101"/>
                  <a:pt x="615066" y="730842"/>
                  <a:pt x="630382" y="720587"/>
                </a:cubicBezTo>
                <a:lnTo>
                  <a:pt x="705972" y="762860"/>
                </a:lnTo>
                <a:cubicBezTo>
                  <a:pt x="729207" y="775841"/>
                  <a:pt x="758586" y="767793"/>
                  <a:pt x="771869" y="744688"/>
                </a:cubicBezTo>
                <a:lnTo>
                  <a:pt x="869223" y="576072"/>
                </a:lnTo>
                <a:cubicBezTo>
                  <a:pt x="882679" y="552794"/>
                  <a:pt x="874717" y="523025"/>
                  <a:pt x="851396" y="509569"/>
                </a:cubicBezTo>
                <a:lnTo>
                  <a:pt x="780566" y="468680"/>
                </a:lnTo>
                <a:cubicBezTo>
                  <a:pt x="781431" y="459248"/>
                  <a:pt x="781864" y="450205"/>
                  <a:pt x="781864" y="441335"/>
                </a:cubicBezTo>
                <a:cubicBezTo>
                  <a:pt x="781864" y="432465"/>
                  <a:pt x="781431" y="423379"/>
                  <a:pt x="780566" y="413989"/>
                </a:cubicBezTo>
                <a:lnTo>
                  <a:pt x="851396" y="373101"/>
                </a:lnTo>
                <a:cubicBezTo>
                  <a:pt x="874674" y="359645"/>
                  <a:pt x="882679" y="329920"/>
                  <a:pt x="869223" y="306598"/>
                </a:cubicBezTo>
                <a:lnTo>
                  <a:pt x="771869" y="137982"/>
                </a:lnTo>
                <a:cubicBezTo>
                  <a:pt x="758586" y="114920"/>
                  <a:pt x="729207" y="106829"/>
                  <a:pt x="705972" y="119809"/>
                </a:cubicBezTo>
                <a:lnTo>
                  <a:pt x="630382" y="162082"/>
                </a:lnTo>
                <a:cubicBezTo>
                  <a:pt x="615109" y="151828"/>
                  <a:pt x="598407" y="142568"/>
                  <a:pt x="580667" y="134434"/>
                </a:cubicBezTo>
                <a:lnTo>
                  <a:pt x="580667" y="48677"/>
                </a:lnTo>
                <a:cubicBezTo>
                  <a:pt x="580667" y="21807"/>
                  <a:pt x="558860" y="0"/>
                  <a:pt x="531991" y="0"/>
                </a:cubicBezTo>
                <a:lnTo>
                  <a:pt x="337284" y="0"/>
                </a:lnTo>
                <a:cubicBezTo>
                  <a:pt x="310414" y="0"/>
                  <a:pt x="288607" y="21807"/>
                  <a:pt x="288607" y="48677"/>
                </a:cubicBezTo>
                <a:lnTo>
                  <a:pt x="288607" y="134737"/>
                </a:lnTo>
                <a:cubicBezTo>
                  <a:pt x="272511" y="142438"/>
                  <a:pt x="257022" y="151395"/>
                  <a:pt x="242224" y="161606"/>
                </a:cubicBezTo>
                <a:lnTo>
                  <a:pt x="170399" y="120156"/>
                </a:lnTo>
                <a:cubicBezTo>
                  <a:pt x="147120" y="106699"/>
                  <a:pt x="117352" y="114661"/>
                  <a:pt x="103896" y="137982"/>
                </a:cubicBezTo>
                <a:lnTo>
                  <a:pt x="6542" y="306598"/>
                </a:lnTo>
                <a:cubicBezTo>
                  <a:pt x="-6914" y="329876"/>
                  <a:pt x="1047" y="359645"/>
                  <a:pt x="24369" y="373101"/>
                </a:cubicBezTo>
                <a:lnTo>
                  <a:pt x="95199" y="413989"/>
                </a:lnTo>
                <a:cubicBezTo>
                  <a:pt x="94333" y="423379"/>
                  <a:pt x="93901" y="432465"/>
                  <a:pt x="93901" y="441335"/>
                </a:cubicBezTo>
                <a:cubicBezTo>
                  <a:pt x="93901" y="450205"/>
                  <a:pt x="94333" y="459291"/>
                  <a:pt x="95199" y="468680"/>
                </a:cubicBezTo>
                <a:lnTo>
                  <a:pt x="24369" y="509569"/>
                </a:lnTo>
                <a:cubicBezTo>
                  <a:pt x="1047" y="522982"/>
                  <a:pt x="-6914" y="552751"/>
                  <a:pt x="6542" y="576072"/>
                </a:cubicBezTo>
                <a:lnTo>
                  <a:pt x="6542" y="576072"/>
                </a:lnTo>
                <a:close/>
                <a:moveTo>
                  <a:pt x="195754" y="485598"/>
                </a:moveTo>
                <a:cubicBezTo>
                  <a:pt x="192639" y="468767"/>
                  <a:pt x="191211" y="454705"/>
                  <a:pt x="191211" y="441335"/>
                </a:cubicBezTo>
                <a:cubicBezTo>
                  <a:pt x="191211" y="427965"/>
                  <a:pt x="192639" y="413860"/>
                  <a:pt x="195754" y="397072"/>
                </a:cubicBezTo>
                <a:cubicBezTo>
                  <a:pt x="199475" y="376822"/>
                  <a:pt x="190042" y="356400"/>
                  <a:pt x="172216" y="346059"/>
                </a:cubicBezTo>
                <a:lnTo>
                  <a:pt x="115145" y="313132"/>
                </a:lnTo>
                <a:lnTo>
                  <a:pt x="163822" y="228845"/>
                </a:lnTo>
                <a:lnTo>
                  <a:pt x="221628" y="262205"/>
                </a:lnTo>
                <a:cubicBezTo>
                  <a:pt x="239498" y="272503"/>
                  <a:pt x="261868" y="270469"/>
                  <a:pt x="277574" y="257056"/>
                </a:cubicBezTo>
                <a:cubicBezTo>
                  <a:pt x="300290" y="237672"/>
                  <a:pt x="325861" y="222874"/>
                  <a:pt x="353510" y="213009"/>
                </a:cubicBezTo>
                <a:cubicBezTo>
                  <a:pt x="372937" y="206129"/>
                  <a:pt x="385874" y="187741"/>
                  <a:pt x="385874" y="167145"/>
                </a:cubicBezTo>
                <a:lnTo>
                  <a:pt x="385874" y="97353"/>
                </a:lnTo>
                <a:lnTo>
                  <a:pt x="483227" y="97353"/>
                </a:lnTo>
                <a:lnTo>
                  <a:pt x="483227" y="167145"/>
                </a:lnTo>
                <a:cubicBezTo>
                  <a:pt x="483227" y="187741"/>
                  <a:pt x="496208" y="206129"/>
                  <a:pt x="515592" y="213009"/>
                </a:cubicBezTo>
                <a:cubicBezTo>
                  <a:pt x="546096" y="223826"/>
                  <a:pt x="574220" y="239489"/>
                  <a:pt x="594773" y="257056"/>
                </a:cubicBezTo>
                <a:cubicBezTo>
                  <a:pt x="610263" y="270253"/>
                  <a:pt x="632329" y="272459"/>
                  <a:pt x="650113" y="262507"/>
                </a:cubicBezTo>
                <a:lnTo>
                  <a:pt x="711424" y="228239"/>
                </a:lnTo>
                <a:lnTo>
                  <a:pt x="760446" y="313132"/>
                </a:lnTo>
                <a:lnTo>
                  <a:pt x="703376" y="346059"/>
                </a:lnTo>
                <a:cubicBezTo>
                  <a:pt x="685506" y="356356"/>
                  <a:pt x="676117" y="376779"/>
                  <a:pt x="679838" y="397072"/>
                </a:cubicBezTo>
                <a:cubicBezTo>
                  <a:pt x="682953" y="413903"/>
                  <a:pt x="684381" y="427965"/>
                  <a:pt x="684381" y="441335"/>
                </a:cubicBezTo>
                <a:cubicBezTo>
                  <a:pt x="684381" y="454705"/>
                  <a:pt x="682953" y="468810"/>
                  <a:pt x="679838" y="485598"/>
                </a:cubicBezTo>
                <a:cubicBezTo>
                  <a:pt x="676117" y="505847"/>
                  <a:pt x="685549" y="526270"/>
                  <a:pt x="703376" y="536612"/>
                </a:cubicBezTo>
                <a:lnTo>
                  <a:pt x="760446" y="569539"/>
                </a:lnTo>
                <a:lnTo>
                  <a:pt x="711510" y="654431"/>
                </a:lnTo>
                <a:lnTo>
                  <a:pt x="650199" y="620162"/>
                </a:lnTo>
                <a:cubicBezTo>
                  <a:pt x="632459" y="610210"/>
                  <a:pt x="610349" y="612417"/>
                  <a:pt x="594859" y="625614"/>
                </a:cubicBezTo>
                <a:cubicBezTo>
                  <a:pt x="574307" y="643181"/>
                  <a:pt x="546139" y="658801"/>
                  <a:pt x="515678" y="669661"/>
                </a:cubicBezTo>
                <a:cubicBezTo>
                  <a:pt x="496294" y="676584"/>
                  <a:pt x="483314" y="694930"/>
                  <a:pt x="483314" y="715525"/>
                </a:cubicBezTo>
                <a:lnTo>
                  <a:pt x="483314" y="782072"/>
                </a:lnTo>
                <a:lnTo>
                  <a:pt x="385961" y="782072"/>
                </a:lnTo>
                <a:lnTo>
                  <a:pt x="385961" y="715525"/>
                </a:lnTo>
                <a:cubicBezTo>
                  <a:pt x="385961" y="694930"/>
                  <a:pt x="372980" y="676584"/>
                  <a:pt x="353596" y="669661"/>
                </a:cubicBezTo>
                <a:cubicBezTo>
                  <a:pt x="325904" y="659839"/>
                  <a:pt x="300333" y="644998"/>
                  <a:pt x="277617" y="625614"/>
                </a:cubicBezTo>
                <a:cubicBezTo>
                  <a:pt x="261954" y="612244"/>
                  <a:pt x="239541" y="610167"/>
                  <a:pt x="221671" y="620508"/>
                </a:cubicBezTo>
                <a:lnTo>
                  <a:pt x="163865" y="653868"/>
                </a:lnTo>
                <a:lnTo>
                  <a:pt x="115189" y="569582"/>
                </a:lnTo>
                <a:lnTo>
                  <a:pt x="172259" y="536654"/>
                </a:lnTo>
                <a:cubicBezTo>
                  <a:pt x="190042" y="526270"/>
                  <a:pt x="199475" y="505847"/>
                  <a:pt x="195754" y="485598"/>
                </a:cubicBezTo>
                <a:lnTo>
                  <a:pt x="195754" y="485598"/>
                </a:lnTo>
                <a:close/>
              </a:path>
            </a:pathLst>
          </a:custGeom>
          <a:solidFill>
            <a:schemeClr val="accent3">
              <a:lumMod val="25000"/>
              <a:lumOff val="75000"/>
            </a:schemeClr>
          </a:solidFill>
          <a:ln w="4326" cap="flat">
            <a:noFill/>
            <a:prstDash val="solid"/>
            <a:miter/>
          </a:ln>
        </p:spPr>
        <p:txBody>
          <a:bodyPr rtlCol="0" anchor="ctr"/>
          <a:lstStyle/>
          <a:p>
            <a:pPr marL="0" marR="0" lvl="0" indent="0" algn="l" defTabSz="1371511"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47" name="Freeform: Shape 173">
            <a:extLst>
              <a:ext uri="{FF2B5EF4-FFF2-40B4-BE49-F238E27FC236}">
                <a16:creationId xmlns:a16="http://schemas.microsoft.com/office/drawing/2014/main" id="{E8C054DD-E08B-4A14-BE5D-D249B7DCF865}"/>
              </a:ext>
            </a:extLst>
          </p:cNvPr>
          <p:cNvSpPr/>
          <p:nvPr/>
        </p:nvSpPr>
        <p:spPr>
          <a:xfrm flipH="1">
            <a:off x="8187379" y="5043556"/>
            <a:ext cx="43719" cy="36622"/>
          </a:xfrm>
          <a:custGeom>
            <a:avLst/>
            <a:gdLst>
              <a:gd name="connsiteX0" fmla="*/ 146030 w 289896"/>
              <a:gd name="connsiteY0" fmla="*/ 292060 h 289896"/>
              <a:gd name="connsiteX1" fmla="*/ 292060 w 289896"/>
              <a:gd name="connsiteY1" fmla="*/ 146030 h 289896"/>
              <a:gd name="connsiteX2" fmla="*/ 146030 w 289896"/>
              <a:gd name="connsiteY2" fmla="*/ 0 h 289896"/>
              <a:gd name="connsiteX3" fmla="*/ 0 w 289896"/>
              <a:gd name="connsiteY3" fmla="*/ 146030 h 289896"/>
              <a:gd name="connsiteX4" fmla="*/ 146030 w 289896"/>
              <a:gd name="connsiteY4" fmla="*/ 292060 h 289896"/>
              <a:gd name="connsiteX5" fmla="*/ 146030 w 289896"/>
              <a:gd name="connsiteY5" fmla="*/ 292060 h 289896"/>
              <a:gd name="connsiteX6" fmla="*/ 146030 w 289896"/>
              <a:gd name="connsiteY6" fmla="*/ 97353 h 289896"/>
              <a:gd name="connsiteX7" fmla="*/ 194707 w 289896"/>
              <a:gd name="connsiteY7" fmla="*/ 146030 h 289896"/>
              <a:gd name="connsiteX8" fmla="*/ 146030 w 289896"/>
              <a:gd name="connsiteY8" fmla="*/ 194707 h 289896"/>
              <a:gd name="connsiteX9" fmla="*/ 97353 w 289896"/>
              <a:gd name="connsiteY9" fmla="*/ 146030 h 289896"/>
              <a:gd name="connsiteX10" fmla="*/ 146030 w 289896"/>
              <a:gd name="connsiteY10" fmla="*/ 97353 h 289896"/>
              <a:gd name="connsiteX11" fmla="*/ 146030 w 289896"/>
              <a:gd name="connsiteY11" fmla="*/ 97353 h 28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9896" h="289896">
                <a:moveTo>
                  <a:pt x="146030" y="292060"/>
                </a:moveTo>
                <a:cubicBezTo>
                  <a:pt x="226552" y="292060"/>
                  <a:pt x="292060" y="226552"/>
                  <a:pt x="292060" y="146030"/>
                </a:cubicBezTo>
                <a:cubicBezTo>
                  <a:pt x="292060" y="65508"/>
                  <a:pt x="226552" y="0"/>
                  <a:pt x="146030" y="0"/>
                </a:cubicBezTo>
                <a:cubicBezTo>
                  <a:pt x="65508" y="0"/>
                  <a:pt x="0" y="65508"/>
                  <a:pt x="0" y="146030"/>
                </a:cubicBezTo>
                <a:cubicBezTo>
                  <a:pt x="0" y="226552"/>
                  <a:pt x="65508" y="292060"/>
                  <a:pt x="146030" y="292060"/>
                </a:cubicBezTo>
                <a:lnTo>
                  <a:pt x="146030" y="292060"/>
                </a:lnTo>
                <a:close/>
                <a:moveTo>
                  <a:pt x="146030" y="97353"/>
                </a:moveTo>
                <a:cubicBezTo>
                  <a:pt x="172856" y="97353"/>
                  <a:pt x="194707" y="119203"/>
                  <a:pt x="194707" y="146030"/>
                </a:cubicBezTo>
                <a:cubicBezTo>
                  <a:pt x="194707" y="172856"/>
                  <a:pt x="172856" y="194707"/>
                  <a:pt x="146030" y="194707"/>
                </a:cubicBezTo>
                <a:cubicBezTo>
                  <a:pt x="119204" y="194707"/>
                  <a:pt x="97353" y="172856"/>
                  <a:pt x="97353" y="146030"/>
                </a:cubicBezTo>
                <a:cubicBezTo>
                  <a:pt x="97353" y="119203"/>
                  <a:pt x="119204" y="97353"/>
                  <a:pt x="146030" y="97353"/>
                </a:cubicBezTo>
                <a:lnTo>
                  <a:pt x="146030" y="97353"/>
                </a:lnTo>
                <a:close/>
              </a:path>
            </a:pathLst>
          </a:custGeom>
          <a:solidFill>
            <a:schemeClr val="accent3">
              <a:lumMod val="25000"/>
              <a:lumOff val="75000"/>
            </a:schemeClr>
          </a:solidFill>
          <a:ln w="4326" cap="flat">
            <a:noFill/>
            <a:prstDash val="solid"/>
            <a:miter/>
          </a:ln>
        </p:spPr>
        <p:txBody>
          <a:bodyPr rtlCol="0" anchor="ctr"/>
          <a:lstStyle/>
          <a:p>
            <a:pPr marL="0" marR="0" lvl="0" indent="0" algn="l" defTabSz="1371511"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48" name="Freeform: Shape 174">
            <a:extLst>
              <a:ext uri="{FF2B5EF4-FFF2-40B4-BE49-F238E27FC236}">
                <a16:creationId xmlns:a16="http://schemas.microsoft.com/office/drawing/2014/main" id="{B794ADB3-86FD-4BB1-B65B-1C749E02C003}"/>
              </a:ext>
            </a:extLst>
          </p:cNvPr>
          <p:cNvSpPr/>
          <p:nvPr/>
        </p:nvSpPr>
        <p:spPr>
          <a:xfrm flipH="1">
            <a:off x="8261244" y="5105048"/>
            <a:ext cx="131809" cy="110958"/>
          </a:xfrm>
          <a:custGeom>
            <a:avLst/>
            <a:gdLst>
              <a:gd name="connsiteX0" fmla="*/ 705357 w 874016"/>
              <a:gd name="connsiteY0" fmla="*/ 116911 h 878343"/>
              <a:gd name="connsiteX1" fmla="*/ 633531 w 874016"/>
              <a:gd name="connsiteY1" fmla="*/ 158361 h 878343"/>
              <a:gd name="connsiteX2" fmla="*/ 587148 w 874016"/>
              <a:gd name="connsiteY2" fmla="*/ 131492 h 878343"/>
              <a:gd name="connsiteX3" fmla="*/ 587148 w 874016"/>
              <a:gd name="connsiteY3" fmla="*/ 48677 h 878343"/>
              <a:gd name="connsiteX4" fmla="*/ 538471 w 874016"/>
              <a:gd name="connsiteY4" fmla="*/ 0 h 878343"/>
              <a:gd name="connsiteX5" fmla="*/ 343765 w 874016"/>
              <a:gd name="connsiteY5" fmla="*/ 0 h 878343"/>
              <a:gd name="connsiteX6" fmla="*/ 295088 w 874016"/>
              <a:gd name="connsiteY6" fmla="*/ 48677 h 878343"/>
              <a:gd name="connsiteX7" fmla="*/ 295088 w 874016"/>
              <a:gd name="connsiteY7" fmla="*/ 131492 h 878343"/>
              <a:gd name="connsiteX8" fmla="*/ 247926 w 874016"/>
              <a:gd name="connsiteY8" fmla="*/ 158924 h 878343"/>
              <a:gd name="connsiteX9" fmla="*/ 169264 w 874016"/>
              <a:gd name="connsiteY9" fmla="*/ 116305 h 878343"/>
              <a:gd name="connsiteX10" fmla="*/ 103886 w 874016"/>
              <a:gd name="connsiteY10" fmla="*/ 134780 h 878343"/>
              <a:gd name="connsiteX11" fmla="*/ 6533 w 874016"/>
              <a:gd name="connsiteY11" fmla="*/ 303396 h 878343"/>
              <a:gd name="connsiteX12" fmla="*/ 24359 w 874016"/>
              <a:gd name="connsiteY12" fmla="*/ 369899 h 878343"/>
              <a:gd name="connsiteX13" fmla="*/ 95189 w 874016"/>
              <a:gd name="connsiteY13" fmla="*/ 410787 h 878343"/>
              <a:gd name="connsiteX14" fmla="*/ 93891 w 874016"/>
              <a:gd name="connsiteY14" fmla="*/ 438133 h 878343"/>
              <a:gd name="connsiteX15" fmla="*/ 95189 w 874016"/>
              <a:gd name="connsiteY15" fmla="*/ 465478 h 878343"/>
              <a:gd name="connsiteX16" fmla="*/ 24359 w 874016"/>
              <a:gd name="connsiteY16" fmla="*/ 506367 h 878343"/>
              <a:gd name="connsiteX17" fmla="*/ 6533 w 874016"/>
              <a:gd name="connsiteY17" fmla="*/ 572870 h 878343"/>
              <a:gd name="connsiteX18" fmla="*/ 103886 w 874016"/>
              <a:gd name="connsiteY18" fmla="*/ 741486 h 878343"/>
              <a:gd name="connsiteX19" fmla="*/ 169264 w 874016"/>
              <a:gd name="connsiteY19" fmla="*/ 759962 h 878343"/>
              <a:gd name="connsiteX20" fmla="*/ 247926 w 874016"/>
              <a:gd name="connsiteY20" fmla="*/ 717342 h 878343"/>
              <a:gd name="connsiteX21" fmla="*/ 295088 w 874016"/>
              <a:gd name="connsiteY21" fmla="*/ 744775 h 878343"/>
              <a:gd name="connsiteX22" fmla="*/ 295088 w 874016"/>
              <a:gd name="connsiteY22" fmla="*/ 830835 h 878343"/>
              <a:gd name="connsiteX23" fmla="*/ 343765 w 874016"/>
              <a:gd name="connsiteY23" fmla="*/ 879512 h 878343"/>
              <a:gd name="connsiteX24" fmla="*/ 538471 w 874016"/>
              <a:gd name="connsiteY24" fmla="*/ 879512 h 878343"/>
              <a:gd name="connsiteX25" fmla="*/ 587148 w 874016"/>
              <a:gd name="connsiteY25" fmla="*/ 830835 h 878343"/>
              <a:gd name="connsiteX26" fmla="*/ 587148 w 874016"/>
              <a:gd name="connsiteY26" fmla="*/ 744775 h 878343"/>
              <a:gd name="connsiteX27" fmla="*/ 633531 w 874016"/>
              <a:gd name="connsiteY27" fmla="*/ 717905 h 878343"/>
              <a:gd name="connsiteX28" fmla="*/ 705357 w 874016"/>
              <a:gd name="connsiteY28" fmla="*/ 759356 h 878343"/>
              <a:gd name="connsiteX29" fmla="*/ 771860 w 874016"/>
              <a:gd name="connsiteY29" fmla="*/ 741529 h 878343"/>
              <a:gd name="connsiteX30" fmla="*/ 869213 w 874016"/>
              <a:gd name="connsiteY30" fmla="*/ 572913 h 878343"/>
              <a:gd name="connsiteX31" fmla="*/ 851387 w 874016"/>
              <a:gd name="connsiteY31" fmla="*/ 506410 h 878343"/>
              <a:gd name="connsiteX32" fmla="*/ 780557 w 874016"/>
              <a:gd name="connsiteY32" fmla="*/ 465522 h 878343"/>
              <a:gd name="connsiteX33" fmla="*/ 781855 w 874016"/>
              <a:gd name="connsiteY33" fmla="*/ 438177 h 878343"/>
              <a:gd name="connsiteX34" fmla="*/ 780557 w 874016"/>
              <a:gd name="connsiteY34" fmla="*/ 410831 h 878343"/>
              <a:gd name="connsiteX35" fmla="*/ 851387 w 874016"/>
              <a:gd name="connsiteY35" fmla="*/ 369943 h 878343"/>
              <a:gd name="connsiteX36" fmla="*/ 869213 w 874016"/>
              <a:gd name="connsiteY36" fmla="*/ 303439 h 878343"/>
              <a:gd name="connsiteX37" fmla="*/ 771860 w 874016"/>
              <a:gd name="connsiteY37" fmla="*/ 134823 h 878343"/>
              <a:gd name="connsiteX38" fmla="*/ 705357 w 874016"/>
              <a:gd name="connsiteY38" fmla="*/ 116911 h 878343"/>
              <a:gd name="connsiteX39" fmla="*/ 705357 w 874016"/>
              <a:gd name="connsiteY39" fmla="*/ 116911 h 878343"/>
              <a:gd name="connsiteX40" fmla="*/ 679958 w 874016"/>
              <a:gd name="connsiteY40" fmla="*/ 393783 h 878343"/>
              <a:gd name="connsiteX41" fmla="*/ 684501 w 874016"/>
              <a:gd name="connsiteY41" fmla="*/ 438047 h 878343"/>
              <a:gd name="connsiteX42" fmla="*/ 679958 w 874016"/>
              <a:gd name="connsiteY42" fmla="*/ 482310 h 878343"/>
              <a:gd name="connsiteX43" fmla="*/ 703496 w 874016"/>
              <a:gd name="connsiteY43" fmla="*/ 533323 h 878343"/>
              <a:gd name="connsiteX44" fmla="*/ 760567 w 874016"/>
              <a:gd name="connsiteY44" fmla="*/ 566250 h 878343"/>
              <a:gd name="connsiteX45" fmla="*/ 711890 w 874016"/>
              <a:gd name="connsiteY45" fmla="*/ 650536 h 878343"/>
              <a:gd name="connsiteX46" fmla="*/ 654084 w 874016"/>
              <a:gd name="connsiteY46" fmla="*/ 617134 h 878343"/>
              <a:gd name="connsiteX47" fmla="*/ 598138 w 874016"/>
              <a:gd name="connsiteY47" fmla="*/ 622282 h 878343"/>
              <a:gd name="connsiteX48" fmla="*/ 522159 w 874016"/>
              <a:gd name="connsiteY48" fmla="*/ 666329 h 878343"/>
              <a:gd name="connsiteX49" fmla="*/ 489795 w 874016"/>
              <a:gd name="connsiteY49" fmla="*/ 712193 h 878343"/>
              <a:gd name="connsiteX50" fmla="*/ 489795 w 874016"/>
              <a:gd name="connsiteY50" fmla="*/ 781985 h 878343"/>
              <a:gd name="connsiteX51" fmla="*/ 392441 w 874016"/>
              <a:gd name="connsiteY51" fmla="*/ 781985 h 878343"/>
              <a:gd name="connsiteX52" fmla="*/ 392441 w 874016"/>
              <a:gd name="connsiteY52" fmla="*/ 712193 h 878343"/>
              <a:gd name="connsiteX53" fmla="*/ 360077 w 874016"/>
              <a:gd name="connsiteY53" fmla="*/ 666329 h 878343"/>
              <a:gd name="connsiteX54" fmla="*/ 284141 w 874016"/>
              <a:gd name="connsiteY54" fmla="*/ 622282 h 878343"/>
              <a:gd name="connsiteX55" fmla="*/ 229364 w 874016"/>
              <a:gd name="connsiteY55" fmla="*/ 616528 h 878343"/>
              <a:gd name="connsiteX56" fmla="*/ 164548 w 874016"/>
              <a:gd name="connsiteY56" fmla="*/ 651661 h 878343"/>
              <a:gd name="connsiteX57" fmla="*/ 115222 w 874016"/>
              <a:gd name="connsiteY57" fmla="*/ 566250 h 878343"/>
              <a:gd name="connsiteX58" fmla="*/ 172293 w 874016"/>
              <a:gd name="connsiteY58" fmla="*/ 533323 h 878343"/>
              <a:gd name="connsiteX59" fmla="*/ 195831 w 874016"/>
              <a:gd name="connsiteY59" fmla="*/ 482353 h 878343"/>
              <a:gd name="connsiteX60" fmla="*/ 191288 w 874016"/>
              <a:gd name="connsiteY60" fmla="*/ 438047 h 878343"/>
              <a:gd name="connsiteX61" fmla="*/ 195831 w 874016"/>
              <a:gd name="connsiteY61" fmla="*/ 393783 h 878343"/>
              <a:gd name="connsiteX62" fmla="*/ 172293 w 874016"/>
              <a:gd name="connsiteY62" fmla="*/ 342770 h 878343"/>
              <a:gd name="connsiteX63" fmla="*/ 115222 w 874016"/>
              <a:gd name="connsiteY63" fmla="*/ 309843 h 878343"/>
              <a:gd name="connsiteX64" fmla="*/ 164548 w 874016"/>
              <a:gd name="connsiteY64" fmla="*/ 224432 h 878343"/>
              <a:gd name="connsiteX65" fmla="*/ 229364 w 874016"/>
              <a:gd name="connsiteY65" fmla="*/ 259566 h 878343"/>
              <a:gd name="connsiteX66" fmla="*/ 284141 w 874016"/>
              <a:gd name="connsiteY66" fmla="*/ 253811 h 878343"/>
              <a:gd name="connsiteX67" fmla="*/ 360077 w 874016"/>
              <a:gd name="connsiteY67" fmla="*/ 209764 h 878343"/>
              <a:gd name="connsiteX68" fmla="*/ 392441 w 874016"/>
              <a:gd name="connsiteY68" fmla="*/ 163900 h 878343"/>
              <a:gd name="connsiteX69" fmla="*/ 392441 w 874016"/>
              <a:gd name="connsiteY69" fmla="*/ 97353 h 878343"/>
              <a:gd name="connsiteX70" fmla="*/ 489795 w 874016"/>
              <a:gd name="connsiteY70" fmla="*/ 97353 h 878343"/>
              <a:gd name="connsiteX71" fmla="*/ 489795 w 874016"/>
              <a:gd name="connsiteY71" fmla="*/ 163900 h 878343"/>
              <a:gd name="connsiteX72" fmla="*/ 522159 w 874016"/>
              <a:gd name="connsiteY72" fmla="*/ 209764 h 878343"/>
              <a:gd name="connsiteX73" fmla="*/ 598138 w 874016"/>
              <a:gd name="connsiteY73" fmla="*/ 253811 h 878343"/>
              <a:gd name="connsiteX74" fmla="*/ 654084 w 874016"/>
              <a:gd name="connsiteY74" fmla="*/ 258960 h 878343"/>
              <a:gd name="connsiteX75" fmla="*/ 711890 w 874016"/>
              <a:gd name="connsiteY75" fmla="*/ 225600 h 878343"/>
              <a:gd name="connsiteX76" fmla="*/ 760567 w 874016"/>
              <a:gd name="connsiteY76" fmla="*/ 309886 h 878343"/>
              <a:gd name="connsiteX77" fmla="*/ 703496 w 874016"/>
              <a:gd name="connsiteY77" fmla="*/ 342813 h 878343"/>
              <a:gd name="connsiteX78" fmla="*/ 679958 w 874016"/>
              <a:gd name="connsiteY78" fmla="*/ 393783 h 878343"/>
              <a:gd name="connsiteX79" fmla="*/ 679958 w 874016"/>
              <a:gd name="connsiteY79" fmla="*/ 393783 h 878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Lst>
            <a:rect l="l" t="t" r="r" b="b"/>
            <a:pathLst>
              <a:path w="874016" h="878343">
                <a:moveTo>
                  <a:pt x="705357" y="116911"/>
                </a:moveTo>
                <a:lnTo>
                  <a:pt x="633531" y="158361"/>
                </a:lnTo>
                <a:cubicBezTo>
                  <a:pt x="618777" y="148150"/>
                  <a:pt x="603287" y="139150"/>
                  <a:pt x="587148" y="131492"/>
                </a:cubicBezTo>
                <a:lnTo>
                  <a:pt x="587148" y="48677"/>
                </a:lnTo>
                <a:cubicBezTo>
                  <a:pt x="587148" y="21807"/>
                  <a:pt x="565341" y="0"/>
                  <a:pt x="538471" y="0"/>
                </a:cubicBezTo>
                <a:lnTo>
                  <a:pt x="343765" y="0"/>
                </a:lnTo>
                <a:cubicBezTo>
                  <a:pt x="316895" y="0"/>
                  <a:pt x="295088" y="21807"/>
                  <a:pt x="295088" y="48677"/>
                </a:cubicBezTo>
                <a:lnTo>
                  <a:pt x="295088" y="131492"/>
                </a:lnTo>
                <a:cubicBezTo>
                  <a:pt x="278689" y="139323"/>
                  <a:pt x="262940" y="148496"/>
                  <a:pt x="247926" y="158924"/>
                </a:cubicBezTo>
                <a:lnTo>
                  <a:pt x="169264" y="116305"/>
                </a:lnTo>
                <a:cubicBezTo>
                  <a:pt x="146073" y="103714"/>
                  <a:pt x="117083" y="111891"/>
                  <a:pt x="103886" y="134780"/>
                </a:cubicBezTo>
                <a:lnTo>
                  <a:pt x="6533" y="303396"/>
                </a:lnTo>
                <a:cubicBezTo>
                  <a:pt x="-6923" y="326674"/>
                  <a:pt x="1081" y="356443"/>
                  <a:pt x="24359" y="369899"/>
                </a:cubicBezTo>
                <a:lnTo>
                  <a:pt x="95189" y="410787"/>
                </a:lnTo>
                <a:cubicBezTo>
                  <a:pt x="94324" y="420177"/>
                  <a:pt x="93891" y="429263"/>
                  <a:pt x="93891" y="438133"/>
                </a:cubicBezTo>
                <a:cubicBezTo>
                  <a:pt x="93891" y="447003"/>
                  <a:pt x="94324" y="456089"/>
                  <a:pt x="95189" y="465478"/>
                </a:cubicBezTo>
                <a:lnTo>
                  <a:pt x="24359" y="506367"/>
                </a:lnTo>
                <a:cubicBezTo>
                  <a:pt x="1081" y="519823"/>
                  <a:pt x="-6880" y="549549"/>
                  <a:pt x="6533" y="572870"/>
                </a:cubicBezTo>
                <a:lnTo>
                  <a:pt x="103886" y="741486"/>
                </a:lnTo>
                <a:cubicBezTo>
                  <a:pt x="117083" y="764332"/>
                  <a:pt x="146073" y="772509"/>
                  <a:pt x="169264" y="759962"/>
                </a:cubicBezTo>
                <a:lnTo>
                  <a:pt x="247926" y="717342"/>
                </a:lnTo>
                <a:cubicBezTo>
                  <a:pt x="262940" y="727770"/>
                  <a:pt x="278689" y="736943"/>
                  <a:pt x="295088" y="744775"/>
                </a:cubicBezTo>
                <a:lnTo>
                  <a:pt x="295088" y="830835"/>
                </a:lnTo>
                <a:cubicBezTo>
                  <a:pt x="295088" y="857704"/>
                  <a:pt x="316895" y="879512"/>
                  <a:pt x="343765" y="879512"/>
                </a:cubicBezTo>
                <a:lnTo>
                  <a:pt x="538471" y="879512"/>
                </a:lnTo>
                <a:cubicBezTo>
                  <a:pt x="565341" y="879512"/>
                  <a:pt x="587148" y="857704"/>
                  <a:pt x="587148" y="830835"/>
                </a:cubicBezTo>
                <a:lnTo>
                  <a:pt x="587148" y="744775"/>
                </a:lnTo>
                <a:cubicBezTo>
                  <a:pt x="603287" y="737073"/>
                  <a:pt x="618734" y="728116"/>
                  <a:pt x="633531" y="717905"/>
                </a:cubicBezTo>
                <a:lnTo>
                  <a:pt x="705357" y="759356"/>
                </a:lnTo>
                <a:cubicBezTo>
                  <a:pt x="728635" y="772812"/>
                  <a:pt x="758403" y="764851"/>
                  <a:pt x="771860" y="741529"/>
                </a:cubicBezTo>
                <a:lnTo>
                  <a:pt x="869213" y="572913"/>
                </a:lnTo>
                <a:cubicBezTo>
                  <a:pt x="882669" y="549635"/>
                  <a:pt x="874708" y="519867"/>
                  <a:pt x="851387" y="506410"/>
                </a:cubicBezTo>
                <a:lnTo>
                  <a:pt x="780557" y="465522"/>
                </a:lnTo>
                <a:cubicBezTo>
                  <a:pt x="781422" y="456089"/>
                  <a:pt x="781855" y="447046"/>
                  <a:pt x="781855" y="438177"/>
                </a:cubicBezTo>
                <a:cubicBezTo>
                  <a:pt x="781855" y="429306"/>
                  <a:pt x="781422" y="420220"/>
                  <a:pt x="780557" y="410831"/>
                </a:cubicBezTo>
                <a:lnTo>
                  <a:pt x="851387" y="369943"/>
                </a:lnTo>
                <a:cubicBezTo>
                  <a:pt x="874665" y="356486"/>
                  <a:pt x="882669" y="326761"/>
                  <a:pt x="869213" y="303439"/>
                </a:cubicBezTo>
                <a:lnTo>
                  <a:pt x="771860" y="134823"/>
                </a:lnTo>
                <a:cubicBezTo>
                  <a:pt x="758403" y="111415"/>
                  <a:pt x="728635" y="103454"/>
                  <a:pt x="705357" y="116911"/>
                </a:cubicBezTo>
                <a:lnTo>
                  <a:pt x="705357" y="116911"/>
                </a:lnTo>
                <a:close/>
                <a:moveTo>
                  <a:pt x="679958" y="393783"/>
                </a:moveTo>
                <a:cubicBezTo>
                  <a:pt x="683073" y="410615"/>
                  <a:pt x="684501" y="424677"/>
                  <a:pt x="684501" y="438047"/>
                </a:cubicBezTo>
                <a:cubicBezTo>
                  <a:pt x="684501" y="451416"/>
                  <a:pt x="683073" y="465522"/>
                  <a:pt x="679958" y="482310"/>
                </a:cubicBezTo>
                <a:cubicBezTo>
                  <a:pt x="676237" y="502560"/>
                  <a:pt x="685670" y="522982"/>
                  <a:pt x="703496" y="533323"/>
                </a:cubicBezTo>
                <a:lnTo>
                  <a:pt x="760567" y="566250"/>
                </a:lnTo>
                <a:lnTo>
                  <a:pt x="711890" y="650536"/>
                </a:lnTo>
                <a:lnTo>
                  <a:pt x="654084" y="617134"/>
                </a:lnTo>
                <a:cubicBezTo>
                  <a:pt x="636214" y="606836"/>
                  <a:pt x="613844" y="608869"/>
                  <a:pt x="598138" y="622282"/>
                </a:cubicBezTo>
                <a:cubicBezTo>
                  <a:pt x="575422" y="641666"/>
                  <a:pt x="549894" y="656464"/>
                  <a:pt x="522159" y="666329"/>
                </a:cubicBezTo>
                <a:cubicBezTo>
                  <a:pt x="502775" y="673209"/>
                  <a:pt x="489795" y="691598"/>
                  <a:pt x="489795" y="712193"/>
                </a:cubicBezTo>
                <a:lnTo>
                  <a:pt x="489795" y="781985"/>
                </a:lnTo>
                <a:lnTo>
                  <a:pt x="392441" y="781985"/>
                </a:lnTo>
                <a:lnTo>
                  <a:pt x="392441" y="712193"/>
                </a:lnTo>
                <a:cubicBezTo>
                  <a:pt x="392441" y="691598"/>
                  <a:pt x="379461" y="673252"/>
                  <a:pt x="360077" y="666329"/>
                </a:cubicBezTo>
                <a:cubicBezTo>
                  <a:pt x="332385" y="656507"/>
                  <a:pt x="306814" y="641666"/>
                  <a:pt x="284141" y="622282"/>
                </a:cubicBezTo>
                <a:cubicBezTo>
                  <a:pt x="268824" y="609215"/>
                  <a:pt x="247060" y="606922"/>
                  <a:pt x="229364" y="616528"/>
                </a:cubicBezTo>
                <a:lnTo>
                  <a:pt x="164548" y="651661"/>
                </a:lnTo>
                <a:lnTo>
                  <a:pt x="115222" y="566250"/>
                </a:lnTo>
                <a:lnTo>
                  <a:pt x="172293" y="533323"/>
                </a:lnTo>
                <a:cubicBezTo>
                  <a:pt x="190120" y="523025"/>
                  <a:pt x="199552" y="502602"/>
                  <a:pt x="195831" y="482353"/>
                </a:cubicBezTo>
                <a:cubicBezTo>
                  <a:pt x="192716" y="465522"/>
                  <a:pt x="191288" y="451460"/>
                  <a:pt x="191288" y="438047"/>
                </a:cubicBezTo>
                <a:cubicBezTo>
                  <a:pt x="191288" y="424634"/>
                  <a:pt x="192716" y="410571"/>
                  <a:pt x="195831" y="393783"/>
                </a:cubicBezTo>
                <a:cubicBezTo>
                  <a:pt x="199552" y="373534"/>
                  <a:pt x="190120" y="353111"/>
                  <a:pt x="172293" y="342770"/>
                </a:cubicBezTo>
                <a:lnTo>
                  <a:pt x="115222" y="309843"/>
                </a:lnTo>
                <a:lnTo>
                  <a:pt x="164548" y="224432"/>
                </a:lnTo>
                <a:lnTo>
                  <a:pt x="229364" y="259566"/>
                </a:lnTo>
                <a:cubicBezTo>
                  <a:pt x="247060" y="269171"/>
                  <a:pt x="268824" y="266878"/>
                  <a:pt x="284141" y="253811"/>
                </a:cubicBezTo>
                <a:cubicBezTo>
                  <a:pt x="306857" y="234426"/>
                  <a:pt x="332429" y="219586"/>
                  <a:pt x="360077" y="209764"/>
                </a:cubicBezTo>
                <a:cubicBezTo>
                  <a:pt x="379461" y="202884"/>
                  <a:pt x="392441" y="184495"/>
                  <a:pt x="392441" y="163900"/>
                </a:cubicBezTo>
                <a:lnTo>
                  <a:pt x="392441" y="97353"/>
                </a:lnTo>
                <a:lnTo>
                  <a:pt x="489795" y="97353"/>
                </a:lnTo>
                <a:lnTo>
                  <a:pt x="489795" y="163900"/>
                </a:lnTo>
                <a:cubicBezTo>
                  <a:pt x="489795" y="184495"/>
                  <a:pt x="502775" y="202884"/>
                  <a:pt x="522159" y="209764"/>
                </a:cubicBezTo>
                <a:cubicBezTo>
                  <a:pt x="549851" y="219586"/>
                  <a:pt x="575422" y="234426"/>
                  <a:pt x="598138" y="253811"/>
                </a:cubicBezTo>
                <a:cubicBezTo>
                  <a:pt x="613844" y="267181"/>
                  <a:pt x="636214" y="269258"/>
                  <a:pt x="654084" y="258960"/>
                </a:cubicBezTo>
                <a:lnTo>
                  <a:pt x="711890" y="225600"/>
                </a:lnTo>
                <a:lnTo>
                  <a:pt x="760567" y="309886"/>
                </a:lnTo>
                <a:lnTo>
                  <a:pt x="703496" y="342813"/>
                </a:lnTo>
                <a:cubicBezTo>
                  <a:pt x="685670" y="353111"/>
                  <a:pt x="676237" y="373534"/>
                  <a:pt x="679958" y="393783"/>
                </a:cubicBezTo>
                <a:lnTo>
                  <a:pt x="679958" y="393783"/>
                </a:lnTo>
                <a:close/>
              </a:path>
            </a:pathLst>
          </a:custGeom>
          <a:solidFill>
            <a:schemeClr val="accent3">
              <a:lumMod val="25000"/>
              <a:lumOff val="75000"/>
            </a:schemeClr>
          </a:solidFill>
          <a:ln w="4326" cap="flat">
            <a:noFill/>
            <a:prstDash val="solid"/>
            <a:miter/>
          </a:ln>
        </p:spPr>
        <p:txBody>
          <a:bodyPr rtlCol="0" anchor="ctr"/>
          <a:lstStyle/>
          <a:p>
            <a:pPr marL="0" marR="0" lvl="0" indent="0" algn="l" defTabSz="1371511"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49" name="Freeform: Shape 175">
            <a:extLst>
              <a:ext uri="{FF2B5EF4-FFF2-40B4-BE49-F238E27FC236}">
                <a16:creationId xmlns:a16="http://schemas.microsoft.com/office/drawing/2014/main" id="{A1B3A2A5-6301-45C7-B4B6-1683C3F6B973}"/>
              </a:ext>
            </a:extLst>
          </p:cNvPr>
          <p:cNvSpPr/>
          <p:nvPr/>
        </p:nvSpPr>
        <p:spPr>
          <a:xfrm flipH="1">
            <a:off x="8304833" y="5141943"/>
            <a:ext cx="43719" cy="36622"/>
          </a:xfrm>
          <a:custGeom>
            <a:avLst/>
            <a:gdLst>
              <a:gd name="connsiteX0" fmla="*/ 146030 w 289896"/>
              <a:gd name="connsiteY0" fmla="*/ 0 h 289896"/>
              <a:gd name="connsiteX1" fmla="*/ 0 w 289896"/>
              <a:gd name="connsiteY1" fmla="*/ 146030 h 289896"/>
              <a:gd name="connsiteX2" fmla="*/ 146030 w 289896"/>
              <a:gd name="connsiteY2" fmla="*/ 292060 h 289896"/>
              <a:gd name="connsiteX3" fmla="*/ 292060 w 289896"/>
              <a:gd name="connsiteY3" fmla="*/ 146030 h 289896"/>
              <a:gd name="connsiteX4" fmla="*/ 146030 w 289896"/>
              <a:gd name="connsiteY4" fmla="*/ 0 h 289896"/>
              <a:gd name="connsiteX5" fmla="*/ 146030 w 289896"/>
              <a:gd name="connsiteY5" fmla="*/ 0 h 289896"/>
              <a:gd name="connsiteX6" fmla="*/ 146030 w 289896"/>
              <a:gd name="connsiteY6" fmla="*/ 194707 h 289896"/>
              <a:gd name="connsiteX7" fmla="*/ 97353 w 289896"/>
              <a:gd name="connsiteY7" fmla="*/ 146030 h 289896"/>
              <a:gd name="connsiteX8" fmla="*/ 146030 w 289896"/>
              <a:gd name="connsiteY8" fmla="*/ 97353 h 289896"/>
              <a:gd name="connsiteX9" fmla="*/ 194707 w 289896"/>
              <a:gd name="connsiteY9" fmla="*/ 146030 h 289896"/>
              <a:gd name="connsiteX10" fmla="*/ 146030 w 289896"/>
              <a:gd name="connsiteY10" fmla="*/ 194707 h 289896"/>
              <a:gd name="connsiteX11" fmla="*/ 146030 w 289896"/>
              <a:gd name="connsiteY11" fmla="*/ 194707 h 289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9896" h="289896">
                <a:moveTo>
                  <a:pt x="146030" y="0"/>
                </a:moveTo>
                <a:cubicBezTo>
                  <a:pt x="65508" y="0"/>
                  <a:pt x="0" y="65508"/>
                  <a:pt x="0" y="146030"/>
                </a:cubicBezTo>
                <a:cubicBezTo>
                  <a:pt x="0" y="226552"/>
                  <a:pt x="65508" y="292060"/>
                  <a:pt x="146030" y="292060"/>
                </a:cubicBezTo>
                <a:cubicBezTo>
                  <a:pt x="226552" y="292060"/>
                  <a:pt x="292060" y="226552"/>
                  <a:pt x="292060" y="146030"/>
                </a:cubicBezTo>
                <a:cubicBezTo>
                  <a:pt x="292060" y="65508"/>
                  <a:pt x="226552" y="0"/>
                  <a:pt x="146030" y="0"/>
                </a:cubicBezTo>
                <a:lnTo>
                  <a:pt x="146030" y="0"/>
                </a:lnTo>
                <a:close/>
                <a:moveTo>
                  <a:pt x="146030" y="194707"/>
                </a:moveTo>
                <a:cubicBezTo>
                  <a:pt x="119204" y="194707"/>
                  <a:pt x="97353" y="172856"/>
                  <a:pt x="97353" y="146030"/>
                </a:cubicBezTo>
                <a:cubicBezTo>
                  <a:pt x="97353" y="119203"/>
                  <a:pt x="119204" y="97353"/>
                  <a:pt x="146030" y="97353"/>
                </a:cubicBezTo>
                <a:cubicBezTo>
                  <a:pt x="172856" y="97353"/>
                  <a:pt x="194707" y="119203"/>
                  <a:pt x="194707" y="146030"/>
                </a:cubicBezTo>
                <a:cubicBezTo>
                  <a:pt x="194707" y="172856"/>
                  <a:pt x="172856" y="194707"/>
                  <a:pt x="146030" y="194707"/>
                </a:cubicBezTo>
                <a:lnTo>
                  <a:pt x="146030" y="194707"/>
                </a:lnTo>
                <a:close/>
              </a:path>
            </a:pathLst>
          </a:custGeom>
          <a:solidFill>
            <a:schemeClr val="accent3">
              <a:lumMod val="25000"/>
              <a:lumOff val="75000"/>
            </a:schemeClr>
          </a:solidFill>
          <a:ln w="4326" cap="flat">
            <a:noFill/>
            <a:prstDash val="solid"/>
            <a:miter/>
          </a:ln>
        </p:spPr>
        <p:txBody>
          <a:bodyPr rtlCol="0" anchor="ctr"/>
          <a:lstStyle/>
          <a:p>
            <a:pPr marL="0" marR="0" lvl="0" indent="0" algn="l" defTabSz="1371511"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50" name="Freeform: Shape 176">
            <a:extLst>
              <a:ext uri="{FF2B5EF4-FFF2-40B4-BE49-F238E27FC236}">
                <a16:creationId xmlns:a16="http://schemas.microsoft.com/office/drawing/2014/main" id="{FDD87A73-0641-493E-AF19-094C9A7DFF90}"/>
              </a:ext>
            </a:extLst>
          </p:cNvPr>
          <p:cNvSpPr/>
          <p:nvPr/>
        </p:nvSpPr>
        <p:spPr>
          <a:xfrm flipH="1">
            <a:off x="8142681" y="5129645"/>
            <a:ext cx="103099" cy="86362"/>
          </a:xfrm>
          <a:custGeom>
            <a:avLst/>
            <a:gdLst>
              <a:gd name="connsiteX0" fmla="*/ 636042 w 683636"/>
              <a:gd name="connsiteY0" fmla="*/ 292060 h 683636"/>
              <a:gd name="connsiteX1" fmla="*/ 579231 w 683636"/>
              <a:gd name="connsiteY1" fmla="*/ 292060 h 683636"/>
              <a:gd name="connsiteX2" fmla="*/ 543707 w 683636"/>
              <a:gd name="connsiteY2" fmla="*/ 206605 h 683636"/>
              <a:gd name="connsiteX3" fmla="*/ 581697 w 683636"/>
              <a:gd name="connsiteY3" fmla="*/ 168616 h 683636"/>
              <a:gd name="connsiteX4" fmla="*/ 581697 w 683636"/>
              <a:gd name="connsiteY4" fmla="*/ 99776 h 683636"/>
              <a:gd name="connsiteX5" fmla="*/ 512857 w 683636"/>
              <a:gd name="connsiteY5" fmla="*/ 99776 h 683636"/>
              <a:gd name="connsiteX6" fmla="*/ 474868 w 683636"/>
              <a:gd name="connsiteY6" fmla="*/ 137766 h 683636"/>
              <a:gd name="connsiteX7" fmla="*/ 389413 w 683636"/>
              <a:gd name="connsiteY7" fmla="*/ 102243 h 683636"/>
              <a:gd name="connsiteX8" fmla="*/ 389413 w 683636"/>
              <a:gd name="connsiteY8" fmla="*/ 48677 h 683636"/>
              <a:gd name="connsiteX9" fmla="*/ 340737 w 683636"/>
              <a:gd name="connsiteY9" fmla="*/ 0 h 683636"/>
              <a:gd name="connsiteX10" fmla="*/ 292060 w 683636"/>
              <a:gd name="connsiteY10" fmla="*/ 48677 h 683636"/>
              <a:gd name="connsiteX11" fmla="*/ 292060 w 683636"/>
              <a:gd name="connsiteY11" fmla="*/ 102243 h 683636"/>
              <a:gd name="connsiteX12" fmla="*/ 206605 w 683636"/>
              <a:gd name="connsiteY12" fmla="*/ 137766 h 683636"/>
              <a:gd name="connsiteX13" fmla="*/ 168616 w 683636"/>
              <a:gd name="connsiteY13" fmla="*/ 99776 h 683636"/>
              <a:gd name="connsiteX14" fmla="*/ 99776 w 683636"/>
              <a:gd name="connsiteY14" fmla="*/ 99776 h 683636"/>
              <a:gd name="connsiteX15" fmla="*/ 99776 w 683636"/>
              <a:gd name="connsiteY15" fmla="*/ 168616 h 683636"/>
              <a:gd name="connsiteX16" fmla="*/ 137766 w 683636"/>
              <a:gd name="connsiteY16" fmla="*/ 206605 h 683636"/>
              <a:gd name="connsiteX17" fmla="*/ 102243 w 683636"/>
              <a:gd name="connsiteY17" fmla="*/ 292060 h 683636"/>
              <a:gd name="connsiteX18" fmla="*/ 48677 w 683636"/>
              <a:gd name="connsiteY18" fmla="*/ 292060 h 683636"/>
              <a:gd name="connsiteX19" fmla="*/ 0 w 683636"/>
              <a:gd name="connsiteY19" fmla="*/ 340737 h 683636"/>
              <a:gd name="connsiteX20" fmla="*/ 48677 w 683636"/>
              <a:gd name="connsiteY20" fmla="*/ 389413 h 683636"/>
              <a:gd name="connsiteX21" fmla="*/ 102243 w 683636"/>
              <a:gd name="connsiteY21" fmla="*/ 389413 h 683636"/>
              <a:gd name="connsiteX22" fmla="*/ 137766 w 683636"/>
              <a:gd name="connsiteY22" fmla="*/ 474868 h 683636"/>
              <a:gd name="connsiteX23" fmla="*/ 99776 w 683636"/>
              <a:gd name="connsiteY23" fmla="*/ 512857 h 683636"/>
              <a:gd name="connsiteX24" fmla="*/ 99776 w 683636"/>
              <a:gd name="connsiteY24" fmla="*/ 581697 h 683636"/>
              <a:gd name="connsiteX25" fmla="*/ 168616 w 683636"/>
              <a:gd name="connsiteY25" fmla="*/ 581697 h 683636"/>
              <a:gd name="connsiteX26" fmla="*/ 206605 w 683636"/>
              <a:gd name="connsiteY26" fmla="*/ 543707 h 683636"/>
              <a:gd name="connsiteX27" fmla="*/ 292060 w 683636"/>
              <a:gd name="connsiteY27" fmla="*/ 579231 h 683636"/>
              <a:gd name="connsiteX28" fmla="*/ 292060 w 683636"/>
              <a:gd name="connsiteY28" fmla="*/ 636042 h 683636"/>
              <a:gd name="connsiteX29" fmla="*/ 340737 w 683636"/>
              <a:gd name="connsiteY29" fmla="*/ 684718 h 683636"/>
              <a:gd name="connsiteX30" fmla="*/ 389413 w 683636"/>
              <a:gd name="connsiteY30" fmla="*/ 636042 h 683636"/>
              <a:gd name="connsiteX31" fmla="*/ 389413 w 683636"/>
              <a:gd name="connsiteY31" fmla="*/ 579231 h 683636"/>
              <a:gd name="connsiteX32" fmla="*/ 474868 w 683636"/>
              <a:gd name="connsiteY32" fmla="*/ 543707 h 683636"/>
              <a:gd name="connsiteX33" fmla="*/ 512857 w 683636"/>
              <a:gd name="connsiteY33" fmla="*/ 581697 h 683636"/>
              <a:gd name="connsiteX34" fmla="*/ 581697 w 683636"/>
              <a:gd name="connsiteY34" fmla="*/ 581697 h 683636"/>
              <a:gd name="connsiteX35" fmla="*/ 581697 w 683636"/>
              <a:gd name="connsiteY35" fmla="*/ 512857 h 683636"/>
              <a:gd name="connsiteX36" fmla="*/ 543707 w 683636"/>
              <a:gd name="connsiteY36" fmla="*/ 474868 h 683636"/>
              <a:gd name="connsiteX37" fmla="*/ 579231 w 683636"/>
              <a:gd name="connsiteY37" fmla="*/ 389413 h 683636"/>
              <a:gd name="connsiteX38" fmla="*/ 636042 w 683636"/>
              <a:gd name="connsiteY38" fmla="*/ 389413 h 683636"/>
              <a:gd name="connsiteX39" fmla="*/ 684718 w 683636"/>
              <a:gd name="connsiteY39" fmla="*/ 340737 h 683636"/>
              <a:gd name="connsiteX40" fmla="*/ 636042 w 683636"/>
              <a:gd name="connsiteY40" fmla="*/ 292060 h 683636"/>
              <a:gd name="connsiteX41" fmla="*/ 636042 w 683636"/>
              <a:gd name="connsiteY41" fmla="*/ 292060 h 683636"/>
              <a:gd name="connsiteX42" fmla="*/ 340737 w 683636"/>
              <a:gd name="connsiteY42" fmla="*/ 486767 h 683636"/>
              <a:gd name="connsiteX43" fmla="*/ 194707 w 683636"/>
              <a:gd name="connsiteY43" fmla="*/ 340737 h 683636"/>
              <a:gd name="connsiteX44" fmla="*/ 340737 w 683636"/>
              <a:gd name="connsiteY44" fmla="*/ 194707 h 683636"/>
              <a:gd name="connsiteX45" fmla="*/ 486767 w 683636"/>
              <a:gd name="connsiteY45" fmla="*/ 340737 h 683636"/>
              <a:gd name="connsiteX46" fmla="*/ 340737 w 683636"/>
              <a:gd name="connsiteY46" fmla="*/ 486767 h 683636"/>
              <a:gd name="connsiteX47" fmla="*/ 340737 w 683636"/>
              <a:gd name="connsiteY47" fmla="*/ 486767 h 68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83636" h="683636">
                <a:moveTo>
                  <a:pt x="636042" y="292060"/>
                </a:moveTo>
                <a:lnTo>
                  <a:pt x="579231" y="292060"/>
                </a:lnTo>
                <a:cubicBezTo>
                  <a:pt x="572913" y="261036"/>
                  <a:pt x="560625" y="232176"/>
                  <a:pt x="543707" y="206605"/>
                </a:cubicBezTo>
                <a:lnTo>
                  <a:pt x="581697" y="168616"/>
                </a:lnTo>
                <a:cubicBezTo>
                  <a:pt x="600692" y="149621"/>
                  <a:pt x="600692" y="118771"/>
                  <a:pt x="581697" y="99776"/>
                </a:cubicBezTo>
                <a:cubicBezTo>
                  <a:pt x="562702" y="80781"/>
                  <a:pt x="531852" y="80781"/>
                  <a:pt x="512857" y="99776"/>
                </a:cubicBezTo>
                <a:lnTo>
                  <a:pt x="474868" y="137766"/>
                </a:lnTo>
                <a:cubicBezTo>
                  <a:pt x="449340" y="120848"/>
                  <a:pt x="420480" y="108560"/>
                  <a:pt x="389413" y="102243"/>
                </a:cubicBezTo>
                <a:lnTo>
                  <a:pt x="389413" y="48677"/>
                </a:lnTo>
                <a:cubicBezTo>
                  <a:pt x="389413" y="21807"/>
                  <a:pt x="367606" y="0"/>
                  <a:pt x="340737" y="0"/>
                </a:cubicBezTo>
                <a:cubicBezTo>
                  <a:pt x="313824" y="0"/>
                  <a:pt x="292060" y="21807"/>
                  <a:pt x="292060" y="48677"/>
                </a:cubicBezTo>
                <a:lnTo>
                  <a:pt x="292060" y="102243"/>
                </a:lnTo>
                <a:cubicBezTo>
                  <a:pt x="261037" y="108560"/>
                  <a:pt x="232177" y="120848"/>
                  <a:pt x="206605" y="137766"/>
                </a:cubicBezTo>
                <a:lnTo>
                  <a:pt x="168616" y="99776"/>
                </a:lnTo>
                <a:cubicBezTo>
                  <a:pt x="149621" y="80781"/>
                  <a:pt x="118771" y="80781"/>
                  <a:pt x="99776" y="99776"/>
                </a:cubicBezTo>
                <a:cubicBezTo>
                  <a:pt x="80782" y="118771"/>
                  <a:pt x="80782" y="149621"/>
                  <a:pt x="99776" y="168616"/>
                </a:cubicBezTo>
                <a:lnTo>
                  <a:pt x="137766" y="206605"/>
                </a:lnTo>
                <a:cubicBezTo>
                  <a:pt x="120848" y="232134"/>
                  <a:pt x="108560" y="260993"/>
                  <a:pt x="102243" y="292060"/>
                </a:cubicBezTo>
                <a:lnTo>
                  <a:pt x="48677" y="292060"/>
                </a:lnTo>
                <a:cubicBezTo>
                  <a:pt x="21807" y="292060"/>
                  <a:pt x="0" y="313867"/>
                  <a:pt x="0" y="340737"/>
                </a:cubicBezTo>
                <a:cubicBezTo>
                  <a:pt x="0" y="367606"/>
                  <a:pt x="21807" y="389413"/>
                  <a:pt x="48677" y="389413"/>
                </a:cubicBezTo>
                <a:lnTo>
                  <a:pt x="102243" y="389413"/>
                </a:lnTo>
                <a:cubicBezTo>
                  <a:pt x="108560" y="420436"/>
                  <a:pt x="120848" y="449296"/>
                  <a:pt x="137766" y="474868"/>
                </a:cubicBezTo>
                <a:lnTo>
                  <a:pt x="99776" y="512857"/>
                </a:lnTo>
                <a:cubicBezTo>
                  <a:pt x="80782" y="531852"/>
                  <a:pt x="80782" y="562702"/>
                  <a:pt x="99776" y="581697"/>
                </a:cubicBezTo>
                <a:cubicBezTo>
                  <a:pt x="118771" y="600691"/>
                  <a:pt x="149621" y="600691"/>
                  <a:pt x="168616" y="581697"/>
                </a:cubicBezTo>
                <a:lnTo>
                  <a:pt x="206605" y="543707"/>
                </a:lnTo>
                <a:cubicBezTo>
                  <a:pt x="232134" y="560625"/>
                  <a:pt x="260993" y="572913"/>
                  <a:pt x="292060" y="579231"/>
                </a:cubicBezTo>
                <a:lnTo>
                  <a:pt x="292060" y="636042"/>
                </a:lnTo>
                <a:cubicBezTo>
                  <a:pt x="292060" y="662911"/>
                  <a:pt x="313824" y="684718"/>
                  <a:pt x="340737" y="684718"/>
                </a:cubicBezTo>
                <a:cubicBezTo>
                  <a:pt x="367606" y="684718"/>
                  <a:pt x="389413" y="662911"/>
                  <a:pt x="389413" y="636042"/>
                </a:cubicBezTo>
                <a:lnTo>
                  <a:pt x="389413" y="579231"/>
                </a:lnTo>
                <a:cubicBezTo>
                  <a:pt x="420436" y="572913"/>
                  <a:pt x="449296" y="560625"/>
                  <a:pt x="474868" y="543707"/>
                </a:cubicBezTo>
                <a:lnTo>
                  <a:pt x="512857" y="581697"/>
                </a:lnTo>
                <a:cubicBezTo>
                  <a:pt x="531852" y="600691"/>
                  <a:pt x="562702" y="600691"/>
                  <a:pt x="581697" y="581697"/>
                </a:cubicBezTo>
                <a:cubicBezTo>
                  <a:pt x="600692" y="562702"/>
                  <a:pt x="600692" y="531852"/>
                  <a:pt x="581697" y="512857"/>
                </a:cubicBezTo>
                <a:lnTo>
                  <a:pt x="543707" y="474868"/>
                </a:lnTo>
                <a:cubicBezTo>
                  <a:pt x="560625" y="449340"/>
                  <a:pt x="572913" y="420479"/>
                  <a:pt x="579231" y="389413"/>
                </a:cubicBezTo>
                <a:lnTo>
                  <a:pt x="636042" y="389413"/>
                </a:lnTo>
                <a:cubicBezTo>
                  <a:pt x="662911" y="389413"/>
                  <a:pt x="684718" y="367606"/>
                  <a:pt x="684718" y="340737"/>
                </a:cubicBezTo>
                <a:cubicBezTo>
                  <a:pt x="684718" y="313867"/>
                  <a:pt x="662954" y="292060"/>
                  <a:pt x="636042" y="292060"/>
                </a:cubicBezTo>
                <a:lnTo>
                  <a:pt x="636042" y="292060"/>
                </a:lnTo>
                <a:close/>
                <a:moveTo>
                  <a:pt x="340737" y="486767"/>
                </a:moveTo>
                <a:cubicBezTo>
                  <a:pt x="260215" y="486767"/>
                  <a:pt x="194707" y="421259"/>
                  <a:pt x="194707" y="340737"/>
                </a:cubicBezTo>
                <a:cubicBezTo>
                  <a:pt x="194707" y="260215"/>
                  <a:pt x="260215" y="194707"/>
                  <a:pt x="340737" y="194707"/>
                </a:cubicBezTo>
                <a:cubicBezTo>
                  <a:pt x="421259" y="194707"/>
                  <a:pt x="486767" y="260215"/>
                  <a:pt x="486767" y="340737"/>
                </a:cubicBezTo>
                <a:cubicBezTo>
                  <a:pt x="486767" y="421259"/>
                  <a:pt x="421259" y="486767"/>
                  <a:pt x="340737" y="486767"/>
                </a:cubicBezTo>
                <a:lnTo>
                  <a:pt x="340737" y="486767"/>
                </a:lnTo>
                <a:close/>
              </a:path>
            </a:pathLst>
          </a:custGeom>
          <a:solidFill>
            <a:schemeClr val="accent3">
              <a:lumMod val="25000"/>
              <a:lumOff val="75000"/>
            </a:schemeClr>
          </a:solidFill>
          <a:ln w="4326" cap="flat">
            <a:noFill/>
            <a:prstDash val="solid"/>
            <a:miter/>
          </a:ln>
        </p:spPr>
        <p:txBody>
          <a:bodyPr rtlCol="0" anchor="ctr"/>
          <a:lstStyle/>
          <a:p>
            <a:pPr marL="0" marR="0" lvl="0" indent="0" algn="l" defTabSz="1371511"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51" name="Freeform: Shape 177">
            <a:extLst>
              <a:ext uri="{FF2B5EF4-FFF2-40B4-BE49-F238E27FC236}">
                <a16:creationId xmlns:a16="http://schemas.microsoft.com/office/drawing/2014/main" id="{F9861D5A-A636-477C-93A9-3597B46F77CC}"/>
              </a:ext>
            </a:extLst>
          </p:cNvPr>
          <p:cNvSpPr/>
          <p:nvPr/>
        </p:nvSpPr>
        <p:spPr>
          <a:xfrm flipH="1">
            <a:off x="8289988" y="5006251"/>
            <a:ext cx="103099" cy="86362"/>
          </a:xfrm>
          <a:custGeom>
            <a:avLst/>
            <a:gdLst>
              <a:gd name="connsiteX0" fmla="*/ 48677 w 683636"/>
              <a:gd name="connsiteY0" fmla="*/ 295305 h 683636"/>
              <a:gd name="connsiteX1" fmla="*/ 0 w 683636"/>
              <a:gd name="connsiteY1" fmla="*/ 343982 h 683636"/>
              <a:gd name="connsiteX2" fmla="*/ 48677 w 683636"/>
              <a:gd name="connsiteY2" fmla="*/ 392658 h 683636"/>
              <a:gd name="connsiteX3" fmla="*/ 105488 w 683636"/>
              <a:gd name="connsiteY3" fmla="*/ 392658 h 683636"/>
              <a:gd name="connsiteX4" fmla="*/ 141011 w 683636"/>
              <a:gd name="connsiteY4" fmla="*/ 478113 h 683636"/>
              <a:gd name="connsiteX5" fmla="*/ 103021 w 683636"/>
              <a:gd name="connsiteY5" fmla="*/ 516102 h 683636"/>
              <a:gd name="connsiteX6" fmla="*/ 103021 w 683636"/>
              <a:gd name="connsiteY6" fmla="*/ 584942 h 683636"/>
              <a:gd name="connsiteX7" fmla="*/ 171861 w 683636"/>
              <a:gd name="connsiteY7" fmla="*/ 584942 h 683636"/>
              <a:gd name="connsiteX8" fmla="*/ 209850 w 683636"/>
              <a:gd name="connsiteY8" fmla="*/ 546952 h 683636"/>
              <a:gd name="connsiteX9" fmla="*/ 295305 w 683636"/>
              <a:gd name="connsiteY9" fmla="*/ 582476 h 683636"/>
              <a:gd name="connsiteX10" fmla="*/ 295305 w 683636"/>
              <a:gd name="connsiteY10" fmla="*/ 636042 h 683636"/>
              <a:gd name="connsiteX11" fmla="*/ 343982 w 683636"/>
              <a:gd name="connsiteY11" fmla="*/ 684718 h 683636"/>
              <a:gd name="connsiteX12" fmla="*/ 392658 w 683636"/>
              <a:gd name="connsiteY12" fmla="*/ 636042 h 683636"/>
              <a:gd name="connsiteX13" fmla="*/ 392658 w 683636"/>
              <a:gd name="connsiteY13" fmla="*/ 582476 h 683636"/>
              <a:gd name="connsiteX14" fmla="*/ 478113 w 683636"/>
              <a:gd name="connsiteY14" fmla="*/ 546952 h 683636"/>
              <a:gd name="connsiteX15" fmla="*/ 516102 w 683636"/>
              <a:gd name="connsiteY15" fmla="*/ 584942 h 683636"/>
              <a:gd name="connsiteX16" fmla="*/ 584942 w 683636"/>
              <a:gd name="connsiteY16" fmla="*/ 584942 h 683636"/>
              <a:gd name="connsiteX17" fmla="*/ 584942 w 683636"/>
              <a:gd name="connsiteY17" fmla="*/ 516102 h 683636"/>
              <a:gd name="connsiteX18" fmla="*/ 546953 w 683636"/>
              <a:gd name="connsiteY18" fmla="*/ 478113 h 683636"/>
              <a:gd name="connsiteX19" fmla="*/ 582476 w 683636"/>
              <a:gd name="connsiteY19" fmla="*/ 392658 h 683636"/>
              <a:gd name="connsiteX20" fmla="*/ 636042 w 683636"/>
              <a:gd name="connsiteY20" fmla="*/ 392658 h 683636"/>
              <a:gd name="connsiteX21" fmla="*/ 684718 w 683636"/>
              <a:gd name="connsiteY21" fmla="*/ 343982 h 683636"/>
              <a:gd name="connsiteX22" fmla="*/ 636042 w 683636"/>
              <a:gd name="connsiteY22" fmla="*/ 295305 h 683636"/>
              <a:gd name="connsiteX23" fmla="*/ 582476 w 683636"/>
              <a:gd name="connsiteY23" fmla="*/ 295305 h 683636"/>
              <a:gd name="connsiteX24" fmla="*/ 546953 w 683636"/>
              <a:gd name="connsiteY24" fmla="*/ 209850 h 683636"/>
              <a:gd name="connsiteX25" fmla="*/ 584942 w 683636"/>
              <a:gd name="connsiteY25" fmla="*/ 171861 h 683636"/>
              <a:gd name="connsiteX26" fmla="*/ 584942 w 683636"/>
              <a:gd name="connsiteY26" fmla="*/ 103021 h 683636"/>
              <a:gd name="connsiteX27" fmla="*/ 516102 w 683636"/>
              <a:gd name="connsiteY27" fmla="*/ 103021 h 683636"/>
              <a:gd name="connsiteX28" fmla="*/ 478113 w 683636"/>
              <a:gd name="connsiteY28" fmla="*/ 141011 h 683636"/>
              <a:gd name="connsiteX29" fmla="*/ 392658 w 683636"/>
              <a:gd name="connsiteY29" fmla="*/ 105488 h 683636"/>
              <a:gd name="connsiteX30" fmla="*/ 392658 w 683636"/>
              <a:gd name="connsiteY30" fmla="*/ 48677 h 683636"/>
              <a:gd name="connsiteX31" fmla="*/ 343982 w 683636"/>
              <a:gd name="connsiteY31" fmla="*/ 0 h 683636"/>
              <a:gd name="connsiteX32" fmla="*/ 295305 w 683636"/>
              <a:gd name="connsiteY32" fmla="*/ 48677 h 683636"/>
              <a:gd name="connsiteX33" fmla="*/ 295305 w 683636"/>
              <a:gd name="connsiteY33" fmla="*/ 105488 h 683636"/>
              <a:gd name="connsiteX34" fmla="*/ 209850 w 683636"/>
              <a:gd name="connsiteY34" fmla="*/ 141011 h 683636"/>
              <a:gd name="connsiteX35" fmla="*/ 171861 w 683636"/>
              <a:gd name="connsiteY35" fmla="*/ 103021 h 683636"/>
              <a:gd name="connsiteX36" fmla="*/ 103021 w 683636"/>
              <a:gd name="connsiteY36" fmla="*/ 103021 h 683636"/>
              <a:gd name="connsiteX37" fmla="*/ 103021 w 683636"/>
              <a:gd name="connsiteY37" fmla="*/ 171861 h 683636"/>
              <a:gd name="connsiteX38" fmla="*/ 141011 w 683636"/>
              <a:gd name="connsiteY38" fmla="*/ 209850 h 683636"/>
              <a:gd name="connsiteX39" fmla="*/ 105488 w 683636"/>
              <a:gd name="connsiteY39" fmla="*/ 295305 h 683636"/>
              <a:gd name="connsiteX40" fmla="*/ 48677 w 683636"/>
              <a:gd name="connsiteY40" fmla="*/ 295305 h 683636"/>
              <a:gd name="connsiteX41" fmla="*/ 343982 w 683636"/>
              <a:gd name="connsiteY41" fmla="*/ 197952 h 683636"/>
              <a:gd name="connsiteX42" fmla="*/ 490012 w 683636"/>
              <a:gd name="connsiteY42" fmla="*/ 343982 h 683636"/>
              <a:gd name="connsiteX43" fmla="*/ 343982 w 683636"/>
              <a:gd name="connsiteY43" fmla="*/ 490012 h 683636"/>
              <a:gd name="connsiteX44" fmla="*/ 197952 w 683636"/>
              <a:gd name="connsiteY44" fmla="*/ 343982 h 683636"/>
              <a:gd name="connsiteX45" fmla="*/ 343982 w 683636"/>
              <a:gd name="connsiteY45" fmla="*/ 197952 h 683636"/>
              <a:gd name="connsiteX46" fmla="*/ 343982 w 683636"/>
              <a:gd name="connsiteY46" fmla="*/ 197952 h 6836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683636" h="683636">
                <a:moveTo>
                  <a:pt x="48677" y="295305"/>
                </a:moveTo>
                <a:cubicBezTo>
                  <a:pt x="21764" y="295305"/>
                  <a:pt x="0" y="317112"/>
                  <a:pt x="0" y="343982"/>
                </a:cubicBezTo>
                <a:cubicBezTo>
                  <a:pt x="0" y="370851"/>
                  <a:pt x="21764" y="392658"/>
                  <a:pt x="48677" y="392658"/>
                </a:cubicBezTo>
                <a:lnTo>
                  <a:pt x="105488" y="392658"/>
                </a:lnTo>
                <a:cubicBezTo>
                  <a:pt x="111805" y="423681"/>
                  <a:pt x="124093" y="452541"/>
                  <a:pt x="141011" y="478113"/>
                </a:cubicBezTo>
                <a:lnTo>
                  <a:pt x="103021" y="516102"/>
                </a:lnTo>
                <a:cubicBezTo>
                  <a:pt x="84027" y="535097"/>
                  <a:pt x="84027" y="565947"/>
                  <a:pt x="103021" y="584942"/>
                </a:cubicBezTo>
                <a:cubicBezTo>
                  <a:pt x="122016" y="603937"/>
                  <a:pt x="152866" y="603937"/>
                  <a:pt x="171861" y="584942"/>
                </a:cubicBezTo>
                <a:lnTo>
                  <a:pt x="209850" y="546952"/>
                </a:lnTo>
                <a:cubicBezTo>
                  <a:pt x="235379" y="563870"/>
                  <a:pt x="264239" y="576158"/>
                  <a:pt x="295305" y="582476"/>
                </a:cubicBezTo>
                <a:lnTo>
                  <a:pt x="295305" y="636042"/>
                </a:lnTo>
                <a:cubicBezTo>
                  <a:pt x="295305" y="662911"/>
                  <a:pt x="317112" y="684718"/>
                  <a:pt x="343982" y="684718"/>
                </a:cubicBezTo>
                <a:cubicBezTo>
                  <a:pt x="370851" y="684718"/>
                  <a:pt x="392658" y="662911"/>
                  <a:pt x="392658" y="636042"/>
                </a:cubicBezTo>
                <a:lnTo>
                  <a:pt x="392658" y="582476"/>
                </a:lnTo>
                <a:cubicBezTo>
                  <a:pt x="423682" y="576158"/>
                  <a:pt x="452541" y="563870"/>
                  <a:pt x="478113" y="546952"/>
                </a:cubicBezTo>
                <a:lnTo>
                  <a:pt x="516102" y="584942"/>
                </a:lnTo>
                <a:cubicBezTo>
                  <a:pt x="535097" y="603937"/>
                  <a:pt x="565947" y="603937"/>
                  <a:pt x="584942" y="584942"/>
                </a:cubicBezTo>
                <a:cubicBezTo>
                  <a:pt x="603937" y="565947"/>
                  <a:pt x="603937" y="535097"/>
                  <a:pt x="584942" y="516102"/>
                </a:cubicBezTo>
                <a:lnTo>
                  <a:pt x="546953" y="478113"/>
                </a:lnTo>
                <a:cubicBezTo>
                  <a:pt x="563870" y="452585"/>
                  <a:pt x="576159" y="423725"/>
                  <a:pt x="582476" y="392658"/>
                </a:cubicBezTo>
                <a:lnTo>
                  <a:pt x="636042" y="392658"/>
                </a:lnTo>
                <a:cubicBezTo>
                  <a:pt x="662911" y="392658"/>
                  <a:pt x="684718" y="370851"/>
                  <a:pt x="684718" y="343982"/>
                </a:cubicBezTo>
                <a:cubicBezTo>
                  <a:pt x="684718" y="317112"/>
                  <a:pt x="662911" y="295305"/>
                  <a:pt x="636042" y="295305"/>
                </a:cubicBezTo>
                <a:lnTo>
                  <a:pt x="582476" y="295305"/>
                </a:lnTo>
                <a:cubicBezTo>
                  <a:pt x="576159" y="264282"/>
                  <a:pt x="563870" y="235422"/>
                  <a:pt x="546953" y="209850"/>
                </a:cubicBezTo>
                <a:lnTo>
                  <a:pt x="584942" y="171861"/>
                </a:lnTo>
                <a:cubicBezTo>
                  <a:pt x="603937" y="152866"/>
                  <a:pt x="603937" y="122016"/>
                  <a:pt x="584942" y="103021"/>
                </a:cubicBezTo>
                <a:cubicBezTo>
                  <a:pt x="565947" y="84026"/>
                  <a:pt x="535097" y="84026"/>
                  <a:pt x="516102" y="103021"/>
                </a:cubicBezTo>
                <a:lnTo>
                  <a:pt x="478113" y="141011"/>
                </a:lnTo>
                <a:cubicBezTo>
                  <a:pt x="452585" y="124093"/>
                  <a:pt x="423725" y="111805"/>
                  <a:pt x="392658" y="105488"/>
                </a:cubicBezTo>
                <a:lnTo>
                  <a:pt x="392658" y="48677"/>
                </a:lnTo>
                <a:cubicBezTo>
                  <a:pt x="392658" y="21807"/>
                  <a:pt x="370851" y="0"/>
                  <a:pt x="343982" y="0"/>
                </a:cubicBezTo>
                <a:cubicBezTo>
                  <a:pt x="317112" y="0"/>
                  <a:pt x="295305" y="21807"/>
                  <a:pt x="295305" y="48677"/>
                </a:cubicBezTo>
                <a:lnTo>
                  <a:pt x="295305" y="105488"/>
                </a:lnTo>
                <a:cubicBezTo>
                  <a:pt x="264282" y="111805"/>
                  <a:pt x="235422" y="124093"/>
                  <a:pt x="209850" y="141011"/>
                </a:cubicBezTo>
                <a:lnTo>
                  <a:pt x="171861" y="103021"/>
                </a:lnTo>
                <a:cubicBezTo>
                  <a:pt x="152866" y="84026"/>
                  <a:pt x="122016" y="84026"/>
                  <a:pt x="103021" y="103021"/>
                </a:cubicBezTo>
                <a:cubicBezTo>
                  <a:pt x="84027" y="122059"/>
                  <a:pt x="84027" y="152866"/>
                  <a:pt x="103021" y="171861"/>
                </a:cubicBezTo>
                <a:lnTo>
                  <a:pt x="141011" y="209850"/>
                </a:lnTo>
                <a:cubicBezTo>
                  <a:pt x="124093" y="235379"/>
                  <a:pt x="111805" y="264238"/>
                  <a:pt x="105488" y="295305"/>
                </a:cubicBezTo>
                <a:lnTo>
                  <a:pt x="48677" y="295305"/>
                </a:lnTo>
                <a:close/>
                <a:moveTo>
                  <a:pt x="343982" y="197952"/>
                </a:moveTo>
                <a:cubicBezTo>
                  <a:pt x="424504" y="197952"/>
                  <a:pt x="490012" y="263460"/>
                  <a:pt x="490012" y="343982"/>
                </a:cubicBezTo>
                <a:cubicBezTo>
                  <a:pt x="490012" y="424504"/>
                  <a:pt x="424504" y="490012"/>
                  <a:pt x="343982" y="490012"/>
                </a:cubicBezTo>
                <a:cubicBezTo>
                  <a:pt x="263460" y="490012"/>
                  <a:pt x="197952" y="424504"/>
                  <a:pt x="197952" y="343982"/>
                </a:cubicBezTo>
                <a:cubicBezTo>
                  <a:pt x="197952" y="263460"/>
                  <a:pt x="263460" y="197952"/>
                  <a:pt x="343982" y="197952"/>
                </a:cubicBezTo>
                <a:lnTo>
                  <a:pt x="343982" y="197952"/>
                </a:lnTo>
                <a:close/>
              </a:path>
            </a:pathLst>
          </a:custGeom>
          <a:solidFill>
            <a:schemeClr val="accent3">
              <a:lumMod val="25000"/>
              <a:lumOff val="75000"/>
            </a:schemeClr>
          </a:solidFill>
          <a:ln w="4326" cap="flat">
            <a:noFill/>
            <a:prstDash val="solid"/>
            <a:miter/>
          </a:ln>
        </p:spPr>
        <p:txBody>
          <a:bodyPr rtlCol="0" anchor="ctr"/>
          <a:lstStyle/>
          <a:p>
            <a:pPr marL="0" marR="0" lvl="0" indent="0" algn="l" defTabSz="1371511"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38" name="Freeform: Shape 179">
            <a:extLst>
              <a:ext uri="{FF2B5EF4-FFF2-40B4-BE49-F238E27FC236}">
                <a16:creationId xmlns:a16="http://schemas.microsoft.com/office/drawing/2014/main" id="{6475D56D-89A3-43D7-B7CD-9A59FAFACE24}"/>
              </a:ext>
            </a:extLst>
          </p:cNvPr>
          <p:cNvSpPr/>
          <p:nvPr/>
        </p:nvSpPr>
        <p:spPr>
          <a:xfrm>
            <a:off x="8272455" y="5452177"/>
            <a:ext cx="12600" cy="11925"/>
          </a:xfrm>
          <a:custGeom>
            <a:avLst/>
            <a:gdLst>
              <a:gd name="connsiteX0" fmla="*/ 77883 w 77882"/>
              <a:gd name="connsiteY0" fmla="*/ 38941 h 77882"/>
              <a:gd name="connsiteX1" fmla="*/ 38941 w 77882"/>
              <a:gd name="connsiteY1" fmla="*/ 77883 h 77882"/>
              <a:gd name="connsiteX2" fmla="*/ 0 w 77882"/>
              <a:gd name="connsiteY2" fmla="*/ 38941 h 77882"/>
              <a:gd name="connsiteX3" fmla="*/ 38941 w 77882"/>
              <a:gd name="connsiteY3" fmla="*/ 0 h 77882"/>
              <a:gd name="connsiteX4" fmla="*/ 77883 w 77882"/>
              <a:gd name="connsiteY4" fmla="*/ 38941 h 77882"/>
              <a:gd name="connsiteX5" fmla="*/ 77883 w 77882"/>
              <a:gd name="connsiteY5" fmla="*/ 38941 h 77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82" h="77882">
                <a:moveTo>
                  <a:pt x="77883" y="38941"/>
                </a:moveTo>
                <a:cubicBezTo>
                  <a:pt x="77883" y="60446"/>
                  <a:pt x="60446" y="77883"/>
                  <a:pt x="38941" y="77883"/>
                </a:cubicBezTo>
                <a:cubicBezTo>
                  <a:pt x="17437" y="77883"/>
                  <a:pt x="0" y="60446"/>
                  <a:pt x="0" y="38941"/>
                </a:cubicBezTo>
                <a:cubicBezTo>
                  <a:pt x="0" y="17437"/>
                  <a:pt x="17437" y="0"/>
                  <a:pt x="38941" y="0"/>
                </a:cubicBezTo>
                <a:cubicBezTo>
                  <a:pt x="60446" y="0"/>
                  <a:pt x="77883" y="17437"/>
                  <a:pt x="77883" y="38941"/>
                </a:cubicBezTo>
                <a:lnTo>
                  <a:pt x="77883" y="38941"/>
                </a:lnTo>
                <a:close/>
              </a:path>
            </a:pathLst>
          </a:custGeom>
          <a:solidFill>
            <a:schemeClr val="accent3">
              <a:lumMod val="50000"/>
              <a:lumOff val="50000"/>
            </a:schemeClr>
          </a:solidFill>
          <a:ln w="4326" cap="flat">
            <a:noFill/>
            <a:prstDash val="solid"/>
            <a:miter/>
          </a:ln>
        </p:spPr>
        <p:txBody>
          <a:bodyPr rtlCol="0" anchor="ctr"/>
          <a:lstStyle/>
          <a:p>
            <a:pPr marL="0" marR="0" lvl="0" indent="0" algn="l" defTabSz="1371511"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39" name="Freeform: Shape 180">
            <a:extLst>
              <a:ext uri="{FF2B5EF4-FFF2-40B4-BE49-F238E27FC236}">
                <a16:creationId xmlns:a16="http://schemas.microsoft.com/office/drawing/2014/main" id="{F8F310D7-3928-4FF6-BB11-56DE3C8C6C91}"/>
              </a:ext>
            </a:extLst>
          </p:cNvPr>
          <p:cNvSpPr/>
          <p:nvPr/>
        </p:nvSpPr>
        <p:spPr>
          <a:xfrm>
            <a:off x="8217857" y="5452177"/>
            <a:ext cx="12600" cy="11925"/>
          </a:xfrm>
          <a:custGeom>
            <a:avLst/>
            <a:gdLst>
              <a:gd name="connsiteX0" fmla="*/ 77883 w 77882"/>
              <a:gd name="connsiteY0" fmla="*/ 38941 h 77882"/>
              <a:gd name="connsiteX1" fmla="*/ 38941 w 77882"/>
              <a:gd name="connsiteY1" fmla="*/ 77883 h 77882"/>
              <a:gd name="connsiteX2" fmla="*/ 0 w 77882"/>
              <a:gd name="connsiteY2" fmla="*/ 38941 h 77882"/>
              <a:gd name="connsiteX3" fmla="*/ 38941 w 77882"/>
              <a:gd name="connsiteY3" fmla="*/ 0 h 77882"/>
              <a:gd name="connsiteX4" fmla="*/ 77883 w 77882"/>
              <a:gd name="connsiteY4" fmla="*/ 38941 h 77882"/>
              <a:gd name="connsiteX5" fmla="*/ 77883 w 77882"/>
              <a:gd name="connsiteY5" fmla="*/ 38941 h 77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882" h="77882">
                <a:moveTo>
                  <a:pt x="77883" y="38941"/>
                </a:moveTo>
                <a:cubicBezTo>
                  <a:pt x="77883" y="60446"/>
                  <a:pt x="60446" y="77883"/>
                  <a:pt x="38941" y="77883"/>
                </a:cubicBezTo>
                <a:cubicBezTo>
                  <a:pt x="17437" y="77883"/>
                  <a:pt x="0" y="60446"/>
                  <a:pt x="0" y="38941"/>
                </a:cubicBezTo>
                <a:cubicBezTo>
                  <a:pt x="0" y="17437"/>
                  <a:pt x="17437" y="0"/>
                  <a:pt x="38941" y="0"/>
                </a:cubicBezTo>
                <a:cubicBezTo>
                  <a:pt x="60446" y="0"/>
                  <a:pt x="77883" y="17437"/>
                  <a:pt x="77883" y="38941"/>
                </a:cubicBezTo>
                <a:lnTo>
                  <a:pt x="77883" y="38941"/>
                </a:lnTo>
                <a:close/>
              </a:path>
            </a:pathLst>
          </a:custGeom>
          <a:solidFill>
            <a:schemeClr val="accent3">
              <a:lumMod val="50000"/>
              <a:lumOff val="50000"/>
            </a:schemeClr>
          </a:solidFill>
          <a:ln w="4326" cap="flat">
            <a:noFill/>
            <a:prstDash val="solid"/>
            <a:miter/>
          </a:ln>
        </p:spPr>
        <p:txBody>
          <a:bodyPr rtlCol="0" anchor="ctr"/>
          <a:lstStyle/>
          <a:p>
            <a:pPr marL="0" marR="0" lvl="0" indent="0" algn="l" defTabSz="1371511"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40" name="Freeform: Shape 181">
            <a:extLst>
              <a:ext uri="{FF2B5EF4-FFF2-40B4-BE49-F238E27FC236}">
                <a16:creationId xmlns:a16="http://schemas.microsoft.com/office/drawing/2014/main" id="{DA6B95B7-0F76-4596-9B70-A131C8D1625B}"/>
              </a:ext>
            </a:extLst>
          </p:cNvPr>
          <p:cNvSpPr/>
          <p:nvPr/>
        </p:nvSpPr>
        <p:spPr>
          <a:xfrm>
            <a:off x="8236757" y="5458178"/>
            <a:ext cx="20999" cy="27162"/>
          </a:xfrm>
          <a:custGeom>
            <a:avLst/>
            <a:gdLst>
              <a:gd name="connsiteX0" fmla="*/ 38937 w 129804"/>
              <a:gd name="connsiteY0" fmla="*/ 181472 h 177399"/>
              <a:gd name="connsiteX1" fmla="*/ 90859 w 129804"/>
              <a:gd name="connsiteY1" fmla="*/ 181472 h 177399"/>
              <a:gd name="connsiteX2" fmla="*/ 129497 w 129804"/>
              <a:gd name="connsiteY2" fmla="*/ 147766 h 177399"/>
              <a:gd name="connsiteX3" fmla="*/ 101243 w 129804"/>
              <a:gd name="connsiteY3" fmla="*/ 104974 h 177399"/>
              <a:gd name="connsiteX4" fmla="*/ 125690 w 129804"/>
              <a:gd name="connsiteY4" fmla="*/ 56081 h 177399"/>
              <a:gd name="connsiteX5" fmla="*/ 108123 w 129804"/>
              <a:gd name="connsiteY5" fmla="*/ 4116 h 177399"/>
              <a:gd name="connsiteX6" fmla="*/ 56028 w 129804"/>
              <a:gd name="connsiteY6" fmla="*/ 21293 h 177399"/>
              <a:gd name="connsiteX7" fmla="*/ 4106 w 129804"/>
              <a:gd name="connsiteY7" fmla="*/ 125137 h 177399"/>
              <a:gd name="connsiteX8" fmla="*/ 5837 w 129804"/>
              <a:gd name="connsiteY8" fmla="*/ 162997 h 177399"/>
              <a:gd name="connsiteX9" fmla="*/ 38937 w 129804"/>
              <a:gd name="connsiteY9" fmla="*/ 181472 h 177399"/>
              <a:gd name="connsiteX10" fmla="*/ 38937 w 129804"/>
              <a:gd name="connsiteY10" fmla="*/ 181472 h 1773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9804" h="177399">
                <a:moveTo>
                  <a:pt x="38937" y="181472"/>
                </a:moveTo>
                <a:lnTo>
                  <a:pt x="90859" y="181472"/>
                </a:lnTo>
                <a:cubicBezTo>
                  <a:pt x="110329" y="181472"/>
                  <a:pt x="126858" y="167107"/>
                  <a:pt x="129497" y="147766"/>
                </a:cubicBezTo>
                <a:cubicBezTo>
                  <a:pt x="132137" y="128468"/>
                  <a:pt x="120065" y="110166"/>
                  <a:pt x="101243" y="104974"/>
                </a:cubicBezTo>
                <a:lnTo>
                  <a:pt x="125690" y="56081"/>
                </a:lnTo>
                <a:cubicBezTo>
                  <a:pt x="135122" y="36870"/>
                  <a:pt x="127247" y="13678"/>
                  <a:pt x="108123" y="4116"/>
                </a:cubicBezTo>
                <a:cubicBezTo>
                  <a:pt x="88998" y="-5446"/>
                  <a:pt x="65720" y="2212"/>
                  <a:pt x="56028" y="21293"/>
                </a:cubicBezTo>
                <a:lnTo>
                  <a:pt x="4106" y="125137"/>
                </a:lnTo>
                <a:cubicBezTo>
                  <a:pt x="-1908" y="137209"/>
                  <a:pt x="-1302" y="151530"/>
                  <a:pt x="5837" y="162997"/>
                </a:cubicBezTo>
                <a:cubicBezTo>
                  <a:pt x="12890" y="174506"/>
                  <a:pt x="25437" y="181472"/>
                  <a:pt x="38937" y="181472"/>
                </a:cubicBezTo>
                <a:lnTo>
                  <a:pt x="38937" y="181472"/>
                </a:lnTo>
                <a:close/>
              </a:path>
            </a:pathLst>
          </a:custGeom>
          <a:solidFill>
            <a:schemeClr val="accent3">
              <a:lumMod val="50000"/>
              <a:lumOff val="50000"/>
            </a:schemeClr>
          </a:solidFill>
          <a:ln w="4326" cap="flat">
            <a:noFill/>
            <a:prstDash val="solid"/>
            <a:miter/>
          </a:ln>
        </p:spPr>
        <p:txBody>
          <a:bodyPr rtlCol="0" anchor="ctr"/>
          <a:lstStyle/>
          <a:p>
            <a:pPr marL="0" marR="0" lvl="0" indent="0" algn="l" defTabSz="1371511"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41" name="Freeform: Shape 182">
            <a:extLst>
              <a:ext uri="{FF2B5EF4-FFF2-40B4-BE49-F238E27FC236}">
                <a16:creationId xmlns:a16="http://schemas.microsoft.com/office/drawing/2014/main" id="{0E5CBC83-590D-4429-8EEC-DCBCEE23AF7E}"/>
              </a:ext>
            </a:extLst>
          </p:cNvPr>
          <p:cNvSpPr/>
          <p:nvPr/>
        </p:nvSpPr>
        <p:spPr>
          <a:xfrm>
            <a:off x="8236757" y="5390563"/>
            <a:ext cx="29399" cy="11925"/>
          </a:xfrm>
          <a:custGeom>
            <a:avLst/>
            <a:gdLst>
              <a:gd name="connsiteX0" fmla="*/ 38941 w 181726"/>
              <a:gd name="connsiteY0" fmla="*/ 77883 h 77882"/>
              <a:gd name="connsiteX1" fmla="*/ 142785 w 181726"/>
              <a:gd name="connsiteY1" fmla="*/ 77883 h 77882"/>
              <a:gd name="connsiteX2" fmla="*/ 181726 w 181726"/>
              <a:gd name="connsiteY2" fmla="*/ 38941 h 77882"/>
              <a:gd name="connsiteX3" fmla="*/ 142785 w 181726"/>
              <a:gd name="connsiteY3" fmla="*/ 0 h 77882"/>
              <a:gd name="connsiteX4" fmla="*/ 38941 w 181726"/>
              <a:gd name="connsiteY4" fmla="*/ 0 h 77882"/>
              <a:gd name="connsiteX5" fmla="*/ 0 w 181726"/>
              <a:gd name="connsiteY5" fmla="*/ 38941 h 77882"/>
              <a:gd name="connsiteX6" fmla="*/ 38941 w 181726"/>
              <a:gd name="connsiteY6" fmla="*/ 77883 h 77882"/>
              <a:gd name="connsiteX7" fmla="*/ 38941 w 181726"/>
              <a:gd name="connsiteY7" fmla="*/ 77883 h 77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1726" h="77882">
                <a:moveTo>
                  <a:pt x="38941" y="77883"/>
                </a:moveTo>
                <a:lnTo>
                  <a:pt x="142785" y="77883"/>
                </a:lnTo>
                <a:cubicBezTo>
                  <a:pt x="164289" y="77883"/>
                  <a:pt x="181726" y="60446"/>
                  <a:pt x="181726" y="38941"/>
                </a:cubicBezTo>
                <a:cubicBezTo>
                  <a:pt x="181726" y="17437"/>
                  <a:pt x="164289" y="0"/>
                  <a:pt x="142785" y="0"/>
                </a:cubicBezTo>
                <a:lnTo>
                  <a:pt x="38941" y="0"/>
                </a:lnTo>
                <a:cubicBezTo>
                  <a:pt x="17437" y="0"/>
                  <a:pt x="0" y="17437"/>
                  <a:pt x="0" y="38941"/>
                </a:cubicBezTo>
                <a:cubicBezTo>
                  <a:pt x="0" y="60446"/>
                  <a:pt x="17437" y="77883"/>
                  <a:pt x="38941" y="77883"/>
                </a:cubicBezTo>
                <a:lnTo>
                  <a:pt x="38941" y="77883"/>
                </a:lnTo>
                <a:close/>
              </a:path>
            </a:pathLst>
          </a:custGeom>
          <a:solidFill>
            <a:schemeClr val="accent3">
              <a:lumMod val="50000"/>
              <a:lumOff val="50000"/>
            </a:schemeClr>
          </a:solidFill>
          <a:ln w="4326" cap="flat">
            <a:noFill/>
            <a:prstDash val="solid"/>
            <a:miter/>
          </a:ln>
        </p:spPr>
        <p:txBody>
          <a:bodyPr rtlCol="0" anchor="ctr"/>
          <a:lstStyle/>
          <a:p>
            <a:pPr marL="0" marR="0" lvl="0" indent="0" algn="l" defTabSz="1371511"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42" name="Freeform: Shape 183">
            <a:extLst>
              <a:ext uri="{FF2B5EF4-FFF2-40B4-BE49-F238E27FC236}">
                <a16:creationId xmlns:a16="http://schemas.microsoft.com/office/drawing/2014/main" id="{F35B1CCA-CED4-46EB-9D82-73AF3472A5B4}"/>
              </a:ext>
            </a:extLst>
          </p:cNvPr>
          <p:cNvSpPr/>
          <p:nvPr/>
        </p:nvSpPr>
        <p:spPr>
          <a:xfrm>
            <a:off x="8135940" y="5366707"/>
            <a:ext cx="263887" cy="250428"/>
          </a:xfrm>
          <a:custGeom>
            <a:avLst/>
            <a:gdLst>
              <a:gd name="connsiteX0" fmla="*/ 1601528 w 1631208"/>
              <a:gd name="connsiteY0" fmla="*/ 1159457 h 1635535"/>
              <a:gd name="connsiteX1" fmla="*/ 1560121 w 1631208"/>
              <a:gd name="connsiteY1" fmla="*/ 1154308 h 1635535"/>
              <a:gd name="connsiteX2" fmla="*/ 1551164 w 1631208"/>
              <a:gd name="connsiteY2" fmla="*/ 1132760 h 1635535"/>
              <a:gd name="connsiteX3" fmla="*/ 1576779 w 1631208"/>
              <a:gd name="connsiteY3" fmla="*/ 1099876 h 1635535"/>
              <a:gd name="connsiteX4" fmla="*/ 1573620 w 1631208"/>
              <a:gd name="connsiteY4" fmla="*/ 1048387 h 1635535"/>
              <a:gd name="connsiteX5" fmla="*/ 1480118 w 1631208"/>
              <a:gd name="connsiteY5" fmla="*/ 954885 h 1635535"/>
              <a:gd name="connsiteX6" fmla="*/ 1428629 w 1631208"/>
              <a:gd name="connsiteY6" fmla="*/ 951726 h 1635535"/>
              <a:gd name="connsiteX7" fmla="*/ 1395745 w 1631208"/>
              <a:gd name="connsiteY7" fmla="*/ 977384 h 1635535"/>
              <a:gd name="connsiteX8" fmla="*/ 1374154 w 1631208"/>
              <a:gd name="connsiteY8" fmla="*/ 968428 h 1635535"/>
              <a:gd name="connsiteX9" fmla="*/ 1369048 w 1631208"/>
              <a:gd name="connsiteY9" fmla="*/ 927020 h 1635535"/>
              <a:gd name="connsiteX10" fmla="*/ 1330410 w 1631208"/>
              <a:gd name="connsiteY10" fmla="*/ 892882 h 1635535"/>
              <a:gd name="connsiteX11" fmla="*/ 1198183 w 1631208"/>
              <a:gd name="connsiteY11" fmla="*/ 892882 h 1635535"/>
              <a:gd name="connsiteX12" fmla="*/ 1159544 w 1631208"/>
              <a:gd name="connsiteY12" fmla="*/ 927020 h 1635535"/>
              <a:gd name="connsiteX13" fmla="*/ 1154395 w 1631208"/>
              <a:gd name="connsiteY13" fmla="*/ 968428 h 1635535"/>
              <a:gd name="connsiteX14" fmla="*/ 1132848 w 1631208"/>
              <a:gd name="connsiteY14" fmla="*/ 977384 h 1635535"/>
              <a:gd name="connsiteX15" fmla="*/ 1099964 w 1631208"/>
              <a:gd name="connsiteY15" fmla="*/ 951726 h 1635535"/>
              <a:gd name="connsiteX16" fmla="*/ 1048475 w 1631208"/>
              <a:gd name="connsiteY16" fmla="*/ 954885 h 1635535"/>
              <a:gd name="connsiteX17" fmla="*/ 954972 w 1631208"/>
              <a:gd name="connsiteY17" fmla="*/ 1048387 h 1635535"/>
              <a:gd name="connsiteX18" fmla="*/ 951814 w 1631208"/>
              <a:gd name="connsiteY18" fmla="*/ 1099876 h 1635535"/>
              <a:gd name="connsiteX19" fmla="*/ 977472 w 1631208"/>
              <a:gd name="connsiteY19" fmla="*/ 1132760 h 1635535"/>
              <a:gd name="connsiteX20" fmla="*/ 968515 w 1631208"/>
              <a:gd name="connsiteY20" fmla="*/ 1154351 h 1635535"/>
              <a:gd name="connsiteX21" fmla="*/ 927108 w 1631208"/>
              <a:gd name="connsiteY21" fmla="*/ 1159457 h 1635535"/>
              <a:gd name="connsiteX22" fmla="*/ 892969 w 1631208"/>
              <a:gd name="connsiteY22" fmla="*/ 1198095 h 1635535"/>
              <a:gd name="connsiteX23" fmla="*/ 892969 w 1631208"/>
              <a:gd name="connsiteY23" fmla="*/ 1232580 h 1635535"/>
              <a:gd name="connsiteX24" fmla="*/ 714055 w 1631208"/>
              <a:gd name="connsiteY24" fmla="*/ 1389124 h 1635535"/>
              <a:gd name="connsiteX25" fmla="*/ 487763 w 1631208"/>
              <a:gd name="connsiteY25" fmla="*/ 1191129 h 1635535"/>
              <a:gd name="connsiteX26" fmla="*/ 569453 w 1631208"/>
              <a:gd name="connsiteY26" fmla="*/ 1166639 h 1635535"/>
              <a:gd name="connsiteX27" fmla="*/ 597188 w 1631208"/>
              <a:gd name="connsiteY27" fmla="*/ 1129342 h 1635535"/>
              <a:gd name="connsiteX28" fmla="*/ 597188 w 1631208"/>
              <a:gd name="connsiteY28" fmla="*/ 1037137 h 1635535"/>
              <a:gd name="connsiteX29" fmla="*/ 714012 w 1631208"/>
              <a:gd name="connsiteY29" fmla="*/ 1064440 h 1635535"/>
              <a:gd name="connsiteX30" fmla="*/ 933295 w 1631208"/>
              <a:gd name="connsiteY30" fmla="*/ 975221 h 1635535"/>
              <a:gd name="connsiteX31" fmla="*/ 1052239 w 1631208"/>
              <a:gd name="connsiteY31" fmla="*/ 800893 h 1635535"/>
              <a:gd name="connsiteX32" fmla="*/ 1168328 w 1631208"/>
              <a:gd name="connsiteY32" fmla="*/ 610124 h 1635535"/>
              <a:gd name="connsiteX33" fmla="*/ 1144573 w 1631208"/>
              <a:gd name="connsiteY33" fmla="*/ 545309 h 1635535"/>
              <a:gd name="connsiteX34" fmla="*/ 1083133 w 1631208"/>
              <a:gd name="connsiteY34" fmla="*/ 520256 h 1635535"/>
              <a:gd name="connsiteX35" fmla="*/ 1116363 w 1631208"/>
              <a:gd name="connsiteY35" fmla="*/ 428744 h 1635535"/>
              <a:gd name="connsiteX36" fmla="*/ 1116363 w 1631208"/>
              <a:gd name="connsiteY36" fmla="*/ 246628 h 1635535"/>
              <a:gd name="connsiteX37" fmla="*/ 869734 w 1631208"/>
              <a:gd name="connsiteY37" fmla="*/ 0 h 1635535"/>
              <a:gd name="connsiteX38" fmla="*/ 558203 w 1631208"/>
              <a:gd name="connsiteY38" fmla="*/ 0 h 1635535"/>
              <a:gd name="connsiteX39" fmla="*/ 311575 w 1631208"/>
              <a:gd name="connsiteY39" fmla="*/ 246628 h 1635535"/>
              <a:gd name="connsiteX40" fmla="*/ 311575 w 1631208"/>
              <a:gd name="connsiteY40" fmla="*/ 428744 h 1635535"/>
              <a:gd name="connsiteX41" fmla="*/ 344805 w 1631208"/>
              <a:gd name="connsiteY41" fmla="*/ 520256 h 1635535"/>
              <a:gd name="connsiteX42" fmla="*/ 283364 w 1631208"/>
              <a:gd name="connsiteY42" fmla="*/ 545309 h 1635535"/>
              <a:gd name="connsiteX43" fmla="*/ 259610 w 1631208"/>
              <a:gd name="connsiteY43" fmla="*/ 610124 h 1635535"/>
              <a:gd name="connsiteX44" fmla="*/ 375698 w 1631208"/>
              <a:gd name="connsiteY44" fmla="*/ 800893 h 1635535"/>
              <a:gd name="connsiteX45" fmla="*/ 494643 w 1631208"/>
              <a:gd name="connsiteY45" fmla="*/ 975221 h 1635535"/>
              <a:gd name="connsiteX46" fmla="*/ 519219 w 1631208"/>
              <a:gd name="connsiteY46" fmla="*/ 993740 h 1635535"/>
              <a:gd name="connsiteX47" fmla="*/ 519219 w 1631208"/>
              <a:gd name="connsiteY47" fmla="*/ 1100395 h 1635535"/>
              <a:gd name="connsiteX48" fmla="*/ 101768 w 1631208"/>
              <a:gd name="connsiteY48" fmla="*/ 1225657 h 1635535"/>
              <a:gd name="connsiteX49" fmla="*/ 1 w 1631208"/>
              <a:gd name="connsiteY49" fmla="*/ 1362427 h 1635535"/>
              <a:gd name="connsiteX50" fmla="*/ 1 w 1631208"/>
              <a:gd name="connsiteY50" fmla="*/ 1596681 h 1635535"/>
              <a:gd name="connsiteX51" fmla="*/ 38943 w 1631208"/>
              <a:gd name="connsiteY51" fmla="*/ 1635622 h 1635535"/>
              <a:gd name="connsiteX52" fmla="*/ 77884 w 1631208"/>
              <a:gd name="connsiteY52" fmla="*/ 1596681 h 1635535"/>
              <a:gd name="connsiteX53" fmla="*/ 77884 w 1631208"/>
              <a:gd name="connsiteY53" fmla="*/ 1362427 h 1635535"/>
              <a:gd name="connsiteX54" fmla="*/ 124138 w 1631208"/>
              <a:gd name="connsiteY54" fmla="*/ 1300251 h 1635535"/>
              <a:gd name="connsiteX55" fmla="*/ 399582 w 1631208"/>
              <a:gd name="connsiteY55" fmla="*/ 1217609 h 1635535"/>
              <a:gd name="connsiteX56" fmla="*/ 688397 w 1631208"/>
              <a:gd name="connsiteY56" fmla="*/ 1470165 h 1635535"/>
              <a:gd name="connsiteX57" fmla="*/ 739670 w 1631208"/>
              <a:gd name="connsiteY57" fmla="*/ 1470165 h 1635535"/>
              <a:gd name="connsiteX58" fmla="*/ 893315 w 1631208"/>
              <a:gd name="connsiteY58" fmla="*/ 1335731 h 1635535"/>
              <a:gd name="connsiteX59" fmla="*/ 927064 w 1631208"/>
              <a:gd name="connsiteY59" fmla="*/ 1369004 h 1635535"/>
              <a:gd name="connsiteX60" fmla="*/ 968472 w 1631208"/>
              <a:gd name="connsiteY60" fmla="*/ 1374110 h 1635535"/>
              <a:gd name="connsiteX61" fmla="*/ 977385 w 1631208"/>
              <a:gd name="connsiteY61" fmla="*/ 1395657 h 1635535"/>
              <a:gd name="connsiteX62" fmla="*/ 951727 w 1631208"/>
              <a:gd name="connsiteY62" fmla="*/ 1428541 h 1635535"/>
              <a:gd name="connsiteX63" fmla="*/ 954886 w 1631208"/>
              <a:gd name="connsiteY63" fmla="*/ 1480030 h 1635535"/>
              <a:gd name="connsiteX64" fmla="*/ 1048388 w 1631208"/>
              <a:gd name="connsiteY64" fmla="*/ 1573533 h 1635535"/>
              <a:gd name="connsiteX65" fmla="*/ 1099877 w 1631208"/>
              <a:gd name="connsiteY65" fmla="*/ 1576691 h 1635535"/>
              <a:gd name="connsiteX66" fmla="*/ 1132761 w 1631208"/>
              <a:gd name="connsiteY66" fmla="*/ 1551033 h 1635535"/>
              <a:gd name="connsiteX67" fmla="*/ 1154309 w 1631208"/>
              <a:gd name="connsiteY67" fmla="*/ 1559990 h 1635535"/>
              <a:gd name="connsiteX68" fmla="*/ 1159414 w 1631208"/>
              <a:gd name="connsiteY68" fmla="*/ 1601397 h 1635535"/>
              <a:gd name="connsiteX69" fmla="*/ 1198053 w 1631208"/>
              <a:gd name="connsiteY69" fmla="*/ 1635536 h 1635535"/>
              <a:gd name="connsiteX70" fmla="*/ 1330280 w 1631208"/>
              <a:gd name="connsiteY70" fmla="*/ 1635536 h 1635535"/>
              <a:gd name="connsiteX71" fmla="*/ 1368919 w 1631208"/>
              <a:gd name="connsiteY71" fmla="*/ 1601354 h 1635535"/>
              <a:gd name="connsiteX72" fmla="*/ 1374024 w 1631208"/>
              <a:gd name="connsiteY72" fmla="*/ 1559946 h 1635535"/>
              <a:gd name="connsiteX73" fmla="*/ 1395615 w 1631208"/>
              <a:gd name="connsiteY73" fmla="*/ 1550990 h 1635535"/>
              <a:gd name="connsiteX74" fmla="*/ 1428499 w 1631208"/>
              <a:gd name="connsiteY74" fmla="*/ 1576605 h 1635535"/>
              <a:gd name="connsiteX75" fmla="*/ 1479988 w 1631208"/>
              <a:gd name="connsiteY75" fmla="*/ 1573446 h 1635535"/>
              <a:gd name="connsiteX76" fmla="*/ 1573490 w 1631208"/>
              <a:gd name="connsiteY76" fmla="*/ 1479944 h 1635535"/>
              <a:gd name="connsiteX77" fmla="*/ 1576649 w 1631208"/>
              <a:gd name="connsiteY77" fmla="*/ 1428454 h 1635535"/>
              <a:gd name="connsiteX78" fmla="*/ 1550991 w 1631208"/>
              <a:gd name="connsiteY78" fmla="*/ 1395571 h 1635535"/>
              <a:gd name="connsiteX79" fmla="*/ 1559947 w 1631208"/>
              <a:gd name="connsiteY79" fmla="*/ 1374023 h 1635535"/>
              <a:gd name="connsiteX80" fmla="*/ 1601312 w 1631208"/>
              <a:gd name="connsiteY80" fmla="*/ 1368917 h 1635535"/>
              <a:gd name="connsiteX81" fmla="*/ 1635494 w 1631208"/>
              <a:gd name="connsiteY81" fmla="*/ 1330279 h 1635535"/>
              <a:gd name="connsiteX82" fmla="*/ 1635494 w 1631208"/>
              <a:gd name="connsiteY82" fmla="*/ 1198052 h 1635535"/>
              <a:gd name="connsiteX83" fmla="*/ 1601528 w 1631208"/>
              <a:gd name="connsiteY83" fmla="*/ 1159457 h 1635535"/>
              <a:gd name="connsiteX84" fmla="*/ 1601528 w 1631208"/>
              <a:gd name="connsiteY84" fmla="*/ 1159457 h 1635535"/>
              <a:gd name="connsiteX85" fmla="*/ 413039 w 1631208"/>
              <a:gd name="connsiteY85" fmla="*/ 478675 h 1635535"/>
              <a:gd name="connsiteX86" fmla="*/ 389631 w 1631208"/>
              <a:gd name="connsiteY86" fmla="*/ 432119 h 1635535"/>
              <a:gd name="connsiteX87" fmla="*/ 1038480 w 1631208"/>
              <a:gd name="connsiteY87" fmla="*/ 432119 h 1635535"/>
              <a:gd name="connsiteX88" fmla="*/ 1013601 w 1631208"/>
              <a:gd name="connsiteY88" fmla="*/ 479887 h 1635535"/>
              <a:gd name="connsiteX89" fmla="*/ 961289 w 1631208"/>
              <a:gd name="connsiteY89" fmla="*/ 492478 h 1635535"/>
              <a:gd name="connsiteX90" fmla="*/ 714055 w 1631208"/>
              <a:gd name="connsiteY90" fmla="*/ 467383 h 1635535"/>
              <a:gd name="connsiteX91" fmla="*/ 466821 w 1631208"/>
              <a:gd name="connsiteY91" fmla="*/ 492478 h 1635535"/>
              <a:gd name="connsiteX92" fmla="*/ 413039 w 1631208"/>
              <a:gd name="connsiteY92" fmla="*/ 478675 h 1635535"/>
              <a:gd name="connsiteX93" fmla="*/ 413039 w 1631208"/>
              <a:gd name="connsiteY93" fmla="*/ 478675 h 1635535"/>
              <a:gd name="connsiteX94" fmla="*/ 1090488 w 1631208"/>
              <a:gd name="connsiteY94" fmla="*/ 610124 h 1635535"/>
              <a:gd name="connsiteX95" fmla="*/ 1064527 w 1631208"/>
              <a:gd name="connsiteY95" fmla="*/ 691036 h 1635535"/>
              <a:gd name="connsiteX96" fmla="*/ 1064527 w 1631208"/>
              <a:gd name="connsiteY96" fmla="*/ 597230 h 1635535"/>
              <a:gd name="connsiteX97" fmla="*/ 1089406 w 1631208"/>
              <a:gd name="connsiteY97" fmla="*/ 600562 h 1635535"/>
              <a:gd name="connsiteX98" fmla="*/ 1090488 w 1631208"/>
              <a:gd name="connsiteY98" fmla="*/ 610124 h 1635535"/>
              <a:gd name="connsiteX99" fmla="*/ 1090488 w 1631208"/>
              <a:gd name="connsiteY99" fmla="*/ 610124 h 1635535"/>
              <a:gd name="connsiteX100" fmla="*/ 558290 w 1631208"/>
              <a:gd name="connsiteY100" fmla="*/ 77926 h 1635535"/>
              <a:gd name="connsiteX101" fmla="*/ 869821 w 1631208"/>
              <a:gd name="connsiteY101" fmla="*/ 77926 h 1635535"/>
              <a:gd name="connsiteX102" fmla="*/ 1038566 w 1631208"/>
              <a:gd name="connsiteY102" fmla="*/ 246672 h 1635535"/>
              <a:gd name="connsiteX103" fmla="*/ 1038566 w 1631208"/>
              <a:gd name="connsiteY103" fmla="*/ 351770 h 1635535"/>
              <a:gd name="connsiteX104" fmla="*/ 389544 w 1631208"/>
              <a:gd name="connsiteY104" fmla="*/ 351770 h 1635535"/>
              <a:gd name="connsiteX105" fmla="*/ 389544 w 1631208"/>
              <a:gd name="connsiteY105" fmla="*/ 246672 h 1635535"/>
              <a:gd name="connsiteX106" fmla="*/ 558290 w 1631208"/>
              <a:gd name="connsiteY106" fmla="*/ 77926 h 1635535"/>
              <a:gd name="connsiteX107" fmla="*/ 558290 w 1631208"/>
              <a:gd name="connsiteY107" fmla="*/ 77926 h 1635535"/>
              <a:gd name="connsiteX108" fmla="*/ 338704 w 1631208"/>
              <a:gd name="connsiteY108" fmla="*/ 600519 h 1635535"/>
              <a:gd name="connsiteX109" fmla="*/ 363583 w 1631208"/>
              <a:gd name="connsiteY109" fmla="*/ 597187 h 1635535"/>
              <a:gd name="connsiteX110" fmla="*/ 363583 w 1631208"/>
              <a:gd name="connsiteY110" fmla="*/ 690992 h 1635535"/>
              <a:gd name="connsiteX111" fmla="*/ 337623 w 1631208"/>
              <a:gd name="connsiteY111" fmla="*/ 610081 h 1635535"/>
              <a:gd name="connsiteX112" fmla="*/ 338704 w 1631208"/>
              <a:gd name="connsiteY112" fmla="*/ 600519 h 1635535"/>
              <a:gd name="connsiteX113" fmla="*/ 338704 w 1631208"/>
              <a:gd name="connsiteY113" fmla="*/ 600519 h 1635535"/>
              <a:gd name="connsiteX114" fmla="*/ 441466 w 1631208"/>
              <a:gd name="connsiteY114" fmla="*/ 713968 h 1635535"/>
              <a:gd name="connsiteX115" fmla="*/ 441466 w 1631208"/>
              <a:gd name="connsiteY115" fmla="*/ 570923 h 1635535"/>
              <a:gd name="connsiteX116" fmla="*/ 533887 w 1631208"/>
              <a:gd name="connsiteY116" fmla="*/ 559890 h 1635535"/>
              <a:gd name="connsiteX117" fmla="*/ 507234 w 1631208"/>
              <a:gd name="connsiteY117" fmla="*/ 605711 h 1635535"/>
              <a:gd name="connsiteX118" fmla="*/ 550934 w 1631208"/>
              <a:gd name="connsiteY118" fmla="*/ 635652 h 1635535"/>
              <a:gd name="connsiteX119" fmla="*/ 584078 w 1631208"/>
              <a:gd name="connsiteY119" fmla="*/ 594288 h 1635535"/>
              <a:gd name="connsiteX120" fmla="*/ 545310 w 1631208"/>
              <a:gd name="connsiteY120" fmla="*/ 558202 h 1635535"/>
              <a:gd name="connsiteX121" fmla="*/ 545137 w 1631208"/>
              <a:gd name="connsiteY121" fmla="*/ 558202 h 1635535"/>
              <a:gd name="connsiteX122" fmla="*/ 883017 w 1631208"/>
              <a:gd name="connsiteY122" fmla="*/ 558202 h 1635535"/>
              <a:gd name="connsiteX123" fmla="*/ 882844 w 1631208"/>
              <a:gd name="connsiteY123" fmla="*/ 558202 h 1635535"/>
              <a:gd name="connsiteX124" fmla="*/ 844033 w 1631208"/>
              <a:gd name="connsiteY124" fmla="*/ 594288 h 1635535"/>
              <a:gd name="connsiteX125" fmla="*/ 877133 w 1631208"/>
              <a:gd name="connsiteY125" fmla="*/ 635696 h 1635535"/>
              <a:gd name="connsiteX126" fmla="*/ 920877 w 1631208"/>
              <a:gd name="connsiteY126" fmla="*/ 605797 h 1635535"/>
              <a:gd name="connsiteX127" fmla="*/ 894310 w 1631208"/>
              <a:gd name="connsiteY127" fmla="*/ 559976 h 1635535"/>
              <a:gd name="connsiteX128" fmla="*/ 986731 w 1631208"/>
              <a:gd name="connsiteY128" fmla="*/ 571010 h 1635535"/>
              <a:gd name="connsiteX129" fmla="*/ 986731 w 1631208"/>
              <a:gd name="connsiteY129" fmla="*/ 714011 h 1635535"/>
              <a:gd name="connsiteX130" fmla="*/ 714142 w 1631208"/>
              <a:gd name="connsiteY130" fmla="*/ 986600 h 1635535"/>
              <a:gd name="connsiteX131" fmla="*/ 441466 w 1631208"/>
              <a:gd name="connsiteY131" fmla="*/ 713968 h 1635535"/>
              <a:gd name="connsiteX132" fmla="*/ 441466 w 1631208"/>
              <a:gd name="connsiteY132" fmla="*/ 713968 h 1635535"/>
              <a:gd name="connsiteX133" fmla="*/ 1557784 w 1631208"/>
              <a:gd name="connsiteY133" fmla="*/ 1295924 h 1635535"/>
              <a:gd name="connsiteX134" fmla="*/ 1528016 w 1631208"/>
              <a:gd name="connsiteY134" fmla="*/ 1299602 h 1635535"/>
              <a:gd name="connsiteX135" fmla="*/ 1496819 w 1631208"/>
              <a:gd name="connsiteY135" fmla="*/ 1323356 h 1635535"/>
              <a:gd name="connsiteX136" fmla="*/ 1470512 w 1631208"/>
              <a:gd name="connsiteY136" fmla="*/ 1386831 h 1635535"/>
              <a:gd name="connsiteX137" fmla="*/ 1475791 w 1631208"/>
              <a:gd name="connsiteY137" fmla="*/ 1425685 h 1635535"/>
              <a:gd name="connsiteX138" fmla="*/ 1494223 w 1631208"/>
              <a:gd name="connsiteY138" fmla="*/ 1449310 h 1635535"/>
              <a:gd name="connsiteX139" fmla="*/ 1449354 w 1631208"/>
              <a:gd name="connsiteY139" fmla="*/ 1494135 h 1635535"/>
              <a:gd name="connsiteX140" fmla="*/ 1425730 w 1631208"/>
              <a:gd name="connsiteY140" fmla="*/ 1475703 h 1635535"/>
              <a:gd name="connsiteX141" fmla="*/ 1386875 w 1631208"/>
              <a:gd name="connsiteY141" fmla="*/ 1470425 h 1635535"/>
              <a:gd name="connsiteX142" fmla="*/ 1323357 w 1631208"/>
              <a:gd name="connsiteY142" fmla="*/ 1496732 h 1635535"/>
              <a:gd name="connsiteX143" fmla="*/ 1299603 w 1631208"/>
              <a:gd name="connsiteY143" fmla="*/ 1527928 h 1635535"/>
              <a:gd name="connsiteX144" fmla="*/ 1295925 w 1631208"/>
              <a:gd name="connsiteY144" fmla="*/ 1557696 h 1635535"/>
              <a:gd name="connsiteX145" fmla="*/ 1232537 w 1631208"/>
              <a:gd name="connsiteY145" fmla="*/ 1557696 h 1635535"/>
              <a:gd name="connsiteX146" fmla="*/ 1228860 w 1631208"/>
              <a:gd name="connsiteY146" fmla="*/ 1527928 h 1635535"/>
              <a:gd name="connsiteX147" fmla="*/ 1205105 w 1631208"/>
              <a:gd name="connsiteY147" fmla="*/ 1496732 h 1635535"/>
              <a:gd name="connsiteX148" fmla="*/ 1141588 w 1631208"/>
              <a:gd name="connsiteY148" fmla="*/ 1470425 h 1635535"/>
              <a:gd name="connsiteX149" fmla="*/ 1102733 w 1631208"/>
              <a:gd name="connsiteY149" fmla="*/ 1475703 h 1635535"/>
              <a:gd name="connsiteX150" fmla="*/ 1079109 w 1631208"/>
              <a:gd name="connsiteY150" fmla="*/ 1494135 h 1635535"/>
              <a:gd name="connsiteX151" fmla="*/ 1034240 w 1631208"/>
              <a:gd name="connsiteY151" fmla="*/ 1449266 h 1635535"/>
              <a:gd name="connsiteX152" fmla="*/ 1052672 w 1631208"/>
              <a:gd name="connsiteY152" fmla="*/ 1425642 h 1635535"/>
              <a:gd name="connsiteX153" fmla="*/ 1057951 w 1631208"/>
              <a:gd name="connsiteY153" fmla="*/ 1386787 h 1635535"/>
              <a:gd name="connsiteX154" fmla="*/ 1031643 w 1631208"/>
              <a:gd name="connsiteY154" fmla="*/ 1323270 h 1635535"/>
              <a:gd name="connsiteX155" fmla="*/ 1000447 w 1631208"/>
              <a:gd name="connsiteY155" fmla="*/ 1299515 h 1635535"/>
              <a:gd name="connsiteX156" fmla="*/ 970722 w 1631208"/>
              <a:gd name="connsiteY156" fmla="*/ 1295838 h 1635535"/>
              <a:gd name="connsiteX157" fmla="*/ 970722 w 1631208"/>
              <a:gd name="connsiteY157" fmla="*/ 1232493 h 1635535"/>
              <a:gd name="connsiteX158" fmla="*/ 1000447 w 1631208"/>
              <a:gd name="connsiteY158" fmla="*/ 1228815 h 1635535"/>
              <a:gd name="connsiteX159" fmla="*/ 1031643 w 1631208"/>
              <a:gd name="connsiteY159" fmla="*/ 1205061 h 1635535"/>
              <a:gd name="connsiteX160" fmla="*/ 1057951 w 1631208"/>
              <a:gd name="connsiteY160" fmla="*/ 1141543 h 1635535"/>
              <a:gd name="connsiteX161" fmla="*/ 1052672 w 1631208"/>
              <a:gd name="connsiteY161" fmla="*/ 1102689 h 1635535"/>
              <a:gd name="connsiteX162" fmla="*/ 1034240 w 1631208"/>
              <a:gd name="connsiteY162" fmla="*/ 1079064 h 1635535"/>
              <a:gd name="connsiteX163" fmla="*/ 1079065 w 1631208"/>
              <a:gd name="connsiteY163" fmla="*/ 1034238 h 1635535"/>
              <a:gd name="connsiteX164" fmla="*/ 1102690 w 1631208"/>
              <a:gd name="connsiteY164" fmla="*/ 1052671 h 1635535"/>
              <a:gd name="connsiteX165" fmla="*/ 1141545 w 1631208"/>
              <a:gd name="connsiteY165" fmla="*/ 1057949 h 1635535"/>
              <a:gd name="connsiteX166" fmla="*/ 1205062 w 1631208"/>
              <a:gd name="connsiteY166" fmla="*/ 1031642 h 1635535"/>
              <a:gd name="connsiteX167" fmla="*/ 1228816 w 1631208"/>
              <a:gd name="connsiteY167" fmla="*/ 1000446 h 1635535"/>
              <a:gd name="connsiteX168" fmla="*/ 1232494 w 1631208"/>
              <a:gd name="connsiteY168" fmla="*/ 970721 h 1635535"/>
              <a:gd name="connsiteX169" fmla="*/ 1295882 w 1631208"/>
              <a:gd name="connsiteY169" fmla="*/ 970721 h 1635535"/>
              <a:gd name="connsiteX170" fmla="*/ 1299560 w 1631208"/>
              <a:gd name="connsiteY170" fmla="*/ 1000446 h 1635535"/>
              <a:gd name="connsiteX171" fmla="*/ 1323314 w 1631208"/>
              <a:gd name="connsiteY171" fmla="*/ 1031642 h 1635535"/>
              <a:gd name="connsiteX172" fmla="*/ 1386788 w 1631208"/>
              <a:gd name="connsiteY172" fmla="*/ 1057949 h 1635535"/>
              <a:gd name="connsiteX173" fmla="*/ 1425643 w 1631208"/>
              <a:gd name="connsiteY173" fmla="*/ 1052671 h 1635535"/>
              <a:gd name="connsiteX174" fmla="*/ 1449268 w 1631208"/>
              <a:gd name="connsiteY174" fmla="*/ 1034238 h 1635535"/>
              <a:gd name="connsiteX175" fmla="*/ 1494093 w 1631208"/>
              <a:gd name="connsiteY175" fmla="*/ 1079064 h 1635535"/>
              <a:gd name="connsiteX176" fmla="*/ 1475661 w 1631208"/>
              <a:gd name="connsiteY176" fmla="*/ 1102689 h 1635535"/>
              <a:gd name="connsiteX177" fmla="*/ 1470382 w 1631208"/>
              <a:gd name="connsiteY177" fmla="*/ 1141543 h 1635535"/>
              <a:gd name="connsiteX178" fmla="*/ 1496689 w 1631208"/>
              <a:gd name="connsiteY178" fmla="*/ 1205061 h 1635535"/>
              <a:gd name="connsiteX179" fmla="*/ 1527886 w 1631208"/>
              <a:gd name="connsiteY179" fmla="*/ 1228815 h 1635535"/>
              <a:gd name="connsiteX180" fmla="*/ 1557654 w 1631208"/>
              <a:gd name="connsiteY180" fmla="*/ 1232493 h 1635535"/>
              <a:gd name="connsiteX181" fmla="*/ 1557654 w 1631208"/>
              <a:gd name="connsiteY181" fmla="*/ 1295924 h 1635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Lst>
            <a:rect l="l" t="t" r="r" b="b"/>
            <a:pathLst>
              <a:path w="1631208" h="1635535">
                <a:moveTo>
                  <a:pt x="1601528" y="1159457"/>
                </a:moveTo>
                <a:lnTo>
                  <a:pt x="1560121" y="1154308"/>
                </a:lnTo>
                <a:lnTo>
                  <a:pt x="1551164" y="1132760"/>
                </a:lnTo>
                <a:lnTo>
                  <a:pt x="1576779" y="1099876"/>
                </a:lnTo>
                <a:cubicBezTo>
                  <a:pt x="1588851" y="1084386"/>
                  <a:pt x="1587509" y="1062319"/>
                  <a:pt x="1573620" y="1048387"/>
                </a:cubicBezTo>
                <a:lnTo>
                  <a:pt x="1480118" y="954885"/>
                </a:lnTo>
                <a:cubicBezTo>
                  <a:pt x="1466185" y="940996"/>
                  <a:pt x="1444119" y="939654"/>
                  <a:pt x="1428629" y="951726"/>
                </a:cubicBezTo>
                <a:lnTo>
                  <a:pt x="1395745" y="977384"/>
                </a:lnTo>
                <a:lnTo>
                  <a:pt x="1374154" y="968428"/>
                </a:lnTo>
                <a:lnTo>
                  <a:pt x="1369048" y="927020"/>
                </a:lnTo>
                <a:cubicBezTo>
                  <a:pt x="1366625" y="907506"/>
                  <a:pt x="1350054" y="892882"/>
                  <a:pt x="1330410" y="892882"/>
                </a:cubicBezTo>
                <a:lnTo>
                  <a:pt x="1198183" y="892882"/>
                </a:lnTo>
                <a:cubicBezTo>
                  <a:pt x="1178539" y="892882"/>
                  <a:pt x="1161924" y="907549"/>
                  <a:pt x="1159544" y="927020"/>
                </a:cubicBezTo>
                <a:lnTo>
                  <a:pt x="1154395" y="968428"/>
                </a:lnTo>
                <a:lnTo>
                  <a:pt x="1132848" y="977384"/>
                </a:lnTo>
                <a:lnTo>
                  <a:pt x="1099964" y="951726"/>
                </a:lnTo>
                <a:cubicBezTo>
                  <a:pt x="1084474" y="939654"/>
                  <a:pt x="1062407" y="940996"/>
                  <a:pt x="1048475" y="954885"/>
                </a:cubicBezTo>
                <a:lnTo>
                  <a:pt x="954972" y="1048387"/>
                </a:lnTo>
                <a:cubicBezTo>
                  <a:pt x="941083" y="1062276"/>
                  <a:pt x="939742" y="1084386"/>
                  <a:pt x="951814" y="1099876"/>
                </a:cubicBezTo>
                <a:lnTo>
                  <a:pt x="977472" y="1132760"/>
                </a:lnTo>
                <a:lnTo>
                  <a:pt x="968515" y="1154351"/>
                </a:lnTo>
                <a:lnTo>
                  <a:pt x="927108" y="1159457"/>
                </a:lnTo>
                <a:cubicBezTo>
                  <a:pt x="907594" y="1161880"/>
                  <a:pt x="892969" y="1178451"/>
                  <a:pt x="892969" y="1198095"/>
                </a:cubicBezTo>
                <a:lnTo>
                  <a:pt x="892969" y="1232580"/>
                </a:lnTo>
                <a:lnTo>
                  <a:pt x="714055" y="1389124"/>
                </a:lnTo>
                <a:lnTo>
                  <a:pt x="487763" y="1191129"/>
                </a:lnTo>
                <a:lnTo>
                  <a:pt x="569453" y="1166639"/>
                </a:lnTo>
                <a:cubicBezTo>
                  <a:pt x="585938" y="1161707"/>
                  <a:pt x="597188" y="1146519"/>
                  <a:pt x="597188" y="1129342"/>
                </a:cubicBezTo>
                <a:lnTo>
                  <a:pt x="597188" y="1037137"/>
                </a:lnTo>
                <a:cubicBezTo>
                  <a:pt x="637774" y="1054531"/>
                  <a:pt x="678619" y="1064440"/>
                  <a:pt x="714012" y="1064440"/>
                </a:cubicBezTo>
                <a:cubicBezTo>
                  <a:pt x="780602" y="1064440"/>
                  <a:pt x="866662" y="1029436"/>
                  <a:pt x="933295" y="975221"/>
                </a:cubicBezTo>
                <a:cubicBezTo>
                  <a:pt x="992659" y="926934"/>
                  <a:pt x="1033288" y="866834"/>
                  <a:pt x="1052239" y="800893"/>
                </a:cubicBezTo>
                <a:cubicBezTo>
                  <a:pt x="1124886" y="779043"/>
                  <a:pt x="1168328" y="671608"/>
                  <a:pt x="1168328" y="610124"/>
                </a:cubicBezTo>
                <a:cubicBezTo>
                  <a:pt x="1168328" y="582779"/>
                  <a:pt x="1160323" y="560972"/>
                  <a:pt x="1144573" y="545309"/>
                </a:cubicBezTo>
                <a:cubicBezTo>
                  <a:pt x="1127742" y="528650"/>
                  <a:pt x="1106541" y="522463"/>
                  <a:pt x="1083133" y="520256"/>
                </a:cubicBezTo>
                <a:cubicBezTo>
                  <a:pt x="1104637" y="494641"/>
                  <a:pt x="1116406" y="462234"/>
                  <a:pt x="1116363" y="428744"/>
                </a:cubicBezTo>
                <a:lnTo>
                  <a:pt x="1116363" y="246628"/>
                </a:lnTo>
                <a:cubicBezTo>
                  <a:pt x="1116189" y="110507"/>
                  <a:pt x="1005856" y="173"/>
                  <a:pt x="869734" y="0"/>
                </a:cubicBezTo>
                <a:lnTo>
                  <a:pt x="558203" y="0"/>
                </a:lnTo>
                <a:cubicBezTo>
                  <a:pt x="422082" y="173"/>
                  <a:pt x="311748" y="110507"/>
                  <a:pt x="311575" y="246628"/>
                </a:cubicBezTo>
                <a:lnTo>
                  <a:pt x="311575" y="428744"/>
                </a:lnTo>
                <a:cubicBezTo>
                  <a:pt x="311532" y="462190"/>
                  <a:pt x="323301" y="494598"/>
                  <a:pt x="344805" y="520256"/>
                </a:cubicBezTo>
                <a:cubicBezTo>
                  <a:pt x="321397" y="522463"/>
                  <a:pt x="300196" y="528607"/>
                  <a:pt x="283364" y="545309"/>
                </a:cubicBezTo>
                <a:cubicBezTo>
                  <a:pt x="267615" y="560928"/>
                  <a:pt x="259610" y="582736"/>
                  <a:pt x="259610" y="610124"/>
                </a:cubicBezTo>
                <a:cubicBezTo>
                  <a:pt x="259610" y="671565"/>
                  <a:pt x="303051" y="779043"/>
                  <a:pt x="375698" y="800893"/>
                </a:cubicBezTo>
                <a:cubicBezTo>
                  <a:pt x="394650" y="866877"/>
                  <a:pt x="435279" y="926977"/>
                  <a:pt x="494643" y="975221"/>
                </a:cubicBezTo>
                <a:cubicBezTo>
                  <a:pt x="502604" y="981668"/>
                  <a:pt x="510825" y="987855"/>
                  <a:pt x="519219" y="993740"/>
                </a:cubicBezTo>
                <a:lnTo>
                  <a:pt x="519219" y="1100395"/>
                </a:lnTo>
                <a:lnTo>
                  <a:pt x="101768" y="1225657"/>
                </a:lnTo>
                <a:cubicBezTo>
                  <a:pt x="41192" y="1243526"/>
                  <a:pt x="-258" y="1299256"/>
                  <a:pt x="1" y="1362427"/>
                </a:cubicBezTo>
                <a:lnTo>
                  <a:pt x="1" y="1596681"/>
                </a:lnTo>
                <a:cubicBezTo>
                  <a:pt x="1" y="1618185"/>
                  <a:pt x="17438" y="1635622"/>
                  <a:pt x="38943" y="1635622"/>
                </a:cubicBezTo>
                <a:cubicBezTo>
                  <a:pt x="60447" y="1635622"/>
                  <a:pt x="77884" y="1618185"/>
                  <a:pt x="77884" y="1596681"/>
                </a:cubicBezTo>
                <a:lnTo>
                  <a:pt x="77884" y="1362427"/>
                </a:lnTo>
                <a:cubicBezTo>
                  <a:pt x="78014" y="1333827"/>
                  <a:pt x="96749" y="1308602"/>
                  <a:pt x="124138" y="1300251"/>
                </a:cubicBezTo>
                <a:lnTo>
                  <a:pt x="399582" y="1217609"/>
                </a:lnTo>
                <a:lnTo>
                  <a:pt x="688397" y="1470165"/>
                </a:lnTo>
                <a:cubicBezTo>
                  <a:pt x="703065" y="1483016"/>
                  <a:pt x="725002" y="1483016"/>
                  <a:pt x="739670" y="1470165"/>
                </a:cubicBezTo>
                <a:lnTo>
                  <a:pt x="893315" y="1335731"/>
                </a:lnTo>
                <a:cubicBezTo>
                  <a:pt x="895738" y="1353168"/>
                  <a:pt x="909584" y="1366841"/>
                  <a:pt x="927064" y="1369004"/>
                </a:cubicBezTo>
                <a:lnTo>
                  <a:pt x="968472" y="1374110"/>
                </a:lnTo>
                <a:lnTo>
                  <a:pt x="977385" y="1395657"/>
                </a:lnTo>
                <a:lnTo>
                  <a:pt x="951727" y="1428541"/>
                </a:lnTo>
                <a:cubicBezTo>
                  <a:pt x="939655" y="1444031"/>
                  <a:pt x="940997" y="1466098"/>
                  <a:pt x="954886" y="1480030"/>
                </a:cubicBezTo>
                <a:lnTo>
                  <a:pt x="1048388" y="1573533"/>
                </a:lnTo>
                <a:cubicBezTo>
                  <a:pt x="1062277" y="1587422"/>
                  <a:pt x="1084387" y="1588763"/>
                  <a:pt x="1099877" y="1576691"/>
                </a:cubicBezTo>
                <a:lnTo>
                  <a:pt x="1132761" y="1551033"/>
                </a:lnTo>
                <a:lnTo>
                  <a:pt x="1154309" y="1559990"/>
                </a:lnTo>
                <a:lnTo>
                  <a:pt x="1159414" y="1601397"/>
                </a:lnTo>
                <a:cubicBezTo>
                  <a:pt x="1161837" y="1620911"/>
                  <a:pt x="1178409" y="1635536"/>
                  <a:pt x="1198053" y="1635536"/>
                </a:cubicBezTo>
                <a:lnTo>
                  <a:pt x="1330280" y="1635536"/>
                </a:lnTo>
                <a:cubicBezTo>
                  <a:pt x="1349924" y="1635536"/>
                  <a:pt x="1366539" y="1620868"/>
                  <a:pt x="1368919" y="1601354"/>
                </a:cubicBezTo>
                <a:lnTo>
                  <a:pt x="1374024" y="1559946"/>
                </a:lnTo>
                <a:lnTo>
                  <a:pt x="1395615" y="1550990"/>
                </a:lnTo>
                <a:lnTo>
                  <a:pt x="1428499" y="1576605"/>
                </a:lnTo>
                <a:cubicBezTo>
                  <a:pt x="1443989" y="1588677"/>
                  <a:pt x="1466099" y="1587335"/>
                  <a:pt x="1479988" y="1573446"/>
                </a:cubicBezTo>
                <a:lnTo>
                  <a:pt x="1573490" y="1479944"/>
                </a:lnTo>
                <a:cubicBezTo>
                  <a:pt x="1587379" y="1466054"/>
                  <a:pt x="1588764" y="1443945"/>
                  <a:pt x="1576649" y="1428454"/>
                </a:cubicBezTo>
                <a:lnTo>
                  <a:pt x="1550991" y="1395571"/>
                </a:lnTo>
                <a:lnTo>
                  <a:pt x="1559947" y="1374023"/>
                </a:lnTo>
                <a:lnTo>
                  <a:pt x="1601312" y="1368917"/>
                </a:lnTo>
                <a:cubicBezTo>
                  <a:pt x="1620826" y="1366494"/>
                  <a:pt x="1635494" y="1349923"/>
                  <a:pt x="1635494" y="1330279"/>
                </a:cubicBezTo>
                <a:lnTo>
                  <a:pt x="1635494" y="1198052"/>
                </a:lnTo>
                <a:cubicBezTo>
                  <a:pt x="1635667" y="1178451"/>
                  <a:pt x="1620999" y="1161880"/>
                  <a:pt x="1601528" y="1159457"/>
                </a:cubicBezTo>
                <a:lnTo>
                  <a:pt x="1601528" y="1159457"/>
                </a:lnTo>
                <a:close/>
                <a:moveTo>
                  <a:pt x="413039" y="478675"/>
                </a:moveTo>
                <a:cubicBezTo>
                  <a:pt x="399020" y="467123"/>
                  <a:pt x="390539" y="450249"/>
                  <a:pt x="389631" y="432119"/>
                </a:cubicBezTo>
                <a:cubicBezTo>
                  <a:pt x="602207" y="375611"/>
                  <a:pt x="825903" y="375611"/>
                  <a:pt x="1038480" y="432119"/>
                </a:cubicBezTo>
                <a:cubicBezTo>
                  <a:pt x="1037485" y="450897"/>
                  <a:pt x="1028442" y="468291"/>
                  <a:pt x="1013601" y="479887"/>
                </a:cubicBezTo>
                <a:cubicBezTo>
                  <a:pt x="998803" y="491440"/>
                  <a:pt x="979722" y="496069"/>
                  <a:pt x="961289" y="492478"/>
                </a:cubicBezTo>
                <a:cubicBezTo>
                  <a:pt x="873498" y="475777"/>
                  <a:pt x="793755" y="467383"/>
                  <a:pt x="714055" y="467383"/>
                </a:cubicBezTo>
                <a:cubicBezTo>
                  <a:pt x="634355" y="467383"/>
                  <a:pt x="554612" y="475733"/>
                  <a:pt x="466821" y="492478"/>
                </a:cubicBezTo>
                <a:cubicBezTo>
                  <a:pt x="447740" y="496156"/>
                  <a:pt x="428010" y="491093"/>
                  <a:pt x="413039" y="478675"/>
                </a:cubicBezTo>
                <a:lnTo>
                  <a:pt x="413039" y="478675"/>
                </a:lnTo>
                <a:close/>
                <a:moveTo>
                  <a:pt x="1090488" y="610124"/>
                </a:moveTo>
                <a:cubicBezTo>
                  <a:pt x="1090488" y="634830"/>
                  <a:pt x="1079065" y="666762"/>
                  <a:pt x="1064527" y="691036"/>
                </a:cubicBezTo>
                <a:lnTo>
                  <a:pt x="1064527" y="597230"/>
                </a:lnTo>
                <a:cubicBezTo>
                  <a:pt x="1075431" y="597533"/>
                  <a:pt x="1085296" y="598442"/>
                  <a:pt x="1089406" y="600562"/>
                </a:cubicBezTo>
                <a:cubicBezTo>
                  <a:pt x="1090272" y="603634"/>
                  <a:pt x="1090618" y="606879"/>
                  <a:pt x="1090488" y="610124"/>
                </a:cubicBezTo>
                <a:lnTo>
                  <a:pt x="1090488" y="610124"/>
                </a:lnTo>
                <a:close/>
                <a:moveTo>
                  <a:pt x="558290" y="77926"/>
                </a:moveTo>
                <a:lnTo>
                  <a:pt x="869821" y="77926"/>
                </a:lnTo>
                <a:cubicBezTo>
                  <a:pt x="962977" y="78013"/>
                  <a:pt x="1038480" y="153516"/>
                  <a:pt x="1038566" y="246672"/>
                </a:cubicBezTo>
                <a:lnTo>
                  <a:pt x="1038566" y="351770"/>
                </a:lnTo>
                <a:cubicBezTo>
                  <a:pt x="825514" y="298464"/>
                  <a:pt x="602597" y="298464"/>
                  <a:pt x="389544" y="351770"/>
                </a:cubicBezTo>
                <a:lnTo>
                  <a:pt x="389544" y="246672"/>
                </a:lnTo>
                <a:cubicBezTo>
                  <a:pt x="389631" y="153516"/>
                  <a:pt x="465134" y="78013"/>
                  <a:pt x="558290" y="77926"/>
                </a:cubicBezTo>
                <a:lnTo>
                  <a:pt x="558290" y="77926"/>
                </a:lnTo>
                <a:close/>
                <a:moveTo>
                  <a:pt x="338704" y="600519"/>
                </a:moveTo>
                <a:cubicBezTo>
                  <a:pt x="342815" y="598399"/>
                  <a:pt x="352723" y="597533"/>
                  <a:pt x="363583" y="597187"/>
                </a:cubicBezTo>
                <a:lnTo>
                  <a:pt x="363583" y="690992"/>
                </a:lnTo>
                <a:cubicBezTo>
                  <a:pt x="349045" y="666762"/>
                  <a:pt x="337623" y="634787"/>
                  <a:pt x="337623" y="610081"/>
                </a:cubicBezTo>
                <a:cubicBezTo>
                  <a:pt x="337493" y="606879"/>
                  <a:pt x="337882" y="603634"/>
                  <a:pt x="338704" y="600519"/>
                </a:cubicBezTo>
                <a:lnTo>
                  <a:pt x="338704" y="600519"/>
                </a:lnTo>
                <a:close/>
                <a:moveTo>
                  <a:pt x="441466" y="713968"/>
                </a:moveTo>
                <a:lnTo>
                  <a:pt x="441466" y="570923"/>
                </a:lnTo>
                <a:cubicBezTo>
                  <a:pt x="472403" y="573995"/>
                  <a:pt x="503815" y="563524"/>
                  <a:pt x="533887" y="559890"/>
                </a:cubicBezTo>
                <a:cubicBezTo>
                  <a:pt x="514373" y="565861"/>
                  <a:pt x="502777" y="585807"/>
                  <a:pt x="507234" y="605711"/>
                </a:cubicBezTo>
                <a:cubicBezTo>
                  <a:pt x="511690" y="625571"/>
                  <a:pt x="530771" y="638638"/>
                  <a:pt x="550934" y="635652"/>
                </a:cubicBezTo>
                <a:cubicBezTo>
                  <a:pt x="571097" y="632667"/>
                  <a:pt x="585549" y="614624"/>
                  <a:pt x="584078" y="594288"/>
                </a:cubicBezTo>
                <a:cubicBezTo>
                  <a:pt x="582607" y="573952"/>
                  <a:pt x="565689" y="558202"/>
                  <a:pt x="545310" y="558202"/>
                </a:cubicBezTo>
                <a:cubicBezTo>
                  <a:pt x="545223" y="558202"/>
                  <a:pt x="545180" y="558202"/>
                  <a:pt x="545137" y="558202"/>
                </a:cubicBezTo>
                <a:cubicBezTo>
                  <a:pt x="657114" y="541112"/>
                  <a:pt x="771039" y="541112"/>
                  <a:pt x="883017" y="558202"/>
                </a:cubicBezTo>
                <a:cubicBezTo>
                  <a:pt x="882931" y="558202"/>
                  <a:pt x="882888" y="558202"/>
                  <a:pt x="882844" y="558202"/>
                </a:cubicBezTo>
                <a:cubicBezTo>
                  <a:pt x="862465" y="558202"/>
                  <a:pt x="845504" y="573952"/>
                  <a:pt x="844033" y="594288"/>
                </a:cubicBezTo>
                <a:cubicBezTo>
                  <a:pt x="842518" y="614624"/>
                  <a:pt x="856970" y="632667"/>
                  <a:pt x="877133" y="635696"/>
                </a:cubicBezTo>
                <a:cubicBezTo>
                  <a:pt x="897296" y="638725"/>
                  <a:pt x="916377" y="625657"/>
                  <a:pt x="920877" y="605797"/>
                </a:cubicBezTo>
                <a:cubicBezTo>
                  <a:pt x="925377" y="585937"/>
                  <a:pt x="913781" y="565904"/>
                  <a:pt x="894310" y="559976"/>
                </a:cubicBezTo>
                <a:cubicBezTo>
                  <a:pt x="924295" y="563611"/>
                  <a:pt x="956011" y="574082"/>
                  <a:pt x="986731" y="571010"/>
                </a:cubicBezTo>
                <a:lnTo>
                  <a:pt x="986731" y="714011"/>
                </a:lnTo>
                <a:cubicBezTo>
                  <a:pt x="986731" y="893877"/>
                  <a:pt x="795659" y="986600"/>
                  <a:pt x="714142" y="986600"/>
                </a:cubicBezTo>
                <a:cubicBezTo>
                  <a:pt x="590655" y="977817"/>
                  <a:pt x="440341" y="867397"/>
                  <a:pt x="441466" y="713968"/>
                </a:cubicBezTo>
                <a:lnTo>
                  <a:pt x="441466" y="713968"/>
                </a:lnTo>
                <a:close/>
                <a:moveTo>
                  <a:pt x="1557784" y="1295924"/>
                </a:moveTo>
                <a:lnTo>
                  <a:pt x="1528016" y="1299602"/>
                </a:lnTo>
                <a:cubicBezTo>
                  <a:pt x="1514083" y="1301333"/>
                  <a:pt x="1502184" y="1310376"/>
                  <a:pt x="1496819" y="1323356"/>
                </a:cubicBezTo>
                <a:lnTo>
                  <a:pt x="1470512" y="1386831"/>
                </a:lnTo>
                <a:cubicBezTo>
                  <a:pt x="1465147" y="1399811"/>
                  <a:pt x="1467181" y="1414652"/>
                  <a:pt x="1475791" y="1425685"/>
                </a:cubicBezTo>
                <a:lnTo>
                  <a:pt x="1494223" y="1449310"/>
                </a:lnTo>
                <a:lnTo>
                  <a:pt x="1449354" y="1494135"/>
                </a:lnTo>
                <a:lnTo>
                  <a:pt x="1425730" y="1475703"/>
                </a:lnTo>
                <a:cubicBezTo>
                  <a:pt x="1414696" y="1467093"/>
                  <a:pt x="1399855" y="1465059"/>
                  <a:pt x="1386875" y="1470425"/>
                </a:cubicBezTo>
                <a:lnTo>
                  <a:pt x="1323357" y="1496732"/>
                </a:lnTo>
                <a:cubicBezTo>
                  <a:pt x="1310377" y="1502097"/>
                  <a:pt x="1301334" y="1513996"/>
                  <a:pt x="1299603" y="1527928"/>
                </a:cubicBezTo>
                <a:lnTo>
                  <a:pt x="1295925" y="1557696"/>
                </a:lnTo>
                <a:lnTo>
                  <a:pt x="1232537" y="1557696"/>
                </a:lnTo>
                <a:lnTo>
                  <a:pt x="1228860" y="1527928"/>
                </a:lnTo>
                <a:cubicBezTo>
                  <a:pt x="1227129" y="1514039"/>
                  <a:pt x="1218043" y="1502097"/>
                  <a:pt x="1205105" y="1496732"/>
                </a:cubicBezTo>
                <a:lnTo>
                  <a:pt x="1141588" y="1470425"/>
                </a:lnTo>
                <a:cubicBezTo>
                  <a:pt x="1128651" y="1465059"/>
                  <a:pt x="1113810" y="1467093"/>
                  <a:pt x="1102733" y="1475703"/>
                </a:cubicBezTo>
                <a:lnTo>
                  <a:pt x="1079109" y="1494135"/>
                </a:lnTo>
                <a:lnTo>
                  <a:pt x="1034240" y="1449266"/>
                </a:lnTo>
                <a:lnTo>
                  <a:pt x="1052672" y="1425642"/>
                </a:lnTo>
                <a:cubicBezTo>
                  <a:pt x="1061282" y="1414609"/>
                  <a:pt x="1063316" y="1399768"/>
                  <a:pt x="1057951" y="1386787"/>
                </a:cubicBezTo>
                <a:lnTo>
                  <a:pt x="1031643" y="1323270"/>
                </a:lnTo>
                <a:cubicBezTo>
                  <a:pt x="1026278" y="1310289"/>
                  <a:pt x="1014379" y="1301246"/>
                  <a:pt x="1000447" y="1299515"/>
                </a:cubicBezTo>
                <a:lnTo>
                  <a:pt x="970722" y="1295838"/>
                </a:lnTo>
                <a:lnTo>
                  <a:pt x="970722" y="1232493"/>
                </a:lnTo>
                <a:lnTo>
                  <a:pt x="1000447" y="1228815"/>
                </a:lnTo>
                <a:cubicBezTo>
                  <a:pt x="1014379" y="1227085"/>
                  <a:pt x="1026278" y="1217998"/>
                  <a:pt x="1031643" y="1205061"/>
                </a:cubicBezTo>
                <a:lnTo>
                  <a:pt x="1057951" y="1141543"/>
                </a:lnTo>
                <a:cubicBezTo>
                  <a:pt x="1063316" y="1128606"/>
                  <a:pt x="1061282" y="1113765"/>
                  <a:pt x="1052672" y="1102689"/>
                </a:cubicBezTo>
                <a:lnTo>
                  <a:pt x="1034240" y="1079064"/>
                </a:lnTo>
                <a:lnTo>
                  <a:pt x="1079065" y="1034238"/>
                </a:lnTo>
                <a:lnTo>
                  <a:pt x="1102690" y="1052671"/>
                </a:lnTo>
                <a:cubicBezTo>
                  <a:pt x="1113723" y="1061281"/>
                  <a:pt x="1128564" y="1063315"/>
                  <a:pt x="1141545" y="1057949"/>
                </a:cubicBezTo>
                <a:lnTo>
                  <a:pt x="1205062" y="1031642"/>
                </a:lnTo>
                <a:cubicBezTo>
                  <a:pt x="1217999" y="1026277"/>
                  <a:pt x="1227086" y="1014335"/>
                  <a:pt x="1228816" y="1000446"/>
                </a:cubicBezTo>
                <a:lnTo>
                  <a:pt x="1232494" y="970721"/>
                </a:lnTo>
                <a:lnTo>
                  <a:pt x="1295882" y="970721"/>
                </a:lnTo>
                <a:lnTo>
                  <a:pt x="1299560" y="1000446"/>
                </a:lnTo>
                <a:cubicBezTo>
                  <a:pt x="1301291" y="1014378"/>
                  <a:pt x="1310334" y="1026277"/>
                  <a:pt x="1323314" y="1031642"/>
                </a:cubicBezTo>
                <a:lnTo>
                  <a:pt x="1386788" y="1057949"/>
                </a:lnTo>
                <a:cubicBezTo>
                  <a:pt x="1399769" y="1063315"/>
                  <a:pt x="1414610" y="1061281"/>
                  <a:pt x="1425643" y="1052671"/>
                </a:cubicBezTo>
                <a:lnTo>
                  <a:pt x="1449268" y="1034238"/>
                </a:lnTo>
                <a:lnTo>
                  <a:pt x="1494093" y="1079064"/>
                </a:lnTo>
                <a:lnTo>
                  <a:pt x="1475661" y="1102689"/>
                </a:lnTo>
                <a:cubicBezTo>
                  <a:pt x="1467051" y="1113722"/>
                  <a:pt x="1465017" y="1128563"/>
                  <a:pt x="1470382" y="1141543"/>
                </a:cubicBezTo>
                <a:lnTo>
                  <a:pt x="1496689" y="1205061"/>
                </a:lnTo>
                <a:cubicBezTo>
                  <a:pt x="1502055" y="1217998"/>
                  <a:pt x="1513953" y="1227085"/>
                  <a:pt x="1527886" y="1228815"/>
                </a:cubicBezTo>
                <a:lnTo>
                  <a:pt x="1557654" y="1232493"/>
                </a:lnTo>
                <a:lnTo>
                  <a:pt x="1557654" y="1295924"/>
                </a:lnTo>
                <a:close/>
              </a:path>
            </a:pathLst>
          </a:custGeom>
          <a:solidFill>
            <a:schemeClr val="accent3">
              <a:lumMod val="50000"/>
              <a:lumOff val="50000"/>
            </a:schemeClr>
          </a:solidFill>
          <a:ln w="4326" cap="flat">
            <a:noFill/>
            <a:prstDash val="solid"/>
            <a:miter/>
          </a:ln>
        </p:spPr>
        <p:txBody>
          <a:bodyPr rtlCol="0" anchor="ctr"/>
          <a:lstStyle/>
          <a:p>
            <a:pPr marL="0" marR="0" lvl="0" indent="0" algn="l" defTabSz="1371511"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43" name="Freeform: Shape 184">
            <a:extLst>
              <a:ext uri="{FF2B5EF4-FFF2-40B4-BE49-F238E27FC236}">
                <a16:creationId xmlns:a16="http://schemas.microsoft.com/office/drawing/2014/main" id="{D4F3AC7E-DC4C-4373-9158-6E1169C3FE87}"/>
              </a:ext>
            </a:extLst>
          </p:cNvPr>
          <p:cNvSpPr/>
          <p:nvPr/>
        </p:nvSpPr>
        <p:spPr>
          <a:xfrm>
            <a:off x="8314775" y="5535964"/>
            <a:ext cx="51098" cy="48363"/>
          </a:xfrm>
          <a:custGeom>
            <a:avLst/>
            <a:gdLst>
              <a:gd name="connsiteX0" fmla="*/ 158825 w 315857"/>
              <a:gd name="connsiteY0" fmla="*/ 1 h 315857"/>
              <a:gd name="connsiteX1" fmla="*/ 3060 w 315857"/>
              <a:gd name="connsiteY1" fmla="*/ 127815 h 315857"/>
              <a:gd name="connsiteX2" fmla="*/ 98034 w 315857"/>
              <a:gd name="connsiteY2" fmla="*/ 305517 h 315857"/>
              <a:gd name="connsiteX3" fmla="*/ 290836 w 315857"/>
              <a:gd name="connsiteY3" fmla="*/ 247018 h 315857"/>
              <a:gd name="connsiteX4" fmla="*/ 271063 w 315857"/>
              <a:gd name="connsiteY4" fmla="*/ 46514 h 315857"/>
              <a:gd name="connsiteX5" fmla="*/ 158825 w 315857"/>
              <a:gd name="connsiteY5" fmla="*/ 1 h 315857"/>
              <a:gd name="connsiteX6" fmla="*/ 158825 w 315857"/>
              <a:gd name="connsiteY6" fmla="*/ 1 h 315857"/>
              <a:gd name="connsiteX7" fmla="*/ 216069 w 315857"/>
              <a:gd name="connsiteY7" fmla="*/ 216039 h 315857"/>
              <a:gd name="connsiteX8" fmla="*/ 127889 w 315857"/>
              <a:gd name="connsiteY8" fmla="*/ 233562 h 315857"/>
              <a:gd name="connsiteX9" fmla="*/ 77957 w 315857"/>
              <a:gd name="connsiteY9" fmla="*/ 158795 h 315857"/>
              <a:gd name="connsiteX10" fmla="*/ 127889 w 315857"/>
              <a:gd name="connsiteY10" fmla="*/ 84027 h 315857"/>
              <a:gd name="connsiteX11" fmla="*/ 216069 w 315857"/>
              <a:gd name="connsiteY11" fmla="*/ 101551 h 315857"/>
              <a:gd name="connsiteX12" fmla="*/ 216069 w 315857"/>
              <a:gd name="connsiteY12" fmla="*/ 216039 h 315857"/>
              <a:gd name="connsiteX13" fmla="*/ 216069 w 315857"/>
              <a:gd name="connsiteY13" fmla="*/ 216039 h 315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15857" h="315857">
                <a:moveTo>
                  <a:pt x="158825" y="1"/>
                </a:moveTo>
                <a:cubicBezTo>
                  <a:pt x="83063" y="1"/>
                  <a:pt x="17858" y="53523"/>
                  <a:pt x="3060" y="127815"/>
                </a:cubicBezTo>
                <a:cubicBezTo>
                  <a:pt x="-11694" y="202149"/>
                  <a:pt x="28026" y="276527"/>
                  <a:pt x="98034" y="305517"/>
                </a:cubicBezTo>
                <a:cubicBezTo>
                  <a:pt x="168041" y="334507"/>
                  <a:pt x="248737" y="310017"/>
                  <a:pt x="290836" y="247018"/>
                </a:cubicBezTo>
                <a:cubicBezTo>
                  <a:pt x="332936" y="184020"/>
                  <a:pt x="324672" y="100080"/>
                  <a:pt x="271063" y="46514"/>
                </a:cubicBezTo>
                <a:cubicBezTo>
                  <a:pt x="241381" y="16659"/>
                  <a:pt x="200969" y="-129"/>
                  <a:pt x="158825" y="1"/>
                </a:cubicBezTo>
                <a:lnTo>
                  <a:pt x="158825" y="1"/>
                </a:lnTo>
                <a:close/>
                <a:moveTo>
                  <a:pt x="216069" y="216039"/>
                </a:moveTo>
                <a:cubicBezTo>
                  <a:pt x="192921" y="239187"/>
                  <a:pt x="158133" y="246110"/>
                  <a:pt x="127889" y="233562"/>
                </a:cubicBezTo>
                <a:cubicBezTo>
                  <a:pt x="97644" y="221058"/>
                  <a:pt x="77957" y="191549"/>
                  <a:pt x="77957" y="158795"/>
                </a:cubicBezTo>
                <a:cubicBezTo>
                  <a:pt x="77957" y="126084"/>
                  <a:pt x="97644" y="96575"/>
                  <a:pt x="127889" y="84027"/>
                </a:cubicBezTo>
                <a:cubicBezTo>
                  <a:pt x="158133" y="71523"/>
                  <a:pt x="192921" y="78446"/>
                  <a:pt x="216069" y="101551"/>
                </a:cubicBezTo>
                <a:cubicBezTo>
                  <a:pt x="247612" y="133223"/>
                  <a:pt x="247612" y="184410"/>
                  <a:pt x="216069" y="216039"/>
                </a:cubicBezTo>
                <a:lnTo>
                  <a:pt x="216069" y="216039"/>
                </a:lnTo>
                <a:close/>
              </a:path>
            </a:pathLst>
          </a:custGeom>
          <a:solidFill>
            <a:schemeClr val="accent3">
              <a:lumMod val="50000"/>
              <a:lumOff val="50000"/>
            </a:schemeClr>
          </a:solidFill>
          <a:ln w="4326" cap="flat">
            <a:noFill/>
            <a:prstDash val="solid"/>
            <a:miter/>
          </a:ln>
        </p:spPr>
        <p:txBody>
          <a:bodyPr rtlCol="0" anchor="ctr"/>
          <a:lstStyle/>
          <a:p>
            <a:pPr marL="0" marR="0" lvl="0" indent="0" algn="l" defTabSz="1371511"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00" name="Arrow: Curved Right 189">
            <a:extLst>
              <a:ext uri="{FF2B5EF4-FFF2-40B4-BE49-F238E27FC236}">
                <a16:creationId xmlns:a16="http://schemas.microsoft.com/office/drawing/2014/main" id="{47DC94A6-325D-4988-8D86-78D1EC45BC9A}"/>
              </a:ext>
            </a:extLst>
          </p:cNvPr>
          <p:cNvSpPr/>
          <p:nvPr/>
        </p:nvSpPr>
        <p:spPr>
          <a:xfrm rot="19016985">
            <a:off x="9934754" y="3664995"/>
            <a:ext cx="269869" cy="365148"/>
          </a:xfrm>
          <a:prstGeom prst="curvedRightArrow">
            <a:avLst>
              <a:gd name="adj1" fmla="val 25000"/>
              <a:gd name="adj2" fmla="val 60189"/>
              <a:gd name="adj3" fmla="val 21731"/>
            </a:avLst>
          </a:prstGeom>
          <a:gradFill flip="none" rotWithShape="1">
            <a:gsLst>
              <a:gs pos="0">
                <a:schemeClr val="accent2">
                  <a:tint val="66000"/>
                  <a:satMod val="160000"/>
                </a:schemeClr>
              </a:gs>
              <a:gs pos="50000">
                <a:schemeClr val="accent2">
                  <a:tint val="44500"/>
                  <a:satMod val="160000"/>
                </a:schemeClr>
              </a:gs>
              <a:gs pos="100000">
                <a:schemeClr val="accent2">
                  <a:tint val="23500"/>
                  <a:satMod val="160000"/>
                </a:schemeClr>
              </a:gs>
            </a:gsLst>
            <a:path path="circle">
              <a:fillToRect l="100000" t="100000"/>
            </a:path>
            <a:tileRect r="-100000" b="-100000"/>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31" name="Rectangle 130">
            <a:extLst>
              <a:ext uri="{FF2B5EF4-FFF2-40B4-BE49-F238E27FC236}">
                <a16:creationId xmlns:a16="http://schemas.microsoft.com/office/drawing/2014/main" id="{3C7F39A4-3412-45C8-AAB3-E65B01C8E699}"/>
              </a:ext>
            </a:extLst>
          </p:cNvPr>
          <p:cNvSpPr/>
          <p:nvPr/>
        </p:nvSpPr>
        <p:spPr>
          <a:xfrm>
            <a:off x="9633651" y="3637780"/>
            <a:ext cx="693528" cy="620616"/>
          </a:xfrm>
          <a:prstGeom prst="rect">
            <a:avLst/>
          </a:prstGeom>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black"/>
              </a:solidFill>
              <a:effectLst/>
              <a:uLnTx/>
              <a:uFillTx/>
              <a:latin typeface="Ubuntu"/>
              <a:ea typeface="+mn-ea"/>
              <a:cs typeface="+mn-cs"/>
            </a:endParaRPr>
          </a:p>
        </p:txBody>
      </p:sp>
      <p:sp>
        <p:nvSpPr>
          <p:cNvPr id="132" name="Freeform: Shape 341">
            <a:extLst>
              <a:ext uri="{FF2B5EF4-FFF2-40B4-BE49-F238E27FC236}">
                <a16:creationId xmlns:a16="http://schemas.microsoft.com/office/drawing/2014/main" id="{EDFCB804-03FB-44C8-8D2B-B8961E6A403E}"/>
              </a:ext>
            </a:extLst>
          </p:cNvPr>
          <p:cNvSpPr/>
          <p:nvPr/>
        </p:nvSpPr>
        <p:spPr>
          <a:xfrm>
            <a:off x="10075584" y="3792087"/>
            <a:ext cx="431638" cy="149167"/>
          </a:xfrm>
          <a:custGeom>
            <a:avLst/>
            <a:gdLst>
              <a:gd name="connsiteX0" fmla="*/ 0 w 443486"/>
              <a:gd name="connsiteY0" fmla="*/ 0 h 165720"/>
              <a:gd name="connsiteX1" fmla="*/ 443486 w 443486"/>
              <a:gd name="connsiteY1" fmla="*/ 0 h 165720"/>
              <a:gd name="connsiteX2" fmla="*/ 443486 w 443486"/>
              <a:gd name="connsiteY2" fmla="*/ 165720 h 165720"/>
              <a:gd name="connsiteX3" fmla="*/ 0 w 443486"/>
              <a:gd name="connsiteY3" fmla="*/ 165720 h 165720"/>
              <a:gd name="connsiteX4" fmla="*/ 0 w 443486"/>
              <a:gd name="connsiteY4" fmla="*/ 0 h 16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486" h="165720">
                <a:moveTo>
                  <a:pt x="0" y="0"/>
                </a:moveTo>
                <a:lnTo>
                  <a:pt x="443486" y="0"/>
                </a:lnTo>
                <a:lnTo>
                  <a:pt x="443486" y="165720"/>
                </a:lnTo>
                <a:lnTo>
                  <a:pt x="0" y="16572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 tIns="7620" rIns="7620" bIns="7620" numCol="1" spcCol="1270" anchor="ctr" anchorCtr="0">
            <a:noAutofit/>
          </a:bodyPr>
          <a:lstStyle/>
          <a:p>
            <a:pPr marL="0" marR="0" lvl="0" indent="0" algn="ctr" defTabSz="266700" rtl="0" eaLnBrk="1" fontAlgn="auto" latinLnBrk="0" hangingPunct="1">
              <a:lnSpc>
                <a:spcPct val="90000"/>
              </a:lnSpc>
              <a:spcBef>
                <a:spcPct val="0"/>
              </a:spcBef>
              <a:spcAft>
                <a:spcPct val="35000"/>
              </a:spcAft>
              <a:buClrTx/>
              <a:buSzTx/>
              <a:buFontTx/>
              <a:buNone/>
              <a:tabLst/>
              <a:defRPr/>
            </a:pPr>
            <a:r>
              <a:rPr kumimoji="0" lang="en-IN" sz="800" b="0" i="0" u="none" strike="noStrike" kern="1200" cap="none" spc="0" normalizeH="0" baseline="0" noProof="0">
                <a:ln>
                  <a:noFill/>
                </a:ln>
                <a:solidFill>
                  <a:prstClr val="black">
                    <a:hueOff val="0"/>
                    <a:satOff val="0"/>
                    <a:lumOff val="0"/>
                    <a:alphaOff val="0"/>
                  </a:prstClr>
                </a:solidFill>
                <a:effectLst/>
                <a:uLnTx/>
                <a:uFillTx/>
                <a:latin typeface="Ubuntu" panose="020B0504030602030204" pitchFamily="34" charset="0"/>
                <a:ea typeface="+mn-ea"/>
                <a:cs typeface="+mn-cs"/>
              </a:rPr>
              <a:t>UAT</a:t>
            </a:r>
          </a:p>
        </p:txBody>
      </p:sp>
      <p:sp>
        <p:nvSpPr>
          <p:cNvPr id="133" name="Arrow: Circular 342">
            <a:extLst>
              <a:ext uri="{FF2B5EF4-FFF2-40B4-BE49-F238E27FC236}">
                <a16:creationId xmlns:a16="http://schemas.microsoft.com/office/drawing/2014/main" id="{0CB01887-D9F8-4A8C-B198-21BC3463113C}"/>
              </a:ext>
            </a:extLst>
          </p:cNvPr>
          <p:cNvSpPr/>
          <p:nvPr/>
        </p:nvSpPr>
        <p:spPr>
          <a:xfrm rot="1499753">
            <a:off x="9684970" y="3688282"/>
            <a:ext cx="533983" cy="493839"/>
          </a:xfrm>
          <a:prstGeom prst="circularArrow">
            <a:avLst>
              <a:gd name="adj1" fmla="val 8251"/>
              <a:gd name="adj2" fmla="val 1970473"/>
              <a:gd name="adj3" fmla="val 1760780"/>
              <a:gd name="adj4" fmla="val 19805083"/>
              <a:gd name="adj5" fmla="val 8826"/>
            </a:avLst>
          </a:prstGeom>
          <a:solidFill>
            <a:srgbClr val="A6001A"/>
          </a:solidFill>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FFFFFF"/>
              </a:solidFill>
              <a:effectLst/>
              <a:uLnTx/>
              <a:uFillTx/>
              <a:latin typeface="Ubuntu"/>
              <a:ea typeface="+mn-ea"/>
              <a:cs typeface="+mn-cs"/>
            </a:endParaRPr>
          </a:p>
        </p:txBody>
      </p:sp>
      <p:sp>
        <p:nvSpPr>
          <p:cNvPr id="134" name="Freeform: Shape 343">
            <a:extLst>
              <a:ext uri="{FF2B5EF4-FFF2-40B4-BE49-F238E27FC236}">
                <a16:creationId xmlns:a16="http://schemas.microsoft.com/office/drawing/2014/main" id="{02967BCF-7400-4345-AD55-66DCA841A937}"/>
              </a:ext>
            </a:extLst>
          </p:cNvPr>
          <p:cNvSpPr/>
          <p:nvPr/>
        </p:nvSpPr>
        <p:spPr>
          <a:xfrm>
            <a:off x="9810793" y="4004767"/>
            <a:ext cx="277620" cy="96897"/>
          </a:xfrm>
          <a:custGeom>
            <a:avLst/>
            <a:gdLst>
              <a:gd name="connsiteX0" fmla="*/ 0 w 285240"/>
              <a:gd name="connsiteY0" fmla="*/ 0 h 107650"/>
              <a:gd name="connsiteX1" fmla="*/ 285240 w 285240"/>
              <a:gd name="connsiteY1" fmla="*/ 0 h 107650"/>
              <a:gd name="connsiteX2" fmla="*/ 285240 w 285240"/>
              <a:gd name="connsiteY2" fmla="*/ 107650 h 107650"/>
              <a:gd name="connsiteX3" fmla="*/ 0 w 285240"/>
              <a:gd name="connsiteY3" fmla="*/ 107650 h 107650"/>
              <a:gd name="connsiteX4" fmla="*/ 0 w 285240"/>
              <a:gd name="connsiteY4" fmla="*/ 0 h 107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240" h="107650">
                <a:moveTo>
                  <a:pt x="0" y="0"/>
                </a:moveTo>
                <a:lnTo>
                  <a:pt x="285240" y="0"/>
                </a:lnTo>
                <a:lnTo>
                  <a:pt x="285240" y="107650"/>
                </a:lnTo>
                <a:lnTo>
                  <a:pt x="0" y="10765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 tIns="7620" rIns="7620" bIns="7620" numCol="1" spcCol="1270" anchor="ctr" anchorCtr="0">
            <a:noAutofit/>
          </a:bodyPr>
          <a:lstStyle/>
          <a:p>
            <a:pPr marL="0" marR="0" lvl="0" indent="0" algn="ctr" defTabSz="266700" rtl="0" eaLnBrk="1" fontAlgn="auto" latinLnBrk="0" hangingPunct="1">
              <a:lnSpc>
                <a:spcPct val="90000"/>
              </a:lnSpc>
              <a:spcBef>
                <a:spcPct val="0"/>
              </a:spcBef>
              <a:spcAft>
                <a:spcPct val="35000"/>
              </a:spcAft>
              <a:buClrTx/>
              <a:buSzTx/>
              <a:buFontTx/>
              <a:buNone/>
              <a:tabLst/>
              <a:defRPr/>
            </a:pPr>
            <a:r>
              <a:rPr kumimoji="0" lang="en-IN" sz="800" b="0" i="0" u="none" strike="noStrike" kern="1200" cap="none" spc="0" normalizeH="0" baseline="0" noProof="0">
                <a:ln>
                  <a:noFill/>
                </a:ln>
                <a:solidFill>
                  <a:prstClr val="black">
                    <a:hueOff val="0"/>
                    <a:satOff val="0"/>
                    <a:lumOff val="0"/>
                    <a:alphaOff val="0"/>
                  </a:prstClr>
                </a:solidFill>
                <a:effectLst/>
                <a:uLnTx/>
                <a:uFillTx/>
                <a:latin typeface="Ubuntu" panose="020B0504030602030204" pitchFamily="34" charset="0"/>
                <a:ea typeface="+mn-ea"/>
                <a:cs typeface="+mn-cs"/>
              </a:rPr>
              <a:t>Fix</a:t>
            </a:r>
          </a:p>
        </p:txBody>
      </p:sp>
      <p:sp>
        <p:nvSpPr>
          <p:cNvPr id="135" name="Arrow: Circular 344">
            <a:extLst>
              <a:ext uri="{FF2B5EF4-FFF2-40B4-BE49-F238E27FC236}">
                <a16:creationId xmlns:a16="http://schemas.microsoft.com/office/drawing/2014/main" id="{87B4FF01-4588-460C-8EAB-B5FB784F87A1}"/>
              </a:ext>
            </a:extLst>
          </p:cNvPr>
          <p:cNvSpPr/>
          <p:nvPr/>
        </p:nvSpPr>
        <p:spPr>
          <a:xfrm rot="167498">
            <a:off x="9709506" y="3687546"/>
            <a:ext cx="533983" cy="493839"/>
          </a:xfrm>
          <a:prstGeom prst="circularArrow">
            <a:avLst>
              <a:gd name="adj1" fmla="val 8251"/>
              <a:gd name="adj2" fmla="val 576333"/>
              <a:gd name="adj3" fmla="val 11501325"/>
              <a:gd name="adj4" fmla="val 6288563"/>
              <a:gd name="adj5" fmla="val 9626"/>
            </a:avLst>
          </a:prstGeom>
        </p:spPr>
        <p:style>
          <a:lnRef idx="2">
            <a:schemeClr val="lt1">
              <a:hueOff val="0"/>
              <a:satOff val="0"/>
              <a:lumOff val="0"/>
              <a:alphaOff val="0"/>
            </a:schemeClr>
          </a:lnRef>
          <a:fillRef idx="1">
            <a:schemeClr val="accent4">
              <a:hueOff val="-8055601"/>
              <a:satOff val="-8728"/>
              <a:lumOff val="-5001"/>
              <a:alphaOff val="0"/>
            </a:schemeClr>
          </a:fillRef>
          <a:effectRef idx="0">
            <a:schemeClr val="accent4">
              <a:hueOff val="-8055601"/>
              <a:satOff val="-8728"/>
              <a:lumOff val="-5001"/>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FFFFFF"/>
              </a:solidFill>
              <a:effectLst/>
              <a:uLnTx/>
              <a:uFillTx/>
              <a:latin typeface="Ubuntu"/>
              <a:ea typeface="+mn-ea"/>
              <a:cs typeface="+mn-cs"/>
            </a:endParaRPr>
          </a:p>
        </p:txBody>
      </p:sp>
      <p:sp>
        <p:nvSpPr>
          <p:cNvPr id="136" name="Freeform: Shape 345">
            <a:extLst>
              <a:ext uri="{FF2B5EF4-FFF2-40B4-BE49-F238E27FC236}">
                <a16:creationId xmlns:a16="http://schemas.microsoft.com/office/drawing/2014/main" id="{AC31AA30-CB91-4FA5-BCA4-26EF2C96D995}"/>
              </a:ext>
            </a:extLst>
          </p:cNvPr>
          <p:cNvSpPr/>
          <p:nvPr/>
        </p:nvSpPr>
        <p:spPr>
          <a:xfrm>
            <a:off x="9453604" y="3763181"/>
            <a:ext cx="542701" cy="79890"/>
          </a:xfrm>
          <a:custGeom>
            <a:avLst/>
            <a:gdLst>
              <a:gd name="connsiteX0" fmla="*/ 0 w 557598"/>
              <a:gd name="connsiteY0" fmla="*/ 0 h 88755"/>
              <a:gd name="connsiteX1" fmla="*/ 557598 w 557598"/>
              <a:gd name="connsiteY1" fmla="*/ 0 h 88755"/>
              <a:gd name="connsiteX2" fmla="*/ 557598 w 557598"/>
              <a:gd name="connsiteY2" fmla="*/ 88755 h 88755"/>
              <a:gd name="connsiteX3" fmla="*/ 0 w 557598"/>
              <a:gd name="connsiteY3" fmla="*/ 88755 h 88755"/>
              <a:gd name="connsiteX4" fmla="*/ 0 w 557598"/>
              <a:gd name="connsiteY4" fmla="*/ 0 h 88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7598" h="88755">
                <a:moveTo>
                  <a:pt x="0" y="0"/>
                </a:moveTo>
                <a:lnTo>
                  <a:pt x="557598" y="0"/>
                </a:lnTo>
                <a:lnTo>
                  <a:pt x="557598" y="88755"/>
                </a:lnTo>
                <a:lnTo>
                  <a:pt x="0" y="8875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 tIns="7620" rIns="7620" bIns="7620" numCol="1" spcCol="1270" anchor="ctr" anchorCtr="0">
            <a:noAutofit/>
          </a:bodyPr>
          <a:lstStyle/>
          <a:p>
            <a:pPr marL="0" marR="0" lvl="0" indent="0" algn="ctr" defTabSz="266700" rtl="0" eaLnBrk="1" fontAlgn="auto" latinLnBrk="0" hangingPunct="1">
              <a:lnSpc>
                <a:spcPct val="90000"/>
              </a:lnSpc>
              <a:spcBef>
                <a:spcPct val="0"/>
              </a:spcBef>
              <a:spcAft>
                <a:spcPct val="35000"/>
              </a:spcAft>
              <a:buClrTx/>
              <a:buSzTx/>
              <a:buFontTx/>
              <a:buNone/>
              <a:tabLst/>
              <a:defRPr/>
            </a:pPr>
            <a:r>
              <a:rPr kumimoji="0" lang="en-IN" sz="800" b="0" i="0" u="none" strike="noStrike" kern="1200" cap="none" spc="0" normalizeH="0" baseline="0" noProof="0">
                <a:ln>
                  <a:noFill/>
                </a:ln>
                <a:solidFill>
                  <a:prstClr val="black">
                    <a:hueOff val="0"/>
                    <a:satOff val="0"/>
                    <a:lumOff val="0"/>
                    <a:alphaOff val="0"/>
                  </a:prstClr>
                </a:solidFill>
                <a:effectLst/>
                <a:uLnTx/>
                <a:uFillTx/>
                <a:latin typeface="Ubuntu" panose="020B0504030602030204" pitchFamily="34" charset="0"/>
                <a:ea typeface="+mn-ea"/>
                <a:cs typeface="+mn-cs"/>
              </a:rPr>
              <a:t>Deploy</a:t>
            </a:r>
          </a:p>
        </p:txBody>
      </p:sp>
      <p:sp>
        <p:nvSpPr>
          <p:cNvPr id="137" name="Arrow: Circular 346">
            <a:extLst>
              <a:ext uri="{FF2B5EF4-FFF2-40B4-BE49-F238E27FC236}">
                <a16:creationId xmlns:a16="http://schemas.microsoft.com/office/drawing/2014/main" id="{AABB1DDB-DADD-4CB2-8EFC-162D0FBBFA60}"/>
              </a:ext>
            </a:extLst>
          </p:cNvPr>
          <p:cNvSpPr/>
          <p:nvPr/>
        </p:nvSpPr>
        <p:spPr>
          <a:xfrm rot="407672">
            <a:off x="9705659" y="3678455"/>
            <a:ext cx="533983" cy="493839"/>
          </a:xfrm>
          <a:prstGeom prst="circularArrow">
            <a:avLst>
              <a:gd name="adj1" fmla="val 8251"/>
              <a:gd name="adj2" fmla="val 576333"/>
              <a:gd name="adj3" fmla="val 18669312"/>
              <a:gd name="adj4" fmla="val 13767252"/>
              <a:gd name="adj5" fmla="val 13011"/>
            </a:avLst>
          </a:prstGeom>
          <a:solidFill>
            <a:srgbClr val="178036"/>
          </a:solidFill>
        </p:spPr>
        <p:style>
          <a:lnRef idx="2">
            <a:schemeClr val="lt1">
              <a:hueOff val="0"/>
              <a:satOff val="0"/>
              <a:lumOff val="0"/>
              <a:alphaOff val="0"/>
            </a:schemeClr>
          </a:lnRef>
          <a:fillRef idx="1">
            <a:schemeClr val="accent4">
              <a:hueOff val="-16111201"/>
              <a:satOff val="-17456"/>
              <a:lumOff val="-10001"/>
              <a:alphaOff val="0"/>
            </a:schemeClr>
          </a:fillRef>
          <a:effectRef idx="0">
            <a:schemeClr val="accent4">
              <a:hueOff val="-16111201"/>
              <a:satOff val="-17456"/>
              <a:lumOff val="-10001"/>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FFFFFF"/>
              </a:solidFill>
              <a:effectLst/>
              <a:uLnTx/>
              <a:uFillTx/>
              <a:latin typeface="Ubuntu"/>
              <a:ea typeface="+mn-ea"/>
              <a:cs typeface="+mn-cs"/>
            </a:endParaRPr>
          </a:p>
        </p:txBody>
      </p:sp>
      <p:sp>
        <p:nvSpPr>
          <p:cNvPr id="124" name="Rectangle 123">
            <a:extLst>
              <a:ext uri="{FF2B5EF4-FFF2-40B4-BE49-F238E27FC236}">
                <a16:creationId xmlns:a16="http://schemas.microsoft.com/office/drawing/2014/main" id="{7019BEB5-43CB-4744-A18A-8F5F03138DD8}"/>
              </a:ext>
            </a:extLst>
          </p:cNvPr>
          <p:cNvSpPr/>
          <p:nvPr/>
        </p:nvSpPr>
        <p:spPr>
          <a:xfrm>
            <a:off x="8707585" y="2836575"/>
            <a:ext cx="693528" cy="620616"/>
          </a:xfrm>
          <a:prstGeom prst="rect">
            <a:avLst/>
          </a:prstGeom>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black"/>
              </a:solidFill>
              <a:effectLst/>
              <a:uLnTx/>
              <a:uFillTx/>
              <a:latin typeface="Ubuntu"/>
              <a:ea typeface="+mn-ea"/>
              <a:cs typeface="+mn-cs"/>
            </a:endParaRPr>
          </a:p>
        </p:txBody>
      </p:sp>
      <p:sp>
        <p:nvSpPr>
          <p:cNvPr id="125" name="Freeform: Shape 349">
            <a:extLst>
              <a:ext uri="{FF2B5EF4-FFF2-40B4-BE49-F238E27FC236}">
                <a16:creationId xmlns:a16="http://schemas.microsoft.com/office/drawing/2014/main" id="{D7448E2E-2063-4F35-B7CB-9D92925F1E5A}"/>
              </a:ext>
            </a:extLst>
          </p:cNvPr>
          <p:cNvSpPr/>
          <p:nvPr/>
        </p:nvSpPr>
        <p:spPr>
          <a:xfrm>
            <a:off x="9149518" y="2990882"/>
            <a:ext cx="431638" cy="149167"/>
          </a:xfrm>
          <a:custGeom>
            <a:avLst/>
            <a:gdLst>
              <a:gd name="connsiteX0" fmla="*/ 0 w 443486"/>
              <a:gd name="connsiteY0" fmla="*/ 0 h 165720"/>
              <a:gd name="connsiteX1" fmla="*/ 443486 w 443486"/>
              <a:gd name="connsiteY1" fmla="*/ 0 h 165720"/>
              <a:gd name="connsiteX2" fmla="*/ 443486 w 443486"/>
              <a:gd name="connsiteY2" fmla="*/ 165720 h 165720"/>
              <a:gd name="connsiteX3" fmla="*/ 0 w 443486"/>
              <a:gd name="connsiteY3" fmla="*/ 165720 h 165720"/>
              <a:gd name="connsiteX4" fmla="*/ 0 w 443486"/>
              <a:gd name="connsiteY4" fmla="*/ 0 h 16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486" h="165720">
                <a:moveTo>
                  <a:pt x="0" y="0"/>
                </a:moveTo>
                <a:lnTo>
                  <a:pt x="443486" y="0"/>
                </a:lnTo>
                <a:lnTo>
                  <a:pt x="443486" y="165720"/>
                </a:lnTo>
                <a:lnTo>
                  <a:pt x="0" y="16572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 tIns="7620" rIns="7620" bIns="7620" numCol="1" spcCol="1270" anchor="ctr" anchorCtr="0">
            <a:noAutofit/>
          </a:bodyPr>
          <a:lstStyle/>
          <a:p>
            <a:pPr marL="0" marR="0" lvl="0" indent="0" algn="ctr" defTabSz="266700" rtl="0" eaLnBrk="1" fontAlgn="auto" latinLnBrk="0" hangingPunct="1">
              <a:lnSpc>
                <a:spcPct val="90000"/>
              </a:lnSpc>
              <a:spcBef>
                <a:spcPct val="0"/>
              </a:spcBef>
              <a:spcAft>
                <a:spcPct val="35000"/>
              </a:spcAft>
              <a:buClrTx/>
              <a:buSzTx/>
              <a:buFontTx/>
              <a:buNone/>
              <a:tabLst/>
              <a:defRPr/>
            </a:pPr>
            <a:r>
              <a:rPr kumimoji="0" lang="en-IN" sz="800" b="0" i="0" u="none" strike="noStrike" kern="1200" cap="none" spc="0" normalizeH="0" baseline="0" noProof="0">
                <a:ln>
                  <a:noFill/>
                </a:ln>
                <a:solidFill>
                  <a:prstClr val="black">
                    <a:hueOff val="0"/>
                    <a:satOff val="0"/>
                    <a:lumOff val="0"/>
                    <a:alphaOff val="0"/>
                  </a:prstClr>
                </a:solidFill>
                <a:effectLst/>
                <a:uLnTx/>
                <a:uFillTx/>
                <a:latin typeface="Ubuntu" panose="020B0504030602030204" pitchFamily="34" charset="0"/>
                <a:ea typeface="+mn-ea"/>
                <a:cs typeface="+mn-cs"/>
              </a:rPr>
              <a:t>SIT</a:t>
            </a:r>
          </a:p>
        </p:txBody>
      </p:sp>
      <p:sp>
        <p:nvSpPr>
          <p:cNvPr id="126" name="Arrow: Circular 350">
            <a:extLst>
              <a:ext uri="{FF2B5EF4-FFF2-40B4-BE49-F238E27FC236}">
                <a16:creationId xmlns:a16="http://schemas.microsoft.com/office/drawing/2014/main" id="{012DC2A7-A29E-4044-9707-E8D393227F03}"/>
              </a:ext>
            </a:extLst>
          </p:cNvPr>
          <p:cNvSpPr/>
          <p:nvPr/>
        </p:nvSpPr>
        <p:spPr>
          <a:xfrm rot="1499753">
            <a:off x="8758904" y="2887077"/>
            <a:ext cx="533983" cy="493839"/>
          </a:xfrm>
          <a:prstGeom prst="circularArrow">
            <a:avLst>
              <a:gd name="adj1" fmla="val 8251"/>
              <a:gd name="adj2" fmla="val 1970473"/>
              <a:gd name="adj3" fmla="val 1760780"/>
              <a:gd name="adj4" fmla="val 19805083"/>
              <a:gd name="adj5" fmla="val 8826"/>
            </a:avLst>
          </a:prstGeom>
          <a:solidFill>
            <a:srgbClr val="A6001A"/>
          </a:solidFill>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FFFFFF"/>
              </a:solidFill>
              <a:effectLst/>
              <a:uLnTx/>
              <a:uFillTx/>
              <a:latin typeface="Ubuntu"/>
              <a:ea typeface="+mn-ea"/>
              <a:cs typeface="+mn-cs"/>
            </a:endParaRPr>
          </a:p>
        </p:txBody>
      </p:sp>
      <p:sp>
        <p:nvSpPr>
          <p:cNvPr id="127" name="Freeform: Shape 351">
            <a:extLst>
              <a:ext uri="{FF2B5EF4-FFF2-40B4-BE49-F238E27FC236}">
                <a16:creationId xmlns:a16="http://schemas.microsoft.com/office/drawing/2014/main" id="{A4AE12FE-C211-4975-9AB2-06C7A3B0E8DE}"/>
              </a:ext>
            </a:extLst>
          </p:cNvPr>
          <p:cNvSpPr/>
          <p:nvPr/>
        </p:nvSpPr>
        <p:spPr>
          <a:xfrm>
            <a:off x="8889807" y="3183242"/>
            <a:ext cx="277620" cy="96897"/>
          </a:xfrm>
          <a:custGeom>
            <a:avLst/>
            <a:gdLst>
              <a:gd name="connsiteX0" fmla="*/ 0 w 285240"/>
              <a:gd name="connsiteY0" fmla="*/ 0 h 107650"/>
              <a:gd name="connsiteX1" fmla="*/ 285240 w 285240"/>
              <a:gd name="connsiteY1" fmla="*/ 0 h 107650"/>
              <a:gd name="connsiteX2" fmla="*/ 285240 w 285240"/>
              <a:gd name="connsiteY2" fmla="*/ 107650 h 107650"/>
              <a:gd name="connsiteX3" fmla="*/ 0 w 285240"/>
              <a:gd name="connsiteY3" fmla="*/ 107650 h 107650"/>
              <a:gd name="connsiteX4" fmla="*/ 0 w 285240"/>
              <a:gd name="connsiteY4" fmla="*/ 0 h 107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240" h="107650">
                <a:moveTo>
                  <a:pt x="0" y="0"/>
                </a:moveTo>
                <a:lnTo>
                  <a:pt x="285240" y="0"/>
                </a:lnTo>
                <a:lnTo>
                  <a:pt x="285240" y="107650"/>
                </a:lnTo>
                <a:lnTo>
                  <a:pt x="0" y="10765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 tIns="7620" rIns="7620" bIns="7620" numCol="1" spcCol="1270" anchor="ctr" anchorCtr="0">
            <a:noAutofit/>
          </a:bodyPr>
          <a:lstStyle/>
          <a:p>
            <a:pPr marL="0" marR="0" lvl="0" indent="0" algn="ctr" defTabSz="266700" rtl="0" eaLnBrk="1" fontAlgn="auto" latinLnBrk="0" hangingPunct="1">
              <a:lnSpc>
                <a:spcPct val="90000"/>
              </a:lnSpc>
              <a:spcBef>
                <a:spcPct val="0"/>
              </a:spcBef>
              <a:spcAft>
                <a:spcPct val="35000"/>
              </a:spcAft>
              <a:buClrTx/>
              <a:buSzTx/>
              <a:buFontTx/>
              <a:buNone/>
              <a:tabLst/>
              <a:defRPr/>
            </a:pPr>
            <a:r>
              <a:rPr kumimoji="0" lang="en-IN" sz="800" b="0" i="0" u="none" strike="noStrike" kern="1200" cap="none" spc="0" normalizeH="0" baseline="0" noProof="0">
                <a:ln>
                  <a:noFill/>
                </a:ln>
                <a:solidFill>
                  <a:prstClr val="black">
                    <a:hueOff val="0"/>
                    <a:satOff val="0"/>
                    <a:lumOff val="0"/>
                    <a:alphaOff val="0"/>
                  </a:prstClr>
                </a:solidFill>
                <a:effectLst/>
                <a:uLnTx/>
                <a:uFillTx/>
                <a:latin typeface="Ubuntu" panose="020B0504030602030204" pitchFamily="34" charset="0"/>
                <a:ea typeface="+mn-ea"/>
                <a:cs typeface="+mn-cs"/>
              </a:rPr>
              <a:t>Fix</a:t>
            </a:r>
          </a:p>
        </p:txBody>
      </p:sp>
      <p:sp>
        <p:nvSpPr>
          <p:cNvPr id="128" name="Arrow: Circular 352">
            <a:extLst>
              <a:ext uri="{FF2B5EF4-FFF2-40B4-BE49-F238E27FC236}">
                <a16:creationId xmlns:a16="http://schemas.microsoft.com/office/drawing/2014/main" id="{7AFC4110-46AB-4FF1-8378-B57B68C7C864}"/>
              </a:ext>
            </a:extLst>
          </p:cNvPr>
          <p:cNvSpPr/>
          <p:nvPr/>
        </p:nvSpPr>
        <p:spPr>
          <a:xfrm rot="167498">
            <a:off x="8783440" y="2886341"/>
            <a:ext cx="533983" cy="493839"/>
          </a:xfrm>
          <a:prstGeom prst="circularArrow">
            <a:avLst>
              <a:gd name="adj1" fmla="val 8251"/>
              <a:gd name="adj2" fmla="val 576333"/>
              <a:gd name="adj3" fmla="val 11501325"/>
              <a:gd name="adj4" fmla="val 6288563"/>
              <a:gd name="adj5" fmla="val 9626"/>
            </a:avLst>
          </a:prstGeom>
        </p:spPr>
        <p:style>
          <a:lnRef idx="2">
            <a:schemeClr val="lt1">
              <a:hueOff val="0"/>
              <a:satOff val="0"/>
              <a:lumOff val="0"/>
              <a:alphaOff val="0"/>
            </a:schemeClr>
          </a:lnRef>
          <a:fillRef idx="1">
            <a:schemeClr val="accent4">
              <a:hueOff val="-8055601"/>
              <a:satOff val="-8728"/>
              <a:lumOff val="-5001"/>
              <a:alphaOff val="0"/>
            </a:schemeClr>
          </a:fillRef>
          <a:effectRef idx="0">
            <a:schemeClr val="accent4">
              <a:hueOff val="-8055601"/>
              <a:satOff val="-8728"/>
              <a:lumOff val="-5001"/>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FFFFFF"/>
              </a:solidFill>
              <a:effectLst/>
              <a:uLnTx/>
              <a:uFillTx/>
              <a:latin typeface="Ubuntu"/>
              <a:ea typeface="+mn-ea"/>
              <a:cs typeface="+mn-cs"/>
            </a:endParaRPr>
          </a:p>
        </p:txBody>
      </p:sp>
      <p:sp>
        <p:nvSpPr>
          <p:cNvPr id="129" name="Freeform: Shape 353">
            <a:extLst>
              <a:ext uri="{FF2B5EF4-FFF2-40B4-BE49-F238E27FC236}">
                <a16:creationId xmlns:a16="http://schemas.microsoft.com/office/drawing/2014/main" id="{758B63F8-2B59-43A3-9897-03963EF8B082}"/>
              </a:ext>
            </a:extLst>
          </p:cNvPr>
          <p:cNvSpPr/>
          <p:nvPr/>
        </p:nvSpPr>
        <p:spPr>
          <a:xfrm>
            <a:off x="8527538" y="2961976"/>
            <a:ext cx="542701" cy="79890"/>
          </a:xfrm>
          <a:custGeom>
            <a:avLst/>
            <a:gdLst>
              <a:gd name="connsiteX0" fmla="*/ 0 w 557598"/>
              <a:gd name="connsiteY0" fmla="*/ 0 h 88755"/>
              <a:gd name="connsiteX1" fmla="*/ 557598 w 557598"/>
              <a:gd name="connsiteY1" fmla="*/ 0 h 88755"/>
              <a:gd name="connsiteX2" fmla="*/ 557598 w 557598"/>
              <a:gd name="connsiteY2" fmla="*/ 88755 h 88755"/>
              <a:gd name="connsiteX3" fmla="*/ 0 w 557598"/>
              <a:gd name="connsiteY3" fmla="*/ 88755 h 88755"/>
              <a:gd name="connsiteX4" fmla="*/ 0 w 557598"/>
              <a:gd name="connsiteY4" fmla="*/ 0 h 88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7598" h="88755">
                <a:moveTo>
                  <a:pt x="0" y="0"/>
                </a:moveTo>
                <a:lnTo>
                  <a:pt x="557598" y="0"/>
                </a:lnTo>
                <a:lnTo>
                  <a:pt x="557598" y="88755"/>
                </a:lnTo>
                <a:lnTo>
                  <a:pt x="0" y="8875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 tIns="7620" rIns="7620" bIns="7620" numCol="1" spcCol="1270" anchor="ctr" anchorCtr="0">
            <a:noAutofit/>
          </a:bodyPr>
          <a:lstStyle/>
          <a:p>
            <a:pPr marL="0" marR="0" lvl="0" indent="0" algn="ctr" defTabSz="266700" rtl="0" eaLnBrk="1" fontAlgn="auto" latinLnBrk="0" hangingPunct="1">
              <a:lnSpc>
                <a:spcPct val="90000"/>
              </a:lnSpc>
              <a:spcBef>
                <a:spcPct val="0"/>
              </a:spcBef>
              <a:spcAft>
                <a:spcPct val="35000"/>
              </a:spcAft>
              <a:buClrTx/>
              <a:buSzTx/>
              <a:buFontTx/>
              <a:buNone/>
              <a:tabLst/>
              <a:defRPr/>
            </a:pPr>
            <a:r>
              <a:rPr kumimoji="0" lang="en-IN" sz="800" b="0" i="0" u="none" strike="noStrike" kern="1200" cap="none" spc="0" normalizeH="0" baseline="0" noProof="0">
                <a:ln>
                  <a:noFill/>
                </a:ln>
                <a:solidFill>
                  <a:prstClr val="black">
                    <a:hueOff val="0"/>
                    <a:satOff val="0"/>
                    <a:lumOff val="0"/>
                    <a:alphaOff val="0"/>
                  </a:prstClr>
                </a:solidFill>
                <a:effectLst/>
                <a:uLnTx/>
                <a:uFillTx/>
                <a:latin typeface="Ubuntu" panose="020B0504030602030204" pitchFamily="34" charset="0"/>
                <a:ea typeface="+mn-ea"/>
                <a:cs typeface="+mn-cs"/>
              </a:rPr>
              <a:t>Deploy</a:t>
            </a:r>
          </a:p>
        </p:txBody>
      </p:sp>
      <p:sp>
        <p:nvSpPr>
          <p:cNvPr id="130" name="Arrow: Circular 354">
            <a:extLst>
              <a:ext uri="{FF2B5EF4-FFF2-40B4-BE49-F238E27FC236}">
                <a16:creationId xmlns:a16="http://schemas.microsoft.com/office/drawing/2014/main" id="{F959B803-CEFF-4555-991B-C2642E48C6DD}"/>
              </a:ext>
            </a:extLst>
          </p:cNvPr>
          <p:cNvSpPr/>
          <p:nvPr/>
        </p:nvSpPr>
        <p:spPr>
          <a:xfrm rot="407672">
            <a:off x="8779593" y="2877250"/>
            <a:ext cx="533983" cy="493839"/>
          </a:xfrm>
          <a:prstGeom prst="circularArrow">
            <a:avLst>
              <a:gd name="adj1" fmla="val 8251"/>
              <a:gd name="adj2" fmla="val 576333"/>
              <a:gd name="adj3" fmla="val 18669312"/>
              <a:gd name="adj4" fmla="val 13767252"/>
              <a:gd name="adj5" fmla="val 13011"/>
            </a:avLst>
          </a:prstGeom>
          <a:solidFill>
            <a:srgbClr val="178036"/>
          </a:solidFill>
        </p:spPr>
        <p:style>
          <a:lnRef idx="2">
            <a:schemeClr val="lt1">
              <a:hueOff val="0"/>
              <a:satOff val="0"/>
              <a:lumOff val="0"/>
              <a:alphaOff val="0"/>
            </a:schemeClr>
          </a:lnRef>
          <a:fillRef idx="1">
            <a:schemeClr val="accent4">
              <a:hueOff val="-16111201"/>
              <a:satOff val="-17456"/>
              <a:lumOff val="-10001"/>
              <a:alphaOff val="0"/>
            </a:schemeClr>
          </a:fillRef>
          <a:effectRef idx="0">
            <a:schemeClr val="accent4">
              <a:hueOff val="-16111201"/>
              <a:satOff val="-17456"/>
              <a:lumOff val="-10001"/>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FFFFFF"/>
              </a:solidFill>
              <a:effectLst/>
              <a:uLnTx/>
              <a:uFillTx/>
              <a:latin typeface="Ubuntu"/>
              <a:ea typeface="+mn-ea"/>
              <a:cs typeface="+mn-cs"/>
            </a:endParaRPr>
          </a:p>
        </p:txBody>
      </p:sp>
      <p:sp>
        <p:nvSpPr>
          <p:cNvPr id="103" name="Arrow: Striped Right 146">
            <a:extLst>
              <a:ext uri="{FF2B5EF4-FFF2-40B4-BE49-F238E27FC236}">
                <a16:creationId xmlns:a16="http://schemas.microsoft.com/office/drawing/2014/main" id="{8FE88659-AA8E-4C45-902D-DD7116D57BC2}"/>
              </a:ext>
            </a:extLst>
          </p:cNvPr>
          <p:cNvSpPr/>
          <p:nvPr/>
        </p:nvSpPr>
        <p:spPr>
          <a:xfrm>
            <a:off x="7642638" y="3323293"/>
            <a:ext cx="2830965" cy="416206"/>
          </a:xfrm>
          <a:prstGeom prst="stripedRightArrow">
            <a:avLst>
              <a:gd name="adj1" fmla="val 59991"/>
              <a:gd name="adj2" fmla="val 48598"/>
            </a:avLst>
          </a:prstGeom>
          <a:gradFill flip="none" rotWithShape="1">
            <a:gsLst>
              <a:gs pos="52000">
                <a:schemeClr val="accent1">
                  <a:lumMod val="5000"/>
                  <a:lumOff val="95000"/>
                </a:schemeClr>
              </a:gs>
              <a:gs pos="54000">
                <a:schemeClr val="accent1">
                  <a:lumMod val="45000"/>
                  <a:lumOff val="55000"/>
                </a:schemeClr>
              </a:gs>
              <a:gs pos="69000">
                <a:schemeClr val="accent1">
                  <a:lumMod val="60000"/>
                  <a:lumOff val="40000"/>
                </a:schemeClr>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rPr>
              <a:t>Pre-UAT Environment</a:t>
            </a:r>
          </a:p>
        </p:txBody>
      </p:sp>
      <p:sp>
        <p:nvSpPr>
          <p:cNvPr id="104" name="Arrow: Curved Right 190">
            <a:extLst>
              <a:ext uri="{FF2B5EF4-FFF2-40B4-BE49-F238E27FC236}">
                <a16:creationId xmlns:a16="http://schemas.microsoft.com/office/drawing/2014/main" id="{03E8301B-64E9-4AD1-8DB1-CEBB3DFA276C}"/>
              </a:ext>
            </a:extLst>
          </p:cNvPr>
          <p:cNvSpPr/>
          <p:nvPr/>
        </p:nvSpPr>
        <p:spPr>
          <a:xfrm rot="19016985">
            <a:off x="9791396" y="3345642"/>
            <a:ext cx="269869" cy="365148"/>
          </a:xfrm>
          <a:prstGeom prst="curvedRightArrow">
            <a:avLst>
              <a:gd name="adj1" fmla="val 25000"/>
              <a:gd name="adj2" fmla="val 60189"/>
              <a:gd name="adj3" fmla="val 21731"/>
            </a:avLst>
          </a:prstGeom>
          <a:gradFill flip="none" rotWithShape="1">
            <a:gsLst>
              <a:gs pos="0">
                <a:schemeClr val="accent2">
                  <a:tint val="66000"/>
                  <a:satMod val="160000"/>
                </a:schemeClr>
              </a:gs>
              <a:gs pos="50000">
                <a:schemeClr val="accent2">
                  <a:tint val="44500"/>
                  <a:satMod val="160000"/>
                </a:schemeClr>
              </a:gs>
              <a:gs pos="100000">
                <a:schemeClr val="accent2">
                  <a:tint val="23500"/>
                  <a:satMod val="160000"/>
                </a:schemeClr>
              </a:gs>
            </a:gsLst>
            <a:path path="circle">
              <a:fillToRect l="100000" t="100000"/>
            </a:path>
            <a:tileRect r="-100000" b="-100000"/>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05" name="Left Brace 104">
            <a:extLst>
              <a:ext uri="{FF2B5EF4-FFF2-40B4-BE49-F238E27FC236}">
                <a16:creationId xmlns:a16="http://schemas.microsoft.com/office/drawing/2014/main" id="{555331A1-5CA3-4DB6-9848-495D7C94AC99}"/>
              </a:ext>
            </a:extLst>
          </p:cNvPr>
          <p:cNvSpPr/>
          <p:nvPr/>
        </p:nvSpPr>
        <p:spPr>
          <a:xfrm>
            <a:off x="6821260" y="3061548"/>
            <a:ext cx="239169" cy="961640"/>
          </a:xfrm>
          <a:prstGeom prst="leftBrace">
            <a:avLst>
              <a:gd name="adj1" fmla="val 44318"/>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06" name="Arrow: Curved Right 185">
            <a:extLst>
              <a:ext uri="{FF2B5EF4-FFF2-40B4-BE49-F238E27FC236}">
                <a16:creationId xmlns:a16="http://schemas.microsoft.com/office/drawing/2014/main" id="{4F14303B-F224-4C70-994D-366BA2000D10}"/>
              </a:ext>
            </a:extLst>
          </p:cNvPr>
          <p:cNvSpPr/>
          <p:nvPr/>
        </p:nvSpPr>
        <p:spPr>
          <a:xfrm rot="19016985">
            <a:off x="9177301" y="3347154"/>
            <a:ext cx="269869" cy="365148"/>
          </a:xfrm>
          <a:prstGeom prst="curvedRightArrow">
            <a:avLst>
              <a:gd name="adj1" fmla="val 25000"/>
              <a:gd name="adj2" fmla="val 60189"/>
              <a:gd name="adj3" fmla="val 21731"/>
            </a:avLst>
          </a:prstGeom>
          <a:gradFill flip="none" rotWithShape="1">
            <a:gsLst>
              <a:gs pos="0">
                <a:schemeClr val="accent2">
                  <a:tint val="66000"/>
                  <a:satMod val="160000"/>
                </a:schemeClr>
              </a:gs>
              <a:gs pos="50000">
                <a:schemeClr val="accent2">
                  <a:tint val="44500"/>
                  <a:satMod val="160000"/>
                </a:schemeClr>
              </a:gs>
              <a:gs pos="100000">
                <a:schemeClr val="accent2">
                  <a:tint val="23500"/>
                  <a:satMod val="160000"/>
                </a:schemeClr>
              </a:gs>
            </a:gsLst>
            <a:path path="circle">
              <a:fillToRect l="100000" t="100000"/>
            </a:path>
            <a:tileRect r="-100000" b="-100000"/>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0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17" name="Rectangle 116">
            <a:extLst>
              <a:ext uri="{FF2B5EF4-FFF2-40B4-BE49-F238E27FC236}">
                <a16:creationId xmlns:a16="http://schemas.microsoft.com/office/drawing/2014/main" id="{D916F886-2256-4C59-B92B-2C1B9248DAA3}"/>
              </a:ext>
            </a:extLst>
          </p:cNvPr>
          <p:cNvSpPr/>
          <p:nvPr/>
        </p:nvSpPr>
        <p:spPr>
          <a:xfrm>
            <a:off x="9214386" y="3251023"/>
            <a:ext cx="693528" cy="620616"/>
          </a:xfrm>
          <a:prstGeom prst="rect">
            <a:avLst/>
          </a:prstGeom>
          <a:ln>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prstClr val="black"/>
              </a:solidFill>
              <a:effectLst/>
              <a:uLnTx/>
              <a:uFillTx/>
              <a:latin typeface="Ubuntu"/>
              <a:ea typeface="+mn-ea"/>
              <a:cs typeface="+mn-cs"/>
            </a:endParaRPr>
          </a:p>
        </p:txBody>
      </p:sp>
      <p:sp>
        <p:nvSpPr>
          <p:cNvPr id="118" name="Freeform: Shape 193">
            <a:extLst>
              <a:ext uri="{FF2B5EF4-FFF2-40B4-BE49-F238E27FC236}">
                <a16:creationId xmlns:a16="http://schemas.microsoft.com/office/drawing/2014/main" id="{2636204C-308E-4C27-8931-6C77AC1BA5CF}"/>
              </a:ext>
            </a:extLst>
          </p:cNvPr>
          <p:cNvSpPr/>
          <p:nvPr/>
        </p:nvSpPr>
        <p:spPr>
          <a:xfrm>
            <a:off x="9656319" y="3405330"/>
            <a:ext cx="431638" cy="149167"/>
          </a:xfrm>
          <a:custGeom>
            <a:avLst/>
            <a:gdLst>
              <a:gd name="connsiteX0" fmla="*/ 0 w 443486"/>
              <a:gd name="connsiteY0" fmla="*/ 0 h 165720"/>
              <a:gd name="connsiteX1" fmla="*/ 443486 w 443486"/>
              <a:gd name="connsiteY1" fmla="*/ 0 h 165720"/>
              <a:gd name="connsiteX2" fmla="*/ 443486 w 443486"/>
              <a:gd name="connsiteY2" fmla="*/ 165720 h 165720"/>
              <a:gd name="connsiteX3" fmla="*/ 0 w 443486"/>
              <a:gd name="connsiteY3" fmla="*/ 165720 h 165720"/>
              <a:gd name="connsiteX4" fmla="*/ 0 w 443486"/>
              <a:gd name="connsiteY4" fmla="*/ 0 h 1657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3486" h="165720">
                <a:moveTo>
                  <a:pt x="0" y="0"/>
                </a:moveTo>
                <a:lnTo>
                  <a:pt x="443486" y="0"/>
                </a:lnTo>
                <a:lnTo>
                  <a:pt x="443486" y="165720"/>
                </a:lnTo>
                <a:lnTo>
                  <a:pt x="0" y="16572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 tIns="7620" rIns="7620" bIns="7620" numCol="1" spcCol="1270" anchor="ctr" anchorCtr="0">
            <a:noAutofit/>
          </a:bodyPr>
          <a:lstStyle/>
          <a:p>
            <a:pPr marL="0" marR="0" lvl="0" indent="0" algn="ctr" defTabSz="266700" rtl="0" eaLnBrk="1" fontAlgn="auto" latinLnBrk="0" hangingPunct="1">
              <a:lnSpc>
                <a:spcPct val="90000"/>
              </a:lnSpc>
              <a:spcBef>
                <a:spcPct val="0"/>
              </a:spcBef>
              <a:spcAft>
                <a:spcPct val="35000"/>
              </a:spcAft>
              <a:buClrTx/>
              <a:buSzTx/>
              <a:buFontTx/>
              <a:buNone/>
              <a:tabLst/>
              <a:defRPr/>
            </a:pPr>
            <a:r>
              <a:rPr kumimoji="0" lang="en-IN" sz="800" b="0" i="0" u="none" strike="noStrike" kern="1200" cap="none" spc="0" normalizeH="0" baseline="0" noProof="0">
                <a:ln>
                  <a:noFill/>
                </a:ln>
                <a:solidFill>
                  <a:prstClr val="black">
                    <a:hueOff val="0"/>
                    <a:satOff val="0"/>
                    <a:lumOff val="0"/>
                    <a:alphaOff val="0"/>
                  </a:prstClr>
                </a:solidFill>
                <a:effectLst/>
                <a:uLnTx/>
                <a:uFillTx/>
                <a:latin typeface="Ubuntu" panose="020B0504030602030204" pitchFamily="34" charset="0"/>
                <a:ea typeface="+mn-ea"/>
                <a:cs typeface="+mn-cs"/>
              </a:rPr>
              <a:t>Pre-UAT</a:t>
            </a:r>
          </a:p>
        </p:txBody>
      </p:sp>
      <p:sp>
        <p:nvSpPr>
          <p:cNvPr id="119" name="Arrow: Circular 194">
            <a:extLst>
              <a:ext uri="{FF2B5EF4-FFF2-40B4-BE49-F238E27FC236}">
                <a16:creationId xmlns:a16="http://schemas.microsoft.com/office/drawing/2014/main" id="{CF53EF09-A5B0-44C6-B9A4-BD9CF07AFDFC}"/>
              </a:ext>
            </a:extLst>
          </p:cNvPr>
          <p:cNvSpPr/>
          <p:nvPr/>
        </p:nvSpPr>
        <p:spPr>
          <a:xfrm rot="1499753">
            <a:off x="9265705" y="3301525"/>
            <a:ext cx="533983" cy="493839"/>
          </a:xfrm>
          <a:prstGeom prst="circularArrow">
            <a:avLst>
              <a:gd name="adj1" fmla="val 8251"/>
              <a:gd name="adj2" fmla="val 1970473"/>
              <a:gd name="adj3" fmla="val 1760780"/>
              <a:gd name="adj4" fmla="val 19805083"/>
              <a:gd name="adj5" fmla="val 8826"/>
            </a:avLst>
          </a:prstGeom>
          <a:solidFill>
            <a:srgbClr val="A6001A"/>
          </a:solidFill>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FFFFFF"/>
              </a:solidFill>
              <a:effectLst/>
              <a:uLnTx/>
              <a:uFillTx/>
              <a:latin typeface="Ubuntu"/>
              <a:ea typeface="+mn-ea"/>
              <a:cs typeface="+mn-cs"/>
            </a:endParaRPr>
          </a:p>
        </p:txBody>
      </p:sp>
      <p:sp>
        <p:nvSpPr>
          <p:cNvPr id="120" name="Freeform: Shape 195">
            <a:extLst>
              <a:ext uri="{FF2B5EF4-FFF2-40B4-BE49-F238E27FC236}">
                <a16:creationId xmlns:a16="http://schemas.microsoft.com/office/drawing/2014/main" id="{112106CA-0398-47ED-B52D-F650F4319B15}"/>
              </a:ext>
            </a:extLst>
          </p:cNvPr>
          <p:cNvSpPr/>
          <p:nvPr/>
        </p:nvSpPr>
        <p:spPr>
          <a:xfrm>
            <a:off x="9391528" y="3623090"/>
            <a:ext cx="277620" cy="96897"/>
          </a:xfrm>
          <a:custGeom>
            <a:avLst/>
            <a:gdLst>
              <a:gd name="connsiteX0" fmla="*/ 0 w 285240"/>
              <a:gd name="connsiteY0" fmla="*/ 0 h 107650"/>
              <a:gd name="connsiteX1" fmla="*/ 285240 w 285240"/>
              <a:gd name="connsiteY1" fmla="*/ 0 h 107650"/>
              <a:gd name="connsiteX2" fmla="*/ 285240 w 285240"/>
              <a:gd name="connsiteY2" fmla="*/ 107650 h 107650"/>
              <a:gd name="connsiteX3" fmla="*/ 0 w 285240"/>
              <a:gd name="connsiteY3" fmla="*/ 107650 h 107650"/>
              <a:gd name="connsiteX4" fmla="*/ 0 w 285240"/>
              <a:gd name="connsiteY4" fmla="*/ 0 h 107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240" h="107650">
                <a:moveTo>
                  <a:pt x="0" y="0"/>
                </a:moveTo>
                <a:lnTo>
                  <a:pt x="285240" y="0"/>
                </a:lnTo>
                <a:lnTo>
                  <a:pt x="285240" y="107650"/>
                </a:lnTo>
                <a:lnTo>
                  <a:pt x="0" y="10765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 tIns="7620" rIns="7620" bIns="7620" numCol="1" spcCol="1270" anchor="ctr" anchorCtr="0">
            <a:noAutofit/>
          </a:bodyPr>
          <a:lstStyle/>
          <a:p>
            <a:pPr marL="0" marR="0" lvl="0" indent="0" algn="ctr" defTabSz="266700" rtl="0" eaLnBrk="1" fontAlgn="auto" latinLnBrk="0" hangingPunct="1">
              <a:lnSpc>
                <a:spcPct val="90000"/>
              </a:lnSpc>
              <a:spcBef>
                <a:spcPct val="0"/>
              </a:spcBef>
              <a:spcAft>
                <a:spcPct val="35000"/>
              </a:spcAft>
              <a:buClrTx/>
              <a:buSzTx/>
              <a:buFontTx/>
              <a:buNone/>
              <a:tabLst/>
              <a:defRPr/>
            </a:pPr>
            <a:r>
              <a:rPr kumimoji="0" lang="en-IN" sz="800" b="0" i="0" u="none" strike="noStrike" kern="1200" cap="none" spc="0" normalizeH="0" baseline="0" noProof="0">
                <a:ln>
                  <a:noFill/>
                </a:ln>
                <a:solidFill>
                  <a:prstClr val="black">
                    <a:hueOff val="0"/>
                    <a:satOff val="0"/>
                    <a:lumOff val="0"/>
                    <a:alphaOff val="0"/>
                  </a:prstClr>
                </a:solidFill>
                <a:effectLst/>
                <a:uLnTx/>
                <a:uFillTx/>
                <a:latin typeface="Ubuntu" panose="020B0504030602030204" pitchFamily="34" charset="0"/>
                <a:ea typeface="+mn-ea"/>
                <a:cs typeface="+mn-cs"/>
              </a:rPr>
              <a:t>Fix</a:t>
            </a:r>
          </a:p>
        </p:txBody>
      </p:sp>
      <p:sp>
        <p:nvSpPr>
          <p:cNvPr id="121" name="Arrow: Circular 196">
            <a:extLst>
              <a:ext uri="{FF2B5EF4-FFF2-40B4-BE49-F238E27FC236}">
                <a16:creationId xmlns:a16="http://schemas.microsoft.com/office/drawing/2014/main" id="{184C510C-4274-48D7-A3B2-02644010AF1C}"/>
              </a:ext>
            </a:extLst>
          </p:cNvPr>
          <p:cNvSpPr/>
          <p:nvPr/>
        </p:nvSpPr>
        <p:spPr>
          <a:xfrm rot="167498">
            <a:off x="9290241" y="3300789"/>
            <a:ext cx="533983" cy="493839"/>
          </a:xfrm>
          <a:prstGeom prst="circularArrow">
            <a:avLst>
              <a:gd name="adj1" fmla="val 8251"/>
              <a:gd name="adj2" fmla="val 576333"/>
              <a:gd name="adj3" fmla="val 11501325"/>
              <a:gd name="adj4" fmla="val 6288563"/>
              <a:gd name="adj5" fmla="val 9626"/>
            </a:avLst>
          </a:prstGeom>
        </p:spPr>
        <p:style>
          <a:lnRef idx="2">
            <a:schemeClr val="lt1">
              <a:hueOff val="0"/>
              <a:satOff val="0"/>
              <a:lumOff val="0"/>
              <a:alphaOff val="0"/>
            </a:schemeClr>
          </a:lnRef>
          <a:fillRef idx="1">
            <a:schemeClr val="accent4">
              <a:hueOff val="-8055601"/>
              <a:satOff val="-8728"/>
              <a:lumOff val="-5001"/>
              <a:alphaOff val="0"/>
            </a:schemeClr>
          </a:fillRef>
          <a:effectRef idx="0">
            <a:schemeClr val="accent4">
              <a:hueOff val="-8055601"/>
              <a:satOff val="-8728"/>
              <a:lumOff val="-5001"/>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FFFFFF"/>
              </a:solidFill>
              <a:effectLst/>
              <a:uLnTx/>
              <a:uFillTx/>
              <a:latin typeface="Ubuntu"/>
              <a:ea typeface="+mn-ea"/>
              <a:cs typeface="+mn-cs"/>
            </a:endParaRPr>
          </a:p>
        </p:txBody>
      </p:sp>
      <p:sp>
        <p:nvSpPr>
          <p:cNvPr id="122" name="Freeform: Shape 197">
            <a:extLst>
              <a:ext uri="{FF2B5EF4-FFF2-40B4-BE49-F238E27FC236}">
                <a16:creationId xmlns:a16="http://schemas.microsoft.com/office/drawing/2014/main" id="{C07D53A0-6891-4ACA-B337-18F73E3AD43D}"/>
              </a:ext>
            </a:extLst>
          </p:cNvPr>
          <p:cNvSpPr/>
          <p:nvPr/>
        </p:nvSpPr>
        <p:spPr>
          <a:xfrm>
            <a:off x="9034339" y="3376424"/>
            <a:ext cx="542701" cy="79890"/>
          </a:xfrm>
          <a:custGeom>
            <a:avLst/>
            <a:gdLst>
              <a:gd name="connsiteX0" fmla="*/ 0 w 557598"/>
              <a:gd name="connsiteY0" fmla="*/ 0 h 88755"/>
              <a:gd name="connsiteX1" fmla="*/ 557598 w 557598"/>
              <a:gd name="connsiteY1" fmla="*/ 0 h 88755"/>
              <a:gd name="connsiteX2" fmla="*/ 557598 w 557598"/>
              <a:gd name="connsiteY2" fmla="*/ 88755 h 88755"/>
              <a:gd name="connsiteX3" fmla="*/ 0 w 557598"/>
              <a:gd name="connsiteY3" fmla="*/ 88755 h 88755"/>
              <a:gd name="connsiteX4" fmla="*/ 0 w 557598"/>
              <a:gd name="connsiteY4" fmla="*/ 0 h 88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7598" h="88755">
                <a:moveTo>
                  <a:pt x="0" y="0"/>
                </a:moveTo>
                <a:lnTo>
                  <a:pt x="557598" y="0"/>
                </a:lnTo>
                <a:lnTo>
                  <a:pt x="557598" y="88755"/>
                </a:lnTo>
                <a:lnTo>
                  <a:pt x="0" y="88755"/>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7620" tIns="7620" rIns="7620" bIns="7620" numCol="1" spcCol="1270" anchor="ctr" anchorCtr="0">
            <a:noAutofit/>
          </a:bodyPr>
          <a:lstStyle/>
          <a:p>
            <a:pPr marL="0" marR="0" lvl="0" indent="0" algn="ctr" defTabSz="266700" rtl="0" eaLnBrk="1" fontAlgn="auto" latinLnBrk="0" hangingPunct="1">
              <a:lnSpc>
                <a:spcPct val="90000"/>
              </a:lnSpc>
              <a:spcBef>
                <a:spcPct val="0"/>
              </a:spcBef>
              <a:spcAft>
                <a:spcPct val="35000"/>
              </a:spcAft>
              <a:buClrTx/>
              <a:buSzTx/>
              <a:buFontTx/>
              <a:buNone/>
              <a:tabLst/>
              <a:defRPr/>
            </a:pPr>
            <a:r>
              <a:rPr kumimoji="0" lang="en-IN" sz="800" b="0" i="0" u="none" strike="noStrike" kern="1200" cap="none" spc="0" normalizeH="0" baseline="0" noProof="0">
                <a:ln>
                  <a:noFill/>
                </a:ln>
                <a:solidFill>
                  <a:prstClr val="black">
                    <a:hueOff val="0"/>
                    <a:satOff val="0"/>
                    <a:lumOff val="0"/>
                    <a:alphaOff val="0"/>
                  </a:prstClr>
                </a:solidFill>
                <a:effectLst/>
                <a:uLnTx/>
                <a:uFillTx/>
                <a:latin typeface="Ubuntu" panose="020B0504030602030204" pitchFamily="34" charset="0"/>
                <a:ea typeface="+mn-ea"/>
                <a:cs typeface="+mn-cs"/>
              </a:rPr>
              <a:t>Deploy</a:t>
            </a:r>
          </a:p>
        </p:txBody>
      </p:sp>
      <p:sp>
        <p:nvSpPr>
          <p:cNvPr id="123" name="Arrow: Circular 198">
            <a:extLst>
              <a:ext uri="{FF2B5EF4-FFF2-40B4-BE49-F238E27FC236}">
                <a16:creationId xmlns:a16="http://schemas.microsoft.com/office/drawing/2014/main" id="{26B60DF5-628F-447A-A591-F752D878E4FE}"/>
              </a:ext>
            </a:extLst>
          </p:cNvPr>
          <p:cNvSpPr/>
          <p:nvPr/>
        </p:nvSpPr>
        <p:spPr>
          <a:xfrm rot="407672">
            <a:off x="9286394" y="3291698"/>
            <a:ext cx="533983" cy="493839"/>
          </a:xfrm>
          <a:prstGeom prst="circularArrow">
            <a:avLst>
              <a:gd name="adj1" fmla="val 8251"/>
              <a:gd name="adj2" fmla="val 576333"/>
              <a:gd name="adj3" fmla="val 18669312"/>
              <a:gd name="adj4" fmla="val 13767252"/>
              <a:gd name="adj5" fmla="val 13011"/>
            </a:avLst>
          </a:prstGeom>
          <a:solidFill>
            <a:srgbClr val="178036"/>
          </a:solidFill>
        </p:spPr>
        <p:style>
          <a:lnRef idx="2">
            <a:schemeClr val="lt1">
              <a:hueOff val="0"/>
              <a:satOff val="0"/>
              <a:lumOff val="0"/>
              <a:alphaOff val="0"/>
            </a:schemeClr>
          </a:lnRef>
          <a:fillRef idx="1">
            <a:schemeClr val="accent4">
              <a:hueOff val="-16111201"/>
              <a:satOff val="-17456"/>
              <a:lumOff val="-10001"/>
              <a:alphaOff val="0"/>
            </a:schemeClr>
          </a:fillRef>
          <a:effectRef idx="0">
            <a:schemeClr val="accent4">
              <a:hueOff val="-16111201"/>
              <a:satOff val="-17456"/>
              <a:lumOff val="-10001"/>
              <a:alphaOff val="0"/>
            </a:schemeClr>
          </a:effectRef>
          <a:fontRef idx="minor">
            <a:schemeClr val="lt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sv-SE" sz="1800" b="0" i="0" u="none" strike="noStrike" kern="1200" cap="none" spc="0" normalizeH="0" baseline="0" noProof="0">
              <a:ln>
                <a:noFill/>
              </a:ln>
              <a:solidFill>
                <a:srgbClr val="FFFFFF"/>
              </a:solidFill>
              <a:effectLst/>
              <a:uLnTx/>
              <a:uFillTx/>
              <a:latin typeface="Ubuntu"/>
              <a:ea typeface="+mn-ea"/>
              <a:cs typeface="+mn-cs"/>
            </a:endParaRPr>
          </a:p>
        </p:txBody>
      </p:sp>
      <p:sp>
        <p:nvSpPr>
          <p:cNvPr id="108" name="Rectangle 107">
            <a:extLst>
              <a:ext uri="{FF2B5EF4-FFF2-40B4-BE49-F238E27FC236}">
                <a16:creationId xmlns:a16="http://schemas.microsoft.com/office/drawing/2014/main" id="{55287090-F4D7-4895-A1A4-531D099BAC05}"/>
              </a:ext>
            </a:extLst>
          </p:cNvPr>
          <p:cNvSpPr/>
          <p:nvPr/>
        </p:nvSpPr>
        <p:spPr>
          <a:xfrm>
            <a:off x="2730000" y="4823829"/>
            <a:ext cx="3724294" cy="360145"/>
          </a:xfrm>
          <a:prstGeom prst="rect">
            <a:avLst/>
          </a:prstGeom>
        </p:spPr>
        <p:txBody>
          <a:bodyPr wrap="square">
            <a:spAutoFit/>
          </a:bodyPr>
          <a:lstStyle/>
          <a:p>
            <a:pPr marL="0" marR="0" lvl="0" indent="0" algn="l" defTabSz="632258" rtl="0" eaLnBrk="0" fontAlgn="auto" latinLnBrk="0" hangingPunct="0">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srgbClr val="003366"/>
                </a:solidFill>
                <a:effectLst/>
                <a:uLnTx/>
                <a:uFillTx/>
                <a:latin typeface="Ubuntu" panose="020B0504030602030204" pitchFamily="34" charset="0"/>
                <a:ea typeface="+mn-ea"/>
                <a:cs typeface="Arial" pitchFamily="34" charset="0"/>
              </a:rPr>
              <a:t>Build </a:t>
            </a:r>
            <a:r>
              <a:rPr kumimoji="0" lang="en-US" sz="1000" b="1" i="0" u="none" strike="noStrike" kern="0" cap="none" spc="0" normalizeH="0" baseline="0" noProof="0">
                <a:ln>
                  <a:noFill/>
                </a:ln>
                <a:solidFill>
                  <a:srgbClr val="003366"/>
                </a:solidFill>
                <a:effectLst/>
                <a:uLnTx/>
                <a:uFillTx/>
                <a:latin typeface="Ubuntu" panose="020B0504030602030204" pitchFamily="34" charset="0"/>
                <a:ea typeface="+mn-ea"/>
                <a:cs typeface="Arial" pitchFamily="34" charset="0"/>
              </a:rPr>
              <a:t>automation</a:t>
            </a:r>
            <a:r>
              <a:rPr kumimoji="0" lang="en-US" sz="1000" b="0" i="0" u="none" strike="noStrike" kern="0" cap="none" spc="0" normalizeH="0" baseline="0" noProof="0">
                <a:ln>
                  <a:noFill/>
                </a:ln>
                <a:solidFill>
                  <a:srgbClr val="003366"/>
                </a:solidFill>
                <a:effectLst/>
                <a:uLnTx/>
                <a:uFillTx/>
                <a:latin typeface="Ubuntu" panose="020B0504030602030204" pitchFamily="34" charset="0"/>
                <a:ea typeface="+mn-ea"/>
                <a:cs typeface="Arial" pitchFamily="34" charset="0"/>
              </a:rPr>
              <a:t> (Sprint N and N-1) scripting to ensure </a:t>
            </a:r>
            <a:r>
              <a:rPr kumimoji="0" lang="en-US" sz="1000" b="1" i="0" u="none" strike="noStrike" kern="0" cap="none" spc="0" normalizeH="0" baseline="0" noProof="0">
                <a:ln>
                  <a:noFill/>
                </a:ln>
                <a:solidFill>
                  <a:srgbClr val="003366"/>
                </a:solidFill>
                <a:effectLst/>
                <a:uLnTx/>
                <a:uFillTx/>
                <a:latin typeface="Ubuntu" panose="020B0504030602030204" pitchFamily="34" charset="0"/>
                <a:ea typeface="+mn-ea"/>
                <a:cs typeface="Arial" pitchFamily="34" charset="0"/>
              </a:rPr>
              <a:t>Continuous regression</a:t>
            </a:r>
          </a:p>
        </p:txBody>
      </p:sp>
      <p:sp>
        <p:nvSpPr>
          <p:cNvPr id="110" name="Oval 109">
            <a:extLst>
              <a:ext uri="{FF2B5EF4-FFF2-40B4-BE49-F238E27FC236}">
                <a16:creationId xmlns:a16="http://schemas.microsoft.com/office/drawing/2014/main" id="{695D6CD0-C4C1-4316-A2E7-F054A97DA41E}"/>
              </a:ext>
            </a:extLst>
          </p:cNvPr>
          <p:cNvSpPr/>
          <p:nvPr/>
        </p:nvSpPr>
        <p:spPr>
          <a:xfrm>
            <a:off x="2367438" y="4807336"/>
            <a:ext cx="340537" cy="332440"/>
          </a:xfrm>
          <a:prstGeom prst="ellipse">
            <a:avLst/>
          </a:prstGeom>
          <a:solidFill>
            <a:srgbClr val="2683C6"/>
          </a:solidFill>
          <a:ln w="12700"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000" b="0" i="0" u="none" strike="noStrike" kern="0" cap="none" spc="0" normalizeH="0" baseline="0" noProof="0">
              <a:ln>
                <a:noFill/>
              </a:ln>
              <a:solidFill>
                <a:prstClr val="white"/>
              </a:solidFill>
              <a:effectLst/>
              <a:uLnTx/>
              <a:uFillTx/>
              <a:latin typeface="Ubuntu" panose="020B0504030602030204" pitchFamily="34" charset="0"/>
              <a:ea typeface="+mn-ea"/>
              <a:cs typeface="+mn-cs"/>
            </a:endParaRPr>
          </a:p>
        </p:txBody>
      </p:sp>
      <p:sp>
        <p:nvSpPr>
          <p:cNvPr id="112" name="Freeform 29">
            <a:extLst>
              <a:ext uri="{FF2B5EF4-FFF2-40B4-BE49-F238E27FC236}">
                <a16:creationId xmlns:a16="http://schemas.microsoft.com/office/drawing/2014/main" id="{7FE254E3-79D3-4166-AD8E-13D392033D1A}"/>
              </a:ext>
            </a:extLst>
          </p:cNvPr>
          <p:cNvSpPr>
            <a:spLocks noEditPoints="1"/>
          </p:cNvSpPr>
          <p:nvPr/>
        </p:nvSpPr>
        <p:spPr bwMode="auto">
          <a:xfrm>
            <a:off x="2545910" y="4981742"/>
            <a:ext cx="106170" cy="103646"/>
          </a:xfrm>
          <a:custGeom>
            <a:avLst/>
            <a:gdLst>
              <a:gd name="T0" fmla="*/ 268 w 615"/>
              <a:gd name="T1" fmla="*/ 615 h 615"/>
              <a:gd name="T2" fmla="*/ 255 w 615"/>
              <a:gd name="T3" fmla="*/ 534 h 615"/>
              <a:gd name="T4" fmla="*/ 244 w 615"/>
              <a:gd name="T5" fmla="*/ 520 h 615"/>
              <a:gd name="T6" fmla="*/ 201 w 615"/>
              <a:gd name="T7" fmla="*/ 502 h 615"/>
              <a:gd name="T8" fmla="*/ 183 w 615"/>
              <a:gd name="T9" fmla="*/ 504 h 615"/>
              <a:gd name="T10" fmla="*/ 119 w 615"/>
              <a:gd name="T11" fmla="*/ 549 h 615"/>
              <a:gd name="T12" fmla="*/ 64 w 615"/>
              <a:gd name="T13" fmla="*/ 495 h 615"/>
              <a:gd name="T14" fmla="*/ 110 w 615"/>
              <a:gd name="T15" fmla="*/ 431 h 615"/>
              <a:gd name="T16" fmla="*/ 112 w 615"/>
              <a:gd name="T17" fmla="*/ 413 h 615"/>
              <a:gd name="T18" fmla="*/ 92 w 615"/>
              <a:gd name="T19" fmla="*/ 368 h 615"/>
              <a:gd name="T20" fmla="*/ 81 w 615"/>
              <a:gd name="T21" fmla="*/ 359 h 615"/>
              <a:gd name="T22" fmla="*/ 10 w 615"/>
              <a:gd name="T23" fmla="*/ 346 h 615"/>
              <a:gd name="T24" fmla="*/ 1 w 615"/>
              <a:gd name="T25" fmla="*/ 337 h 615"/>
              <a:gd name="T26" fmla="*/ 0 w 615"/>
              <a:gd name="T27" fmla="*/ 268 h 615"/>
              <a:gd name="T28" fmla="*/ 76 w 615"/>
              <a:gd name="T29" fmla="*/ 256 h 615"/>
              <a:gd name="T30" fmla="*/ 95 w 615"/>
              <a:gd name="T31" fmla="*/ 240 h 615"/>
              <a:gd name="T32" fmla="*/ 111 w 615"/>
              <a:gd name="T33" fmla="*/ 201 h 615"/>
              <a:gd name="T34" fmla="*/ 110 w 615"/>
              <a:gd name="T35" fmla="*/ 183 h 615"/>
              <a:gd name="T36" fmla="*/ 65 w 615"/>
              <a:gd name="T37" fmla="*/ 118 h 615"/>
              <a:gd name="T38" fmla="*/ 119 w 615"/>
              <a:gd name="T39" fmla="*/ 64 h 615"/>
              <a:gd name="T40" fmla="*/ 183 w 615"/>
              <a:gd name="T41" fmla="*/ 110 h 615"/>
              <a:gd name="T42" fmla="*/ 202 w 615"/>
              <a:gd name="T43" fmla="*/ 111 h 615"/>
              <a:gd name="T44" fmla="*/ 244 w 615"/>
              <a:gd name="T45" fmla="*/ 94 h 615"/>
              <a:gd name="T46" fmla="*/ 256 w 615"/>
              <a:gd name="T47" fmla="*/ 80 h 615"/>
              <a:gd name="T48" fmla="*/ 268 w 615"/>
              <a:gd name="T49" fmla="*/ 0 h 615"/>
              <a:gd name="T50" fmla="*/ 338 w 615"/>
              <a:gd name="T51" fmla="*/ 1 h 615"/>
              <a:gd name="T52" fmla="*/ 346 w 615"/>
              <a:gd name="T53" fmla="*/ 9 h 615"/>
              <a:gd name="T54" fmla="*/ 359 w 615"/>
              <a:gd name="T55" fmla="*/ 82 h 615"/>
              <a:gd name="T56" fmla="*/ 369 w 615"/>
              <a:gd name="T57" fmla="*/ 93 h 615"/>
              <a:gd name="T58" fmla="*/ 412 w 615"/>
              <a:gd name="T59" fmla="*/ 112 h 615"/>
              <a:gd name="T60" fmla="*/ 431 w 615"/>
              <a:gd name="T61" fmla="*/ 110 h 615"/>
              <a:gd name="T62" fmla="*/ 495 w 615"/>
              <a:gd name="T63" fmla="*/ 64 h 615"/>
              <a:gd name="T64" fmla="*/ 549 w 615"/>
              <a:gd name="T65" fmla="*/ 118 h 615"/>
              <a:gd name="T66" fmla="*/ 504 w 615"/>
              <a:gd name="T67" fmla="*/ 182 h 615"/>
              <a:gd name="T68" fmla="*/ 502 w 615"/>
              <a:gd name="T69" fmla="*/ 203 h 615"/>
              <a:gd name="T70" fmla="*/ 519 w 615"/>
              <a:gd name="T71" fmla="*/ 243 h 615"/>
              <a:gd name="T72" fmla="*/ 534 w 615"/>
              <a:gd name="T73" fmla="*/ 255 h 615"/>
              <a:gd name="T74" fmla="*/ 615 w 615"/>
              <a:gd name="T75" fmla="*/ 268 h 615"/>
              <a:gd name="T76" fmla="*/ 615 w 615"/>
              <a:gd name="T77" fmla="*/ 344 h 615"/>
              <a:gd name="T78" fmla="*/ 534 w 615"/>
              <a:gd name="T79" fmla="*/ 358 h 615"/>
              <a:gd name="T80" fmla="*/ 519 w 615"/>
              <a:gd name="T81" fmla="*/ 372 h 615"/>
              <a:gd name="T82" fmla="*/ 502 w 615"/>
              <a:gd name="T83" fmla="*/ 412 h 615"/>
              <a:gd name="T84" fmla="*/ 504 w 615"/>
              <a:gd name="T85" fmla="*/ 431 h 615"/>
              <a:gd name="T86" fmla="*/ 550 w 615"/>
              <a:gd name="T87" fmla="*/ 495 h 615"/>
              <a:gd name="T88" fmla="*/ 495 w 615"/>
              <a:gd name="T89" fmla="*/ 549 h 615"/>
              <a:gd name="T90" fmla="*/ 429 w 615"/>
              <a:gd name="T91" fmla="*/ 503 h 615"/>
              <a:gd name="T92" fmla="*/ 414 w 615"/>
              <a:gd name="T93" fmla="*/ 502 h 615"/>
              <a:gd name="T94" fmla="*/ 370 w 615"/>
              <a:gd name="T95" fmla="*/ 520 h 615"/>
              <a:gd name="T96" fmla="*/ 359 w 615"/>
              <a:gd name="T97" fmla="*/ 534 h 615"/>
              <a:gd name="T98" fmla="*/ 344 w 615"/>
              <a:gd name="T99" fmla="*/ 615 h 615"/>
              <a:gd name="T100" fmla="*/ 268 w 615"/>
              <a:gd name="T101" fmla="*/ 615 h 615"/>
              <a:gd name="T102" fmla="*/ 200 w 615"/>
              <a:gd name="T103" fmla="*/ 308 h 615"/>
              <a:gd name="T104" fmla="*/ 308 w 615"/>
              <a:gd name="T105" fmla="*/ 414 h 615"/>
              <a:gd name="T106" fmla="*/ 414 w 615"/>
              <a:gd name="T107" fmla="*/ 306 h 615"/>
              <a:gd name="T108" fmla="*/ 307 w 615"/>
              <a:gd name="T109" fmla="*/ 200 h 615"/>
              <a:gd name="T110" fmla="*/ 200 w 615"/>
              <a:gd name="T111" fmla="*/ 308 h 6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15" h="615">
                <a:moveTo>
                  <a:pt x="268" y="615"/>
                </a:moveTo>
                <a:cubicBezTo>
                  <a:pt x="264" y="588"/>
                  <a:pt x="259" y="561"/>
                  <a:pt x="255" y="534"/>
                </a:cubicBezTo>
                <a:cubicBezTo>
                  <a:pt x="254" y="527"/>
                  <a:pt x="251" y="523"/>
                  <a:pt x="244" y="520"/>
                </a:cubicBezTo>
                <a:cubicBezTo>
                  <a:pt x="229" y="515"/>
                  <a:pt x="215" y="509"/>
                  <a:pt x="201" y="502"/>
                </a:cubicBezTo>
                <a:cubicBezTo>
                  <a:pt x="194" y="499"/>
                  <a:pt x="189" y="499"/>
                  <a:pt x="183" y="504"/>
                </a:cubicBezTo>
                <a:cubicBezTo>
                  <a:pt x="162" y="520"/>
                  <a:pt x="139" y="535"/>
                  <a:pt x="119" y="549"/>
                </a:cubicBezTo>
                <a:cubicBezTo>
                  <a:pt x="100" y="531"/>
                  <a:pt x="82" y="513"/>
                  <a:pt x="64" y="495"/>
                </a:cubicBezTo>
                <a:cubicBezTo>
                  <a:pt x="79" y="474"/>
                  <a:pt x="94" y="452"/>
                  <a:pt x="110" y="431"/>
                </a:cubicBezTo>
                <a:cubicBezTo>
                  <a:pt x="114" y="425"/>
                  <a:pt x="115" y="420"/>
                  <a:pt x="112" y="413"/>
                </a:cubicBezTo>
                <a:cubicBezTo>
                  <a:pt x="104" y="399"/>
                  <a:pt x="99" y="383"/>
                  <a:pt x="92" y="368"/>
                </a:cubicBezTo>
                <a:cubicBezTo>
                  <a:pt x="90" y="364"/>
                  <a:pt x="85" y="360"/>
                  <a:pt x="81" y="359"/>
                </a:cubicBezTo>
                <a:cubicBezTo>
                  <a:pt x="58" y="354"/>
                  <a:pt x="34" y="351"/>
                  <a:pt x="10" y="346"/>
                </a:cubicBezTo>
                <a:cubicBezTo>
                  <a:pt x="6" y="345"/>
                  <a:pt x="1" y="340"/>
                  <a:pt x="1" y="337"/>
                </a:cubicBezTo>
                <a:cubicBezTo>
                  <a:pt x="0" y="315"/>
                  <a:pt x="0" y="292"/>
                  <a:pt x="0" y="268"/>
                </a:cubicBezTo>
                <a:cubicBezTo>
                  <a:pt x="26" y="264"/>
                  <a:pt x="51" y="259"/>
                  <a:pt x="76" y="256"/>
                </a:cubicBezTo>
                <a:cubicBezTo>
                  <a:pt x="87" y="255"/>
                  <a:pt x="92" y="250"/>
                  <a:pt x="95" y="240"/>
                </a:cubicBezTo>
                <a:cubicBezTo>
                  <a:pt x="99" y="227"/>
                  <a:pt x="105" y="214"/>
                  <a:pt x="111" y="201"/>
                </a:cubicBezTo>
                <a:cubicBezTo>
                  <a:pt x="115" y="194"/>
                  <a:pt x="115" y="189"/>
                  <a:pt x="110" y="183"/>
                </a:cubicBezTo>
                <a:cubicBezTo>
                  <a:pt x="95" y="161"/>
                  <a:pt x="79" y="139"/>
                  <a:pt x="65" y="118"/>
                </a:cubicBezTo>
                <a:cubicBezTo>
                  <a:pt x="83" y="100"/>
                  <a:pt x="101" y="82"/>
                  <a:pt x="119" y="64"/>
                </a:cubicBezTo>
                <a:cubicBezTo>
                  <a:pt x="140" y="79"/>
                  <a:pt x="162" y="94"/>
                  <a:pt x="183" y="110"/>
                </a:cubicBezTo>
                <a:cubicBezTo>
                  <a:pt x="190" y="115"/>
                  <a:pt x="195" y="115"/>
                  <a:pt x="202" y="111"/>
                </a:cubicBezTo>
                <a:cubicBezTo>
                  <a:pt x="215" y="105"/>
                  <a:pt x="229" y="99"/>
                  <a:pt x="244" y="94"/>
                </a:cubicBezTo>
                <a:cubicBezTo>
                  <a:pt x="251" y="91"/>
                  <a:pt x="255" y="87"/>
                  <a:pt x="256" y="80"/>
                </a:cubicBezTo>
                <a:cubicBezTo>
                  <a:pt x="259" y="53"/>
                  <a:pt x="264" y="27"/>
                  <a:pt x="268" y="0"/>
                </a:cubicBezTo>
                <a:cubicBezTo>
                  <a:pt x="292" y="0"/>
                  <a:pt x="315" y="0"/>
                  <a:pt x="338" y="1"/>
                </a:cubicBezTo>
                <a:cubicBezTo>
                  <a:pt x="341" y="1"/>
                  <a:pt x="345" y="6"/>
                  <a:pt x="346" y="9"/>
                </a:cubicBezTo>
                <a:cubicBezTo>
                  <a:pt x="351" y="33"/>
                  <a:pt x="354" y="58"/>
                  <a:pt x="359" y="82"/>
                </a:cubicBezTo>
                <a:cubicBezTo>
                  <a:pt x="360" y="86"/>
                  <a:pt x="365" y="91"/>
                  <a:pt x="369" y="93"/>
                </a:cubicBezTo>
                <a:cubicBezTo>
                  <a:pt x="383" y="100"/>
                  <a:pt x="398" y="105"/>
                  <a:pt x="412" y="112"/>
                </a:cubicBezTo>
                <a:cubicBezTo>
                  <a:pt x="419" y="115"/>
                  <a:pt x="424" y="115"/>
                  <a:pt x="431" y="110"/>
                </a:cubicBezTo>
                <a:cubicBezTo>
                  <a:pt x="452" y="94"/>
                  <a:pt x="474" y="79"/>
                  <a:pt x="495" y="64"/>
                </a:cubicBezTo>
                <a:cubicBezTo>
                  <a:pt x="513" y="82"/>
                  <a:pt x="531" y="100"/>
                  <a:pt x="549" y="118"/>
                </a:cubicBezTo>
                <a:cubicBezTo>
                  <a:pt x="535" y="139"/>
                  <a:pt x="520" y="161"/>
                  <a:pt x="504" y="182"/>
                </a:cubicBezTo>
                <a:cubicBezTo>
                  <a:pt x="499" y="189"/>
                  <a:pt x="498" y="195"/>
                  <a:pt x="502" y="203"/>
                </a:cubicBezTo>
                <a:cubicBezTo>
                  <a:pt x="509" y="216"/>
                  <a:pt x="515" y="230"/>
                  <a:pt x="519" y="243"/>
                </a:cubicBezTo>
                <a:cubicBezTo>
                  <a:pt x="522" y="251"/>
                  <a:pt x="526" y="254"/>
                  <a:pt x="534" y="255"/>
                </a:cubicBezTo>
                <a:cubicBezTo>
                  <a:pt x="561" y="260"/>
                  <a:pt x="588" y="264"/>
                  <a:pt x="615" y="268"/>
                </a:cubicBezTo>
                <a:cubicBezTo>
                  <a:pt x="615" y="294"/>
                  <a:pt x="615" y="319"/>
                  <a:pt x="615" y="344"/>
                </a:cubicBezTo>
                <a:cubicBezTo>
                  <a:pt x="588" y="349"/>
                  <a:pt x="561" y="354"/>
                  <a:pt x="534" y="358"/>
                </a:cubicBezTo>
                <a:cubicBezTo>
                  <a:pt x="525" y="360"/>
                  <a:pt x="521" y="364"/>
                  <a:pt x="519" y="372"/>
                </a:cubicBezTo>
                <a:cubicBezTo>
                  <a:pt x="514" y="386"/>
                  <a:pt x="509" y="399"/>
                  <a:pt x="502" y="412"/>
                </a:cubicBezTo>
                <a:cubicBezTo>
                  <a:pt x="498" y="419"/>
                  <a:pt x="499" y="425"/>
                  <a:pt x="504" y="431"/>
                </a:cubicBezTo>
                <a:cubicBezTo>
                  <a:pt x="520" y="453"/>
                  <a:pt x="535" y="475"/>
                  <a:pt x="550" y="495"/>
                </a:cubicBezTo>
                <a:cubicBezTo>
                  <a:pt x="531" y="513"/>
                  <a:pt x="514" y="531"/>
                  <a:pt x="495" y="549"/>
                </a:cubicBezTo>
                <a:cubicBezTo>
                  <a:pt x="474" y="534"/>
                  <a:pt x="452" y="518"/>
                  <a:pt x="429" y="503"/>
                </a:cubicBezTo>
                <a:cubicBezTo>
                  <a:pt x="426" y="501"/>
                  <a:pt x="418" y="501"/>
                  <a:pt x="414" y="502"/>
                </a:cubicBezTo>
                <a:cubicBezTo>
                  <a:pt x="399" y="507"/>
                  <a:pt x="385" y="515"/>
                  <a:pt x="370" y="520"/>
                </a:cubicBezTo>
                <a:cubicBezTo>
                  <a:pt x="363" y="522"/>
                  <a:pt x="360" y="526"/>
                  <a:pt x="359" y="534"/>
                </a:cubicBezTo>
                <a:cubicBezTo>
                  <a:pt x="354" y="561"/>
                  <a:pt x="349" y="588"/>
                  <a:pt x="344" y="615"/>
                </a:cubicBezTo>
                <a:cubicBezTo>
                  <a:pt x="319" y="615"/>
                  <a:pt x="294" y="615"/>
                  <a:pt x="268" y="615"/>
                </a:cubicBezTo>
                <a:close/>
                <a:moveTo>
                  <a:pt x="200" y="308"/>
                </a:moveTo>
                <a:cubicBezTo>
                  <a:pt x="200" y="367"/>
                  <a:pt x="249" y="415"/>
                  <a:pt x="308" y="414"/>
                </a:cubicBezTo>
                <a:cubicBezTo>
                  <a:pt x="367" y="414"/>
                  <a:pt x="415" y="365"/>
                  <a:pt x="414" y="306"/>
                </a:cubicBezTo>
                <a:cubicBezTo>
                  <a:pt x="414" y="247"/>
                  <a:pt x="365" y="200"/>
                  <a:pt x="307" y="200"/>
                </a:cubicBezTo>
                <a:cubicBezTo>
                  <a:pt x="247" y="200"/>
                  <a:pt x="199" y="248"/>
                  <a:pt x="200" y="308"/>
                </a:cubicBez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13" name="Freeform 31">
            <a:extLst>
              <a:ext uri="{FF2B5EF4-FFF2-40B4-BE49-F238E27FC236}">
                <a16:creationId xmlns:a16="http://schemas.microsoft.com/office/drawing/2014/main" id="{352215E4-E470-4543-95C3-A0F1D3DF3CE2}"/>
              </a:ext>
            </a:extLst>
          </p:cNvPr>
          <p:cNvSpPr>
            <a:spLocks/>
          </p:cNvSpPr>
          <p:nvPr/>
        </p:nvSpPr>
        <p:spPr bwMode="auto">
          <a:xfrm>
            <a:off x="2423333" y="4861724"/>
            <a:ext cx="192652" cy="83927"/>
          </a:xfrm>
          <a:custGeom>
            <a:avLst/>
            <a:gdLst>
              <a:gd name="T0" fmla="*/ 555 w 1116"/>
              <a:gd name="T1" fmla="*/ 498 h 498"/>
              <a:gd name="T2" fmla="*/ 208 w 1116"/>
              <a:gd name="T3" fmla="*/ 441 h 498"/>
              <a:gd name="T4" fmla="*/ 50 w 1116"/>
              <a:gd name="T5" fmla="*/ 350 h 498"/>
              <a:gd name="T6" fmla="*/ 2 w 1116"/>
              <a:gd name="T7" fmla="*/ 244 h 498"/>
              <a:gd name="T8" fmla="*/ 50 w 1116"/>
              <a:gd name="T9" fmla="*/ 150 h 498"/>
              <a:gd name="T10" fmla="*/ 208 w 1116"/>
              <a:gd name="T11" fmla="*/ 59 h 498"/>
              <a:gd name="T12" fmla="*/ 479 w 1116"/>
              <a:gd name="T13" fmla="*/ 7 h 498"/>
              <a:gd name="T14" fmla="*/ 817 w 1116"/>
              <a:gd name="T15" fmla="*/ 33 h 498"/>
              <a:gd name="T16" fmla="*/ 1037 w 1116"/>
              <a:gd name="T17" fmla="*/ 129 h 498"/>
              <a:gd name="T18" fmla="*/ 1105 w 1116"/>
              <a:gd name="T19" fmla="*/ 221 h 498"/>
              <a:gd name="T20" fmla="*/ 1080 w 1116"/>
              <a:gd name="T21" fmla="*/ 328 h 498"/>
              <a:gd name="T22" fmla="*/ 943 w 1116"/>
              <a:gd name="T23" fmla="*/ 426 h 498"/>
              <a:gd name="T24" fmla="*/ 692 w 1116"/>
              <a:gd name="T25" fmla="*/ 488 h 498"/>
              <a:gd name="T26" fmla="*/ 555 w 1116"/>
              <a:gd name="T27" fmla="*/ 498 h 4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6" h="498">
                <a:moveTo>
                  <a:pt x="555" y="498"/>
                </a:moveTo>
                <a:cubicBezTo>
                  <a:pt x="437" y="495"/>
                  <a:pt x="320" y="481"/>
                  <a:pt x="208" y="441"/>
                </a:cubicBezTo>
                <a:cubicBezTo>
                  <a:pt x="150" y="421"/>
                  <a:pt x="95" y="394"/>
                  <a:pt x="50" y="350"/>
                </a:cubicBezTo>
                <a:cubicBezTo>
                  <a:pt x="21" y="321"/>
                  <a:pt x="0" y="287"/>
                  <a:pt x="2" y="244"/>
                </a:cubicBezTo>
                <a:cubicBezTo>
                  <a:pt x="5" y="205"/>
                  <a:pt x="24" y="176"/>
                  <a:pt x="50" y="150"/>
                </a:cubicBezTo>
                <a:cubicBezTo>
                  <a:pt x="95" y="106"/>
                  <a:pt x="150" y="80"/>
                  <a:pt x="208" y="59"/>
                </a:cubicBezTo>
                <a:cubicBezTo>
                  <a:pt x="295" y="28"/>
                  <a:pt x="386" y="12"/>
                  <a:pt x="479" y="7"/>
                </a:cubicBezTo>
                <a:cubicBezTo>
                  <a:pt x="593" y="0"/>
                  <a:pt x="706" y="7"/>
                  <a:pt x="817" y="33"/>
                </a:cubicBezTo>
                <a:cubicBezTo>
                  <a:pt x="896" y="52"/>
                  <a:pt x="972" y="79"/>
                  <a:pt x="1037" y="129"/>
                </a:cubicBezTo>
                <a:cubicBezTo>
                  <a:pt x="1068" y="153"/>
                  <a:pt x="1095" y="182"/>
                  <a:pt x="1105" y="221"/>
                </a:cubicBezTo>
                <a:cubicBezTo>
                  <a:pt x="1116" y="261"/>
                  <a:pt x="1105" y="297"/>
                  <a:pt x="1080" y="328"/>
                </a:cubicBezTo>
                <a:cubicBezTo>
                  <a:pt x="1044" y="375"/>
                  <a:pt x="995" y="403"/>
                  <a:pt x="943" y="426"/>
                </a:cubicBezTo>
                <a:cubicBezTo>
                  <a:pt x="863" y="461"/>
                  <a:pt x="778" y="480"/>
                  <a:pt x="692" y="488"/>
                </a:cubicBezTo>
                <a:cubicBezTo>
                  <a:pt x="646" y="493"/>
                  <a:pt x="601" y="495"/>
                  <a:pt x="555" y="498"/>
                </a:cubicBez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14" name="Freeform 32">
            <a:extLst>
              <a:ext uri="{FF2B5EF4-FFF2-40B4-BE49-F238E27FC236}">
                <a16:creationId xmlns:a16="http://schemas.microsoft.com/office/drawing/2014/main" id="{1F69D5E7-5215-4735-96C4-B1BC3C17DB04}"/>
              </a:ext>
            </a:extLst>
          </p:cNvPr>
          <p:cNvSpPr>
            <a:spLocks/>
          </p:cNvSpPr>
          <p:nvPr/>
        </p:nvSpPr>
        <p:spPr bwMode="auto">
          <a:xfrm>
            <a:off x="2423698" y="4919384"/>
            <a:ext cx="191267" cy="69619"/>
          </a:xfrm>
          <a:custGeom>
            <a:avLst/>
            <a:gdLst>
              <a:gd name="T0" fmla="*/ 0 w 1108"/>
              <a:gd name="T1" fmla="*/ 0 h 413"/>
              <a:gd name="T2" fmla="*/ 166 w 1108"/>
              <a:gd name="T3" fmla="*/ 152 h 413"/>
              <a:gd name="T4" fmla="*/ 469 w 1108"/>
              <a:gd name="T5" fmla="*/ 220 h 413"/>
              <a:gd name="T6" fmla="*/ 718 w 1108"/>
              <a:gd name="T7" fmla="*/ 212 h 413"/>
              <a:gd name="T8" fmla="*/ 995 w 1108"/>
              <a:gd name="T9" fmla="*/ 125 h 413"/>
              <a:gd name="T10" fmla="*/ 1107 w 1108"/>
              <a:gd name="T11" fmla="*/ 1 h 413"/>
              <a:gd name="T12" fmla="*/ 1107 w 1108"/>
              <a:gd name="T13" fmla="*/ 20 h 413"/>
              <a:gd name="T14" fmla="*/ 1106 w 1108"/>
              <a:gd name="T15" fmla="*/ 173 h 413"/>
              <a:gd name="T16" fmla="*/ 1060 w 1108"/>
              <a:gd name="T17" fmla="*/ 263 h 413"/>
              <a:gd name="T18" fmla="*/ 1048 w 1108"/>
              <a:gd name="T19" fmla="*/ 266 h 413"/>
              <a:gd name="T20" fmla="*/ 967 w 1108"/>
              <a:gd name="T21" fmla="*/ 268 h 413"/>
              <a:gd name="T22" fmla="*/ 879 w 1108"/>
              <a:gd name="T23" fmla="*/ 336 h 413"/>
              <a:gd name="T24" fmla="*/ 876 w 1108"/>
              <a:gd name="T25" fmla="*/ 341 h 413"/>
              <a:gd name="T26" fmla="*/ 846 w 1108"/>
              <a:gd name="T27" fmla="*/ 331 h 413"/>
              <a:gd name="T28" fmla="*/ 750 w 1108"/>
              <a:gd name="T29" fmla="*/ 362 h 413"/>
              <a:gd name="T30" fmla="*/ 732 w 1108"/>
              <a:gd name="T31" fmla="*/ 380 h 413"/>
              <a:gd name="T32" fmla="*/ 680 w 1108"/>
              <a:gd name="T33" fmla="*/ 404 h 413"/>
              <a:gd name="T34" fmla="*/ 449 w 1108"/>
              <a:gd name="T35" fmla="*/ 406 h 413"/>
              <a:gd name="T36" fmla="*/ 133 w 1108"/>
              <a:gd name="T37" fmla="*/ 324 h 413"/>
              <a:gd name="T38" fmla="*/ 31 w 1108"/>
              <a:gd name="T39" fmla="*/ 245 h 413"/>
              <a:gd name="T40" fmla="*/ 0 w 1108"/>
              <a:gd name="T41" fmla="*/ 160 h 413"/>
              <a:gd name="T42" fmla="*/ 0 w 1108"/>
              <a:gd name="T43" fmla="*/ 0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108" h="413">
                <a:moveTo>
                  <a:pt x="0" y="0"/>
                </a:moveTo>
                <a:cubicBezTo>
                  <a:pt x="29" y="82"/>
                  <a:pt x="95" y="121"/>
                  <a:pt x="166" y="152"/>
                </a:cubicBezTo>
                <a:cubicBezTo>
                  <a:pt x="262" y="194"/>
                  <a:pt x="364" y="212"/>
                  <a:pt x="469" y="220"/>
                </a:cubicBezTo>
                <a:cubicBezTo>
                  <a:pt x="552" y="225"/>
                  <a:pt x="635" y="223"/>
                  <a:pt x="718" y="212"/>
                </a:cubicBezTo>
                <a:cubicBezTo>
                  <a:pt x="815" y="198"/>
                  <a:pt x="909" y="175"/>
                  <a:pt x="995" y="125"/>
                </a:cubicBezTo>
                <a:cubicBezTo>
                  <a:pt x="1042" y="98"/>
                  <a:pt x="1083" y="65"/>
                  <a:pt x="1107" y="1"/>
                </a:cubicBezTo>
                <a:cubicBezTo>
                  <a:pt x="1107" y="10"/>
                  <a:pt x="1107" y="15"/>
                  <a:pt x="1107" y="20"/>
                </a:cubicBezTo>
                <a:cubicBezTo>
                  <a:pt x="1107" y="71"/>
                  <a:pt x="1108" y="122"/>
                  <a:pt x="1106" y="173"/>
                </a:cubicBezTo>
                <a:cubicBezTo>
                  <a:pt x="1105" y="210"/>
                  <a:pt x="1085" y="238"/>
                  <a:pt x="1060" y="263"/>
                </a:cubicBezTo>
                <a:cubicBezTo>
                  <a:pt x="1057" y="266"/>
                  <a:pt x="1052" y="266"/>
                  <a:pt x="1048" y="266"/>
                </a:cubicBezTo>
                <a:cubicBezTo>
                  <a:pt x="1021" y="267"/>
                  <a:pt x="994" y="265"/>
                  <a:pt x="967" y="268"/>
                </a:cubicBezTo>
                <a:cubicBezTo>
                  <a:pt x="924" y="272"/>
                  <a:pt x="894" y="295"/>
                  <a:pt x="879" y="336"/>
                </a:cubicBezTo>
                <a:cubicBezTo>
                  <a:pt x="878" y="338"/>
                  <a:pt x="877" y="339"/>
                  <a:pt x="876" y="341"/>
                </a:cubicBezTo>
                <a:cubicBezTo>
                  <a:pt x="866" y="338"/>
                  <a:pt x="856" y="333"/>
                  <a:pt x="846" y="331"/>
                </a:cubicBezTo>
                <a:cubicBezTo>
                  <a:pt x="809" y="324"/>
                  <a:pt x="777" y="336"/>
                  <a:pt x="750" y="362"/>
                </a:cubicBezTo>
                <a:cubicBezTo>
                  <a:pt x="744" y="368"/>
                  <a:pt x="737" y="373"/>
                  <a:pt x="732" y="380"/>
                </a:cubicBezTo>
                <a:cubicBezTo>
                  <a:pt x="719" y="398"/>
                  <a:pt x="701" y="402"/>
                  <a:pt x="680" y="404"/>
                </a:cubicBezTo>
                <a:cubicBezTo>
                  <a:pt x="603" y="412"/>
                  <a:pt x="526" y="413"/>
                  <a:pt x="449" y="406"/>
                </a:cubicBezTo>
                <a:cubicBezTo>
                  <a:pt x="339" y="396"/>
                  <a:pt x="232" y="375"/>
                  <a:pt x="133" y="324"/>
                </a:cubicBezTo>
                <a:cubicBezTo>
                  <a:pt x="94" y="304"/>
                  <a:pt x="58" y="280"/>
                  <a:pt x="31" y="245"/>
                </a:cubicBezTo>
                <a:cubicBezTo>
                  <a:pt x="11" y="220"/>
                  <a:pt x="0" y="192"/>
                  <a:pt x="0" y="160"/>
                </a:cubicBezTo>
                <a:cubicBezTo>
                  <a:pt x="1" y="108"/>
                  <a:pt x="0" y="55"/>
                  <a:pt x="0" y="0"/>
                </a:cubicBez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15" name="Freeform 33">
            <a:extLst>
              <a:ext uri="{FF2B5EF4-FFF2-40B4-BE49-F238E27FC236}">
                <a16:creationId xmlns:a16="http://schemas.microsoft.com/office/drawing/2014/main" id="{D37401E1-F5C1-49F9-A8BF-0493224B7A81}"/>
              </a:ext>
            </a:extLst>
          </p:cNvPr>
          <p:cNvSpPr>
            <a:spLocks/>
          </p:cNvSpPr>
          <p:nvPr/>
        </p:nvSpPr>
        <p:spPr bwMode="auto">
          <a:xfrm>
            <a:off x="2423698" y="5005661"/>
            <a:ext cx="117545" cy="69619"/>
          </a:xfrm>
          <a:custGeom>
            <a:avLst/>
            <a:gdLst>
              <a:gd name="T0" fmla="*/ 681 w 681"/>
              <a:gd name="T1" fmla="*/ 303 h 413"/>
              <a:gd name="T2" fmla="*/ 681 w 681"/>
              <a:gd name="T3" fmla="*/ 404 h 413"/>
              <a:gd name="T4" fmla="*/ 618 w 681"/>
              <a:gd name="T5" fmla="*/ 410 h 413"/>
              <a:gd name="T6" fmla="*/ 384 w 681"/>
              <a:gd name="T7" fmla="*/ 399 h 413"/>
              <a:gd name="T8" fmla="*/ 132 w 681"/>
              <a:gd name="T9" fmla="*/ 324 h 413"/>
              <a:gd name="T10" fmla="*/ 29 w 681"/>
              <a:gd name="T11" fmla="*/ 244 h 413"/>
              <a:gd name="T12" fmla="*/ 0 w 681"/>
              <a:gd name="T13" fmla="*/ 163 h 413"/>
              <a:gd name="T14" fmla="*/ 0 w 681"/>
              <a:gd name="T15" fmla="*/ 0 h 413"/>
              <a:gd name="T16" fmla="*/ 166 w 681"/>
              <a:gd name="T17" fmla="*/ 153 h 413"/>
              <a:gd name="T18" fmla="*/ 416 w 681"/>
              <a:gd name="T19" fmla="*/ 215 h 413"/>
              <a:gd name="T20" fmla="*/ 594 w 681"/>
              <a:gd name="T21" fmla="*/ 223 h 413"/>
              <a:gd name="T22" fmla="*/ 610 w 681"/>
              <a:gd name="T23" fmla="*/ 234 h 413"/>
              <a:gd name="T24" fmla="*/ 681 w 681"/>
              <a:gd name="T25" fmla="*/ 303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81" h="413">
                <a:moveTo>
                  <a:pt x="681" y="303"/>
                </a:moveTo>
                <a:cubicBezTo>
                  <a:pt x="664" y="337"/>
                  <a:pt x="663" y="370"/>
                  <a:pt x="681" y="404"/>
                </a:cubicBezTo>
                <a:cubicBezTo>
                  <a:pt x="659" y="406"/>
                  <a:pt x="638" y="409"/>
                  <a:pt x="618" y="410"/>
                </a:cubicBezTo>
                <a:cubicBezTo>
                  <a:pt x="540" y="413"/>
                  <a:pt x="462" y="411"/>
                  <a:pt x="384" y="399"/>
                </a:cubicBezTo>
                <a:cubicBezTo>
                  <a:pt x="296" y="386"/>
                  <a:pt x="211" y="365"/>
                  <a:pt x="132" y="324"/>
                </a:cubicBezTo>
                <a:cubicBezTo>
                  <a:pt x="92" y="304"/>
                  <a:pt x="56" y="279"/>
                  <a:pt x="29" y="244"/>
                </a:cubicBezTo>
                <a:cubicBezTo>
                  <a:pt x="11" y="220"/>
                  <a:pt x="0" y="194"/>
                  <a:pt x="0" y="163"/>
                </a:cubicBezTo>
                <a:cubicBezTo>
                  <a:pt x="0" y="110"/>
                  <a:pt x="0" y="57"/>
                  <a:pt x="0" y="0"/>
                </a:cubicBezTo>
                <a:cubicBezTo>
                  <a:pt x="29" y="83"/>
                  <a:pt x="95" y="121"/>
                  <a:pt x="166" y="153"/>
                </a:cubicBezTo>
                <a:cubicBezTo>
                  <a:pt x="245" y="188"/>
                  <a:pt x="330" y="207"/>
                  <a:pt x="416" y="215"/>
                </a:cubicBezTo>
                <a:cubicBezTo>
                  <a:pt x="475" y="220"/>
                  <a:pt x="534" y="221"/>
                  <a:pt x="594" y="223"/>
                </a:cubicBezTo>
                <a:cubicBezTo>
                  <a:pt x="602" y="223"/>
                  <a:pt x="607" y="224"/>
                  <a:pt x="610" y="234"/>
                </a:cubicBezTo>
                <a:cubicBezTo>
                  <a:pt x="621" y="269"/>
                  <a:pt x="645" y="291"/>
                  <a:pt x="681" y="303"/>
                </a:cubicBez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116" name="Freeform 34">
            <a:extLst>
              <a:ext uri="{FF2B5EF4-FFF2-40B4-BE49-F238E27FC236}">
                <a16:creationId xmlns:a16="http://schemas.microsoft.com/office/drawing/2014/main" id="{470FE1C0-681F-4271-B8A0-7888FF1550F5}"/>
              </a:ext>
            </a:extLst>
          </p:cNvPr>
          <p:cNvSpPr>
            <a:spLocks/>
          </p:cNvSpPr>
          <p:nvPr/>
        </p:nvSpPr>
        <p:spPr bwMode="auto">
          <a:xfrm>
            <a:off x="2423698" y="4963519"/>
            <a:ext cx="117181" cy="68267"/>
          </a:xfrm>
          <a:custGeom>
            <a:avLst/>
            <a:gdLst>
              <a:gd name="T0" fmla="*/ 604 w 679"/>
              <a:gd name="T1" fmla="*/ 404 h 405"/>
              <a:gd name="T2" fmla="*/ 517 w 679"/>
              <a:gd name="T3" fmla="*/ 404 h 405"/>
              <a:gd name="T4" fmla="*/ 283 w 679"/>
              <a:gd name="T5" fmla="*/ 373 h 405"/>
              <a:gd name="T6" fmla="*/ 101 w 679"/>
              <a:gd name="T7" fmla="*/ 300 h 405"/>
              <a:gd name="T8" fmla="*/ 14 w 679"/>
              <a:gd name="T9" fmla="*/ 213 h 405"/>
              <a:gd name="T10" fmla="*/ 1 w 679"/>
              <a:gd name="T11" fmla="*/ 170 h 405"/>
              <a:gd name="T12" fmla="*/ 0 w 679"/>
              <a:gd name="T13" fmla="*/ 0 h 405"/>
              <a:gd name="T14" fmla="*/ 29 w 679"/>
              <a:gd name="T15" fmla="*/ 49 h 405"/>
              <a:gd name="T16" fmla="*/ 132 w 679"/>
              <a:gd name="T17" fmla="*/ 131 h 405"/>
              <a:gd name="T18" fmla="*/ 363 w 679"/>
              <a:gd name="T19" fmla="*/ 202 h 405"/>
              <a:gd name="T20" fmla="*/ 651 w 679"/>
              <a:gd name="T21" fmla="*/ 213 h 405"/>
              <a:gd name="T22" fmla="*/ 665 w 679"/>
              <a:gd name="T23" fmla="*/ 213 h 405"/>
              <a:gd name="T24" fmla="*/ 679 w 679"/>
              <a:gd name="T25" fmla="*/ 277 h 405"/>
              <a:gd name="T26" fmla="*/ 604 w 679"/>
              <a:gd name="T27" fmla="*/ 404 h 4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79" h="405">
                <a:moveTo>
                  <a:pt x="604" y="404"/>
                </a:moveTo>
                <a:cubicBezTo>
                  <a:pt x="574" y="404"/>
                  <a:pt x="546" y="405"/>
                  <a:pt x="517" y="404"/>
                </a:cubicBezTo>
                <a:cubicBezTo>
                  <a:pt x="438" y="402"/>
                  <a:pt x="360" y="393"/>
                  <a:pt x="283" y="373"/>
                </a:cubicBezTo>
                <a:cubicBezTo>
                  <a:pt x="219" y="357"/>
                  <a:pt x="157" y="336"/>
                  <a:pt x="101" y="300"/>
                </a:cubicBezTo>
                <a:cubicBezTo>
                  <a:pt x="65" y="278"/>
                  <a:pt x="33" y="251"/>
                  <a:pt x="14" y="213"/>
                </a:cubicBezTo>
                <a:cubicBezTo>
                  <a:pt x="7" y="199"/>
                  <a:pt x="1" y="184"/>
                  <a:pt x="1" y="170"/>
                </a:cubicBezTo>
                <a:cubicBezTo>
                  <a:pt x="0" y="112"/>
                  <a:pt x="0" y="55"/>
                  <a:pt x="0" y="0"/>
                </a:cubicBezTo>
                <a:cubicBezTo>
                  <a:pt x="9" y="16"/>
                  <a:pt x="17" y="34"/>
                  <a:pt x="29" y="49"/>
                </a:cubicBezTo>
                <a:cubicBezTo>
                  <a:pt x="56" y="86"/>
                  <a:pt x="93" y="110"/>
                  <a:pt x="132" y="131"/>
                </a:cubicBezTo>
                <a:cubicBezTo>
                  <a:pt x="205" y="168"/>
                  <a:pt x="283" y="189"/>
                  <a:pt x="363" y="202"/>
                </a:cubicBezTo>
                <a:cubicBezTo>
                  <a:pt x="459" y="217"/>
                  <a:pt x="555" y="221"/>
                  <a:pt x="651" y="213"/>
                </a:cubicBezTo>
                <a:cubicBezTo>
                  <a:pt x="656" y="213"/>
                  <a:pt x="662" y="213"/>
                  <a:pt x="665" y="213"/>
                </a:cubicBezTo>
                <a:cubicBezTo>
                  <a:pt x="670" y="235"/>
                  <a:pt x="674" y="255"/>
                  <a:pt x="679" y="277"/>
                </a:cubicBezTo>
                <a:cubicBezTo>
                  <a:pt x="620" y="297"/>
                  <a:pt x="600" y="343"/>
                  <a:pt x="604" y="404"/>
                </a:cubicBez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0" cap="none" spc="0" normalizeH="0" baseline="0" noProof="0">
              <a:ln>
                <a:noFill/>
              </a:ln>
              <a:solidFill>
                <a:prstClr val="black"/>
              </a:solidFill>
              <a:effectLst/>
              <a:uLnTx/>
              <a:uFillTx/>
              <a:latin typeface="Ubuntu" panose="020B0504030602030204" pitchFamily="34" charset="0"/>
              <a:ea typeface="+mn-ea"/>
              <a:cs typeface="+mn-cs"/>
            </a:endParaRPr>
          </a:p>
        </p:txBody>
      </p:sp>
      <p:pic>
        <p:nvPicPr>
          <p:cNvPr id="203" name="Picture 202">
            <a:extLst>
              <a:ext uri="{FF2B5EF4-FFF2-40B4-BE49-F238E27FC236}">
                <a16:creationId xmlns:a16="http://schemas.microsoft.com/office/drawing/2014/main" id="{5B1C87E7-B43F-4ECF-8228-636D537A3E89}"/>
              </a:ext>
            </a:extLst>
          </p:cNvPr>
          <p:cNvPicPr>
            <a:picLocks noChangeAspect="1"/>
          </p:cNvPicPr>
          <p:nvPr/>
        </p:nvPicPr>
        <p:blipFill rotWithShape="1">
          <a:blip r:embed="rId75"/>
          <a:srcRect l="69227" t="92571" b="1569"/>
          <a:stretch/>
        </p:blipFill>
        <p:spPr>
          <a:xfrm>
            <a:off x="7967280" y="759723"/>
            <a:ext cx="2332247" cy="339996"/>
          </a:xfrm>
          <a:prstGeom prst="rect">
            <a:avLst/>
          </a:prstGeom>
        </p:spPr>
      </p:pic>
      <p:sp>
        <p:nvSpPr>
          <p:cNvPr id="176" name="TextBox 175">
            <a:extLst>
              <a:ext uri="{FF2B5EF4-FFF2-40B4-BE49-F238E27FC236}">
                <a16:creationId xmlns:a16="http://schemas.microsoft.com/office/drawing/2014/main" id="{36166AE7-6C16-4BAA-87DF-B00034653A89}"/>
              </a:ext>
            </a:extLst>
          </p:cNvPr>
          <p:cNvSpPr txBox="1"/>
          <p:nvPr/>
        </p:nvSpPr>
        <p:spPr>
          <a:xfrm>
            <a:off x="335364" y="857223"/>
            <a:ext cx="8106952"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100" b="0" i="1" u="none" strike="noStrike" kern="1200" cap="none" spc="0" normalizeH="0" baseline="0" noProof="0">
                <a:ln>
                  <a:noFill/>
                </a:ln>
                <a:solidFill>
                  <a:prstClr val="black"/>
                </a:solidFill>
                <a:effectLst/>
                <a:uLnTx/>
                <a:uFillTx/>
                <a:latin typeface="Ubuntu" panose="020B0504030602030204" pitchFamily="34" charset="0"/>
                <a:ea typeface="Verdana" panose="020B0604030504040204" pitchFamily="34" charset="0"/>
                <a:cs typeface="+mn-cs"/>
              </a:rPr>
              <a:t>The approach focuses on Speed to Market and Agility to drive Business Outcomes early. </a:t>
            </a:r>
          </a:p>
        </p:txBody>
      </p:sp>
      <p:pic>
        <p:nvPicPr>
          <p:cNvPr id="177" name="Picture 176">
            <a:extLst>
              <a:ext uri="{FF2B5EF4-FFF2-40B4-BE49-F238E27FC236}">
                <a16:creationId xmlns:a16="http://schemas.microsoft.com/office/drawing/2014/main" id="{4C99B748-5BC5-4C08-92B9-0FF6B350A468}"/>
              </a:ext>
            </a:extLst>
          </p:cNvPr>
          <p:cNvPicPr>
            <a:picLocks noChangeAspect="1"/>
          </p:cNvPicPr>
          <p:nvPr/>
        </p:nvPicPr>
        <p:blipFill>
          <a:blip r:embed="rId76"/>
          <a:stretch>
            <a:fillRect/>
          </a:stretch>
        </p:blipFill>
        <p:spPr>
          <a:xfrm>
            <a:off x="10665626" y="122983"/>
            <a:ext cx="1440000" cy="689886"/>
          </a:xfrm>
          <a:prstGeom prst="rect">
            <a:avLst/>
          </a:prstGeom>
        </p:spPr>
      </p:pic>
      <p:sp>
        <p:nvSpPr>
          <p:cNvPr id="178" name="TextBox 177">
            <a:extLst>
              <a:ext uri="{FF2B5EF4-FFF2-40B4-BE49-F238E27FC236}">
                <a16:creationId xmlns:a16="http://schemas.microsoft.com/office/drawing/2014/main" id="{6C7E3565-9D6A-41A4-BE93-BBDF7602299F}"/>
              </a:ext>
            </a:extLst>
          </p:cNvPr>
          <p:cNvSpPr txBox="1"/>
          <p:nvPr/>
        </p:nvSpPr>
        <p:spPr>
          <a:xfrm>
            <a:off x="2194878" y="6582826"/>
            <a:ext cx="4096025" cy="439816"/>
          </a:xfrm>
          <a:prstGeom prst="rect">
            <a:avLst/>
          </a:prstGeom>
          <a:noFill/>
        </p:spPr>
        <p:txBody>
          <a:bodyPr wrap="square">
            <a:noAutofit/>
          </a:bodyPr>
          <a:lstStyle/>
          <a:p>
            <a:pPr marL="0" marR="0" lvl="0" indent="0" algn="l" defTabSz="914400" rtl="0" eaLnBrk="1" fontAlgn="auto" latinLnBrk="0" hangingPunct="1">
              <a:lnSpc>
                <a:spcPct val="100000"/>
              </a:lnSpc>
              <a:spcBef>
                <a:spcPct val="0"/>
              </a:spcBef>
              <a:spcAft>
                <a:spcPts val="1200"/>
              </a:spcAft>
              <a:buClrTx/>
              <a:buSzTx/>
              <a:buFontTx/>
              <a:buNone/>
              <a:tabLst/>
              <a:defRPr/>
            </a:pPr>
            <a:r>
              <a:rPr kumimoji="0" lang="en-GB" sz="800" b="0" i="0" u="none" strike="noStrike" kern="1200" cap="none" spc="0" normalizeH="0" baseline="0" noProof="0">
                <a:ln>
                  <a:noFill/>
                </a:ln>
                <a:solidFill>
                  <a:prstClr val="black"/>
                </a:solidFill>
                <a:effectLst/>
                <a:uLnTx/>
                <a:uFillTx/>
                <a:latin typeface="Ubuntu"/>
                <a:ea typeface="+mn-ea"/>
                <a:cs typeface="+mn-cs"/>
              </a:rPr>
              <a:t>Note: Some of the phases, activities will be performed by LF and other tracks</a:t>
            </a:r>
            <a:endParaRPr kumimoji="0" lang="en-GB" sz="400" b="0" i="0" u="none" strike="noStrike" kern="1200" cap="none" spc="0" normalizeH="0" baseline="0" noProof="0">
              <a:ln>
                <a:noFill/>
              </a:ln>
              <a:solidFill>
                <a:prstClr val="black"/>
              </a:solidFill>
              <a:effectLst/>
              <a:uLnTx/>
              <a:uFillTx/>
              <a:latin typeface="Ubuntu"/>
              <a:ea typeface="+mn-ea"/>
              <a:cs typeface="+mn-cs"/>
            </a:endParaRPr>
          </a:p>
        </p:txBody>
      </p:sp>
      <p:sp>
        <p:nvSpPr>
          <p:cNvPr id="204" name="Oval 203">
            <a:extLst>
              <a:ext uri="{FF2B5EF4-FFF2-40B4-BE49-F238E27FC236}">
                <a16:creationId xmlns:a16="http://schemas.microsoft.com/office/drawing/2014/main" id="{E698C4C4-F02A-4D72-887D-F097049E1332}"/>
              </a:ext>
            </a:extLst>
          </p:cNvPr>
          <p:cNvSpPr/>
          <p:nvPr/>
        </p:nvSpPr>
        <p:spPr>
          <a:xfrm>
            <a:off x="11777664" y="94536"/>
            <a:ext cx="328326" cy="335526"/>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Ubuntu"/>
                <a:ea typeface="+mn-ea"/>
                <a:cs typeface="+mn-cs"/>
              </a:rPr>
              <a:t>b</a:t>
            </a:r>
          </a:p>
        </p:txBody>
      </p:sp>
      <p:pic>
        <p:nvPicPr>
          <p:cNvPr id="205" name="Picture 204">
            <a:extLst>
              <a:ext uri="{FF2B5EF4-FFF2-40B4-BE49-F238E27FC236}">
                <a16:creationId xmlns:a16="http://schemas.microsoft.com/office/drawing/2014/main" id="{D71F3121-5B4B-4448-A5C0-816DDD4D3D70}"/>
              </a:ext>
            </a:extLst>
          </p:cNvPr>
          <p:cNvPicPr>
            <a:picLocks noChangeAspect="1"/>
          </p:cNvPicPr>
          <p:nvPr/>
        </p:nvPicPr>
        <p:blipFill>
          <a:blip r:embed="rId77"/>
          <a:stretch>
            <a:fillRect/>
          </a:stretch>
        </p:blipFill>
        <p:spPr>
          <a:xfrm>
            <a:off x="10757804" y="799441"/>
            <a:ext cx="1260000" cy="288698"/>
          </a:xfrm>
          <a:prstGeom prst="rect">
            <a:avLst/>
          </a:prstGeom>
        </p:spPr>
      </p:pic>
    </p:spTree>
    <p:extLst>
      <p:ext uri="{BB962C8B-B14F-4D97-AF65-F5344CB8AC3E}">
        <p14:creationId xmlns:p14="http://schemas.microsoft.com/office/powerpoint/2010/main" val="198913553"/>
      </p:ext>
    </p:extLst>
  </p:cSld>
  <p:clrMapOvr>
    <a:masterClrMapping/>
  </p:clrMapOvr>
  <p:transition spd="slow">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 coins arrondis 14">
            <a:extLst>
              <a:ext uri="{FF2B5EF4-FFF2-40B4-BE49-F238E27FC236}">
                <a16:creationId xmlns:a16="http://schemas.microsoft.com/office/drawing/2014/main" id="{66C64E21-DA5B-49DF-AB79-0A98C4D5D4AF}"/>
              </a:ext>
            </a:extLst>
          </p:cNvPr>
          <p:cNvSpPr/>
          <p:nvPr/>
        </p:nvSpPr>
        <p:spPr>
          <a:xfrm>
            <a:off x="327600" y="4353339"/>
            <a:ext cx="11549153" cy="2088205"/>
          </a:xfrm>
          <a:prstGeom prst="roundRect">
            <a:avLst>
              <a:gd name="adj" fmla="val 678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FFFFF"/>
              </a:solidFill>
              <a:effectLst/>
              <a:uLnTx/>
              <a:uFillTx/>
              <a:latin typeface="Ubuntu"/>
              <a:ea typeface="+mn-ea"/>
              <a:cs typeface="+mn-cs"/>
            </a:endParaRPr>
          </a:p>
        </p:txBody>
      </p:sp>
      <p:sp>
        <p:nvSpPr>
          <p:cNvPr id="8" name="Rectangle : coins arrondis 7">
            <a:extLst>
              <a:ext uri="{FF2B5EF4-FFF2-40B4-BE49-F238E27FC236}">
                <a16:creationId xmlns:a16="http://schemas.microsoft.com/office/drawing/2014/main" id="{091C43F6-561F-48F5-BD84-3451A8D3C160}"/>
              </a:ext>
            </a:extLst>
          </p:cNvPr>
          <p:cNvSpPr/>
          <p:nvPr/>
        </p:nvSpPr>
        <p:spPr>
          <a:xfrm>
            <a:off x="308763" y="1698254"/>
            <a:ext cx="11549153" cy="2160000"/>
          </a:xfrm>
          <a:prstGeom prst="roundRect">
            <a:avLst>
              <a:gd name="adj" fmla="val 6785"/>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FFFFFF"/>
              </a:solidFill>
              <a:effectLst/>
              <a:uLnTx/>
              <a:uFillTx/>
              <a:latin typeface="Ubuntu"/>
              <a:ea typeface="+mn-ea"/>
              <a:cs typeface="+mn-cs"/>
            </a:endParaRPr>
          </a:p>
        </p:txBody>
      </p:sp>
      <p:sp>
        <p:nvSpPr>
          <p:cNvPr id="2" name="Titre 1"/>
          <p:cNvSpPr>
            <a:spLocks noGrp="1"/>
          </p:cNvSpPr>
          <p:nvPr>
            <p:ph type="title"/>
          </p:nvPr>
        </p:nvSpPr>
        <p:spPr>
          <a:xfrm>
            <a:off x="712850" y="151686"/>
            <a:ext cx="7135750" cy="79266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p>
            <a:r>
              <a:rPr lang="en-US" sz="2400" b="1" cap="none"/>
              <a:t>A mixed approach to the build phase between Platform Configuration &amp; Integration tracks…</a:t>
            </a:r>
            <a:endParaRPr lang="fr-FR" sz="2400" b="1" cap="none"/>
          </a:p>
        </p:txBody>
      </p:sp>
      <p:sp>
        <p:nvSpPr>
          <p:cNvPr id="5" name="Espace réservé du contenu 3"/>
          <p:cNvSpPr txBox="1">
            <a:spLocks/>
          </p:cNvSpPr>
          <p:nvPr/>
        </p:nvSpPr>
        <p:spPr bwMode="auto">
          <a:xfrm>
            <a:off x="318741" y="1798840"/>
            <a:ext cx="3089307" cy="2242561"/>
          </a:xfrm>
          <a:prstGeom prst="rect">
            <a:avLst/>
          </a:prstGeom>
          <a:noFill/>
          <a:ln w="9525">
            <a:noFill/>
            <a:miter lim="800000"/>
            <a:headEnd/>
            <a:tailEnd/>
          </a:ln>
        </p:spPr>
        <p:txBody>
          <a:bodyPr vert="horz" wrap="square" lIns="108000" tIns="72000" rIns="72000" bIns="72000" numCol="1" anchor="ctr" anchorCtr="0" compatLnSpc="1">
            <a:prstTxWarp prst="textNoShape">
              <a:avLst/>
            </a:prstTxWarp>
          </a:bodyPr>
          <a:lstStyle>
            <a:lvl1pPr marL="165100" indent="-165100" algn="l" defTabSz="912813" rtl="0" eaLnBrk="0" fontAlgn="base" hangingPunct="0">
              <a:lnSpc>
                <a:spcPct val="90000"/>
              </a:lnSpc>
              <a:spcBef>
                <a:spcPct val="0"/>
              </a:spcBef>
              <a:spcAft>
                <a:spcPts val="600"/>
              </a:spcAft>
              <a:buClr>
                <a:srgbClr val="0098C7"/>
              </a:buClr>
              <a:buFont typeface="Wingdings" pitchFamily="2" charset="2"/>
              <a:buChar char="§"/>
              <a:defRPr sz="2200" kern="1200">
                <a:solidFill>
                  <a:srgbClr val="4E4641"/>
                </a:solidFill>
                <a:latin typeface="+mn-lt"/>
                <a:ea typeface="+mn-ea"/>
                <a:cs typeface="+mn-cs"/>
              </a:defRPr>
            </a:lvl1pPr>
            <a:lvl2pPr marL="355600" indent="-180975" algn="l" defTabSz="912813" rtl="0" eaLnBrk="0" fontAlgn="base" hangingPunct="0">
              <a:lnSpc>
                <a:spcPct val="90000"/>
              </a:lnSpc>
              <a:spcBef>
                <a:spcPct val="0"/>
              </a:spcBef>
              <a:spcAft>
                <a:spcPts val="600"/>
              </a:spcAft>
              <a:buClr>
                <a:srgbClr val="AC2B37"/>
              </a:buClr>
              <a:buFont typeface="Wingdings" pitchFamily="2" charset="2"/>
              <a:buChar char="§"/>
              <a:defRPr kern="1200">
                <a:solidFill>
                  <a:srgbClr val="4E4641"/>
                </a:solidFill>
                <a:latin typeface="+mn-lt"/>
                <a:ea typeface="+mn-ea"/>
                <a:cs typeface="+mn-cs"/>
              </a:defRPr>
            </a:lvl2pPr>
            <a:lvl3pPr marL="536575" indent="-165100" algn="l" defTabSz="912813" rtl="0" eaLnBrk="0" fontAlgn="base" hangingPunct="0">
              <a:lnSpc>
                <a:spcPct val="90000"/>
              </a:lnSpc>
              <a:spcBef>
                <a:spcPct val="0"/>
              </a:spcBef>
              <a:spcAft>
                <a:spcPts val="600"/>
              </a:spcAft>
              <a:buClr>
                <a:schemeClr val="accent2"/>
              </a:buClr>
              <a:buFont typeface="Arial" pitchFamily="34" charset="0"/>
              <a:buChar char="•"/>
              <a:defRPr sz="1600" kern="1200">
                <a:solidFill>
                  <a:srgbClr val="4E4641"/>
                </a:solidFill>
                <a:latin typeface="+mn-lt"/>
                <a:ea typeface="+mn-ea"/>
                <a:cs typeface="+mn-cs"/>
              </a:defRPr>
            </a:lvl3pPr>
            <a:lvl4pPr marL="711200" indent="-165100" algn="l" defTabSz="912813" rtl="0" eaLnBrk="0" fontAlgn="base" hangingPunct="0">
              <a:lnSpc>
                <a:spcPct val="90000"/>
              </a:lnSpc>
              <a:spcBef>
                <a:spcPct val="0"/>
              </a:spcBef>
              <a:spcAft>
                <a:spcPts val="600"/>
              </a:spcAft>
              <a:buClr>
                <a:schemeClr val="bg2"/>
              </a:buClr>
              <a:buFont typeface="Arial" pitchFamily="34" charset="0"/>
              <a:buChar char="–"/>
              <a:defRPr sz="1400" kern="1200">
                <a:solidFill>
                  <a:srgbClr val="4E4641"/>
                </a:solidFill>
                <a:latin typeface="+mn-lt"/>
                <a:ea typeface="+mn-ea"/>
                <a:cs typeface="+mn-cs"/>
              </a:defRPr>
            </a:lvl4pPr>
            <a:lvl5pPr marL="1608138" indent="-192088" algn="l" defTabSz="912813" rtl="0" eaLnBrk="0" fontAlgn="base" hangingPunct="0">
              <a:spcBef>
                <a:spcPct val="0"/>
              </a:spcBef>
              <a:spcAft>
                <a:spcPct val="0"/>
              </a:spcAft>
              <a:buClr>
                <a:srgbClr val="B1B1B1"/>
              </a:buClr>
              <a:buFont typeface="Arial" pitchFamily="34" charset="0"/>
              <a:buChar char="–"/>
              <a:defRPr sz="1700" kern="1200">
                <a:solidFill>
                  <a:srgbClr val="494949"/>
                </a:solidFill>
                <a:latin typeface="+mn-lt"/>
                <a:ea typeface="+mn-ea"/>
                <a:cs typeface="+mn-cs"/>
              </a:defRPr>
            </a:lvl5pPr>
            <a:lvl6pPr marL="2514441"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12"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83"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54" indent="-228586" algn="l" defTabSz="9143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55600" marR="0" lvl="1" indent="-180975" algn="l" defTabSz="912813" rtl="0" eaLnBrk="0" fontAlgn="base" latinLnBrk="0" hangingPunct="0">
              <a:lnSpc>
                <a:spcPct val="90000"/>
              </a:lnSpc>
              <a:spcBef>
                <a:spcPct val="0"/>
              </a:spcBef>
              <a:spcAft>
                <a:spcPts val="600"/>
              </a:spcAft>
              <a:buClr>
                <a:srgbClr val="0070AD"/>
              </a:buClr>
              <a:buSzTx/>
              <a:buFont typeface="Wingdings" pitchFamily="2" charset="2"/>
              <a:buChar char="§"/>
              <a:tabLst/>
              <a:defRPr/>
            </a:pPr>
            <a:r>
              <a:rPr kumimoji="0" lang="en-US" sz="1200" b="0" i="0" u="none" strike="noStrike" kern="1200" cap="none" spc="0" normalizeH="0" baseline="0" noProof="0">
                <a:ln>
                  <a:noFill/>
                </a:ln>
                <a:solidFill>
                  <a:srgbClr val="4E4641"/>
                </a:solidFill>
                <a:effectLst/>
                <a:uLnTx/>
                <a:uFillTx/>
                <a:latin typeface="Ubuntu"/>
                <a:ea typeface="+mn-ea"/>
                <a:cs typeface="+mn-cs"/>
              </a:rPr>
              <a:t>More flexibility in taking business needs into account throughout the project</a:t>
            </a:r>
          </a:p>
          <a:p>
            <a:pPr marL="355600" marR="0" lvl="1" indent="-180975" algn="l" defTabSz="912813" rtl="0" eaLnBrk="0" fontAlgn="base" latinLnBrk="0" hangingPunct="0">
              <a:lnSpc>
                <a:spcPct val="90000"/>
              </a:lnSpc>
              <a:spcBef>
                <a:spcPct val="0"/>
              </a:spcBef>
              <a:spcAft>
                <a:spcPts val="600"/>
              </a:spcAft>
              <a:buClr>
                <a:srgbClr val="0070AD"/>
              </a:buClr>
              <a:buSzTx/>
              <a:buFont typeface="Wingdings" pitchFamily="2" charset="2"/>
              <a:buChar char="§"/>
              <a:tabLst/>
              <a:defRPr/>
            </a:pPr>
            <a:r>
              <a:rPr kumimoji="0" lang="en-US" sz="1200" b="0" i="0" u="none" strike="noStrike" kern="1200" cap="none" spc="0" normalizeH="0" baseline="0" noProof="0">
                <a:ln>
                  <a:noFill/>
                </a:ln>
                <a:solidFill>
                  <a:srgbClr val="4E4641"/>
                </a:solidFill>
                <a:effectLst/>
                <a:uLnTx/>
                <a:uFillTx/>
                <a:latin typeface="Ubuntu"/>
                <a:ea typeface="+mn-ea"/>
                <a:cs typeface="+mn-cs"/>
              </a:rPr>
              <a:t>Increased visibility on the different iterations by all parties involved </a:t>
            </a:r>
          </a:p>
          <a:p>
            <a:pPr marL="355600" marR="0" lvl="1" indent="-180975" algn="l" defTabSz="912813" rtl="0" eaLnBrk="0" fontAlgn="base" latinLnBrk="0" hangingPunct="0">
              <a:lnSpc>
                <a:spcPct val="90000"/>
              </a:lnSpc>
              <a:spcBef>
                <a:spcPct val="0"/>
              </a:spcBef>
              <a:spcAft>
                <a:spcPts val="600"/>
              </a:spcAft>
              <a:buClr>
                <a:srgbClr val="0070AD"/>
              </a:buClr>
              <a:buSzTx/>
              <a:buFont typeface="Wingdings" pitchFamily="2" charset="2"/>
              <a:buChar char="§"/>
              <a:tabLst/>
              <a:defRPr/>
            </a:pPr>
            <a:r>
              <a:rPr kumimoji="0" lang="en-US" sz="1200" b="0" i="0" u="none" strike="noStrike" kern="1200" cap="none" spc="0" normalizeH="0" baseline="0" noProof="0">
                <a:ln>
                  <a:noFill/>
                </a:ln>
                <a:solidFill>
                  <a:srgbClr val="4E4641"/>
                </a:solidFill>
                <a:effectLst/>
                <a:uLnTx/>
                <a:uFillTx/>
                <a:latin typeface="Ubuntu"/>
                <a:ea typeface="+mn-ea"/>
                <a:cs typeface="+mn-cs"/>
              </a:rPr>
              <a:t>Continuous quality control on delivered features, thus limiting the tunnel effect </a:t>
            </a:r>
            <a:endParaRPr kumimoji="0" lang="fr-FR" sz="1200" b="0" i="0" u="none" strike="noStrike" kern="1200" cap="none" spc="0" normalizeH="0" baseline="0" noProof="0">
              <a:ln>
                <a:noFill/>
              </a:ln>
              <a:solidFill>
                <a:srgbClr val="4E4641"/>
              </a:solidFill>
              <a:effectLst/>
              <a:uLnTx/>
              <a:uFillTx/>
              <a:latin typeface="Verdana"/>
              <a:ea typeface="+mn-ea"/>
              <a:cs typeface="+mn-cs"/>
            </a:endParaRPr>
          </a:p>
        </p:txBody>
      </p:sp>
      <p:sp>
        <p:nvSpPr>
          <p:cNvPr id="6" name="Rectangle 5"/>
          <p:cNvSpPr/>
          <p:nvPr/>
        </p:nvSpPr>
        <p:spPr>
          <a:xfrm>
            <a:off x="317509" y="4353340"/>
            <a:ext cx="3522572" cy="1757166"/>
          </a:xfrm>
          <a:prstGeom prst="rect">
            <a:avLst/>
          </a:prstGeom>
          <a:noFill/>
          <a:ln w="9525">
            <a:noFill/>
            <a:miter lim="800000"/>
            <a:headEnd/>
            <a:tailEnd/>
          </a:ln>
        </p:spPr>
        <p:txBody>
          <a:bodyPr vert="horz" wrap="square" lIns="108000" tIns="72000" rIns="72000" bIns="72000" numCol="1" anchor="ctr" anchorCtr="0" compatLnSpc="1">
            <a:prstTxWarp prst="textNoShape">
              <a:avLst/>
            </a:prstTxWarp>
          </a:bodyPr>
          <a:lstStyle/>
          <a:p>
            <a:pPr marL="355600" marR="0" lvl="1" indent="-180975" algn="l" defTabSz="912813" rtl="0" eaLnBrk="0" fontAlgn="base" latinLnBrk="0" hangingPunct="0">
              <a:lnSpc>
                <a:spcPct val="90000"/>
              </a:lnSpc>
              <a:spcBef>
                <a:spcPct val="0"/>
              </a:spcBef>
              <a:spcAft>
                <a:spcPts val="600"/>
              </a:spcAft>
              <a:buClr>
                <a:srgbClr val="0070AD"/>
              </a:buClr>
              <a:buSzTx/>
              <a:buFont typeface="Wingdings" pitchFamily="2" charset="2"/>
              <a:buChar char="§"/>
              <a:tabLst/>
              <a:defRPr/>
            </a:pPr>
            <a:r>
              <a:rPr kumimoji="0" lang="en-US" sz="1200" b="0" i="0" u="none" strike="noStrike" kern="0" cap="none" spc="0" normalizeH="0" baseline="0" noProof="0">
                <a:ln>
                  <a:noFill/>
                </a:ln>
                <a:solidFill>
                  <a:srgbClr val="4E4641"/>
                </a:solidFill>
                <a:effectLst/>
                <a:uLnTx/>
                <a:uFillTx/>
                <a:latin typeface="Ubuntu"/>
                <a:ea typeface="+mn-ea"/>
                <a:cs typeface="+mn-cs"/>
              </a:rPr>
              <a:t>Integration delivery spans multiple sprints</a:t>
            </a:r>
          </a:p>
          <a:p>
            <a:pPr marL="355600" marR="0" lvl="1" indent="-180975" algn="l" defTabSz="912813" rtl="0" eaLnBrk="0" fontAlgn="base" latinLnBrk="0" hangingPunct="0">
              <a:lnSpc>
                <a:spcPct val="90000"/>
              </a:lnSpc>
              <a:spcBef>
                <a:spcPct val="0"/>
              </a:spcBef>
              <a:spcAft>
                <a:spcPts val="600"/>
              </a:spcAft>
              <a:buClr>
                <a:srgbClr val="0070AD"/>
              </a:buClr>
              <a:buSzTx/>
              <a:buFont typeface="Wingdings" pitchFamily="2" charset="2"/>
              <a:buChar char="§"/>
              <a:tabLst/>
              <a:defRPr/>
            </a:pPr>
            <a:r>
              <a:rPr kumimoji="0" lang="en-US" sz="1200" b="0" i="0" u="none" strike="noStrike" kern="0" cap="none" spc="0" normalizeH="0" baseline="0" noProof="0">
                <a:ln>
                  <a:noFill/>
                </a:ln>
                <a:solidFill>
                  <a:srgbClr val="4E4641"/>
                </a:solidFill>
                <a:effectLst/>
                <a:uLnTx/>
                <a:uFillTx/>
                <a:latin typeface="Ubuntu"/>
                <a:ea typeface="+mn-ea"/>
                <a:cs typeface="+mn-cs"/>
              </a:rPr>
              <a:t>Design the development and qualification of integration points from the start of the project</a:t>
            </a:r>
          </a:p>
          <a:p>
            <a:pPr marL="355600" marR="0" lvl="1" indent="-180975" algn="l" defTabSz="912813" rtl="0" eaLnBrk="0" fontAlgn="base" latinLnBrk="0" hangingPunct="0">
              <a:lnSpc>
                <a:spcPct val="90000"/>
              </a:lnSpc>
              <a:spcBef>
                <a:spcPct val="0"/>
              </a:spcBef>
              <a:spcAft>
                <a:spcPts val="600"/>
              </a:spcAft>
              <a:buClr>
                <a:srgbClr val="0070AD"/>
              </a:buClr>
              <a:buSzTx/>
              <a:buFont typeface="Wingdings" pitchFamily="2" charset="2"/>
              <a:buChar char="§"/>
              <a:tabLst/>
              <a:defRPr/>
            </a:pPr>
            <a:r>
              <a:rPr kumimoji="0" lang="en-US" sz="1200" b="0" i="0" u="none" strike="noStrike" kern="0" cap="none" spc="0" normalizeH="0" baseline="0" noProof="0">
                <a:ln>
                  <a:noFill/>
                </a:ln>
                <a:solidFill>
                  <a:srgbClr val="4E4641"/>
                </a:solidFill>
                <a:effectLst/>
                <a:uLnTx/>
                <a:uFillTx/>
                <a:latin typeface="Ubuntu"/>
                <a:ea typeface="+mn-ea"/>
                <a:cs typeface="+mn-cs"/>
              </a:rPr>
              <a:t>Reliable end-to-end assembly phases by anticipating the phases of integration into the new ecosystem</a:t>
            </a:r>
          </a:p>
          <a:p>
            <a:pPr marL="355600" marR="0" lvl="1" indent="-180975" algn="l" defTabSz="912813" rtl="0" eaLnBrk="0" fontAlgn="base" latinLnBrk="0" hangingPunct="0">
              <a:lnSpc>
                <a:spcPct val="90000"/>
              </a:lnSpc>
              <a:spcBef>
                <a:spcPct val="0"/>
              </a:spcBef>
              <a:spcAft>
                <a:spcPts val="600"/>
              </a:spcAft>
              <a:buClr>
                <a:srgbClr val="0070AD"/>
              </a:buClr>
              <a:buSzTx/>
              <a:buFont typeface="Wingdings" pitchFamily="2" charset="2"/>
              <a:buChar char="§"/>
              <a:tabLst/>
              <a:defRPr/>
            </a:pPr>
            <a:r>
              <a:rPr kumimoji="0" lang="en-US" sz="1200" b="0" i="0" u="none" strike="noStrike" kern="0" cap="none" spc="0" normalizeH="0" baseline="0" noProof="0">
                <a:ln>
                  <a:noFill/>
                </a:ln>
                <a:solidFill>
                  <a:srgbClr val="4E4641"/>
                </a:solidFill>
                <a:effectLst/>
                <a:uLnTx/>
                <a:uFillTx/>
                <a:latin typeface="Ubuntu"/>
                <a:ea typeface="+mn-ea"/>
                <a:cs typeface="+mn-cs"/>
              </a:rPr>
              <a:t>Identification of risks, definition of mitigation plans</a:t>
            </a:r>
            <a:endParaRPr kumimoji="0" lang="fr-FR" sz="1200" b="0" i="0" u="none" strike="noStrike" kern="0" cap="none" spc="0" normalizeH="0" baseline="0" noProof="0">
              <a:ln>
                <a:noFill/>
              </a:ln>
              <a:solidFill>
                <a:srgbClr val="4E4641"/>
              </a:solidFill>
              <a:effectLst/>
              <a:uLnTx/>
              <a:uFillTx/>
              <a:latin typeface="Ubuntu"/>
              <a:ea typeface="+mn-ea"/>
              <a:cs typeface="+mn-cs"/>
            </a:endParaRPr>
          </a:p>
        </p:txBody>
      </p:sp>
      <p:sp>
        <p:nvSpPr>
          <p:cNvPr id="10" name="TextBox 19"/>
          <p:cNvSpPr txBox="1"/>
          <p:nvPr/>
        </p:nvSpPr>
        <p:spPr>
          <a:xfrm>
            <a:off x="1926568" y="1082185"/>
            <a:ext cx="8779227" cy="369332"/>
          </a:xfrm>
          <a:prstGeom prst="roundRect">
            <a:avLst>
              <a:gd name="adj" fmla="val 50000"/>
            </a:avLst>
          </a:prstGeom>
          <a:solidFill>
            <a:schemeClr val="accent2"/>
          </a:solidFill>
        </p:spPr>
        <p:txBody>
          <a:bodyPr wrap="non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srgbClr val="FFFFFF"/>
                </a:solidFill>
                <a:effectLst/>
                <a:uLnTx/>
                <a:uFillTx/>
                <a:latin typeface="Ubuntu"/>
                <a:ea typeface="+mn-ea"/>
                <a:cs typeface="+mn-cs"/>
              </a:rPr>
              <a:t>Agile on configuration, to limit tunneling effect, and iterative cycle for integration</a:t>
            </a:r>
            <a:endParaRPr kumimoji="0" lang="fr-FR" sz="1600" b="1" i="0" u="none" strike="noStrike" kern="0" cap="none" spc="0" normalizeH="0" baseline="0" noProof="0">
              <a:ln>
                <a:noFill/>
              </a:ln>
              <a:solidFill>
                <a:srgbClr val="FFFFFF"/>
              </a:solidFill>
              <a:effectLst/>
              <a:uLnTx/>
              <a:uFillTx/>
              <a:latin typeface="Ubuntu"/>
              <a:ea typeface="+mn-ea"/>
              <a:cs typeface="+mn-cs"/>
            </a:endParaRPr>
          </a:p>
        </p:txBody>
      </p:sp>
      <p:sp>
        <p:nvSpPr>
          <p:cNvPr id="16" name="Rectangle : coins arrondis 15">
            <a:extLst>
              <a:ext uri="{FF2B5EF4-FFF2-40B4-BE49-F238E27FC236}">
                <a16:creationId xmlns:a16="http://schemas.microsoft.com/office/drawing/2014/main" id="{4F81A4B8-9F2F-48D3-AA58-D50CFC50B8B0}"/>
              </a:ext>
            </a:extLst>
          </p:cNvPr>
          <p:cNvSpPr/>
          <p:nvPr/>
        </p:nvSpPr>
        <p:spPr>
          <a:xfrm>
            <a:off x="327600" y="6127032"/>
            <a:ext cx="3407184" cy="377976"/>
          </a:xfrm>
          <a:prstGeom prst="roundRect">
            <a:avLst>
              <a:gd name="adj" fmla="val 50000"/>
            </a:avLst>
          </a:prstGeom>
          <a:solidFill>
            <a:schemeClr val="accent1"/>
          </a:solidFill>
        </p:spPr>
        <p:txBody>
          <a:bodyPr wrap="none" anchor="ctr" anchorCtr="0">
            <a:noAutofit/>
          </a:bodyPr>
          <a:lstStyle/>
          <a:p>
            <a:pPr marL="0" marR="0" lvl="0" indent="0" algn="ctr" defTabSz="912813" rtl="0" eaLnBrk="0" fontAlgn="base" latinLnBrk="0" hangingPunct="0">
              <a:lnSpc>
                <a:spcPct val="90000"/>
              </a:lnSpc>
              <a:spcBef>
                <a:spcPct val="0"/>
              </a:spcBef>
              <a:spcAft>
                <a:spcPts val="600"/>
              </a:spcAft>
              <a:buClr>
                <a:srgbClr val="0098C7"/>
              </a:buClr>
              <a:buSzTx/>
              <a:buFontTx/>
              <a:buNone/>
              <a:tabLst/>
              <a:defRPr/>
            </a:pPr>
            <a:r>
              <a:rPr kumimoji="0" lang="en-US" sz="1400" b="1" i="0" u="none" strike="noStrike" kern="0" cap="none" spc="0" normalizeH="0" baseline="0" noProof="0">
                <a:ln>
                  <a:noFill/>
                </a:ln>
                <a:solidFill>
                  <a:srgbClr val="FFFFFF"/>
                </a:solidFill>
                <a:effectLst/>
                <a:uLnTx/>
                <a:uFillTx/>
                <a:latin typeface="Ubuntu"/>
                <a:ea typeface="+mn-ea"/>
                <a:cs typeface="+mn-cs"/>
              </a:rPr>
              <a:t>Iterative cycle for integration</a:t>
            </a:r>
            <a:endParaRPr kumimoji="0" lang="fr-FR" sz="1400" b="1" i="0" u="none" strike="noStrike" kern="0" cap="none" spc="0" normalizeH="0" baseline="0" noProof="0">
              <a:ln>
                <a:noFill/>
              </a:ln>
              <a:solidFill>
                <a:srgbClr val="FFFFFF"/>
              </a:solidFill>
              <a:effectLst/>
              <a:uLnTx/>
              <a:uFillTx/>
              <a:latin typeface="Ubuntu"/>
              <a:ea typeface="+mn-ea"/>
              <a:cs typeface="+mn-cs"/>
            </a:endParaRPr>
          </a:p>
        </p:txBody>
      </p:sp>
      <p:sp>
        <p:nvSpPr>
          <p:cNvPr id="27" name="Text Box 44">
            <a:extLst>
              <a:ext uri="{FF2B5EF4-FFF2-40B4-BE49-F238E27FC236}">
                <a16:creationId xmlns:a16="http://schemas.microsoft.com/office/drawing/2014/main" id="{456A88A6-07B9-421E-94E5-5E48E925DFB1}"/>
              </a:ext>
            </a:extLst>
          </p:cNvPr>
          <p:cNvSpPr txBox="1">
            <a:spLocks noChangeArrowheads="1"/>
          </p:cNvSpPr>
          <p:nvPr/>
        </p:nvSpPr>
        <p:spPr bwMode="auto">
          <a:xfrm>
            <a:off x="6911700" y="2299509"/>
            <a:ext cx="1645004" cy="330795"/>
          </a:xfrm>
          <a:prstGeom prst="rect">
            <a:avLst/>
          </a:prstGeom>
          <a:noFill/>
          <a:ln w="9525">
            <a:noFill/>
            <a:miter lim="800000"/>
            <a:headEnd/>
            <a:tailEnd/>
          </a:ln>
        </p:spPr>
        <p:txBody>
          <a:bodyPr wrap="square" lIns="68516" tIns="34258" rIns="68516" bIns="3425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717663" rtl="0" eaLnBrk="0" fontAlgn="auto" latinLnBrk="0" hangingPunct="0">
              <a:lnSpc>
                <a:spcPct val="85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Ubuntu Medium"/>
                <a:ea typeface="+mn-ea"/>
                <a:cs typeface="+mn-cs"/>
              </a:rPr>
              <a:t>Add new US according to their priorities</a:t>
            </a:r>
            <a:endParaRPr kumimoji="0" lang="en-GB" sz="1000" b="0" i="0" u="none" strike="noStrike" kern="1200" cap="none" spc="0" normalizeH="0" baseline="0" noProof="0">
              <a:ln>
                <a:noFill/>
              </a:ln>
              <a:solidFill>
                <a:srgbClr val="000000"/>
              </a:solidFill>
              <a:effectLst/>
              <a:uLnTx/>
              <a:uFillTx/>
              <a:latin typeface="Ubuntu Medium"/>
              <a:ea typeface="+mn-ea"/>
              <a:cs typeface="+mn-cs"/>
            </a:endParaRPr>
          </a:p>
        </p:txBody>
      </p:sp>
      <p:sp>
        <p:nvSpPr>
          <p:cNvPr id="28" name="Text Box 45">
            <a:extLst>
              <a:ext uri="{FF2B5EF4-FFF2-40B4-BE49-F238E27FC236}">
                <a16:creationId xmlns:a16="http://schemas.microsoft.com/office/drawing/2014/main" id="{ABE91799-11DB-4BB1-968F-120CD033A268}"/>
              </a:ext>
            </a:extLst>
          </p:cNvPr>
          <p:cNvSpPr txBox="1">
            <a:spLocks noChangeArrowheads="1"/>
          </p:cNvSpPr>
          <p:nvPr/>
        </p:nvSpPr>
        <p:spPr bwMode="auto">
          <a:xfrm>
            <a:off x="6921008" y="2645661"/>
            <a:ext cx="1645004" cy="461600"/>
          </a:xfrm>
          <a:prstGeom prst="rect">
            <a:avLst/>
          </a:prstGeom>
          <a:noFill/>
          <a:ln w="9525">
            <a:noFill/>
            <a:miter lim="800000"/>
            <a:headEnd/>
            <a:tailEnd/>
          </a:ln>
        </p:spPr>
        <p:txBody>
          <a:bodyPr wrap="square" lIns="68516" tIns="34258" rIns="68516" bIns="3425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717663" rtl="0" eaLnBrk="0" fontAlgn="auto" latinLnBrk="0" hangingPunct="0">
              <a:lnSpc>
                <a:spcPct val="85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Ubuntu Medium"/>
                <a:ea typeface="+mn-ea"/>
                <a:cs typeface="+mn-cs"/>
              </a:rPr>
              <a:t>Re-prioritize Product Backlog items at any time </a:t>
            </a:r>
            <a:endParaRPr kumimoji="0" lang="en-GB" sz="1000" b="0" i="0" u="none" strike="noStrike" kern="1200" cap="none" spc="0" normalizeH="0" baseline="0" noProof="0">
              <a:ln>
                <a:noFill/>
              </a:ln>
              <a:solidFill>
                <a:srgbClr val="000000"/>
              </a:solidFill>
              <a:effectLst/>
              <a:uLnTx/>
              <a:uFillTx/>
              <a:latin typeface="Ubuntu Medium"/>
              <a:ea typeface="+mn-ea"/>
              <a:cs typeface="+mn-cs"/>
            </a:endParaRPr>
          </a:p>
        </p:txBody>
      </p:sp>
      <p:sp>
        <p:nvSpPr>
          <p:cNvPr id="241" name="Text Box 36">
            <a:extLst>
              <a:ext uri="{FF2B5EF4-FFF2-40B4-BE49-F238E27FC236}">
                <a16:creationId xmlns:a16="http://schemas.microsoft.com/office/drawing/2014/main" id="{B0198A0D-73BB-4766-9306-4EBB8ACBC182}"/>
              </a:ext>
            </a:extLst>
          </p:cNvPr>
          <p:cNvSpPr txBox="1">
            <a:spLocks noChangeArrowheads="1"/>
          </p:cNvSpPr>
          <p:nvPr/>
        </p:nvSpPr>
        <p:spPr bwMode="auto">
          <a:xfrm>
            <a:off x="3781171" y="1739299"/>
            <a:ext cx="1103378" cy="230768"/>
          </a:xfrm>
          <a:prstGeom prst="rect">
            <a:avLst/>
          </a:prstGeom>
          <a:noFill/>
          <a:ln w="9525">
            <a:noFill/>
            <a:miter lim="800000"/>
            <a:headEnd/>
            <a:tailEnd/>
          </a:ln>
        </p:spPr>
        <p:txBody>
          <a:bodyPr wrap="none" lIns="68516" tIns="34258" rIns="68516" bIns="3425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17663" rtl="0" eaLnBrk="1" fontAlgn="auto" latinLnBrk="0" hangingPunct="1">
              <a:lnSpc>
                <a:spcPct val="100000"/>
              </a:lnSpc>
              <a:spcBef>
                <a:spcPts val="0"/>
              </a:spcBef>
              <a:spcAft>
                <a:spcPts val="0"/>
              </a:spcAft>
              <a:buClrTx/>
              <a:buSzTx/>
              <a:buFontTx/>
              <a:buNone/>
              <a:tabLst/>
              <a:defRPr/>
            </a:pPr>
            <a:r>
              <a:rPr kumimoji="0" lang="en-GB" sz="1050" b="1" i="0" u="none" strike="noStrike" kern="1200" cap="none" spc="0" normalizeH="0" baseline="0" noProof="0">
                <a:ln>
                  <a:noFill/>
                </a:ln>
                <a:solidFill>
                  <a:srgbClr val="0F878A"/>
                </a:solidFill>
                <a:effectLst/>
                <a:uLnTx/>
                <a:uFillTx/>
                <a:latin typeface="Ubuntu Medium"/>
                <a:ea typeface="+mn-ea"/>
                <a:cs typeface="+mn-cs"/>
              </a:rPr>
              <a:t>High Priority</a:t>
            </a:r>
          </a:p>
        </p:txBody>
      </p:sp>
      <p:sp>
        <p:nvSpPr>
          <p:cNvPr id="242" name="Text Box 37">
            <a:extLst>
              <a:ext uri="{FF2B5EF4-FFF2-40B4-BE49-F238E27FC236}">
                <a16:creationId xmlns:a16="http://schemas.microsoft.com/office/drawing/2014/main" id="{E4BFBBE7-384A-45CB-9A81-D2BA3039B40C}"/>
              </a:ext>
            </a:extLst>
          </p:cNvPr>
          <p:cNvSpPr txBox="1">
            <a:spLocks noChangeArrowheads="1"/>
          </p:cNvSpPr>
          <p:nvPr/>
        </p:nvSpPr>
        <p:spPr bwMode="auto">
          <a:xfrm>
            <a:off x="3840081" y="3540780"/>
            <a:ext cx="1015213" cy="199990"/>
          </a:xfrm>
          <a:prstGeom prst="rect">
            <a:avLst/>
          </a:prstGeom>
          <a:noFill/>
          <a:ln w="9525">
            <a:noFill/>
            <a:miter lim="800000"/>
            <a:headEnd/>
            <a:tailEnd/>
          </a:ln>
        </p:spPr>
        <p:txBody>
          <a:bodyPr wrap="none" lIns="68516" tIns="34258" rIns="68516" bIns="3425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717663" rtl="0" eaLnBrk="0" fontAlgn="auto" latinLnBrk="0" hangingPunct="0">
              <a:lnSpc>
                <a:spcPct val="85000"/>
              </a:lnSpc>
              <a:spcBef>
                <a:spcPts val="0"/>
              </a:spcBef>
              <a:spcAft>
                <a:spcPts val="0"/>
              </a:spcAft>
              <a:buClrTx/>
              <a:buSzTx/>
              <a:buFontTx/>
              <a:buNone/>
              <a:tabLst/>
              <a:defRPr/>
            </a:pPr>
            <a:r>
              <a:rPr kumimoji="0" lang="en-GB" sz="1000" b="1" i="0" u="none" strike="noStrike" kern="1200" cap="none" spc="0" normalizeH="0" baseline="0" noProof="0">
                <a:ln>
                  <a:noFill/>
                </a:ln>
                <a:solidFill>
                  <a:srgbClr val="272936"/>
                </a:solidFill>
                <a:effectLst/>
                <a:uLnTx/>
                <a:uFillTx/>
                <a:latin typeface="Ubuntu Medium"/>
                <a:ea typeface="+mn-ea"/>
                <a:cs typeface="+mn-cs"/>
              </a:rPr>
              <a:t>Low Priority</a:t>
            </a:r>
          </a:p>
        </p:txBody>
      </p:sp>
      <p:sp>
        <p:nvSpPr>
          <p:cNvPr id="243" name="Text Box 40">
            <a:extLst>
              <a:ext uri="{FF2B5EF4-FFF2-40B4-BE49-F238E27FC236}">
                <a16:creationId xmlns:a16="http://schemas.microsoft.com/office/drawing/2014/main" id="{A10A041E-723F-4DED-BF88-06AE6B4B4C9A}"/>
              </a:ext>
            </a:extLst>
          </p:cNvPr>
          <p:cNvSpPr txBox="1">
            <a:spLocks noChangeArrowheads="1"/>
          </p:cNvSpPr>
          <p:nvPr/>
        </p:nvSpPr>
        <p:spPr bwMode="auto">
          <a:xfrm>
            <a:off x="6630014" y="1731221"/>
            <a:ext cx="1972374" cy="592405"/>
          </a:xfrm>
          <a:prstGeom prst="rect">
            <a:avLst/>
          </a:prstGeom>
          <a:noFill/>
          <a:ln w="9525">
            <a:noFill/>
            <a:miter lim="800000"/>
            <a:headEnd/>
            <a:tailEnd/>
          </a:ln>
        </p:spPr>
        <p:txBody>
          <a:bodyPr wrap="square" lIns="68516" tIns="34258" rIns="68516" bIns="3425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717663" rtl="0" eaLnBrk="0" fontAlgn="auto" latinLnBrk="0" hangingPunct="0">
              <a:lnSpc>
                <a:spcPct val="85000"/>
              </a:lnSpc>
              <a:spcBef>
                <a:spcPts val="0"/>
              </a:spcBef>
              <a:spcAft>
                <a:spcPts val="0"/>
              </a:spcAft>
              <a:buClrTx/>
              <a:buSzTx/>
              <a:buFontTx/>
              <a:buNone/>
              <a:tabLst/>
              <a:defRPr/>
            </a:pPr>
            <a:r>
              <a:rPr kumimoji="0" lang="en-US" sz="1000" b="0" i="0" u="none" strike="noStrike" kern="1200" cap="none" spc="0" normalizeH="0" baseline="0" noProof="0">
                <a:ln>
                  <a:noFill/>
                </a:ln>
                <a:solidFill>
                  <a:srgbClr val="0F878A"/>
                </a:solidFill>
                <a:effectLst/>
                <a:uLnTx/>
                <a:uFillTx/>
                <a:latin typeface="Ubuntu Medium"/>
                <a:ea typeface="+mn-ea"/>
                <a:cs typeface="+mn-cs"/>
              </a:rPr>
              <a:t>The perimeter of the next sprints is built on the basis of the most priority elements </a:t>
            </a:r>
            <a:endParaRPr kumimoji="0" lang="en-GB" sz="1000" b="0" i="0" u="none" strike="noStrike" kern="1200" cap="none" spc="0" normalizeH="0" baseline="0" noProof="0">
              <a:ln>
                <a:noFill/>
              </a:ln>
              <a:solidFill>
                <a:srgbClr val="0F878A"/>
              </a:solidFill>
              <a:effectLst/>
              <a:uLnTx/>
              <a:uFillTx/>
              <a:latin typeface="Ubuntu Medium"/>
              <a:ea typeface="+mn-ea"/>
              <a:cs typeface="+mn-cs"/>
            </a:endParaRPr>
          </a:p>
        </p:txBody>
      </p:sp>
      <p:sp>
        <p:nvSpPr>
          <p:cNvPr id="244" name="Text Box 41">
            <a:extLst>
              <a:ext uri="{FF2B5EF4-FFF2-40B4-BE49-F238E27FC236}">
                <a16:creationId xmlns:a16="http://schemas.microsoft.com/office/drawing/2014/main" id="{A9338013-3FBA-4C90-8E25-69F2D7349F6E}"/>
              </a:ext>
            </a:extLst>
          </p:cNvPr>
          <p:cNvSpPr txBox="1">
            <a:spLocks noChangeArrowheads="1"/>
          </p:cNvSpPr>
          <p:nvPr/>
        </p:nvSpPr>
        <p:spPr bwMode="auto">
          <a:xfrm>
            <a:off x="3595224" y="2043040"/>
            <a:ext cx="1562411" cy="206530"/>
          </a:xfrm>
          <a:prstGeom prst="rect">
            <a:avLst/>
          </a:prstGeom>
          <a:noFill/>
          <a:ln w="9525">
            <a:noFill/>
            <a:miter lim="800000"/>
            <a:headEnd/>
            <a:tailEnd/>
          </a:ln>
        </p:spPr>
        <p:txBody>
          <a:bodyPr wrap="square" lIns="68516" tIns="34258" rIns="68516" bIns="3425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17663" rtl="0" eaLnBrk="0" fontAlgn="auto" latinLnBrk="0" hangingPunct="0">
              <a:lnSpc>
                <a:spcPct val="85000"/>
              </a:lnSpc>
              <a:spcBef>
                <a:spcPts val="0"/>
              </a:spcBef>
              <a:spcAft>
                <a:spcPts val="0"/>
              </a:spcAft>
              <a:buClrTx/>
              <a:buSzTx/>
              <a:buFontTx/>
              <a:buNone/>
              <a:tabLst/>
              <a:defRPr/>
            </a:pPr>
            <a:r>
              <a:rPr kumimoji="0" lang="fr-FR" sz="1050" b="0" i="0" u="none" strike="noStrike" kern="1200" cap="none" spc="0" normalizeH="0" baseline="0" noProof="0">
                <a:ln>
                  <a:noFill/>
                </a:ln>
                <a:solidFill>
                  <a:srgbClr val="000000"/>
                </a:solidFill>
                <a:effectLst/>
                <a:uLnTx/>
                <a:uFillTx/>
                <a:latin typeface="Ubuntu Medium"/>
                <a:ea typeface="+mn-ea"/>
                <a:cs typeface="+mn-cs"/>
              </a:rPr>
              <a:t>US high </a:t>
            </a:r>
            <a:r>
              <a:rPr kumimoji="0" lang="fr-FR" sz="1050" b="0" i="0" u="none" strike="noStrike" kern="1200" cap="none" spc="0" normalizeH="0" baseline="0" noProof="0" err="1">
                <a:ln>
                  <a:noFill/>
                </a:ln>
                <a:solidFill>
                  <a:srgbClr val="000000"/>
                </a:solidFill>
                <a:effectLst/>
                <a:uLnTx/>
                <a:uFillTx/>
                <a:latin typeface="Ubuntu Medium"/>
                <a:ea typeface="+mn-ea"/>
                <a:cs typeface="+mn-cs"/>
              </a:rPr>
              <a:t>detailed</a:t>
            </a:r>
            <a:endParaRPr kumimoji="0" lang="en-GB" sz="1050" b="0" i="0" u="none" strike="noStrike" kern="1200" cap="none" spc="0" normalizeH="0" baseline="0" noProof="0">
              <a:ln>
                <a:noFill/>
              </a:ln>
              <a:solidFill>
                <a:srgbClr val="000000"/>
              </a:solidFill>
              <a:effectLst/>
              <a:uLnTx/>
              <a:uFillTx/>
              <a:latin typeface="Ubuntu Medium"/>
              <a:ea typeface="+mn-ea"/>
              <a:cs typeface="+mn-cs"/>
            </a:endParaRPr>
          </a:p>
        </p:txBody>
      </p:sp>
      <p:sp>
        <p:nvSpPr>
          <p:cNvPr id="245" name="Text Box 42">
            <a:extLst>
              <a:ext uri="{FF2B5EF4-FFF2-40B4-BE49-F238E27FC236}">
                <a16:creationId xmlns:a16="http://schemas.microsoft.com/office/drawing/2014/main" id="{CF1A5D39-6DE4-43E1-95B7-089BE556931B}"/>
              </a:ext>
            </a:extLst>
          </p:cNvPr>
          <p:cNvSpPr txBox="1">
            <a:spLocks noChangeArrowheads="1"/>
          </p:cNvSpPr>
          <p:nvPr/>
        </p:nvSpPr>
        <p:spPr bwMode="auto">
          <a:xfrm>
            <a:off x="3485350" y="3292034"/>
            <a:ext cx="1695020" cy="199990"/>
          </a:xfrm>
          <a:prstGeom prst="rect">
            <a:avLst/>
          </a:prstGeom>
          <a:noFill/>
          <a:ln w="9525">
            <a:noFill/>
            <a:miter lim="800000"/>
            <a:headEnd/>
            <a:tailEnd/>
          </a:ln>
        </p:spPr>
        <p:txBody>
          <a:bodyPr wrap="square" lIns="68516" tIns="34258" rIns="68516" bIns="3425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17663" rtl="0" eaLnBrk="0" fontAlgn="auto" latinLnBrk="0" hangingPunct="0">
              <a:lnSpc>
                <a:spcPct val="85000"/>
              </a:lnSpc>
              <a:spcBef>
                <a:spcPts val="0"/>
              </a:spcBef>
              <a:spcAft>
                <a:spcPts val="0"/>
              </a:spcAft>
              <a:buClrTx/>
              <a:buSzTx/>
              <a:buFontTx/>
              <a:buNone/>
              <a:tabLst/>
              <a:defRPr/>
            </a:pPr>
            <a:r>
              <a:rPr kumimoji="0" lang="en-GB" sz="1000" b="0" i="0" u="none" strike="noStrike" kern="1200" cap="none" spc="0" normalizeH="0" baseline="0" noProof="0">
                <a:ln>
                  <a:noFill/>
                </a:ln>
                <a:solidFill>
                  <a:srgbClr val="000000"/>
                </a:solidFill>
                <a:effectLst/>
                <a:uLnTx/>
                <a:uFillTx/>
                <a:latin typeface="Ubuntu Medium"/>
                <a:ea typeface="+mn-ea"/>
                <a:cs typeface="+mn-cs"/>
              </a:rPr>
              <a:t>US simply detailed</a:t>
            </a:r>
          </a:p>
        </p:txBody>
      </p:sp>
      <p:sp>
        <p:nvSpPr>
          <p:cNvPr id="248" name="Text Box 46">
            <a:extLst>
              <a:ext uri="{FF2B5EF4-FFF2-40B4-BE49-F238E27FC236}">
                <a16:creationId xmlns:a16="http://schemas.microsoft.com/office/drawing/2014/main" id="{7FF5E562-EFE8-473E-B052-7F612BE18332}"/>
              </a:ext>
            </a:extLst>
          </p:cNvPr>
          <p:cNvSpPr txBox="1">
            <a:spLocks noChangeArrowheads="1"/>
          </p:cNvSpPr>
          <p:nvPr/>
        </p:nvSpPr>
        <p:spPr bwMode="auto">
          <a:xfrm>
            <a:off x="6918791" y="3185774"/>
            <a:ext cx="1643098" cy="723210"/>
          </a:xfrm>
          <a:prstGeom prst="rect">
            <a:avLst/>
          </a:prstGeom>
          <a:noFill/>
          <a:ln w="9525">
            <a:noFill/>
            <a:miter lim="800000"/>
            <a:headEnd/>
            <a:tailEnd/>
          </a:ln>
        </p:spPr>
        <p:txBody>
          <a:bodyPr wrap="square" lIns="68516" tIns="34258" rIns="68516" bIns="34258">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just" defTabSz="717663" rtl="0" eaLnBrk="0" fontAlgn="auto" latinLnBrk="0" hangingPunct="0">
              <a:lnSpc>
                <a:spcPct val="85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Ubuntu Medium"/>
                <a:ea typeface="+mn-ea"/>
                <a:cs typeface="+mn-cs"/>
              </a:rPr>
              <a:t>Delete items from the Product Backlog at any time to maintain project and workload consistency</a:t>
            </a:r>
          </a:p>
        </p:txBody>
      </p:sp>
      <p:grpSp>
        <p:nvGrpSpPr>
          <p:cNvPr id="249" name="Groupe 248">
            <a:extLst>
              <a:ext uri="{FF2B5EF4-FFF2-40B4-BE49-F238E27FC236}">
                <a16:creationId xmlns:a16="http://schemas.microsoft.com/office/drawing/2014/main" id="{ECDBD714-58AB-4E8E-9532-FEB9F1180297}"/>
              </a:ext>
            </a:extLst>
          </p:cNvPr>
          <p:cNvGrpSpPr/>
          <p:nvPr/>
        </p:nvGrpSpPr>
        <p:grpSpPr>
          <a:xfrm>
            <a:off x="5134875" y="1764063"/>
            <a:ext cx="856054" cy="2013832"/>
            <a:chOff x="3465513" y="2685040"/>
            <a:chExt cx="1316037" cy="3463013"/>
          </a:xfrm>
          <a:solidFill>
            <a:srgbClr val="A3C2E1"/>
          </a:solidFill>
        </p:grpSpPr>
        <p:sp>
          <p:nvSpPr>
            <p:cNvPr id="316" name="Rectangle 315">
              <a:extLst>
                <a:ext uri="{FF2B5EF4-FFF2-40B4-BE49-F238E27FC236}">
                  <a16:creationId xmlns:a16="http://schemas.microsoft.com/office/drawing/2014/main" id="{F7E9FA54-75F3-4845-A4BF-0DACA69B2A84}"/>
                </a:ext>
              </a:extLst>
            </p:cNvPr>
            <p:cNvSpPr>
              <a:spLocks noChangeArrowheads="1"/>
            </p:cNvSpPr>
            <p:nvPr/>
          </p:nvSpPr>
          <p:spPr bwMode="auto">
            <a:xfrm>
              <a:off x="3465513" y="2685040"/>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17" name="Rectangle 316">
              <a:extLst>
                <a:ext uri="{FF2B5EF4-FFF2-40B4-BE49-F238E27FC236}">
                  <a16:creationId xmlns:a16="http://schemas.microsoft.com/office/drawing/2014/main" id="{B2DF4806-D5FC-4FF6-94BC-921B1169D78A}"/>
                </a:ext>
              </a:extLst>
            </p:cNvPr>
            <p:cNvSpPr>
              <a:spLocks noChangeArrowheads="1"/>
            </p:cNvSpPr>
            <p:nvPr/>
          </p:nvSpPr>
          <p:spPr bwMode="auto">
            <a:xfrm>
              <a:off x="3465513" y="2903292"/>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18" name="Rectangle 317">
              <a:extLst>
                <a:ext uri="{FF2B5EF4-FFF2-40B4-BE49-F238E27FC236}">
                  <a16:creationId xmlns:a16="http://schemas.microsoft.com/office/drawing/2014/main" id="{89834731-3877-4A7E-B4DF-A6FB1B722FB9}"/>
                </a:ext>
              </a:extLst>
            </p:cNvPr>
            <p:cNvSpPr>
              <a:spLocks noChangeArrowheads="1"/>
            </p:cNvSpPr>
            <p:nvPr/>
          </p:nvSpPr>
          <p:spPr bwMode="auto">
            <a:xfrm>
              <a:off x="3465513" y="3013180"/>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19" name="Rectangle 318">
              <a:extLst>
                <a:ext uri="{FF2B5EF4-FFF2-40B4-BE49-F238E27FC236}">
                  <a16:creationId xmlns:a16="http://schemas.microsoft.com/office/drawing/2014/main" id="{59A2C6EA-DF98-433B-9ED0-21CAB2AC517D}"/>
                </a:ext>
              </a:extLst>
            </p:cNvPr>
            <p:cNvSpPr>
              <a:spLocks noChangeArrowheads="1"/>
            </p:cNvSpPr>
            <p:nvPr/>
          </p:nvSpPr>
          <p:spPr bwMode="auto">
            <a:xfrm>
              <a:off x="3465513" y="2793403"/>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20" name="Rectangle 319">
              <a:extLst>
                <a:ext uri="{FF2B5EF4-FFF2-40B4-BE49-F238E27FC236}">
                  <a16:creationId xmlns:a16="http://schemas.microsoft.com/office/drawing/2014/main" id="{5CEF8084-6C33-44BD-BB55-A645E43F26D1}"/>
                </a:ext>
              </a:extLst>
            </p:cNvPr>
            <p:cNvSpPr>
              <a:spLocks noChangeArrowheads="1"/>
            </p:cNvSpPr>
            <p:nvPr/>
          </p:nvSpPr>
          <p:spPr bwMode="auto">
            <a:xfrm>
              <a:off x="3465513" y="3123068"/>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21" name="Rectangle 320">
              <a:extLst>
                <a:ext uri="{FF2B5EF4-FFF2-40B4-BE49-F238E27FC236}">
                  <a16:creationId xmlns:a16="http://schemas.microsoft.com/office/drawing/2014/main" id="{FF8FF808-BA04-469B-B3B5-D6D7A5377229}"/>
                </a:ext>
              </a:extLst>
            </p:cNvPr>
            <p:cNvSpPr>
              <a:spLocks noChangeArrowheads="1"/>
            </p:cNvSpPr>
            <p:nvPr/>
          </p:nvSpPr>
          <p:spPr bwMode="auto">
            <a:xfrm>
              <a:off x="3465513" y="3341319"/>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22" name="Rectangle 321">
              <a:extLst>
                <a:ext uri="{FF2B5EF4-FFF2-40B4-BE49-F238E27FC236}">
                  <a16:creationId xmlns:a16="http://schemas.microsoft.com/office/drawing/2014/main" id="{775BBA7B-BC86-465B-BC12-8659E1E2D9C0}"/>
                </a:ext>
              </a:extLst>
            </p:cNvPr>
            <p:cNvSpPr>
              <a:spLocks noChangeArrowheads="1"/>
            </p:cNvSpPr>
            <p:nvPr/>
          </p:nvSpPr>
          <p:spPr bwMode="auto">
            <a:xfrm>
              <a:off x="3465513" y="3231430"/>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23" name="Rectangle 322">
              <a:extLst>
                <a:ext uri="{FF2B5EF4-FFF2-40B4-BE49-F238E27FC236}">
                  <a16:creationId xmlns:a16="http://schemas.microsoft.com/office/drawing/2014/main" id="{1A420960-85E1-4A2B-BA66-D20D04037AE9}"/>
                </a:ext>
              </a:extLst>
            </p:cNvPr>
            <p:cNvSpPr>
              <a:spLocks noChangeArrowheads="1"/>
            </p:cNvSpPr>
            <p:nvPr/>
          </p:nvSpPr>
          <p:spPr bwMode="auto">
            <a:xfrm>
              <a:off x="3465513" y="3573305"/>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24" name="Rectangle 323">
              <a:extLst>
                <a:ext uri="{FF2B5EF4-FFF2-40B4-BE49-F238E27FC236}">
                  <a16:creationId xmlns:a16="http://schemas.microsoft.com/office/drawing/2014/main" id="{E31F397B-8C4D-4850-8FFA-5D06BE1B59DA}"/>
                </a:ext>
              </a:extLst>
            </p:cNvPr>
            <p:cNvSpPr>
              <a:spLocks noChangeArrowheads="1"/>
            </p:cNvSpPr>
            <p:nvPr/>
          </p:nvSpPr>
          <p:spPr bwMode="auto">
            <a:xfrm>
              <a:off x="3465513" y="3683194"/>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25" name="Rectangle 324">
              <a:extLst>
                <a:ext uri="{FF2B5EF4-FFF2-40B4-BE49-F238E27FC236}">
                  <a16:creationId xmlns:a16="http://schemas.microsoft.com/office/drawing/2014/main" id="{022213A8-232D-4908-865A-0C411F87165A}"/>
                </a:ext>
              </a:extLst>
            </p:cNvPr>
            <p:cNvSpPr>
              <a:spLocks noChangeArrowheads="1"/>
            </p:cNvSpPr>
            <p:nvPr/>
          </p:nvSpPr>
          <p:spPr bwMode="auto">
            <a:xfrm>
              <a:off x="3465513" y="3464944"/>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26" name="Rectangle 325">
              <a:extLst>
                <a:ext uri="{FF2B5EF4-FFF2-40B4-BE49-F238E27FC236}">
                  <a16:creationId xmlns:a16="http://schemas.microsoft.com/office/drawing/2014/main" id="{0B7CCE05-F707-47A5-9D93-2A7AAF23DAE7}"/>
                </a:ext>
              </a:extLst>
            </p:cNvPr>
            <p:cNvSpPr>
              <a:spLocks noChangeArrowheads="1"/>
            </p:cNvSpPr>
            <p:nvPr/>
          </p:nvSpPr>
          <p:spPr bwMode="auto">
            <a:xfrm>
              <a:off x="3465513" y="3793082"/>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27" name="Rectangle 326">
              <a:extLst>
                <a:ext uri="{FF2B5EF4-FFF2-40B4-BE49-F238E27FC236}">
                  <a16:creationId xmlns:a16="http://schemas.microsoft.com/office/drawing/2014/main" id="{3820A1BA-3FAE-46F1-BFE0-F00532C65A2C}"/>
                </a:ext>
              </a:extLst>
            </p:cNvPr>
            <p:cNvSpPr>
              <a:spLocks noChangeArrowheads="1"/>
            </p:cNvSpPr>
            <p:nvPr/>
          </p:nvSpPr>
          <p:spPr bwMode="auto">
            <a:xfrm>
              <a:off x="3465513" y="4012859"/>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28" name="Rectangle 327">
              <a:extLst>
                <a:ext uri="{FF2B5EF4-FFF2-40B4-BE49-F238E27FC236}">
                  <a16:creationId xmlns:a16="http://schemas.microsoft.com/office/drawing/2014/main" id="{6F785C19-A9C5-4DA8-BA38-8511E853E6BB}"/>
                </a:ext>
              </a:extLst>
            </p:cNvPr>
            <p:cNvSpPr>
              <a:spLocks noChangeArrowheads="1"/>
            </p:cNvSpPr>
            <p:nvPr/>
          </p:nvSpPr>
          <p:spPr bwMode="auto">
            <a:xfrm>
              <a:off x="3465513" y="4121222"/>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29" name="Rectangle 328">
              <a:extLst>
                <a:ext uri="{FF2B5EF4-FFF2-40B4-BE49-F238E27FC236}">
                  <a16:creationId xmlns:a16="http://schemas.microsoft.com/office/drawing/2014/main" id="{A8420BEB-AD74-4201-956C-D8D02C70A2DA}"/>
                </a:ext>
              </a:extLst>
            </p:cNvPr>
            <p:cNvSpPr>
              <a:spLocks noChangeArrowheads="1"/>
            </p:cNvSpPr>
            <p:nvPr/>
          </p:nvSpPr>
          <p:spPr bwMode="auto">
            <a:xfrm>
              <a:off x="3465513" y="3902971"/>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30" name="Rectangle 329">
              <a:extLst>
                <a:ext uri="{FF2B5EF4-FFF2-40B4-BE49-F238E27FC236}">
                  <a16:creationId xmlns:a16="http://schemas.microsoft.com/office/drawing/2014/main" id="{38D078C1-8CBC-481F-8EF4-27DC63EBAD8B}"/>
                </a:ext>
              </a:extLst>
            </p:cNvPr>
            <p:cNvSpPr>
              <a:spLocks noChangeArrowheads="1"/>
            </p:cNvSpPr>
            <p:nvPr/>
          </p:nvSpPr>
          <p:spPr bwMode="auto">
            <a:xfrm>
              <a:off x="3465513" y="4231110"/>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31" name="Rectangle 330">
              <a:extLst>
                <a:ext uri="{FF2B5EF4-FFF2-40B4-BE49-F238E27FC236}">
                  <a16:creationId xmlns:a16="http://schemas.microsoft.com/office/drawing/2014/main" id="{39317FAC-5433-47D6-A3E0-8F42DB63385F}"/>
                </a:ext>
              </a:extLst>
            </p:cNvPr>
            <p:cNvSpPr>
              <a:spLocks noChangeArrowheads="1"/>
            </p:cNvSpPr>
            <p:nvPr/>
          </p:nvSpPr>
          <p:spPr bwMode="auto">
            <a:xfrm>
              <a:off x="3465513" y="4450887"/>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32" name="Rectangle 331">
              <a:extLst>
                <a:ext uri="{FF2B5EF4-FFF2-40B4-BE49-F238E27FC236}">
                  <a16:creationId xmlns:a16="http://schemas.microsoft.com/office/drawing/2014/main" id="{73EC9F87-DE67-4005-9E5F-B4A2475957B9}"/>
                </a:ext>
              </a:extLst>
            </p:cNvPr>
            <p:cNvSpPr>
              <a:spLocks noChangeArrowheads="1"/>
            </p:cNvSpPr>
            <p:nvPr/>
          </p:nvSpPr>
          <p:spPr bwMode="auto">
            <a:xfrm>
              <a:off x="3465513" y="4560776"/>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33" name="Rectangle 332">
              <a:extLst>
                <a:ext uri="{FF2B5EF4-FFF2-40B4-BE49-F238E27FC236}">
                  <a16:creationId xmlns:a16="http://schemas.microsoft.com/office/drawing/2014/main" id="{A4A28AC3-3FC1-4D83-917C-440F44A4BF86}"/>
                </a:ext>
              </a:extLst>
            </p:cNvPr>
            <p:cNvSpPr>
              <a:spLocks noChangeArrowheads="1"/>
            </p:cNvSpPr>
            <p:nvPr/>
          </p:nvSpPr>
          <p:spPr bwMode="auto">
            <a:xfrm>
              <a:off x="3465513" y="4340999"/>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34" name="Rectangle 333">
              <a:extLst>
                <a:ext uri="{FF2B5EF4-FFF2-40B4-BE49-F238E27FC236}">
                  <a16:creationId xmlns:a16="http://schemas.microsoft.com/office/drawing/2014/main" id="{53376F31-44FE-464F-89E9-2530BBBF787F}"/>
                </a:ext>
              </a:extLst>
            </p:cNvPr>
            <p:cNvSpPr>
              <a:spLocks noChangeArrowheads="1"/>
            </p:cNvSpPr>
            <p:nvPr/>
          </p:nvSpPr>
          <p:spPr bwMode="auto">
            <a:xfrm>
              <a:off x="3465513" y="4669137"/>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35" name="Rectangle 334">
              <a:extLst>
                <a:ext uri="{FF2B5EF4-FFF2-40B4-BE49-F238E27FC236}">
                  <a16:creationId xmlns:a16="http://schemas.microsoft.com/office/drawing/2014/main" id="{3B48E517-B8DB-472B-B04E-E71B7228DE46}"/>
                </a:ext>
              </a:extLst>
            </p:cNvPr>
            <p:cNvSpPr>
              <a:spLocks noChangeArrowheads="1"/>
            </p:cNvSpPr>
            <p:nvPr/>
          </p:nvSpPr>
          <p:spPr bwMode="auto">
            <a:xfrm>
              <a:off x="3465513" y="4888914"/>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36" name="Rectangle 335">
              <a:extLst>
                <a:ext uri="{FF2B5EF4-FFF2-40B4-BE49-F238E27FC236}">
                  <a16:creationId xmlns:a16="http://schemas.microsoft.com/office/drawing/2014/main" id="{F8E37554-3546-4A5A-91CF-535BCFB0B4A5}"/>
                </a:ext>
              </a:extLst>
            </p:cNvPr>
            <p:cNvSpPr>
              <a:spLocks noChangeArrowheads="1"/>
            </p:cNvSpPr>
            <p:nvPr/>
          </p:nvSpPr>
          <p:spPr bwMode="auto">
            <a:xfrm>
              <a:off x="3465513" y="4998803"/>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37" name="Rectangle 336">
              <a:extLst>
                <a:ext uri="{FF2B5EF4-FFF2-40B4-BE49-F238E27FC236}">
                  <a16:creationId xmlns:a16="http://schemas.microsoft.com/office/drawing/2014/main" id="{807407C5-97F2-4F45-90DB-378BC2D08D80}"/>
                </a:ext>
              </a:extLst>
            </p:cNvPr>
            <p:cNvSpPr>
              <a:spLocks noChangeArrowheads="1"/>
            </p:cNvSpPr>
            <p:nvPr/>
          </p:nvSpPr>
          <p:spPr bwMode="auto">
            <a:xfrm>
              <a:off x="3465513" y="4779026"/>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38" name="Rectangle 337">
              <a:extLst>
                <a:ext uri="{FF2B5EF4-FFF2-40B4-BE49-F238E27FC236}">
                  <a16:creationId xmlns:a16="http://schemas.microsoft.com/office/drawing/2014/main" id="{CC008265-DC76-4682-93F3-36028C5055F4}"/>
                </a:ext>
              </a:extLst>
            </p:cNvPr>
            <p:cNvSpPr>
              <a:spLocks noChangeArrowheads="1"/>
            </p:cNvSpPr>
            <p:nvPr/>
          </p:nvSpPr>
          <p:spPr bwMode="auto">
            <a:xfrm>
              <a:off x="3465513" y="5107165"/>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39" name="Rectangle 338">
              <a:extLst>
                <a:ext uri="{FF2B5EF4-FFF2-40B4-BE49-F238E27FC236}">
                  <a16:creationId xmlns:a16="http://schemas.microsoft.com/office/drawing/2014/main" id="{6191CCCF-834D-4C25-ACFA-D796B8AE930B}"/>
                </a:ext>
              </a:extLst>
            </p:cNvPr>
            <p:cNvSpPr>
              <a:spLocks noChangeArrowheads="1"/>
            </p:cNvSpPr>
            <p:nvPr/>
          </p:nvSpPr>
          <p:spPr bwMode="auto">
            <a:xfrm>
              <a:off x="3465513" y="5326942"/>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40" name="Rectangle 339">
              <a:extLst>
                <a:ext uri="{FF2B5EF4-FFF2-40B4-BE49-F238E27FC236}">
                  <a16:creationId xmlns:a16="http://schemas.microsoft.com/office/drawing/2014/main" id="{5EE952AB-81AA-427A-8575-793E3992DB7A}"/>
                </a:ext>
              </a:extLst>
            </p:cNvPr>
            <p:cNvSpPr>
              <a:spLocks noChangeArrowheads="1"/>
            </p:cNvSpPr>
            <p:nvPr/>
          </p:nvSpPr>
          <p:spPr bwMode="auto">
            <a:xfrm>
              <a:off x="3465513" y="5436831"/>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41" name="Rectangle 340">
              <a:extLst>
                <a:ext uri="{FF2B5EF4-FFF2-40B4-BE49-F238E27FC236}">
                  <a16:creationId xmlns:a16="http://schemas.microsoft.com/office/drawing/2014/main" id="{807C8900-45C8-4AEA-A079-2F95ECD007DA}"/>
                </a:ext>
              </a:extLst>
            </p:cNvPr>
            <p:cNvSpPr>
              <a:spLocks noChangeArrowheads="1"/>
            </p:cNvSpPr>
            <p:nvPr/>
          </p:nvSpPr>
          <p:spPr bwMode="auto">
            <a:xfrm>
              <a:off x="3465513" y="5217054"/>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42" name="Rectangle 341">
              <a:extLst>
                <a:ext uri="{FF2B5EF4-FFF2-40B4-BE49-F238E27FC236}">
                  <a16:creationId xmlns:a16="http://schemas.microsoft.com/office/drawing/2014/main" id="{EA5BBA03-748F-4EAF-BB70-8584F1F51F0C}"/>
                </a:ext>
              </a:extLst>
            </p:cNvPr>
            <p:cNvSpPr>
              <a:spLocks noChangeArrowheads="1"/>
            </p:cNvSpPr>
            <p:nvPr/>
          </p:nvSpPr>
          <p:spPr bwMode="auto">
            <a:xfrm>
              <a:off x="3465513" y="5546719"/>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43" name="Rectangle 342">
              <a:extLst>
                <a:ext uri="{FF2B5EF4-FFF2-40B4-BE49-F238E27FC236}">
                  <a16:creationId xmlns:a16="http://schemas.microsoft.com/office/drawing/2014/main" id="{CE55B0DF-459D-45CA-9904-110BCA33A65E}"/>
                </a:ext>
              </a:extLst>
            </p:cNvPr>
            <p:cNvSpPr>
              <a:spLocks noChangeArrowheads="1"/>
            </p:cNvSpPr>
            <p:nvPr/>
          </p:nvSpPr>
          <p:spPr bwMode="auto">
            <a:xfrm>
              <a:off x="3465513" y="5655081"/>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44" name="Rectangle 343">
              <a:extLst>
                <a:ext uri="{FF2B5EF4-FFF2-40B4-BE49-F238E27FC236}">
                  <a16:creationId xmlns:a16="http://schemas.microsoft.com/office/drawing/2014/main" id="{B1D24827-2AB1-42B8-BE0C-BFA126E63C06}"/>
                </a:ext>
              </a:extLst>
            </p:cNvPr>
            <p:cNvSpPr>
              <a:spLocks noChangeArrowheads="1"/>
            </p:cNvSpPr>
            <p:nvPr/>
          </p:nvSpPr>
          <p:spPr bwMode="auto">
            <a:xfrm>
              <a:off x="3465513" y="5764969"/>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45" name="Rectangle 344">
              <a:extLst>
                <a:ext uri="{FF2B5EF4-FFF2-40B4-BE49-F238E27FC236}">
                  <a16:creationId xmlns:a16="http://schemas.microsoft.com/office/drawing/2014/main" id="{528ACA2C-56F1-428B-B78C-EA05A776CBC3}"/>
                </a:ext>
              </a:extLst>
            </p:cNvPr>
            <p:cNvSpPr>
              <a:spLocks noChangeArrowheads="1"/>
            </p:cNvSpPr>
            <p:nvPr/>
          </p:nvSpPr>
          <p:spPr bwMode="auto">
            <a:xfrm>
              <a:off x="3465513" y="5984746"/>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46" name="Rectangle 345">
              <a:extLst>
                <a:ext uri="{FF2B5EF4-FFF2-40B4-BE49-F238E27FC236}">
                  <a16:creationId xmlns:a16="http://schemas.microsoft.com/office/drawing/2014/main" id="{B44F4328-A765-4A16-8C8D-FE69C36EC4EA}"/>
                </a:ext>
              </a:extLst>
            </p:cNvPr>
            <p:cNvSpPr>
              <a:spLocks noChangeArrowheads="1"/>
            </p:cNvSpPr>
            <p:nvPr/>
          </p:nvSpPr>
          <p:spPr bwMode="auto">
            <a:xfrm>
              <a:off x="3465513" y="6094635"/>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47" name="Rectangle 346">
              <a:extLst>
                <a:ext uri="{FF2B5EF4-FFF2-40B4-BE49-F238E27FC236}">
                  <a16:creationId xmlns:a16="http://schemas.microsoft.com/office/drawing/2014/main" id="{595FF176-2574-46AC-96E5-835D1ED74C9A}"/>
                </a:ext>
              </a:extLst>
            </p:cNvPr>
            <p:cNvSpPr>
              <a:spLocks noChangeArrowheads="1"/>
            </p:cNvSpPr>
            <p:nvPr/>
          </p:nvSpPr>
          <p:spPr bwMode="auto">
            <a:xfrm>
              <a:off x="3465513" y="5874858"/>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grpSp>
      <p:sp>
        <p:nvSpPr>
          <p:cNvPr id="250" name="Flèche vers le bas 58">
            <a:extLst>
              <a:ext uri="{FF2B5EF4-FFF2-40B4-BE49-F238E27FC236}">
                <a16:creationId xmlns:a16="http://schemas.microsoft.com/office/drawing/2014/main" id="{C17E3B00-C9E3-47D3-A865-49C7DE6F8141}"/>
              </a:ext>
            </a:extLst>
          </p:cNvPr>
          <p:cNvSpPr/>
          <p:nvPr/>
        </p:nvSpPr>
        <p:spPr bwMode="auto">
          <a:xfrm rot="10800000">
            <a:off x="4197769" y="2290244"/>
            <a:ext cx="270185" cy="886312"/>
          </a:xfrm>
          <a:prstGeom prst="downArrow">
            <a:avLst>
              <a:gd name="adj1" fmla="val 50000"/>
              <a:gd name="adj2" fmla="val 60118"/>
            </a:avLst>
          </a:prstGeom>
          <a:solidFill>
            <a:srgbClr val="052B73"/>
          </a:solidFill>
          <a:ln w="3175" algn="ctr">
            <a:noFill/>
            <a:miter lim="800000"/>
            <a:headEnd/>
            <a:tailEnd/>
          </a:ln>
          <a:effectLst>
            <a:outerShdw dist="35921" dir="2700000" algn="ctr" rotWithShape="0">
              <a:srgbClr val="1172B7"/>
            </a:outerShdw>
          </a:effectLst>
        </p:spPr>
        <p:txBody>
          <a:bodyPr lIns="40461" tIns="34258" rIns="13488" bIns="35068"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36799" marR="0" lvl="0" indent="-136799" algn="l" defTabSz="717663" rtl="0" eaLnBrk="0" fontAlgn="auto" latinLnBrk="0" hangingPunct="0">
              <a:lnSpc>
                <a:spcPct val="85000"/>
              </a:lnSpc>
              <a:spcBef>
                <a:spcPct val="20000"/>
              </a:spcBef>
              <a:spcAft>
                <a:spcPts val="0"/>
              </a:spcAft>
              <a:buClr>
                <a:srgbClr val="B10034"/>
              </a:buClr>
              <a:buSzTx/>
              <a:buFontTx/>
              <a:buChar char="•"/>
              <a:tabLst/>
              <a:defRPr/>
            </a:pPr>
            <a:endParaRPr kumimoji="0" lang="en-GB" sz="825" b="0" i="0" u="none" strike="noStrike" kern="1200" cap="none" spc="0" normalizeH="0" baseline="0" noProof="0">
              <a:ln>
                <a:noFill/>
              </a:ln>
              <a:solidFill>
                <a:srgbClr val="052B73"/>
              </a:solidFill>
              <a:effectLst/>
              <a:uLnTx/>
              <a:uFillTx/>
              <a:latin typeface="Calibri" panose="020F0502020204030204" pitchFamily="34" charset="0"/>
              <a:ea typeface="+mn-ea"/>
              <a:cs typeface="Times New Roman" pitchFamily="18" charset="0"/>
            </a:endParaRPr>
          </a:p>
        </p:txBody>
      </p:sp>
      <p:sp>
        <p:nvSpPr>
          <p:cNvPr id="251" name="AutoShape 29">
            <a:extLst>
              <a:ext uri="{FF2B5EF4-FFF2-40B4-BE49-F238E27FC236}">
                <a16:creationId xmlns:a16="http://schemas.microsoft.com/office/drawing/2014/main" id="{9BDE1E55-A522-4AAE-9948-CEAB380EBA55}"/>
              </a:ext>
            </a:extLst>
          </p:cNvPr>
          <p:cNvSpPr>
            <a:spLocks noChangeArrowheads="1"/>
          </p:cNvSpPr>
          <p:nvPr/>
        </p:nvSpPr>
        <p:spPr bwMode="auto">
          <a:xfrm rot="10800000" flipH="1" flipV="1">
            <a:off x="6630015" y="2271045"/>
            <a:ext cx="270481" cy="258365"/>
          </a:xfrm>
          <a:prstGeom prst="leftArrow">
            <a:avLst>
              <a:gd name="adj1" fmla="val 50259"/>
              <a:gd name="adj2" fmla="val 52034"/>
            </a:avLst>
          </a:prstGeom>
          <a:gradFill rotWithShape="1">
            <a:gsLst>
              <a:gs pos="0">
                <a:srgbClr val="052B73"/>
              </a:gs>
              <a:gs pos="21001">
                <a:srgbClr val="052B73"/>
              </a:gs>
              <a:gs pos="100000">
                <a:srgbClr val="D5E4F3"/>
              </a:gs>
            </a:gsLst>
            <a:lin ang="0" scaled="1"/>
          </a:gradFill>
          <a:ln w="9525">
            <a:solidFill>
              <a:srgbClr val="D5E4F3"/>
            </a:solidFill>
            <a:miter lim="800000"/>
            <a:headEnd/>
            <a:tailEnd/>
          </a:ln>
        </p:spPr>
        <p:txBody>
          <a:bodyPr rot="10800000" wrap="none" lIns="68516" tIns="34258" rIns="68516" bIns="34258"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85000"/>
              </a:lnSpc>
              <a:spcBef>
                <a:spcPts val="0"/>
              </a:spcBef>
              <a:spcAft>
                <a:spcPts val="0"/>
              </a:spcAft>
              <a:buClrTx/>
              <a:buSzTx/>
              <a:buFontTx/>
              <a:buNone/>
              <a:tabLst/>
              <a:defRPr/>
            </a:pPr>
            <a:endParaRPr kumimoji="0" lang="en-GB" sz="1425"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
        <p:nvSpPr>
          <p:cNvPr id="252" name="AutoShape 29">
            <a:extLst>
              <a:ext uri="{FF2B5EF4-FFF2-40B4-BE49-F238E27FC236}">
                <a16:creationId xmlns:a16="http://schemas.microsoft.com/office/drawing/2014/main" id="{DB6781B3-24A8-4C2E-AE06-E8DDE5A3E8F9}"/>
              </a:ext>
            </a:extLst>
          </p:cNvPr>
          <p:cNvSpPr>
            <a:spLocks noChangeArrowheads="1"/>
          </p:cNvSpPr>
          <p:nvPr/>
        </p:nvSpPr>
        <p:spPr bwMode="auto">
          <a:xfrm rot="10800000" flipV="1">
            <a:off x="6681086" y="3476434"/>
            <a:ext cx="276296" cy="258366"/>
          </a:xfrm>
          <a:prstGeom prst="leftArrow">
            <a:avLst>
              <a:gd name="adj1" fmla="val 50259"/>
              <a:gd name="adj2" fmla="val 52034"/>
            </a:avLst>
          </a:prstGeom>
          <a:gradFill rotWithShape="1">
            <a:gsLst>
              <a:gs pos="0">
                <a:srgbClr val="C00000"/>
              </a:gs>
              <a:gs pos="21001">
                <a:srgbClr val="FF0000"/>
              </a:gs>
              <a:gs pos="100000">
                <a:srgbClr val="AC2B37">
                  <a:lumMod val="20000"/>
                  <a:lumOff val="80000"/>
                </a:srgbClr>
              </a:gs>
            </a:gsLst>
            <a:lin ang="0" scaled="1"/>
          </a:gradFill>
          <a:ln w="9525">
            <a:solidFill>
              <a:srgbClr val="D5E4F3"/>
            </a:solidFill>
            <a:miter lim="800000"/>
            <a:headEnd/>
            <a:tailEnd/>
          </a:ln>
        </p:spPr>
        <p:txBody>
          <a:bodyPr rot="10800000" wrap="none" lIns="68516" tIns="34258" rIns="68516" bIns="34258"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85000"/>
              </a:lnSpc>
              <a:spcBef>
                <a:spcPts val="0"/>
              </a:spcBef>
              <a:spcAft>
                <a:spcPts val="0"/>
              </a:spcAft>
              <a:buClrTx/>
              <a:buSzTx/>
              <a:buFontTx/>
              <a:buNone/>
              <a:tabLst/>
              <a:defRPr/>
            </a:pPr>
            <a:endParaRPr kumimoji="0" lang="en-GB" sz="1425" b="0" i="0" u="none" strike="noStrike" kern="0" cap="none" spc="0" normalizeH="0" baseline="0" noProof="0">
              <a:ln>
                <a:noFill/>
              </a:ln>
              <a:solidFill>
                <a:srgbClr val="000000"/>
              </a:solidFill>
              <a:effectLst/>
              <a:uLnTx/>
              <a:uFillTx/>
              <a:latin typeface="Calibri" panose="020F0502020204030204" pitchFamily="34" charset="0"/>
              <a:ea typeface="+mn-ea"/>
              <a:cs typeface="+mn-cs"/>
            </a:endParaRPr>
          </a:p>
        </p:txBody>
      </p:sp>
      <p:grpSp>
        <p:nvGrpSpPr>
          <p:cNvPr id="253" name="Groupe 252">
            <a:extLst>
              <a:ext uri="{FF2B5EF4-FFF2-40B4-BE49-F238E27FC236}">
                <a16:creationId xmlns:a16="http://schemas.microsoft.com/office/drawing/2014/main" id="{BAF0DD0D-894A-4C32-8206-8130FF8B0D1F}"/>
              </a:ext>
            </a:extLst>
          </p:cNvPr>
          <p:cNvGrpSpPr>
            <a:grpSpLocks/>
          </p:cNvGrpSpPr>
          <p:nvPr/>
        </p:nvGrpSpPr>
        <p:grpSpPr bwMode="auto">
          <a:xfrm>
            <a:off x="6343600" y="2559629"/>
            <a:ext cx="636780" cy="881063"/>
            <a:chOff x="4551146" y="4183258"/>
            <a:chExt cx="727505" cy="1006250"/>
          </a:xfrm>
        </p:grpSpPr>
        <p:sp>
          <p:nvSpPr>
            <p:cNvPr id="314" name="Circular Arrow 48">
              <a:extLst>
                <a:ext uri="{FF2B5EF4-FFF2-40B4-BE49-F238E27FC236}">
                  <a16:creationId xmlns:a16="http://schemas.microsoft.com/office/drawing/2014/main" id="{E0D8296A-6CAC-47B1-B41D-7E364BF49A33}"/>
                </a:ext>
              </a:extLst>
            </p:cNvPr>
            <p:cNvSpPr/>
            <p:nvPr/>
          </p:nvSpPr>
          <p:spPr bwMode="auto">
            <a:xfrm rot="16200000" flipH="1" flipV="1">
              <a:off x="4560886" y="4471743"/>
              <a:ext cx="708025" cy="727505"/>
            </a:xfrm>
            <a:prstGeom prst="circularArrow">
              <a:avLst>
                <a:gd name="adj1" fmla="val 12500"/>
                <a:gd name="adj2" fmla="val 1142319"/>
                <a:gd name="adj3" fmla="val 20457681"/>
                <a:gd name="adj4" fmla="val 10800000"/>
                <a:gd name="adj5" fmla="val 17013"/>
              </a:avLst>
            </a:prstGeom>
            <a:solidFill>
              <a:srgbClr val="052B73"/>
            </a:solidFill>
            <a:ln w="25400" cap="flat" cmpd="sng" algn="ctr">
              <a:noFill/>
              <a:prstDash val="solid"/>
            </a:ln>
            <a:effec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a:ln>
                  <a:noFill/>
                </a:ln>
                <a:solidFill>
                  <a:srgbClr val="052B73"/>
                </a:solidFill>
                <a:effectLst/>
                <a:uLnTx/>
                <a:uFillTx/>
                <a:latin typeface="Calibri" panose="020F0502020204030204" pitchFamily="34" charset="0"/>
                <a:ea typeface="+mn-ea"/>
                <a:cs typeface="+mn-cs"/>
              </a:endParaRPr>
            </a:p>
          </p:txBody>
        </p:sp>
        <p:sp>
          <p:nvSpPr>
            <p:cNvPr id="315" name="Circular Arrow 48">
              <a:extLst>
                <a:ext uri="{FF2B5EF4-FFF2-40B4-BE49-F238E27FC236}">
                  <a16:creationId xmlns:a16="http://schemas.microsoft.com/office/drawing/2014/main" id="{FA79F0DE-5EB3-4C3E-AAD0-86D943AC0902}"/>
                </a:ext>
              </a:extLst>
            </p:cNvPr>
            <p:cNvSpPr/>
            <p:nvPr/>
          </p:nvSpPr>
          <p:spPr bwMode="auto">
            <a:xfrm rot="5400000" flipH="1">
              <a:off x="4560886" y="4173518"/>
              <a:ext cx="708025" cy="727505"/>
            </a:xfrm>
            <a:prstGeom prst="circularArrow">
              <a:avLst>
                <a:gd name="adj1" fmla="val 12500"/>
                <a:gd name="adj2" fmla="val 1142319"/>
                <a:gd name="adj3" fmla="val 20457681"/>
                <a:gd name="adj4" fmla="val 10800000"/>
                <a:gd name="adj5" fmla="val 17013"/>
              </a:avLst>
            </a:prstGeom>
            <a:solidFill>
              <a:srgbClr val="052B73"/>
            </a:solidFill>
            <a:ln w="25400" cap="flat" cmpd="sng" algn="ctr">
              <a:noFill/>
              <a:prstDash val="solid"/>
            </a:ln>
            <a:effec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a:ln>
                  <a:noFill/>
                </a:ln>
                <a:solidFill>
                  <a:srgbClr val="052B73"/>
                </a:solidFill>
                <a:effectLst/>
                <a:uLnTx/>
                <a:uFillTx/>
                <a:latin typeface="Calibri" panose="020F0502020204030204" pitchFamily="34" charset="0"/>
                <a:ea typeface="+mn-ea"/>
                <a:cs typeface="+mn-cs"/>
              </a:endParaRPr>
            </a:p>
          </p:txBody>
        </p:sp>
      </p:grpSp>
      <p:grpSp>
        <p:nvGrpSpPr>
          <p:cNvPr id="254" name="Groupe 253">
            <a:extLst>
              <a:ext uri="{FF2B5EF4-FFF2-40B4-BE49-F238E27FC236}">
                <a16:creationId xmlns:a16="http://schemas.microsoft.com/office/drawing/2014/main" id="{A74B6207-9662-4290-89E4-609E50AD95D4}"/>
              </a:ext>
            </a:extLst>
          </p:cNvPr>
          <p:cNvGrpSpPr/>
          <p:nvPr/>
        </p:nvGrpSpPr>
        <p:grpSpPr>
          <a:xfrm>
            <a:off x="6141034" y="1764063"/>
            <a:ext cx="389948" cy="2013832"/>
            <a:chOff x="3465513" y="2685040"/>
            <a:chExt cx="1316037" cy="3463013"/>
          </a:xfrm>
          <a:solidFill>
            <a:srgbClr val="A3C2E1"/>
          </a:solidFill>
        </p:grpSpPr>
        <p:sp>
          <p:nvSpPr>
            <p:cNvPr id="282" name="Rectangle 281">
              <a:extLst>
                <a:ext uri="{FF2B5EF4-FFF2-40B4-BE49-F238E27FC236}">
                  <a16:creationId xmlns:a16="http://schemas.microsoft.com/office/drawing/2014/main" id="{CE5DEEE8-32DE-459C-8D83-185EF6188299}"/>
                </a:ext>
              </a:extLst>
            </p:cNvPr>
            <p:cNvSpPr>
              <a:spLocks noChangeArrowheads="1"/>
            </p:cNvSpPr>
            <p:nvPr/>
          </p:nvSpPr>
          <p:spPr bwMode="auto">
            <a:xfrm>
              <a:off x="3465513" y="2685040"/>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283" name="Rectangle 282">
              <a:extLst>
                <a:ext uri="{FF2B5EF4-FFF2-40B4-BE49-F238E27FC236}">
                  <a16:creationId xmlns:a16="http://schemas.microsoft.com/office/drawing/2014/main" id="{369C5E2F-4B15-4116-85E1-EEC05B7177EC}"/>
                </a:ext>
              </a:extLst>
            </p:cNvPr>
            <p:cNvSpPr>
              <a:spLocks noChangeArrowheads="1"/>
            </p:cNvSpPr>
            <p:nvPr/>
          </p:nvSpPr>
          <p:spPr bwMode="auto">
            <a:xfrm>
              <a:off x="3465513" y="2903292"/>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284" name="Rectangle 283">
              <a:extLst>
                <a:ext uri="{FF2B5EF4-FFF2-40B4-BE49-F238E27FC236}">
                  <a16:creationId xmlns:a16="http://schemas.microsoft.com/office/drawing/2014/main" id="{A01736A0-B6D1-4695-873B-74B5C5E7B942}"/>
                </a:ext>
              </a:extLst>
            </p:cNvPr>
            <p:cNvSpPr>
              <a:spLocks noChangeArrowheads="1"/>
            </p:cNvSpPr>
            <p:nvPr/>
          </p:nvSpPr>
          <p:spPr bwMode="auto">
            <a:xfrm>
              <a:off x="3465513" y="3013180"/>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285" name="Rectangle 284">
              <a:extLst>
                <a:ext uri="{FF2B5EF4-FFF2-40B4-BE49-F238E27FC236}">
                  <a16:creationId xmlns:a16="http://schemas.microsoft.com/office/drawing/2014/main" id="{6DF5F359-4E9E-4165-AAAB-6B5A5CE10E69}"/>
                </a:ext>
              </a:extLst>
            </p:cNvPr>
            <p:cNvSpPr>
              <a:spLocks noChangeArrowheads="1"/>
            </p:cNvSpPr>
            <p:nvPr/>
          </p:nvSpPr>
          <p:spPr bwMode="auto">
            <a:xfrm>
              <a:off x="3465513" y="2793403"/>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286" name="Rectangle 285">
              <a:extLst>
                <a:ext uri="{FF2B5EF4-FFF2-40B4-BE49-F238E27FC236}">
                  <a16:creationId xmlns:a16="http://schemas.microsoft.com/office/drawing/2014/main" id="{A2854B65-6BD0-43AE-98E4-54F9BDB2F08E}"/>
                </a:ext>
              </a:extLst>
            </p:cNvPr>
            <p:cNvSpPr>
              <a:spLocks noChangeArrowheads="1"/>
            </p:cNvSpPr>
            <p:nvPr/>
          </p:nvSpPr>
          <p:spPr bwMode="auto">
            <a:xfrm>
              <a:off x="3465513" y="3123068"/>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287" name="Rectangle 286">
              <a:extLst>
                <a:ext uri="{FF2B5EF4-FFF2-40B4-BE49-F238E27FC236}">
                  <a16:creationId xmlns:a16="http://schemas.microsoft.com/office/drawing/2014/main" id="{D6C2FBD2-9FBB-42CB-9EE2-6FA3AE579090}"/>
                </a:ext>
              </a:extLst>
            </p:cNvPr>
            <p:cNvSpPr>
              <a:spLocks noChangeArrowheads="1"/>
            </p:cNvSpPr>
            <p:nvPr/>
          </p:nvSpPr>
          <p:spPr bwMode="auto">
            <a:xfrm>
              <a:off x="3465513" y="3341319"/>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288" name="Rectangle 287">
              <a:extLst>
                <a:ext uri="{FF2B5EF4-FFF2-40B4-BE49-F238E27FC236}">
                  <a16:creationId xmlns:a16="http://schemas.microsoft.com/office/drawing/2014/main" id="{C92C65EA-D06F-4510-8AE1-2BC44163E085}"/>
                </a:ext>
              </a:extLst>
            </p:cNvPr>
            <p:cNvSpPr>
              <a:spLocks noChangeArrowheads="1"/>
            </p:cNvSpPr>
            <p:nvPr/>
          </p:nvSpPr>
          <p:spPr bwMode="auto">
            <a:xfrm>
              <a:off x="3465513" y="3231430"/>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289" name="Rectangle 288">
              <a:extLst>
                <a:ext uri="{FF2B5EF4-FFF2-40B4-BE49-F238E27FC236}">
                  <a16:creationId xmlns:a16="http://schemas.microsoft.com/office/drawing/2014/main" id="{D44B7472-E6AB-4040-9F35-058C0C75EDEE}"/>
                </a:ext>
              </a:extLst>
            </p:cNvPr>
            <p:cNvSpPr>
              <a:spLocks noChangeArrowheads="1"/>
            </p:cNvSpPr>
            <p:nvPr/>
          </p:nvSpPr>
          <p:spPr bwMode="auto">
            <a:xfrm>
              <a:off x="3465513" y="3573305"/>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290" name="Rectangle 289">
              <a:extLst>
                <a:ext uri="{FF2B5EF4-FFF2-40B4-BE49-F238E27FC236}">
                  <a16:creationId xmlns:a16="http://schemas.microsoft.com/office/drawing/2014/main" id="{A11DAE2E-601E-4B20-8A84-E296A5F9C210}"/>
                </a:ext>
              </a:extLst>
            </p:cNvPr>
            <p:cNvSpPr>
              <a:spLocks noChangeArrowheads="1"/>
            </p:cNvSpPr>
            <p:nvPr/>
          </p:nvSpPr>
          <p:spPr bwMode="auto">
            <a:xfrm>
              <a:off x="3465513" y="3683194"/>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291" name="Rectangle 290">
              <a:extLst>
                <a:ext uri="{FF2B5EF4-FFF2-40B4-BE49-F238E27FC236}">
                  <a16:creationId xmlns:a16="http://schemas.microsoft.com/office/drawing/2014/main" id="{7C7242AC-F928-4A70-82E4-398F75470000}"/>
                </a:ext>
              </a:extLst>
            </p:cNvPr>
            <p:cNvSpPr>
              <a:spLocks noChangeArrowheads="1"/>
            </p:cNvSpPr>
            <p:nvPr/>
          </p:nvSpPr>
          <p:spPr bwMode="auto">
            <a:xfrm>
              <a:off x="3465513" y="3464944"/>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292" name="Rectangle 291">
              <a:extLst>
                <a:ext uri="{FF2B5EF4-FFF2-40B4-BE49-F238E27FC236}">
                  <a16:creationId xmlns:a16="http://schemas.microsoft.com/office/drawing/2014/main" id="{FF9A315B-FAAB-4E44-A407-99873859E137}"/>
                </a:ext>
              </a:extLst>
            </p:cNvPr>
            <p:cNvSpPr>
              <a:spLocks noChangeArrowheads="1"/>
            </p:cNvSpPr>
            <p:nvPr/>
          </p:nvSpPr>
          <p:spPr bwMode="auto">
            <a:xfrm>
              <a:off x="3465513" y="3793082"/>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293" name="Rectangle 292">
              <a:extLst>
                <a:ext uri="{FF2B5EF4-FFF2-40B4-BE49-F238E27FC236}">
                  <a16:creationId xmlns:a16="http://schemas.microsoft.com/office/drawing/2014/main" id="{2C93E11E-57B4-497D-BB10-8B6AA72C312E}"/>
                </a:ext>
              </a:extLst>
            </p:cNvPr>
            <p:cNvSpPr>
              <a:spLocks noChangeArrowheads="1"/>
            </p:cNvSpPr>
            <p:nvPr/>
          </p:nvSpPr>
          <p:spPr bwMode="auto">
            <a:xfrm>
              <a:off x="3465513" y="4012859"/>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294" name="Rectangle 293">
              <a:extLst>
                <a:ext uri="{FF2B5EF4-FFF2-40B4-BE49-F238E27FC236}">
                  <a16:creationId xmlns:a16="http://schemas.microsoft.com/office/drawing/2014/main" id="{8C1B191D-B177-4942-B084-59E44BBBB40E}"/>
                </a:ext>
              </a:extLst>
            </p:cNvPr>
            <p:cNvSpPr>
              <a:spLocks noChangeArrowheads="1"/>
            </p:cNvSpPr>
            <p:nvPr/>
          </p:nvSpPr>
          <p:spPr bwMode="auto">
            <a:xfrm>
              <a:off x="3465513" y="4121222"/>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295" name="Rectangle 294">
              <a:extLst>
                <a:ext uri="{FF2B5EF4-FFF2-40B4-BE49-F238E27FC236}">
                  <a16:creationId xmlns:a16="http://schemas.microsoft.com/office/drawing/2014/main" id="{00E30BF3-B30E-4068-A69E-5D274C55E9BC}"/>
                </a:ext>
              </a:extLst>
            </p:cNvPr>
            <p:cNvSpPr>
              <a:spLocks noChangeArrowheads="1"/>
            </p:cNvSpPr>
            <p:nvPr/>
          </p:nvSpPr>
          <p:spPr bwMode="auto">
            <a:xfrm>
              <a:off x="3465513" y="3902971"/>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296" name="Rectangle 295">
              <a:extLst>
                <a:ext uri="{FF2B5EF4-FFF2-40B4-BE49-F238E27FC236}">
                  <a16:creationId xmlns:a16="http://schemas.microsoft.com/office/drawing/2014/main" id="{70CA0D0F-6E2A-42A0-84DC-6BD9BBFE54EC}"/>
                </a:ext>
              </a:extLst>
            </p:cNvPr>
            <p:cNvSpPr>
              <a:spLocks noChangeArrowheads="1"/>
            </p:cNvSpPr>
            <p:nvPr/>
          </p:nvSpPr>
          <p:spPr bwMode="auto">
            <a:xfrm>
              <a:off x="3465513" y="4231110"/>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297" name="Rectangle 296">
              <a:extLst>
                <a:ext uri="{FF2B5EF4-FFF2-40B4-BE49-F238E27FC236}">
                  <a16:creationId xmlns:a16="http://schemas.microsoft.com/office/drawing/2014/main" id="{41B7009F-8486-4DFA-8BD9-9BA054E34D1F}"/>
                </a:ext>
              </a:extLst>
            </p:cNvPr>
            <p:cNvSpPr>
              <a:spLocks noChangeArrowheads="1"/>
            </p:cNvSpPr>
            <p:nvPr/>
          </p:nvSpPr>
          <p:spPr bwMode="auto">
            <a:xfrm>
              <a:off x="3465513" y="4450887"/>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298" name="Rectangle 297">
              <a:extLst>
                <a:ext uri="{FF2B5EF4-FFF2-40B4-BE49-F238E27FC236}">
                  <a16:creationId xmlns:a16="http://schemas.microsoft.com/office/drawing/2014/main" id="{FFA86732-82AF-44BF-91B4-DB7773EECC70}"/>
                </a:ext>
              </a:extLst>
            </p:cNvPr>
            <p:cNvSpPr>
              <a:spLocks noChangeArrowheads="1"/>
            </p:cNvSpPr>
            <p:nvPr/>
          </p:nvSpPr>
          <p:spPr bwMode="auto">
            <a:xfrm>
              <a:off x="3465513" y="4560776"/>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299" name="Rectangle 298">
              <a:extLst>
                <a:ext uri="{FF2B5EF4-FFF2-40B4-BE49-F238E27FC236}">
                  <a16:creationId xmlns:a16="http://schemas.microsoft.com/office/drawing/2014/main" id="{8CBC8EFB-095A-4A20-91B0-F69ACC9CEE21}"/>
                </a:ext>
              </a:extLst>
            </p:cNvPr>
            <p:cNvSpPr>
              <a:spLocks noChangeArrowheads="1"/>
            </p:cNvSpPr>
            <p:nvPr/>
          </p:nvSpPr>
          <p:spPr bwMode="auto">
            <a:xfrm>
              <a:off x="3465513" y="4340999"/>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00" name="Rectangle 299">
              <a:extLst>
                <a:ext uri="{FF2B5EF4-FFF2-40B4-BE49-F238E27FC236}">
                  <a16:creationId xmlns:a16="http://schemas.microsoft.com/office/drawing/2014/main" id="{BD058C1B-F048-46DC-835D-A406AF65DC67}"/>
                </a:ext>
              </a:extLst>
            </p:cNvPr>
            <p:cNvSpPr>
              <a:spLocks noChangeArrowheads="1"/>
            </p:cNvSpPr>
            <p:nvPr/>
          </p:nvSpPr>
          <p:spPr bwMode="auto">
            <a:xfrm>
              <a:off x="3465513" y="4669137"/>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01" name="Rectangle 300">
              <a:extLst>
                <a:ext uri="{FF2B5EF4-FFF2-40B4-BE49-F238E27FC236}">
                  <a16:creationId xmlns:a16="http://schemas.microsoft.com/office/drawing/2014/main" id="{8B299766-3D74-448F-91E3-2AB61DBE9BF3}"/>
                </a:ext>
              </a:extLst>
            </p:cNvPr>
            <p:cNvSpPr>
              <a:spLocks noChangeArrowheads="1"/>
            </p:cNvSpPr>
            <p:nvPr/>
          </p:nvSpPr>
          <p:spPr bwMode="auto">
            <a:xfrm>
              <a:off x="3465513" y="4888914"/>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02" name="Rectangle 301">
              <a:extLst>
                <a:ext uri="{FF2B5EF4-FFF2-40B4-BE49-F238E27FC236}">
                  <a16:creationId xmlns:a16="http://schemas.microsoft.com/office/drawing/2014/main" id="{4F6CA192-CDB7-4668-882E-5E5FFB9ECD87}"/>
                </a:ext>
              </a:extLst>
            </p:cNvPr>
            <p:cNvSpPr>
              <a:spLocks noChangeArrowheads="1"/>
            </p:cNvSpPr>
            <p:nvPr/>
          </p:nvSpPr>
          <p:spPr bwMode="auto">
            <a:xfrm>
              <a:off x="3465513" y="4998803"/>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03" name="Rectangle 302">
              <a:extLst>
                <a:ext uri="{FF2B5EF4-FFF2-40B4-BE49-F238E27FC236}">
                  <a16:creationId xmlns:a16="http://schemas.microsoft.com/office/drawing/2014/main" id="{4624C14A-6871-42CE-8FF5-53BECEF77B38}"/>
                </a:ext>
              </a:extLst>
            </p:cNvPr>
            <p:cNvSpPr>
              <a:spLocks noChangeArrowheads="1"/>
            </p:cNvSpPr>
            <p:nvPr/>
          </p:nvSpPr>
          <p:spPr bwMode="auto">
            <a:xfrm>
              <a:off x="3465513" y="4779026"/>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04" name="Rectangle 303">
              <a:extLst>
                <a:ext uri="{FF2B5EF4-FFF2-40B4-BE49-F238E27FC236}">
                  <a16:creationId xmlns:a16="http://schemas.microsoft.com/office/drawing/2014/main" id="{734A4632-1091-4C58-AF3B-467AD86D2D87}"/>
                </a:ext>
              </a:extLst>
            </p:cNvPr>
            <p:cNvSpPr>
              <a:spLocks noChangeArrowheads="1"/>
            </p:cNvSpPr>
            <p:nvPr/>
          </p:nvSpPr>
          <p:spPr bwMode="auto">
            <a:xfrm>
              <a:off x="3465513" y="5107165"/>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05" name="Rectangle 304">
              <a:extLst>
                <a:ext uri="{FF2B5EF4-FFF2-40B4-BE49-F238E27FC236}">
                  <a16:creationId xmlns:a16="http://schemas.microsoft.com/office/drawing/2014/main" id="{CF6F2A7A-4ED3-4756-8012-CD43F57D85E1}"/>
                </a:ext>
              </a:extLst>
            </p:cNvPr>
            <p:cNvSpPr>
              <a:spLocks noChangeArrowheads="1"/>
            </p:cNvSpPr>
            <p:nvPr/>
          </p:nvSpPr>
          <p:spPr bwMode="auto">
            <a:xfrm>
              <a:off x="3465513" y="5326942"/>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06" name="Rectangle 305">
              <a:extLst>
                <a:ext uri="{FF2B5EF4-FFF2-40B4-BE49-F238E27FC236}">
                  <a16:creationId xmlns:a16="http://schemas.microsoft.com/office/drawing/2014/main" id="{313EAA08-5DFB-44AD-B46E-8CD9E6A76D4D}"/>
                </a:ext>
              </a:extLst>
            </p:cNvPr>
            <p:cNvSpPr>
              <a:spLocks noChangeArrowheads="1"/>
            </p:cNvSpPr>
            <p:nvPr/>
          </p:nvSpPr>
          <p:spPr bwMode="auto">
            <a:xfrm>
              <a:off x="3465513" y="5436831"/>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07" name="Rectangle 306">
              <a:extLst>
                <a:ext uri="{FF2B5EF4-FFF2-40B4-BE49-F238E27FC236}">
                  <a16:creationId xmlns:a16="http://schemas.microsoft.com/office/drawing/2014/main" id="{16EC75E3-C583-4A2F-A87D-F978C49FFF02}"/>
                </a:ext>
              </a:extLst>
            </p:cNvPr>
            <p:cNvSpPr>
              <a:spLocks noChangeArrowheads="1"/>
            </p:cNvSpPr>
            <p:nvPr/>
          </p:nvSpPr>
          <p:spPr bwMode="auto">
            <a:xfrm>
              <a:off x="3465513" y="5217054"/>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08" name="Rectangle 307">
              <a:extLst>
                <a:ext uri="{FF2B5EF4-FFF2-40B4-BE49-F238E27FC236}">
                  <a16:creationId xmlns:a16="http://schemas.microsoft.com/office/drawing/2014/main" id="{F74BD845-B708-49FC-99C5-26949277BF7C}"/>
                </a:ext>
              </a:extLst>
            </p:cNvPr>
            <p:cNvSpPr>
              <a:spLocks noChangeArrowheads="1"/>
            </p:cNvSpPr>
            <p:nvPr/>
          </p:nvSpPr>
          <p:spPr bwMode="auto">
            <a:xfrm>
              <a:off x="3465513" y="5546719"/>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09" name="Rectangle 308">
              <a:extLst>
                <a:ext uri="{FF2B5EF4-FFF2-40B4-BE49-F238E27FC236}">
                  <a16:creationId xmlns:a16="http://schemas.microsoft.com/office/drawing/2014/main" id="{C38E61DB-5734-423A-A2F0-5EA022A84755}"/>
                </a:ext>
              </a:extLst>
            </p:cNvPr>
            <p:cNvSpPr>
              <a:spLocks noChangeArrowheads="1"/>
            </p:cNvSpPr>
            <p:nvPr/>
          </p:nvSpPr>
          <p:spPr bwMode="auto">
            <a:xfrm>
              <a:off x="3465513" y="5655081"/>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10" name="Rectangle 309">
              <a:extLst>
                <a:ext uri="{FF2B5EF4-FFF2-40B4-BE49-F238E27FC236}">
                  <a16:creationId xmlns:a16="http://schemas.microsoft.com/office/drawing/2014/main" id="{EB71768B-A4C6-43B1-B106-2B405E91547D}"/>
                </a:ext>
              </a:extLst>
            </p:cNvPr>
            <p:cNvSpPr>
              <a:spLocks noChangeArrowheads="1"/>
            </p:cNvSpPr>
            <p:nvPr/>
          </p:nvSpPr>
          <p:spPr bwMode="auto">
            <a:xfrm>
              <a:off x="3465513" y="5764969"/>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11" name="Rectangle 310">
              <a:extLst>
                <a:ext uri="{FF2B5EF4-FFF2-40B4-BE49-F238E27FC236}">
                  <a16:creationId xmlns:a16="http://schemas.microsoft.com/office/drawing/2014/main" id="{DAB2EDD4-7680-4E61-9AB2-93995BDFD333}"/>
                </a:ext>
              </a:extLst>
            </p:cNvPr>
            <p:cNvSpPr>
              <a:spLocks noChangeArrowheads="1"/>
            </p:cNvSpPr>
            <p:nvPr/>
          </p:nvSpPr>
          <p:spPr bwMode="auto">
            <a:xfrm>
              <a:off x="3465513" y="5984746"/>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12" name="Rectangle 311">
              <a:extLst>
                <a:ext uri="{FF2B5EF4-FFF2-40B4-BE49-F238E27FC236}">
                  <a16:creationId xmlns:a16="http://schemas.microsoft.com/office/drawing/2014/main" id="{EEFC7325-91AD-42B0-8F75-C0F65357ED98}"/>
                </a:ext>
              </a:extLst>
            </p:cNvPr>
            <p:cNvSpPr>
              <a:spLocks noChangeArrowheads="1"/>
            </p:cNvSpPr>
            <p:nvPr/>
          </p:nvSpPr>
          <p:spPr bwMode="auto">
            <a:xfrm>
              <a:off x="3465513" y="6094635"/>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sp>
          <p:nvSpPr>
            <p:cNvPr id="313" name="Rectangle 312">
              <a:extLst>
                <a:ext uri="{FF2B5EF4-FFF2-40B4-BE49-F238E27FC236}">
                  <a16:creationId xmlns:a16="http://schemas.microsoft.com/office/drawing/2014/main" id="{FF641863-9087-42AC-8873-AE11E442F1C2}"/>
                </a:ext>
              </a:extLst>
            </p:cNvPr>
            <p:cNvSpPr>
              <a:spLocks noChangeArrowheads="1"/>
            </p:cNvSpPr>
            <p:nvPr/>
          </p:nvSpPr>
          <p:spPr bwMode="auto">
            <a:xfrm>
              <a:off x="3465513" y="5874858"/>
              <a:ext cx="1316037" cy="53418"/>
            </a:xfrm>
            <a:prstGeom prst="rect">
              <a:avLst/>
            </a:prstGeom>
            <a:grpFill/>
            <a:ln w="9525">
              <a:solidFill>
                <a:srgbClr val="9BB0BC"/>
              </a:solidFill>
              <a:miter lim="800000"/>
              <a:headEnd/>
              <a:tailEnd/>
            </a:ln>
            <a:effectLst>
              <a:outerShdw blurRad="63500" dist="38099" dir="2700000" algn="ctr" rotWithShape="0">
                <a:srgbClr val="D0D0D0">
                  <a:alpha val="74998"/>
                </a:srgbClr>
              </a:outerShdw>
            </a:effectLst>
          </p:spPr>
          <p:txBody>
            <a:bodyPr lIns="54000" tIns="27000" rIns="54000" bIns="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105000"/>
                </a:lnSpc>
                <a:spcBef>
                  <a:spcPct val="40000"/>
                </a:spcBef>
                <a:spcAft>
                  <a:spcPts val="0"/>
                </a:spcAft>
                <a:buClrTx/>
                <a:buSzTx/>
                <a:buFontTx/>
                <a:buNone/>
                <a:tabLst/>
                <a:defRPr/>
              </a:pPr>
              <a:endParaRPr kumimoji="0" lang="en-GB" sz="1200" b="0" i="0" u="none" strike="noStrike" kern="1200" cap="none" spc="0" normalizeH="0" baseline="0" noProof="0">
                <a:ln>
                  <a:noFill/>
                </a:ln>
                <a:solidFill>
                  <a:srgbClr val="052B73"/>
                </a:solidFill>
                <a:effectLst/>
                <a:uLnTx/>
                <a:uFillTx/>
                <a:latin typeface="Calibri" panose="020F0502020204030204" pitchFamily="34" charset="0"/>
                <a:ea typeface="Arial" charset="0"/>
                <a:cs typeface="Arial" charset="0"/>
              </a:endParaRPr>
            </a:p>
          </p:txBody>
        </p:sp>
      </p:grpSp>
      <p:sp>
        <p:nvSpPr>
          <p:cNvPr id="255" name="Rectangle 254">
            <a:extLst>
              <a:ext uri="{FF2B5EF4-FFF2-40B4-BE49-F238E27FC236}">
                <a16:creationId xmlns:a16="http://schemas.microsoft.com/office/drawing/2014/main" id="{D30E708C-BEFC-4746-AA6A-B5D5F567AAC0}"/>
              </a:ext>
            </a:extLst>
          </p:cNvPr>
          <p:cNvSpPr>
            <a:spLocks noChangeArrowheads="1"/>
          </p:cNvSpPr>
          <p:nvPr/>
        </p:nvSpPr>
        <p:spPr bwMode="auto">
          <a:xfrm>
            <a:off x="5072819" y="1732314"/>
            <a:ext cx="1536417" cy="410153"/>
          </a:xfrm>
          <a:prstGeom prst="rect">
            <a:avLst/>
          </a:prstGeom>
          <a:noFill/>
          <a:ln w="28575" algn="ctr">
            <a:solidFill>
              <a:srgbClr val="33CC33"/>
            </a:solidFill>
            <a:miter lim="800000"/>
            <a:headEnd/>
            <a:tailEnd/>
          </a:ln>
          <a:effectLst/>
        </p:spPr>
        <p:txBody>
          <a:bodyPr wrap="none" lIns="68516" tIns="34258" rIns="68516" bIns="34258"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85000"/>
              </a:lnSpc>
              <a:spcBef>
                <a:spcPts val="0"/>
              </a:spcBef>
              <a:spcAft>
                <a:spcPts val="0"/>
              </a:spcAft>
              <a:buClrTx/>
              <a:buSzTx/>
              <a:buFontTx/>
              <a:buNone/>
              <a:tabLst/>
              <a:defRPr/>
            </a:pPr>
            <a:endParaRPr kumimoji="0" lang="en-GB" sz="1425" b="0" i="0" u="none" strike="noStrike" kern="1200" cap="none" spc="0" normalizeH="0" baseline="0" noProof="0">
              <a:ln>
                <a:noFill/>
              </a:ln>
              <a:solidFill>
                <a:srgbClr val="052B73"/>
              </a:solidFill>
              <a:effectLst/>
              <a:uLnTx/>
              <a:uFillTx/>
              <a:latin typeface="Calibri" panose="020F0502020204030204" pitchFamily="34" charset="0"/>
              <a:ea typeface="+mn-ea"/>
              <a:cs typeface="+mn-cs"/>
            </a:endParaRPr>
          </a:p>
        </p:txBody>
      </p:sp>
      <p:sp>
        <p:nvSpPr>
          <p:cNvPr id="256" name="ZoneTexte 93">
            <a:extLst>
              <a:ext uri="{FF2B5EF4-FFF2-40B4-BE49-F238E27FC236}">
                <a16:creationId xmlns:a16="http://schemas.microsoft.com/office/drawing/2014/main" id="{B916026A-8FFE-4C2B-906E-80B8BFCA6B3D}"/>
              </a:ext>
            </a:extLst>
          </p:cNvPr>
          <p:cNvSpPr txBox="1"/>
          <p:nvPr/>
        </p:nvSpPr>
        <p:spPr>
          <a:xfrm>
            <a:off x="5102362" y="1513305"/>
            <a:ext cx="856054" cy="184601"/>
          </a:xfrm>
          <a:prstGeom prst="rect">
            <a:avLst/>
          </a:prstGeom>
          <a:noFill/>
        </p:spPr>
        <p:txBody>
          <a:bodyPr wrap="square" lIns="68516" tIns="34258" rIns="68516" bIns="34258"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17663" rtl="0" eaLnBrk="1" fontAlgn="auto" latinLnBrk="0" hangingPunct="1">
              <a:lnSpc>
                <a:spcPct val="100000"/>
              </a:lnSpc>
              <a:spcBef>
                <a:spcPts val="0"/>
              </a:spcBef>
              <a:spcAft>
                <a:spcPts val="0"/>
              </a:spcAft>
              <a:buClrTx/>
              <a:buSzTx/>
              <a:buFontTx/>
              <a:buNone/>
              <a:tabLst/>
              <a:defRPr/>
            </a:pPr>
            <a:r>
              <a:rPr kumimoji="0" lang="fr-FR" sz="750" b="1" i="0" u="none" strike="noStrike" kern="1200" cap="none" spc="0" normalizeH="0" baseline="0" noProof="0">
                <a:ln>
                  <a:noFill/>
                </a:ln>
                <a:solidFill>
                  <a:srgbClr val="000000"/>
                </a:solidFill>
                <a:effectLst/>
                <a:uLnTx/>
                <a:uFillTx/>
                <a:latin typeface="Calibri" panose="020F0502020204030204" pitchFamily="34" charset="0"/>
                <a:ea typeface="+mn-ea"/>
                <a:cs typeface="+mn-cs"/>
              </a:rPr>
              <a:t>Functionalities</a:t>
            </a:r>
          </a:p>
        </p:txBody>
      </p:sp>
      <p:sp>
        <p:nvSpPr>
          <p:cNvPr id="257" name="ZoneTexte 94">
            <a:extLst>
              <a:ext uri="{FF2B5EF4-FFF2-40B4-BE49-F238E27FC236}">
                <a16:creationId xmlns:a16="http://schemas.microsoft.com/office/drawing/2014/main" id="{97208F64-5CC7-454C-A1A0-F39C9AE8991C}"/>
              </a:ext>
            </a:extLst>
          </p:cNvPr>
          <p:cNvSpPr txBox="1"/>
          <p:nvPr/>
        </p:nvSpPr>
        <p:spPr>
          <a:xfrm>
            <a:off x="6037751" y="1523754"/>
            <a:ext cx="556863" cy="184601"/>
          </a:xfrm>
          <a:prstGeom prst="rect">
            <a:avLst/>
          </a:prstGeom>
          <a:noFill/>
        </p:spPr>
        <p:txBody>
          <a:bodyPr wrap="square" lIns="68516" tIns="34258" rIns="68516" bIns="34258"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717663" rtl="0" eaLnBrk="1" fontAlgn="auto" latinLnBrk="0" hangingPunct="1">
              <a:lnSpc>
                <a:spcPct val="100000"/>
              </a:lnSpc>
              <a:spcBef>
                <a:spcPts val="0"/>
              </a:spcBef>
              <a:spcAft>
                <a:spcPts val="0"/>
              </a:spcAft>
              <a:buClrTx/>
              <a:buSzTx/>
              <a:buFontTx/>
              <a:buNone/>
              <a:tabLst/>
              <a:defRPr/>
            </a:pPr>
            <a:r>
              <a:rPr kumimoji="0" lang="fr-FR" sz="750" b="1" i="0" u="none" strike="noStrike" kern="1200" cap="none" spc="0" normalizeH="0" baseline="0" noProof="0" err="1">
                <a:ln>
                  <a:noFill/>
                </a:ln>
                <a:solidFill>
                  <a:srgbClr val="000000"/>
                </a:solidFill>
                <a:effectLst/>
                <a:uLnTx/>
                <a:uFillTx/>
                <a:latin typeface="Calibri" panose="020F0502020204030204" pitchFamily="34" charset="0"/>
                <a:ea typeface="+mn-ea"/>
                <a:cs typeface="+mn-cs"/>
              </a:rPr>
              <a:t>Priorities</a:t>
            </a:r>
            <a:endParaRPr kumimoji="0" lang="fr-FR" sz="750" b="1"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
        <p:nvSpPr>
          <p:cNvPr id="258" name="Rectangle 257">
            <a:extLst>
              <a:ext uri="{FF2B5EF4-FFF2-40B4-BE49-F238E27FC236}">
                <a16:creationId xmlns:a16="http://schemas.microsoft.com/office/drawing/2014/main" id="{3F6AE888-BECE-413B-9D7A-3F7C2BA50B89}"/>
              </a:ext>
            </a:extLst>
          </p:cNvPr>
          <p:cNvSpPr/>
          <p:nvPr/>
        </p:nvSpPr>
        <p:spPr bwMode="auto">
          <a:xfrm>
            <a:off x="5323046" y="2588739"/>
            <a:ext cx="1059873" cy="764181"/>
          </a:xfrm>
          <a:prstGeom prst="rect">
            <a:avLst/>
          </a:prstGeom>
          <a:solidFill>
            <a:sysClr val="window" lastClr="FFFFFF">
              <a:alpha val="67000"/>
            </a:sysClr>
          </a:solidFill>
          <a:ln w="6350" cap="flat" cmpd="sng" algn="ctr">
            <a:noFill/>
            <a:prstDash val="solid"/>
            <a:round/>
            <a:headEnd type="none" w="med" len="med"/>
            <a:tailEnd type="none" w="med" len="med"/>
          </a:ln>
          <a:effectLst/>
        </p:spPr>
        <p:txBody>
          <a:bodyPr vert="horz" wrap="square" lIns="68580" tIns="34290" rIns="68580" bIns="34290"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0" fontAlgn="base" latinLnBrk="0" hangingPunct="0">
              <a:lnSpc>
                <a:spcPct val="100000"/>
              </a:lnSpc>
              <a:spcBef>
                <a:spcPct val="0"/>
              </a:spcBef>
              <a:spcAft>
                <a:spcPct val="0"/>
              </a:spcAft>
              <a:buClrTx/>
              <a:buSzTx/>
              <a:buFontTx/>
              <a:buNone/>
              <a:tabLst/>
              <a:defRPr/>
            </a:pPr>
            <a:r>
              <a:rPr kumimoji="0" lang="fr-FR" sz="900" b="0" i="0" u="none" strike="noStrike" kern="0" cap="none" spc="0" normalizeH="0" baseline="0" noProof="0">
                <a:ln>
                  <a:noFill/>
                </a:ln>
                <a:solidFill>
                  <a:srgbClr val="000000"/>
                </a:solidFill>
                <a:effectLst/>
                <a:uLnTx/>
                <a:uFillTx/>
                <a:latin typeface="Calibri" panose="020F0502020204030204" pitchFamily="34" charset="0"/>
                <a:ea typeface="+mn-ea"/>
                <a:cs typeface="Arial" charset="0"/>
              </a:rPr>
              <a:t>Product </a:t>
            </a:r>
            <a:r>
              <a:rPr kumimoji="0" lang="fr-FR" sz="900" b="0" i="0" u="none" strike="noStrike" kern="0" cap="none" spc="0" normalizeH="0" baseline="0" noProof="0" err="1">
                <a:ln>
                  <a:noFill/>
                </a:ln>
                <a:solidFill>
                  <a:srgbClr val="000000"/>
                </a:solidFill>
                <a:effectLst/>
                <a:uLnTx/>
                <a:uFillTx/>
                <a:latin typeface="Calibri" panose="020F0502020204030204" pitchFamily="34" charset="0"/>
                <a:ea typeface="+mn-ea"/>
                <a:cs typeface="Arial" charset="0"/>
              </a:rPr>
              <a:t>Backlog</a:t>
            </a:r>
            <a:endParaRPr kumimoji="0" lang="fr-FR" sz="900" b="0" i="0" u="none" strike="noStrike" kern="0" cap="none" spc="0" normalizeH="0" baseline="0" noProof="0">
              <a:ln>
                <a:noFill/>
              </a:ln>
              <a:solidFill>
                <a:srgbClr val="000000"/>
              </a:solidFill>
              <a:effectLst/>
              <a:uLnTx/>
              <a:uFillTx/>
              <a:latin typeface="Calibri" panose="020F0502020204030204" pitchFamily="34" charset="0"/>
              <a:ea typeface="+mn-ea"/>
              <a:cs typeface="Arial" charset="0"/>
            </a:endParaRPr>
          </a:p>
        </p:txBody>
      </p:sp>
      <p:sp>
        <p:nvSpPr>
          <p:cNvPr id="259" name="Rectangle 258">
            <a:extLst>
              <a:ext uri="{FF2B5EF4-FFF2-40B4-BE49-F238E27FC236}">
                <a16:creationId xmlns:a16="http://schemas.microsoft.com/office/drawing/2014/main" id="{84FAA2F3-35BF-466E-B0A3-B03382B307AC}"/>
              </a:ext>
            </a:extLst>
          </p:cNvPr>
          <p:cNvSpPr/>
          <p:nvPr/>
        </p:nvSpPr>
        <p:spPr bwMode="auto">
          <a:xfrm>
            <a:off x="5072819" y="2311697"/>
            <a:ext cx="1536417" cy="160647"/>
          </a:xfrm>
          <a:prstGeom prst="rect">
            <a:avLst/>
          </a:prstGeom>
          <a:noFill/>
          <a:ln w="28575" algn="ctr">
            <a:solidFill>
              <a:srgbClr val="002060"/>
            </a:solidFill>
            <a:miter lim="800000"/>
            <a:headEnd/>
            <a:tailEnd/>
          </a:ln>
          <a:effectLst/>
        </p:spPr>
        <p:txBody>
          <a:bodyPr wrap="none" lIns="68516" tIns="34258" rIns="68516" bIns="34258"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85000"/>
              </a:lnSpc>
              <a:spcBef>
                <a:spcPts val="0"/>
              </a:spcBef>
              <a:spcAft>
                <a:spcPts val="0"/>
              </a:spcAft>
              <a:buClrTx/>
              <a:buSzTx/>
              <a:buFontTx/>
              <a:buNone/>
              <a:tabLst/>
              <a:defRPr/>
            </a:pPr>
            <a:endParaRPr kumimoji="0" lang="fr-FR" sz="1425" b="0" i="0" u="none" strike="noStrike" kern="1200" cap="none" spc="0" normalizeH="0" baseline="0" noProof="0">
              <a:ln>
                <a:noFill/>
              </a:ln>
              <a:solidFill>
                <a:srgbClr val="052B73"/>
              </a:solidFill>
              <a:effectLst/>
              <a:uLnTx/>
              <a:uFillTx/>
              <a:latin typeface="Calibri" panose="020F0502020204030204" pitchFamily="34" charset="0"/>
              <a:ea typeface="+mn-ea"/>
              <a:cs typeface="+mn-cs"/>
            </a:endParaRPr>
          </a:p>
        </p:txBody>
      </p:sp>
      <p:cxnSp>
        <p:nvCxnSpPr>
          <p:cNvPr id="260" name="Connecteur droit 259">
            <a:extLst>
              <a:ext uri="{FF2B5EF4-FFF2-40B4-BE49-F238E27FC236}">
                <a16:creationId xmlns:a16="http://schemas.microsoft.com/office/drawing/2014/main" id="{7F78A9F4-7AB2-49BF-821C-54D627CDFE1B}"/>
              </a:ext>
            </a:extLst>
          </p:cNvPr>
          <p:cNvCxnSpPr/>
          <p:nvPr/>
        </p:nvCxnSpPr>
        <p:spPr>
          <a:xfrm flipV="1">
            <a:off x="5082381" y="3526961"/>
            <a:ext cx="105034" cy="80324"/>
          </a:xfrm>
          <a:prstGeom prst="line">
            <a:avLst/>
          </a:prstGeom>
          <a:noFill/>
          <a:ln w="9525" cap="flat" cmpd="sng" algn="ctr">
            <a:solidFill>
              <a:srgbClr val="FF0000"/>
            </a:solidFill>
            <a:prstDash val="solid"/>
          </a:ln>
          <a:effectLst/>
        </p:spPr>
      </p:cxnSp>
      <p:cxnSp>
        <p:nvCxnSpPr>
          <p:cNvPr id="261" name="Connecteur droit 260">
            <a:extLst>
              <a:ext uri="{FF2B5EF4-FFF2-40B4-BE49-F238E27FC236}">
                <a16:creationId xmlns:a16="http://schemas.microsoft.com/office/drawing/2014/main" id="{A74A6D29-9C74-4403-819F-0E5F1CA24E6A}"/>
              </a:ext>
            </a:extLst>
          </p:cNvPr>
          <p:cNvCxnSpPr/>
          <p:nvPr/>
        </p:nvCxnSpPr>
        <p:spPr>
          <a:xfrm flipV="1">
            <a:off x="5085731" y="3533106"/>
            <a:ext cx="163971" cy="139068"/>
          </a:xfrm>
          <a:prstGeom prst="line">
            <a:avLst/>
          </a:prstGeom>
          <a:noFill/>
          <a:ln w="9525" cap="flat" cmpd="sng" algn="ctr">
            <a:solidFill>
              <a:srgbClr val="FF0000"/>
            </a:solidFill>
            <a:prstDash val="solid"/>
          </a:ln>
          <a:effectLst/>
        </p:spPr>
      </p:cxnSp>
      <p:cxnSp>
        <p:nvCxnSpPr>
          <p:cNvPr id="262" name="Connecteur droit 261">
            <a:extLst>
              <a:ext uri="{FF2B5EF4-FFF2-40B4-BE49-F238E27FC236}">
                <a16:creationId xmlns:a16="http://schemas.microsoft.com/office/drawing/2014/main" id="{FA2D02DF-4613-4885-9EDF-1EE76C9B663D}"/>
              </a:ext>
            </a:extLst>
          </p:cNvPr>
          <p:cNvCxnSpPr/>
          <p:nvPr/>
        </p:nvCxnSpPr>
        <p:spPr>
          <a:xfrm flipV="1">
            <a:off x="5165066" y="3533106"/>
            <a:ext cx="163971" cy="139068"/>
          </a:xfrm>
          <a:prstGeom prst="line">
            <a:avLst/>
          </a:prstGeom>
          <a:noFill/>
          <a:ln w="9525" cap="flat" cmpd="sng" algn="ctr">
            <a:solidFill>
              <a:srgbClr val="FF0000"/>
            </a:solidFill>
            <a:prstDash val="solid"/>
          </a:ln>
          <a:effectLst/>
        </p:spPr>
      </p:cxnSp>
      <p:cxnSp>
        <p:nvCxnSpPr>
          <p:cNvPr id="263" name="Connecteur droit 262">
            <a:extLst>
              <a:ext uri="{FF2B5EF4-FFF2-40B4-BE49-F238E27FC236}">
                <a16:creationId xmlns:a16="http://schemas.microsoft.com/office/drawing/2014/main" id="{41361346-5DAE-4087-BA62-BD4CA6D634CD}"/>
              </a:ext>
            </a:extLst>
          </p:cNvPr>
          <p:cNvCxnSpPr/>
          <p:nvPr/>
        </p:nvCxnSpPr>
        <p:spPr>
          <a:xfrm flipV="1">
            <a:off x="5244401" y="3533106"/>
            <a:ext cx="163971" cy="139068"/>
          </a:xfrm>
          <a:prstGeom prst="line">
            <a:avLst/>
          </a:prstGeom>
          <a:noFill/>
          <a:ln w="9525" cap="flat" cmpd="sng" algn="ctr">
            <a:solidFill>
              <a:srgbClr val="FF0000"/>
            </a:solidFill>
            <a:prstDash val="solid"/>
          </a:ln>
          <a:effectLst/>
        </p:spPr>
      </p:cxnSp>
      <p:cxnSp>
        <p:nvCxnSpPr>
          <p:cNvPr id="264" name="Connecteur droit 263">
            <a:extLst>
              <a:ext uri="{FF2B5EF4-FFF2-40B4-BE49-F238E27FC236}">
                <a16:creationId xmlns:a16="http://schemas.microsoft.com/office/drawing/2014/main" id="{95A453ED-A8B2-4332-ABF1-AFF3667E3D83}"/>
              </a:ext>
            </a:extLst>
          </p:cNvPr>
          <p:cNvCxnSpPr/>
          <p:nvPr/>
        </p:nvCxnSpPr>
        <p:spPr>
          <a:xfrm flipV="1">
            <a:off x="5323736" y="3533106"/>
            <a:ext cx="163971" cy="139068"/>
          </a:xfrm>
          <a:prstGeom prst="line">
            <a:avLst/>
          </a:prstGeom>
          <a:noFill/>
          <a:ln w="9525" cap="flat" cmpd="sng" algn="ctr">
            <a:solidFill>
              <a:srgbClr val="FF0000"/>
            </a:solidFill>
            <a:prstDash val="solid"/>
          </a:ln>
          <a:effectLst/>
        </p:spPr>
      </p:cxnSp>
      <p:cxnSp>
        <p:nvCxnSpPr>
          <p:cNvPr id="265" name="Connecteur droit 264">
            <a:extLst>
              <a:ext uri="{FF2B5EF4-FFF2-40B4-BE49-F238E27FC236}">
                <a16:creationId xmlns:a16="http://schemas.microsoft.com/office/drawing/2014/main" id="{BBBB2C78-71BB-4843-A7CC-8C7FF07D5119}"/>
              </a:ext>
            </a:extLst>
          </p:cNvPr>
          <p:cNvCxnSpPr/>
          <p:nvPr/>
        </p:nvCxnSpPr>
        <p:spPr>
          <a:xfrm flipV="1">
            <a:off x="5403071" y="3533106"/>
            <a:ext cx="163971" cy="139068"/>
          </a:xfrm>
          <a:prstGeom prst="line">
            <a:avLst/>
          </a:prstGeom>
          <a:noFill/>
          <a:ln w="9525" cap="flat" cmpd="sng" algn="ctr">
            <a:solidFill>
              <a:srgbClr val="FF0000"/>
            </a:solidFill>
            <a:prstDash val="solid"/>
          </a:ln>
          <a:effectLst/>
        </p:spPr>
      </p:cxnSp>
      <p:cxnSp>
        <p:nvCxnSpPr>
          <p:cNvPr id="266" name="Connecteur droit 265">
            <a:extLst>
              <a:ext uri="{FF2B5EF4-FFF2-40B4-BE49-F238E27FC236}">
                <a16:creationId xmlns:a16="http://schemas.microsoft.com/office/drawing/2014/main" id="{B04B0CF7-D422-4182-8C4A-B4A5D6FA504C}"/>
              </a:ext>
            </a:extLst>
          </p:cNvPr>
          <p:cNvCxnSpPr/>
          <p:nvPr/>
        </p:nvCxnSpPr>
        <p:spPr>
          <a:xfrm flipV="1">
            <a:off x="5482406" y="3533106"/>
            <a:ext cx="163971" cy="139068"/>
          </a:xfrm>
          <a:prstGeom prst="line">
            <a:avLst/>
          </a:prstGeom>
          <a:noFill/>
          <a:ln w="9525" cap="flat" cmpd="sng" algn="ctr">
            <a:solidFill>
              <a:srgbClr val="FF0000"/>
            </a:solidFill>
            <a:prstDash val="solid"/>
          </a:ln>
          <a:effectLst/>
        </p:spPr>
      </p:cxnSp>
      <p:cxnSp>
        <p:nvCxnSpPr>
          <p:cNvPr id="267" name="Connecteur droit 266">
            <a:extLst>
              <a:ext uri="{FF2B5EF4-FFF2-40B4-BE49-F238E27FC236}">
                <a16:creationId xmlns:a16="http://schemas.microsoft.com/office/drawing/2014/main" id="{9BCC237F-9303-485E-BBFB-223093B71EEA}"/>
              </a:ext>
            </a:extLst>
          </p:cNvPr>
          <p:cNvCxnSpPr/>
          <p:nvPr/>
        </p:nvCxnSpPr>
        <p:spPr>
          <a:xfrm flipV="1">
            <a:off x="5641076" y="3533106"/>
            <a:ext cx="163971" cy="139068"/>
          </a:xfrm>
          <a:prstGeom prst="line">
            <a:avLst/>
          </a:prstGeom>
          <a:noFill/>
          <a:ln w="9525" cap="flat" cmpd="sng" algn="ctr">
            <a:solidFill>
              <a:srgbClr val="FF0000"/>
            </a:solidFill>
            <a:prstDash val="solid"/>
          </a:ln>
          <a:effectLst/>
        </p:spPr>
      </p:cxnSp>
      <p:cxnSp>
        <p:nvCxnSpPr>
          <p:cNvPr id="268" name="Connecteur droit 267">
            <a:extLst>
              <a:ext uri="{FF2B5EF4-FFF2-40B4-BE49-F238E27FC236}">
                <a16:creationId xmlns:a16="http://schemas.microsoft.com/office/drawing/2014/main" id="{89B9F6C6-FD5B-419C-B6C7-7EC8424F3233}"/>
              </a:ext>
            </a:extLst>
          </p:cNvPr>
          <p:cNvCxnSpPr/>
          <p:nvPr/>
        </p:nvCxnSpPr>
        <p:spPr>
          <a:xfrm flipV="1">
            <a:off x="5799746" y="3533106"/>
            <a:ext cx="163971" cy="139068"/>
          </a:xfrm>
          <a:prstGeom prst="line">
            <a:avLst/>
          </a:prstGeom>
          <a:noFill/>
          <a:ln w="9525" cap="flat" cmpd="sng" algn="ctr">
            <a:solidFill>
              <a:srgbClr val="FF0000"/>
            </a:solidFill>
            <a:prstDash val="solid"/>
          </a:ln>
          <a:effectLst/>
        </p:spPr>
      </p:cxnSp>
      <p:cxnSp>
        <p:nvCxnSpPr>
          <p:cNvPr id="269" name="Connecteur droit 268">
            <a:extLst>
              <a:ext uri="{FF2B5EF4-FFF2-40B4-BE49-F238E27FC236}">
                <a16:creationId xmlns:a16="http://schemas.microsoft.com/office/drawing/2014/main" id="{4D3C08BF-69AC-4AFF-9A8F-BF1340A15711}"/>
              </a:ext>
            </a:extLst>
          </p:cNvPr>
          <p:cNvCxnSpPr/>
          <p:nvPr/>
        </p:nvCxnSpPr>
        <p:spPr>
          <a:xfrm flipV="1">
            <a:off x="5958416" y="3533106"/>
            <a:ext cx="163971" cy="139068"/>
          </a:xfrm>
          <a:prstGeom prst="line">
            <a:avLst/>
          </a:prstGeom>
          <a:noFill/>
          <a:ln w="9525" cap="flat" cmpd="sng" algn="ctr">
            <a:solidFill>
              <a:srgbClr val="FF0000"/>
            </a:solidFill>
            <a:prstDash val="solid"/>
          </a:ln>
          <a:effectLst/>
        </p:spPr>
      </p:cxnSp>
      <p:cxnSp>
        <p:nvCxnSpPr>
          <p:cNvPr id="270" name="Connecteur droit 269">
            <a:extLst>
              <a:ext uri="{FF2B5EF4-FFF2-40B4-BE49-F238E27FC236}">
                <a16:creationId xmlns:a16="http://schemas.microsoft.com/office/drawing/2014/main" id="{C5E5BBBE-823A-464C-AD82-6FEE012A5D4E}"/>
              </a:ext>
            </a:extLst>
          </p:cNvPr>
          <p:cNvCxnSpPr/>
          <p:nvPr/>
        </p:nvCxnSpPr>
        <p:spPr>
          <a:xfrm flipV="1">
            <a:off x="6117086" y="3533106"/>
            <a:ext cx="163971" cy="139068"/>
          </a:xfrm>
          <a:prstGeom prst="line">
            <a:avLst/>
          </a:prstGeom>
          <a:noFill/>
          <a:ln w="9525" cap="flat" cmpd="sng" algn="ctr">
            <a:solidFill>
              <a:srgbClr val="FF0000"/>
            </a:solidFill>
            <a:prstDash val="solid"/>
          </a:ln>
          <a:effectLst/>
        </p:spPr>
      </p:cxnSp>
      <p:cxnSp>
        <p:nvCxnSpPr>
          <p:cNvPr id="271" name="Connecteur droit 270">
            <a:extLst>
              <a:ext uri="{FF2B5EF4-FFF2-40B4-BE49-F238E27FC236}">
                <a16:creationId xmlns:a16="http://schemas.microsoft.com/office/drawing/2014/main" id="{B6B64014-F0A9-4AA0-B809-847D6AEF9734}"/>
              </a:ext>
            </a:extLst>
          </p:cNvPr>
          <p:cNvCxnSpPr/>
          <p:nvPr/>
        </p:nvCxnSpPr>
        <p:spPr>
          <a:xfrm flipV="1">
            <a:off x="5561741" y="3533106"/>
            <a:ext cx="163971" cy="139068"/>
          </a:xfrm>
          <a:prstGeom prst="line">
            <a:avLst/>
          </a:prstGeom>
          <a:noFill/>
          <a:ln w="9525" cap="flat" cmpd="sng" algn="ctr">
            <a:solidFill>
              <a:srgbClr val="FF0000"/>
            </a:solidFill>
            <a:prstDash val="solid"/>
          </a:ln>
          <a:effectLst/>
        </p:spPr>
      </p:cxnSp>
      <p:cxnSp>
        <p:nvCxnSpPr>
          <p:cNvPr id="272" name="Connecteur droit 271">
            <a:extLst>
              <a:ext uri="{FF2B5EF4-FFF2-40B4-BE49-F238E27FC236}">
                <a16:creationId xmlns:a16="http://schemas.microsoft.com/office/drawing/2014/main" id="{F0A51A29-C7A6-4B21-940A-A88265A71479}"/>
              </a:ext>
            </a:extLst>
          </p:cNvPr>
          <p:cNvCxnSpPr/>
          <p:nvPr/>
        </p:nvCxnSpPr>
        <p:spPr>
          <a:xfrm flipV="1">
            <a:off x="5720411" y="3533106"/>
            <a:ext cx="163971" cy="139068"/>
          </a:xfrm>
          <a:prstGeom prst="line">
            <a:avLst/>
          </a:prstGeom>
          <a:noFill/>
          <a:ln w="9525" cap="flat" cmpd="sng" algn="ctr">
            <a:solidFill>
              <a:srgbClr val="FF0000"/>
            </a:solidFill>
            <a:prstDash val="solid"/>
          </a:ln>
          <a:effectLst/>
        </p:spPr>
      </p:cxnSp>
      <p:cxnSp>
        <p:nvCxnSpPr>
          <p:cNvPr id="273" name="Connecteur droit 272">
            <a:extLst>
              <a:ext uri="{FF2B5EF4-FFF2-40B4-BE49-F238E27FC236}">
                <a16:creationId xmlns:a16="http://schemas.microsoft.com/office/drawing/2014/main" id="{D497A2A6-9D42-4ABC-9957-25F43D59021A}"/>
              </a:ext>
            </a:extLst>
          </p:cNvPr>
          <p:cNvCxnSpPr/>
          <p:nvPr/>
        </p:nvCxnSpPr>
        <p:spPr>
          <a:xfrm flipV="1">
            <a:off x="5879081" y="3533106"/>
            <a:ext cx="163971" cy="139068"/>
          </a:xfrm>
          <a:prstGeom prst="line">
            <a:avLst/>
          </a:prstGeom>
          <a:noFill/>
          <a:ln w="9525" cap="flat" cmpd="sng" algn="ctr">
            <a:solidFill>
              <a:srgbClr val="FF0000"/>
            </a:solidFill>
            <a:prstDash val="solid"/>
          </a:ln>
          <a:effectLst/>
        </p:spPr>
      </p:cxnSp>
      <p:cxnSp>
        <p:nvCxnSpPr>
          <p:cNvPr id="274" name="Connecteur droit 273">
            <a:extLst>
              <a:ext uri="{FF2B5EF4-FFF2-40B4-BE49-F238E27FC236}">
                <a16:creationId xmlns:a16="http://schemas.microsoft.com/office/drawing/2014/main" id="{7CE3A10F-70B0-4108-A368-26C4D68F0041}"/>
              </a:ext>
            </a:extLst>
          </p:cNvPr>
          <p:cNvCxnSpPr/>
          <p:nvPr/>
        </p:nvCxnSpPr>
        <p:spPr>
          <a:xfrm flipV="1">
            <a:off x="6037751" y="3533106"/>
            <a:ext cx="163971" cy="139068"/>
          </a:xfrm>
          <a:prstGeom prst="line">
            <a:avLst/>
          </a:prstGeom>
          <a:noFill/>
          <a:ln w="9525" cap="flat" cmpd="sng" algn="ctr">
            <a:solidFill>
              <a:srgbClr val="FF0000"/>
            </a:solidFill>
            <a:prstDash val="solid"/>
          </a:ln>
          <a:effectLst/>
        </p:spPr>
      </p:cxnSp>
      <p:cxnSp>
        <p:nvCxnSpPr>
          <p:cNvPr id="275" name="Connecteur droit 274">
            <a:extLst>
              <a:ext uri="{FF2B5EF4-FFF2-40B4-BE49-F238E27FC236}">
                <a16:creationId xmlns:a16="http://schemas.microsoft.com/office/drawing/2014/main" id="{454BD863-A20B-482E-9351-D458248E4F3B}"/>
              </a:ext>
            </a:extLst>
          </p:cNvPr>
          <p:cNvCxnSpPr/>
          <p:nvPr/>
        </p:nvCxnSpPr>
        <p:spPr>
          <a:xfrm flipV="1">
            <a:off x="6196421" y="3533106"/>
            <a:ext cx="163971" cy="139068"/>
          </a:xfrm>
          <a:prstGeom prst="line">
            <a:avLst/>
          </a:prstGeom>
          <a:noFill/>
          <a:ln w="9525" cap="flat" cmpd="sng" algn="ctr">
            <a:solidFill>
              <a:srgbClr val="FF0000"/>
            </a:solidFill>
            <a:prstDash val="solid"/>
          </a:ln>
          <a:effectLst/>
        </p:spPr>
      </p:cxnSp>
      <p:cxnSp>
        <p:nvCxnSpPr>
          <p:cNvPr id="276" name="Connecteur droit 275">
            <a:extLst>
              <a:ext uri="{FF2B5EF4-FFF2-40B4-BE49-F238E27FC236}">
                <a16:creationId xmlns:a16="http://schemas.microsoft.com/office/drawing/2014/main" id="{99CD2568-7DAA-4608-95F8-E8F8DE0C02FD}"/>
              </a:ext>
            </a:extLst>
          </p:cNvPr>
          <p:cNvCxnSpPr/>
          <p:nvPr/>
        </p:nvCxnSpPr>
        <p:spPr>
          <a:xfrm flipV="1">
            <a:off x="6275756" y="3533106"/>
            <a:ext cx="163971" cy="139068"/>
          </a:xfrm>
          <a:prstGeom prst="line">
            <a:avLst/>
          </a:prstGeom>
          <a:noFill/>
          <a:ln w="9525" cap="flat" cmpd="sng" algn="ctr">
            <a:solidFill>
              <a:srgbClr val="FF0000"/>
            </a:solidFill>
            <a:prstDash val="solid"/>
          </a:ln>
          <a:effectLst/>
        </p:spPr>
      </p:cxnSp>
      <p:cxnSp>
        <p:nvCxnSpPr>
          <p:cNvPr id="277" name="Connecteur droit 276">
            <a:extLst>
              <a:ext uri="{FF2B5EF4-FFF2-40B4-BE49-F238E27FC236}">
                <a16:creationId xmlns:a16="http://schemas.microsoft.com/office/drawing/2014/main" id="{03D07BE3-C98D-49C0-90BE-76C780722359}"/>
              </a:ext>
            </a:extLst>
          </p:cNvPr>
          <p:cNvCxnSpPr/>
          <p:nvPr/>
        </p:nvCxnSpPr>
        <p:spPr>
          <a:xfrm flipV="1">
            <a:off x="6355091" y="3533106"/>
            <a:ext cx="163971" cy="139068"/>
          </a:xfrm>
          <a:prstGeom prst="line">
            <a:avLst/>
          </a:prstGeom>
          <a:noFill/>
          <a:ln w="9525" cap="flat" cmpd="sng" algn="ctr">
            <a:solidFill>
              <a:srgbClr val="FF0000"/>
            </a:solidFill>
            <a:prstDash val="solid"/>
          </a:ln>
          <a:effectLst/>
        </p:spPr>
      </p:cxnSp>
      <p:cxnSp>
        <p:nvCxnSpPr>
          <p:cNvPr id="278" name="Connecteur droit 277">
            <a:extLst>
              <a:ext uri="{FF2B5EF4-FFF2-40B4-BE49-F238E27FC236}">
                <a16:creationId xmlns:a16="http://schemas.microsoft.com/office/drawing/2014/main" id="{F305F246-B944-44CE-83B2-3971BAAFDA64}"/>
              </a:ext>
            </a:extLst>
          </p:cNvPr>
          <p:cNvCxnSpPr/>
          <p:nvPr/>
        </p:nvCxnSpPr>
        <p:spPr>
          <a:xfrm flipV="1">
            <a:off x="6434429" y="3533106"/>
            <a:ext cx="163971" cy="139068"/>
          </a:xfrm>
          <a:prstGeom prst="line">
            <a:avLst/>
          </a:prstGeom>
          <a:noFill/>
          <a:ln w="9525" cap="flat" cmpd="sng" algn="ctr">
            <a:solidFill>
              <a:srgbClr val="FF0000"/>
            </a:solidFill>
            <a:prstDash val="solid"/>
          </a:ln>
          <a:effectLst/>
        </p:spPr>
      </p:cxnSp>
      <p:cxnSp>
        <p:nvCxnSpPr>
          <p:cNvPr id="279" name="Connecteur droit 278">
            <a:extLst>
              <a:ext uri="{FF2B5EF4-FFF2-40B4-BE49-F238E27FC236}">
                <a16:creationId xmlns:a16="http://schemas.microsoft.com/office/drawing/2014/main" id="{43F6528A-411B-4699-A23E-E460CD0A3AA4}"/>
              </a:ext>
            </a:extLst>
          </p:cNvPr>
          <p:cNvCxnSpPr/>
          <p:nvPr/>
        </p:nvCxnSpPr>
        <p:spPr>
          <a:xfrm flipV="1">
            <a:off x="6499982" y="3594626"/>
            <a:ext cx="105034" cy="80324"/>
          </a:xfrm>
          <a:prstGeom prst="line">
            <a:avLst/>
          </a:prstGeom>
          <a:noFill/>
          <a:ln w="9525" cap="flat" cmpd="sng" algn="ctr">
            <a:solidFill>
              <a:srgbClr val="FF0000"/>
            </a:solidFill>
            <a:prstDash val="solid"/>
          </a:ln>
          <a:effectLst/>
        </p:spPr>
      </p:cxnSp>
      <p:sp>
        <p:nvSpPr>
          <p:cNvPr id="280" name="Rectangle 279">
            <a:extLst>
              <a:ext uri="{FF2B5EF4-FFF2-40B4-BE49-F238E27FC236}">
                <a16:creationId xmlns:a16="http://schemas.microsoft.com/office/drawing/2014/main" id="{F0B79F8E-AA4C-4654-BB1E-1A27F42AB8FD}"/>
              </a:ext>
            </a:extLst>
          </p:cNvPr>
          <p:cNvSpPr/>
          <p:nvPr/>
        </p:nvSpPr>
        <p:spPr bwMode="auto">
          <a:xfrm>
            <a:off x="5075336" y="3522316"/>
            <a:ext cx="1536417" cy="160647"/>
          </a:xfrm>
          <a:prstGeom prst="rect">
            <a:avLst/>
          </a:prstGeom>
          <a:noFill/>
          <a:ln w="28575" algn="ctr">
            <a:solidFill>
              <a:srgbClr val="FF0000"/>
            </a:solidFill>
            <a:miter lim="800000"/>
            <a:headEnd/>
            <a:tailEnd/>
          </a:ln>
          <a:effectLst/>
        </p:spPr>
        <p:txBody>
          <a:bodyPr wrap="none" lIns="68516" tIns="34258" rIns="68516" bIns="34258"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717663" rtl="0" eaLnBrk="0" fontAlgn="auto" latinLnBrk="0" hangingPunct="0">
              <a:lnSpc>
                <a:spcPct val="85000"/>
              </a:lnSpc>
              <a:spcBef>
                <a:spcPts val="0"/>
              </a:spcBef>
              <a:spcAft>
                <a:spcPts val="0"/>
              </a:spcAft>
              <a:buClrTx/>
              <a:buSzTx/>
              <a:buFontTx/>
              <a:buNone/>
              <a:tabLst/>
              <a:defRPr/>
            </a:pPr>
            <a:endParaRPr kumimoji="0" lang="fr-FR" sz="1425" b="0" i="0" u="none" strike="noStrike" kern="1200" cap="none" spc="0" normalizeH="0" baseline="0" noProof="0">
              <a:ln>
                <a:noFill/>
              </a:ln>
              <a:solidFill>
                <a:srgbClr val="052B73"/>
              </a:solidFill>
              <a:effectLst/>
              <a:uLnTx/>
              <a:uFillTx/>
              <a:latin typeface="Calibri" panose="020F0502020204030204" pitchFamily="34" charset="0"/>
              <a:ea typeface="+mn-ea"/>
              <a:cs typeface="+mn-cs"/>
            </a:endParaRPr>
          </a:p>
        </p:txBody>
      </p:sp>
      <p:sp>
        <p:nvSpPr>
          <p:cNvPr id="281" name="Triangle isocèle 280">
            <a:extLst>
              <a:ext uri="{FF2B5EF4-FFF2-40B4-BE49-F238E27FC236}">
                <a16:creationId xmlns:a16="http://schemas.microsoft.com/office/drawing/2014/main" id="{BC6E99BC-EDE1-47E7-83D9-C6C97D47A079}"/>
              </a:ext>
            </a:extLst>
          </p:cNvPr>
          <p:cNvSpPr/>
          <p:nvPr/>
        </p:nvSpPr>
        <p:spPr bwMode="auto">
          <a:xfrm rot="16200000">
            <a:off x="8480080" y="2801571"/>
            <a:ext cx="602673" cy="422564"/>
          </a:xfrm>
          <a:prstGeom prst="triangle">
            <a:avLst/>
          </a:prstGeom>
          <a:solidFill>
            <a:schemeClr val="bg1">
              <a:lumMod val="95000"/>
            </a:schemeClr>
          </a:solidFill>
          <a:ln w="6350" cap="flat" cmpd="sng" algn="ctr">
            <a:no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0" fontAlgn="base" latinLnBrk="0" hangingPunct="0">
              <a:lnSpc>
                <a:spcPct val="100000"/>
              </a:lnSpc>
              <a:spcBef>
                <a:spcPct val="0"/>
              </a:spcBef>
              <a:spcAft>
                <a:spcPct val="0"/>
              </a:spcAft>
              <a:buClrTx/>
              <a:buSzTx/>
              <a:buFontTx/>
              <a:buNone/>
              <a:tabLst/>
              <a:defRPr/>
            </a:pPr>
            <a:endParaRPr kumimoji="0" lang="fr-FR" sz="825" b="0" i="0" u="none" strike="noStrike" kern="1200" cap="none" spc="0" normalizeH="0" baseline="0" noProof="0">
              <a:ln>
                <a:noFill/>
              </a:ln>
              <a:solidFill>
                <a:prstClr val="black"/>
              </a:solidFill>
              <a:effectLst/>
              <a:uLnTx/>
              <a:uFillTx/>
              <a:latin typeface="Calibri" panose="020F0502020204030204" pitchFamily="34" charset="0"/>
              <a:ea typeface="+mn-ea"/>
              <a:cs typeface="Arial" charset="0"/>
            </a:endParaRPr>
          </a:p>
        </p:txBody>
      </p:sp>
      <p:pic>
        <p:nvPicPr>
          <p:cNvPr id="349" name="Image 348">
            <a:extLst>
              <a:ext uri="{FF2B5EF4-FFF2-40B4-BE49-F238E27FC236}">
                <a16:creationId xmlns:a16="http://schemas.microsoft.com/office/drawing/2014/main" id="{1FB342A1-CFA1-4E0E-A141-3B2824D8225E}"/>
              </a:ext>
            </a:extLst>
          </p:cNvPr>
          <p:cNvPicPr>
            <a:picLocks noChangeAspect="1"/>
          </p:cNvPicPr>
          <p:nvPr/>
        </p:nvPicPr>
        <p:blipFill>
          <a:blip r:embed="rId3" cstate="print">
            <a:clrChange>
              <a:clrFrom>
                <a:srgbClr val="FFFFFF"/>
              </a:clrFrom>
              <a:clrTo>
                <a:srgbClr val="FFFFFF">
                  <a:alpha val="0"/>
                </a:srgbClr>
              </a:clrTo>
            </a:clrChange>
          </a:blip>
          <a:stretch>
            <a:fillRect/>
          </a:stretch>
        </p:blipFill>
        <p:spPr>
          <a:xfrm>
            <a:off x="9203912" y="2354192"/>
            <a:ext cx="1665849" cy="1553334"/>
          </a:xfrm>
          <a:prstGeom prst="rect">
            <a:avLst/>
          </a:prstGeom>
          <a:scene3d>
            <a:camera prst="orthographicFront"/>
            <a:lightRig rig="threePt" dir="t"/>
          </a:scene3d>
          <a:sp3d>
            <a:bevelT/>
          </a:sp3d>
        </p:spPr>
      </p:pic>
      <p:sp>
        <p:nvSpPr>
          <p:cNvPr id="350" name="Carré corné 127">
            <a:extLst>
              <a:ext uri="{FF2B5EF4-FFF2-40B4-BE49-F238E27FC236}">
                <a16:creationId xmlns:a16="http://schemas.microsoft.com/office/drawing/2014/main" id="{85EEE486-2DD6-469D-A2DE-E995A66D0BC9}"/>
              </a:ext>
            </a:extLst>
          </p:cNvPr>
          <p:cNvSpPr/>
          <p:nvPr/>
        </p:nvSpPr>
        <p:spPr bwMode="auto">
          <a:xfrm>
            <a:off x="9475323" y="2048483"/>
            <a:ext cx="1059873" cy="347288"/>
          </a:xfrm>
          <a:prstGeom prst="foldedCorner">
            <a:avLst/>
          </a:prstGeom>
          <a:noFill/>
          <a:ln w="6350" cap="flat" cmpd="sng" algn="ctr">
            <a:noFill/>
            <a:prstDash val="solid"/>
            <a:round/>
            <a:headEnd type="none" w="med" len="med"/>
            <a:tailEnd type="none" w="med" len="med"/>
          </a:ln>
          <a:effectLst/>
          <a:scene3d>
            <a:camera prst="orthographicFront"/>
            <a:lightRig rig="threePt" dir="t"/>
          </a:scene3d>
          <a:sp3d/>
        </p:spPr>
        <p:txBody>
          <a:bodyPr vert="horz" wrap="square" lIns="68580" tIns="34290" rIns="68580" bIns="34290"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0" fontAlgn="base" latinLnBrk="0" hangingPunct="0">
              <a:lnSpc>
                <a:spcPct val="100000"/>
              </a:lnSpc>
              <a:spcBef>
                <a:spcPct val="0"/>
              </a:spcBef>
              <a:spcAft>
                <a:spcPct val="0"/>
              </a:spcAft>
              <a:buClrTx/>
              <a:buSzTx/>
              <a:buFontTx/>
              <a:buNone/>
              <a:tabLst/>
              <a:defRPr/>
            </a:pPr>
            <a:r>
              <a:rPr kumimoji="0" lang="fr-FR" sz="788" b="1" i="0" u="none" strike="noStrike" kern="1200" cap="none" spc="0" normalizeH="0" baseline="0" noProof="0">
                <a:ln>
                  <a:noFill/>
                </a:ln>
                <a:solidFill>
                  <a:srgbClr val="000000"/>
                </a:solidFill>
                <a:effectLst/>
                <a:uLnTx/>
                <a:uFillTx/>
                <a:latin typeface="Ubuntu Medium"/>
                <a:ea typeface="+mn-ea"/>
                <a:cs typeface="Arial" charset="0"/>
              </a:rPr>
              <a:t>Product Backlog</a:t>
            </a:r>
          </a:p>
        </p:txBody>
      </p:sp>
      <p:pic>
        <p:nvPicPr>
          <p:cNvPr id="351" name="Image 350">
            <a:extLst>
              <a:ext uri="{FF2B5EF4-FFF2-40B4-BE49-F238E27FC236}">
                <a16:creationId xmlns:a16="http://schemas.microsoft.com/office/drawing/2014/main" id="{E1B78176-9CA7-4129-9BB1-6BD2B1B1CD6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rot="8915554">
            <a:off x="10364831" y="2066146"/>
            <a:ext cx="482785" cy="534680"/>
          </a:xfrm>
          <a:prstGeom prst="rect">
            <a:avLst/>
          </a:prstGeom>
          <a:scene3d>
            <a:camera prst="orthographicFront"/>
            <a:lightRig rig="threePt" dir="t"/>
          </a:scene3d>
          <a:sp3d>
            <a:bevelT/>
          </a:sp3d>
        </p:spPr>
      </p:pic>
      <p:sp>
        <p:nvSpPr>
          <p:cNvPr id="352" name="ZoneTexte 132">
            <a:extLst>
              <a:ext uri="{FF2B5EF4-FFF2-40B4-BE49-F238E27FC236}">
                <a16:creationId xmlns:a16="http://schemas.microsoft.com/office/drawing/2014/main" id="{8FD04873-D361-44BE-90CE-1B460E552F19}"/>
              </a:ext>
            </a:extLst>
          </p:cNvPr>
          <p:cNvSpPr txBox="1"/>
          <p:nvPr/>
        </p:nvSpPr>
        <p:spPr>
          <a:xfrm>
            <a:off x="9588745" y="2476056"/>
            <a:ext cx="848310" cy="1310423"/>
          </a:xfrm>
          <a:prstGeom prst="rect">
            <a:avLst/>
          </a:prstGeom>
          <a:noFill/>
          <a:scene3d>
            <a:camera prst="orthographicFront"/>
            <a:lightRig rig="threePt" dir="t"/>
          </a:scene3d>
          <a:sp3d>
            <a:bevelT/>
          </a:sp3d>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788" b="1" i="0" u="none" strike="noStrike" kern="1200" cap="none" spc="0" normalizeH="0" baseline="0" noProof="0">
                <a:ln>
                  <a:noFill/>
                </a:ln>
                <a:solidFill>
                  <a:srgbClr val="FFFFFF"/>
                </a:solidFill>
                <a:effectLst/>
                <a:uLnTx/>
                <a:uFillTx/>
                <a:latin typeface="Ubuntu Medium"/>
                <a:ea typeface="+mn-ea"/>
                <a:cs typeface="+mn-cs"/>
              </a:rPr>
              <a:t>Arbitration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050" b="1" i="0" u="none" strike="noStrike" kern="1200" cap="none" spc="0" normalizeH="0" baseline="0" noProof="0">
              <a:ln>
                <a:noFill/>
              </a:ln>
              <a:solidFill>
                <a:srgbClr val="FFFFFF"/>
              </a:solidFill>
              <a:effectLst/>
              <a:uLnTx/>
              <a:uFillTx/>
              <a:latin typeface="Ubuntu Medium"/>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788" b="1" i="0" u="none" strike="noStrike" kern="1200" cap="none" spc="0" normalizeH="0" baseline="0" noProof="0">
                <a:ln>
                  <a:noFill/>
                </a:ln>
                <a:solidFill>
                  <a:srgbClr val="FFFFFF"/>
                </a:solidFill>
                <a:effectLst/>
                <a:uLnTx/>
                <a:uFillTx/>
                <a:latin typeface="Ubuntu Medium"/>
                <a:ea typeface="+mn-ea"/>
                <a:cs typeface="+mn-cs"/>
              </a:rPr>
              <a:t>’impact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788" b="1" i="0" u="none" strike="noStrike" kern="1200" cap="none" spc="0" normalizeH="0" baseline="0" noProof="0" err="1">
                <a:ln>
                  <a:noFill/>
                </a:ln>
                <a:solidFill>
                  <a:srgbClr val="FFFFFF"/>
                </a:solidFill>
                <a:effectLst/>
                <a:uLnTx/>
                <a:uFillTx/>
                <a:latin typeface="Ubuntu Medium"/>
                <a:ea typeface="+mn-ea"/>
                <a:cs typeface="+mn-cs"/>
              </a:rPr>
              <a:t>Analysis</a:t>
            </a:r>
            <a:endParaRPr kumimoji="0" lang="fr-FR" sz="788" b="1" i="0" u="none" strike="noStrike" kern="1200" cap="none" spc="0" normalizeH="0" baseline="0" noProof="0">
              <a:ln>
                <a:noFill/>
              </a:ln>
              <a:solidFill>
                <a:srgbClr val="FFFFFF"/>
              </a:solidFill>
              <a:effectLst/>
              <a:uLnTx/>
              <a:uFillTx/>
              <a:latin typeface="Ubuntu Medium"/>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br>
              <a:rPr kumimoji="0" lang="fr-FR" sz="675" b="1" i="0" u="none" strike="noStrike" kern="1200" cap="none" spc="0" normalizeH="0" baseline="0" noProof="0">
                <a:ln>
                  <a:noFill/>
                </a:ln>
                <a:solidFill>
                  <a:srgbClr val="FFFFFF"/>
                </a:solidFill>
                <a:effectLst/>
                <a:uLnTx/>
                <a:uFillTx/>
                <a:latin typeface="Ubuntu Medium"/>
                <a:ea typeface="+mn-ea"/>
                <a:cs typeface="+mn-cs"/>
              </a:rPr>
            </a:br>
            <a:endParaRPr kumimoji="0" lang="fr-FR" sz="675" b="1" i="0" u="none" strike="noStrike" kern="1200" cap="none" spc="0" normalizeH="0" baseline="0" noProof="0">
              <a:ln>
                <a:noFill/>
              </a:ln>
              <a:solidFill>
                <a:srgbClr val="FFFFFF"/>
              </a:solidFill>
              <a:effectLst/>
              <a:uLnTx/>
              <a:uFillTx/>
              <a:latin typeface="Ubuntu Medium"/>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788" b="1" i="0" u="none" strike="noStrike" kern="1200" cap="none" spc="0" normalizeH="0" baseline="0" noProof="0">
                <a:ln>
                  <a:noFill/>
                </a:ln>
                <a:solidFill>
                  <a:prstClr val="black"/>
                </a:solidFill>
                <a:effectLst/>
                <a:uLnTx/>
                <a:uFillTx/>
                <a:latin typeface="Ubuntu Medium"/>
                <a:ea typeface="+mn-ea"/>
                <a:cs typeface="+mn-cs"/>
              </a:rPr>
              <a:t>Validation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788" b="1" i="0" u="none" strike="noStrike" kern="1200" cap="none" spc="0" normalizeH="0" baseline="0" noProof="0">
              <a:ln>
                <a:noFill/>
              </a:ln>
              <a:solidFill>
                <a:srgbClr val="FFFFFF"/>
              </a:solidFill>
              <a:effectLst/>
              <a:uLnTx/>
              <a:uFillTx/>
              <a:latin typeface="Ubuntu Medium"/>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788" b="1" i="0" u="none" strike="noStrike" kern="1200" cap="none" spc="0" normalizeH="0" baseline="0" noProof="0">
              <a:ln>
                <a:noFill/>
              </a:ln>
              <a:solidFill>
                <a:srgbClr val="FFFFFF"/>
              </a:solidFill>
              <a:effectLst/>
              <a:uLnTx/>
              <a:uFillTx/>
              <a:latin typeface="Ubuntu Medium"/>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788" b="1" i="0" u="none" strike="noStrike" kern="1200" cap="none" spc="0" normalizeH="0" baseline="0" noProof="0">
                <a:ln>
                  <a:noFill/>
                </a:ln>
                <a:solidFill>
                  <a:prstClr val="black"/>
                </a:solidFill>
                <a:effectLst/>
                <a:uLnTx/>
                <a:uFillTx/>
                <a:latin typeface="Ubuntu Medium"/>
                <a:ea typeface="+mn-ea"/>
                <a:cs typeface="+mn-cs"/>
              </a:rPr>
              <a:t>Priorization</a:t>
            </a:r>
          </a:p>
        </p:txBody>
      </p:sp>
      <p:sp>
        <p:nvSpPr>
          <p:cNvPr id="353" name="ZoneTexte 133">
            <a:extLst>
              <a:ext uri="{FF2B5EF4-FFF2-40B4-BE49-F238E27FC236}">
                <a16:creationId xmlns:a16="http://schemas.microsoft.com/office/drawing/2014/main" id="{4679CF0F-C24A-4B92-B78A-3E040D309A2E}"/>
              </a:ext>
            </a:extLst>
          </p:cNvPr>
          <p:cNvSpPr txBox="1"/>
          <p:nvPr/>
        </p:nvSpPr>
        <p:spPr>
          <a:xfrm>
            <a:off x="9310312" y="1841938"/>
            <a:ext cx="1365698" cy="190437"/>
          </a:xfrm>
          <a:prstGeom prst="rect">
            <a:avLst/>
          </a:prstGeom>
          <a:noFill/>
          <a:scene3d>
            <a:camera prst="orthographicFront"/>
            <a:lightRig rig="threePt" dir="t"/>
          </a:scene3d>
          <a:sp3d>
            <a:bevelT/>
          </a:sp3d>
        </p:spPr>
        <p:txBody>
          <a:bodyPr wrap="square" lIns="68516" tIns="34258" rIns="68516" bIns="34258"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788" b="1" i="0" u="none" strike="noStrike" kern="1200" cap="none" spc="0" normalizeH="0" baseline="0" noProof="0">
                <a:ln>
                  <a:noFill/>
                </a:ln>
                <a:solidFill>
                  <a:srgbClr val="000000"/>
                </a:solidFill>
                <a:effectLst/>
                <a:uLnTx/>
                <a:uFillTx/>
                <a:latin typeface="Ubuntu Medium"/>
                <a:ea typeface="+mn-ea"/>
                <a:cs typeface="+mn-cs"/>
              </a:rPr>
              <a:t>Arbitration Process</a:t>
            </a:r>
          </a:p>
        </p:txBody>
      </p:sp>
      <p:sp>
        <p:nvSpPr>
          <p:cNvPr id="354" name="Triangle isocèle 353">
            <a:extLst>
              <a:ext uri="{FF2B5EF4-FFF2-40B4-BE49-F238E27FC236}">
                <a16:creationId xmlns:a16="http://schemas.microsoft.com/office/drawing/2014/main" id="{BC6E99BC-EDE1-47E7-83D9-C6C97D47A079}"/>
              </a:ext>
            </a:extLst>
          </p:cNvPr>
          <p:cNvSpPr/>
          <p:nvPr/>
        </p:nvSpPr>
        <p:spPr bwMode="auto">
          <a:xfrm rot="16200000">
            <a:off x="8575372" y="2840805"/>
            <a:ext cx="602673" cy="422564"/>
          </a:xfrm>
          <a:prstGeom prst="triangle">
            <a:avLst/>
          </a:prstGeom>
          <a:solidFill>
            <a:schemeClr val="bg1">
              <a:lumMod val="95000"/>
            </a:schemeClr>
          </a:solidFill>
          <a:ln w="6350" cap="flat" cmpd="sng" algn="ctr">
            <a:noFill/>
            <a:prstDash val="solid"/>
            <a:round/>
            <a:headEnd type="none" w="med" len="med"/>
            <a:tailEnd type="none" w="med" len="med"/>
          </a:ln>
          <a:effectLst/>
        </p:spPr>
        <p:txBody>
          <a:bodyPr vert="horz" wrap="none" lIns="68580" tIns="34290" rIns="68580" bIns="34290"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0" fontAlgn="base" latinLnBrk="0" hangingPunct="0">
              <a:lnSpc>
                <a:spcPct val="100000"/>
              </a:lnSpc>
              <a:spcBef>
                <a:spcPct val="0"/>
              </a:spcBef>
              <a:spcAft>
                <a:spcPct val="0"/>
              </a:spcAft>
              <a:buClrTx/>
              <a:buSzTx/>
              <a:buFontTx/>
              <a:buNone/>
              <a:tabLst/>
              <a:defRPr/>
            </a:pPr>
            <a:endParaRPr kumimoji="0" lang="fr-FR" sz="825" b="0" i="0" u="none" strike="noStrike" kern="1200" cap="none" spc="0" normalizeH="0" baseline="0" noProof="0">
              <a:ln>
                <a:noFill/>
              </a:ln>
              <a:solidFill>
                <a:prstClr val="black"/>
              </a:solidFill>
              <a:effectLst/>
              <a:uLnTx/>
              <a:uFillTx/>
              <a:latin typeface="Calibri" panose="020F0502020204030204" pitchFamily="34" charset="0"/>
              <a:ea typeface="+mn-ea"/>
              <a:cs typeface="Arial" charset="0"/>
            </a:endParaRPr>
          </a:p>
        </p:txBody>
      </p:sp>
      <p:sp>
        <p:nvSpPr>
          <p:cNvPr id="356" name="Freeform 6">
            <a:extLst>
              <a:ext uri="{FF2B5EF4-FFF2-40B4-BE49-F238E27FC236}">
                <a16:creationId xmlns:a16="http://schemas.microsoft.com/office/drawing/2014/main" id="{253F644D-89AD-4CB4-9D13-EA5033F92E2A}"/>
              </a:ext>
            </a:extLst>
          </p:cNvPr>
          <p:cNvSpPr>
            <a:spLocks/>
          </p:cNvSpPr>
          <p:nvPr/>
        </p:nvSpPr>
        <p:spPr bwMode="auto">
          <a:xfrm>
            <a:off x="6155756" y="4492361"/>
            <a:ext cx="3120290" cy="1812541"/>
          </a:xfrm>
          <a:custGeom>
            <a:avLst/>
            <a:gdLst>
              <a:gd name="T0" fmla="*/ 0 w 1735"/>
              <a:gd name="T1" fmla="*/ 23 h 974"/>
              <a:gd name="T2" fmla="*/ 265 w 1735"/>
              <a:gd name="T3" fmla="*/ 23 h 974"/>
              <a:gd name="T4" fmla="*/ 780 w 1735"/>
              <a:gd name="T5" fmla="*/ 827 h 974"/>
              <a:gd name="T6" fmla="*/ 951 w 1735"/>
              <a:gd name="T7" fmla="*/ 831 h 974"/>
              <a:gd name="T8" fmla="*/ 1485 w 1735"/>
              <a:gd name="T9" fmla="*/ 0 h 974"/>
              <a:gd name="T10" fmla="*/ 1735 w 1735"/>
              <a:gd name="T11" fmla="*/ 0 h 974"/>
              <a:gd name="T12" fmla="*/ 1125 w 1735"/>
              <a:gd name="T13" fmla="*/ 974 h 974"/>
              <a:gd name="T14" fmla="*/ 624 w 1735"/>
              <a:gd name="T15" fmla="*/ 974 h 974"/>
              <a:gd name="T16" fmla="*/ 0 w 1735"/>
              <a:gd name="T17" fmla="*/ 23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5" h="974">
                <a:moveTo>
                  <a:pt x="0" y="23"/>
                </a:moveTo>
                <a:lnTo>
                  <a:pt x="265" y="23"/>
                </a:lnTo>
                <a:lnTo>
                  <a:pt x="780" y="827"/>
                </a:lnTo>
                <a:lnTo>
                  <a:pt x="951" y="831"/>
                </a:lnTo>
                <a:lnTo>
                  <a:pt x="1485" y="0"/>
                </a:lnTo>
                <a:lnTo>
                  <a:pt x="1735" y="0"/>
                </a:lnTo>
                <a:lnTo>
                  <a:pt x="1125" y="974"/>
                </a:lnTo>
                <a:lnTo>
                  <a:pt x="624" y="974"/>
                </a:lnTo>
                <a:lnTo>
                  <a:pt x="0" y="23"/>
                </a:lnTo>
                <a:close/>
              </a:path>
            </a:pathLst>
          </a:custGeom>
          <a:solidFill>
            <a:schemeClr val="accent3">
              <a:lumMod val="75000"/>
              <a:lumOff val="25000"/>
            </a:schemeClr>
          </a:solidFill>
          <a:ln>
            <a:noFill/>
          </a:ln>
        </p:spPr>
        <p:txBody>
          <a:bodyPr vert="horz" wrap="square" lIns="45720" tIns="45720" rIns="4572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0070AD"/>
              </a:solidFill>
              <a:effectLst/>
              <a:uLnTx/>
              <a:uFillTx/>
              <a:latin typeface="Ubuntu"/>
              <a:ea typeface="+mn-ea"/>
              <a:cs typeface="+mn-cs"/>
            </a:endParaRPr>
          </a:p>
        </p:txBody>
      </p:sp>
      <p:sp>
        <p:nvSpPr>
          <p:cNvPr id="357" name="Rectangle 8">
            <a:extLst>
              <a:ext uri="{FF2B5EF4-FFF2-40B4-BE49-F238E27FC236}">
                <a16:creationId xmlns:a16="http://schemas.microsoft.com/office/drawing/2014/main" id="{C47AC389-CE7E-4B4D-893C-5863B32B1BBC}"/>
              </a:ext>
            </a:extLst>
          </p:cNvPr>
          <p:cNvSpPr>
            <a:spLocks noChangeArrowheads="1"/>
          </p:cNvSpPr>
          <p:nvPr/>
        </p:nvSpPr>
        <p:spPr bwMode="auto">
          <a:xfrm>
            <a:off x="5841027" y="4345554"/>
            <a:ext cx="1143807" cy="225173"/>
          </a:xfrm>
          <a:prstGeom prst="round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4572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700" b="1" i="0" u="none" strike="noStrike" kern="1200" cap="none" spc="0" normalizeH="0" baseline="0" noProof="0">
                <a:ln>
                  <a:noFill/>
                </a:ln>
                <a:solidFill>
                  <a:srgbClr val="0070AD"/>
                </a:solidFill>
                <a:effectLst/>
                <a:uLnTx/>
                <a:uFillTx/>
                <a:latin typeface="Ubuntu"/>
                <a:ea typeface="+mn-ea"/>
                <a:cs typeface="+mn-cs"/>
              </a:rPr>
              <a:t>Requirements analysis</a:t>
            </a:r>
          </a:p>
        </p:txBody>
      </p:sp>
      <p:sp>
        <p:nvSpPr>
          <p:cNvPr id="358" name="Rectangle 9">
            <a:extLst>
              <a:ext uri="{FF2B5EF4-FFF2-40B4-BE49-F238E27FC236}">
                <a16:creationId xmlns:a16="http://schemas.microsoft.com/office/drawing/2014/main" id="{7712BFF6-9C73-413F-BE9F-4AD2C93BB3B3}"/>
              </a:ext>
            </a:extLst>
          </p:cNvPr>
          <p:cNvSpPr>
            <a:spLocks noChangeArrowheads="1"/>
          </p:cNvSpPr>
          <p:nvPr/>
        </p:nvSpPr>
        <p:spPr bwMode="auto">
          <a:xfrm>
            <a:off x="5841027" y="4345554"/>
            <a:ext cx="1143807" cy="225173"/>
          </a:xfrm>
          <a:prstGeom prst="rect">
            <a:avLst/>
          </a:prstGeom>
          <a:noFill/>
          <a:ln w="9525" cap="flat">
            <a:solidFill>
              <a:srgbClr val="0098C8"/>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45720" rIns="4572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0070AD"/>
              </a:solidFill>
              <a:effectLst/>
              <a:uLnTx/>
              <a:uFillTx/>
              <a:latin typeface="Ubuntu"/>
              <a:ea typeface="+mn-ea"/>
              <a:cs typeface="+mn-cs"/>
            </a:endParaRPr>
          </a:p>
        </p:txBody>
      </p:sp>
      <p:sp>
        <p:nvSpPr>
          <p:cNvPr id="359" name="Rectangle 11">
            <a:extLst>
              <a:ext uri="{FF2B5EF4-FFF2-40B4-BE49-F238E27FC236}">
                <a16:creationId xmlns:a16="http://schemas.microsoft.com/office/drawing/2014/main" id="{1C0DC45B-4357-49E4-B15E-BE3889EEC56D}"/>
              </a:ext>
            </a:extLst>
          </p:cNvPr>
          <p:cNvSpPr>
            <a:spLocks noChangeArrowheads="1"/>
          </p:cNvSpPr>
          <p:nvPr/>
        </p:nvSpPr>
        <p:spPr bwMode="auto">
          <a:xfrm>
            <a:off x="8626808" y="4345554"/>
            <a:ext cx="1142008" cy="225173"/>
          </a:xfrm>
          <a:prstGeom prst="round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4572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700" b="1" i="0" u="none" strike="noStrike" kern="1200" cap="none" spc="0" normalizeH="0" baseline="0" noProof="0">
                <a:ln>
                  <a:noFill/>
                </a:ln>
                <a:solidFill>
                  <a:srgbClr val="0070AD"/>
                </a:solidFill>
                <a:effectLst/>
                <a:uLnTx/>
                <a:uFillTx/>
                <a:latin typeface="Ubuntu"/>
                <a:ea typeface="+mn-ea"/>
                <a:cs typeface="+mn-cs"/>
              </a:rPr>
              <a:t>Maintenance</a:t>
            </a:r>
          </a:p>
        </p:txBody>
      </p:sp>
      <p:sp>
        <p:nvSpPr>
          <p:cNvPr id="360" name="Rectangle 12">
            <a:extLst>
              <a:ext uri="{FF2B5EF4-FFF2-40B4-BE49-F238E27FC236}">
                <a16:creationId xmlns:a16="http://schemas.microsoft.com/office/drawing/2014/main" id="{DD8838FF-646E-485C-97D6-0AD56FE9B4FF}"/>
              </a:ext>
            </a:extLst>
          </p:cNvPr>
          <p:cNvSpPr>
            <a:spLocks noChangeArrowheads="1"/>
          </p:cNvSpPr>
          <p:nvPr/>
        </p:nvSpPr>
        <p:spPr bwMode="auto">
          <a:xfrm>
            <a:off x="8626808" y="4345554"/>
            <a:ext cx="1142008" cy="225173"/>
          </a:xfrm>
          <a:prstGeom prst="rect">
            <a:avLst/>
          </a:prstGeom>
          <a:noFill/>
          <a:ln w="9525" cap="flat">
            <a:solidFill>
              <a:srgbClr val="0098C8"/>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45720" rIns="4572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0070AD"/>
              </a:solidFill>
              <a:effectLst/>
              <a:uLnTx/>
              <a:uFillTx/>
              <a:latin typeface="Ubuntu"/>
              <a:ea typeface="+mn-ea"/>
              <a:cs typeface="+mn-cs"/>
            </a:endParaRPr>
          </a:p>
        </p:txBody>
      </p:sp>
      <p:sp>
        <p:nvSpPr>
          <p:cNvPr id="361" name="Rectangle 14">
            <a:extLst>
              <a:ext uri="{FF2B5EF4-FFF2-40B4-BE49-F238E27FC236}">
                <a16:creationId xmlns:a16="http://schemas.microsoft.com/office/drawing/2014/main" id="{AA83DEAA-1601-46D3-99FB-86515BACB01B}"/>
              </a:ext>
            </a:extLst>
          </p:cNvPr>
          <p:cNvSpPr>
            <a:spLocks noChangeArrowheads="1"/>
          </p:cNvSpPr>
          <p:nvPr/>
        </p:nvSpPr>
        <p:spPr bwMode="auto">
          <a:xfrm>
            <a:off x="5997491" y="4738210"/>
            <a:ext cx="1143807" cy="223311"/>
          </a:xfrm>
          <a:prstGeom prst="round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4572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700" b="1" i="0" u="none" strike="noStrike" kern="1200" cap="none" spc="0" normalizeH="0" baseline="0" noProof="0">
                <a:ln>
                  <a:noFill/>
                </a:ln>
                <a:solidFill>
                  <a:srgbClr val="0070AD"/>
                </a:solidFill>
                <a:effectLst/>
                <a:uLnTx/>
                <a:uFillTx/>
                <a:latin typeface="Ubuntu"/>
                <a:ea typeface="+mn-ea"/>
                <a:cs typeface="+mn-cs"/>
              </a:rPr>
              <a:t>Requirements specifications</a:t>
            </a:r>
          </a:p>
        </p:txBody>
      </p:sp>
      <p:sp>
        <p:nvSpPr>
          <p:cNvPr id="362" name="Rectangle 15">
            <a:extLst>
              <a:ext uri="{FF2B5EF4-FFF2-40B4-BE49-F238E27FC236}">
                <a16:creationId xmlns:a16="http://schemas.microsoft.com/office/drawing/2014/main" id="{355410B9-DC96-4BE0-8645-D0464DEFF4A2}"/>
              </a:ext>
            </a:extLst>
          </p:cNvPr>
          <p:cNvSpPr>
            <a:spLocks noChangeArrowheads="1"/>
          </p:cNvSpPr>
          <p:nvPr/>
        </p:nvSpPr>
        <p:spPr bwMode="auto">
          <a:xfrm>
            <a:off x="5997490" y="4736355"/>
            <a:ext cx="1143807" cy="223311"/>
          </a:xfrm>
          <a:prstGeom prst="rect">
            <a:avLst/>
          </a:prstGeom>
          <a:noFill/>
          <a:ln w="9525" cap="flat">
            <a:solidFill>
              <a:srgbClr val="DC717B"/>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45720" rIns="4572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0070AD"/>
              </a:solidFill>
              <a:effectLst/>
              <a:uLnTx/>
              <a:uFillTx/>
              <a:latin typeface="Ubuntu"/>
              <a:ea typeface="+mn-ea"/>
              <a:cs typeface="+mn-cs"/>
            </a:endParaRPr>
          </a:p>
        </p:txBody>
      </p:sp>
      <p:sp>
        <p:nvSpPr>
          <p:cNvPr id="363" name="Rectangle 17">
            <a:extLst>
              <a:ext uri="{FF2B5EF4-FFF2-40B4-BE49-F238E27FC236}">
                <a16:creationId xmlns:a16="http://schemas.microsoft.com/office/drawing/2014/main" id="{2D8A61A3-8B23-48C2-ACE3-4410671C998C}"/>
              </a:ext>
            </a:extLst>
          </p:cNvPr>
          <p:cNvSpPr>
            <a:spLocks noChangeArrowheads="1"/>
          </p:cNvSpPr>
          <p:nvPr/>
        </p:nvSpPr>
        <p:spPr bwMode="auto">
          <a:xfrm>
            <a:off x="8376825" y="4738210"/>
            <a:ext cx="1142008" cy="223311"/>
          </a:xfrm>
          <a:prstGeom prst="round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4572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700" b="1" i="0" u="none" strike="noStrike" kern="1200" cap="none" spc="0" normalizeH="0" baseline="0" noProof="0">
                <a:ln>
                  <a:noFill/>
                </a:ln>
                <a:solidFill>
                  <a:srgbClr val="0070AD"/>
                </a:solidFill>
                <a:effectLst/>
                <a:uLnTx/>
                <a:uFillTx/>
                <a:latin typeface="Ubuntu"/>
                <a:ea typeface="+mn-ea"/>
                <a:cs typeface="+mn-cs"/>
              </a:rPr>
              <a:t>Validation tests</a:t>
            </a:r>
          </a:p>
        </p:txBody>
      </p:sp>
      <p:sp>
        <p:nvSpPr>
          <p:cNvPr id="364" name="Rectangle 18">
            <a:extLst>
              <a:ext uri="{FF2B5EF4-FFF2-40B4-BE49-F238E27FC236}">
                <a16:creationId xmlns:a16="http://schemas.microsoft.com/office/drawing/2014/main" id="{4375D051-879F-4A67-A206-9DD9059B6D5D}"/>
              </a:ext>
            </a:extLst>
          </p:cNvPr>
          <p:cNvSpPr>
            <a:spLocks noChangeArrowheads="1"/>
          </p:cNvSpPr>
          <p:nvPr/>
        </p:nvSpPr>
        <p:spPr bwMode="auto">
          <a:xfrm>
            <a:off x="8376825" y="4738210"/>
            <a:ext cx="1142008" cy="223311"/>
          </a:xfrm>
          <a:prstGeom prst="rect">
            <a:avLst/>
          </a:prstGeom>
          <a:noFill/>
          <a:ln w="9525" cap="flat">
            <a:solidFill>
              <a:srgbClr val="DC717B"/>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45720" rIns="4572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0070AD"/>
              </a:solidFill>
              <a:effectLst/>
              <a:uLnTx/>
              <a:uFillTx/>
              <a:latin typeface="Ubuntu"/>
              <a:ea typeface="+mn-ea"/>
              <a:cs typeface="+mn-cs"/>
            </a:endParaRPr>
          </a:p>
        </p:txBody>
      </p:sp>
      <p:sp>
        <p:nvSpPr>
          <p:cNvPr id="365" name="Rectangle 20">
            <a:extLst>
              <a:ext uri="{FF2B5EF4-FFF2-40B4-BE49-F238E27FC236}">
                <a16:creationId xmlns:a16="http://schemas.microsoft.com/office/drawing/2014/main" id="{FB222A8B-49D3-4BCA-8C9F-BE5931735EB1}"/>
              </a:ext>
            </a:extLst>
          </p:cNvPr>
          <p:cNvSpPr>
            <a:spLocks noChangeArrowheads="1"/>
          </p:cNvSpPr>
          <p:nvPr/>
        </p:nvSpPr>
        <p:spPr bwMode="auto">
          <a:xfrm>
            <a:off x="8146625" y="5156917"/>
            <a:ext cx="1142008" cy="225173"/>
          </a:xfrm>
          <a:prstGeom prst="round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4572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700" b="1" i="0" u="none" strike="noStrike" kern="1200" cap="none" spc="0" normalizeH="0" baseline="0" noProof="0">
                <a:ln>
                  <a:noFill/>
                </a:ln>
                <a:solidFill>
                  <a:srgbClr val="0070AD"/>
                </a:solidFill>
                <a:effectLst/>
                <a:uLnTx/>
                <a:uFillTx/>
                <a:latin typeface="Ubuntu"/>
                <a:ea typeface="+mn-ea"/>
                <a:cs typeface="+mn-cs"/>
              </a:rPr>
              <a:t>Integration tests</a:t>
            </a:r>
          </a:p>
        </p:txBody>
      </p:sp>
      <p:sp>
        <p:nvSpPr>
          <p:cNvPr id="366" name="Rectangle 21">
            <a:extLst>
              <a:ext uri="{FF2B5EF4-FFF2-40B4-BE49-F238E27FC236}">
                <a16:creationId xmlns:a16="http://schemas.microsoft.com/office/drawing/2014/main" id="{BB926D89-72F6-40C4-8562-B3B6DBE69DA6}"/>
              </a:ext>
            </a:extLst>
          </p:cNvPr>
          <p:cNvSpPr>
            <a:spLocks noChangeArrowheads="1"/>
          </p:cNvSpPr>
          <p:nvPr/>
        </p:nvSpPr>
        <p:spPr bwMode="auto">
          <a:xfrm>
            <a:off x="8146625" y="5156917"/>
            <a:ext cx="1142008" cy="225173"/>
          </a:xfrm>
          <a:prstGeom prst="rect">
            <a:avLst/>
          </a:prstGeom>
          <a:noFill/>
          <a:ln w="9525" cap="flat">
            <a:solidFill>
              <a:srgbClr val="8B911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45720" rIns="4572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0070AD"/>
              </a:solidFill>
              <a:effectLst/>
              <a:uLnTx/>
              <a:uFillTx/>
              <a:latin typeface="Ubuntu"/>
              <a:ea typeface="+mn-ea"/>
              <a:cs typeface="+mn-cs"/>
            </a:endParaRPr>
          </a:p>
        </p:txBody>
      </p:sp>
      <p:sp>
        <p:nvSpPr>
          <p:cNvPr id="367" name="Rectangle 23">
            <a:extLst>
              <a:ext uri="{FF2B5EF4-FFF2-40B4-BE49-F238E27FC236}">
                <a16:creationId xmlns:a16="http://schemas.microsoft.com/office/drawing/2014/main" id="{646CC1E2-BFC7-44EF-A402-13CBE0B24923}"/>
              </a:ext>
            </a:extLst>
          </p:cNvPr>
          <p:cNvSpPr>
            <a:spLocks noChangeArrowheads="1"/>
          </p:cNvSpPr>
          <p:nvPr/>
        </p:nvSpPr>
        <p:spPr bwMode="auto">
          <a:xfrm>
            <a:off x="6328403" y="5156917"/>
            <a:ext cx="1143807" cy="225173"/>
          </a:xfrm>
          <a:prstGeom prst="round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4572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700" b="1" i="0" u="none" strike="noStrike" kern="1200" cap="none" spc="0" normalizeH="0" baseline="0" noProof="0">
                <a:ln>
                  <a:noFill/>
                </a:ln>
                <a:solidFill>
                  <a:srgbClr val="0070AD"/>
                </a:solidFill>
                <a:effectLst/>
                <a:uLnTx/>
                <a:uFillTx/>
                <a:latin typeface="Ubuntu"/>
                <a:ea typeface="+mn-ea"/>
                <a:cs typeface="+mn-cs"/>
              </a:rPr>
              <a:t>System Architecture</a:t>
            </a:r>
          </a:p>
        </p:txBody>
      </p:sp>
      <p:sp>
        <p:nvSpPr>
          <p:cNvPr id="368" name="Rectangle 24">
            <a:extLst>
              <a:ext uri="{FF2B5EF4-FFF2-40B4-BE49-F238E27FC236}">
                <a16:creationId xmlns:a16="http://schemas.microsoft.com/office/drawing/2014/main" id="{F0FB69AE-AF46-443E-A370-9FF295AA77AD}"/>
              </a:ext>
            </a:extLst>
          </p:cNvPr>
          <p:cNvSpPr>
            <a:spLocks noChangeArrowheads="1"/>
          </p:cNvSpPr>
          <p:nvPr/>
        </p:nvSpPr>
        <p:spPr bwMode="auto">
          <a:xfrm>
            <a:off x="6328403" y="5156917"/>
            <a:ext cx="1143807" cy="225173"/>
          </a:xfrm>
          <a:prstGeom prst="rect">
            <a:avLst/>
          </a:prstGeom>
          <a:noFill/>
          <a:ln w="9525" cap="flat">
            <a:solidFill>
              <a:srgbClr val="8B911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45720" rIns="4572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0070AD"/>
              </a:solidFill>
              <a:effectLst/>
              <a:uLnTx/>
              <a:uFillTx/>
              <a:latin typeface="Ubuntu"/>
              <a:ea typeface="+mn-ea"/>
              <a:cs typeface="+mn-cs"/>
            </a:endParaRPr>
          </a:p>
        </p:txBody>
      </p:sp>
      <p:sp>
        <p:nvSpPr>
          <p:cNvPr id="369" name="Rectangle 26">
            <a:extLst>
              <a:ext uri="{FF2B5EF4-FFF2-40B4-BE49-F238E27FC236}">
                <a16:creationId xmlns:a16="http://schemas.microsoft.com/office/drawing/2014/main" id="{E41E18C4-6D51-4904-BB78-8F1BE66B5FC1}"/>
              </a:ext>
            </a:extLst>
          </p:cNvPr>
          <p:cNvSpPr>
            <a:spLocks noChangeArrowheads="1"/>
          </p:cNvSpPr>
          <p:nvPr/>
        </p:nvSpPr>
        <p:spPr bwMode="auto">
          <a:xfrm>
            <a:off x="6481269" y="5568495"/>
            <a:ext cx="1143809" cy="223311"/>
          </a:xfrm>
          <a:prstGeom prst="round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4572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700" b="1" i="0" u="none" strike="noStrike" kern="1200" cap="none" spc="0" normalizeH="0" baseline="0" noProof="0">
                <a:ln>
                  <a:noFill/>
                </a:ln>
                <a:solidFill>
                  <a:srgbClr val="0070AD"/>
                </a:solidFill>
                <a:effectLst/>
                <a:uLnTx/>
                <a:uFillTx/>
                <a:latin typeface="Ubuntu"/>
                <a:ea typeface="+mn-ea"/>
                <a:cs typeface="+mn-cs"/>
              </a:rPr>
              <a:t>Detailed Design</a:t>
            </a:r>
          </a:p>
        </p:txBody>
      </p:sp>
      <p:sp>
        <p:nvSpPr>
          <p:cNvPr id="370" name="Rectangle 27">
            <a:extLst>
              <a:ext uri="{FF2B5EF4-FFF2-40B4-BE49-F238E27FC236}">
                <a16:creationId xmlns:a16="http://schemas.microsoft.com/office/drawing/2014/main" id="{919AC619-4EBC-498C-ACCD-2C01B8BE0463}"/>
              </a:ext>
            </a:extLst>
          </p:cNvPr>
          <p:cNvSpPr>
            <a:spLocks noChangeArrowheads="1"/>
          </p:cNvSpPr>
          <p:nvPr/>
        </p:nvSpPr>
        <p:spPr bwMode="auto">
          <a:xfrm>
            <a:off x="6483072" y="5568495"/>
            <a:ext cx="1142008" cy="223311"/>
          </a:xfrm>
          <a:prstGeom prst="rect">
            <a:avLst/>
          </a:prstGeom>
          <a:noFill/>
          <a:ln w="9525" cap="flat">
            <a:solidFill>
              <a:srgbClr val="B481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45720" rIns="4572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0070AD"/>
              </a:solidFill>
              <a:effectLst/>
              <a:uLnTx/>
              <a:uFillTx/>
              <a:latin typeface="Ubuntu"/>
              <a:ea typeface="+mn-ea"/>
              <a:cs typeface="+mn-cs"/>
            </a:endParaRPr>
          </a:p>
        </p:txBody>
      </p:sp>
      <p:sp>
        <p:nvSpPr>
          <p:cNvPr id="371" name="Rectangle 28">
            <a:extLst>
              <a:ext uri="{FF2B5EF4-FFF2-40B4-BE49-F238E27FC236}">
                <a16:creationId xmlns:a16="http://schemas.microsoft.com/office/drawing/2014/main" id="{F32434D3-7227-49A1-AA39-EE116668D378}"/>
              </a:ext>
            </a:extLst>
          </p:cNvPr>
          <p:cNvSpPr>
            <a:spLocks noChangeArrowheads="1"/>
          </p:cNvSpPr>
          <p:nvPr/>
        </p:nvSpPr>
        <p:spPr bwMode="auto">
          <a:xfrm>
            <a:off x="6637735" y="5612843"/>
            <a:ext cx="92398" cy="338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45720" tIns="45720" rIns="45720" bIns="4572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742950" rtl="0" eaLnBrk="0" fontAlgn="base" latinLnBrk="0" hangingPunct="0">
              <a:lnSpc>
                <a:spcPct val="100000"/>
              </a:lnSpc>
              <a:spcBef>
                <a:spcPct val="0"/>
              </a:spcBef>
              <a:spcAft>
                <a:spcPct val="0"/>
              </a:spcAft>
              <a:buClrTx/>
              <a:buSzTx/>
              <a:buFontTx/>
              <a:buNone/>
              <a:tabLst/>
              <a:defRPr/>
            </a:pPr>
            <a:endParaRPr kumimoji="0" lang="fr-FR" altLang="fr-FR" sz="1600" b="1" i="0" u="none" strike="noStrike" kern="1200" cap="none" spc="0" normalizeH="0" baseline="0" noProof="0">
              <a:ln>
                <a:noFill/>
              </a:ln>
              <a:solidFill>
                <a:srgbClr val="0070AD"/>
              </a:solidFill>
              <a:effectLst/>
              <a:uLnTx/>
              <a:uFillTx/>
              <a:latin typeface="Ubuntu"/>
              <a:ea typeface="+mn-ea"/>
              <a:cs typeface="+mn-cs"/>
            </a:endParaRPr>
          </a:p>
        </p:txBody>
      </p:sp>
      <p:sp>
        <p:nvSpPr>
          <p:cNvPr id="372" name="Rectangle 29">
            <a:extLst>
              <a:ext uri="{FF2B5EF4-FFF2-40B4-BE49-F238E27FC236}">
                <a16:creationId xmlns:a16="http://schemas.microsoft.com/office/drawing/2014/main" id="{D40634E9-F63F-414B-AE6F-DAF117EF34C5}"/>
              </a:ext>
            </a:extLst>
          </p:cNvPr>
          <p:cNvSpPr>
            <a:spLocks noChangeArrowheads="1"/>
          </p:cNvSpPr>
          <p:nvPr/>
        </p:nvSpPr>
        <p:spPr bwMode="auto">
          <a:xfrm>
            <a:off x="7948797" y="5566323"/>
            <a:ext cx="1142008" cy="223311"/>
          </a:xfrm>
          <a:prstGeom prst="round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4572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700" b="1" i="0" u="none" strike="noStrike" kern="1200" cap="none" spc="0" normalizeH="0" baseline="0" noProof="0">
                <a:ln>
                  <a:noFill/>
                </a:ln>
                <a:solidFill>
                  <a:srgbClr val="0070AD"/>
                </a:solidFill>
                <a:effectLst/>
                <a:uLnTx/>
                <a:uFillTx/>
                <a:latin typeface="Ubuntu"/>
                <a:ea typeface="+mn-ea"/>
                <a:cs typeface="+mn-cs"/>
              </a:rPr>
              <a:t>Unit tests</a:t>
            </a:r>
          </a:p>
        </p:txBody>
      </p:sp>
      <p:sp>
        <p:nvSpPr>
          <p:cNvPr id="373" name="Rectangle 30">
            <a:extLst>
              <a:ext uri="{FF2B5EF4-FFF2-40B4-BE49-F238E27FC236}">
                <a16:creationId xmlns:a16="http://schemas.microsoft.com/office/drawing/2014/main" id="{58942DB4-1D6B-4086-887C-75EBAD3A50DC}"/>
              </a:ext>
            </a:extLst>
          </p:cNvPr>
          <p:cNvSpPr>
            <a:spLocks noChangeArrowheads="1"/>
          </p:cNvSpPr>
          <p:nvPr/>
        </p:nvSpPr>
        <p:spPr bwMode="auto">
          <a:xfrm>
            <a:off x="7948797" y="5566323"/>
            <a:ext cx="1142008" cy="223311"/>
          </a:xfrm>
          <a:prstGeom prst="rect">
            <a:avLst/>
          </a:prstGeom>
          <a:noFill/>
          <a:ln w="9525" cap="flat">
            <a:solidFill>
              <a:srgbClr val="B481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45720" rIns="4572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0070AD"/>
              </a:solidFill>
              <a:effectLst/>
              <a:uLnTx/>
              <a:uFillTx/>
              <a:latin typeface="Ubuntu"/>
              <a:ea typeface="+mn-ea"/>
              <a:cs typeface="+mn-cs"/>
            </a:endParaRPr>
          </a:p>
        </p:txBody>
      </p:sp>
      <p:sp>
        <p:nvSpPr>
          <p:cNvPr id="374" name="Rectangle : coins arrondis 373">
            <a:extLst>
              <a:ext uri="{FF2B5EF4-FFF2-40B4-BE49-F238E27FC236}">
                <a16:creationId xmlns:a16="http://schemas.microsoft.com/office/drawing/2014/main" id="{FE332F76-9EFB-4861-8A1A-82DDF6D60EBC}"/>
              </a:ext>
            </a:extLst>
          </p:cNvPr>
          <p:cNvSpPr>
            <a:spLocks noChangeArrowheads="1"/>
          </p:cNvSpPr>
          <p:nvPr/>
        </p:nvSpPr>
        <p:spPr bwMode="auto">
          <a:xfrm>
            <a:off x="7049576" y="5973864"/>
            <a:ext cx="1365015" cy="271695"/>
          </a:xfrm>
          <a:prstGeom prst="round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4572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700" b="1" i="0" u="none" strike="noStrike" kern="1200" cap="none" spc="0" normalizeH="0" baseline="0" noProof="0">
                <a:ln>
                  <a:noFill/>
                </a:ln>
                <a:solidFill>
                  <a:srgbClr val="0070AD"/>
                </a:solidFill>
                <a:effectLst/>
                <a:uLnTx/>
                <a:uFillTx/>
                <a:latin typeface="Ubuntu"/>
                <a:ea typeface="+mn-ea"/>
                <a:cs typeface="+mn-cs"/>
              </a:rPr>
              <a:t>Realization</a:t>
            </a:r>
          </a:p>
        </p:txBody>
      </p:sp>
      <p:sp>
        <p:nvSpPr>
          <p:cNvPr id="375" name="Rectangle 374">
            <a:extLst>
              <a:ext uri="{FF2B5EF4-FFF2-40B4-BE49-F238E27FC236}">
                <a16:creationId xmlns:a16="http://schemas.microsoft.com/office/drawing/2014/main" id="{081BC442-9343-41DE-B777-0E820FEA268D}"/>
              </a:ext>
            </a:extLst>
          </p:cNvPr>
          <p:cNvSpPr>
            <a:spLocks noChangeArrowheads="1"/>
          </p:cNvSpPr>
          <p:nvPr/>
        </p:nvSpPr>
        <p:spPr bwMode="auto">
          <a:xfrm>
            <a:off x="7049576" y="5973864"/>
            <a:ext cx="1365015" cy="271695"/>
          </a:xfrm>
          <a:prstGeom prst="rect">
            <a:avLst/>
          </a:prstGeom>
          <a:noFill/>
          <a:ln w="9525" cap="flat">
            <a:solidFill>
              <a:srgbClr val="6D83A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45720" rIns="4572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0070AD"/>
              </a:solidFill>
              <a:effectLst/>
              <a:uLnTx/>
              <a:uFillTx/>
              <a:latin typeface="Ubuntu"/>
              <a:ea typeface="+mn-ea"/>
              <a:cs typeface="+mn-cs"/>
            </a:endParaRPr>
          </a:p>
        </p:txBody>
      </p:sp>
      <p:sp>
        <p:nvSpPr>
          <p:cNvPr id="376" name="Freeform 35">
            <a:extLst>
              <a:ext uri="{FF2B5EF4-FFF2-40B4-BE49-F238E27FC236}">
                <a16:creationId xmlns:a16="http://schemas.microsoft.com/office/drawing/2014/main" id="{1469C6A0-FCEC-4973-BE82-DC67B80B7496}"/>
              </a:ext>
            </a:extLst>
          </p:cNvPr>
          <p:cNvSpPr>
            <a:spLocks noEditPoints="1"/>
          </p:cNvSpPr>
          <p:nvPr/>
        </p:nvSpPr>
        <p:spPr bwMode="auto">
          <a:xfrm>
            <a:off x="7161080" y="4825673"/>
            <a:ext cx="1186969" cy="70715"/>
          </a:xfrm>
          <a:custGeom>
            <a:avLst/>
            <a:gdLst>
              <a:gd name="T0" fmla="*/ 41 w 660"/>
              <a:gd name="T1" fmla="*/ 17 h 38"/>
              <a:gd name="T2" fmla="*/ 54 w 660"/>
              <a:gd name="T3" fmla="*/ 17 h 38"/>
              <a:gd name="T4" fmla="*/ 63 w 660"/>
              <a:gd name="T5" fmla="*/ 21 h 38"/>
              <a:gd name="T6" fmla="*/ 68 w 660"/>
              <a:gd name="T7" fmla="*/ 21 h 38"/>
              <a:gd name="T8" fmla="*/ 77 w 660"/>
              <a:gd name="T9" fmla="*/ 17 h 38"/>
              <a:gd name="T10" fmla="*/ 95 w 660"/>
              <a:gd name="T11" fmla="*/ 17 h 38"/>
              <a:gd name="T12" fmla="*/ 109 w 660"/>
              <a:gd name="T13" fmla="*/ 17 h 38"/>
              <a:gd name="T14" fmla="*/ 118 w 660"/>
              <a:gd name="T15" fmla="*/ 21 h 38"/>
              <a:gd name="T16" fmla="*/ 122 w 660"/>
              <a:gd name="T17" fmla="*/ 21 h 38"/>
              <a:gd name="T18" fmla="*/ 131 w 660"/>
              <a:gd name="T19" fmla="*/ 17 h 38"/>
              <a:gd name="T20" fmla="*/ 149 w 660"/>
              <a:gd name="T21" fmla="*/ 17 h 38"/>
              <a:gd name="T22" fmla="*/ 163 w 660"/>
              <a:gd name="T23" fmla="*/ 17 h 38"/>
              <a:gd name="T24" fmla="*/ 172 w 660"/>
              <a:gd name="T25" fmla="*/ 21 h 38"/>
              <a:gd name="T26" fmla="*/ 177 w 660"/>
              <a:gd name="T27" fmla="*/ 21 h 38"/>
              <a:gd name="T28" fmla="*/ 186 w 660"/>
              <a:gd name="T29" fmla="*/ 17 h 38"/>
              <a:gd name="T30" fmla="*/ 204 w 660"/>
              <a:gd name="T31" fmla="*/ 17 h 38"/>
              <a:gd name="T32" fmla="*/ 217 w 660"/>
              <a:gd name="T33" fmla="*/ 17 h 38"/>
              <a:gd name="T34" fmla="*/ 227 w 660"/>
              <a:gd name="T35" fmla="*/ 21 h 38"/>
              <a:gd name="T36" fmla="*/ 231 w 660"/>
              <a:gd name="T37" fmla="*/ 21 h 38"/>
              <a:gd name="T38" fmla="*/ 240 w 660"/>
              <a:gd name="T39" fmla="*/ 17 h 38"/>
              <a:gd name="T40" fmla="*/ 258 w 660"/>
              <a:gd name="T41" fmla="*/ 17 h 38"/>
              <a:gd name="T42" fmla="*/ 272 w 660"/>
              <a:gd name="T43" fmla="*/ 17 h 38"/>
              <a:gd name="T44" fmla="*/ 281 w 660"/>
              <a:gd name="T45" fmla="*/ 21 h 38"/>
              <a:gd name="T46" fmla="*/ 286 w 660"/>
              <a:gd name="T47" fmla="*/ 21 h 38"/>
              <a:gd name="T48" fmla="*/ 295 w 660"/>
              <a:gd name="T49" fmla="*/ 17 h 38"/>
              <a:gd name="T50" fmla="*/ 313 w 660"/>
              <a:gd name="T51" fmla="*/ 17 h 38"/>
              <a:gd name="T52" fmla="*/ 326 w 660"/>
              <a:gd name="T53" fmla="*/ 17 h 38"/>
              <a:gd name="T54" fmla="*/ 335 w 660"/>
              <a:gd name="T55" fmla="*/ 21 h 38"/>
              <a:gd name="T56" fmla="*/ 340 w 660"/>
              <a:gd name="T57" fmla="*/ 21 h 38"/>
              <a:gd name="T58" fmla="*/ 349 w 660"/>
              <a:gd name="T59" fmla="*/ 17 h 38"/>
              <a:gd name="T60" fmla="*/ 367 w 660"/>
              <a:gd name="T61" fmla="*/ 17 h 38"/>
              <a:gd name="T62" fmla="*/ 381 w 660"/>
              <a:gd name="T63" fmla="*/ 17 h 38"/>
              <a:gd name="T64" fmla="*/ 390 w 660"/>
              <a:gd name="T65" fmla="*/ 21 h 38"/>
              <a:gd name="T66" fmla="*/ 394 w 660"/>
              <a:gd name="T67" fmla="*/ 21 h 38"/>
              <a:gd name="T68" fmla="*/ 403 w 660"/>
              <a:gd name="T69" fmla="*/ 17 h 38"/>
              <a:gd name="T70" fmla="*/ 422 w 660"/>
              <a:gd name="T71" fmla="*/ 17 h 38"/>
              <a:gd name="T72" fmla="*/ 435 w 660"/>
              <a:gd name="T73" fmla="*/ 17 h 38"/>
              <a:gd name="T74" fmla="*/ 444 w 660"/>
              <a:gd name="T75" fmla="*/ 21 h 38"/>
              <a:gd name="T76" fmla="*/ 449 w 660"/>
              <a:gd name="T77" fmla="*/ 21 h 38"/>
              <a:gd name="T78" fmla="*/ 458 w 660"/>
              <a:gd name="T79" fmla="*/ 17 h 38"/>
              <a:gd name="T80" fmla="*/ 476 w 660"/>
              <a:gd name="T81" fmla="*/ 17 h 38"/>
              <a:gd name="T82" fmla="*/ 490 w 660"/>
              <a:gd name="T83" fmla="*/ 17 h 38"/>
              <a:gd name="T84" fmla="*/ 499 w 660"/>
              <a:gd name="T85" fmla="*/ 21 h 38"/>
              <a:gd name="T86" fmla="*/ 503 w 660"/>
              <a:gd name="T87" fmla="*/ 21 h 38"/>
              <a:gd name="T88" fmla="*/ 512 w 660"/>
              <a:gd name="T89" fmla="*/ 17 h 38"/>
              <a:gd name="T90" fmla="*/ 531 w 660"/>
              <a:gd name="T91" fmla="*/ 17 h 38"/>
              <a:gd name="T92" fmla="*/ 544 w 660"/>
              <a:gd name="T93" fmla="*/ 17 h 38"/>
              <a:gd name="T94" fmla="*/ 553 w 660"/>
              <a:gd name="T95" fmla="*/ 21 h 38"/>
              <a:gd name="T96" fmla="*/ 558 w 660"/>
              <a:gd name="T97" fmla="*/ 21 h 38"/>
              <a:gd name="T98" fmla="*/ 567 w 660"/>
              <a:gd name="T99" fmla="*/ 17 h 38"/>
              <a:gd name="T100" fmla="*/ 585 w 660"/>
              <a:gd name="T101" fmla="*/ 17 h 38"/>
              <a:gd name="T102" fmla="*/ 599 w 660"/>
              <a:gd name="T103" fmla="*/ 17 h 38"/>
              <a:gd name="T104" fmla="*/ 608 w 660"/>
              <a:gd name="T105" fmla="*/ 21 h 38"/>
              <a:gd name="T106" fmla="*/ 612 w 660"/>
              <a:gd name="T107" fmla="*/ 21 h 38"/>
              <a:gd name="T108" fmla="*/ 621 w 660"/>
              <a:gd name="T109" fmla="*/ 17 h 38"/>
              <a:gd name="T110" fmla="*/ 660 w 660"/>
              <a:gd name="T111"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60" h="38">
                <a:moveTo>
                  <a:pt x="31" y="17"/>
                </a:moveTo>
                <a:lnTo>
                  <a:pt x="36" y="17"/>
                </a:lnTo>
                <a:lnTo>
                  <a:pt x="36" y="21"/>
                </a:lnTo>
                <a:lnTo>
                  <a:pt x="31" y="21"/>
                </a:lnTo>
                <a:lnTo>
                  <a:pt x="31" y="17"/>
                </a:lnTo>
                <a:close/>
                <a:moveTo>
                  <a:pt x="41" y="17"/>
                </a:moveTo>
                <a:lnTo>
                  <a:pt x="45" y="17"/>
                </a:lnTo>
                <a:lnTo>
                  <a:pt x="45" y="21"/>
                </a:lnTo>
                <a:lnTo>
                  <a:pt x="41" y="21"/>
                </a:lnTo>
                <a:lnTo>
                  <a:pt x="41" y="17"/>
                </a:lnTo>
                <a:close/>
                <a:moveTo>
                  <a:pt x="50" y="17"/>
                </a:moveTo>
                <a:lnTo>
                  <a:pt x="54" y="17"/>
                </a:lnTo>
                <a:lnTo>
                  <a:pt x="54" y="21"/>
                </a:lnTo>
                <a:lnTo>
                  <a:pt x="50" y="21"/>
                </a:lnTo>
                <a:lnTo>
                  <a:pt x="50" y="17"/>
                </a:lnTo>
                <a:close/>
                <a:moveTo>
                  <a:pt x="59" y="17"/>
                </a:moveTo>
                <a:lnTo>
                  <a:pt x="63" y="17"/>
                </a:lnTo>
                <a:lnTo>
                  <a:pt x="63" y="21"/>
                </a:lnTo>
                <a:lnTo>
                  <a:pt x="59" y="21"/>
                </a:lnTo>
                <a:lnTo>
                  <a:pt x="59" y="17"/>
                </a:lnTo>
                <a:close/>
                <a:moveTo>
                  <a:pt x="68" y="17"/>
                </a:moveTo>
                <a:lnTo>
                  <a:pt x="72" y="17"/>
                </a:lnTo>
                <a:lnTo>
                  <a:pt x="72" y="21"/>
                </a:lnTo>
                <a:lnTo>
                  <a:pt x="68" y="21"/>
                </a:lnTo>
                <a:lnTo>
                  <a:pt x="68" y="17"/>
                </a:lnTo>
                <a:close/>
                <a:moveTo>
                  <a:pt x="77" y="17"/>
                </a:moveTo>
                <a:lnTo>
                  <a:pt x="81" y="17"/>
                </a:lnTo>
                <a:lnTo>
                  <a:pt x="81" y="21"/>
                </a:lnTo>
                <a:lnTo>
                  <a:pt x="77" y="21"/>
                </a:lnTo>
                <a:lnTo>
                  <a:pt x="77" y="17"/>
                </a:lnTo>
                <a:close/>
                <a:moveTo>
                  <a:pt x="86" y="17"/>
                </a:moveTo>
                <a:lnTo>
                  <a:pt x="90" y="17"/>
                </a:lnTo>
                <a:lnTo>
                  <a:pt x="90" y="21"/>
                </a:lnTo>
                <a:lnTo>
                  <a:pt x="86" y="21"/>
                </a:lnTo>
                <a:lnTo>
                  <a:pt x="86" y="17"/>
                </a:lnTo>
                <a:close/>
                <a:moveTo>
                  <a:pt x="95" y="17"/>
                </a:moveTo>
                <a:lnTo>
                  <a:pt x="100" y="17"/>
                </a:lnTo>
                <a:lnTo>
                  <a:pt x="100" y="21"/>
                </a:lnTo>
                <a:lnTo>
                  <a:pt x="95" y="21"/>
                </a:lnTo>
                <a:lnTo>
                  <a:pt x="95" y="17"/>
                </a:lnTo>
                <a:close/>
                <a:moveTo>
                  <a:pt x="104" y="17"/>
                </a:moveTo>
                <a:lnTo>
                  <a:pt x="109" y="17"/>
                </a:lnTo>
                <a:lnTo>
                  <a:pt x="109" y="21"/>
                </a:lnTo>
                <a:lnTo>
                  <a:pt x="104" y="21"/>
                </a:lnTo>
                <a:lnTo>
                  <a:pt x="104" y="17"/>
                </a:lnTo>
                <a:close/>
                <a:moveTo>
                  <a:pt x="113" y="17"/>
                </a:moveTo>
                <a:lnTo>
                  <a:pt x="118" y="17"/>
                </a:lnTo>
                <a:lnTo>
                  <a:pt x="118" y="21"/>
                </a:lnTo>
                <a:lnTo>
                  <a:pt x="113" y="21"/>
                </a:lnTo>
                <a:lnTo>
                  <a:pt x="113" y="17"/>
                </a:lnTo>
                <a:close/>
                <a:moveTo>
                  <a:pt x="122" y="17"/>
                </a:moveTo>
                <a:lnTo>
                  <a:pt x="127" y="17"/>
                </a:lnTo>
                <a:lnTo>
                  <a:pt x="127" y="21"/>
                </a:lnTo>
                <a:lnTo>
                  <a:pt x="122" y="21"/>
                </a:lnTo>
                <a:lnTo>
                  <a:pt x="122" y="17"/>
                </a:lnTo>
                <a:close/>
                <a:moveTo>
                  <a:pt x="131" y="17"/>
                </a:moveTo>
                <a:lnTo>
                  <a:pt x="136" y="17"/>
                </a:lnTo>
                <a:lnTo>
                  <a:pt x="136" y="21"/>
                </a:lnTo>
                <a:lnTo>
                  <a:pt x="131" y="21"/>
                </a:lnTo>
                <a:lnTo>
                  <a:pt x="131" y="17"/>
                </a:lnTo>
                <a:close/>
                <a:moveTo>
                  <a:pt x="140" y="17"/>
                </a:moveTo>
                <a:lnTo>
                  <a:pt x="145" y="17"/>
                </a:lnTo>
                <a:lnTo>
                  <a:pt x="145" y="21"/>
                </a:lnTo>
                <a:lnTo>
                  <a:pt x="140" y="21"/>
                </a:lnTo>
                <a:lnTo>
                  <a:pt x="140" y="17"/>
                </a:lnTo>
                <a:close/>
                <a:moveTo>
                  <a:pt x="149" y="17"/>
                </a:moveTo>
                <a:lnTo>
                  <a:pt x="154" y="17"/>
                </a:lnTo>
                <a:lnTo>
                  <a:pt x="154" y="21"/>
                </a:lnTo>
                <a:lnTo>
                  <a:pt x="149" y="21"/>
                </a:lnTo>
                <a:lnTo>
                  <a:pt x="149" y="17"/>
                </a:lnTo>
                <a:close/>
                <a:moveTo>
                  <a:pt x="158" y="17"/>
                </a:moveTo>
                <a:lnTo>
                  <a:pt x="163" y="17"/>
                </a:lnTo>
                <a:lnTo>
                  <a:pt x="163" y="21"/>
                </a:lnTo>
                <a:lnTo>
                  <a:pt x="158" y="21"/>
                </a:lnTo>
                <a:lnTo>
                  <a:pt x="158" y="17"/>
                </a:lnTo>
                <a:close/>
                <a:moveTo>
                  <a:pt x="168" y="17"/>
                </a:moveTo>
                <a:lnTo>
                  <a:pt x="172" y="17"/>
                </a:lnTo>
                <a:lnTo>
                  <a:pt x="172" y="21"/>
                </a:lnTo>
                <a:lnTo>
                  <a:pt x="168" y="21"/>
                </a:lnTo>
                <a:lnTo>
                  <a:pt x="168" y="17"/>
                </a:lnTo>
                <a:close/>
                <a:moveTo>
                  <a:pt x="177" y="17"/>
                </a:moveTo>
                <a:lnTo>
                  <a:pt x="181" y="17"/>
                </a:lnTo>
                <a:lnTo>
                  <a:pt x="181" y="21"/>
                </a:lnTo>
                <a:lnTo>
                  <a:pt x="177" y="21"/>
                </a:lnTo>
                <a:lnTo>
                  <a:pt x="177" y="17"/>
                </a:lnTo>
                <a:close/>
                <a:moveTo>
                  <a:pt x="186" y="17"/>
                </a:moveTo>
                <a:lnTo>
                  <a:pt x="190" y="17"/>
                </a:lnTo>
                <a:lnTo>
                  <a:pt x="190" y="21"/>
                </a:lnTo>
                <a:lnTo>
                  <a:pt x="186" y="21"/>
                </a:lnTo>
                <a:lnTo>
                  <a:pt x="186" y="17"/>
                </a:lnTo>
                <a:close/>
                <a:moveTo>
                  <a:pt x="195" y="17"/>
                </a:moveTo>
                <a:lnTo>
                  <a:pt x="199" y="17"/>
                </a:lnTo>
                <a:lnTo>
                  <a:pt x="199" y="21"/>
                </a:lnTo>
                <a:lnTo>
                  <a:pt x="195" y="21"/>
                </a:lnTo>
                <a:lnTo>
                  <a:pt x="195" y="17"/>
                </a:lnTo>
                <a:close/>
                <a:moveTo>
                  <a:pt x="204" y="17"/>
                </a:moveTo>
                <a:lnTo>
                  <a:pt x="208" y="17"/>
                </a:lnTo>
                <a:lnTo>
                  <a:pt x="208" y="21"/>
                </a:lnTo>
                <a:lnTo>
                  <a:pt x="204" y="21"/>
                </a:lnTo>
                <a:lnTo>
                  <a:pt x="204" y="17"/>
                </a:lnTo>
                <a:close/>
                <a:moveTo>
                  <a:pt x="213" y="17"/>
                </a:moveTo>
                <a:lnTo>
                  <a:pt x="217" y="17"/>
                </a:lnTo>
                <a:lnTo>
                  <a:pt x="217" y="21"/>
                </a:lnTo>
                <a:lnTo>
                  <a:pt x="213" y="21"/>
                </a:lnTo>
                <a:lnTo>
                  <a:pt x="213" y="17"/>
                </a:lnTo>
                <a:close/>
                <a:moveTo>
                  <a:pt x="222" y="17"/>
                </a:moveTo>
                <a:lnTo>
                  <a:pt x="227" y="17"/>
                </a:lnTo>
                <a:lnTo>
                  <a:pt x="227" y="21"/>
                </a:lnTo>
                <a:lnTo>
                  <a:pt x="222" y="21"/>
                </a:lnTo>
                <a:lnTo>
                  <a:pt x="222" y="17"/>
                </a:lnTo>
                <a:close/>
                <a:moveTo>
                  <a:pt x="231" y="17"/>
                </a:moveTo>
                <a:lnTo>
                  <a:pt x="236" y="17"/>
                </a:lnTo>
                <a:lnTo>
                  <a:pt x="236" y="21"/>
                </a:lnTo>
                <a:lnTo>
                  <a:pt x="231" y="21"/>
                </a:lnTo>
                <a:lnTo>
                  <a:pt x="231" y="17"/>
                </a:lnTo>
                <a:close/>
                <a:moveTo>
                  <a:pt x="240" y="17"/>
                </a:moveTo>
                <a:lnTo>
                  <a:pt x="245" y="17"/>
                </a:lnTo>
                <a:lnTo>
                  <a:pt x="245" y="21"/>
                </a:lnTo>
                <a:lnTo>
                  <a:pt x="240" y="21"/>
                </a:lnTo>
                <a:lnTo>
                  <a:pt x="240" y="17"/>
                </a:lnTo>
                <a:close/>
                <a:moveTo>
                  <a:pt x="249" y="17"/>
                </a:moveTo>
                <a:lnTo>
                  <a:pt x="254" y="17"/>
                </a:lnTo>
                <a:lnTo>
                  <a:pt x="254" y="21"/>
                </a:lnTo>
                <a:lnTo>
                  <a:pt x="249" y="21"/>
                </a:lnTo>
                <a:lnTo>
                  <a:pt x="249" y="17"/>
                </a:lnTo>
                <a:close/>
                <a:moveTo>
                  <a:pt x="258" y="17"/>
                </a:moveTo>
                <a:lnTo>
                  <a:pt x="263" y="17"/>
                </a:lnTo>
                <a:lnTo>
                  <a:pt x="263" y="21"/>
                </a:lnTo>
                <a:lnTo>
                  <a:pt x="258" y="21"/>
                </a:lnTo>
                <a:lnTo>
                  <a:pt x="258" y="17"/>
                </a:lnTo>
                <a:close/>
                <a:moveTo>
                  <a:pt x="267" y="17"/>
                </a:moveTo>
                <a:lnTo>
                  <a:pt x="272" y="17"/>
                </a:lnTo>
                <a:lnTo>
                  <a:pt x="272" y="21"/>
                </a:lnTo>
                <a:lnTo>
                  <a:pt x="267" y="21"/>
                </a:lnTo>
                <a:lnTo>
                  <a:pt x="267" y="17"/>
                </a:lnTo>
                <a:close/>
                <a:moveTo>
                  <a:pt x="276" y="17"/>
                </a:moveTo>
                <a:lnTo>
                  <a:pt x="281" y="17"/>
                </a:lnTo>
                <a:lnTo>
                  <a:pt x="281" y="21"/>
                </a:lnTo>
                <a:lnTo>
                  <a:pt x="276" y="21"/>
                </a:lnTo>
                <a:lnTo>
                  <a:pt x="276" y="17"/>
                </a:lnTo>
                <a:close/>
                <a:moveTo>
                  <a:pt x="286" y="17"/>
                </a:moveTo>
                <a:lnTo>
                  <a:pt x="290" y="17"/>
                </a:lnTo>
                <a:lnTo>
                  <a:pt x="290" y="21"/>
                </a:lnTo>
                <a:lnTo>
                  <a:pt x="286" y="21"/>
                </a:lnTo>
                <a:lnTo>
                  <a:pt x="286" y="17"/>
                </a:lnTo>
                <a:close/>
                <a:moveTo>
                  <a:pt x="295" y="17"/>
                </a:moveTo>
                <a:lnTo>
                  <a:pt x="299" y="17"/>
                </a:lnTo>
                <a:lnTo>
                  <a:pt x="299" y="21"/>
                </a:lnTo>
                <a:lnTo>
                  <a:pt x="295" y="21"/>
                </a:lnTo>
                <a:lnTo>
                  <a:pt x="295" y="17"/>
                </a:lnTo>
                <a:close/>
                <a:moveTo>
                  <a:pt x="304" y="17"/>
                </a:moveTo>
                <a:lnTo>
                  <a:pt x="308" y="17"/>
                </a:lnTo>
                <a:lnTo>
                  <a:pt x="308" y="21"/>
                </a:lnTo>
                <a:lnTo>
                  <a:pt x="304" y="21"/>
                </a:lnTo>
                <a:lnTo>
                  <a:pt x="304" y="17"/>
                </a:lnTo>
                <a:close/>
                <a:moveTo>
                  <a:pt x="313" y="17"/>
                </a:moveTo>
                <a:lnTo>
                  <a:pt x="317" y="17"/>
                </a:lnTo>
                <a:lnTo>
                  <a:pt x="317" y="21"/>
                </a:lnTo>
                <a:lnTo>
                  <a:pt x="313" y="21"/>
                </a:lnTo>
                <a:lnTo>
                  <a:pt x="313" y="17"/>
                </a:lnTo>
                <a:close/>
                <a:moveTo>
                  <a:pt x="322" y="17"/>
                </a:moveTo>
                <a:lnTo>
                  <a:pt x="326" y="17"/>
                </a:lnTo>
                <a:lnTo>
                  <a:pt x="326" y="21"/>
                </a:lnTo>
                <a:lnTo>
                  <a:pt x="322" y="21"/>
                </a:lnTo>
                <a:lnTo>
                  <a:pt x="322" y="17"/>
                </a:lnTo>
                <a:close/>
                <a:moveTo>
                  <a:pt x="331" y="17"/>
                </a:moveTo>
                <a:lnTo>
                  <a:pt x="335" y="17"/>
                </a:lnTo>
                <a:lnTo>
                  <a:pt x="335" y="21"/>
                </a:lnTo>
                <a:lnTo>
                  <a:pt x="331" y="21"/>
                </a:lnTo>
                <a:lnTo>
                  <a:pt x="331" y="17"/>
                </a:lnTo>
                <a:close/>
                <a:moveTo>
                  <a:pt x="340" y="17"/>
                </a:moveTo>
                <a:lnTo>
                  <a:pt x="345" y="17"/>
                </a:lnTo>
                <a:lnTo>
                  <a:pt x="345" y="21"/>
                </a:lnTo>
                <a:lnTo>
                  <a:pt x="340" y="21"/>
                </a:lnTo>
                <a:lnTo>
                  <a:pt x="340" y="17"/>
                </a:lnTo>
                <a:close/>
                <a:moveTo>
                  <a:pt x="349" y="17"/>
                </a:moveTo>
                <a:lnTo>
                  <a:pt x="354" y="17"/>
                </a:lnTo>
                <a:lnTo>
                  <a:pt x="354" y="21"/>
                </a:lnTo>
                <a:lnTo>
                  <a:pt x="349" y="21"/>
                </a:lnTo>
                <a:lnTo>
                  <a:pt x="349" y="17"/>
                </a:lnTo>
                <a:close/>
                <a:moveTo>
                  <a:pt x="358" y="17"/>
                </a:moveTo>
                <a:lnTo>
                  <a:pt x="363" y="17"/>
                </a:lnTo>
                <a:lnTo>
                  <a:pt x="363" y="21"/>
                </a:lnTo>
                <a:lnTo>
                  <a:pt x="358" y="21"/>
                </a:lnTo>
                <a:lnTo>
                  <a:pt x="358" y="17"/>
                </a:lnTo>
                <a:close/>
                <a:moveTo>
                  <a:pt x="367" y="17"/>
                </a:moveTo>
                <a:lnTo>
                  <a:pt x="372" y="17"/>
                </a:lnTo>
                <a:lnTo>
                  <a:pt x="372" y="21"/>
                </a:lnTo>
                <a:lnTo>
                  <a:pt x="367" y="21"/>
                </a:lnTo>
                <a:lnTo>
                  <a:pt x="367" y="17"/>
                </a:lnTo>
                <a:close/>
                <a:moveTo>
                  <a:pt x="376" y="17"/>
                </a:moveTo>
                <a:lnTo>
                  <a:pt x="381" y="17"/>
                </a:lnTo>
                <a:lnTo>
                  <a:pt x="381" y="21"/>
                </a:lnTo>
                <a:lnTo>
                  <a:pt x="376" y="21"/>
                </a:lnTo>
                <a:lnTo>
                  <a:pt x="376" y="17"/>
                </a:lnTo>
                <a:close/>
                <a:moveTo>
                  <a:pt x="385" y="17"/>
                </a:moveTo>
                <a:lnTo>
                  <a:pt x="390" y="17"/>
                </a:lnTo>
                <a:lnTo>
                  <a:pt x="390" y="21"/>
                </a:lnTo>
                <a:lnTo>
                  <a:pt x="385" y="21"/>
                </a:lnTo>
                <a:lnTo>
                  <a:pt x="385" y="17"/>
                </a:lnTo>
                <a:close/>
                <a:moveTo>
                  <a:pt x="394" y="17"/>
                </a:moveTo>
                <a:lnTo>
                  <a:pt x="399" y="17"/>
                </a:lnTo>
                <a:lnTo>
                  <a:pt x="399" y="21"/>
                </a:lnTo>
                <a:lnTo>
                  <a:pt x="394" y="21"/>
                </a:lnTo>
                <a:lnTo>
                  <a:pt x="394" y="17"/>
                </a:lnTo>
                <a:close/>
                <a:moveTo>
                  <a:pt x="403" y="17"/>
                </a:moveTo>
                <a:lnTo>
                  <a:pt x="408" y="17"/>
                </a:lnTo>
                <a:lnTo>
                  <a:pt x="408" y="21"/>
                </a:lnTo>
                <a:lnTo>
                  <a:pt x="403" y="21"/>
                </a:lnTo>
                <a:lnTo>
                  <a:pt x="403" y="17"/>
                </a:lnTo>
                <a:close/>
                <a:moveTo>
                  <a:pt x="413" y="17"/>
                </a:moveTo>
                <a:lnTo>
                  <a:pt x="417" y="17"/>
                </a:lnTo>
                <a:lnTo>
                  <a:pt x="417" y="21"/>
                </a:lnTo>
                <a:lnTo>
                  <a:pt x="413" y="21"/>
                </a:lnTo>
                <a:lnTo>
                  <a:pt x="413" y="17"/>
                </a:lnTo>
                <a:close/>
                <a:moveTo>
                  <a:pt x="422" y="17"/>
                </a:moveTo>
                <a:lnTo>
                  <a:pt x="426" y="17"/>
                </a:lnTo>
                <a:lnTo>
                  <a:pt x="426" y="21"/>
                </a:lnTo>
                <a:lnTo>
                  <a:pt x="422" y="21"/>
                </a:lnTo>
                <a:lnTo>
                  <a:pt x="422" y="17"/>
                </a:lnTo>
                <a:close/>
                <a:moveTo>
                  <a:pt x="431" y="17"/>
                </a:moveTo>
                <a:lnTo>
                  <a:pt x="435" y="17"/>
                </a:lnTo>
                <a:lnTo>
                  <a:pt x="435" y="21"/>
                </a:lnTo>
                <a:lnTo>
                  <a:pt x="431" y="21"/>
                </a:lnTo>
                <a:lnTo>
                  <a:pt x="431" y="17"/>
                </a:lnTo>
                <a:close/>
                <a:moveTo>
                  <a:pt x="440" y="17"/>
                </a:moveTo>
                <a:lnTo>
                  <a:pt x="444" y="17"/>
                </a:lnTo>
                <a:lnTo>
                  <a:pt x="444" y="21"/>
                </a:lnTo>
                <a:lnTo>
                  <a:pt x="440" y="21"/>
                </a:lnTo>
                <a:lnTo>
                  <a:pt x="440" y="17"/>
                </a:lnTo>
                <a:close/>
                <a:moveTo>
                  <a:pt x="449" y="17"/>
                </a:moveTo>
                <a:lnTo>
                  <a:pt x="453" y="17"/>
                </a:lnTo>
                <a:lnTo>
                  <a:pt x="453" y="21"/>
                </a:lnTo>
                <a:lnTo>
                  <a:pt x="449" y="21"/>
                </a:lnTo>
                <a:lnTo>
                  <a:pt x="449" y="17"/>
                </a:lnTo>
                <a:close/>
                <a:moveTo>
                  <a:pt x="458" y="17"/>
                </a:moveTo>
                <a:lnTo>
                  <a:pt x="462" y="17"/>
                </a:lnTo>
                <a:lnTo>
                  <a:pt x="462" y="21"/>
                </a:lnTo>
                <a:lnTo>
                  <a:pt x="458" y="21"/>
                </a:lnTo>
                <a:lnTo>
                  <a:pt x="458" y="17"/>
                </a:lnTo>
                <a:close/>
                <a:moveTo>
                  <a:pt x="467" y="17"/>
                </a:moveTo>
                <a:lnTo>
                  <a:pt x="472" y="17"/>
                </a:lnTo>
                <a:lnTo>
                  <a:pt x="472" y="21"/>
                </a:lnTo>
                <a:lnTo>
                  <a:pt x="467" y="21"/>
                </a:lnTo>
                <a:lnTo>
                  <a:pt x="467" y="17"/>
                </a:lnTo>
                <a:close/>
                <a:moveTo>
                  <a:pt x="476" y="17"/>
                </a:moveTo>
                <a:lnTo>
                  <a:pt x="481" y="17"/>
                </a:lnTo>
                <a:lnTo>
                  <a:pt x="481" y="21"/>
                </a:lnTo>
                <a:lnTo>
                  <a:pt x="476" y="21"/>
                </a:lnTo>
                <a:lnTo>
                  <a:pt x="476" y="17"/>
                </a:lnTo>
                <a:close/>
                <a:moveTo>
                  <a:pt x="485" y="17"/>
                </a:moveTo>
                <a:lnTo>
                  <a:pt x="490" y="17"/>
                </a:lnTo>
                <a:lnTo>
                  <a:pt x="490" y="21"/>
                </a:lnTo>
                <a:lnTo>
                  <a:pt x="485" y="21"/>
                </a:lnTo>
                <a:lnTo>
                  <a:pt x="485" y="17"/>
                </a:lnTo>
                <a:close/>
                <a:moveTo>
                  <a:pt x="494" y="17"/>
                </a:moveTo>
                <a:lnTo>
                  <a:pt x="499" y="17"/>
                </a:lnTo>
                <a:lnTo>
                  <a:pt x="499" y="21"/>
                </a:lnTo>
                <a:lnTo>
                  <a:pt x="494" y="21"/>
                </a:lnTo>
                <a:lnTo>
                  <a:pt x="494" y="17"/>
                </a:lnTo>
                <a:close/>
                <a:moveTo>
                  <a:pt x="503" y="17"/>
                </a:moveTo>
                <a:lnTo>
                  <a:pt x="508" y="17"/>
                </a:lnTo>
                <a:lnTo>
                  <a:pt x="508" y="21"/>
                </a:lnTo>
                <a:lnTo>
                  <a:pt x="503" y="21"/>
                </a:lnTo>
                <a:lnTo>
                  <a:pt x="503" y="17"/>
                </a:lnTo>
                <a:close/>
                <a:moveTo>
                  <a:pt x="512" y="17"/>
                </a:moveTo>
                <a:lnTo>
                  <a:pt x="517" y="17"/>
                </a:lnTo>
                <a:lnTo>
                  <a:pt x="517" y="21"/>
                </a:lnTo>
                <a:lnTo>
                  <a:pt x="512" y="21"/>
                </a:lnTo>
                <a:lnTo>
                  <a:pt x="512" y="17"/>
                </a:lnTo>
                <a:close/>
                <a:moveTo>
                  <a:pt x="521" y="17"/>
                </a:moveTo>
                <a:lnTo>
                  <a:pt x="526" y="17"/>
                </a:lnTo>
                <a:lnTo>
                  <a:pt x="526" y="21"/>
                </a:lnTo>
                <a:lnTo>
                  <a:pt x="521" y="21"/>
                </a:lnTo>
                <a:lnTo>
                  <a:pt x="521" y="17"/>
                </a:lnTo>
                <a:close/>
                <a:moveTo>
                  <a:pt x="531" y="17"/>
                </a:moveTo>
                <a:lnTo>
                  <a:pt x="535" y="17"/>
                </a:lnTo>
                <a:lnTo>
                  <a:pt x="535" y="21"/>
                </a:lnTo>
                <a:lnTo>
                  <a:pt x="531" y="21"/>
                </a:lnTo>
                <a:lnTo>
                  <a:pt x="531" y="17"/>
                </a:lnTo>
                <a:close/>
                <a:moveTo>
                  <a:pt x="540" y="17"/>
                </a:moveTo>
                <a:lnTo>
                  <a:pt x="544" y="17"/>
                </a:lnTo>
                <a:lnTo>
                  <a:pt x="544" y="21"/>
                </a:lnTo>
                <a:lnTo>
                  <a:pt x="540" y="21"/>
                </a:lnTo>
                <a:lnTo>
                  <a:pt x="540" y="17"/>
                </a:lnTo>
                <a:close/>
                <a:moveTo>
                  <a:pt x="549" y="17"/>
                </a:moveTo>
                <a:lnTo>
                  <a:pt x="553" y="17"/>
                </a:lnTo>
                <a:lnTo>
                  <a:pt x="553" y="21"/>
                </a:lnTo>
                <a:lnTo>
                  <a:pt x="549" y="21"/>
                </a:lnTo>
                <a:lnTo>
                  <a:pt x="549" y="17"/>
                </a:lnTo>
                <a:close/>
                <a:moveTo>
                  <a:pt x="558" y="17"/>
                </a:moveTo>
                <a:lnTo>
                  <a:pt x="562" y="17"/>
                </a:lnTo>
                <a:lnTo>
                  <a:pt x="562" y="21"/>
                </a:lnTo>
                <a:lnTo>
                  <a:pt x="558" y="21"/>
                </a:lnTo>
                <a:lnTo>
                  <a:pt x="558" y="17"/>
                </a:lnTo>
                <a:close/>
                <a:moveTo>
                  <a:pt x="567" y="17"/>
                </a:moveTo>
                <a:lnTo>
                  <a:pt x="571" y="17"/>
                </a:lnTo>
                <a:lnTo>
                  <a:pt x="571" y="21"/>
                </a:lnTo>
                <a:lnTo>
                  <a:pt x="567" y="21"/>
                </a:lnTo>
                <a:lnTo>
                  <a:pt x="567" y="17"/>
                </a:lnTo>
                <a:close/>
                <a:moveTo>
                  <a:pt x="576" y="17"/>
                </a:moveTo>
                <a:lnTo>
                  <a:pt x="580" y="17"/>
                </a:lnTo>
                <a:lnTo>
                  <a:pt x="580" y="21"/>
                </a:lnTo>
                <a:lnTo>
                  <a:pt x="576" y="21"/>
                </a:lnTo>
                <a:lnTo>
                  <a:pt x="576" y="17"/>
                </a:lnTo>
                <a:close/>
                <a:moveTo>
                  <a:pt x="585" y="17"/>
                </a:moveTo>
                <a:lnTo>
                  <a:pt x="590" y="17"/>
                </a:lnTo>
                <a:lnTo>
                  <a:pt x="590" y="21"/>
                </a:lnTo>
                <a:lnTo>
                  <a:pt x="585" y="21"/>
                </a:lnTo>
                <a:lnTo>
                  <a:pt x="585" y="17"/>
                </a:lnTo>
                <a:close/>
                <a:moveTo>
                  <a:pt x="594" y="17"/>
                </a:moveTo>
                <a:lnTo>
                  <a:pt x="599" y="17"/>
                </a:lnTo>
                <a:lnTo>
                  <a:pt x="599" y="21"/>
                </a:lnTo>
                <a:lnTo>
                  <a:pt x="594" y="21"/>
                </a:lnTo>
                <a:lnTo>
                  <a:pt x="594" y="17"/>
                </a:lnTo>
                <a:close/>
                <a:moveTo>
                  <a:pt x="603" y="17"/>
                </a:moveTo>
                <a:lnTo>
                  <a:pt x="608" y="17"/>
                </a:lnTo>
                <a:lnTo>
                  <a:pt x="608" y="21"/>
                </a:lnTo>
                <a:lnTo>
                  <a:pt x="603" y="21"/>
                </a:lnTo>
                <a:lnTo>
                  <a:pt x="603" y="17"/>
                </a:lnTo>
                <a:close/>
                <a:moveTo>
                  <a:pt x="612" y="17"/>
                </a:moveTo>
                <a:lnTo>
                  <a:pt x="617" y="17"/>
                </a:lnTo>
                <a:lnTo>
                  <a:pt x="617" y="21"/>
                </a:lnTo>
                <a:lnTo>
                  <a:pt x="612" y="21"/>
                </a:lnTo>
                <a:lnTo>
                  <a:pt x="612" y="17"/>
                </a:lnTo>
                <a:close/>
                <a:moveTo>
                  <a:pt x="621" y="17"/>
                </a:moveTo>
                <a:lnTo>
                  <a:pt x="626" y="17"/>
                </a:lnTo>
                <a:lnTo>
                  <a:pt x="626" y="21"/>
                </a:lnTo>
                <a:lnTo>
                  <a:pt x="621" y="21"/>
                </a:lnTo>
                <a:lnTo>
                  <a:pt x="621" y="17"/>
                </a:lnTo>
                <a:close/>
                <a:moveTo>
                  <a:pt x="38" y="38"/>
                </a:moveTo>
                <a:lnTo>
                  <a:pt x="0" y="19"/>
                </a:lnTo>
                <a:lnTo>
                  <a:pt x="38" y="0"/>
                </a:lnTo>
                <a:lnTo>
                  <a:pt x="38" y="38"/>
                </a:lnTo>
                <a:close/>
                <a:moveTo>
                  <a:pt x="622" y="0"/>
                </a:moveTo>
                <a:lnTo>
                  <a:pt x="660" y="19"/>
                </a:lnTo>
                <a:lnTo>
                  <a:pt x="622" y="38"/>
                </a:lnTo>
                <a:lnTo>
                  <a:pt x="622" y="0"/>
                </a:lnTo>
                <a:close/>
              </a:path>
            </a:pathLst>
          </a:custGeom>
          <a:solidFill>
            <a:srgbClr val="DC717B"/>
          </a:solidFill>
          <a:ln w="0" cap="flat">
            <a:solidFill>
              <a:srgbClr val="DC717B"/>
            </a:solidFill>
            <a:prstDash val="solid"/>
            <a:round/>
            <a:headEnd/>
            <a:tailEnd/>
          </a:ln>
        </p:spPr>
        <p:txBody>
          <a:bodyPr vert="horz" wrap="square" lIns="45720" tIns="45720" rIns="4572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0070AD"/>
              </a:solidFill>
              <a:effectLst/>
              <a:uLnTx/>
              <a:uFillTx/>
              <a:latin typeface="Ubuntu"/>
              <a:ea typeface="+mn-ea"/>
              <a:cs typeface="+mn-cs"/>
            </a:endParaRPr>
          </a:p>
        </p:txBody>
      </p:sp>
      <p:sp>
        <p:nvSpPr>
          <p:cNvPr id="377" name="Freeform 36">
            <a:extLst>
              <a:ext uri="{FF2B5EF4-FFF2-40B4-BE49-F238E27FC236}">
                <a16:creationId xmlns:a16="http://schemas.microsoft.com/office/drawing/2014/main" id="{CD8F9587-7A31-438C-A64C-64094152CFEB}"/>
              </a:ext>
            </a:extLst>
          </p:cNvPr>
          <p:cNvSpPr>
            <a:spLocks noEditPoints="1"/>
          </p:cNvSpPr>
          <p:nvPr/>
        </p:nvSpPr>
        <p:spPr bwMode="auto">
          <a:xfrm>
            <a:off x="7502784" y="5255547"/>
            <a:ext cx="615066" cy="70715"/>
          </a:xfrm>
          <a:custGeom>
            <a:avLst/>
            <a:gdLst>
              <a:gd name="T0" fmla="*/ 36 w 342"/>
              <a:gd name="T1" fmla="*/ 21 h 38"/>
              <a:gd name="T2" fmla="*/ 40 w 342"/>
              <a:gd name="T3" fmla="*/ 17 h 38"/>
              <a:gd name="T4" fmla="*/ 40 w 342"/>
              <a:gd name="T5" fmla="*/ 21 h 38"/>
              <a:gd name="T6" fmla="*/ 54 w 342"/>
              <a:gd name="T7" fmla="*/ 17 h 38"/>
              <a:gd name="T8" fmla="*/ 49 w 342"/>
              <a:gd name="T9" fmla="*/ 17 h 38"/>
              <a:gd name="T10" fmla="*/ 63 w 342"/>
              <a:gd name="T11" fmla="*/ 21 h 38"/>
              <a:gd name="T12" fmla="*/ 68 w 342"/>
              <a:gd name="T13" fmla="*/ 17 h 38"/>
              <a:gd name="T14" fmla="*/ 68 w 342"/>
              <a:gd name="T15" fmla="*/ 21 h 38"/>
              <a:gd name="T16" fmla="*/ 81 w 342"/>
              <a:gd name="T17" fmla="*/ 17 h 38"/>
              <a:gd name="T18" fmla="*/ 77 w 342"/>
              <a:gd name="T19" fmla="*/ 17 h 38"/>
              <a:gd name="T20" fmla="*/ 90 w 342"/>
              <a:gd name="T21" fmla="*/ 21 h 38"/>
              <a:gd name="T22" fmla="*/ 95 w 342"/>
              <a:gd name="T23" fmla="*/ 17 h 38"/>
              <a:gd name="T24" fmla="*/ 95 w 342"/>
              <a:gd name="T25" fmla="*/ 21 h 38"/>
              <a:gd name="T26" fmla="*/ 108 w 342"/>
              <a:gd name="T27" fmla="*/ 17 h 38"/>
              <a:gd name="T28" fmla="*/ 104 w 342"/>
              <a:gd name="T29" fmla="*/ 17 h 38"/>
              <a:gd name="T30" fmla="*/ 117 w 342"/>
              <a:gd name="T31" fmla="*/ 21 h 38"/>
              <a:gd name="T32" fmla="*/ 122 w 342"/>
              <a:gd name="T33" fmla="*/ 17 h 38"/>
              <a:gd name="T34" fmla="*/ 122 w 342"/>
              <a:gd name="T35" fmla="*/ 21 h 38"/>
              <a:gd name="T36" fmla="*/ 136 w 342"/>
              <a:gd name="T37" fmla="*/ 17 h 38"/>
              <a:gd name="T38" fmla="*/ 131 w 342"/>
              <a:gd name="T39" fmla="*/ 17 h 38"/>
              <a:gd name="T40" fmla="*/ 145 w 342"/>
              <a:gd name="T41" fmla="*/ 21 h 38"/>
              <a:gd name="T42" fmla="*/ 149 w 342"/>
              <a:gd name="T43" fmla="*/ 17 h 38"/>
              <a:gd name="T44" fmla="*/ 149 w 342"/>
              <a:gd name="T45" fmla="*/ 21 h 38"/>
              <a:gd name="T46" fmla="*/ 163 w 342"/>
              <a:gd name="T47" fmla="*/ 17 h 38"/>
              <a:gd name="T48" fmla="*/ 158 w 342"/>
              <a:gd name="T49" fmla="*/ 17 h 38"/>
              <a:gd name="T50" fmla="*/ 172 w 342"/>
              <a:gd name="T51" fmla="*/ 21 h 38"/>
              <a:gd name="T52" fmla="*/ 176 w 342"/>
              <a:gd name="T53" fmla="*/ 17 h 38"/>
              <a:gd name="T54" fmla="*/ 176 w 342"/>
              <a:gd name="T55" fmla="*/ 21 h 38"/>
              <a:gd name="T56" fmla="*/ 190 w 342"/>
              <a:gd name="T57" fmla="*/ 17 h 38"/>
              <a:gd name="T58" fmla="*/ 186 w 342"/>
              <a:gd name="T59" fmla="*/ 17 h 38"/>
              <a:gd name="T60" fmla="*/ 199 w 342"/>
              <a:gd name="T61" fmla="*/ 21 h 38"/>
              <a:gd name="T62" fmla="*/ 204 w 342"/>
              <a:gd name="T63" fmla="*/ 17 h 38"/>
              <a:gd name="T64" fmla="*/ 204 w 342"/>
              <a:gd name="T65" fmla="*/ 21 h 38"/>
              <a:gd name="T66" fmla="*/ 217 w 342"/>
              <a:gd name="T67" fmla="*/ 17 h 38"/>
              <a:gd name="T68" fmla="*/ 213 w 342"/>
              <a:gd name="T69" fmla="*/ 17 h 38"/>
              <a:gd name="T70" fmla="*/ 226 w 342"/>
              <a:gd name="T71" fmla="*/ 21 h 38"/>
              <a:gd name="T72" fmla="*/ 231 w 342"/>
              <a:gd name="T73" fmla="*/ 17 h 38"/>
              <a:gd name="T74" fmla="*/ 231 w 342"/>
              <a:gd name="T75" fmla="*/ 21 h 38"/>
              <a:gd name="T76" fmla="*/ 245 w 342"/>
              <a:gd name="T77" fmla="*/ 17 h 38"/>
              <a:gd name="T78" fmla="*/ 240 w 342"/>
              <a:gd name="T79" fmla="*/ 17 h 38"/>
              <a:gd name="T80" fmla="*/ 254 w 342"/>
              <a:gd name="T81" fmla="*/ 21 h 38"/>
              <a:gd name="T82" fmla="*/ 258 w 342"/>
              <a:gd name="T83" fmla="*/ 17 h 38"/>
              <a:gd name="T84" fmla="*/ 258 w 342"/>
              <a:gd name="T85" fmla="*/ 21 h 38"/>
              <a:gd name="T86" fmla="*/ 272 w 342"/>
              <a:gd name="T87" fmla="*/ 17 h 38"/>
              <a:gd name="T88" fmla="*/ 267 w 342"/>
              <a:gd name="T89" fmla="*/ 17 h 38"/>
              <a:gd name="T90" fmla="*/ 281 w 342"/>
              <a:gd name="T91" fmla="*/ 21 h 38"/>
              <a:gd name="T92" fmla="*/ 285 w 342"/>
              <a:gd name="T93" fmla="*/ 17 h 38"/>
              <a:gd name="T94" fmla="*/ 285 w 342"/>
              <a:gd name="T95" fmla="*/ 21 h 38"/>
              <a:gd name="T96" fmla="*/ 299 w 342"/>
              <a:gd name="T97" fmla="*/ 17 h 38"/>
              <a:gd name="T98" fmla="*/ 294 w 342"/>
              <a:gd name="T99" fmla="*/ 17 h 38"/>
              <a:gd name="T100" fmla="*/ 308 w 342"/>
              <a:gd name="T101" fmla="*/ 21 h 38"/>
              <a:gd name="T102" fmla="*/ 38 w 342"/>
              <a:gd name="T103" fmla="*/ 38 h 38"/>
              <a:gd name="T104" fmla="*/ 38 w 342"/>
              <a:gd name="T105" fmla="*/ 38 h 38"/>
              <a:gd name="T106" fmla="*/ 304 w 342"/>
              <a:gd name="T107"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42" h="38">
                <a:moveTo>
                  <a:pt x="31" y="17"/>
                </a:moveTo>
                <a:lnTo>
                  <a:pt x="36" y="17"/>
                </a:lnTo>
                <a:lnTo>
                  <a:pt x="36" y="21"/>
                </a:lnTo>
                <a:lnTo>
                  <a:pt x="31" y="21"/>
                </a:lnTo>
                <a:lnTo>
                  <a:pt x="31" y="17"/>
                </a:lnTo>
                <a:close/>
                <a:moveTo>
                  <a:pt x="40" y="17"/>
                </a:moveTo>
                <a:lnTo>
                  <a:pt x="45" y="17"/>
                </a:lnTo>
                <a:lnTo>
                  <a:pt x="45" y="21"/>
                </a:lnTo>
                <a:lnTo>
                  <a:pt x="40" y="21"/>
                </a:lnTo>
                <a:lnTo>
                  <a:pt x="40" y="17"/>
                </a:lnTo>
                <a:close/>
                <a:moveTo>
                  <a:pt x="49" y="17"/>
                </a:moveTo>
                <a:lnTo>
                  <a:pt x="54" y="17"/>
                </a:lnTo>
                <a:lnTo>
                  <a:pt x="54" y="21"/>
                </a:lnTo>
                <a:lnTo>
                  <a:pt x="49" y="21"/>
                </a:lnTo>
                <a:lnTo>
                  <a:pt x="49" y="17"/>
                </a:lnTo>
                <a:close/>
                <a:moveTo>
                  <a:pt x="58" y="17"/>
                </a:moveTo>
                <a:lnTo>
                  <a:pt x="63" y="17"/>
                </a:lnTo>
                <a:lnTo>
                  <a:pt x="63" y="21"/>
                </a:lnTo>
                <a:lnTo>
                  <a:pt x="58" y="21"/>
                </a:lnTo>
                <a:lnTo>
                  <a:pt x="58" y="17"/>
                </a:lnTo>
                <a:close/>
                <a:moveTo>
                  <a:pt x="68" y="17"/>
                </a:moveTo>
                <a:lnTo>
                  <a:pt x="72" y="17"/>
                </a:lnTo>
                <a:lnTo>
                  <a:pt x="72" y="21"/>
                </a:lnTo>
                <a:lnTo>
                  <a:pt x="68" y="21"/>
                </a:lnTo>
                <a:lnTo>
                  <a:pt x="68" y="17"/>
                </a:lnTo>
                <a:close/>
                <a:moveTo>
                  <a:pt x="77" y="17"/>
                </a:moveTo>
                <a:lnTo>
                  <a:pt x="81" y="17"/>
                </a:lnTo>
                <a:lnTo>
                  <a:pt x="81" y="21"/>
                </a:lnTo>
                <a:lnTo>
                  <a:pt x="77" y="21"/>
                </a:lnTo>
                <a:lnTo>
                  <a:pt x="77" y="17"/>
                </a:lnTo>
                <a:close/>
                <a:moveTo>
                  <a:pt x="86" y="17"/>
                </a:moveTo>
                <a:lnTo>
                  <a:pt x="90" y="17"/>
                </a:lnTo>
                <a:lnTo>
                  <a:pt x="90" y="21"/>
                </a:lnTo>
                <a:lnTo>
                  <a:pt x="86" y="21"/>
                </a:lnTo>
                <a:lnTo>
                  <a:pt x="86" y="17"/>
                </a:lnTo>
                <a:close/>
                <a:moveTo>
                  <a:pt x="95" y="17"/>
                </a:moveTo>
                <a:lnTo>
                  <a:pt x="99" y="17"/>
                </a:lnTo>
                <a:lnTo>
                  <a:pt x="99" y="21"/>
                </a:lnTo>
                <a:lnTo>
                  <a:pt x="95" y="21"/>
                </a:lnTo>
                <a:lnTo>
                  <a:pt x="95" y="17"/>
                </a:lnTo>
                <a:close/>
                <a:moveTo>
                  <a:pt x="104" y="17"/>
                </a:moveTo>
                <a:lnTo>
                  <a:pt x="108" y="17"/>
                </a:lnTo>
                <a:lnTo>
                  <a:pt x="108" y="21"/>
                </a:lnTo>
                <a:lnTo>
                  <a:pt x="104" y="21"/>
                </a:lnTo>
                <a:lnTo>
                  <a:pt x="104" y="17"/>
                </a:lnTo>
                <a:close/>
                <a:moveTo>
                  <a:pt x="113" y="17"/>
                </a:moveTo>
                <a:lnTo>
                  <a:pt x="117" y="17"/>
                </a:lnTo>
                <a:lnTo>
                  <a:pt x="117" y="21"/>
                </a:lnTo>
                <a:lnTo>
                  <a:pt x="113" y="21"/>
                </a:lnTo>
                <a:lnTo>
                  <a:pt x="113" y="17"/>
                </a:lnTo>
                <a:close/>
                <a:moveTo>
                  <a:pt x="122" y="17"/>
                </a:moveTo>
                <a:lnTo>
                  <a:pt x="127" y="17"/>
                </a:lnTo>
                <a:lnTo>
                  <a:pt x="127" y="21"/>
                </a:lnTo>
                <a:lnTo>
                  <a:pt x="122" y="21"/>
                </a:lnTo>
                <a:lnTo>
                  <a:pt x="122" y="17"/>
                </a:lnTo>
                <a:close/>
                <a:moveTo>
                  <a:pt x="131" y="17"/>
                </a:moveTo>
                <a:lnTo>
                  <a:pt x="136" y="17"/>
                </a:lnTo>
                <a:lnTo>
                  <a:pt x="136" y="21"/>
                </a:lnTo>
                <a:lnTo>
                  <a:pt x="131" y="21"/>
                </a:lnTo>
                <a:lnTo>
                  <a:pt x="131" y="17"/>
                </a:lnTo>
                <a:close/>
                <a:moveTo>
                  <a:pt x="140" y="17"/>
                </a:moveTo>
                <a:lnTo>
                  <a:pt x="145" y="17"/>
                </a:lnTo>
                <a:lnTo>
                  <a:pt x="145" y="21"/>
                </a:lnTo>
                <a:lnTo>
                  <a:pt x="140" y="21"/>
                </a:lnTo>
                <a:lnTo>
                  <a:pt x="140" y="17"/>
                </a:lnTo>
                <a:close/>
                <a:moveTo>
                  <a:pt x="149" y="17"/>
                </a:moveTo>
                <a:lnTo>
                  <a:pt x="154" y="17"/>
                </a:lnTo>
                <a:lnTo>
                  <a:pt x="154" y="21"/>
                </a:lnTo>
                <a:lnTo>
                  <a:pt x="149" y="21"/>
                </a:lnTo>
                <a:lnTo>
                  <a:pt x="149" y="17"/>
                </a:lnTo>
                <a:close/>
                <a:moveTo>
                  <a:pt x="158" y="17"/>
                </a:moveTo>
                <a:lnTo>
                  <a:pt x="163" y="17"/>
                </a:lnTo>
                <a:lnTo>
                  <a:pt x="163" y="21"/>
                </a:lnTo>
                <a:lnTo>
                  <a:pt x="158" y="21"/>
                </a:lnTo>
                <a:lnTo>
                  <a:pt x="158" y="17"/>
                </a:lnTo>
                <a:close/>
                <a:moveTo>
                  <a:pt x="167" y="17"/>
                </a:moveTo>
                <a:lnTo>
                  <a:pt x="172" y="17"/>
                </a:lnTo>
                <a:lnTo>
                  <a:pt x="172" y="21"/>
                </a:lnTo>
                <a:lnTo>
                  <a:pt x="167" y="21"/>
                </a:lnTo>
                <a:lnTo>
                  <a:pt x="167" y="17"/>
                </a:lnTo>
                <a:close/>
                <a:moveTo>
                  <a:pt x="176" y="17"/>
                </a:moveTo>
                <a:lnTo>
                  <a:pt x="181" y="17"/>
                </a:lnTo>
                <a:lnTo>
                  <a:pt x="181" y="21"/>
                </a:lnTo>
                <a:lnTo>
                  <a:pt x="176" y="21"/>
                </a:lnTo>
                <a:lnTo>
                  <a:pt x="176" y="17"/>
                </a:lnTo>
                <a:close/>
                <a:moveTo>
                  <a:pt x="186" y="17"/>
                </a:moveTo>
                <a:lnTo>
                  <a:pt x="190" y="17"/>
                </a:lnTo>
                <a:lnTo>
                  <a:pt x="190" y="21"/>
                </a:lnTo>
                <a:lnTo>
                  <a:pt x="186" y="21"/>
                </a:lnTo>
                <a:lnTo>
                  <a:pt x="186" y="17"/>
                </a:lnTo>
                <a:close/>
                <a:moveTo>
                  <a:pt x="195" y="17"/>
                </a:moveTo>
                <a:lnTo>
                  <a:pt x="199" y="17"/>
                </a:lnTo>
                <a:lnTo>
                  <a:pt x="199" y="21"/>
                </a:lnTo>
                <a:lnTo>
                  <a:pt x="195" y="21"/>
                </a:lnTo>
                <a:lnTo>
                  <a:pt x="195" y="17"/>
                </a:lnTo>
                <a:close/>
                <a:moveTo>
                  <a:pt x="204" y="17"/>
                </a:moveTo>
                <a:lnTo>
                  <a:pt x="208" y="17"/>
                </a:lnTo>
                <a:lnTo>
                  <a:pt x="208" y="21"/>
                </a:lnTo>
                <a:lnTo>
                  <a:pt x="204" y="21"/>
                </a:lnTo>
                <a:lnTo>
                  <a:pt x="204" y="17"/>
                </a:lnTo>
                <a:close/>
                <a:moveTo>
                  <a:pt x="213" y="17"/>
                </a:moveTo>
                <a:lnTo>
                  <a:pt x="217" y="17"/>
                </a:lnTo>
                <a:lnTo>
                  <a:pt x="217" y="21"/>
                </a:lnTo>
                <a:lnTo>
                  <a:pt x="213" y="21"/>
                </a:lnTo>
                <a:lnTo>
                  <a:pt x="213" y="17"/>
                </a:lnTo>
                <a:close/>
                <a:moveTo>
                  <a:pt x="222" y="17"/>
                </a:moveTo>
                <a:lnTo>
                  <a:pt x="226" y="17"/>
                </a:lnTo>
                <a:lnTo>
                  <a:pt x="226" y="21"/>
                </a:lnTo>
                <a:lnTo>
                  <a:pt x="222" y="21"/>
                </a:lnTo>
                <a:lnTo>
                  <a:pt x="222" y="17"/>
                </a:lnTo>
                <a:close/>
                <a:moveTo>
                  <a:pt x="231" y="17"/>
                </a:moveTo>
                <a:lnTo>
                  <a:pt x="235" y="17"/>
                </a:lnTo>
                <a:lnTo>
                  <a:pt x="235" y="21"/>
                </a:lnTo>
                <a:lnTo>
                  <a:pt x="231" y="21"/>
                </a:lnTo>
                <a:lnTo>
                  <a:pt x="231" y="17"/>
                </a:lnTo>
                <a:close/>
                <a:moveTo>
                  <a:pt x="240" y="17"/>
                </a:moveTo>
                <a:lnTo>
                  <a:pt x="245" y="17"/>
                </a:lnTo>
                <a:lnTo>
                  <a:pt x="245" y="21"/>
                </a:lnTo>
                <a:lnTo>
                  <a:pt x="240" y="21"/>
                </a:lnTo>
                <a:lnTo>
                  <a:pt x="240" y="17"/>
                </a:lnTo>
                <a:close/>
                <a:moveTo>
                  <a:pt x="249" y="17"/>
                </a:moveTo>
                <a:lnTo>
                  <a:pt x="254" y="17"/>
                </a:lnTo>
                <a:lnTo>
                  <a:pt x="254" y="21"/>
                </a:lnTo>
                <a:lnTo>
                  <a:pt x="249" y="21"/>
                </a:lnTo>
                <a:lnTo>
                  <a:pt x="249" y="17"/>
                </a:lnTo>
                <a:close/>
                <a:moveTo>
                  <a:pt x="258" y="17"/>
                </a:moveTo>
                <a:lnTo>
                  <a:pt x="263" y="17"/>
                </a:lnTo>
                <a:lnTo>
                  <a:pt x="263" y="21"/>
                </a:lnTo>
                <a:lnTo>
                  <a:pt x="258" y="21"/>
                </a:lnTo>
                <a:lnTo>
                  <a:pt x="258" y="17"/>
                </a:lnTo>
                <a:close/>
                <a:moveTo>
                  <a:pt x="267" y="17"/>
                </a:moveTo>
                <a:lnTo>
                  <a:pt x="272" y="17"/>
                </a:lnTo>
                <a:lnTo>
                  <a:pt x="272" y="21"/>
                </a:lnTo>
                <a:lnTo>
                  <a:pt x="267" y="21"/>
                </a:lnTo>
                <a:lnTo>
                  <a:pt x="267" y="17"/>
                </a:lnTo>
                <a:close/>
                <a:moveTo>
                  <a:pt x="276" y="17"/>
                </a:moveTo>
                <a:lnTo>
                  <a:pt x="281" y="17"/>
                </a:lnTo>
                <a:lnTo>
                  <a:pt x="281" y="21"/>
                </a:lnTo>
                <a:lnTo>
                  <a:pt x="276" y="21"/>
                </a:lnTo>
                <a:lnTo>
                  <a:pt x="276" y="17"/>
                </a:lnTo>
                <a:close/>
                <a:moveTo>
                  <a:pt x="285" y="17"/>
                </a:moveTo>
                <a:lnTo>
                  <a:pt x="290" y="17"/>
                </a:lnTo>
                <a:lnTo>
                  <a:pt x="290" y="21"/>
                </a:lnTo>
                <a:lnTo>
                  <a:pt x="285" y="21"/>
                </a:lnTo>
                <a:lnTo>
                  <a:pt x="285" y="17"/>
                </a:lnTo>
                <a:close/>
                <a:moveTo>
                  <a:pt x="294" y="17"/>
                </a:moveTo>
                <a:lnTo>
                  <a:pt x="299" y="17"/>
                </a:lnTo>
                <a:lnTo>
                  <a:pt x="299" y="21"/>
                </a:lnTo>
                <a:lnTo>
                  <a:pt x="294" y="21"/>
                </a:lnTo>
                <a:lnTo>
                  <a:pt x="294" y="17"/>
                </a:lnTo>
                <a:close/>
                <a:moveTo>
                  <a:pt x="303" y="17"/>
                </a:moveTo>
                <a:lnTo>
                  <a:pt x="308" y="17"/>
                </a:lnTo>
                <a:lnTo>
                  <a:pt x="308" y="21"/>
                </a:lnTo>
                <a:lnTo>
                  <a:pt x="303" y="21"/>
                </a:lnTo>
                <a:lnTo>
                  <a:pt x="303" y="17"/>
                </a:lnTo>
                <a:close/>
                <a:moveTo>
                  <a:pt x="38" y="38"/>
                </a:moveTo>
                <a:lnTo>
                  <a:pt x="0" y="19"/>
                </a:lnTo>
                <a:lnTo>
                  <a:pt x="38" y="0"/>
                </a:lnTo>
                <a:lnTo>
                  <a:pt x="38" y="38"/>
                </a:lnTo>
                <a:close/>
                <a:moveTo>
                  <a:pt x="304" y="0"/>
                </a:moveTo>
                <a:lnTo>
                  <a:pt x="342" y="19"/>
                </a:lnTo>
                <a:lnTo>
                  <a:pt x="304" y="38"/>
                </a:lnTo>
                <a:lnTo>
                  <a:pt x="304" y="0"/>
                </a:lnTo>
                <a:close/>
              </a:path>
            </a:pathLst>
          </a:custGeom>
          <a:solidFill>
            <a:srgbClr val="5D8A14"/>
          </a:solidFill>
          <a:ln w="0" cap="flat">
            <a:solidFill>
              <a:srgbClr val="5D8A14"/>
            </a:solidFill>
            <a:prstDash val="solid"/>
            <a:round/>
            <a:headEnd/>
            <a:tailEnd/>
          </a:ln>
        </p:spPr>
        <p:txBody>
          <a:bodyPr vert="horz" wrap="square" lIns="45720" tIns="45720" rIns="4572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0070AD"/>
              </a:solidFill>
              <a:effectLst/>
              <a:uLnTx/>
              <a:uFillTx/>
              <a:latin typeface="Ubuntu"/>
              <a:ea typeface="+mn-ea"/>
              <a:cs typeface="+mn-cs"/>
            </a:endParaRPr>
          </a:p>
        </p:txBody>
      </p:sp>
      <p:sp>
        <p:nvSpPr>
          <p:cNvPr id="378" name="Freeform 37">
            <a:extLst>
              <a:ext uri="{FF2B5EF4-FFF2-40B4-BE49-F238E27FC236}">
                <a16:creationId xmlns:a16="http://schemas.microsoft.com/office/drawing/2014/main" id="{9361C58F-B105-4118-987F-687EBDABC406}"/>
              </a:ext>
            </a:extLst>
          </p:cNvPr>
          <p:cNvSpPr>
            <a:spLocks noEditPoints="1"/>
          </p:cNvSpPr>
          <p:nvPr/>
        </p:nvSpPr>
        <p:spPr bwMode="auto">
          <a:xfrm>
            <a:off x="7675434" y="5663089"/>
            <a:ext cx="242789" cy="70715"/>
          </a:xfrm>
          <a:custGeom>
            <a:avLst/>
            <a:gdLst>
              <a:gd name="T0" fmla="*/ 31 w 135"/>
              <a:gd name="T1" fmla="*/ 17 h 38"/>
              <a:gd name="T2" fmla="*/ 36 w 135"/>
              <a:gd name="T3" fmla="*/ 17 h 38"/>
              <a:gd name="T4" fmla="*/ 36 w 135"/>
              <a:gd name="T5" fmla="*/ 21 h 38"/>
              <a:gd name="T6" fmla="*/ 31 w 135"/>
              <a:gd name="T7" fmla="*/ 21 h 38"/>
              <a:gd name="T8" fmla="*/ 31 w 135"/>
              <a:gd name="T9" fmla="*/ 17 h 38"/>
              <a:gd name="T10" fmla="*/ 40 w 135"/>
              <a:gd name="T11" fmla="*/ 17 h 38"/>
              <a:gd name="T12" fmla="*/ 45 w 135"/>
              <a:gd name="T13" fmla="*/ 17 h 38"/>
              <a:gd name="T14" fmla="*/ 45 w 135"/>
              <a:gd name="T15" fmla="*/ 21 h 38"/>
              <a:gd name="T16" fmla="*/ 40 w 135"/>
              <a:gd name="T17" fmla="*/ 21 h 38"/>
              <a:gd name="T18" fmla="*/ 40 w 135"/>
              <a:gd name="T19" fmla="*/ 17 h 38"/>
              <a:gd name="T20" fmla="*/ 49 w 135"/>
              <a:gd name="T21" fmla="*/ 17 h 38"/>
              <a:gd name="T22" fmla="*/ 54 w 135"/>
              <a:gd name="T23" fmla="*/ 17 h 38"/>
              <a:gd name="T24" fmla="*/ 54 w 135"/>
              <a:gd name="T25" fmla="*/ 21 h 38"/>
              <a:gd name="T26" fmla="*/ 49 w 135"/>
              <a:gd name="T27" fmla="*/ 21 h 38"/>
              <a:gd name="T28" fmla="*/ 49 w 135"/>
              <a:gd name="T29" fmla="*/ 17 h 38"/>
              <a:gd name="T30" fmla="*/ 59 w 135"/>
              <a:gd name="T31" fmla="*/ 17 h 38"/>
              <a:gd name="T32" fmla="*/ 63 w 135"/>
              <a:gd name="T33" fmla="*/ 17 h 38"/>
              <a:gd name="T34" fmla="*/ 63 w 135"/>
              <a:gd name="T35" fmla="*/ 21 h 38"/>
              <a:gd name="T36" fmla="*/ 59 w 135"/>
              <a:gd name="T37" fmla="*/ 21 h 38"/>
              <a:gd name="T38" fmla="*/ 59 w 135"/>
              <a:gd name="T39" fmla="*/ 17 h 38"/>
              <a:gd name="T40" fmla="*/ 68 w 135"/>
              <a:gd name="T41" fmla="*/ 17 h 38"/>
              <a:gd name="T42" fmla="*/ 72 w 135"/>
              <a:gd name="T43" fmla="*/ 17 h 38"/>
              <a:gd name="T44" fmla="*/ 72 w 135"/>
              <a:gd name="T45" fmla="*/ 21 h 38"/>
              <a:gd name="T46" fmla="*/ 68 w 135"/>
              <a:gd name="T47" fmla="*/ 21 h 38"/>
              <a:gd name="T48" fmla="*/ 68 w 135"/>
              <a:gd name="T49" fmla="*/ 17 h 38"/>
              <a:gd name="T50" fmla="*/ 77 w 135"/>
              <a:gd name="T51" fmla="*/ 17 h 38"/>
              <a:gd name="T52" fmla="*/ 81 w 135"/>
              <a:gd name="T53" fmla="*/ 17 h 38"/>
              <a:gd name="T54" fmla="*/ 81 w 135"/>
              <a:gd name="T55" fmla="*/ 21 h 38"/>
              <a:gd name="T56" fmla="*/ 77 w 135"/>
              <a:gd name="T57" fmla="*/ 21 h 38"/>
              <a:gd name="T58" fmla="*/ 77 w 135"/>
              <a:gd name="T59" fmla="*/ 17 h 38"/>
              <a:gd name="T60" fmla="*/ 86 w 135"/>
              <a:gd name="T61" fmla="*/ 17 h 38"/>
              <a:gd name="T62" fmla="*/ 90 w 135"/>
              <a:gd name="T63" fmla="*/ 17 h 38"/>
              <a:gd name="T64" fmla="*/ 90 w 135"/>
              <a:gd name="T65" fmla="*/ 21 h 38"/>
              <a:gd name="T66" fmla="*/ 86 w 135"/>
              <a:gd name="T67" fmla="*/ 21 h 38"/>
              <a:gd name="T68" fmla="*/ 86 w 135"/>
              <a:gd name="T69" fmla="*/ 17 h 38"/>
              <a:gd name="T70" fmla="*/ 95 w 135"/>
              <a:gd name="T71" fmla="*/ 17 h 38"/>
              <a:gd name="T72" fmla="*/ 99 w 135"/>
              <a:gd name="T73" fmla="*/ 17 h 38"/>
              <a:gd name="T74" fmla="*/ 99 w 135"/>
              <a:gd name="T75" fmla="*/ 21 h 38"/>
              <a:gd name="T76" fmla="*/ 95 w 135"/>
              <a:gd name="T77" fmla="*/ 21 h 38"/>
              <a:gd name="T78" fmla="*/ 95 w 135"/>
              <a:gd name="T79" fmla="*/ 17 h 38"/>
              <a:gd name="T80" fmla="*/ 38 w 135"/>
              <a:gd name="T81" fmla="*/ 38 h 38"/>
              <a:gd name="T82" fmla="*/ 0 w 135"/>
              <a:gd name="T83" fmla="*/ 19 h 38"/>
              <a:gd name="T84" fmla="*/ 38 w 135"/>
              <a:gd name="T85" fmla="*/ 0 h 38"/>
              <a:gd name="T86" fmla="*/ 38 w 135"/>
              <a:gd name="T87" fmla="*/ 38 h 38"/>
              <a:gd name="T88" fmla="*/ 97 w 135"/>
              <a:gd name="T89" fmla="*/ 0 h 38"/>
              <a:gd name="T90" fmla="*/ 135 w 135"/>
              <a:gd name="T91" fmla="*/ 19 h 38"/>
              <a:gd name="T92" fmla="*/ 97 w 135"/>
              <a:gd name="T93" fmla="*/ 38 h 38"/>
              <a:gd name="T94" fmla="*/ 97 w 135"/>
              <a:gd name="T9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35" h="38">
                <a:moveTo>
                  <a:pt x="31" y="17"/>
                </a:moveTo>
                <a:lnTo>
                  <a:pt x="36" y="17"/>
                </a:lnTo>
                <a:lnTo>
                  <a:pt x="36" y="21"/>
                </a:lnTo>
                <a:lnTo>
                  <a:pt x="31" y="21"/>
                </a:lnTo>
                <a:lnTo>
                  <a:pt x="31" y="17"/>
                </a:lnTo>
                <a:close/>
                <a:moveTo>
                  <a:pt x="40" y="17"/>
                </a:moveTo>
                <a:lnTo>
                  <a:pt x="45" y="17"/>
                </a:lnTo>
                <a:lnTo>
                  <a:pt x="45" y="21"/>
                </a:lnTo>
                <a:lnTo>
                  <a:pt x="40" y="21"/>
                </a:lnTo>
                <a:lnTo>
                  <a:pt x="40" y="17"/>
                </a:lnTo>
                <a:close/>
                <a:moveTo>
                  <a:pt x="49" y="17"/>
                </a:moveTo>
                <a:lnTo>
                  <a:pt x="54" y="17"/>
                </a:lnTo>
                <a:lnTo>
                  <a:pt x="54" y="21"/>
                </a:lnTo>
                <a:lnTo>
                  <a:pt x="49" y="21"/>
                </a:lnTo>
                <a:lnTo>
                  <a:pt x="49" y="17"/>
                </a:lnTo>
                <a:close/>
                <a:moveTo>
                  <a:pt x="59" y="17"/>
                </a:moveTo>
                <a:lnTo>
                  <a:pt x="63" y="17"/>
                </a:lnTo>
                <a:lnTo>
                  <a:pt x="63" y="21"/>
                </a:lnTo>
                <a:lnTo>
                  <a:pt x="59" y="21"/>
                </a:lnTo>
                <a:lnTo>
                  <a:pt x="59" y="17"/>
                </a:lnTo>
                <a:close/>
                <a:moveTo>
                  <a:pt x="68" y="17"/>
                </a:moveTo>
                <a:lnTo>
                  <a:pt x="72" y="17"/>
                </a:lnTo>
                <a:lnTo>
                  <a:pt x="72" y="21"/>
                </a:lnTo>
                <a:lnTo>
                  <a:pt x="68" y="21"/>
                </a:lnTo>
                <a:lnTo>
                  <a:pt x="68" y="17"/>
                </a:lnTo>
                <a:close/>
                <a:moveTo>
                  <a:pt x="77" y="17"/>
                </a:moveTo>
                <a:lnTo>
                  <a:pt x="81" y="17"/>
                </a:lnTo>
                <a:lnTo>
                  <a:pt x="81" y="21"/>
                </a:lnTo>
                <a:lnTo>
                  <a:pt x="77" y="21"/>
                </a:lnTo>
                <a:lnTo>
                  <a:pt x="77" y="17"/>
                </a:lnTo>
                <a:close/>
                <a:moveTo>
                  <a:pt x="86" y="17"/>
                </a:moveTo>
                <a:lnTo>
                  <a:pt x="90" y="17"/>
                </a:lnTo>
                <a:lnTo>
                  <a:pt x="90" y="21"/>
                </a:lnTo>
                <a:lnTo>
                  <a:pt x="86" y="21"/>
                </a:lnTo>
                <a:lnTo>
                  <a:pt x="86" y="17"/>
                </a:lnTo>
                <a:close/>
                <a:moveTo>
                  <a:pt x="95" y="17"/>
                </a:moveTo>
                <a:lnTo>
                  <a:pt x="99" y="17"/>
                </a:lnTo>
                <a:lnTo>
                  <a:pt x="99" y="21"/>
                </a:lnTo>
                <a:lnTo>
                  <a:pt x="95" y="21"/>
                </a:lnTo>
                <a:lnTo>
                  <a:pt x="95" y="17"/>
                </a:lnTo>
                <a:close/>
                <a:moveTo>
                  <a:pt x="38" y="38"/>
                </a:moveTo>
                <a:lnTo>
                  <a:pt x="0" y="19"/>
                </a:lnTo>
                <a:lnTo>
                  <a:pt x="38" y="0"/>
                </a:lnTo>
                <a:lnTo>
                  <a:pt x="38" y="38"/>
                </a:lnTo>
                <a:close/>
                <a:moveTo>
                  <a:pt x="97" y="0"/>
                </a:moveTo>
                <a:lnTo>
                  <a:pt x="135" y="19"/>
                </a:lnTo>
                <a:lnTo>
                  <a:pt x="97" y="38"/>
                </a:lnTo>
                <a:lnTo>
                  <a:pt x="97" y="0"/>
                </a:lnTo>
                <a:close/>
              </a:path>
            </a:pathLst>
          </a:custGeom>
          <a:solidFill>
            <a:srgbClr val="8E6400"/>
          </a:solidFill>
          <a:ln w="0" cap="flat">
            <a:solidFill>
              <a:srgbClr val="8E6400"/>
            </a:solidFill>
            <a:prstDash val="solid"/>
            <a:round/>
            <a:headEnd/>
            <a:tailEnd/>
          </a:ln>
        </p:spPr>
        <p:txBody>
          <a:bodyPr vert="horz" wrap="square" lIns="45720" tIns="45720" rIns="4572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0070AD"/>
              </a:solidFill>
              <a:effectLst/>
              <a:uLnTx/>
              <a:uFillTx/>
              <a:latin typeface="Ubuntu"/>
              <a:ea typeface="+mn-ea"/>
              <a:cs typeface="+mn-cs"/>
            </a:endParaRPr>
          </a:p>
        </p:txBody>
      </p:sp>
      <p:sp>
        <p:nvSpPr>
          <p:cNvPr id="379" name="Rectangle 38">
            <a:extLst>
              <a:ext uri="{FF2B5EF4-FFF2-40B4-BE49-F238E27FC236}">
                <a16:creationId xmlns:a16="http://schemas.microsoft.com/office/drawing/2014/main" id="{170180F7-F047-4561-9793-0B22BB3B748D}"/>
              </a:ext>
            </a:extLst>
          </p:cNvPr>
          <p:cNvSpPr>
            <a:spLocks noChangeArrowheads="1"/>
          </p:cNvSpPr>
          <p:nvPr/>
        </p:nvSpPr>
        <p:spPr bwMode="auto">
          <a:xfrm>
            <a:off x="7389922" y="4540234"/>
            <a:ext cx="757580" cy="307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45720" tIns="45720" rIns="45720" bIns="4572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742950" rtl="0" eaLnBrk="0" fontAlgn="base" latinLnBrk="0" hangingPunct="0">
              <a:lnSpc>
                <a:spcPct val="100000"/>
              </a:lnSpc>
              <a:spcBef>
                <a:spcPct val="0"/>
              </a:spcBef>
              <a:spcAft>
                <a:spcPct val="0"/>
              </a:spcAft>
              <a:buClrTx/>
              <a:buSzTx/>
              <a:buFontTx/>
              <a:buNone/>
              <a:tabLst/>
              <a:defRPr/>
            </a:pPr>
            <a:r>
              <a:rPr kumimoji="0" lang="fr-FR" altLang="fr-FR" sz="1400" b="0" i="0" u="none" strike="noStrike" kern="1200" cap="none" spc="0" normalizeH="0" baseline="0" noProof="0">
                <a:ln>
                  <a:noFill/>
                </a:ln>
                <a:solidFill>
                  <a:srgbClr val="0070AD"/>
                </a:solidFill>
                <a:effectLst/>
                <a:uLnTx/>
                <a:uFillTx/>
                <a:latin typeface="Ubuntu"/>
                <a:ea typeface="+mn-ea"/>
                <a:cs typeface="+mn-cs"/>
              </a:rPr>
              <a:t>V Cycle</a:t>
            </a:r>
          </a:p>
        </p:txBody>
      </p:sp>
      <p:sp>
        <p:nvSpPr>
          <p:cNvPr id="13" name="Rectangle : coins arrondis 12">
            <a:extLst>
              <a:ext uri="{FF2B5EF4-FFF2-40B4-BE49-F238E27FC236}">
                <a16:creationId xmlns:a16="http://schemas.microsoft.com/office/drawing/2014/main" id="{0B74DEC0-923C-4EED-ABD9-F8694B3CD4FE}"/>
              </a:ext>
            </a:extLst>
          </p:cNvPr>
          <p:cNvSpPr/>
          <p:nvPr/>
        </p:nvSpPr>
        <p:spPr>
          <a:xfrm>
            <a:off x="308763" y="1528416"/>
            <a:ext cx="3426021" cy="377976"/>
          </a:xfrm>
          <a:prstGeom prst="roundRect">
            <a:avLst>
              <a:gd name="adj" fmla="val 50000"/>
            </a:avLst>
          </a:prstGeom>
          <a:solidFill>
            <a:schemeClr val="accent1">
              <a:lumMod val="75000"/>
            </a:schemeClr>
          </a:solidFill>
        </p:spPr>
        <p:txBody>
          <a:bodyPr wrap="none" anchor="ctr" anchorCtr="0">
            <a:noAutofit/>
          </a:bodyPr>
          <a:lstStyle/>
          <a:p>
            <a:pPr marL="0" marR="0" lvl="0" indent="0" algn="ctr" defTabSz="912813" rtl="0" eaLnBrk="0" fontAlgn="base" latinLnBrk="0" hangingPunct="0">
              <a:lnSpc>
                <a:spcPct val="90000"/>
              </a:lnSpc>
              <a:spcBef>
                <a:spcPct val="0"/>
              </a:spcBef>
              <a:spcAft>
                <a:spcPts val="600"/>
              </a:spcAft>
              <a:buClr>
                <a:srgbClr val="0098C7"/>
              </a:buClr>
              <a:buSzTx/>
              <a:buFontTx/>
              <a:buNone/>
              <a:tabLst/>
              <a:defRPr/>
            </a:pPr>
            <a:r>
              <a:rPr kumimoji="0" lang="fr-FR" sz="1400" b="1" i="0" u="none" strike="noStrike" kern="1200" cap="none" spc="0" normalizeH="0" baseline="0" noProof="0">
                <a:ln>
                  <a:noFill/>
                </a:ln>
                <a:solidFill>
                  <a:srgbClr val="FFFFFF"/>
                </a:solidFill>
                <a:effectLst/>
                <a:uLnTx/>
                <a:uFillTx/>
                <a:latin typeface="Ubuntu"/>
                <a:ea typeface="+mn-ea"/>
                <a:cs typeface="+mn-cs"/>
              </a:rPr>
              <a:t>Agile on Configuration</a:t>
            </a:r>
          </a:p>
        </p:txBody>
      </p:sp>
      <p:sp>
        <p:nvSpPr>
          <p:cNvPr id="160" name="Retângulo 43">
            <a:extLst>
              <a:ext uri="{FF2B5EF4-FFF2-40B4-BE49-F238E27FC236}">
                <a16:creationId xmlns:a16="http://schemas.microsoft.com/office/drawing/2014/main" id="{185DC533-D38A-4E66-BED1-F90444631B72}"/>
              </a:ext>
            </a:extLst>
          </p:cNvPr>
          <p:cNvSpPr/>
          <p:nvPr/>
        </p:nvSpPr>
        <p:spPr>
          <a:xfrm>
            <a:off x="11751670" y="6650661"/>
            <a:ext cx="176330" cy="123111"/>
          </a:xfrm>
          <a:prstGeom prst="rect">
            <a:avLst/>
          </a:prstGeom>
        </p:spPr>
        <p:txBody>
          <a:bodyPr wrap="none" lIns="0" tIns="0" rIns="0" bIns="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502E5A9-B53C-401E-A0E0-4A359BB0A9E5}" type="slidenum">
              <a:rPr kumimoji="0" lang="en-US" sz="800" b="0" i="0" u="none" strike="noStrike" kern="1200" cap="none" spc="0" normalizeH="0" baseline="0" noProof="0" smtClean="0">
                <a:ln>
                  <a:noFill/>
                </a:ln>
                <a:solidFill>
                  <a:srgbClr val="FFFFFF">
                    <a:lumMod val="65000"/>
                  </a:srgbClr>
                </a:solidFill>
                <a:effectLst/>
                <a:uLnTx/>
                <a:uFillTx/>
                <a:latin typeface="Ubuntu"/>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800" b="0" i="0" u="none" strike="noStrike" kern="1200" cap="none" spc="0" normalizeH="0" baseline="0" noProof="0">
              <a:ln>
                <a:noFill/>
              </a:ln>
              <a:solidFill>
                <a:srgbClr val="FFFFFF">
                  <a:lumMod val="65000"/>
                </a:srgbClr>
              </a:solidFill>
              <a:effectLst/>
              <a:uLnTx/>
              <a:uFillTx/>
              <a:latin typeface="Ubuntu"/>
              <a:ea typeface="+mn-ea"/>
              <a:cs typeface="Arial" panose="020B0604020202020204" pitchFamily="34" charset="0"/>
            </a:endParaRPr>
          </a:p>
        </p:txBody>
      </p:sp>
      <p:sp>
        <p:nvSpPr>
          <p:cNvPr id="161" name="Text Placeholder 7">
            <a:extLst>
              <a:ext uri="{FF2B5EF4-FFF2-40B4-BE49-F238E27FC236}">
                <a16:creationId xmlns:a16="http://schemas.microsoft.com/office/drawing/2014/main" id="{236DDB9F-2BA4-445C-826E-E6FFB2D1ED9E}"/>
              </a:ext>
            </a:extLst>
          </p:cNvPr>
          <p:cNvSpPr txBox="1">
            <a:spLocks/>
          </p:cNvSpPr>
          <p:nvPr/>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800" b="0" i="0" u="none" strike="noStrike" kern="1200" cap="none" spc="0" normalizeH="0" baseline="0" noProof="0">
                <a:ln>
                  <a:noFill/>
                </a:ln>
                <a:solidFill>
                  <a:srgbClr val="FFFFFF">
                    <a:lumMod val="65000"/>
                  </a:srgbClr>
                </a:solidFill>
                <a:effectLst/>
                <a:uLnTx/>
                <a:uFillTx/>
                <a:latin typeface="Ubuntu"/>
                <a:ea typeface="+mn-ea"/>
                <a:cs typeface="+mn-cs"/>
              </a:rPr>
              <a:t>© Capgemini 2020. All rights reserved  </a:t>
            </a:r>
            <a:r>
              <a:rPr kumimoji="0" lang="en-US" sz="800" b="0" i="0" u="none" strike="noStrike" kern="1200" cap="none" spc="0" normalizeH="0" baseline="0" noProof="0">
                <a:ln>
                  <a:noFill/>
                </a:ln>
                <a:solidFill>
                  <a:srgbClr val="12ABDB"/>
                </a:solidFill>
                <a:effectLst/>
                <a:uLnTx/>
                <a:uFillTx/>
                <a:latin typeface="Ubuntu"/>
                <a:ea typeface="+mn-ea"/>
                <a:cs typeface="+mn-cs"/>
              </a:rPr>
              <a:t>|</a:t>
            </a:r>
          </a:p>
        </p:txBody>
      </p:sp>
      <p:pic>
        <p:nvPicPr>
          <p:cNvPr id="152" name="Picture 151">
            <a:extLst>
              <a:ext uri="{FF2B5EF4-FFF2-40B4-BE49-F238E27FC236}">
                <a16:creationId xmlns:a16="http://schemas.microsoft.com/office/drawing/2014/main" id="{14A7BC3E-2DC2-463F-9416-E8E81A7D0C98}"/>
              </a:ext>
            </a:extLst>
          </p:cNvPr>
          <p:cNvPicPr>
            <a:picLocks noChangeAspect="1"/>
          </p:cNvPicPr>
          <p:nvPr/>
        </p:nvPicPr>
        <p:blipFill>
          <a:blip r:embed="rId5"/>
          <a:stretch>
            <a:fillRect/>
          </a:stretch>
        </p:blipFill>
        <p:spPr>
          <a:xfrm>
            <a:off x="10665626" y="122983"/>
            <a:ext cx="1440000" cy="689886"/>
          </a:xfrm>
          <a:prstGeom prst="rect">
            <a:avLst/>
          </a:prstGeom>
        </p:spPr>
      </p:pic>
      <p:sp>
        <p:nvSpPr>
          <p:cNvPr id="150" name="Oval 149">
            <a:extLst>
              <a:ext uri="{FF2B5EF4-FFF2-40B4-BE49-F238E27FC236}">
                <a16:creationId xmlns:a16="http://schemas.microsoft.com/office/drawing/2014/main" id="{712B4EAA-72F0-4B30-B8A7-0F1F97D7AB0E}"/>
              </a:ext>
            </a:extLst>
          </p:cNvPr>
          <p:cNvSpPr/>
          <p:nvPr/>
        </p:nvSpPr>
        <p:spPr>
          <a:xfrm>
            <a:off x="11777664" y="94536"/>
            <a:ext cx="328326" cy="335526"/>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Ubuntu"/>
                <a:ea typeface="+mn-ea"/>
                <a:cs typeface="+mn-cs"/>
              </a:rPr>
              <a:t>b</a:t>
            </a:r>
          </a:p>
        </p:txBody>
      </p:sp>
      <p:pic>
        <p:nvPicPr>
          <p:cNvPr id="151" name="Picture 150">
            <a:extLst>
              <a:ext uri="{FF2B5EF4-FFF2-40B4-BE49-F238E27FC236}">
                <a16:creationId xmlns:a16="http://schemas.microsoft.com/office/drawing/2014/main" id="{C70E5E54-71D3-4D99-86F6-C412B81F6CC8}"/>
              </a:ext>
            </a:extLst>
          </p:cNvPr>
          <p:cNvPicPr>
            <a:picLocks noChangeAspect="1"/>
          </p:cNvPicPr>
          <p:nvPr/>
        </p:nvPicPr>
        <p:blipFill>
          <a:blip r:embed="rId6"/>
          <a:stretch>
            <a:fillRect/>
          </a:stretch>
        </p:blipFill>
        <p:spPr>
          <a:xfrm>
            <a:off x="10757804" y="799441"/>
            <a:ext cx="1260000" cy="288698"/>
          </a:xfrm>
          <a:prstGeom prst="rect">
            <a:avLst/>
          </a:prstGeom>
        </p:spPr>
      </p:pic>
      <p:sp>
        <p:nvSpPr>
          <p:cNvPr id="3" name="Rectangle 2">
            <a:extLst>
              <a:ext uri="{FF2B5EF4-FFF2-40B4-BE49-F238E27FC236}">
                <a16:creationId xmlns:a16="http://schemas.microsoft.com/office/drawing/2014/main" id="{C28F698A-FC99-4E9C-88F0-0C172A802578}"/>
              </a:ext>
            </a:extLst>
          </p:cNvPr>
          <p:cNvSpPr/>
          <p:nvPr/>
        </p:nvSpPr>
        <p:spPr>
          <a:xfrm>
            <a:off x="308762" y="3901303"/>
            <a:ext cx="11549151" cy="394500"/>
          </a:xfrm>
          <a:prstGeom prst="rect">
            <a:avLst/>
          </a:prstGeom>
          <a:pattFill prst="pct50">
            <a:fgClr>
              <a:srgbClr val="3B3B3B"/>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ysClr val="windowText" lastClr="000000"/>
                </a:solidFill>
                <a:effectLst/>
                <a:uLnTx/>
                <a:uFillTx/>
                <a:latin typeface="Ubuntu"/>
                <a:ea typeface="+mn-ea"/>
                <a:cs typeface="+mn-cs"/>
              </a:rPr>
              <a:t>Configuration &amp; Integration streams collaborate during PI &amp; Sprint Planning to deliver to Sprint timelines </a:t>
            </a:r>
          </a:p>
        </p:txBody>
      </p:sp>
    </p:spTree>
    <p:extLst>
      <p:ext uri="{BB962C8B-B14F-4D97-AF65-F5344CB8AC3E}">
        <p14:creationId xmlns:p14="http://schemas.microsoft.com/office/powerpoint/2010/main" val="1385044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Espace réservé du texte 2">
            <a:extLst>
              <a:ext uri="{FF2B5EF4-FFF2-40B4-BE49-F238E27FC236}">
                <a16:creationId xmlns:a16="http://schemas.microsoft.com/office/drawing/2014/main" id="{FBE2A6EA-1F2B-4575-B3D9-C69D12360180}"/>
              </a:ext>
            </a:extLst>
          </p:cNvPr>
          <p:cNvSpPr txBox="1">
            <a:spLocks/>
          </p:cNvSpPr>
          <p:nvPr/>
        </p:nvSpPr>
        <p:spPr>
          <a:xfrm>
            <a:off x="314097" y="1258321"/>
            <a:ext cx="5652336" cy="1152673"/>
          </a:xfrm>
          <a:prstGeom prst="roundRect">
            <a:avLst>
              <a:gd name="adj" fmla="val 12223"/>
            </a:avLst>
          </a:prstGeom>
          <a:solidFill>
            <a:schemeClr val="bg1">
              <a:lumMod val="95000"/>
            </a:schemeClr>
          </a:solidFill>
          <a:ln>
            <a:noFill/>
          </a:ln>
        </p:spPr>
        <p:txBody>
          <a:bodyPr vert="horz" lIns="72000" tIns="36000" rIns="0" bIns="0" rtlCol="0" anchor="ctr">
            <a:noAutofit/>
          </a:bodyPr>
          <a:lstStyle>
            <a:defPPr>
              <a:defRPr lang="pt-PT"/>
            </a:defPPr>
            <a:lvl1pPr marL="174625" lvl="0" indent="-174625" eaLnBrk="0" hangingPunct="0">
              <a:lnSpc>
                <a:spcPct val="90000"/>
              </a:lnSpc>
              <a:spcBef>
                <a:spcPts val="0"/>
              </a:spcBef>
              <a:spcAft>
                <a:spcPts val="0"/>
              </a:spcAft>
              <a:buClr>
                <a:srgbClr val="1172B7"/>
              </a:buClr>
              <a:buSzPct val="100000"/>
              <a:buFont typeface="Wingdings" pitchFamily="2" charset="2"/>
              <a:buChar char="§"/>
              <a:tabLst>
                <a:tab pos="1339850" algn="l"/>
              </a:tabLst>
              <a:defRPr sz="1100">
                <a:latin typeface="+mj-lt"/>
              </a:defRPr>
            </a:lvl1pPr>
            <a:lvl2pPr marL="540000" indent="-358775" eaLnBrk="0" hangingPunct="0">
              <a:lnSpc>
                <a:spcPct val="90000"/>
              </a:lnSpc>
              <a:spcBef>
                <a:spcPts val="0"/>
              </a:spcBef>
              <a:spcAft>
                <a:spcPts val="0"/>
              </a:spcAft>
              <a:buClr>
                <a:srgbClr val="1172B7"/>
              </a:buClr>
              <a:buSzPct val="100000"/>
              <a:buFont typeface="Wingdings" pitchFamily="2" charset="2"/>
              <a:buChar char="§"/>
              <a:tabLst/>
              <a:defRPr sz="1100" b="0" i="0">
                <a:solidFill>
                  <a:srgbClr val="004C63"/>
                </a:solidFill>
                <a:latin typeface="+mj-lt"/>
              </a:defRPr>
            </a:lvl2pPr>
            <a:lvl3pPr marL="174625" indent="-174625" eaLnBrk="0" hangingPunct="0">
              <a:lnSpc>
                <a:spcPct val="90000"/>
              </a:lnSpc>
              <a:spcBef>
                <a:spcPts val="0"/>
              </a:spcBef>
              <a:spcAft>
                <a:spcPts val="0"/>
              </a:spcAft>
              <a:buClr>
                <a:srgbClr val="1172B7"/>
              </a:buClr>
              <a:buSzPct val="100000"/>
              <a:buFont typeface="Wingdings" pitchFamily="2" charset="2"/>
              <a:buChar char="§"/>
              <a:tabLst>
                <a:tab pos="1339850" algn="l"/>
              </a:tabLst>
              <a:defRPr sz="1100">
                <a:solidFill>
                  <a:srgbClr val="004C63"/>
                </a:solidFill>
                <a:latin typeface="Calibri" pitchFamily="34" charset="0"/>
              </a:defRPr>
            </a:lvl3pPr>
            <a:lvl4pPr marL="174625" indent="-174625" eaLnBrk="0" hangingPunct="0">
              <a:lnSpc>
                <a:spcPct val="90000"/>
              </a:lnSpc>
              <a:spcBef>
                <a:spcPts val="0"/>
              </a:spcBef>
              <a:spcAft>
                <a:spcPts val="0"/>
              </a:spcAft>
              <a:buClr>
                <a:srgbClr val="1172B7"/>
              </a:buClr>
              <a:buSzPct val="100000"/>
              <a:buFont typeface="Wingdings" pitchFamily="2" charset="2"/>
              <a:buChar char="§"/>
              <a:tabLst>
                <a:tab pos="1339850" algn="l"/>
              </a:tabLst>
              <a:defRPr sz="1100">
                <a:solidFill>
                  <a:srgbClr val="004C63"/>
                </a:solidFill>
                <a:latin typeface="Calibri" pitchFamily="34" charset="0"/>
              </a:defRPr>
            </a:lvl4pPr>
            <a:lvl5pPr marL="174625" indent="-174625" eaLnBrk="0" hangingPunct="0">
              <a:lnSpc>
                <a:spcPct val="90000"/>
              </a:lnSpc>
              <a:spcBef>
                <a:spcPts val="0"/>
              </a:spcBef>
              <a:spcAft>
                <a:spcPts val="0"/>
              </a:spcAft>
              <a:buClr>
                <a:srgbClr val="1172B7"/>
              </a:buClr>
              <a:buSzPct val="100000"/>
              <a:buFont typeface="Wingdings" pitchFamily="2" charset="2"/>
              <a:buChar char="§"/>
              <a:tabLst>
                <a:tab pos="1339850" algn="l"/>
              </a:tabLst>
              <a:defRPr sz="1100">
                <a:solidFill>
                  <a:srgbClr val="004C63"/>
                </a:solidFill>
                <a:latin typeface="Calibri"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174625" marR="0" lvl="0" indent="-174625" algn="l" defTabSz="914400" rtl="0" eaLnBrk="0" fontAlgn="auto" latinLnBrk="0" hangingPunct="0">
              <a:lnSpc>
                <a:spcPct val="90000"/>
              </a:lnSpc>
              <a:spcBef>
                <a:spcPts val="0"/>
              </a:spcBef>
              <a:spcAft>
                <a:spcPts val="0"/>
              </a:spcAft>
              <a:buClr>
                <a:srgbClr val="1172B7"/>
              </a:buClr>
              <a:buSzPct val="100000"/>
              <a:buFont typeface="Wingdings" pitchFamily="2" charset="2"/>
              <a:buChar char="§"/>
              <a:tabLst>
                <a:tab pos="1339850" algn="l"/>
              </a:tabLst>
              <a:defRPr/>
            </a:pPr>
            <a:r>
              <a:rPr kumimoji="0" lang="en-US" sz="1050" b="0" i="0" u="none" strike="noStrike" kern="1200" cap="none" spc="0" normalizeH="0" baseline="0" noProof="0">
                <a:ln>
                  <a:noFill/>
                </a:ln>
                <a:solidFill>
                  <a:prstClr val="black"/>
                </a:solidFill>
                <a:effectLst/>
                <a:uLnTx/>
                <a:uFillTx/>
                <a:latin typeface="Ubuntu"/>
                <a:ea typeface="+mn-ea"/>
                <a:cs typeface="+mn-cs"/>
              </a:rPr>
              <a:t>Adopt as much as possible the Guidewire Suite to meet </a:t>
            </a:r>
            <a:r>
              <a:rPr kumimoji="0" lang="fr-FR" sz="1050" b="0" i="0" u="none" strike="noStrike" kern="1200" cap="none" spc="0" normalizeH="0" baseline="0" noProof="0" err="1">
                <a:ln>
                  <a:noFill/>
                </a:ln>
                <a:solidFill>
                  <a:prstClr val="black"/>
                </a:solidFill>
                <a:effectLst/>
                <a:uLnTx/>
                <a:uFillTx/>
                <a:latin typeface="Ubuntu"/>
                <a:ea typeface="+mn-ea"/>
                <a:cs typeface="+mn-cs"/>
              </a:rPr>
              <a:t>Länsförsäkringar</a:t>
            </a:r>
            <a:r>
              <a:rPr kumimoji="0" lang="en-US" sz="1050" b="0" i="0" u="none" strike="noStrike" kern="1200" cap="none" spc="0" normalizeH="0" baseline="0" noProof="0">
                <a:ln>
                  <a:noFill/>
                </a:ln>
                <a:solidFill>
                  <a:prstClr val="black"/>
                </a:solidFill>
                <a:effectLst/>
                <a:uLnTx/>
                <a:uFillTx/>
                <a:latin typeface="Ubuntu"/>
                <a:ea typeface="+mn-ea"/>
                <a:cs typeface="+mn-cs"/>
              </a:rPr>
              <a:t> specificities.</a:t>
            </a:r>
          </a:p>
          <a:p>
            <a:pPr marL="174625" marR="0" lvl="0" indent="-174625" algn="l" defTabSz="914400" rtl="0" eaLnBrk="0" fontAlgn="auto" latinLnBrk="0" hangingPunct="0">
              <a:lnSpc>
                <a:spcPct val="90000"/>
              </a:lnSpc>
              <a:spcBef>
                <a:spcPts val="0"/>
              </a:spcBef>
              <a:spcAft>
                <a:spcPts val="0"/>
              </a:spcAft>
              <a:buClr>
                <a:srgbClr val="1172B7"/>
              </a:buClr>
              <a:buSzPct val="100000"/>
              <a:buFont typeface="Wingdings" pitchFamily="2" charset="2"/>
              <a:buChar char="§"/>
              <a:tabLst>
                <a:tab pos="1339850" algn="l"/>
              </a:tabLst>
              <a:defRPr/>
            </a:pPr>
            <a:r>
              <a:rPr kumimoji="0" lang="en-US" sz="1050" b="0" i="0" u="none" strike="noStrike" kern="1200" cap="none" spc="0" normalizeH="0" baseline="0" noProof="0">
                <a:ln>
                  <a:noFill/>
                </a:ln>
                <a:solidFill>
                  <a:prstClr val="black"/>
                </a:solidFill>
                <a:effectLst/>
                <a:uLnTx/>
                <a:uFillTx/>
                <a:latin typeface="Ubuntu"/>
                <a:ea typeface="+mn-ea"/>
                <a:cs typeface="+mn-cs"/>
              </a:rPr>
              <a:t>Use the standard as much as possible, in order to facilitate the evolution towards future versions of the software package.</a:t>
            </a:r>
          </a:p>
          <a:p>
            <a:pPr marL="174625" marR="0" lvl="0" indent="-174625" algn="l" defTabSz="914400" rtl="0" eaLnBrk="0" fontAlgn="auto" latinLnBrk="0" hangingPunct="0">
              <a:lnSpc>
                <a:spcPct val="90000"/>
              </a:lnSpc>
              <a:spcBef>
                <a:spcPts val="0"/>
              </a:spcBef>
              <a:spcAft>
                <a:spcPts val="0"/>
              </a:spcAft>
              <a:buClr>
                <a:srgbClr val="1172B7"/>
              </a:buClr>
              <a:buSzPct val="100000"/>
              <a:buFont typeface="Wingdings" pitchFamily="2" charset="2"/>
              <a:buChar char="§"/>
              <a:tabLst>
                <a:tab pos="1339850" algn="l"/>
              </a:tabLst>
              <a:defRPr/>
            </a:pPr>
            <a:r>
              <a:rPr kumimoji="0" lang="en-US" sz="1050" b="0" i="0" u="none" strike="noStrike" kern="1200" cap="none" spc="0" normalizeH="0" baseline="0" noProof="0">
                <a:ln>
                  <a:noFill/>
                </a:ln>
                <a:solidFill>
                  <a:prstClr val="black"/>
                </a:solidFill>
                <a:effectLst/>
                <a:uLnTx/>
                <a:uFillTx/>
                <a:latin typeface="Ubuntu"/>
                <a:ea typeface="+mn-ea"/>
                <a:cs typeface="+mn-cs"/>
              </a:rPr>
              <a:t>Facilitate workshops in " Agile " mode</a:t>
            </a:r>
          </a:p>
          <a:p>
            <a:pPr marL="174625" marR="0" lvl="0" indent="-174625" algn="l" defTabSz="914400" rtl="0" eaLnBrk="0" fontAlgn="auto" latinLnBrk="0" hangingPunct="0">
              <a:lnSpc>
                <a:spcPct val="90000"/>
              </a:lnSpc>
              <a:spcBef>
                <a:spcPts val="0"/>
              </a:spcBef>
              <a:spcAft>
                <a:spcPts val="0"/>
              </a:spcAft>
              <a:buClr>
                <a:srgbClr val="1172B7"/>
              </a:buClr>
              <a:buSzPct val="100000"/>
              <a:buFont typeface="Wingdings" pitchFamily="2" charset="2"/>
              <a:buChar char="§"/>
              <a:tabLst>
                <a:tab pos="1339850" algn="l"/>
              </a:tabLst>
              <a:defRPr/>
            </a:pPr>
            <a:r>
              <a:rPr kumimoji="0" lang="en-US" sz="1050" b="0" i="0" u="none" strike="noStrike" kern="1200" cap="none" spc="0" normalizeH="0" baseline="0" noProof="0">
                <a:ln>
                  <a:noFill/>
                </a:ln>
                <a:solidFill>
                  <a:prstClr val="black"/>
                </a:solidFill>
                <a:effectLst/>
                <a:uLnTx/>
                <a:uFillTx/>
                <a:latin typeface="Ubuntu"/>
                <a:ea typeface="+mn-ea"/>
                <a:cs typeface="+mn-cs"/>
              </a:rPr>
              <a:t>Organizing the appropriation of </a:t>
            </a:r>
            <a:r>
              <a:rPr kumimoji="0" lang="fr-FR" sz="1050" b="0" i="0" u="none" strike="noStrike" kern="1200" cap="none" spc="0" normalizeH="0" baseline="0" noProof="0" err="1">
                <a:ln>
                  <a:noFill/>
                </a:ln>
                <a:solidFill>
                  <a:prstClr val="black"/>
                </a:solidFill>
                <a:effectLst/>
                <a:uLnTx/>
                <a:uFillTx/>
                <a:latin typeface="Ubuntu"/>
                <a:ea typeface="+mn-ea"/>
                <a:cs typeface="+mn-cs"/>
              </a:rPr>
              <a:t>Länsförsäkringar</a:t>
            </a:r>
            <a:r>
              <a:rPr kumimoji="0" lang="en-US" sz="1050" b="0" i="0" u="none" strike="noStrike" kern="1200" cap="none" spc="0" normalizeH="0" baseline="0" noProof="0">
                <a:ln>
                  <a:noFill/>
                </a:ln>
                <a:solidFill>
                  <a:prstClr val="black"/>
                </a:solidFill>
                <a:effectLst/>
                <a:uLnTx/>
                <a:uFillTx/>
                <a:latin typeface="Ubuntu"/>
                <a:ea typeface="+mn-ea"/>
                <a:cs typeface="+mn-cs"/>
              </a:rPr>
              <a:t> knowledge to the use of Guidewire</a:t>
            </a:r>
            <a:endParaRPr kumimoji="0" lang="fr-FR" sz="1050" b="0" i="0" u="none" strike="noStrike" kern="1200" cap="none" spc="0" normalizeH="0" baseline="0" noProof="0">
              <a:ln>
                <a:noFill/>
              </a:ln>
              <a:solidFill>
                <a:prstClr val="black"/>
              </a:solidFill>
              <a:effectLst/>
              <a:uLnTx/>
              <a:uFillTx/>
              <a:latin typeface="Ubuntu"/>
              <a:ea typeface="+mn-ea"/>
              <a:cs typeface="+mn-cs"/>
            </a:endParaRPr>
          </a:p>
        </p:txBody>
      </p:sp>
      <p:sp>
        <p:nvSpPr>
          <p:cNvPr id="56" name="Espace réservé du texte 9">
            <a:extLst>
              <a:ext uri="{FF2B5EF4-FFF2-40B4-BE49-F238E27FC236}">
                <a16:creationId xmlns:a16="http://schemas.microsoft.com/office/drawing/2014/main" id="{2C47A229-E760-4D09-9A43-028CB153E58D}"/>
              </a:ext>
            </a:extLst>
          </p:cNvPr>
          <p:cNvSpPr txBox="1">
            <a:spLocks/>
          </p:cNvSpPr>
          <p:nvPr/>
        </p:nvSpPr>
        <p:spPr>
          <a:xfrm>
            <a:off x="6121782" y="1219281"/>
            <a:ext cx="5652336" cy="914400"/>
          </a:xfrm>
          <a:prstGeom prst="roundRect">
            <a:avLst>
              <a:gd name="adj" fmla="val 12223"/>
            </a:avLst>
          </a:prstGeom>
          <a:solidFill>
            <a:schemeClr val="bg1">
              <a:lumMod val="95000"/>
            </a:schemeClr>
          </a:solidFill>
          <a:ln>
            <a:noFill/>
          </a:ln>
        </p:spPr>
        <p:txBody>
          <a:bodyPr vert="horz" lIns="72000" tIns="36000" rIns="0" bIns="0" rtlCol="0" anchor="ctr">
            <a:noAutofit/>
          </a:bodyPr>
          <a:lstStyle>
            <a:lvl1pPr marL="174625" indent="-174625" algn="l" defTabSz="914400" rtl="0" eaLnBrk="0" latinLnBrk="0" hangingPunct="0">
              <a:lnSpc>
                <a:spcPct val="90000"/>
              </a:lnSpc>
              <a:spcBef>
                <a:spcPts val="0"/>
              </a:spcBef>
              <a:spcAft>
                <a:spcPts val="0"/>
              </a:spcAft>
              <a:buClr>
                <a:srgbClr val="1172B7"/>
              </a:buClr>
              <a:buSzPct val="100000"/>
              <a:buFont typeface="Wingdings" pitchFamily="2" charset="2"/>
              <a:buChar char="§"/>
              <a:tabLst>
                <a:tab pos="1339850" algn="l"/>
              </a:tabLst>
              <a:defRPr lang="fr-FR" sz="1100" kern="1200" dirty="0" smtClean="0">
                <a:solidFill>
                  <a:srgbClr val="004C63"/>
                </a:solidFill>
                <a:latin typeface="+mj-lt"/>
                <a:ea typeface="+mn-ea"/>
                <a:cs typeface="+mn-cs"/>
              </a:defRPr>
            </a:lvl1pPr>
            <a:lvl2pPr marL="540000" indent="-358775" algn="l" defTabSz="914400" rtl="0" eaLnBrk="0" latinLnBrk="0" hangingPunct="0">
              <a:lnSpc>
                <a:spcPct val="90000"/>
              </a:lnSpc>
              <a:spcBef>
                <a:spcPts val="0"/>
              </a:spcBef>
              <a:spcAft>
                <a:spcPts val="0"/>
              </a:spcAft>
              <a:buClr>
                <a:srgbClr val="1172B7"/>
              </a:buClr>
              <a:buSzPct val="100000"/>
              <a:buFont typeface="Wingdings" pitchFamily="2" charset="2"/>
              <a:buChar char="§"/>
              <a:tabLst/>
              <a:defRPr lang="fr-FR" sz="1100" b="0" i="0" kern="1200" dirty="0" smtClean="0">
                <a:solidFill>
                  <a:srgbClr val="004C63"/>
                </a:solidFill>
                <a:latin typeface="+mj-lt"/>
                <a:ea typeface="+mn-ea"/>
                <a:cs typeface="+mn-cs"/>
              </a:defRPr>
            </a:lvl2pPr>
            <a:lvl3pPr marL="174625" indent="-174625" algn="l" defTabSz="914400" rtl="0" eaLnBrk="0" latinLnBrk="0" hangingPunct="0">
              <a:lnSpc>
                <a:spcPct val="90000"/>
              </a:lnSpc>
              <a:spcBef>
                <a:spcPts val="0"/>
              </a:spcBef>
              <a:spcAft>
                <a:spcPts val="0"/>
              </a:spcAft>
              <a:buClr>
                <a:srgbClr val="1172B7"/>
              </a:buClr>
              <a:buSzPct val="100000"/>
              <a:buFont typeface="Wingdings" pitchFamily="2" charset="2"/>
              <a:buChar char="§"/>
              <a:tabLst>
                <a:tab pos="1339850" algn="l"/>
              </a:tabLst>
              <a:defRPr lang="fr-FR" sz="1100" kern="1200" dirty="0" smtClean="0">
                <a:solidFill>
                  <a:srgbClr val="004C63"/>
                </a:solidFill>
                <a:latin typeface="Calibri" pitchFamily="34" charset="0"/>
                <a:ea typeface="+mn-ea"/>
                <a:cs typeface="+mn-cs"/>
              </a:defRPr>
            </a:lvl3pPr>
            <a:lvl4pPr marL="174625" indent="-174625" algn="l" defTabSz="914400" rtl="0" eaLnBrk="0" latinLnBrk="0" hangingPunct="0">
              <a:lnSpc>
                <a:spcPct val="90000"/>
              </a:lnSpc>
              <a:spcBef>
                <a:spcPts val="0"/>
              </a:spcBef>
              <a:spcAft>
                <a:spcPts val="0"/>
              </a:spcAft>
              <a:buClr>
                <a:srgbClr val="1172B7"/>
              </a:buClr>
              <a:buSzPct val="100000"/>
              <a:buFont typeface="Wingdings" pitchFamily="2" charset="2"/>
              <a:buChar char="§"/>
              <a:tabLst>
                <a:tab pos="1339850" algn="l"/>
              </a:tabLst>
              <a:defRPr lang="fr-FR" sz="1100" kern="1200" dirty="0" smtClean="0">
                <a:solidFill>
                  <a:srgbClr val="004C63"/>
                </a:solidFill>
                <a:latin typeface="Calibri" pitchFamily="34" charset="0"/>
                <a:ea typeface="+mn-ea"/>
                <a:cs typeface="+mn-cs"/>
              </a:defRPr>
            </a:lvl4pPr>
            <a:lvl5pPr marL="174625" indent="-174625" algn="l" defTabSz="914400" rtl="0" eaLnBrk="0" latinLnBrk="0" hangingPunct="0">
              <a:lnSpc>
                <a:spcPct val="90000"/>
              </a:lnSpc>
              <a:spcBef>
                <a:spcPts val="0"/>
              </a:spcBef>
              <a:spcAft>
                <a:spcPts val="0"/>
              </a:spcAft>
              <a:buClr>
                <a:srgbClr val="1172B7"/>
              </a:buClr>
              <a:buSzPct val="100000"/>
              <a:buFont typeface="Wingdings" pitchFamily="2" charset="2"/>
              <a:buChar char="§"/>
              <a:tabLst>
                <a:tab pos="1339850" algn="l"/>
              </a:tabLst>
              <a:defRPr lang="fr-FR" sz="1100" kern="1200" dirty="0">
                <a:solidFill>
                  <a:srgbClr val="004C63"/>
                </a:solidFill>
                <a:latin typeface="Calibri"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4625" marR="0" lvl="0" indent="-174625" algn="l" defTabSz="914400" rtl="0" eaLnBrk="0" fontAlgn="auto" latinLnBrk="0" hangingPunct="0">
              <a:lnSpc>
                <a:spcPct val="90000"/>
              </a:lnSpc>
              <a:spcBef>
                <a:spcPts val="0"/>
              </a:spcBef>
              <a:spcAft>
                <a:spcPts val="0"/>
              </a:spcAft>
              <a:buClr>
                <a:srgbClr val="1172B7"/>
              </a:buClr>
              <a:buSzPct val="100000"/>
              <a:buFont typeface="Wingdings" pitchFamily="2" charset="2"/>
              <a:buChar char="§"/>
              <a:tabLst>
                <a:tab pos="1339850" algn="l"/>
              </a:tabLst>
              <a:defRPr/>
            </a:pPr>
            <a:r>
              <a:rPr kumimoji="0" lang="fr-FR" sz="1050" b="0" i="0" u="none" strike="noStrike" kern="1200" cap="none" spc="0" normalizeH="0" baseline="0" noProof="0">
                <a:ln>
                  <a:noFill/>
                </a:ln>
                <a:solidFill>
                  <a:prstClr val="black"/>
                </a:solidFill>
                <a:effectLst/>
                <a:uLnTx/>
                <a:uFillTx/>
                <a:latin typeface="Ubuntu"/>
                <a:ea typeface="+mn-ea"/>
                <a:cs typeface="+mn-cs"/>
              </a:rPr>
              <a:t>Business Analysts </a:t>
            </a:r>
          </a:p>
          <a:p>
            <a:pPr marL="174625" marR="0" lvl="0" indent="-174625" algn="l" defTabSz="914400" rtl="0" eaLnBrk="0" fontAlgn="auto" latinLnBrk="0" hangingPunct="0">
              <a:lnSpc>
                <a:spcPct val="90000"/>
              </a:lnSpc>
              <a:spcBef>
                <a:spcPts val="0"/>
              </a:spcBef>
              <a:spcAft>
                <a:spcPts val="0"/>
              </a:spcAft>
              <a:buClr>
                <a:srgbClr val="1172B7"/>
              </a:buClr>
              <a:buSzPct val="100000"/>
              <a:buFont typeface="Wingdings" pitchFamily="2" charset="2"/>
              <a:buChar char="§"/>
              <a:tabLst>
                <a:tab pos="1339850" algn="l"/>
              </a:tabLst>
              <a:defRPr/>
            </a:pPr>
            <a:r>
              <a:rPr kumimoji="0" lang="fr-FR" sz="1050" b="0" i="0" u="none" strike="noStrike" kern="1200" cap="none" spc="0" normalizeH="0" baseline="0" noProof="0">
                <a:ln>
                  <a:noFill/>
                </a:ln>
                <a:solidFill>
                  <a:prstClr val="black"/>
                </a:solidFill>
                <a:effectLst/>
                <a:uLnTx/>
                <a:uFillTx/>
                <a:latin typeface="Ubuntu"/>
                <a:ea typeface="+mn-ea"/>
                <a:cs typeface="+mn-cs"/>
              </a:rPr>
              <a:t>Architect</a:t>
            </a:r>
          </a:p>
          <a:p>
            <a:pPr marL="174625" marR="0" lvl="0" indent="-174625" algn="l" defTabSz="914400" rtl="0" eaLnBrk="0" fontAlgn="auto" latinLnBrk="0" hangingPunct="0">
              <a:lnSpc>
                <a:spcPct val="90000"/>
              </a:lnSpc>
              <a:spcBef>
                <a:spcPts val="0"/>
              </a:spcBef>
              <a:spcAft>
                <a:spcPts val="0"/>
              </a:spcAft>
              <a:buClr>
                <a:srgbClr val="1172B7"/>
              </a:buClr>
              <a:buSzPct val="100000"/>
              <a:buFont typeface="Wingdings" pitchFamily="2" charset="2"/>
              <a:buChar char="§"/>
              <a:tabLst>
                <a:tab pos="1339850" algn="l"/>
              </a:tabLst>
              <a:defRPr/>
            </a:pPr>
            <a:r>
              <a:rPr kumimoji="0" lang="fr-FR" sz="1050" b="0" i="0" u="none" strike="noStrike" kern="1200" cap="none" spc="0" normalizeH="0" baseline="0" noProof="0">
                <a:ln>
                  <a:noFill/>
                </a:ln>
                <a:solidFill>
                  <a:prstClr val="black"/>
                </a:solidFill>
                <a:effectLst/>
                <a:uLnTx/>
                <a:uFillTx/>
                <a:latin typeface="Ubuntu"/>
                <a:ea typeface="+mn-ea"/>
                <a:cs typeface="+mn-cs"/>
              </a:rPr>
              <a:t>GW Configurators</a:t>
            </a:r>
          </a:p>
          <a:p>
            <a:pPr marL="174625" marR="0" lvl="0" indent="-174625" algn="l" defTabSz="914400" rtl="0" eaLnBrk="0" fontAlgn="auto" latinLnBrk="0" hangingPunct="0">
              <a:lnSpc>
                <a:spcPct val="90000"/>
              </a:lnSpc>
              <a:spcBef>
                <a:spcPts val="0"/>
              </a:spcBef>
              <a:spcAft>
                <a:spcPts val="0"/>
              </a:spcAft>
              <a:buClr>
                <a:srgbClr val="1172B7"/>
              </a:buClr>
              <a:buSzPct val="100000"/>
              <a:buFont typeface="Wingdings" pitchFamily="2" charset="2"/>
              <a:buChar char="§"/>
              <a:tabLst>
                <a:tab pos="1339850" algn="l"/>
              </a:tabLst>
              <a:defRPr/>
            </a:pPr>
            <a:r>
              <a:rPr kumimoji="0" lang="fr-FR" sz="1050" b="0" i="0" u="none" strike="noStrike" kern="1200" cap="none" spc="0" normalizeH="0" baseline="0" noProof="0">
                <a:ln>
                  <a:noFill/>
                </a:ln>
                <a:solidFill>
                  <a:prstClr val="black"/>
                </a:solidFill>
                <a:effectLst/>
                <a:uLnTx/>
                <a:uFillTx/>
                <a:latin typeface="Ubuntu"/>
                <a:ea typeface="+mn-ea"/>
                <a:cs typeface="+mn-cs"/>
              </a:rPr>
              <a:t>Experts Guidewire</a:t>
            </a:r>
          </a:p>
        </p:txBody>
      </p:sp>
      <p:sp>
        <p:nvSpPr>
          <p:cNvPr id="57" name="Espace réservé du texte 10">
            <a:extLst>
              <a:ext uri="{FF2B5EF4-FFF2-40B4-BE49-F238E27FC236}">
                <a16:creationId xmlns:a16="http://schemas.microsoft.com/office/drawing/2014/main" id="{CBA44A3D-BE79-4B99-853D-D826A1FC4F9A}"/>
              </a:ext>
            </a:extLst>
          </p:cNvPr>
          <p:cNvSpPr txBox="1">
            <a:spLocks/>
          </p:cNvSpPr>
          <p:nvPr/>
        </p:nvSpPr>
        <p:spPr>
          <a:xfrm>
            <a:off x="6121446" y="2823385"/>
            <a:ext cx="5652336" cy="914400"/>
          </a:xfrm>
          <a:prstGeom prst="roundRect">
            <a:avLst>
              <a:gd name="adj" fmla="val 8889"/>
            </a:avLst>
          </a:prstGeom>
          <a:solidFill>
            <a:schemeClr val="bg1">
              <a:lumMod val="95000"/>
            </a:schemeClr>
          </a:solidFill>
          <a:ln>
            <a:noFill/>
          </a:ln>
        </p:spPr>
        <p:txBody>
          <a:bodyPr vert="horz" lIns="72000" tIns="36000" rIns="0" bIns="0" rtlCol="0" anchor="ctr">
            <a:noAutofit/>
          </a:bodyPr>
          <a:lstStyle>
            <a:lvl1pPr marL="174625" indent="-174625" algn="l" defTabSz="914400" rtl="0" eaLnBrk="0" latinLnBrk="0" hangingPunct="0">
              <a:lnSpc>
                <a:spcPct val="90000"/>
              </a:lnSpc>
              <a:spcBef>
                <a:spcPts val="0"/>
              </a:spcBef>
              <a:spcAft>
                <a:spcPts val="0"/>
              </a:spcAft>
              <a:buClr>
                <a:srgbClr val="1172B7"/>
              </a:buClr>
              <a:buSzPct val="100000"/>
              <a:buFont typeface="Wingdings" pitchFamily="2" charset="2"/>
              <a:buChar char="§"/>
              <a:tabLst>
                <a:tab pos="1339850" algn="l"/>
              </a:tabLst>
              <a:defRPr lang="fr-FR" sz="1100" kern="1200" dirty="0" smtClean="0">
                <a:solidFill>
                  <a:srgbClr val="004C63"/>
                </a:solidFill>
                <a:latin typeface="+mj-lt"/>
                <a:ea typeface="+mn-ea"/>
                <a:cs typeface="+mn-cs"/>
              </a:defRPr>
            </a:lvl1pPr>
            <a:lvl2pPr marL="540000" indent="-358775" algn="l" defTabSz="914400" rtl="0" eaLnBrk="0" latinLnBrk="0" hangingPunct="0">
              <a:lnSpc>
                <a:spcPct val="90000"/>
              </a:lnSpc>
              <a:spcBef>
                <a:spcPts val="0"/>
              </a:spcBef>
              <a:spcAft>
                <a:spcPts val="0"/>
              </a:spcAft>
              <a:buClr>
                <a:srgbClr val="1172B7"/>
              </a:buClr>
              <a:buSzPct val="100000"/>
              <a:buFont typeface="Wingdings" pitchFamily="2" charset="2"/>
              <a:buChar char="§"/>
              <a:tabLst/>
              <a:defRPr lang="fr-FR" sz="1100" b="0" i="0" kern="1200" dirty="0" smtClean="0">
                <a:solidFill>
                  <a:srgbClr val="004C63"/>
                </a:solidFill>
                <a:latin typeface="+mj-lt"/>
                <a:ea typeface="+mn-ea"/>
                <a:cs typeface="+mn-cs"/>
              </a:defRPr>
            </a:lvl2pPr>
            <a:lvl3pPr marL="174625" indent="-174625" algn="l" defTabSz="914400" rtl="0" eaLnBrk="0" latinLnBrk="0" hangingPunct="0">
              <a:lnSpc>
                <a:spcPct val="90000"/>
              </a:lnSpc>
              <a:spcBef>
                <a:spcPts val="0"/>
              </a:spcBef>
              <a:spcAft>
                <a:spcPts val="0"/>
              </a:spcAft>
              <a:buClr>
                <a:srgbClr val="1172B7"/>
              </a:buClr>
              <a:buSzPct val="100000"/>
              <a:buFont typeface="Wingdings" pitchFamily="2" charset="2"/>
              <a:buChar char="§"/>
              <a:tabLst>
                <a:tab pos="1339850" algn="l"/>
              </a:tabLst>
              <a:defRPr lang="fr-FR" sz="1100" kern="1200" dirty="0" smtClean="0">
                <a:solidFill>
                  <a:srgbClr val="004C63"/>
                </a:solidFill>
                <a:latin typeface="Calibri" pitchFamily="34" charset="0"/>
                <a:ea typeface="+mn-ea"/>
                <a:cs typeface="+mn-cs"/>
              </a:defRPr>
            </a:lvl3pPr>
            <a:lvl4pPr marL="174625" indent="-174625" algn="l" defTabSz="914400" rtl="0" eaLnBrk="0" latinLnBrk="0" hangingPunct="0">
              <a:lnSpc>
                <a:spcPct val="90000"/>
              </a:lnSpc>
              <a:spcBef>
                <a:spcPts val="0"/>
              </a:spcBef>
              <a:spcAft>
                <a:spcPts val="0"/>
              </a:spcAft>
              <a:buClr>
                <a:srgbClr val="1172B7"/>
              </a:buClr>
              <a:buSzPct val="100000"/>
              <a:buFont typeface="Wingdings" pitchFamily="2" charset="2"/>
              <a:buChar char="§"/>
              <a:tabLst>
                <a:tab pos="1339850" algn="l"/>
              </a:tabLst>
              <a:defRPr lang="fr-FR" sz="1100" kern="1200" dirty="0" smtClean="0">
                <a:solidFill>
                  <a:srgbClr val="004C63"/>
                </a:solidFill>
                <a:latin typeface="Calibri" pitchFamily="34" charset="0"/>
                <a:ea typeface="+mn-ea"/>
                <a:cs typeface="+mn-cs"/>
              </a:defRPr>
            </a:lvl4pPr>
            <a:lvl5pPr marL="174625" indent="-174625" algn="l" defTabSz="914400" rtl="0" eaLnBrk="0" latinLnBrk="0" hangingPunct="0">
              <a:lnSpc>
                <a:spcPct val="90000"/>
              </a:lnSpc>
              <a:spcBef>
                <a:spcPts val="0"/>
              </a:spcBef>
              <a:spcAft>
                <a:spcPts val="0"/>
              </a:spcAft>
              <a:buClr>
                <a:srgbClr val="1172B7"/>
              </a:buClr>
              <a:buSzPct val="100000"/>
              <a:buFont typeface="Wingdings" pitchFamily="2" charset="2"/>
              <a:buChar char="§"/>
              <a:tabLst>
                <a:tab pos="1339850" algn="l"/>
              </a:tabLst>
              <a:defRPr lang="fr-FR" sz="1100" kern="1200" dirty="0">
                <a:solidFill>
                  <a:srgbClr val="004C63"/>
                </a:solidFill>
                <a:latin typeface="Calibri"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4625" marR="0" lvl="0" indent="-174625" algn="l" defTabSz="914400" rtl="0" eaLnBrk="0" fontAlgn="auto" latinLnBrk="0" hangingPunct="0">
              <a:lnSpc>
                <a:spcPct val="90000"/>
              </a:lnSpc>
              <a:spcBef>
                <a:spcPts val="0"/>
              </a:spcBef>
              <a:spcAft>
                <a:spcPts val="0"/>
              </a:spcAft>
              <a:buClr>
                <a:srgbClr val="1172B7"/>
              </a:buClr>
              <a:buSzPct val="100000"/>
              <a:buFont typeface="Wingdings" pitchFamily="2" charset="2"/>
              <a:buChar char="§"/>
              <a:tabLst>
                <a:tab pos="1339850" algn="l"/>
              </a:tabLst>
              <a:defRPr/>
            </a:pPr>
            <a:r>
              <a:rPr kumimoji="0" lang="fr-FR" sz="1050" b="0" i="0" u="none" strike="noStrike" kern="1200" cap="none" spc="0" normalizeH="0" baseline="0" noProof="0">
                <a:ln>
                  <a:noFill/>
                </a:ln>
                <a:solidFill>
                  <a:prstClr val="black"/>
                </a:solidFill>
                <a:effectLst/>
                <a:uLnTx/>
                <a:uFillTx/>
                <a:latin typeface="Ubuntu"/>
                <a:ea typeface="+mn-ea"/>
                <a:cs typeface="+mn-cs"/>
              </a:rPr>
              <a:t>Business Analysts Track-1</a:t>
            </a:r>
          </a:p>
          <a:p>
            <a:pPr marL="174625" marR="0" lvl="0" indent="-174625" algn="l" defTabSz="914400" rtl="0" eaLnBrk="0" fontAlgn="auto" latinLnBrk="0" hangingPunct="0">
              <a:lnSpc>
                <a:spcPct val="90000"/>
              </a:lnSpc>
              <a:spcBef>
                <a:spcPts val="0"/>
              </a:spcBef>
              <a:spcAft>
                <a:spcPts val="0"/>
              </a:spcAft>
              <a:buClr>
                <a:srgbClr val="1172B7"/>
              </a:buClr>
              <a:buSzPct val="100000"/>
              <a:buFont typeface="Wingdings" pitchFamily="2" charset="2"/>
              <a:buChar char="§"/>
              <a:tabLst>
                <a:tab pos="1339850" algn="l"/>
              </a:tabLst>
              <a:defRPr/>
            </a:pPr>
            <a:r>
              <a:rPr kumimoji="0" lang="fr-FR" sz="1050" b="0" i="0" u="none" strike="noStrike" kern="1200" cap="none" spc="0" normalizeH="0" baseline="0" noProof="0">
                <a:ln>
                  <a:noFill/>
                </a:ln>
                <a:solidFill>
                  <a:prstClr val="black"/>
                </a:solidFill>
                <a:effectLst/>
                <a:uLnTx/>
                <a:uFillTx/>
                <a:latin typeface="Ubuntu"/>
                <a:ea typeface="+mn-ea"/>
                <a:cs typeface="+mn-cs"/>
              </a:rPr>
              <a:t>Expert Business Länsförsäkringar </a:t>
            </a:r>
          </a:p>
        </p:txBody>
      </p:sp>
      <p:sp>
        <p:nvSpPr>
          <p:cNvPr id="58" name="Espace réservé du texte 11">
            <a:extLst>
              <a:ext uri="{FF2B5EF4-FFF2-40B4-BE49-F238E27FC236}">
                <a16:creationId xmlns:a16="http://schemas.microsoft.com/office/drawing/2014/main" id="{FE1A2C30-F1F8-4775-B8A0-08403BA891F7}"/>
              </a:ext>
            </a:extLst>
          </p:cNvPr>
          <p:cNvSpPr txBox="1">
            <a:spLocks/>
          </p:cNvSpPr>
          <p:nvPr/>
        </p:nvSpPr>
        <p:spPr>
          <a:xfrm>
            <a:off x="314097" y="2779313"/>
            <a:ext cx="5652336" cy="1200303"/>
          </a:xfrm>
          <a:prstGeom prst="roundRect">
            <a:avLst>
              <a:gd name="adj" fmla="val 6695"/>
            </a:avLst>
          </a:prstGeom>
          <a:solidFill>
            <a:schemeClr val="bg1">
              <a:lumMod val="95000"/>
            </a:schemeClr>
          </a:solidFill>
          <a:ln>
            <a:noFill/>
          </a:ln>
        </p:spPr>
        <p:txBody>
          <a:bodyPr vert="horz" lIns="72000" tIns="36000" rIns="0" bIns="0" rtlCol="0" anchor="ctr">
            <a:noAutofit/>
          </a:bodyPr>
          <a:lstStyle>
            <a:lvl1pPr marL="174625" indent="-174625" algn="l" defTabSz="914400" rtl="0" eaLnBrk="0" latinLnBrk="0" hangingPunct="0">
              <a:lnSpc>
                <a:spcPct val="90000"/>
              </a:lnSpc>
              <a:spcBef>
                <a:spcPts val="0"/>
              </a:spcBef>
              <a:spcAft>
                <a:spcPts val="0"/>
              </a:spcAft>
              <a:buClr>
                <a:srgbClr val="1172B7"/>
              </a:buClr>
              <a:buSzPct val="100000"/>
              <a:buFont typeface="Wingdings" pitchFamily="2" charset="2"/>
              <a:buChar char="§"/>
              <a:tabLst>
                <a:tab pos="1339850" algn="l"/>
              </a:tabLst>
              <a:defRPr lang="fr-FR" sz="1100" kern="1200" dirty="0" smtClean="0">
                <a:solidFill>
                  <a:srgbClr val="004C63"/>
                </a:solidFill>
                <a:latin typeface="+mj-lt"/>
                <a:ea typeface="+mn-ea"/>
                <a:cs typeface="+mn-cs"/>
              </a:defRPr>
            </a:lvl1pPr>
            <a:lvl2pPr marL="540000" indent="-358775" algn="l" defTabSz="914400" rtl="0" eaLnBrk="0" latinLnBrk="0" hangingPunct="0">
              <a:lnSpc>
                <a:spcPct val="90000"/>
              </a:lnSpc>
              <a:spcBef>
                <a:spcPts val="0"/>
              </a:spcBef>
              <a:spcAft>
                <a:spcPts val="0"/>
              </a:spcAft>
              <a:buClr>
                <a:srgbClr val="1172B7"/>
              </a:buClr>
              <a:buSzPct val="100000"/>
              <a:buFont typeface="Wingdings" pitchFamily="2" charset="2"/>
              <a:buChar char="§"/>
              <a:tabLst/>
              <a:defRPr lang="fr-FR" sz="1100" b="0" i="0" kern="1200" dirty="0" smtClean="0">
                <a:solidFill>
                  <a:srgbClr val="004C63"/>
                </a:solidFill>
                <a:latin typeface="+mj-lt"/>
                <a:ea typeface="+mn-ea"/>
                <a:cs typeface="+mn-cs"/>
              </a:defRPr>
            </a:lvl2pPr>
            <a:lvl3pPr marL="174625" indent="-174625" algn="l" defTabSz="914400" rtl="0" eaLnBrk="0" latinLnBrk="0" hangingPunct="0">
              <a:lnSpc>
                <a:spcPct val="90000"/>
              </a:lnSpc>
              <a:spcBef>
                <a:spcPts val="0"/>
              </a:spcBef>
              <a:spcAft>
                <a:spcPts val="0"/>
              </a:spcAft>
              <a:buClr>
                <a:srgbClr val="1172B7"/>
              </a:buClr>
              <a:buSzPct val="100000"/>
              <a:buFont typeface="Wingdings" pitchFamily="2" charset="2"/>
              <a:buChar char="§"/>
              <a:tabLst>
                <a:tab pos="1339850" algn="l"/>
              </a:tabLst>
              <a:defRPr lang="fr-FR" sz="1100" kern="1200" dirty="0" smtClean="0">
                <a:solidFill>
                  <a:srgbClr val="004C63"/>
                </a:solidFill>
                <a:latin typeface="Calibri" pitchFamily="34" charset="0"/>
                <a:ea typeface="+mn-ea"/>
                <a:cs typeface="+mn-cs"/>
              </a:defRPr>
            </a:lvl3pPr>
            <a:lvl4pPr marL="174625" indent="-174625" algn="l" defTabSz="914400" rtl="0" eaLnBrk="0" latinLnBrk="0" hangingPunct="0">
              <a:lnSpc>
                <a:spcPct val="90000"/>
              </a:lnSpc>
              <a:spcBef>
                <a:spcPts val="0"/>
              </a:spcBef>
              <a:spcAft>
                <a:spcPts val="0"/>
              </a:spcAft>
              <a:buClr>
                <a:srgbClr val="1172B7"/>
              </a:buClr>
              <a:buSzPct val="100000"/>
              <a:buFont typeface="Wingdings" pitchFamily="2" charset="2"/>
              <a:buChar char="§"/>
              <a:tabLst>
                <a:tab pos="1339850" algn="l"/>
              </a:tabLst>
              <a:defRPr lang="fr-FR" sz="1100" kern="1200" dirty="0" smtClean="0">
                <a:solidFill>
                  <a:srgbClr val="004C63"/>
                </a:solidFill>
                <a:latin typeface="Calibri" pitchFamily="34" charset="0"/>
                <a:ea typeface="+mn-ea"/>
                <a:cs typeface="+mn-cs"/>
              </a:defRPr>
            </a:lvl4pPr>
            <a:lvl5pPr marL="174625" indent="-174625" algn="l" defTabSz="914400" rtl="0" eaLnBrk="0" latinLnBrk="0" hangingPunct="0">
              <a:lnSpc>
                <a:spcPct val="90000"/>
              </a:lnSpc>
              <a:spcBef>
                <a:spcPts val="0"/>
              </a:spcBef>
              <a:spcAft>
                <a:spcPts val="0"/>
              </a:spcAft>
              <a:buClr>
                <a:srgbClr val="1172B7"/>
              </a:buClr>
              <a:buSzPct val="100000"/>
              <a:buFont typeface="Wingdings" pitchFamily="2" charset="2"/>
              <a:buChar char="§"/>
              <a:tabLst>
                <a:tab pos="1339850" algn="l"/>
              </a:tabLst>
              <a:defRPr lang="fr-FR" sz="1100" kern="1200" dirty="0">
                <a:solidFill>
                  <a:srgbClr val="004C63"/>
                </a:solidFill>
                <a:latin typeface="Calibri"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4625" marR="0" lvl="0" indent="-174625" algn="l" defTabSz="914400" rtl="0" eaLnBrk="0" fontAlgn="auto" latinLnBrk="0" hangingPunct="0">
              <a:lnSpc>
                <a:spcPct val="90000"/>
              </a:lnSpc>
              <a:spcBef>
                <a:spcPts val="0"/>
              </a:spcBef>
              <a:spcAft>
                <a:spcPts val="0"/>
              </a:spcAft>
              <a:buClr>
                <a:srgbClr val="1172B7"/>
              </a:buClr>
              <a:buSzPct val="100000"/>
              <a:buFont typeface="Wingdings" pitchFamily="2" charset="2"/>
              <a:buChar char="§"/>
              <a:tabLst>
                <a:tab pos="1339850" algn="l"/>
              </a:tabLst>
              <a:defRPr/>
            </a:pPr>
            <a:r>
              <a:rPr kumimoji="0" lang="en-US" sz="1050" b="0" i="0" u="none" strike="noStrike" kern="1200" cap="none" spc="0" normalizeH="0" baseline="0" noProof="0">
                <a:ln>
                  <a:noFill/>
                </a:ln>
                <a:solidFill>
                  <a:prstClr val="black"/>
                </a:solidFill>
                <a:effectLst/>
                <a:uLnTx/>
                <a:uFillTx/>
                <a:latin typeface="Ubuntu"/>
                <a:ea typeface="+mn-ea"/>
                <a:cs typeface="+mn-cs"/>
              </a:rPr>
              <a:t>Ensure to get acquainted with the existing system and carry out the minimum configuration on the basis of it before the workshops.</a:t>
            </a:r>
          </a:p>
          <a:p>
            <a:pPr marL="174625" marR="0" lvl="0" indent="-174625" algn="l" defTabSz="914400" rtl="0" eaLnBrk="0" fontAlgn="auto" latinLnBrk="0" hangingPunct="0">
              <a:lnSpc>
                <a:spcPct val="90000"/>
              </a:lnSpc>
              <a:spcBef>
                <a:spcPts val="0"/>
              </a:spcBef>
              <a:spcAft>
                <a:spcPts val="0"/>
              </a:spcAft>
              <a:buClr>
                <a:srgbClr val="1172B7"/>
              </a:buClr>
              <a:buSzPct val="100000"/>
              <a:buFont typeface="Wingdings" pitchFamily="2" charset="2"/>
              <a:buChar char="§"/>
              <a:tabLst>
                <a:tab pos="1339850" algn="l"/>
              </a:tabLst>
              <a:defRPr/>
            </a:pPr>
            <a:r>
              <a:rPr kumimoji="0" lang="en-US" sz="1050" b="0" i="0" u="none" strike="noStrike" kern="1200" cap="none" spc="0" normalizeH="0" baseline="0" noProof="0">
                <a:ln>
                  <a:noFill/>
                </a:ln>
                <a:solidFill>
                  <a:prstClr val="black"/>
                </a:solidFill>
                <a:effectLst/>
                <a:uLnTx/>
                <a:uFillTx/>
                <a:latin typeface="Ubuntu"/>
                <a:ea typeface="+mn-ea"/>
                <a:cs typeface="+mn-cs"/>
              </a:rPr>
              <a:t>Leading the Business Needs and Configuration workshops with </a:t>
            </a:r>
            <a:r>
              <a:rPr kumimoji="0" lang="fr-FR" sz="1050" b="0" i="0" u="none" strike="noStrike" kern="1200" cap="none" spc="0" normalizeH="0" baseline="0" noProof="0">
                <a:ln>
                  <a:noFill/>
                </a:ln>
                <a:solidFill>
                  <a:prstClr val="black"/>
                </a:solidFill>
                <a:effectLst/>
                <a:uLnTx/>
                <a:uFillTx/>
                <a:latin typeface="Ubuntu"/>
                <a:ea typeface="+mn-ea"/>
                <a:cs typeface="+mn-cs"/>
              </a:rPr>
              <a:t>Länsförsäkringar</a:t>
            </a:r>
            <a:r>
              <a:rPr kumimoji="0" lang="en-US" sz="1050" b="0" i="0" u="none" strike="noStrike" kern="1200" cap="none" spc="0" normalizeH="0" baseline="0" noProof="0">
                <a:ln>
                  <a:noFill/>
                </a:ln>
                <a:solidFill>
                  <a:prstClr val="black"/>
                </a:solidFill>
                <a:effectLst/>
                <a:uLnTx/>
                <a:uFillTx/>
                <a:latin typeface="Ubuntu"/>
                <a:ea typeface="+mn-ea"/>
                <a:cs typeface="+mn-cs"/>
              </a:rPr>
              <a:t> knowledge</a:t>
            </a:r>
          </a:p>
          <a:p>
            <a:pPr marL="174625" marR="0" lvl="0" indent="-174625" algn="l" defTabSz="914400" rtl="0" eaLnBrk="0" fontAlgn="auto" latinLnBrk="0" hangingPunct="0">
              <a:lnSpc>
                <a:spcPct val="90000"/>
              </a:lnSpc>
              <a:spcBef>
                <a:spcPts val="0"/>
              </a:spcBef>
              <a:spcAft>
                <a:spcPts val="0"/>
              </a:spcAft>
              <a:buClr>
                <a:srgbClr val="1172B7"/>
              </a:buClr>
              <a:buSzPct val="100000"/>
              <a:buFont typeface="Wingdings" pitchFamily="2" charset="2"/>
              <a:buChar char="§"/>
              <a:tabLst>
                <a:tab pos="1339850" algn="l"/>
              </a:tabLst>
              <a:defRPr/>
            </a:pPr>
            <a:r>
              <a:rPr kumimoji="0" lang="en-US" sz="1050" b="0" i="0" u="none" strike="noStrike" kern="1200" cap="none" spc="0" normalizeH="0" baseline="0" noProof="0">
                <a:ln>
                  <a:noFill/>
                </a:ln>
                <a:solidFill>
                  <a:prstClr val="black"/>
                </a:solidFill>
                <a:effectLst/>
                <a:uLnTx/>
                <a:uFillTx/>
                <a:latin typeface="Ubuntu"/>
                <a:ea typeface="+mn-ea"/>
                <a:cs typeface="+mn-cs"/>
              </a:rPr>
              <a:t>Configuring and unit testing screens, business rules, work plans, etc. defined during the workshops.</a:t>
            </a:r>
            <a:endParaRPr kumimoji="0" lang="fr-FR" sz="1050" b="0" i="0" u="none" strike="noStrike" kern="1200" cap="none" spc="0" normalizeH="0" baseline="0" noProof="0">
              <a:ln>
                <a:noFill/>
              </a:ln>
              <a:solidFill>
                <a:prstClr val="black"/>
              </a:solidFill>
              <a:effectLst/>
              <a:uLnTx/>
              <a:uFillTx/>
              <a:latin typeface="Ubuntu"/>
              <a:ea typeface="+mn-ea"/>
              <a:cs typeface="+mn-cs"/>
            </a:endParaRPr>
          </a:p>
        </p:txBody>
      </p:sp>
      <p:sp>
        <p:nvSpPr>
          <p:cNvPr id="59" name="Espace réservé du texte 12">
            <a:extLst>
              <a:ext uri="{FF2B5EF4-FFF2-40B4-BE49-F238E27FC236}">
                <a16:creationId xmlns:a16="http://schemas.microsoft.com/office/drawing/2014/main" id="{BA29C936-B64C-485F-8E3E-E8A2B09A5516}"/>
              </a:ext>
            </a:extLst>
          </p:cNvPr>
          <p:cNvSpPr txBox="1">
            <a:spLocks/>
          </p:cNvSpPr>
          <p:nvPr/>
        </p:nvSpPr>
        <p:spPr>
          <a:xfrm>
            <a:off x="332575" y="4457442"/>
            <a:ext cx="5652336" cy="1784800"/>
          </a:xfrm>
          <a:prstGeom prst="roundRect">
            <a:avLst>
              <a:gd name="adj" fmla="val 7395"/>
            </a:avLst>
          </a:prstGeom>
          <a:solidFill>
            <a:schemeClr val="bg1">
              <a:lumMod val="95000"/>
            </a:schemeClr>
          </a:solidFill>
          <a:ln>
            <a:noFill/>
          </a:ln>
        </p:spPr>
        <p:txBody>
          <a:bodyPr vert="horz" lIns="72000" tIns="36000" rIns="0" bIns="0" rtlCol="0" anchor="ctr">
            <a:noAutofit/>
          </a:bodyPr>
          <a:lstStyle>
            <a:lvl1pPr marL="174625" indent="-174625" algn="l" defTabSz="914400" rtl="0" eaLnBrk="0" latinLnBrk="0" hangingPunct="0">
              <a:lnSpc>
                <a:spcPct val="90000"/>
              </a:lnSpc>
              <a:spcBef>
                <a:spcPts val="0"/>
              </a:spcBef>
              <a:spcAft>
                <a:spcPts val="0"/>
              </a:spcAft>
              <a:buClr>
                <a:srgbClr val="1172B7"/>
              </a:buClr>
              <a:buSzPct val="100000"/>
              <a:buFont typeface="Wingdings" pitchFamily="2" charset="2"/>
              <a:buChar char="§"/>
              <a:tabLst>
                <a:tab pos="1339850" algn="l"/>
              </a:tabLst>
              <a:defRPr lang="fr-FR" sz="1100" kern="1200" dirty="0" smtClean="0">
                <a:solidFill>
                  <a:srgbClr val="004C63"/>
                </a:solidFill>
                <a:latin typeface="+mj-lt"/>
                <a:ea typeface="+mn-ea"/>
                <a:cs typeface="+mn-cs"/>
              </a:defRPr>
            </a:lvl1pPr>
            <a:lvl2pPr marL="540000" indent="-358775" algn="l" defTabSz="914400" rtl="0" eaLnBrk="0" latinLnBrk="0" hangingPunct="0">
              <a:lnSpc>
                <a:spcPct val="90000"/>
              </a:lnSpc>
              <a:spcBef>
                <a:spcPts val="0"/>
              </a:spcBef>
              <a:spcAft>
                <a:spcPts val="0"/>
              </a:spcAft>
              <a:buClr>
                <a:srgbClr val="1172B7"/>
              </a:buClr>
              <a:buSzPct val="100000"/>
              <a:buFont typeface="Wingdings" pitchFamily="2" charset="2"/>
              <a:buChar char="§"/>
              <a:tabLst/>
              <a:defRPr lang="fr-FR" sz="1100" b="0" i="0" kern="1200" dirty="0" smtClean="0">
                <a:solidFill>
                  <a:srgbClr val="004C63"/>
                </a:solidFill>
                <a:latin typeface="+mj-lt"/>
                <a:ea typeface="+mn-ea"/>
                <a:cs typeface="+mn-cs"/>
              </a:defRPr>
            </a:lvl2pPr>
            <a:lvl3pPr marL="174625" indent="-174625" algn="l" defTabSz="914400" rtl="0" eaLnBrk="0" latinLnBrk="0" hangingPunct="0">
              <a:lnSpc>
                <a:spcPct val="90000"/>
              </a:lnSpc>
              <a:spcBef>
                <a:spcPts val="0"/>
              </a:spcBef>
              <a:spcAft>
                <a:spcPts val="0"/>
              </a:spcAft>
              <a:buClr>
                <a:srgbClr val="1172B7"/>
              </a:buClr>
              <a:buSzPct val="100000"/>
              <a:buFont typeface="Wingdings" pitchFamily="2" charset="2"/>
              <a:buChar char="§"/>
              <a:tabLst>
                <a:tab pos="1339850" algn="l"/>
              </a:tabLst>
              <a:defRPr lang="fr-FR" sz="1100" kern="1200" dirty="0" smtClean="0">
                <a:solidFill>
                  <a:srgbClr val="004C63"/>
                </a:solidFill>
                <a:latin typeface="Calibri" pitchFamily="34" charset="0"/>
                <a:ea typeface="+mn-ea"/>
                <a:cs typeface="+mn-cs"/>
              </a:defRPr>
            </a:lvl3pPr>
            <a:lvl4pPr marL="174625" indent="-174625" algn="l" defTabSz="914400" rtl="0" eaLnBrk="0" latinLnBrk="0" hangingPunct="0">
              <a:lnSpc>
                <a:spcPct val="90000"/>
              </a:lnSpc>
              <a:spcBef>
                <a:spcPts val="0"/>
              </a:spcBef>
              <a:spcAft>
                <a:spcPts val="0"/>
              </a:spcAft>
              <a:buClr>
                <a:srgbClr val="1172B7"/>
              </a:buClr>
              <a:buSzPct val="100000"/>
              <a:buFont typeface="Wingdings" pitchFamily="2" charset="2"/>
              <a:buChar char="§"/>
              <a:tabLst>
                <a:tab pos="1339850" algn="l"/>
              </a:tabLst>
              <a:defRPr lang="fr-FR" sz="1100" kern="1200" dirty="0" smtClean="0">
                <a:solidFill>
                  <a:srgbClr val="004C63"/>
                </a:solidFill>
                <a:latin typeface="Calibri" pitchFamily="34" charset="0"/>
                <a:ea typeface="+mn-ea"/>
                <a:cs typeface="+mn-cs"/>
              </a:defRPr>
            </a:lvl4pPr>
            <a:lvl5pPr marL="174625" indent="-174625" algn="l" defTabSz="914400" rtl="0" eaLnBrk="0" latinLnBrk="0" hangingPunct="0">
              <a:lnSpc>
                <a:spcPct val="90000"/>
              </a:lnSpc>
              <a:spcBef>
                <a:spcPts val="0"/>
              </a:spcBef>
              <a:spcAft>
                <a:spcPts val="0"/>
              </a:spcAft>
              <a:buClr>
                <a:srgbClr val="1172B7"/>
              </a:buClr>
              <a:buSzPct val="100000"/>
              <a:buFont typeface="Wingdings" pitchFamily="2" charset="2"/>
              <a:buChar char="§"/>
              <a:tabLst>
                <a:tab pos="1339850" algn="l"/>
              </a:tabLst>
              <a:defRPr lang="fr-FR" sz="1100" kern="1200" dirty="0">
                <a:solidFill>
                  <a:srgbClr val="004C63"/>
                </a:solidFill>
                <a:latin typeface="Calibri"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4625" marR="0" lvl="0" indent="-174625" algn="l" defTabSz="914400" rtl="0" eaLnBrk="0" fontAlgn="auto" latinLnBrk="0" hangingPunct="0">
              <a:lnSpc>
                <a:spcPct val="90000"/>
              </a:lnSpc>
              <a:spcBef>
                <a:spcPts val="0"/>
              </a:spcBef>
              <a:spcAft>
                <a:spcPts val="0"/>
              </a:spcAft>
              <a:buClr>
                <a:srgbClr val="1172B7"/>
              </a:buClr>
              <a:buSzPct val="100000"/>
              <a:buFont typeface="Wingdings" pitchFamily="2" charset="2"/>
              <a:buChar char="§"/>
              <a:tabLst>
                <a:tab pos="1339850" algn="l"/>
              </a:tabLst>
              <a:defRPr/>
            </a:pPr>
            <a:r>
              <a:rPr kumimoji="0" lang="en-US" sz="1050" b="0" i="0" u="none" strike="noStrike" kern="1200" cap="none" spc="0" normalizeH="0" baseline="0" noProof="0">
                <a:ln>
                  <a:noFill/>
                </a:ln>
                <a:solidFill>
                  <a:prstClr val="black"/>
                </a:solidFill>
                <a:effectLst/>
                <a:uLnTx/>
                <a:uFillTx/>
                <a:latin typeface="Ubuntu"/>
                <a:ea typeface="+mn-ea"/>
                <a:cs typeface="+mn-cs"/>
              </a:rPr>
              <a:t>List of functionalities (Monthly update of the configured functionalities, Actual and forecasted progress rate of the functionalities, Follow-up of the construction site: Decisions and pending items, Action plan for the upcoming workshops, etc.).</a:t>
            </a:r>
          </a:p>
          <a:p>
            <a:pPr marL="174625" marR="0" lvl="0" indent="-174625" algn="l" defTabSz="914400" rtl="0" eaLnBrk="0" fontAlgn="auto" latinLnBrk="0" hangingPunct="0">
              <a:lnSpc>
                <a:spcPct val="90000"/>
              </a:lnSpc>
              <a:spcBef>
                <a:spcPts val="0"/>
              </a:spcBef>
              <a:spcAft>
                <a:spcPts val="0"/>
              </a:spcAft>
              <a:buClr>
                <a:srgbClr val="1172B7"/>
              </a:buClr>
              <a:buSzPct val="100000"/>
              <a:buFont typeface="Wingdings" pitchFamily="2" charset="2"/>
              <a:buChar char="§"/>
              <a:tabLst>
                <a:tab pos="1339850" algn="l"/>
              </a:tabLst>
              <a:defRPr/>
            </a:pPr>
            <a:r>
              <a:rPr kumimoji="0" lang="en-US" sz="1050" b="0" i="0" u="none" strike="noStrike" kern="1200" cap="none" spc="0" normalizeH="0" baseline="0" noProof="0">
                <a:ln>
                  <a:noFill/>
                </a:ln>
                <a:solidFill>
                  <a:prstClr val="black"/>
                </a:solidFill>
                <a:effectLst/>
                <a:uLnTx/>
                <a:uFillTx/>
                <a:latin typeface="Ubuntu"/>
                <a:ea typeface="+mn-ea"/>
                <a:cs typeface="+mn-cs"/>
              </a:rPr>
              <a:t>Business Rule Referential (description of configured business rules: entry point for future maintenance)</a:t>
            </a:r>
          </a:p>
          <a:p>
            <a:pPr marL="174625" marR="0" lvl="0" indent="-174625" algn="l" defTabSz="914400" rtl="0" eaLnBrk="0" fontAlgn="auto" latinLnBrk="0" hangingPunct="0">
              <a:lnSpc>
                <a:spcPct val="90000"/>
              </a:lnSpc>
              <a:spcBef>
                <a:spcPts val="0"/>
              </a:spcBef>
              <a:spcAft>
                <a:spcPts val="0"/>
              </a:spcAft>
              <a:buClr>
                <a:srgbClr val="1172B7"/>
              </a:buClr>
              <a:buSzPct val="100000"/>
              <a:buFont typeface="Wingdings" pitchFamily="2" charset="2"/>
              <a:buChar char="§"/>
              <a:tabLst>
                <a:tab pos="1339850" algn="l"/>
              </a:tabLst>
              <a:defRPr/>
            </a:pPr>
            <a:r>
              <a:rPr kumimoji="0" lang="en-US" sz="1050" b="0" i="0" u="none" strike="noStrike" kern="1200" cap="none" spc="0" normalizeH="0" baseline="0" noProof="0">
                <a:ln>
                  <a:noFill/>
                </a:ln>
                <a:solidFill>
                  <a:prstClr val="black"/>
                </a:solidFill>
                <a:effectLst/>
                <a:uLnTx/>
                <a:uFillTx/>
                <a:latin typeface="Ubuntu"/>
                <a:ea typeface="+mn-ea"/>
                <a:cs typeface="+mn-cs"/>
              </a:rPr>
              <a:t>Sprint End Report (Sprint Content, Progress and explanation of the Non-Realized, Sprint Teachings)</a:t>
            </a:r>
          </a:p>
          <a:p>
            <a:pPr marL="174625" marR="0" lvl="0" indent="-174625" algn="l" defTabSz="914400" rtl="0" eaLnBrk="0" fontAlgn="auto" latinLnBrk="0" hangingPunct="0">
              <a:lnSpc>
                <a:spcPct val="90000"/>
              </a:lnSpc>
              <a:spcBef>
                <a:spcPts val="0"/>
              </a:spcBef>
              <a:spcAft>
                <a:spcPts val="0"/>
              </a:spcAft>
              <a:buClr>
                <a:srgbClr val="1172B7"/>
              </a:buClr>
              <a:buSzPct val="100000"/>
              <a:buFont typeface="Wingdings" pitchFamily="2" charset="2"/>
              <a:buChar char="§"/>
              <a:tabLst>
                <a:tab pos="1339850" algn="l"/>
              </a:tabLst>
              <a:defRPr/>
            </a:pPr>
            <a:r>
              <a:rPr kumimoji="0" lang="fr-FR" sz="1050" b="0" i="0" u="none" strike="noStrike" kern="1200" cap="none" spc="0" normalizeH="0" baseline="0" noProof="0">
                <a:ln>
                  <a:noFill/>
                </a:ln>
                <a:solidFill>
                  <a:prstClr val="black"/>
                </a:solidFill>
                <a:effectLst/>
                <a:uLnTx/>
                <a:uFillTx/>
                <a:latin typeface="Ubuntu"/>
                <a:ea typeface="+mn-ea"/>
                <a:cs typeface="+mn-cs"/>
              </a:rPr>
              <a:t>Sprint progress charts</a:t>
            </a:r>
          </a:p>
          <a:p>
            <a:pPr marL="174625" marR="0" lvl="0" indent="-174625" algn="l" defTabSz="914400" rtl="0" eaLnBrk="0" fontAlgn="auto" latinLnBrk="0" hangingPunct="0">
              <a:lnSpc>
                <a:spcPct val="90000"/>
              </a:lnSpc>
              <a:spcBef>
                <a:spcPts val="0"/>
              </a:spcBef>
              <a:spcAft>
                <a:spcPts val="0"/>
              </a:spcAft>
              <a:buClr>
                <a:srgbClr val="1172B7"/>
              </a:buClr>
              <a:buSzPct val="100000"/>
              <a:buFont typeface="Wingdings" pitchFamily="2" charset="2"/>
              <a:buChar char="§"/>
              <a:tabLst>
                <a:tab pos="1339850" algn="l"/>
              </a:tabLst>
              <a:defRPr/>
            </a:pPr>
            <a:r>
              <a:rPr kumimoji="0" lang="en-US" sz="1050" b="0" i="0" u="none" strike="noStrike" kern="1200" cap="none" spc="0" normalizeH="0" baseline="0" noProof="0">
                <a:ln>
                  <a:noFill/>
                </a:ln>
                <a:solidFill>
                  <a:prstClr val="black"/>
                </a:solidFill>
                <a:effectLst/>
                <a:uLnTx/>
                <a:uFillTx/>
                <a:latin typeface="Ubuntu"/>
                <a:ea typeface="+mn-ea"/>
                <a:cs typeface="+mn-cs"/>
              </a:rPr>
              <a:t>Solution: "ready-to-test" version delivered at the end of each Sprint</a:t>
            </a:r>
            <a:endParaRPr kumimoji="0" lang="fr-FR" sz="1050" b="0" i="0" u="none" strike="noStrike" kern="1200" cap="none" spc="0" normalizeH="0" baseline="0" noProof="0">
              <a:ln>
                <a:noFill/>
              </a:ln>
              <a:solidFill>
                <a:prstClr val="black"/>
              </a:solidFill>
              <a:effectLst/>
              <a:uLnTx/>
              <a:uFillTx/>
              <a:latin typeface="Ubuntu"/>
              <a:ea typeface="+mn-ea"/>
              <a:cs typeface="+mn-cs"/>
            </a:endParaRPr>
          </a:p>
        </p:txBody>
      </p:sp>
      <p:sp>
        <p:nvSpPr>
          <p:cNvPr id="2" name="Titre 1"/>
          <p:cNvSpPr>
            <a:spLocks noGrp="1"/>
          </p:cNvSpPr>
          <p:nvPr>
            <p:ph type="title"/>
          </p:nvPr>
        </p:nvSpPr>
        <p:spPr>
          <a:xfrm>
            <a:off x="712850" y="151686"/>
            <a:ext cx="10947772" cy="716711"/>
          </a:xfrm>
        </p:spPr>
        <p:txBody>
          <a:bodyPr vert="horz" lIns="0" tIns="0" rIns="0" bIns="0" rtlCol="0" anchor="t">
            <a:normAutofit/>
          </a:bodyPr>
          <a:lstStyle/>
          <a:p>
            <a:r>
              <a:rPr lang="fr-FR" sz="2400" b="1" cap="none" err="1"/>
              <a:t>Overview</a:t>
            </a:r>
            <a:r>
              <a:rPr lang="fr-FR" sz="2400" b="1" cap="none"/>
              <a:t> Stream Configuration</a:t>
            </a:r>
          </a:p>
        </p:txBody>
      </p:sp>
      <p:sp>
        <p:nvSpPr>
          <p:cNvPr id="54" name="Rectangle : coins arrondis 53">
            <a:extLst>
              <a:ext uri="{FF2B5EF4-FFF2-40B4-BE49-F238E27FC236}">
                <a16:creationId xmlns:a16="http://schemas.microsoft.com/office/drawing/2014/main" id="{9E2972D2-371F-4887-8E58-55CEE650AB26}"/>
              </a:ext>
            </a:extLst>
          </p:cNvPr>
          <p:cNvSpPr/>
          <p:nvPr/>
        </p:nvSpPr>
        <p:spPr>
          <a:xfrm>
            <a:off x="6121782" y="4063058"/>
            <a:ext cx="5652000" cy="2159500"/>
          </a:xfrm>
          <a:prstGeom prst="roundRect">
            <a:avLst>
              <a:gd name="adj" fmla="val 7257"/>
            </a:avLst>
          </a:prstGeom>
          <a:solidFill>
            <a:schemeClr val="bg1">
              <a:lumMod val="95000"/>
            </a:schemeClr>
          </a:solidFill>
          <a:ln>
            <a:noFill/>
          </a:ln>
        </p:spPr>
        <p:txBody>
          <a:bodyPr vert="horz" lIns="72000" tIns="36000" rIns="0" bIns="0" rtlCol="0">
            <a:normAutofit/>
          </a:bodyPr>
          <a:lstStyle/>
          <a:p>
            <a:pPr marL="174625" marR="0" lvl="0" indent="-174625" algn="l" defTabSz="914400" rtl="0" eaLnBrk="0" fontAlgn="auto" latinLnBrk="0" hangingPunct="0">
              <a:lnSpc>
                <a:spcPct val="90000"/>
              </a:lnSpc>
              <a:spcBef>
                <a:spcPts val="0"/>
              </a:spcBef>
              <a:spcAft>
                <a:spcPts val="0"/>
              </a:spcAft>
              <a:buClr>
                <a:srgbClr val="1172B7"/>
              </a:buClr>
              <a:buSzPct val="100000"/>
              <a:buFont typeface="Wingdings" pitchFamily="2" charset="2"/>
              <a:buChar char="§"/>
              <a:tabLst>
                <a:tab pos="1339850" algn="l"/>
              </a:tabLst>
              <a:defRPr/>
            </a:pPr>
            <a:endParaRPr kumimoji="0" lang="fr-FR" sz="1100" b="0" i="0" u="none" strike="noStrike" kern="1200" cap="none" spc="0" normalizeH="0" baseline="0" noProof="0">
              <a:ln>
                <a:noFill/>
              </a:ln>
              <a:solidFill>
                <a:srgbClr val="004C63"/>
              </a:solidFill>
              <a:effectLst/>
              <a:uLnTx/>
              <a:uFillTx/>
              <a:latin typeface="Ubuntu"/>
              <a:ea typeface="+mn-ea"/>
              <a:cs typeface="+mn-cs"/>
            </a:endParaRPr>
          </a:p>
        </p:txBody>
      </p:sp>
      <p:pic>
        <p:nvPicPr>
          <p:cNvPr id="60" name="Picture 3">
            <a:extLst>
              <a:ext uri="{FF2B5EF4-FFF2-40B4-BE49-F238E27FC236}">
                <a16:creationId xmlns:a16="http://schemas.microsoft.com/office/drawing/2014/main" id="{F974212E-49A4-45AE-A2E8-9DD8E0EAB31A}"/>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l="-1" t="11563"/>
          <a:stretch/>
        </p:blipFill>
        <p:spPr bwMode="auto">
          <a:xfrm>
            <a:off x="6210779" y="4353210"/>
            <a:ext cx="2913754" cy="1598150"/>
          </a:xfrm>
          <a:prstGeom prst="rect">
            <a:avLst/>
          </a:prstGeom>
          <a:noFill/>
          <a:ln w="9525">
            <a:noFill/>
            <a:miter lim="800000"/>
            <a:headEnd/>
            <a:tailEnd/>
          </a:ln>
          <a:effectLst/>
        </p:spPr>
      </p:pic>
      <p:grpSp>
        <p:nvGrpSpPr>
          <p:cNvPr id="62" name="Groupe 63">
            <a:extLst>
              <a:ext uri="{FF2B5EF4-FFF2-40B4-BE49-F238E27FC236}">
                <a16:creationId xmlns:a16="http://schemas.microsoft.com/office/drawing/2014/main" id="{F03EB0D1-6A50-425C-8BCB-884F6244C629}"/>
              </a:ext>
            </a:extLst>
          </p:cNvPr>
          <p:cNvGrpSpPr/>
          <p:nvPr/>
        </p:nvGrpSpPr>
        <p:grpSpPr>
          <a:xfrm>
            <a:off x="11252337" y="1547596"/>
            <a:ext cx="432048" cy="432048"/>
            <a:chOff x="823030" y="5090825"/>
            <a:chExt cx="432048" cy="432048"/>
          </a:xfrm>
        </p:grpSpPr>
        <p:sp>
          <p:nvSpPr>
            <p:cNvPr id="63" name="Ellipse 62">
              <a:extLst>
                <a:ext uri="{FF2B5EF4-FFF2-40B4-BE49-F238E27FC236}">
                  <a16:creationId xmlns:a16="http://schemas.microsoft.com/office/drawing/2014/main" id="{8223E7FD-5CE2-4DF9-B643-6584DDB958D4}"/>
                </a:ext>
              </a:extLst>
            </p:cNvPr>
            <p:cNvSpPr/>
            <p:nvPr/>
          </p:nvSpPr>
          <p:spPr>
            <a:xfrm>
              <a:off x="823030" y="5090825"/>
              <a:ext cx="432048" cy="432048"/>
            </a:xfrm>
            <a:prstGeom prst="ellipse">
              <a:avLst/>
            </a:prstGeom>
            <a:solidFill>
              <a:srgbClr val="FFFFFF"/>
            </a:solidFill>
            <a:ln w="3175" cap="flat" cmpd="sng" algn="ctr">
              <a:solidFill>
                <a:srgbClr val="004C63"/>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Calibri" pitchFamily="34" charset="0"/>
                <a:ea typeface="+mn-ea"/>
                <a:cs typeface="+mn-cs"/>
              </a:endParaRPr>
            </a:p>
          </p:txBody>
        </p:sp>
        <p:pic>
          <p:nvPicPr>
            <p:cNvPr id="64" name="Image 63">
              <a:extLst>
                <a:ext uri="{FF2B5EF4-FFF2-40B4-BE49-F238E27FC236}">
                  <a16:creationId xmlns:a16="http://schemas.microsoft.com/office/drawing/2014/main" id="{A0ECD2C7-D290-47ED-A9EC-197046E9A13B}"/>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895676" y="5163471"/>
              <a:ext cx="286756" cy="286756"/>
            </a:xfrm>
            <a:prstGeom prst="rect">
              <a:avLst/>
            </a:prstGeom>
          </p:spPr>
        </p:pic>
      </p:grpSp>
      <p:grpSp>
        <p:nvGrpSpPr>
          <p:cNvPr id="65" name="Groupe 64">
            <a:extLst>
              <a:ext uri="{FF2B5EF4-FFF2-40B4-BE49-F238E27FC236}">
                <a16:creationId xmlns:a16="http://schemas.microsoft.com/office/drawing/2014/main" id="{3760A6B4-C7AF-48F0-B4A3-0079FC9281EB}"/>
              </a:ext>
            </a:extLst>
          </p:cNvPr>
          <p:cNvGrpSpPr/>
          <p:nvPr/>
        </p:nvGrpSpPr>
        <p:grpSpPr>
          <a:xfrm>
            <a:off x="10789435" y="1547597"/>
            <a:ext cx="432048" cy="432048"/>
            <a:chOff x="-92903" y="5292731"/>
            <a:chExt cx="432048" cy="432048"/>
          </a:xfrm>
        </p:grpSpPr>
        <p:sp>
          <p:nvSpPr>
            <p:cNvPr id="66" name="Ellipse 65">
              <a:extLst>
                <a:ext uri="{FF2B5EF4-FFF2-40B4-BE49-F238E27FC236}">
                  <a16:creationId xmlns:a16="http://schemas.microsoft.com/office/drawing/2014/main" id="{FFC98E51-FA57-4090-95CB-276D9D9B3CD4}"/>
                </a:ext>
              </a:extLst>
            </p:cNvPr>
            <p:cNvSpPr/>
            <p:nvPr/>
          </p:nvSpPr>
          <p:spPr>
            <a:xfrm>
              <a:off x="-92903" y="5292731"/>
              <a:ext cx="432048" cy="432048"/>
            </a:xfrm>
            <a:prstGeom prst="ellipse">
              <a:avLst/>
            </a:prstGeom>
            <a:solidFill>
              <a:srgbClr val="FFFFFF"/>
            </a:solidFill>
            <a:ln w="3175" cap="flat" cmpd="sng" algn="ctr">
              <a:solidFill>
                <a:srgbClr val="004C63"/>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Calibri" pitchFamily="34" charset="0"/>
                <a:ea typeface="+mn-ea"/>
                <a:cs typeface="+mn-cs"/>
              </a:endParaRPr>
            </a:p>
          </p:txBody>
        </p:sp>
        <p:pic>
          <p:nvPicPr>
            <p:cNvPr id="67" name="Image 66">
              <a:extLst>
                <a:ext uri="{FF2B5EF4-FFF2-40B4-BE49-F238E27FC236}">
                  <a16:creationId xmlns:a16="http://schemas.microsoft.com/office/drawing/2014/main" id="{900B3FBC-FB33-4F77-964E-C9C46A184AFB}"/>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7891" y="5371628"/>
              <a:ext cx="294899" cy="288000"/>
            </a:xfrm>
            <a:prstGeom prst="rect">
              <a:avLst/>
            </a:prstGeom>
          </p:spPr>
        </p:pic>
      </p:grpSp>
      <p:pic>
        <p:nvPicPr>
          <p:cNvPr id="28" name="Picture 2">
            <a:extLst>
              <a:ext uri="{FF2B5EF4-FFF2-40B4-BE49-F238E27FC236}">
                <a16:creationId xmlns:a16="http://schemas.microsoft.com/office/drawing/2014/main" id="{C997D7BF-C3BC-41F5-B2AE-445ACF00DE3C}"/>
              </a:ext>
            </a:extLst>
          </p:cNvPr>
          <p:cNvPicPr>
            <a:picLocks noChangeAspect="1" noChangeArrowheads="1"/>
          </p:cNvPicPr>
          <p:nvPr/>
        </p:nvPicPr>
        <p:blipFill>
          <a:blip r:embed="rId6" cstate="print">
            <a:clrChange>
              <a:clrFrom>
                <a:srgbClr val="FFFFFF"/>
              </a:clrFrom>
              <a:clrTo>
                <a:srgbClr val="FFFFFF">
                  <a:alpha val="0"/>
                </a:srgbClr>
              </a:clrTo>
            </a:clrChange>
          </a:blip>
          <a:srcRect/>
          <a:stretch>
            <a:fillRect/>
          </a:stretch>
        </p:blipFill>
        <p:spPr bwMode="auto">
          <a:xfrm>
            <a:off x="9230464" y="4522393"/>
            <a:ext cx="2481652" cy="1369794"/>
          </a:xfrm>
          <a:prstGeom prst="rect">
            <a:avLst/>
          </a:prstGeom>
          <a:noFill/>
          <a:ln w="9525">
            <a:noFill/>
            <a:miter lim="800000"/>
            <a:headEnd/>
            <a:tailEnd/>
          </a:ln>
        </p:spPr>
      </p:pic>
      <p:grpSp>
        <p:nvGrpSpPr>
          <p:cNvPr id="52" name="Groupe 51">
            <a:extLst>
              <a:ext uri="{FF2B5EF4-FFF2-40B4-BE49-F238E27FC236}">
                <a16:creationId xmlns:a16="http://schemas.microsoft.com/office/drawing/2014/main" id="{6E0C5A68-41FF-47DD-A508-6F8BA2BFD82E}"/>
              </a:ext>
            </a:extLst>
          </p:cNvPr>
          <p:cNvGrpSpPr/>
          <p:nvPr/>
        </p:nvGrpSpPr>
        <p:grpSpPr>
          <a:xfrm>
            <a:off x="11501102" y="171573"/>
            <a:ext cx="419436" cy="388988"/>
            <a:chOff x="11501102" y="171573"/>
            <a:chExt cx="419436" cy="388988"/>
          </a:xfrm>
        </p:grpSpPr>
        <p:sp>
          <p:nvSpPr>
            <p:cNvPr id="53" name="Freeform 13">
              <a:extLst>
                <a:ext uri="{FF2B5EF4-FFF2-40B4-BE49-F238E27FC236}">
                  <a16:creationId xmlns:a16="http://schemas.microsoft.com/office/drawing/2014/main" id="{AF95B4D8-B2FC-4EFE-BC3F-847DFC4F3A2D}"/>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Ubuntu"/>
                <a:ea typeface="+mn-ea"/>
                <a:cs typeface="+mn-cs"/>
              </a:endParaRPr>
            </a:p>
          </p:txBody>
        </p:sp>
        <p:sp>
          <p:nvSpPr>
            <p:cNvPr id="61" name="Freeform 14">
              <a:extLst>
                <a:ext uri="{FF2B5EF4-FFF2-40B4-BE49-F238E27FC236}">
                  <a16:creationId xmlns:a16="http://schemas.microsoft.com/office/drawing/2014/main" id="{DA93A6F5-326F-4E4C-A315-4DD64D8FC25F}"/>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Ubuntu"/>
                <a:ea typeface="+mn-ea"/>
                <a:cs typeface="+mn-cs"/>
              </a:endParaRPr>
            </a:p>
          </p:txBody>
        </p:sp>
      </p:grpSp>
      <p:sp>
        <p:nvSpPr>
          <p:cNvPr id="35" name="Rectangle à coins arrondis 52">
            <a:extLst>
              <a:ext uri="{FF2B5EF4-FFF2-40B4-BE49-F238E27FC236}">
                <a16:creationId xmlns:a16="http://schemas.microsoft.com/office/drawing/2014/main" id="{49E81C63-F229-4E30-A093-290209BE153D}"/>
              </a:ext>
            </a:extLst>
          </p:cNvPr>
          <p:cNvSpPr/>
          <p:nvPr/>
        </p:nvSpPr>
        <p:spPr>
          <a:xfrm>
            <a:off x="292551" y="958197"/>
            <a:ext cx="4251253" cy="374820"/>
          </a:xfrm>
          <a:prstGeom prst="roundRect">
            <a:avLst>
              <a:gd name="adj" fmla="val 50000"/>
            </a:avLst>
          </a:prstGeom>
          <a:solidFill>
            <a:schemeClr val="accent1"/>
          </a:solidFill>
          <a:ln w="25400" cap="flat" cmpd="sng" algn="ctr">
            <a:solidFill>
              <a:schemeClr val="bg2"/>
            </a:solidFill>
            <a:prstDash val="solid"/>
          </a:ln>
          <a:effectLst/>
        </p:spPr>
        <p:txBody>
          <a:bodyPr wrap="none" lIns="216000" rtlCol="0" anchor="ctr"/>
          <a:lstStyle/>
          <a:p>
            <a:pPr marL="0" marR="0" lvl="0" indent="0" algn="l" defTabSz="8162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Ubuntu Medium"/>
                <a:ea typeface="+mn-ea"/>
                <a:cs typeface="+mn-cs"/>
              </a:rPr>
              <a:t>Objectives</a:t>
            </a:r>
          </a:p>
        </p:txBody>
      </p:sp>
      <p:sp>
        <p:nvSpPr>
          <p:cNvPr id="36" name="Rectangle à coins arrondis 59">
            <a:extLst>
              <a:ext uri="{FF2B5EF4-FFF2-40B4-BE49-F238E27FC236}">
                <a16:creationId xmlns:a16="http://schemas.microsoft.com/office/drawing/2014/main" id="{4145BC82-D415-4FD1-B81B-E7097F5AB84E}"/>
              </a:ext>
            </a:extLst>
          </p:cNvPr>
          <p:cNvSpPr/>
          <p:nvPr/>
        </p:nvSpPr>
        <p:spPr>
          <a:xfrm>
            <a:off x="292551" y="2563400"/>
            <a:ext cx="4251253" cy="374820"/>
          </a:xfrm>
          <a:prstGeom prst="roundRect">
            <a:avLst>
              <a:gd name="adj" fmla="val 50000"/>
            </a:avLst>
          </a:prstGeom>
          <a:solidFill>
            <a:schemeClr val="accent3"/>
          </a:solidFill>
          <a:ln w="25400" cap="flat" cmpd="sng" algn="ctr">
            <a:solidFill>
              <a:schemeClr val="bg2"/>
            </a:solidFill>
            <a:prstDash val="solid"/>
          </a:ln>
          <a:effectLst/>
        </p:spPr>
        <p:txBody>
          <a:bodyPr wrap="none" lIns="21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PT" sz="1600" b="1" i="0" u="none" strike="noStrike" kern="1200" cap="none" spc="0" normalizeH="0" baseline="0" noProof="0">
                <a:ln>
                  <a:noFill/>
                </a:ln>
                <a:solidFill>
                  <a:srgbClr val="FFFFFF"/>
                </a:solidFill>
                <a:effectLst/>
                <a:uLnTx/>
                <a:uFillTx/>
                <a:latin typeface="Ubuntu"/>
                <a:ea typeface="+mn-ea"/>
                <a:cs typeface="+mn-cs"/>
              </a:rPr>
              <a:t>Activities</a:t>
            </a:r>
            <a:endParaRPr kumimoji="0" lang="pt-PT" sz="2400" b="1" i="0" u="none" strike="noStrike" kern="1200" cap="none" spc="0" normalizeH="0" baseline="0" noProof="0">
              <a:ln>
                <a:noFill/>
              </a:ln>
              <a:solidFill>
                <a:srgbClr val="FFFFFF"/>
              </a:solidFill>
              <a:effectLst/>
              <a:uLnTx/>
              <a:uFillTx/>
              <a:latin typeface="Ubuntu"/>
              <a:ea typeface="+mn-ea"/>
              <a:cs typeface="+mn-cs"/>
            </a:endParaRPr>
          </a:p>
        </p:txBody>
      </p:sp>
      <p:sp>
        <p:nvSpPr>
          <p:cNvPr id="37" name="Rectangle à coins arrondis 59">
            <a:extLst>
              <a:ext uri="{FF2B5EF4-FFF2-40B4-BE49-F238E27FC236}">
                <a16:creationId xmlns:a16="http://schemas.microsoft.com/office/drawing/2014/main" id="{0A2A79E5-7C77-4B8E-8B68-CDD8C6851BF0}"/>
              </a:ext>
            </a:extLst>
          </p:cNvPr>
          <p:cNvSpPr/>
          <p:nvPr/>
        </p:nvSpPr>
        <p:spPr>
          <a:xfrm>
            <a:off x="292551" y="4214715"/>
            <a:ext cx="4251253" cy="374820"/>
          </a:xfrm>
          <a:prstGeom prst="roundRect">
            <a:avLst>
              <a:gd name="adj" fmla="val 50000"/>
            </a:avLst>
          </a:prstGeom>
          <a:solidFill>
            <a:schemeClr val="accent2"/>
          </a:solidFill>
          <a:ln w="25400" cap="flat" cmpd="sng" algn="ctr">
            <a:solidFill>
              <a:schemeClr val="bg2"/>
            </a:solidFill>
            <a:prstDash val="solid"/>
          </a:ln>
          <a:effectLst/>
        </p:spPr>
        <p:txBody>
          <a:bodyPr wrap="none" lIns="21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PT" sz="1600" b="1" i="0" u="none" strike="noStrike" kern="1200" cap="none" spc="0" normalizeH="0" baseline="0" noProof="0">
                <a:ln>
                  <a:noFill/>
                </a:ln>
                <a:solidFill>
                  <a:srgbClr val="FFFFFF"/>
                </a:solidFill>
                <a:effectLst/>
                <a:uLnTx/>
                <a:uFillTx/>
                <a:latin typeface="Ubuntu"/>
                <a:ea typeface="+mn-ea"/>
                <a:cs typeface="+mn-cs"/>
              </a:rPr>
              <a:t>Deliverables</a:t>
            </a:r>
            <a:endParaRPr kumimoji="0" lang="pt-PT" sz="2400" b="1" i="0" u="none" strike="noStrike" kern="1200" cap="none" spc="0" normalizeH="0" baseline="0" noProof="0">
              <a:ln>
                <a:noFill/>
              </a:ln>
              <a:solidFill>
                <a:srgbClr val="FFFFFF"/>
              </a:solidFill>
              <a:effectLst/>
              <a:uLnTx/>
              <a:uFillTx/>
              <a:latin typeface="Ubuntu"/>
              <a:ea typeface="+mn-ea"/>
              <a:cs typeface="+mn-cs"/>
            </a:endParaRPr>
          </a:p>
        </p:txBody>
      </p:sp>
      <p:sp>
        <p:nvSpPr>
          <p:cNvPr id="38" name="Rectangle à coins arrondis 52">
            <a:extLst>
              <a:ext uri="{FF2B5EF4-FFF2-40B4-BE49-F238E27FC236}">
                <a16:creationId xmlns:a16="http://schemas.microsoft.com/office/drawing/2014/main" id="{9321719C-B226-4933-BF7E-8E7BEE196D0B}"/>
              </a:ext>
            </a:extLst>
          </p:cNvPr>
          <p:cNvSpPr/>
          <p:nvPr/>
        </p:nvSpPr>
        <p:spPr>
          <a:xfrm>
            <a:off x="6108116" y="958197"/>
            <a:ext cx="4251253" cy="374820"/>
          </a:xfrm>
          <a:prstGeom prst="roundRect">
            <a:avLst>
              <a:gd name="adj" fmla="val 50000"/>
            </a:avLst>
          </a:prstGeom>
          <a:solidFill>
            <a:schemeClr val="accent2">
              <a:lumMod val="50000"/>
            </a:schemeClr>
          </a:solidFill>
          <a:ln w="25400" cap="flat" cmpd="sng" algn="ctr">
            <a:solidFill>
              <a:schemeClr val="bg2"/>
            </a:solidFill>
            <a:prstDash val="solid"/>
          </a:ln>
          <a:effectLst/>
        </p:spPr>
        <p:txBody>
          <a:bodyPr wrap="none" lIns="216000" rtlCol="0" anchor="ctr"/>
          <a:lstStyle/>
          <a:p>
            <a:pPr marL="0" marR="0" lvl="0" indent="0" algn="l" defTabSz="8162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Ubuntu Medium"/>
                <a:ea typeface="+mn-ea"/>
                <a:cs typeface="+mn-cs"/>
              </a:rPr>
              <a:t>Team</a:t>
            </a:r>
          </a:p>
        </p:txBody>
      </p:sp>
      <p:sp>
        <p:nvSpPr>
          <p:cNvPr id="39" name="Rectangle à coins arrondis 59">
            <a:extLst>
              <a:ext uri="{FF2B5EF4-FFF2-40B4-BE49-F238E27FC236}">
                <a16:creationId xmlns:a16="http://schemas.microsoft.com/office/drawing/2014/main" id="{15344303-A3D3-4423-A6B9-9AB74DA0A8C5}"/>
              </a:ext>
            </a:extLst>
          </p:cNvPr>
          <p:cNvSpPr/>
          <p:nvPr/>
        </p:nvSpPr>
        <p:spPr>
          <a:xfrm>
            <a:off x="6108116" y="2575691"/>
            <a:ext cx="4251253" cy="374820"/>
          </a:xfrm>
          <a:prstGeom prst="roundRect">
            <a:avLst>
              <a:gd name="adj" fmla="val 50000"/>
            </a:avLst>
          </a:prstGeom>
          <a:solidFill>
            <a:schemeClr val="accent2">
              <a:lumMod val="20000"/>
              <a:lumOff val="80000"/>
            </a:schemeClr>
          </a:solidFill>
          <a:ln w="25400" cap="flat" cmpd="sng" algn="ctr">
            <a:solidFill>
              <a:schemeClr val="bg2"/>
            </a:solidFill>
            <a:prstDash val="solid"/>
          </a:ln>
          <a:effectLst/>
        </p:spPr>
        <p:txBody>
          <a:bodyPr wrap="none" lIns="21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PT" sz="1600" b="1" i="0" u="none" strike="noStrike" kern="1200" cap="none" spc="0" normalizeH="0" baseline="0" noProof="0">
                <a:ln>
                  <a:noFill/>
                </a:ln>
                <a:solidFill>
                  <a:prstClr val="black"/>
                </a:solidFill>
                <a:effectLst/>
                <a:uLnTx/>
                <a:uFillTx/>
                <a:latin typeface="Ubuntu"/>
                <a:ea typeface="+mn-ea"/>
                <a:cs typeface="+mn-cs"/>
              </a:rPr>
              <a:t>Contribution</a:t>
            </a:r>
            <a:endParaRPr kumimoji="0" lang="pt-PT" sz="2400" b="1" i="0" u="none" strike="noStrike" kern="1200" cap="none" spc="0" normalizeH="0" baseline="0" noProof="0">
              <a:ln>
                <a:noFill/>
              </a:ln>
              <a:solidFill>
                <a:prstClr val="black"/>
              </a:solidFill>
              <a:effectLst/>
              <a:uLnTx/>
              <a:uFillTx/>
              <a:latin typeface="Ubuntu"/>
              <a:ea typeface="+mn-ea"/>
              <a:cs typeface="+mn-cs"/>
            </a:endParaRPr>
          </a:p>
        </p:txBody>
      </p:sp>
      <p:sp>
        <p:nvSpPr>
          <p:cNvPr id="40" name="Rectangle à coins arrondis 59">
            <a:extLst>
              <a:ext uri="{FF2B5EF4-FFF2-40B4-BE49-F238E27FC236}">
                <a16:creationId xmlns:a16="http://schemas.microsoft.com/office/drawing/2014/main" id="{D605274F-B9EB-470C-A33A-D1E4E3458981}"/>
              </a:ext>
            </a:extLst>
          </p:cNvPr>
          <p:cNvSpPr/>
          <p:nvPr/>
        </p:nvSpPr>
        <p:spPr>
          <a:xfrm>
            <a:off x="6108116" y="3843122"/>
            <a:ext cx="4251253" cy="374820"/>
          </a:xfrm>
          <a:prstGeom prst="roundRect">
            <a:avLst>
              <a:gd name="adj" fmla="val 50000"/>
            </a:avLst>
          </a:prstGeom>
          <a:solidFill>
            <a:schemeClr val="accent2"/>
          </a:solidFill>
          <a:ln w="25400" cap="flat" cmpd="sng" algn="ctr">
            <a:solidFill>
              <a:schemeClr val="bg2"/>
            </a:solidFill>
            <a:prstDash val="solid"/>
          </a:ln>
          <a:effectLst/>
        </p:spPr>
        <p:txBody>
          <a:bodyPr wrap="none" lIns="21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PT" sz="1600" b="1" i="0" u="none" strike="noStrike" kern="1200" cap="none" spc="0" normalizeH="0" baseline="0" noProof="0">
                <a:ln>
                  <a:noFill/>
                </a:ln>
                <a:solidFill>
                  <a:srgbClr val="FFFFFF"/>
                </a:solidFill>
                <a:effectLst/>
                <a:uLnTx/>
                <a:uFillTx/>
                <a:latin typeface="Ubuntu"/>
                <a:ea typeface="+mn-ea"/>
                <a:cs typeface="+mn-cs"/>
              </a:rPr>
              <a:t>Illustration</a:t>
            </a:r>
            <a:endParaRPr kumimoji="0" lang="pt-PT" sz="2400" b="1" i="0" u="none" strike="noStrike" kern="1200" cap="none" spc="0" normalizeH="0" baseline="0" noProof="0">
              <a:ln>
                <a:noFill/>
              </a:ln>
              <a:solidFill>
                <a:srgbClr val="FFFFFF"/>
              </a:solidFill>
              <a:effectLst/>
              <a:uLnTx/>
              <a:uFillTx/>
              <a:latin typeface="Ubuntu"/>
              <a:ea typeface="+mn-ea"/>
              <a:cs typeface="+mn-cs"/>
            </a:endParaRPr>
          </a:p>
        </p:txBody>
      </p:sp>
      <p:pic>
        <p:nvPicPr>
          <p:cNvPr id="30" name="Picture 29">
            <a:extLst>
              <a:ext uri="{FF2B5EF4-FFF2-40B4-BE49-F238E27FC236}">
                <a16:creationId xmlns:a16="http://schemas.microsoft.com/office/drawing/2014/main" id="{EEC5B300-C14D-41DA-958C-1FF3338673D5}"/>
              </a:ext>
            </a:extLst>
          </p:cNvPr>
          <p:cNvPicPr>
            <a:picLocks noChangeAspect="1"/>
          </p:cNvPicPr>
          <p:nvPr/>
        </p:nvPicPr>
        <p:blipFill>
          <a:blip r:embed="rId7"/>
          <a:stretch>
            <a:fillRect/>
          </a:stretch>
        </p:blipFill>
        <p:spPr>
          <a:xfrm>
            <a:off x="10665626" y="122983"/>
            <a:ext cx="1440000" cy="689886"/>
          </a:xfrm>
          <a:prstGeom prst="rect">
            <a:avLst/>
          </a:prstGeom>
        </p:spPr>
      </p:pic>
      <p:sp>
        <p:nvSpPr>
          <p:cNvPr id="27" name="Oval 26">
            <a:extLst>
              <a:ext uri="{FF2B5EF4-FFF2-40B4-BE49-F238E27FC236}">
                <a16:creationId xmlns:a16="http://schemas.microsoft.com/office/drawing/2014/main" id="{47CB4A2A-5F5A-4186-94C1-E22B045C5A25}"/>
              </a:ext>
            </a:extLst>
          </p:cNvPr>
          <p:cNvSpPr/>
          <p:nvPr/>
        </p:nvSpPr>
        <p:spPr>
          <a:xfrm>
            <a:off x="11777664" y="94536"/>
            <a:ext cx="328326" cy="335526"/>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Ubuntu"/>
                <a:ea typeface="+mn-ea"/>
                <a:cs typeface="+mn-cs"/>
              </a:rPr>
              <a:t>b</a:t>
            </a:r>
          </a:p>
        </p:txBody>
      </p:sp>
      <p:pic>
        <p:nvPicPr>
          <p:cNvPr id="29" name="Picture 28">
            <a:extLst>
              <a:ext uri="{FF2B5EF4-FFF2-40B4-BE49-F238E27FC236}">
                <a16:creationId xmlns:a16="http://schemas.microsoft.com/office/drawing/2014/main" id="{1E47A572-BA80-4B5B-80D9-CEFB81D59724}"/>
              </a:ext>
            </a:extLst>
          </p:cNvPr>
          <p:cNvPicPr>
            <a:picLocks noChangeAspect="1"/>
          </p:cNvPicPr>
          <p:nvPr/>
        </p:nvPicPr>
        <p:blipFill>
          <a:blip r:embed="rId8"/>
          <a:stretch>
            <a:fillRect/>
          </a:stretch>
        </p:blipFill>
        <p:spPr>
          <a:xfrm>
            <a:off x="10757804" y="799441"/>
            <a:ext cx="1260000" cy="288698"/>
          </a:xfrm>
          <a:prstGeom prst="rect">
            <a:avLst/>
          </a:prstGeom>
        </p:spPr>
      </p:pic>
    </p:spTree>
    <p:extLst>
      <p:ext uri="{BB962C8B-B14F-4D97-AF65-F5344CB8AC3E}">
        <p14:creationId xmlns:p14="http://schemas.microsoft.com/office/powerpoint/2010/main" val="33495264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E896754-4C76-437A-9C5E-F8B017043C49}"/>
              </a:ext>
            </a:extLst>
          </p:cNvPr>
          <p:cNvSpPr>
            <a:spLocks noGrp="1"/>
          </p:cNvSpPr>
          <p:nvPr>
            <p:ph type="title"/>
          </p:nvPr>
        </p:nvSpPr>
        <p:spPr>
          <a:xfrm>
            <a:off x="712850" y="151686"/>
            <a:ext cx="9883602" cy="654314"/>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p>
            <a:r>
              <a:rPr lang="fr-FR" sz="2400" b="1" cap="none" err="1"/>
              <a:t>Overview</a:t>
            </a:r>
            <a:r>
              <a:rPr lang="fr-FR" sz="2400" b="1" cap="none"/>
              <a:t> Stream </a:t>
            </a:r>
            <a:r>
              <a:rPr lang="fr-FR" sz="2400" b="1" cap="none" err="1"/>
              <a:t>Integration</a:t>
            </a:r>
            <a:endParaRPr lang="fr-FR" sz="2400" b="1" cap="none"/>
          </a:p>
        </p:txBody>
      </p:sp>
      <p:sp>
        <p:nvSpPr>
          <p:cNvPr id="3" name="Rectangle à coins arrondis 42">
            <a:extLst>
              <a:ext uri="{FF2B5EF4-FFF2-40B4-BE49-F238E27FC236}">
                <a16:creationId xmlns:a16="http://schemas.microsoft.com/office/drawing/2014/main" id="{FECCF973-9823-43C6-82E0-F03D77BE3A7A}"/>
              </a:ext>
            </a:extLst>
          </p:cNvPr>
          <p:cNvSpPr/>
          <p:nvPr/>
        </p:nvSpPr>
        <p:spPr>
          <a:xfrm>
            <a:off x="227350" y="1239040"/>
            <a:ext cx="5779912" cy="1256532"/>
          </a:xfrm>
          <a:prstGeom prst="roundRect">
            <a:avLst>
              <a:gd name="adj" fmla="val 12868"/>
            </a:avLst>
          </a:prstGeom>
          <a:solidFill>
            <a:schemeClr val="bg1">
              <a:lumMod val="95000"/>
            </a:schemeClr>
          </a:solidFill>
          <a:ln>
            <a:noFill/>
          </a:ln>
        </p:spPr>
        <p:txBody>
          <a:bodyPr vert="horz" lIns="72000" tIns="36000" rIns="0" bIns="0" rtlCol="0" anchor="ctr">
            <a:noAutofit/>
          </a:bodyPr>
          <a:lstStyle/>
          <a:p>
            <a:pPr marL="174625" marR="0" lvl="2" indent="-174625" algn="l" defTabSz="914400" rtl="0" eaLnBrk="0" fontAlgn="auto" latinLnBrk="0" hangingPunct="0">
              <a:lnSpc>
                <a:spcPct val="90000"/>
              </a:lnSpc>
              <a:spcBef>
                <a:spcPts val="0"/>
              </a:spcBef>
              <a:spcAft>
                <a:spcPts val="0"/>
              </a:spcAft>
              <a:buClr>
                <a:srgbClr val="1172B7"/>
              </a:buClr>
              <a:buSzPct val="100000"/>
              <a:buFont typeface="Wingdings" pitchFamily="2" charset="2"/>
              <a:buChar char="§"/>
              <a:tabLst>
                <a:tab pos="1339850" algn="l"/>
              </a:tabLst>
              <a:defRPr/>
            </a:pPr>
            <a:r>
              <a:rPr kumimoji="0" lang="en-US" sz="1050" b="0" i="0" u="none" strike="noStrike" kern="1200" cap="none" spc="0" normalizeH="0" baseline="0" noProof="0">
                <a:ln>
                  <a:noFill/>
                </a:ln>
                <a:solidFill>
                  <a:prstClr val="black"/>
                </a:solidFill>
                <a:effectLst/>
                <a:uLnTx/>
                <a:uFillTx/>
                <a:latin typeface="Ubuntu"/>
                <a:ea typeface="+mn-ea"/>
                <a:cs typeface="+mn-cs"/>
              </a:rPr>
              <a:t>Design and build the Guidewire half interfaces according to the inventory and patterns defined by the Architecture department.</a:t>
            </a:r>
          </a:p>
          <a:p>
            <a:pPr marL="174625" marR="0" lvl="2" indent="-174625" algn="l" defTabSz="914400" rtl="0" eaLnBrk="0" fontAlgn="auto" latinLnBrk="0" hangingPunct="0">
              <a:lnSpc>
                <a:spcPct val="90000"/>
              </a:lnSpc>
              <a:spcBef>
                <a:spcPts val="0"/>
              </a:spcBef>
              <a:spcAft>
                <a:spcPts val="0"/>
              </a:spcAft>
              <a:buClr>
                <a:srgbClr val="1172B7"/>
              </a:buClr>
              <a:buSzPct val="100000"/>
              <a:buFont typeface="Wingdings" pitchFamily="2" charset="2"/>
              <a:buChar char="§"/>
              <a:tabLst>
                <a:tab pos="1339850" algn="l"/>
              </a:tabLst>
              <a:defRPr/>
            </a:pPr>
            <a:r>
              <a:rPr kumimoji="0" lang="en-US" sz="1050" b="0" i="0" u="none" strike="noStrike" kern="1200" cap="none" spc="0" normalizeH="0" baseline="0" noProof="0">
                <a:ln>
                  <a:noFill/>
                </a:ln>
                <a:solidFill>
                  <a:prstClr val="black"/>
                </a:solidFill>
                <a:effectLst/>
                <a:uLnTx/>
                <a:uFillTx/>
                <a:latin typeface="Ubuntu"/>
                <a:ea typeface="+mn-ea"/>
                <a:cs typeface="+mn-cs"/>
              </a:rPr>
              <a:t>Interface development </a:t>
            </a:r>
          </a:p>
          <a:p>
            <a:pPr marL="174625" marR="0" lvl="2" indent="-174625" algn="l" defTabSz="914400" rtl="0" eaLnBrk="0" fontAlgn="auto" latinLnBrk="0" hangingPunct="0">
              <a:lnSpc>
                <a:spcPct val="90000"/>
              </a:lnSpc>
              <a:spcBef>
                <a:spcPts val="0"/>
              </a:spcBef>
              <a:spcAft>
                <a:spcPts val="0"/>
              </a:spcAft>
              <a:buClr>
                <a:srgbClr val="1172B7"/>
              </a:buClr>
              <a:buSzPct val="100000"/>
              <a:buFont typeface="Wingdings" pitchFamily="2" charset="2"/>
              <a:buChar char="§"/>
              <a:tabLst>
                <a:tab pos="1339850" algn="l"/>
              </a:tabLst>
              <a:defRPr/>
            </a:pPr>
            <a:r>
              <a:rPr kumimoji="0" lang="en-US" sz="1050" b="0" i="0" u="none" strike="noStrike" kern="1200" cap="none" spc="0" normalizeH="0" baseline="0" noProof="0">
                <a:ln>
                  <a:noFill/>
                </a:ln>
                <a:solidFill>
                  <a:prstClr val="black"/>
                </a:solidFill>
                <a:effectLst/>
                <a:uLnTx/>
                <a:uFillTx/>
                <a:latin typeface="Ubuntu"/>
                <a:ea typeface="+mn-ea"/>
                <a:cs typeface="+mn-cs"/>
              </a:rPr>
              <a:t>Lead internal integration work on the development platform</a:t>
            </a:r>
          </a:p>
        </p:txBody>
      </p:sp>
      <p:sp>
        <p:nvSpPr>
          <p:cNvPr id="4" name="Rectangle à coins arrondis 52">
            <a:extLst>
              <a:ext uri="{FF2B5EF4-FFF2-40B4-BE49-F238E27FC236}">
                <a16:creationId xmlns:a16="http://schemas.microsoft.com/office/drawing/2014/main" id="{312DF522-DFC4-4988-9F15-5DF254D14DC5}"/>
              </a:ext>
            </a:extLst>
          </p:cNvPr>
          <p:cNvSpPr/>
          <p:nvPr/>
        </p:nvSpPr>
        <p:spPr>
          <a:xfrm>
            <a:off x="398955" y="966857"/>
            <a:ext cx="4251253" cy="374820"/>
          </a:xfrm>
          <a:prstGeom prst="roundRect">
            <a:avLst>
              <a:gd name="adj" fmla="val 50000"/>
            </a:avLst>
          </a:prstGeom>
          <a:solidFill>
            <a:schemeClr val="accent1"/>
          </a:solidFill>
          <a:ln w="25400" cap="flat" cmpd="sng" algn="ctr">
            <a:solidFill>
              <a:schemeClr val="bg2"/>
            </a:solidFill>
            <a:prstDash val="solid"/>
          </a:ln>
          <a:effectLst/>
        </p:spPr>
        <p:txBody>
          <a:bodyPr wrap="none" lIns="216000" rtlCol="0" anchor="ctr"/>
          <a:lstStyle/>
          <a:p>
            <a:pPr marL="0" marR="0" lvl="0" indent="0" algn="l" defTabSz="8162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Ubuntu Medium"/>
                <a:ea typeface="+mn-ea"/>
                <a:cs typeface="+mn-cs"/>
              </a:rPr>
              <a:t>Objectives</a:t>
            </a:r>
          </a:p>
        </p:txBody>
      </p:sp>
      <p:sp>
        <p:nvSpPr>
          <p:cNvPr id="6" name="Rectangle à coins arrondis 42">
            <a:extLst>
              <a:ext uri="{FF2B5EF4-FFF2-40B4-BE49-F238E27FC236}">
                <a16:creationId xmlns:a16="http://schemas.microsoft.com/office/drawing/2014/main" id="{7DB2E03D-BB77-459C-8FC5-9CEC1B797AB9}"/>
              </a:ext>
            </a:extLst>
          </p:cNvPr>
          <p:cNvSpPr/>
          <p:nvPr/>
        </p:nvSpPr>
        <p:spPr>
          <a:xfrm>
            <a:off x="227350" y="2839457"/>
            <a:ext cx="5779912" cy="1632385"/>
          </a:xfrm>
          <a:prstGeom prst="roundRect">
            <a:avLst>
              <a:gd name="adj" fmla="val 12868"/>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72000" tIns="108000" rIns="72000" bIns="72000" rtlCol="0" anchor="t"/>
          <a:lstStyle/>
          <a:p>
            <a:pPr marL="171450" marR="0" lvl="2" indent="-171450" algn="l" defTabSz="914400" rtl="0" eaLnBrk="1" fontAlgn="auto" latinLnBrk="0" hangingPunct="1">
              <a:lnSpc>
                <a:spcPct val="100000"/>
              </a:lnSpc>
              <a:spcBef>
                <a:spcPts val="0"/>
              </a:spcBef>
              <a:spcAft>
                <a:spcPts val="0"/>
              </a:spcAft>
              <a:buClr>
                <a:srgbClr val="0070AD"/>
              </a:buClr>
              <a:buSzPct val="100000"/>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Ubuntu"/>
                <a:ea typeface="Verdana" panose="020B0604030504040204" pitchFamily="34" charset="0"/>
                <a:cs typeface="Verdana" panose="020B0604030504040204" pitchFamily="34" charset="0"/>
              </a:rPr>
              <a:t>Facilitate workshops for the drafting of the Interfaces documents</a:t>
            </a:r>
          </a:p>
          <a:p>
            <a:pPr marL="171450" marR="0" lvl="2" indent="-171450" algn="l" defTabSz="914400" rtl="0" eaLnBrk="1" fontAlgn="auto" latinLnBrk="0" hangingPunct="1">
              <a:lnSpc>
                <a:spcPct val="100000"/>
              </a:lnSpc>
              <a:spcBef>
                <a:spcPts val="0"/>
              </a:spcBef>
              <a:spcAft>
                <a:spcPts val="0"/>
              </a:spcAft>
              <a:buClr>
                <a:srgbClr val="0070AD"/>
              </a:buClr>
              <a:buSzPct val="100000"/>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Ubuntu"/>
                <a:ea typeface="Verdana" panose="020B0604030504040204" pitchFamily="34" charset="0"/>
                <a:cs typeface="Verdana" panose="020B0604030504040204" pitchFamily="34" charset="0"/>
              </a:rPr>
              <a:t>Write the functional and technical specifications of the interfaces (Interface contract, formats)</a:t>
            </a:r>
          </a:p>
          <a:p>
            <a:pPr marL="171450" marR="0" lvl="2" indent="-171450" algn="l" defTabSz="914400" rtl="0" eaLnBrk="1" fontAlgn="auto" latinLnBrk="0" hangingPunct="1">
              <a:lnSpc>
                <a:spcPct val="100000"/>
              </a:lnSpc>
              <a:spcBef>
                <a:spcPts val="0"/>
              </a:spcBef>
              <a:spcAft>
                <a:spcPts val="0"/>
              </a:spcAft>
              <a:buClr>
                <a:srgbClr val="0070AD"/>
              </a:buClr>
              <a:buSzPct val="100000"/>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Ubuntu"/>
                <a:ea typeface="Verdana" panose="020B0604030504040204" pitchFamily="34" charset="0"/>
                <a:cs typeface="Verdana" panose="020B0604030504040204" pitchFamily="34" charset="0"/>
              </a:rPr>
              <a:t>Data Mapping between </a:t>
            </a:r>
            <a:r>
              <a:rPr kumimoji="0" lang="fr-FR" sz="1050" b="0" i="0" u="none" strike="noStrike" kern="1200" cap="none" spc="0" normalizeH="0" baseline="0" noProof="0">
                <a:ln>
                  <a:noFill/>
                </a:ln>
                <a:solidFill>
                  <a:prstClr val="black"/>
                </a:solidFill>
                <a:effectLst/>
                <a:uLnTx/>
                <a:uFillTx/>
                <a:latin typeface="Ubuntu"/>
                <a:ea typeface="+mn-ea"/>
                <a:cs typeface="+mn-cs"/>
              </a:rPr>
              <a:t>Portal ’s, </a:t>
            </a:r>
            <a:r>
              <a:rPr kumimoji="0" lang="fr-FR" sz="1050" b="0" i="0" u="none" strike="noStrike" kern="1200" cap="none" spc="0" normalizeH="0" baseline="0" noProof="0" err="1">
                <a:ln>
                  <a:noFill/>
                </a:ln>
                <a:solidFill>
                  <a:prstClr val="black"/>
                </a:solidFill>
                <a:effectLst/>
                <a:uLnTx/>
                <a:uFillTx/>
                <a:latin typeface="Ubuntu"/>
                <a:ea typeface="+mn-ea"/>
                <a:cs typeface="+mn-cs"/>
              </a:rPr>
              <a:t>Third</a:t>
            </a:r>
            <a:r>
              <a:rPr kumimoji="0" lang="fr-FR" sz="1050" b="0" i="0" u="none" strike="noStrike" kern="1200" cap="none" spc="0" normalizeH="0" baseline="0" noProof="0">
                <a:ln>
                  <a:noFill/>
                </a:ln>
                <a:solidFill>
                  <a:prstClr val="black"/>
                </a:solidFill>
                <a:effectLst/>
                <a:uLnTx/>
                <a:uFillTx/>
                <a:latin typeface="Ubuntu"/>
                <a:ea typeface="+mn-ea"/>
                <a:cs typeface="+mn-cs"/>
              </a:rPr>
              <a:t> Party /</a:t>
            </a:r>
            <a:r>
              <a:rPr kumimoji="0" lang="fr-FR" sz="1050" b="0" i="0" u="none" strike="noStrike" kern="1200" cap="none" spc="0" normalizeH="0" baseline="0" noProof="0" err="1">
                <a:ln>
                  <a:noFill/>
                </a:ln>
                <a:solidFill>
                  <a:prstClr val="black"/>
                </a:solidFill>
                <a:effectLst/>
                <a:uLnTx/>
                <a:uFillTx/>
                <a:latin typeface="Ubuntu"/>
                <a:ea typeface="+mn-ea"/>
                <a:cs typeface="+mn-cs"/>
              </a:rPr>
              <a:t>Vendor</a:t>
            </a:r>
            <a:r>
              <a:rPr kumimoji="0" lang="en-US" sz="1050" b="0" i="0" u="none" strike="noStrike" kern="1200" cap="none" spc="0" normalizeH="0" baseline="0" noProof="0">
                <a:ln>
                  <a:noFill/>
                </a:ln>
                <a:solidFill>
                  <a:prstClr val="black"/>
                </a:solidFill>
                <a:effectLst/>
                <a:uLnTx/>
                <a:uFillTx/>
                <a:latin typeface="Ubuntu"/>
                <a:ea typeface="Verdana" panose="020B0604030504040204" pitchFamily="34" charset="0"/>
                <a:cs typeface="Verdana" panose="020B0604030504040204" pitchFamily="34" charset="0"/>
              </a:rPr>
              <a:t> and Guidewire Suite</a:t>
            </a:r>
          </a:p>
          <a:p>
            <a:pPr marL="171450" marR="0" lvl="2" indent="-171450" algn="l" defTabSz="914400" rtl="0" eaLnBrk="1" fontAlgn="auto" latinLnBrk="0" hangingPunct="1">
              <a:lnSpc>
                <a:spcPct val="100000"/>
              </a:lnSpc>
              <a:spcBef>
                <a:spcPts val="0"/>
              </a:spcBef>
              <a:spcAft>
                <a:spcPts val="0"/>
              </a:spcAft>
              <a:buClr>
                <a:srgbClr val="0070AD"/>
              </a:buClr>
              <a:buSzPct val="100000"/>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Ubuntu"/>
                <a:ea typeface="Verdana" panose="020B0604030504040204" pitchFamily="34" charset="0"/>
                <a:cs typeface="Verdana" panose="020B0604030504040204" pitchFamily="34" charset="0"/>
              </a:rPr>
              <a:t>Develop and test of the interfaces</a:t>
            </a:r>
          </a:p>
          <a:p>
            <a:pPr marL="171450" marR="0" lvl="2" indent="-171450" algn="l" defTabSz="914400" rtl="0" eaLnBrk="1" fontAlgn="auto" latinLnBrk="0" hangingPunct="1">
              <a:lnSpc>
                <a:spcPct val="100000"/>
              </a:lnSpc>
              <a:spcBef>
                <a:spcPts val="0"/>
              </a:spcBef>
              <a:spcAft>
                <a:spcPts val="0"/>
              </a:spcAft>
              <a:buClr>
                <a:srgbClr val="0070AD"/>
              </a:buClr>
              <a:buSzPct val="100000"/>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Ubuntu"/>
                <a:ea typeface="Verdana" panose="020B0604030504040204" pitchFamily="34" charset="0"/>
                <a:cs typeface="Verdana" panose="020B0604030504040204" pitchFamily="34" charset="0"/>
              </a:rPr>
              <a:t>Scheduling the batches related with interfaces</a:t>
            </a:r>
          </a:p>
          <a:p>
            <a:pPr marL="171450" marR="0" lvl="2" indent="-171450" algn="l" defTabSz="914400" rtl="0" eaLnBrk="1" fontAlgn="auto" latinLnBrk="0" hangingPunct="1">
              <a:lnSpc>
                <a:spcPct val="100000"/>
              </a:lnSpc>
              <a:spcBef>
                <a:spcPts val="0"/>
              </a:spcBef>
              <a:spcAft>
                <a:spcPts val="0"/>
              </a:spcAft>
              <a:buClr>
                <a:srgbClr val="0070AD"/>
              </a:buClr>
              <a:buSzPct val="100000"/>
              <a:buFont typeface="Wingdings,Sans-Serif"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Ubuntu"/>
                <a:ea typeface="+mn-lt"/>
                <a:cs typeface="+mn-lt"/>
              </a:rPr>
              <a:t>Present the design solutions to Architecture Review Board for their approval.</a:t>
            </a:r>
            <a:endParaRPr kumimoji="0" lang="en-US" sz="1050" b="0" i="0" u="none" strike="noStrike" kern="1200" cap="none" spc="0" normalizeH="0" baseline="0" noProof="0">
              <a:ln>
                <a:noFill/>
              </a:ln>
              <a:solidFill>
                <a:prstClr val="black"/>
              </a:solidFill>
              <a:effectLst/>
              <a:uLnTx/>
              <a:uFillTx/>
              <a:latin typeface="Ubuntu"/>
              <a:ea typeface="Verdana" panose="020B0604030504040204" pitchFamily="34" charset="0"/>
              <a:cs typeface="Verdana" panose="020B0604030504040204" pitchFamily="34" charset="0"/>
            </a:endParaRPr>
          </a:p>
        </p:txBody>
      </p:sp>
      <p:sp>
        <p:nvSpPr>
          <p:cNvPr id="7" name="Rectangle à coins arrondis 59">
            <a:extLst>
              <a:ext uri="{FF2B5EF4-FFF2-40B4-BE49-F238E27FC236}">
                <a16:creationId xmlns:a16="http://schemas.microsoft.com/office/drawing/2014/main" id="{E44AF690-7F2A-41E6-BC7D-2C993AE14E4C}"/>
              </a:ext>
            </a:extLst>
          </p:cNvPr>
          <p:cNvSpPr/>
          <p:nvPr/>
        </p:nvSpPr>
        <p:spPr>
          <a:xfrm>
            <a:off x="398955" y="2584351"/>
            <a:ext cx="4251253" cy="374820"/>
          </a:xfrm>
          <a:prstGeom prst="roundRect">
            <a:avLst>
              <a:gd name="adj" fmla="val 50000"/>
            </a:avLst>
          </a:prstGeom>
          <a:solidFill>
            <a:schemeClr val="accent3"/>
          </a:solidFill>
          <a:ln w="25400" cap="flat" cmpd="sng" algn="ctr">
            <a:solidFill>
              <a:schemeClr val="bg2"/>
            </a:solidFill>
            <a:prstDash val="solid"/>
          </a:ln>
          <a:effectLst/>
        </p:spPr>
        <p:txBody>
          <a:bodyPr wrap="none" lIns="21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PT" sz="1600" b="1" i="0" u="none" strike="noStrike" kern="1200" cap="none" spc="0" normalizeH="0" baseline="0" noProof="0">
                <a:ln>
                  <a:noFill/>
                </a:ln>
                <a:solidFill>
                  <a:srgbClr val="FFFFFF"/>
                </a:solidFill>
                <a:effectLst/>
                <a:uLnTx/>
                <a:uFillTx/>
                <a:latin typeface="Ubuntu"/>
                <a:ea typeface="+mn-ea"/>
                <a:cs typeface="+mn-cs"/>
              </a:rPr>
              <a:t>Activities</a:t>
            </a:r>
            <a:endParaRPr kumimoji="0" lang="pt-PT" sz="2400" b="1" i="0" u="none" strike="noStrike" kern="1200" cap="none" spc="0" normalizeH="0" baseline="0" noProof="0">
              <a:ln>
                <a:noFill/>
              </a:ln>
              <a:solidFill>
                <a:srgbClr val="FFFFFF"/>
              </a:solidFill>
              <a:effectLst/>
              <a:uLnTx/>
              <a:uFillTx/>
              <a:latin typeface="Ubuntu"/>
              <a:ea typeface="+mn-ea"/>
              <a:cs typeface="+mn-cs"/>
            </a:endParaRPr>
          </a:p>
        </p:txBody>
      </p:sp>
      <p:sp>
        <p:nvSpPr>
          <p:cNvPr id="22" name="Rectangle à coins arrondis 42">
            <a:extLst>
              <a:ext uri="{FF2B5EF4-FFF2-40B4-BE49-F238E27FC236}">
                <a16:creationId xmlns:a16="http://schemas.microsoft.com/office/drawing/2014/main" id="{E100DCE1-25C4-4D9B-AF14-FE5BB71C41D7}"/>
              </a:ext>
            </a:extLst>
          </p:cNvPr>
          <p:cNvSpPr/>
          <p:nvPr/>
        </p:nvSpPr>
        <p:spPr>
          <a:xfrm>
            <a:off x="227350" y="5063444"/>
            <a:ext cx="5779912" cy="1041890"/>
          </a:xfrm>
          <a:prstGeom prst="roundRect">
            <a:avLst>
              <a:gd name="adj" fmla="val 12868"/>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72000" tIns="108000" rIns="72000" bIns="72000" rtlCol="0" anchor="t"/>
          <a:lstStyle/>
          <a:p>
            <a:pPr marL="171450" marR="0" lvl="2" indent="-171450" algn="l" defTabSz="914400" rtl="0" eaLnBrk="1" fontAlgn="auto" latinLnBrk="0" hangingPunct="1">
              <a:lnSpc>
                <a:spcPct val="100000"/>
              </a:lnSpc>
              <a:spcBef>
                <a:spcPts val="0"/>
              </a:spcBef>
              <a:spcAft>
                <a:spcPts val="0"/>
              </a:spcAft>
              <a:buClr>
                <a:srgbClr val="0070AD"/>
              </a:buClr>
              <a:buSzPct val="100000"/>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Ubuntu"/>
                <a:ea typeface="Verdana"/>
                <a:cs typeface="Verdana" panose="020B0604030504040204" pitchFamily="34" charset="0"/>
              </a:rPr>
              <a:t>Interface Catalogue</a:t>
            </a:r>
          </a:p>
          <a:p>
            <a:pPr marL="171450" marR="0" lvl="2" indent="-171450" algn="l" defTabSz="914400" rtl="0" eaLnBrk="1" fontAlgn="auto" latinLnBrk="0" hangingPunct="1">
              <a:lnSpc>
                <a:spcPct val="100000"/>
              </a:lnSpc>
              <a:spcBef>
                <a:spcPts val="0"/>
              </a:spcBef>
              <a:spcAft>
                <a:spcPts val="0"/>
              </a:spcAft>
              <a:buClr>
                <a:srgbClr val="0070AD"/>
              </a:buClr>
              <a:buSzPct val="100000"/>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Ubuntu"/>
                <a:ea typeface="Verdana"/>
                <a:cs typeface="Verdana" panose="020B0604030504040204" pitchFamily="34" charset="0"/>
              </a:rPr>
              <a:t>Target Application Mapping</a:t>
            </a:r>
          </a:p>
          <a:p>
            <a:pPr marL="171450" marR="0" lvl="2" indent="-171450" algn="l" defTabSz="914400" rtl="0" eaLnBrk="1" fontAlgn="auto" latinLnBrk="0" hangingPunct="1">
              <a:lnSpc>
                <a:spcPct val="100000"/>
              </a:lnSpc>
              <a:spcBef>
                <a:spcPts val="0"/>
              </a:spcBef>
              <a:spcAft>
                <a:spcPts val="0"/>
              </a:spcAft>
              <a:buClr>
                <a:srgbClr val="0070AD"/>
              </a:buClr>
              <a:buSzPct val="100000"/>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Ubuntu"/>
                <a:ea typeface="Verdana"/>
                <a:cs typeface="Verdana" panose="020B0604030504040204" pitchFamily="34" charset="0"/>
              </a:rPr>
              <a:t>Correspondence table between flows and fields</a:t>
            </a:r>
          </a:p>
          <a:p>
            <a:pPr marL="171450" marR="0" lvl="2" indent="-171450" algn="l" defTabSz="914400" rtl="0" eaLnBrk="1" fontAlgn="auto" latinLnBrk="0" hangingPunct="1">
              <a:lnSpc>
                <a:spcPct val="100000"/>
              </a:lnSpc>
              <a:spcBef>
                <a:spcPts val="0"/>
              </a:spcBef>
              <a:spcAft>
                <a:spcPts val="0"/>
              </a:spcAft>
              <a:buClr>
                <a:srgbClr val="0070AD"/>
              </a:buClr>
              <a:buSzPct val="100000"/>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Ubuntu"/>
                <a:ea typeface="Verdana"/>
                <a:cs typeface="Verdana" panose="020B0604030504040204" pitchFamily="34" charset="0"/>
              </a:rPr>
              <a:t>Interface software components (1/2 interface)</a:t>
            </a:r>
          </a:p>
          <a:p>
            <a:pPr marL="171450" marR="0" lvl="2" indent="-171450" algn="l" defTabSz="914400" rtl="0" eaLnBrk="1" fontAlgn="auto" latinLnBrk="0" hangingPunct="1">
              <a:lnSpc>
                <a:spcPct val="100000"/>
              </a:lnSpc>
              <a:spcBef>
                <a:spcPts val="0"/>
              </a:spcBef>
              <a:spcAft>
                <a:spcPts val="0"/>
              </a:spcAft>
              <a:buClr>
                <a:srgbClr val="0070AD"/>
              </a:buClr>
              <a:buSzPct val="100000"/>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Ubuntu"/>
                <a:ea typeface="Verdana"/>
                <a:cs typeface="Verdana" panose="020B0604030504040204" pitchFamily="34" charset="0"/>
              </a:rPr>
              <a:t>Detail Design Documents and HLAP's</a:t>
            </a:r>
            <a:endParaRPr kumimoji="0" lang="en-US" sz="1050" b="0" i="0" u="none" strike="noStrike" kern="1200" cap="none" spc="0" normalizeH="0" baseline="0" noProof="0">
              <a:ln>
                <a:noFill/>
              </a:ln>
              <a:solidFill>
                <a:prstClr val="black"/>
              </a:solidFill>
              <a:effectLst/>
              <a:uLnTx/>
              <a:uFillTx/>
              <a:latin typeface="Ubuntu"/>
              <a:ea typeface="Verdana" panose="020B0604030504040204" pitchFamily="34" charset="0"/>
              <a:cs typeface="Verdana" panose="020B0604030504040204" pitchFamily="34" charset="0"/>
            </a:endParaRPr>
          </a:p>
        </p:txBody>
      </p:sp>
      <p:sp>
        <p:nvSpPr>
          <p:cNvPr id="23" name="Rectangle à coins arrondis 59">
            <a:extLst>
              <a:ext uri="{FF2B5EF4-FFF2-40B4-BE49-F238E27FC236}">
                <a16:creationId xmlns:a16="http://schemas.microsoft.com/office/drawing/2014/main" id="{4E3F5F95-BA83-4122-9620-876D37118D88}"/>
              </a:ext>
            </a:extLst>
          </p:cNvPr>
          <p:cNvSpPr/>
          <p:nvPr/>
        </p:nvSpPr>
        <p:spPr>
          <a:xfrm>
            <a:off x="343870" y="4682244"/>
            <a:ext cx="4251253" cy="374820"/>
          </a:xfrm>
          <a:prstGeom prst="roundRect">
            <a:avLst>
              <a:gd name="adj" fmla="val 50000"/>
            </a:avLst>
          </a:prstGeom>
          <a:solidFill>
            <a:schemeClr val="accent2"/>
          </a:solidFill>
          <a:ln w="25400" cap="flat" cmpd="sng" algn="ctr">
            <a:solidFill>
              <a:schemeClr val="bg2"/>
            </a:solidFill>
            <a:prstDash val="solid"/>
          </a:ln>
          <a:effectLst/>
        </p:spPr>
        <p:txBody>
          <a:bodyPr wrap="none" lIns="21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PT" sz="1600" b="1" i="0" u="none" strike="noStrike" kern="1200" cap="none" spc="0" normalizeH="0" baseline="0" noProof="0">
                <a:ln>
                  <a:noFill/>
                </a:ln>
                <a:solidFill>
                  <a:srgbClr val="FFFFFF"/>
                </a:solidFill>
                <a:effectLst/>
                <a:uLnTx/>
                <a:uFillTx/>
                <a:latin typeface="Ubuntu"/>
                <a:ea typeface="+mn-ea"/>
                <a:cs typeface="+mn-cs"/>
              </a:rPr>
              <a:t>Deliverables</a:t>
            </a:r>
            <a:endParaRPr kumimoji="0" lang="pt-PT" sz="2400" b="1" i="0" u="none" strike="noStrike" kern="1200" cap="none" spc="0" normalizeH="0" baseline="0" noProof="0">
              <a:ln>
                <a:noFill/>
              </a:ln>
              <a:solidFill>
                <a:srgbClr val="FFFFFF"/>
              </a:solidFill>
              <a:effectLst/>
              <a:uLnTx/>
              <a:uFillTx/>
              <a:latin typeface="Ubuntu"/>
              <a:ea typeface="+mn-ea"/>
              <a:cs typeface="+mn-cs"/>
            </a:endParaRPr>
          </a:p>
        </p:txBody>
      </p:sp>
      <p:sp>
        <p:nvSpPr>
          <p:cNvPr id="24" name="Rectangle à coins arrondis 42">
            <a:extLst>
              <a:ext uri="{FF2B5EF4-FFF2-40B4-BE49-F238E27FC236}">
                <a16:creationId xmlns:a16="http://schemas.microsoft.com/office/drawing/2014/main" id="{AD6789FD-D1CA-4027-A2A3-C47D34F6DBD2}"/>
              </a:ext>
            </a:extLst>
          </p:cNvPr>
          <p:cNvSpPr/>
          <p:nvPr/>
        </p:nvSpPr>
        <p:spPr>
          <a:xfrm>
            <a:off x="6234610" y="1239040"/>
            <a:ext cx="5421083" cy="1256532"/>
          </a:xfrm>
          <a:prstGeom prst="roundRect">
            <a:avLst>
              <a:gd name="adj" fmla="val 12868"/>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72000" tIns="108000" rIns="72000" bIns="72000" rtlCol="0" anchor="t"/>
          <a:lstStyle/>
          <a:p>
            <a:pPr marL="171450" marR="0" lvl="2" indent="-171450" algn="l" defTabSz="914400" rtl="0" eaLnBrk="1" fontAlgn="auto" latinLnBrk="0" hangingPunct="1">
              <a:lnSpc>
                <a:spcPct val="100000"/>
              </a:lnSpc>
              <a:spcBef>
                <a:spcPts val="0"/>
              </a:spcBef>
              <a:spcAft>
                <a:spcPts val="0"/>
              </a:spcAft>
              <a:buClr>
                <a:srgbClr val="0070AD"/>
              </a:buClr>
              <a:buSzPct val="100000"/>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Ubuntu"/>
                <a:ea typeface="Verdana"/>
                <a:cs typeface="Verdana" panose="020B0604030504040204" pitchFamily="34" charset="0"/>
              </a:rPr>
              <a:t>Architects</a:t>
            </a:r>
            <a:endParaRPr kumimoji="0" lang="en-US" sz="1050" b="0" i="0" u="none" strike="noStrike" kern="1200" cap="none" spc="0" normalizeH="0" baseline="0" noProof="0">
              <a:ln>
                <a:noFill/>
              </a:ln>
              <a:solidFill>
                <a:prstClr val="black"/>
              </a:solidFill>
              <a:effectLst/>
              <a:uLnTx/>
              <a:uFillTx/>
              <a:latin typeface="Ubuntu"/>
              <a:ea typeface="Verdana" panose="020B0604030504040204" pitchFamily="34" charset="0"/>
              <a:cs typeface="Verdana" panose="020B0604030504040204" pitchFamily="34" charset="0"/>
            </a:endParaRPr>
          </a:p>
          <a:p>
            <a:pPr marL="171450" marR="0" lvl="2" indent="-171450" algn="l" defTabSz="914400" rtl="0" eaLnBrk="1" fontAlgn="auto" latinLnBrk="0" hangingPunct="1">
              <a:lnSpc>
                <a:spcPct val="100000"/>
              </a:lnSpc>
              <a:spcBef>
                <a:spcPts val="0"/>
              </a:spcBef>
              <a:spcAft>
                <a:spcPts val="0"/>
              </a:spcAft>
              <a:buClr>
                <a:srgbClr val="0070AD"/>
              </a:buClr>
              <a:buSzPct val="100000"/>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Ubuntu"/>
                <a:ea typeface="Verdana"/>
                <a:cs typeface="Verdana" panose="020B0604030504040204" pitchFamily="34" charset="0"/>
              </a:rPr>
              <a:t>Developers</a:t>
            </a:r>
          </a:p>
          <a:p>
            <a:pPr marL="171450" marR="0" lvl="2" indent="-171450" algn="l" defTabSz="914400" rtl="0" eaLnBrk="1" fontAlgn="auto" latinLnBrk="0" hangingPunct="1">
              <a:lnSpc>
                <a:spcPct val="100000"/>
              </a:lnSpc>
              <a:spcBef>
                <a:spcPts val="0"/>
              </a:spcBef>
              <a:spcAft>
                <a:spcPts val="0"/>
              </a:spcAft>
              <a:buClr>
                <a:srgbClr val="0070AD"/>
              </a:buClr>
              <a:buSzPct val="100000"/>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Ubuntu"/>
                <a:ea typeface="Verdana"/>
                <a:cs typeface="Verdana" panose="020B0604030504040204" pitchFamily="34" charset="0"/>
              </a:rPr>
              <a:t>Guidewire SME’s</a:t>
            </a:r>
          </a:p>
          <a:p>
            <a:pPr marL="171450" marR="0" lvl="2" indent="-171450" algn="l" defTabSz="914400" rtl="0" eaLnBrk="1" fontAlgn="auto" latinLnBrk="0" hangingPunct="1">
              <a:lnSpc>
                <a:spcPct val="100000"/>
              </a:lnSpc>
              <a:spcBef>
                <a:spcPts val="0"/>
              </a:spcBef>
              <a:spcAft>
                <a:spcPts val="0"/>
              </a:spcAft>
              <a:buClr>
                <a:srgbClr val="0070AD"/>
              </a:buClr>
              <a:buSzPct val="100000"/>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Ubuntu"/>
                <a:ea typeface="Verdana"/>
                <a:cs typeface="Verdana" panose="020B0604030504040204" pitchFamily="34" charset="0"/>
              </a:rPr>
              <a:t>DevOps</a:t>
            </a:r>
          </a:p>
        </p:txBody>
      </p:sp>
      <p:sp>
        <p:nvSpPr>
          <p:cNvPr id="25" name="Rectangle à coins arrondis 52">
            <a:extLst>
              <a:ext uri="{FF2B5EF4-FFF2-40B4-BE49-F238E27FC236}">
                <a16:creationId xmlns:a16="http://schemas.microsoft.com/office/drawing/2014/main" id="{4116B3FB-F45B-4AA2-8C3C-4E73B68CA47E}"/>
              </a:ext>
            </a:extLst>
          </p:cNvPr>
          <p:cNvSpPr/>
          <p:nvPr/>
        </p:nvSpPr>
        <p:spPr>
          <a:xfrm>
            <a:off x="6406215" y="966857"/>
            <a:ext cx="4251253" cy="374820"/>
          </a:xfrm>
          <a:prstGeom prst="roundRect">
            <a:avLst>
              <a:gd name="adj" fmla="val 50000"/>
            </a:avLst>
          </a:prstGeom>
          <a:solidFill>
            <a:schemeClr val="accent2">
              <a:lumMod val="50000"/>
            </a:schemeClr>
          </a:solidFill>
          <a:ln w="25400" cap="flat" cmpd="sng" algn="ctr">
            <a:solidFill>
              <a:schemeClr val="bg2"/>
            </a:solidFill>
            <a:prstDash val="solid"/>
          </a:ln>
          <a:effectLst/>
        </p:spPr>
        <p:txBody>
          <a:bodyPr wrap="none" lIns="216000" rtlCol="0" anchor="ctr"/>
          <a:lstStyle/>
          <a:p>
            <a:pPr marL="0" marR="0" lvl="0" indent="0" algn="l" defTabSz="8162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Ubuntu Medium"/>
                <a:ea typeface="+mn-ea"/>
                <a:cs typeface="+mn-cs"/>
              </a:rPr>
              <a:t>Team</a:t>
            </a:r>
          </a:p>
        </p:txBody>
      </p:sp>
      <p:sp>
        <p:nvSpPr>
          <p:cNvPr id="26" name="Rectangle à coins arrondis 42">
            <a:extLst>
              <a:ext uri="{FF2B5EF4-FFF2-40B4-BE49-F238E27FC236}">
                <a16:creationId xmlns:a16="http://schemas.microsoft.com/office/drawing/2014/main" id="{7D069C3E-6F08-4B27-A919-F55F752517C2}"/>
              </a:ext>
            </a:extLst>
          </p:cNvPr>
          <p:cNvSpPr/>
          <p:nvPr/>
        </p:nvSpPr>
        <p:spPr>
          <a:xfrm>
            <a:off x="6234610" y="2856532"/>
            <a:ext cx="5421083" cy="878795"/>
          </a:xfrm>
          <a:prstGeom prst="roundRect">
            <a:avLst>
              <a:gd name="adj" fmla="val 15976"/>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72000" tIns="108000" rIns="72000" bIns="72000" rtlCol="0" anchor="t"/>
          <a:lstStyle/>
          <a:p>
            <a:pPr marL="171450" marR="0" lvl="2" indent="-171450" algn="l" defTabSz="914400" rtl="0" eaLnBrk="1" fontAlgn="auto" latinLnBrk="0" hangingPunct="1">
              <a:lnSpc>
                <a:spcPct val="100000"/>
              </a:lnSpc>
              <a:spcBef>
                <a:spcPts val="0"/>
              </a:spcBef>
              <a:spcAft>
                <a:spcPts val="400"/>
              </a:spcAft>
              <a:buClr>
                <a:srgbClr val="0070AD"/>
              </a:buClr>
              <a:buSzPct val="100000"/>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Ubuntu"/>
                <a:ea typeface="Verdana" panose="020B0604030504040204" pitchFamily="34" charset="0"/>
                <a:cs typeface="+mn-cs"/>
              </a:rPr>
              <a:t>Architect </a:t>
            </a:r>
            <a:r>
              <a:rPr kumimoji="0" lang="fr-FR" sz="1050" b="0" i="0" u="none" strike="noStrike" kern="1200" cap="none" spc="0" normalizeH="0" baseline="0" noProof="0">
                <a:ln>
                  <a:noFill/>
                </a:ln>
                <a:solidFill>
                  <a:prstClr val="black"/>
                </a:solidFill>
                <a:effectLst/>
                <a:uLnTx/>
                <a:uFillTx/>
                <a:latin typeface="Ubuntu"/>
                <a:ea typeface="+mn-ea"/>
                <a:cs typeface="+mn-cs"/>
              </a:rPr>
              <a:t>Länsförsäkringar</a:t>
            </a:r>
            <a:r>
              <a:rPr kumimoji="0" lang="en-US" sz="1050" b="0" i="0" u="none" strike="noStrike" kern="1200" cap="none" spc="0" normalizeH="0" baseline="0" noProof="0">
                <a:ln>
                  <a:noFill/>
                </a:ln>
                <a:solidFill>
                  <a:prstClr val="black"/>
                </a:solidFill>
                <a:effectLst/>
                <a:uLnTx/>
                <a:uFillTx/>
                <a:latin typeface="Ubuntu"/>
                <a:ea typeface="Verdana" panose="020B0604030504040204" pitchFamily="34" charset="0"/>
                <a:cs typeface="+mn-cs"/>
              </a:rPr>
              <a:t> IT</a:t>
            </a:r>
          </a:p>
          <a:p>
            <a:pPr marL="171450" marR="0" lvl="2" indent="-171450" algn="l" defTabSz="914400" rtl="0" eaLnBrk="1" fontAlgn="auto" latinLnBrk="0" hangingPunct="1">
              <a:lnSpc>
                <a:spcPct val="100000"/>
              </a:lnSpc>
              <a:spcBef>
                <a:spcPts val="0"/>
              </a:spcBef>
              <a:spcAft>
                <a:spcPts val="400"/>
              </a:spcAft>
              <a:buClr>
                <a:srgbClr val="0070AD"/>
              </a:buClr>
              <a:buSzPct val="100000"/>
              <a:buFont typeface="Wingdings" panose="05000000000000000000" pitchFamily="2" charset="2"/>
              <a:buChar char="§"/>
              <a:tabLst/>
              <a:defRPr/>
            </a:pPr>
            <a:r>
              <a:rPr kumimoji="0" lang="en-US" sz="1050" b="0" i="0" u="none" strike="noStrike" kern="1200" cap="none" spc="0" normalizeH="0" baseline="0" noProof="0">
                <a:ln>
                  <a:noFill/>
                </a:ln>
                <a:solidFill>
                  <a:prstClr val="black"/>
                </a:solidFill>
                <a:effectLst/>
                <a:uLnTx/>
                <a:uFillTx/>
                <a:latin typeface="Ubuntu"/>
                <a:ea typeface="Verdana" panose="020B0604030504040204" pitchFamily="34" charset="0"/>
                <a:cs typeface="+mn-cs"/>
              </a:rPr>
              <a:t>Experts </a:t>
            </a:r>
            <a:r>
              <a:rPr kumimoji="0" lang="fr-FR" sz="1050" b="0" i="0" u="none" strike="noStrike" kern="1200" cap="none" spc="0" normalizeH="0" baseline="0" noProof="0">
                <a:ln>
                  <a:noFill/>
                </a:ln>
                <a:solidFill>
                  <a:prstClr val="black"/>
                </a:solidFill>
                <a:effectLst/>
                <a:uLnTx/>
                <a:uFillTx/>
                <a:latin typeface="Ubuntu"/>
                <a:ea typeface="+mn-ea"/>
                <a:cs typeface="+mn-cs"/>
              </a:rPr>
              <a:t>Länsförsäkringar</a:t>
            </a:r>
            <a:r>
              <a:rPr kumimoji="0" lang="en-US" sz="1050" b="0" i="0" u="none" strike="noStrike" kern="1200" cap="none" spc="0" normalizeH="0" baseline="0" noProof="0">
                <a:ln>
                  <a:noFill/>
                </a:ln>
                <a:solidFill>
                  <a:prstClr val="black"/>
                </a:solidFill>
                <a:effectLst/>
                <a:uLnTx/>
                <a:uFillTx/>
                <a:latin typeface="Ubuntu"/>
                <a:ea typeface="Verdana" panose="020B0604030504040204" pitchFamily="34" charset="0"/>
                <a:cs typeface="+mn-cs"/>
              </a:rPr>
              <a:t> (Group)</a:t>
            </a:r>
          </a:p>
        </p:txBody>
      </p:sp>
      <p:sp>
        <p:nvSpPr>
          <p:cNvPr id="27" name="Rectangle à coins arrondis 59">
            <a:extLst>
              <a:ext uri="{FF2B5EF4-FFF2-40B4-BE49-F238E27FC236}">
                <a16:creationId xmlns:a16="http://schemas.microsoft.com/office/drawing/2014/main" id="{5B8588C1-4343-4EC5-888F-5D8B28602F36}"/>
              </a:ext>
            </a:extLst>
          </p:cNvPr>
          <p:cNvSpPr/>
          <p:nvPr/>
        </p:nvSpPr>
        <p:spPr>
          <a:xfrm>
            <a:off x="6406215" y="2584351"/>
            <a:ext cx="4251253" cy="374820"/>
          </a:xfrm>
          <a:prstGeom prst="roundRect">
            <a:avLst>
              <a:gd name="adj" fmla="val 50000"/>
            </a:avLst>
          </a:prstGeom>
          <a:solidFill>
            <a:schemeClr val="accent2">
              <a:lumMod val="20000"/>
              <a:lumOff val="80000"/>
            </a:schemeClr>
          </a:solidFill>
          <a:ln w="25400" cap="flat" cmpd="sng" algn="ctr">
            <a:solidFill>
              <a:schemeClr val="bg2"/>
            </a:solidFill>
            <a:prstDash val="solid"/>
          </a:ln>
          <a:effectLst/>
        </p:spPr>
        <p:txBody>
          <a:bodyPr wrap="none" lIns="21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PT" sz="1600" b="1" i="0" u="none" strike="noStrike" kern="1200" cap="none" spc="0" normalizeH="0" baseline="0" noProof="0">
                <a:ln>
                  <a:noFill/>
                </a:ln>
                <a:solidFill>
                  <a:prstClr val="black"/>
                </a:solidFill>
                <a:effectLst/>
                <a:uLnTx/>
                <a:uFillTx/>
                <a:latin typeface="Ubuntu"/>
                <a:ea typeface="+mn-ea"/>
                <a:cs typeface="+mn-cs"/>
              </a:rPr>
              <a:t>Contribution</a:t>
            </a:r>
            <a:endParaRPr kumimoji="0" lang="pt-PT" sz="2400" b="1" i="0" u="none" strike="noStrike" kern="1200" cap="none" spc="0" normalizeH="0" baseline="0" noProof="0">
              <a:ln>
                <a:noFill/>
              </a:ln>
              <a:solidFill>
                <a:prstClr val="black"/>
              </a:solidFill>
              <a:effectLst/>
              <a:uLnTx/>
              <a:uFillTx/>
              <a:latin typeface="Ubuntu"/>
              <a:ea typeface="+mn-ea"/>
              <a:cs typeface="+mn-cs"/>
            </a:endParaRPr>
          </a:p>
        </p:txBody>
      </p:sp>
      <p:sp>
        <p:nvSpPr>
          <p:cNvPr id="28" name="Rectangle à coins arrondis 42">
            <a:extLst>
              <a:ext uri="{FF2B5EF4-FFF2-40B4-BE49-F238E27FC236}">
                <a16:creationId xmlns:a16="http://schemas.microsoft.com/office/drawing/2014/main" id="{96AAF25C-047D-4EF1-92D9-6D705A499FB0}"/>
              </a:ext>
            </a:extLst>
          </p:cNvPr>
          <p:cNvSpPr/>
          <p:nvPr/>
        </p:nvSpPr>
        <p:spPr>
          <a:xfrm>
            <a:off x="6234610" y="4196030"/>
            <a:ext cx="5421083" cy="2404023"/>
          </a:xfrm>
          <a:prstGeom prst="roundRect">
            <a:avLst>
              <a:gd name="adj" fmla="val 9614"/>
            </a:avLst>
          </a:prstGeom>
          <a:solidFill>
            <a:schemeClr val="bg1"/>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72000" tIns="108000" rIns="72000" bIns="72000" rtlCol="0" anchor="t"/>
          <a:lstStyle/>
          <a:p>
            <a:pPr marL="171450" marR="0" lvl="2" indent="-171450" algn="l" defTabSz="914400" rtl="0" eaLnBrk="1" fontAlgn="auto" latinLnBrk="0" hangingPunct="1">
              <a:lnSpc>
                <a:spcPct val="100000"/>
              </a:lnSpc>
              <a:spcBef>
                <a:spcPts val="0"/>
              </a:spcBef>
              <a:spcAft>
                <a:spcPts val="400"/>
              </a:spcAft>
              <a:buClr>
                <a:srgbClr val="0070AD"/>
              </a:buClr>
              <a:buSzPct val="100000"/>
              <a:buFont typeface="Wingdings" panose="05000000000000000000" pitchFamily="2" charset="2"/>
              <a:buChar char="§"/>
              <a:tabLst/>
              <a:defRPr/>
            </a:pPr>
            <a:endParaRPr kumimoji="0" lang="en-US" sz="1100" b="0" i="0" u="none" strike="noStrike" kern="1200" cap="none" spc="0" normalizeH="0" baseline="0" noProof="0">
              <a:ln>
                <a:noFill/>
              </a:ln>
              <a:solidFill>
                <a:prstClr val="black"/>
              </a:solidFill>
              <a:effectLst/>
              <a:uLnTx/>
              <a:uFillTx/>
              <a:latin typeface="Ubuntu"/>
              <a:ea typeface="Verdana" panose="020B0604030504040204" pitchFamily="34" charset="0"/>
              <a:cs typeface="Verdana" panose="020B0604030504040204" pitchFamily="34" charset="0"/>
            </a:endParaRPr>
          </a:p>
        </p:txBody>
      </p:sp>
      <p:sp>
        <p:nvSpPr>
          <p:cNvPr id="29" name="Rectangle à coins arrondis 59">
            <a:extLst>
              <a:ext uri="{FF2B5EF4-FFF2-40B4-BE49-F238E27FC236}">
                <a16:creationId xmlns:a16="http://schemas.microsoft.com/office/drawing/2014/main" id="{843CD6F4-836C-4D33-887F-06B5F3170F8C}"/>
              </a:ext>
            </a:extLst>
          </p:cNvPr>
          <p:cNvSpPr/>
          <p:nvPr/>
        </p:nvSpPr>
        <p:spPr>
          <a:xfrm>
            <a:off x="6406215" y="3830862"/>
            <a:ext cx="4251253" cy="374820"/>
          </a:xfrm>
          <a:prstGeom prst="roundRect">
            <a:avLst>
              <a:gd name="adj" fmla="val 50000"/>
            </a:avLst>
          </a:prstGeom>
          <a:solidFill>
            <a:schemeClr val="accent2"/>
          </a:solidFill>
          <a:ln w="25400" cap="flat" cmpd="sng" algn="ctr">
            <a:solidFill>
              <a:schemeClr val="bg2"/>
            </a:solidFill>
            <a:prstDash val="solid"/>
          </a:ln>
          <a:effectLst/>
        </p:spPr>
        <p:txBody>
          <a:bodyPr wrap="none" lIns="21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PT" sz="1600" b="1" i="0" u="none" strike="noStrike" kern="1200" cap="none" spc="0" normalizeH="0" baseline="0" noProof="0">
                <a:ln>
                  <a:noFill/>
                </a:ln>
                <a:solidFill>
                  <a:srgbClr val="FFFFFF"/>
                </a:solidFill>
                <a:effectLst/>
                <a:uLnTx/>
                <a:uFillTx/>
                <a:latin typeface="Ubuntu"/>
                <a:ea typeface="+mn-ea"/>
                <a:cs typeface="+mn-cs"/>
              </a:rPr>
              <a:t>Illustration</a:t>
            </a:r>
            <a:endParaRPr kumimoji="0" lang="pt-PT" sz="2400" b="1" i="0" u="none" strike="noStrike" kern="1200" cap="none" spc="0" normalizeH="0" baseline="0" noProof="0">
              <a:ln>
                <a:noFill/>
              </a:ln>
              <a:solidFill>
                <a:srgbClr val="FFFFFF"/>
              </a:solidFill>
              <a:effectLst/>
              <a:uLnTx/>
              <a:uFillTx/>
              <a:latin typeface="Ubuntu"/>
              <a:ea typeface="+mn-ea"/>
              <a:cs typeface="+mn-cs"/>
            </a:endParaRPr>
          </a:p>
        </p:txBody>
      </p:sp>
      <p:grpSp>
        <p:nvGrpSpPr>
          <p:cNvPr id="31" name="Groupe 63">
            <a:extLst>
              <a:ext uri="{FF2B5EF4-FFF2-40B4-BE49-F238E27FC236}">
                <a16:creationId xmlns:a16="http://schemas.microsoft.com/office/drawing/2014/main" id="{804F770C-DC3F-4BDE-A30C-B80C539A4406}"/>
              </a:ext>
            </a:extLst>
          </p:cNvPr>
          <p:cNvGrpSpPr/>
          <p:nvPr/>
        </p:nvGrpSpPr>
        <p:grpSpPr>
          <a:xfrm>
            <a:off x="10441550" y="1428700"/>
            <a:ext cx="432048" cy="432048"/>
            <a:chOff x="823030" y="5090825"/>
            <a:chExt cx="432048" cy="432048"/>
          </a:xfrm>
        </p:grpSpPr>
        <p:sp>
          <p:nvSpPr>
            <p:cNvPr id="32" name="Ellipse 31">
              <a:extLst>
                <a:ext uri="{FF2B5EF4-FFF2-40B4-BE49-F238E27FC236}">
                  <a16:creationId xmlns:a16="http://schemas.microsoft.com/office/drawing/2014/main" id="{BC55F646-1D56-47E8-A348-DAE98FC6D7BC}"/>
                </a:ext>
              </a:extLst>
            </p:cNvPr>
            <p:cNvSpPr/>
            <p:nvPr/>
          </p:nvSpPr>
          <p:spPr>
            <a:xfrm>
              <a:off x="823030" y="5090825"/>
              <a:ext cx="432048" cy="432048"/>
            </a:xfrm>
            <a:prstGeom prst="ellipse">
              <a:avLst/>
            </a:prstGeom>
            <a:solidFill>
              <a:srgbClr val="FFFFFF"/>
            </a:solidFill>
            <a:ln w="3175" cap="flat" cmpd="sng" algn="ctr">
              <a:solidFill>
                <a:srgbClr val="004C63"/>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Calibri" pitchFamily="34" charset="0"/>
                <a:ea typeface="+mn-ea"/>
                <a:cs typeface="+mn-cs"/>
              </a:endParaRPr>
            </a:p>
          </p:txBody>
        </p:sp>
        <p:pic>
          <p:nvPicPr>
            <p:cNvPr id="33" name="Image 32">
              <a:extLst>
                <a:ext uri="{FF2B5EF4-FFF2-40B4-BE49-F238E27FC236}">
                  <a16:creationId xmlns:a16="http://schemas.microsoft.com/office/drawing/2014/main" id="{B00D8120-1E11-403D-A5ED-057E3F62D14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95676" y="5163471"/>
              <a:ext cx="286756" cy="286756"/>
            </a:xfrm>
            <a:prstGeom prst="rect">
              <a:avLst/>
            </a:prstGeom>
          </p:spPr>
        </p:pic>
      </p:grpSp>
      <p:grpSp>
        <p:nvGrpSpPr>
          <p:cNvPr id="8" name="Groupe 7">
            <a:extLst>
              <a:ext uri="{FF2B5EF4-FFF2-40B4-BE49-F238E27FC236}">
                <a16:creationId xmlns:a16="http://schemas.microsoft.com/office/drawing/2014/main" id="{CFEBE1B9-BB09-48F8-B479-F9C062885AAA}"/>
              </a:ext>
            </a:extLst>
          </p:cNvPr>
          <p:cNvGrpSpPr/>
          <p:nvPr/>
        </p:nvGrpSpPr>
        <p:grpSpPr>
          <a:xfrm>
            <a:off x="10967063" y="1428700"/>
            <a:ext cx="432048" cy="432048"/>
            <a:chOff x="11338078" y="1155744"/>
            <a:chExt cx="432048" cy="432048"/>
          </a:xfrm>
        </p:grpSpPr>
        <p:sp>
          <p:nvSpPr>
            <p:cNvPr id="35" name="Ellipse 34">
              <a:extLst>
                <a:ext uri="{FF2B5EF4-FFF2-40B4-BE49-F238E27FC236}">
                  <a16:creationId xmlns:a16="http://schemas.microsoft.com/office/drawing/2014/main" id="{1E7D5E0D-EFFA-416D-84AB-0C75520F715D}"/>
                </a:ext>
              </a:extLst>
            </p:cNvPr>
            <p:cNvSpPr/>
            <p:nvPr/>
          </p:nvSpPr>
          <p:spPr>
            <a:xfrm>
              <a:off x="11338078" y="1155744"/>
              <a:ext cx="432048" cy="432048"/>
            </a:xfrm>
            <a:prstGeom prst="ellipse">
              <a:avLst/>
            </a:prstGeom>
            <a:solidFill>
              <a:srgbClr val="FFFFFF"/>
            </a:solidFill>
            <a:ln w="3175" cap="flat" cmpd="sng" algn="ctr">
              <a:solidFill>
                <a:srgbClr val="004C63"/>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white"/>
                </a:solidFill>
                <a:effectLst/>
                <a:uLnTx/>
                <a:uFillTx/>
                <a:latin typeface="Calibri" pitchFamily="34" charset="0"/>
                <a:ea typeface="+mn-ea"/>
                <a:cs typeface="+mn-cs"/>
              </a:endParaRPr>
            </a:p>
          </p:txBody>
        </p:sp>
        <p:pic>
          <p:nvPicPr>
            <p:cNvPr id="38" name="Graphic 14">
              <a:extLst>
                <a:ext uri="{FF2B5EF4-FFF2-40B4-BE49-F238E27FC236}">
                  <a16:creationId xmlns:a16="http://schemas.microsoft.com/office/drawing/2014/main" id="{B45E8C72-BC3D-4077-8683-61294731845D}"/>
                </a:ext>
              </a:extLst>
            </p:cNvPr>
            <p:cNvPicPr>
              <a:picLocks noChangeAspect="1"/>
            </p:cNvPicPr>
            <p:nvPr/>
          </p:nvPicPr>
          <p:blipFill rotWithShape="1">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81836" t="-4713" b="16530"/>
            <a:stretch/>
          </p:blipFill>
          <p:spPr>
            <a:xfrm>
              <a:off x="11390434" y="1222011"/>
              <a:ext cx="308485" cy="334123"/>
            </a:xfrm>
            <a:prstGeom prst="rect">
              <a:avLst/>
            </a:prstGeom>
          </p:spPr>
        </p:pic>
      </p:grpSp>
      <p:grpSp>
        <p:nvGrpSpPr>
          <p:cNvPr id="46" name="Groupe 41">
            <a:extLst>
              <a:ext uri="{FF2B5EF4-FFF2-40B4-BE49-F238E27FC236}">
                <a16:creationId xmlns:a16="http://schemas.microsoft.com/office/drawing/2014/main" id="{C26B066E-0DDF-47B7-86C6-D0008EE1A7C4}"/>
              </a:ext>
            </a:extLst>
          </p:cNvPr>
          <p:cNvGrpSpPr/>
          <p:nvPr/>
        </p:nvGrpSpPr>
        <p:grpSpPr>
          <a:xfrm>
            <a:off x="6428842" y="4301217"/>
            <a:ext cx="1648516" cy="1916274"/>
            <a:chOff x="5415136" y="4003414"/>
            <a:chExt cx="2071909" cy="1916274"/>
          </a:xfrm>
          <a:effectLst/>
        </p:grpSpPr>
        <p:sp>
          <p:nvSpPr>
            <p:cNvPr id="47" name="Rectangle à coins arrondis 52">
              <a:extLst>
                <a:ext uri="{FF2B5EF4-FFF2-40B4-BE49-F238E27FC236}">
                  <a16:creationId xmlns:a16="http://schemas.microsoft.com/office/drawing/2014/main" id="{03F2103B-74B5-4E41-B14E-815B4CE90A89}"/>
                </a:ext>
              </a:extLst>
            </p:cNvPr>
            <p:cNvSpPr/>
            <p:nvPr/>
          </p:nvSpPr>
          <p:spPr bwMode="auto">
            <a:xfrm>
              <a:off x="5415136" y="4003414"/>
              <a:ext cx="549661" cy="1916274"/>
            </a:xfrm>
            <a:prstGeom prst="roundRect">
              <a:avLst/>
            </a:prstGeom>
            <a:solidFill>
              <a:srgbClr val="FF304C"/>
            </a:solidFill>
            <a:ln w="19050" cap="flat" cmpd="sng" algn="ctr">
              <a:solidFill>
                <a:srgbClr val="FFFFFF"/>
              </a:solidFill>
              <a:prstDash val="solid"/>
              <a:miter lim="800000"/>
            </a:ln>
            <a:effectLst/>
          </p:spPr>
          <p:txBody>
            <a:bodyPr vert="vert270" rIns="3600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1" i="0" u="none" strike="noStrike" kern="0" cap="none" spc="0" normalizeH="0" baseline="0" noProof="0">
                  <a:ln>
                    <a:noFill/>
                  </a:ln>
                  <a:solidFill>
                    <a:prstClr val="white"/>
                  </a:solidFill>
                  <a:effectLst/>
                  <a:uLnTx/>
                  <a:uFillTx/>
                  <a:latin typeface="Ubuntu Medium"/>
                  <a:ea typeface="+mn-ea"/>
                  <a:cs typeface="+mn-cs"/>
                </a:rPr>
                <a:t>CORE</a:t>
              </a:r>
            </a:p>
          </p:txBody>
        </p:sp>
        <p:sp>
          <p:nvSpPr>
            <p:cNvPr id="48" name="Rectangle à coins arrondis 53">
              <a:extLst>
                <a:ext uri="{FF2B5EF4-FFF2-40B4-BE49-F238E27FC236}">
                  <a16:creationId xmlns:a16="http://schemas.microsoft.com/office/drawing/2014/main" id="{66930CE0-F031-41DB-9909-9FE3084D657A}"/>
                </a:ext>
              </a:extLst>
            </p:cNvPr>
            <p:cNvSpPr/>
            <p:nvPr/>
          </p:nvSpPr>
          <p:spPr bwMode="auto">
            <a:xfrm>
              <a:off x="6986023" y="4003414"/>
              <a:ext cx="458285" cy="1916274"/>
            </a:xfrm>
            <a:prstGeom prst="roundRect">
              <a:avLst/>
            </a:prstGeom>
            <a:solidFill>
              <a:schemeClr val="accent5"/>
            </a:solidFill>
            <a:ln w="26988">
              <a:noFill/>
              <a:prstDash val="solid"/>
              <a:round/>
              <a:headEnd/>
              <a:tailEnd/>
            </a:ln>
          </p:spPr>
          <p:txBody>
            <a:bodyPr vert="vert" lIns="36000" rIns="36000"/>
            <a:lstStyle/>
            <a:p>
              <a:pPr marL="0" marR="0" lvl="0" indent="0" algn="ctr" defTabSz="914400" rtl="0" eaLnBrk="0" fontAlgn="auto" latinLnBrk="0" hangingPunct="0">
                <a:lnSpc>
                  <a:spcPct val="85000"/>
                </a:lnSpc>
                <a:spcBef>
                  <a:spcPts val="0"/>
                </a:spcBef>
                <a:spcAft>
                  <a:spcPts val="0"/>
                </a:spcAft>
                <a:buClrTx/>
                <a:buSzTx/>
                <a:buFontTx/>
                <a:buNone/>
                <a:tabLst/>
                <a:defRPr/>
              </a:pPr>
              <a:r>
                <a:rPr kumimoji="0" lang="fr-FR" sz="1400" b="0" i="0" u="none" strike="noStrike" kern="1200" cap="none" spc="0" normalizeH="0" baseline="0" noProof="0">
                  <a:ln>
                    <a:noFill/>
                  </a:ln>
                  <a:solidFill>
                    <a:srgbClr val="FFFFFF"/>
                  </a:solidFill>
                  <a:effectLst/>
                  <a:uLnTx/>
                  <a:uFillTx/>
                  <a:latin typeface="Ubuntu"/>
                  <a:ea typeface="+mn-ea"/>
                  <a:cs typeface="+mn-cs"/>
                </a:rPr>
                <a:t>Länsförsäkringar</a:t>
              </a:r>
              <a:endParaRPr kumimoji="0" lang="fr-FR" sz="1400" b="1" i="0" u="none" strike="noStrike" kern="0" cap="none" spc="0" normalizeH="0" baseline="0" noProof="0">
                <a:ln>
                  <a:noFill/>
                </a:ln>
                <a:solidFill>
                  <a:srgbClr val="FFFFFF"/>
                </a:solidFill>
                <a:effectLst/>
                <a:uLnTx/>
                <a:uFillTx/>
                <a:latin typeface="Ubuntu Medium"/>
                <a:ea typeface="+mn-ea"/>
                <a:cs typeface="+mn-cs"/>
              </a:endParaRPr>
            </a:p>
          </p:txBody>
        </p:sp>
        <p:sp>
          <p:nvSpPr>
            <p:cNvPr id="49" name="Rectangle 48">
              <a:extLst>
                <a:ext uri="{FF2B5EF4-FFF2-40B4-BE49-F238E27FC236}">
                  <a16:creationId xmlns:a16="http://schemas.microsoft.com/office/drawing/2014/main" id="{DBCF9C7E-15F8-4ADA-BA49-C50BC20A76D7}"/>
                </a:ext>
              </a:extLst>
            </p:cNvPr>
            <p:cNvSpPr/>
            <p:nvPr/>
          </p:nvSpPr>
          <p:spPr bwMode="auto">
            <a:xfrm>
              <a:off x="6883535" y="4819087"/>
              <a:ext cx="167957" cy="284928"/>
            </a:xfrm>
            <a:prstGeom prst="rect">
              <a:avLst/>
            </a:prstGeom>
            <a:solidFill>
              <a:srgbClr val="12ABDB"/>
            </a:solidFill>
            <a:ln w="12700"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0" cap="none" spc="0" normalizeH="0" baseline="0" noProof="0" err="1">
                <a:ln>
                  <a:noFill/>
                </a:ln>
                <a:solidFill>
                  <a:srgbClr val="998C85">
                    <a:lumMod val="50000"/>
                  </a:srgbClr>
                </a:solidFill>
                <a:effectLst/>
                <a:uLnTx/>
                <a:uFillTx/>
                <a:latin typeface="Calibri" pitchFamily="34" charset="0"/>
                <a:ea typeface="+mn-ea"/>
                <a:cs typeface="+mn-cs"/>
              </a:endParaRPr>
            </a:p>
          </p:txBody>
        </p:sp>
        <p:sp>
          <p:nvSpPr>
            <p:cNvPr id="50" name="Rectangle 49">
              <a:extLst>
                <a:ext uri="{FF2B5EF4-FFF2-40B4-BE49-F238E27FC236}">
                  <a16:creationId xmlns:a16="http://schemas.microsoft.com/office/drawing/2014/main" id="{54D7529A-532F-47B4-9B34-D0FA87B31A69}"/>
                </a:ext>
              </a:extLst>
            </p:cNvPr>
            <p:cNvSpPr/>
            <p:nvPr/>
          </p:nvSpPr>
          <p:spPr bwMode="auto">
            <a:xfrm>
              <a:off x="5899328" y="4790801"/>
              <a:ext cx="148251" cy="341500"/>
            </a:xfrm>
            <a:prstGeom prst="rect">
              <a:avLst/>
            </a:prstGeom>
            <a:solidFill>
              <a:srgbClr val="12ABDB"/>
            </a:solidFill>
            <a:ln w="12700" cap="flat" cmpd="sng" algn="ctr">
              <a:noFill/>
              <a:prstDash val="solid"/>
              <a:miter lim="800000"/>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2400" b="0" i="0" u="none" strike="noStrike" kern="0" cap="none" spc="0" normalizeH="0" baseline="0" noProof="0" err="1">
                <a:ln>
                  <a:noFill/>
                </a:ln>
                <a:solidFill>
                  <a:srgbClr val="998C85">
                    <a:lumMod val="50000"/>
                  </a:srgbClr>
                </a:solidFill>
                <a:effectLst/>
                <a:uLnTx/>
                <a:uFillTx/>
                <a:latin typeface="Calibri" pitchFamily="34" charset="0"/>
                <a:ea typeface="+mn-ea"/>
                <a:cs typeface="+mn-cs"/>
              </a:endParaRPr>
            </a:p>
          </p:txBody>
        </p:sp>
        <p:sp>
          <p:nvSpPr>
            <p:cNvPr id="51" name="Rectangle 50">
              <a:extLst>
                <a:ext uri="{FF2B5EF4-FFF2-40B4-BE49-F238E27FC236}">
                  <a16:creationId xmlns:a16="http://schemas.microsoft.com/office/drawing/2014/main" id="{64CD9215-4CB0-40A5-8C0D-0D97DD7DCA09}"/>
                </a:ext>
              </a:extLst>
            </p:cNvPr>
            <p:cNvSpPr/>
            <p:nvPr/>
          </p:nvSpPr>
          <p:spPr bwMode="auto">
            <a:xfrm>
              <a:off x="5825981" y="4482193"/>
              <a:ext cx="435119" cy="958717"/>
            </a:xfrm>
            <a:prstGeom prst="rect">
              <a:avLst/>
            </a:prstGeom>
            <a:noFill/>
            <a:ln w="9525" cap="flat" cmpd="sng" algn="ctr">
              <a:solidFill>
                <a:srgbClr val="2B143D"/>
              </a:solidFill>
              <a:prstDash val="solid"/>
              <a:miter lim="800000"/>
            </a:ln>
            <a:effectLst/>
          </p:spPr>
          <p:txBody>
            <a:bodyPr lIns="36000" tIns="36000" rIns="36000" bIns="3600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000" b="0" i="0" u="none" strike="noStrike" kern="0" cap="none" spc="0" normalizeH="0" baseline="0" noProof="0">
                <a:ln>
                  <a:noFill/>
                </a:ln>
                <a:solidFill>
                  <a:srgbClr val="998C85">
                    <a:lumMod val="50000"/>
                  </a:srgbClr>
                </a:solidFill>
                <a:effectLst/>
                <a:uLnTx/>
                <a:uFillTx/>
                <a:latin typeface="Calibri" pitchFamily="34" charset="0"/>
                <a:ea typeface="+mn-ea"/>
                <a:cs typeface="+mn-cs"/>
              </a:endParaRPr>
            </a:p>
          </p:txBody>
        </p:sp>
        <p:sp>
          <p:nvSpPr>
            <p:cNvPr id="52" name="Rectangle 51">
              <a:extLst>
                <a:ext uri="{FF2B5EF4-FFF2-40B4-BE49-F238E27FC236}">
                  <a16:creationId xmlns:a16="http://schemas.microsoft.com/office/drawing/2014/main" id="{B56FD03F-E552-4BA3-B6D0-D8807618C131}"/>
                </a:ext>
              </a:extLst>
            </p:cNvPr>
            <p:cNvSpPr/>
            <p:nvPr/>
          </p:nvSpPr>
          <p:spPr>
            <a:xfrm>
              <a:off x="5501820" y="4196510"/>
              <a:ext cx="1080288" cy="215444"/>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1" i="0" u="none" strike="noStrike" kern="0" cap="none" spc="0" normalizeH="0" baseline="0" noProof="0">
                  <a:ln>
                    <a:noFill/>
                  </a:ln>
                  <a:solidFill>
                    <a:srgbClr val="998C85">
                      <a:lumMod val="50000"/>
                    </a:srgbClr>
                  </a:solidFill>
                  <a:effectLst/>
                  <a:uLnTx/>
                  <a:uFillTx/>
                  <a:latin typeface="Ubuntu Medium"/>
                  <a:ea typeface="+mn-ea"/>
                  <a:cs typeface="+mn-cs"/>
                </a:rPr>
                <a:t>½ interface</a:t>
              </a:r>
            </a:p>
          </p:txBody>
        </p:sp>
        <p:sp>
          <p:nvSpPr>
            <p:cNvPr id="53" name="Rectangle 52">
              <a:extLst>
                <a:ext uri="{FF2B5EF4-FFF2-40B4-BE49-F238E27FC236}">
                  <a16:creationId xmlns:a16="http://schemas.microsoft.com/office/drawing/2014/main" id="{E6690E35-1681-48CC-A9CA-209A0375B3C8}"/>
                </a:ext>
              </a:extLst>
            </p:cNvPr>
            <p:cNvSpPr/>
            <p:nvPr/>
          </p:nvSpPr>
          <p:spPr bwMode="auto">
            <a:xfrm>
              <a:off x="6689581" y="4482193"/>
              <a:ext cx="435119" cy="958717"/>
            </a:xfrm>
            <a:prstGeom prst="rect">
              <a:avLst/>
            </a:prstGeom>
            <a:noFill/>
            <a:ln w="9525" cap="flat" cmpd="sng" algn="ctr">
              <a:solidFill>
                <a:srgbClr val="2B143D"/>
              </a:solidFill>
              <a:prstDash val="solid"/>
              <a:miter lim="800000"/>
            </a:ln>
            <a:effectLst/>
          </p:spPr>
          <p:txBody>
            <a:bodyPr lIns="36000" tIns="36000" rIns="36000" bIns="3600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000" b="0" i="0" u="none" strike="noStrike" kern="0" cap="none" spc="0" normalizeH="0" baseline="0" noProof="0">
                <a:ln>
                  <a:noFill/>
                </a:ln>
                <a:solidFill>
                  <a:srgbClr val="998C85">
                    <a:lumMod val="50000"/>
                  </a:srgbClr>
                </a:solidFill>
                <a:effectLst/>
                <a:uLnTx/>
                <a:uFillTx/>
                <a:latin typeface="Calibri" pitchFamily="34" charset="0"/>
                <a:ea typeface="+mn-ea"/>
                <a:cs typeface="+mn-cs"/>
              </a:endParaRPr>
            </a:p>
          </p:txBody>
        </p:sp>
        <p:sp>
          <p:nvSpPr>
            <p:cNvPr id="54" name="Rectangle 53">
              <a:extLst>
                <a:ext uri="{FF2B5EF4-FFF2-40B4-BE49-F238E27FC236}">
                  <a16:creationId xmlns:a16="http://schemas.microsoft.com/office/drawing/2014/main" id="{5A903C5B-3928-421B-A7CF-82A68171F5D8}"/>
                </a:ext>
              </a:extLst>
            </p:cNvPr>
            <p:cNvSpPr/>
            <p:nvPr/>
          </p:nvSpPr>
          <p:spPr>
            <a:xfrm>
              <a:off x="6406757" y="4196510"/>
              <a:ext cx="1080288" cy="215444"/>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800" b="1" i="0" u="none" strike="noStrike" kern="0" cap="none" spc="0" normalizeH="0" baseline="0" noProof="0">
                  <a:ln>
                    <a:noFill/>
                  </a:ln>
                  <a:solidFill>
                    <a:srgbClr val="998C85">
                      <a:lumMod val="50000"/>
                    </a:srgbClr>
                  </a:solidFill>
                  <a:effectLst/>
                  <a:uLnTx/>
                  <a:uFillTx/>
                  <a:latin typeface="Ubuntu Medium"/>
                  <a:ea typeface="+mn-ea"/>
                  <a:cs typeface="+mn-cs"/>
                </a:rPr>
                <a:t>½ interface</a:t>
              </a:r>
            </a:p>
          </p:txBody>
        </p:sp>
        <p:cxnSp>
          <p:nvCxnSpPr>
            <p:cNvPr id="55" name="Connecteur droit avec flèche 54">
              <a:extLst>
                <a:ext uri="{FF2B5EF4-FFF2-40B4-BE49-F238E27FC236}">
                  <a16:creationId xmlns:a16="http://schemas.microsoft.com/office/drawing/2014/main" id="{432785AD-7752-41F4-9AE0-2DB551792B14}"/>
                </a:ext>
              </a:extLst>
            </p:cNvPr>
            <p:cNvCxnSpPr>
              <a:stCxn id="50" idx="3"/>
              <a:endCxn id="49" idx="1"/>
            </p:cNvCxnSpPr>
            <p:nvPr/>
          </p:nvCxnSpPr>
          <p:spPr>
            <a:xfrm>
              <a:off x="6047579" y="4961551"/>
              <a:ext cx="835956" cy="0"/>
            </a:xfrm>
            <a:prstGeom prst="straightConnector1">
              <a:avLst/>
            </a:prstGeom>
            <a:noFill/>
            <a:ln w="19050" cap="flat" cmpd="sng" algn="ctr">
              <a:solidFill>
                <a:sysClr val="windowText" lastClr="000000"/>
              </a:solidFill>
              <a:prstDash val="solid"/>
              <a:miter lim="800000"/>
              <a:headEnd type="arrow"/>
              <a:tailEnd type="arrow"/>
            </a:ln>
            <a:effectLst/>
          </p:spPr>
        </p:cxnSp>
      </p:grpSp>
      <p:grpSp>
        <p:nvGrpSpPr>
          <p:cNvPr id="56" name="Groupe 55">
            <a:extLst>
              <a:ext uri="{FF2B5EF4-FFF2-40B4-BE49-F238E27FC236}">
                <a16:creationId xmlns:a16="http://schemas.microsoft.com/office/drawing/2014/main" id="{8C906CE4-E1E2-4537-9927-D187867B6371}"/>
              </a:ext>
            </a:extLst>
          </p:cNvPr>
          <p:cNvGrpSpPr/>
          <p:nvPr/>
        </p:nvGrpSpPr>
        <p:grpSpPr>
          <a:xfrm>
            <a:off x="8279204" y="4348908"/>
            <a:ext cx="3279874" cy="1868577"/>
            <a:chOff x="7429940" y="4459321"/>
            <a:chExt cx="2817673" cy="1358063"/>
          </a:xfrm>
        </p:grpSpPr>
        <p:sp>
          <p:nvSpPr>
            <p:cNvPr id="57" name="Freeform 6">
              <a:extLst>
                <a:ext uri="{FF2B5EF4-FFF2-40B4-BE49-F238E27FC236}">
                  <a16:creationId xmlns:a16="http://schemas.microsoft.com/office/drawing/2014/main" id="{F1C679BB-5888-4595-A93C-F5D4FB44E21F}"/>
                </a:ext>
              </a:extLst>
            </p:cNvPr>
            <p:cNvSpPr>
              <a:spLocks/>
            </p:cNvSpPr>
            <p:nvPr/>
          </p:nvSpPr>
          <p:spPr bwMode="auto">
            <a:xfrm>
              <a:off x="7656318" y="4561076"/>
              <a:ext cx="2237879" cy="1256308"/>
            </a:xfrm>
            <a:custGeom>
              <a:avLst/>
              <a:gdLst>
                <a:gd name="T0" fmla="*/ 0 w 1735"/>
                <a:gd name="T1" fmla="*/ 23 h 974"/>
                <a:gd name="T2" fmla="*/ 265 w 1735"/>
                <a:gd name="T3" fmla="*/ 23 h 974"/>
                <a:gd name="T4" fmla="*/ 780 w 1735"/>
                <a:gd name="T5" fmla="*/ 827 h 974"/>
                <a:gd name="T6" fmla="*/ 951 w 1735"/>
                <a:gd name="T7" fmla="*/ 831 h 974"/>
                <a:gd name="T8" fmla="*/ 1485 w 1735"/>
                <a:gd name="T9" fmla="*/ 0 h 974"/>
                <a:gd name="T10" fmla="*/ 1735 w 1735"/>
                <a:gd name="T11" fmla="*/ 0 h 974"/>
                <a:gd name="T12" fmla="*/ 1125 w 1735"/>
                <a:gd name="T13" fmla="*/ 974 h 974"/>
                <a:gd name="T14" fmla="*/ 624 w 1735"/>
                <a:gd name="T15" fmla="*/ 974 h 974"/>
                <a:gd name="T16" fmla="*/ 0 w 1735"/>
                <a:gd name="T17" fmla="*/ 23 h 9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35" h="974">
                  <a:moveTo>
                    <a:pt x="0" y="23"/>
                  </a:moveTo>
                  <a:lnTo>
                    <a:pt x="265" y="23"/>
                  </a:lnTo>
                  <a:lnTo>
                    <a:pt x="780" y="827"/>
                  </a:lnTo>
                  <a:lnTo>
                    <a:pt x="951" y="831"/>
                  </a:lnTo>
                  <a:lnTo>
                    <a:pt x="1485" y="0"/>
                  </a:lnTo>
                  <a:lnTo>
                    <a:pt x="1735" y="0"/>
                  </a:lnTo>
                  <a:lnTo>
                    <a:pt x="1125" y="974"/>
                  </a:lnTo>
                  <a:lnTo>
                    <a:pt x="624" y="974"/>
                  </a:lnTo>
                  <a:lnTo>
                    <a:pt x="0" y="23"/>
                  </a:lnTo>
                  <a:close/>
                </a:path>
              </a:pathLst>
            </a:custGeom>
            <a:solidFill>
              <a:schemeClr val="accent1">
                <a:lumMod val="75000"/>
              </a:schemeClr>
            </a:solidFill>
            <a:ln>
              <a:noFill/>
            </a:ln>
          </p:spPr>
          <p:txBody>
            <a:bodyPr vert="horz" wrap="square" lIns="45720" tIns="45720" rIns="4572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0070AD"/>
                </a:solidFill>
                <a:effectLst/>
                <a:uLnTx/>
                <a:uFillTx/>
                <a:latin typeface="Ubuntu"/>
                <a:ea typeface="+mn-ea"/>
                <a:cs typeface="+mn-cs"/>
              </a:endParaRPr>
            </a:p>
          </p:txBody>
        </p:sp>
        <p:sp>
          <p:nvSpPr>
            <p:cNvPr id="58" name="Rectangle 8">
              <a:extLst>
                <a:ext uri="{FF2B5EF4-FFF2-40B4-BE49-F238E27FC236}">
                  <a16:creationId xmlns:a16="http://schemas.microsoft.com/office/drawing/2014/main" id="{8870572F-088F-4B30-9AF6-E5B6C5C4A2C2}"/>
                </a:ext>
              </a:extLst>
            </p:cNvPr>
            <p:cNvSpPr>
              <a:spLocks noChangeArrowheads="1"/>
            </p:cNvSpPr>
            <p:nvPr/>
          </p:nvSpPr>
          <p:spPr bwMode="auto">
            <a:xfrm>
              <a:off x="7430594" y="4459322"/>
              <a:ext cx="820341" cy="15607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4572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700" b="1" i="0" u="none" strike="noStrike" kern="1200" cap="none" spc="0" normalizeH="0" baseline="0" noProof="0">
                  <a:ln>
                    <a:noFill/>
                  </a:ln>
                  <a:solidFill>
                    <a:srgbClr val="0070AD"/>
                  </a:solidFill>
                  <a:effectLst/>
                  <a:uLnTx/>
                  <a:uFillTx/>
                  <a:latin typeface="Ubuntu"/>
                  <a:ea typeface="+mn-ea"/>
                  <a:cs typeface="+mn-cs"/>
                </a:rPr>
                <a:t>Requirements analysis</a:t>
              </a:r>
            </a:p>
          </p:txBody>
        </p:sp>
        <p:sp>
          <p:nvSpPr>
            <p:cNvPr id="59" name="Rectangle 9">
              <a:extLst>
                <a:ext uri="{FF2B5EF4-FFF2-40B4-BE49-F238E27FC236}">
                  <a16:creationId xmlns:a16="http://schemas.microsoft.com/office/drawing/2014/main" id="{A60078FE-A690-4FB5-B99E-826DA39C6708}"/>
                </a:ext>
              </a:extLst>
            </p:cNvPr>
            <p:cNvSpPr>
              <a:spLocks noChangeArrowheads="1"/>
            </p:cNvSpPr>
            <p:nvPr/>
          </p:nvSpPr>
          <p:spPr bwMode="auto">
            <a:xfrm>
              <a:off x="7430594" y="4459321"/>
              <a:ext cx="820341" cy="156072"/>
            </a:xfrm>
            <a:prstGeom prst="rect">
              <a:avLst/>
            </a:prstGeom>
            <a:noFill/>
            <a:ln w="9525" cap="flat">
              <a:solidFill>
                <a:srgbClr val="0098C8"/>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45720" rIns="4572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0070AD"/>
                </a:solidFill>
                <a:effectLst/>
                <a:uLnTx/>
                <a:uFillTx/>
                <a:latin typeface="Ubuntu"/>
                <a:ea typeface="+mn-ea"/>
                <a:cs typeface="+mn-cs"/>
              </a:endParaRPr>
            </a:p>
          </p:txBody>
        </p:sp>
        <p:sp>
          <p:nvSpPr>
            <p:cNvPr id="60" name="Rectangle 11">
              <a:extLst>
                <a:ext uri="{FF2B5EF4-FFF2-40B4-BE49-F238E27FC236}">
                  <a16:creationId xmlns:a16="http://schemas.microsoft.com/office/drawing/2014/main" id="{45BAA024-E583-40E4-9FDA-DBEC91916865}"/>
                </a:ext>
              </a:extLst>
            </p:cNvPr>
            <p:cNvSpPr>
              <a:spLocks noChangeArrowheads="1"/>
            </p:cNvSpPr>
            <p:nvPr/>
          </p:nvSpPr>
          <p:spPr bwMode="auto">
            <a:xfrm>
              <a:off x="9428562" y="4459321"/>
              <a:ext cx="819051" cy="15607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4572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700" b="1" i="0" u="none" strike="noStrike" kern="1200" cap="none" spc="0" normalizeH="0" baseline="0" noProof="0">
                  <a:ln>
                    <a:noFill/>
                  </a:ln>
                  <a:solidFill>
                    <a:srgbClr val="0070AD"/>
                  </a:solidFill>
                  <a:effectLst/>
                  <a:uLnTx/>
                  <a:uFillTx/>
                  <a:latin typeface="Ubuntu"/>
                  <a:ea typeface="+mn-ea"/>
                  <a:cs typeface="+mn-cs"/>
                </a:rPr>
                <a:t>Maintenance</a:t>
              </a:r>
            </a:p>
          </p:txBody>
        </p:sp>
        <p:sp>
          <p:nvSpPr>
            <p:cNvPr id="61" name="Rectangle 12">
              <a:extLst>
                <a:ext uri="{FF2B5EF4-FFF2-40B4-BE49-F238E27FC236}">
                  <a16:creationId xmlns:a16="http://schemas.microsoft.com/office/drawing/2014/main" id="{C785ACAF-34E0-41A5-B1B4-C5084ED6FB8F}"/>
                </a:ext>
              </a:extLst>
            </p:cNvPr>
            <p:cNvSpPr>
              <a:spLocks noChangeArrowheads="1"/>
            </p:cNvSpPr>
            <p:nvPr/>
          </p:nvSpPr>
          <p:spPr bwMode="auto">
            <a:xfrm>
              <a:off x="9428562" y="4459321"/>
              <a:ext cx="819051" cy="156072"/>
            </a:xfrm>
            <a:prstGeom prst="rect">
              <a:avLst/>
            </a:prstGeom>
            <a:noFill/>
            <a:ln w="9525" cap="flat">
              <a:solidFill>
                <a:srgbClr val="0098C8"/>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45720" rIns="4572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0070AD"/>
                </a:solidFill>
                <a:effectLst/>
                <a:uLnTx/>
                <a:uFillTx/>
                <a:latin typeface="Ubuntu"/>
                <a:ea typeface="+mn-ea"/>
                <a:cs typeface="+mn-cs"/>
              </a:endParaRPr>
            </a:p>
          </p:txBody>
        </p:sp>
        <p:sp>
          <p:nvSpPr>
            <p:cNvPr id="62" name="Rectangle 14">
              <a:extLst>
                <a:ext uri="{FF2B5EF4-FFF2-40B4-BE49-F238E27FC236}">
                  <a16:creationId xmlns:a16="http://schemas.microsoft.com/office/drawing/2014/main" id="{7220357D-2718-4628-8E44-E80610C7A3CB}"/>
                </a:ext>
              </a:extLst>
            </p:cNvPr>
            <p:cNvSpPr>
              <a:spLocks noChangeArrowheads="1"/>
            </p:cNvSpPr>
            <p:nvPr/>
          </p:nvSpPr>
          <p:spPr bwMode="auto">
            <a:xfrm>
              <a:off x="7501463" y="4731479"/>
              <a:ext cx="790166" cy="1547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4572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700" b="1" i="0" u="none" strike="noStrike" kern="1200" cap="none" spc="0" normalizeH="0" baseline="0" noProof="0">
                  <a:ln>
                    <a:noFill/>
                  </a:ln>
                  <a:solidFill>
                    <a:srgbClr val="0070AD"/>
                  </a:solidFill>
                  <a:effectLst/>
                  <a:uLnTx/>
                  <a:uFillTx/>
                  <a:latin typeface="Ubuntu"/>
                  <a:ea typeface="+mn-ea"/>
                  <a:cs typeface="+mn-cs"/>
                </a:rPr>
                <a:t>Requirements specifications</a:t>
              </a:r>
            </a:p>
          </p:txBody>
        </p:sp>
        <p:sp>
          <p:nvSpPr>
            <p:cNvPr id="63" name="Rectangle 15">
              <a:extLst>
                <a:ext uri="{FF2B5EF4-FFF2-40B4-BE49-F238E27FC236}">
                  <a16:creationId xmlns:a16="http://schemas.microsoft.com/office/drawing/2014/main" id="{E93CF50B-4181-40BD-80E7-18431ED09E6D}"/>
                </a:ext>
              </a:extLst>
            </p:cNvPr>
            <p:cNvSpPr>
              <a:spLocks noChangeArrowheads="1"/>
            </p:cNvSpPr>
            <p:nvPr/>
          </p:nvSpPr>
          <p:spPr bwMode="auto">
            <a:xfrm>
              <a:off x="7429940" y="4731479"/>
              <a:ext cx="933211" cy="154781"/>
            </a:xfrm>
            <a:prstGeom prst="rect">
              <a:avLst/>
            </a:prstGeom>
            <a:noFill/>
            <a:ln w="9525" cap="flat">
              <a:solidFill>
                <a:srgbClr val="DC717B"/>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45720" rIns="4572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0070AD"/>
                </a:solidFill>
                <a:effectLst/>
                <a:uLnTx/>
                <a:uFillTx/>
                <a:latin typeface="Ubuntu"/>
                <a:ea typeface="+mn-ea"/>
                <a:cs typeface="+mn-cs"/>
              </a:endParaRPr>
            </a:p>
          </p:txBody>
        </p:sp>
        <p:sp>
          <p:nvSpPr>
            <p:cNvPr id="64" name="Rectangle 17">
              <a:extLst>
                <a:ext uri="{FF2B5EF4-FFF2-40B4-BE49-F238E27FC236}">
                  <a16:creationId xmlns:a16="http://schemas.microsoft.com/office/drawing/2014/main" id="{71395A2F-3C1B-44E8-B830-F5736B001A24}"/>
                </a:ext>
              </a:extLst>
            </p:cNvPr>
            <p:cNvSpPr>
              <a:spLocks noChangeArrowheads="1"/>
            </p:cNvSpPr>
            <p:nvPr/>
          </p:nvSpPr>
          <p:spPr bwMode="auto">
            <a:xfrm>
              <a:off x="9249274" y="4731479"/>
              <a:ext cx="819051" cy="1547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4572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700" b="1" i="0" u="none" strike="noStrike" kern="1200" cap="none" spc="0" normalizeH="0" baseline="0" noProof="0">
                  <a:ln>
                    <a:noFill/>
                  </a:ln>
                  <a:solidFill>
                    <a:srgbClr val="0070AD"/>
                  </a:solidFill>
                  <a:effectLst/>
                  <a:uLnTx/>
                  <a:uFillTx/>
                  <a:latin typeface="Ubuntu"/>
                  <a:ea typeface="+mn-ea"/>
                  <a:cs typeface="+mn-cs"/>
                </a:rPr>
                <a:t>Validation tests</a:t>
              </a:r>
            </a:p>
          </p:txBody>
        </p:sp>
        <p:sp>
          <p:nvSpPr>
            <p:cNvPr id="65" name="Rectangle 18">
              <a:extLst>
                <a:ext uri="{FF2B5EF4-FFF2-40B4-BE49-F238E27FC236}">
                  <a16:creationId xmlns:a16="http://schemas.microsoft.com/office/drawing/2014/main" id="{194FD738-441D-44DA-95FC-58AFE8BF375A}"/>
                </a:ext>
              </a:extLst>
            </p:cNvPr>
            <p:cNvSpPr>
              <a:spLocks noChangeArrowheads="1"/>
            </p:cNvSpPr>
            <p:nvPr/>
          </p:nvSpPr>
          <p:spPr bwMode="auto">
            <a:xfrm>
              <a:off x="9249274" y="4731479"/>
              <a:ext cx="819051" cy="154781"/>
            </a:xfrm>
            <a:prstGeom prst="rect">
              <a:avLst/>
            </a:prstGeom>
            <a:noFill/>
            <a:ln w="9525" cap="flat">
              <a:solidFill>
                <a:srgbClr val="DC717B"/>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45720" rIns="4572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0070AD"/>
                </a:solidFill>
                <a:effectLst/>
                <a:uLnTx/>
                <a:uFillTx/>
                <a:latin typeface="Ubuntu"/>
                <a:ea typeface="+mn-ea"/>
                <a:cs typeface="+mn-cs"/>
              </a:endParaRPr>
            </a:p>
          </p:txBody>
        </p:sp>
        <p:sp>
          <p:nvSpPr>
            <p:cNvPr id="66" name="Rectangle 20">
              <a:extLst>
                <a:ext uri="{FF2B5EF4-FFF2-40B4-BE49-F238E27FC236}">
                  <a16:creationId xmlns:a16="http://schemas.microsoft.com/office/drawing/2014/main" id="{7729AEA5-7F91-48DB-99E0-1AD3A4B466E8}"/>
                </a:ext>
              </a:extLst>
            </p:cNvPr>
            <p:cNvSpPr>
              <a:spLocks noChangeArrowheads="1"/>
            </p:cNvSpPr>
            <p:nvPr/>
          </p:nvSpPr>
          <p:spPr bwMode="auto">
            <a:xfrm>
              <a:off x="9084174" y="5021693"/>
              <a:ext cx="819051" cy="15607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4572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700" b="1" i="0" u="none" strike="noStrike" kern="1200" cap="none" spc="0" normalizeH="0" baseline="0" noProof="0">
                  <a:ln>
                    <a:noFill/>
                  </a:ln>
                  <a:solidFill>
                    <a:srgbClr val="0070AD"/>
                  </a:solidFill>
                  <a:effectLst/>
                  <a:uLnTx/>
                  <a:uFillTx/>
                  <a:latin typeface="Ubuntu"/>
                  <a:ea typeface="+mn-ea"/>
                  <a:cs typeface="+mn-cs"/>
                </a:rPr>
                <a:t>Integration tests</a:t>
              </a:r>
            </a:p>
          </p:txBody>
        </p:sp>
        <p:sp>
          <p:nvSpPr>
            <p:cNvPr id="67" name="Rectangle 21">
              <a:extLst>
                <a:ext uri="{FF2B5EF4-FFF2-40B4-BE49-F238E27FC236}">
                  <a16:creationId xmlns:a16="http://schemas.microsoft.com/office/drawing/2014/main" id="{19216CD2-3953-45E0-BCB8-2ED1C56A7DC3}"/>
                </a:ext>
              </a:extLst>
            </p:cNvPr>
            <p:cNvSpPr>
              <a:spLocks noChangeArrowheads="1"/>
            </p:cNvSpPr>
            <p:nvPr/>
          </p:nvSpPr>
          <p:spPr bwMode="auto">
            <a:xfrm>
              <a:off x="9084174" y="5021693"/>
              <a:ext cx="819051" cy="156072"/>
            </a:xfrm>
            <a:prstGeom prst="rect">
              <a:avLst/>
            </a:prstGeom>
            <a:noFill/>
            <a:ln w="9525" cap="flat">
              <a:solidFill>
                <a:srgbClr val="8B911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45720" rIns="4572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0070AD"/>
                </a:solidFill>
                <a:effectLst/>
                <a:uLnTx/>
                <a:uFillTx/>
                <a:latin typeface="Ubuntu"/>
                <a:ea typeface="+mn-ea"/>
                <a:cs typeface="+mn-cs"/>
              </a:endParaRPr>
            </a:p>
          </p:txBody>
        </p:sp>
        <p:sp>
          <p:nvSpPr>
            <p:cNvPr id="68" name="Rectangle 23">
              <a:extLst>
                <a:ext uri="{FF2B5EF4-FFF2-40B4-BE49-F238E27FC236}">
                  <a16:creationId xmlns:a16="http://schemas.microsoft.com/office/drawing/2014/main" id="{2AAFA86A-DB9B-4AF6-BF6A-76393ED0C153}"/>
                </a:ext>
              </a:extLst>
            </p:cNvPr>
            <p:cNvSpPr>
              <a:spLocks noChangeArrowheads="1"/>
            </p:cNvSpPr>
            <p:nvPr/>
          </p:nvSpPr>
          <p:spPr bwMode="auto">
            <a:xfrm>
              <a:off x="7542046" y="5021693"/>
              <a:ext cx="1058436" cy="15607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4572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700" b="1" i="0" u="none" strike="noStrike" kern="1200" cap="none" spc="0" normalizeH="0" baseline="0" noProof="0">
                  <a:ln>
                    <a:noFill/>
                  </a:ln>
                  <a:solidFill>
                    <a:srgbClr val="0070AD"/>
                  </a:solidFill>
                  <a:effectLst/>
                  <a:uLnTx/>
                  <a:uFillTx/>
                  <a:latin typeface="Ubuntu"/>
                  <a:ea typeface="+mn-ea"/>
                  <a:cs typeface="+mn-cs"/>
                </a:rPr>
                <a:t>System Architecture</a:t>
              </a:r>
            </a:p>
          </p:txBody>
        </p:sp>
        <p:sp>
          <p:nvSpPr>
            <p:cNvPr id="69" name="Rectangle 24">
              <a:extLst>
                <a:ext uri="{FF2B5EF4-FFF2-40B4-BE49-F238E27FC236}">
                  <a16:creationId xmlns:a16="http://schemas.microsoft.com/office/drawing/2014/main" id="{56B2DF7A-5D93-4321-933B-DDAC07C18197}"/>
                </a:ext>
              </a:extLst>
            </p:cNvPr>
            <p:cNvSpPr>
              <a:spLocks noChangeArrowheads="1"/>
            </p:cNvSpPr>
            <p:nvPr/>
          </p:nvSpPr>
          <p:spPr bwMode="auto">
            <a:xfrm>
              <a:off x="7429940" y="5021693"/>
              <a:ext cx="1170543" cy="156072"/>
            </a:xfrm>
            <a:prstGeom prst="rect">
              <a:avLst/>
            </a:prstGeom>
            <a:noFill/>
            <a:ln w="9525" cap="flat">
              <a:solidFill>
                <a:srgbClr val="8B9111"/>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45720" rIns="4572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0070AD"/>
                </a:solidFill>
                <a:effectLst/>
                <a:uLnTx/>
                <a:uFillTx/>
                <a:latin typeface="Ubuntu"/>
                <a:ea typeface="+mn-ea"/>
                <a:cs typeface="+mn-cs"/>
              </a:endParaRPr>
            </a:p>
          </p:txBody>
        </p:sp>
        <p:sp>
          <p:nvSpPr>
            <p:cNvPr id="70" name="Rectangle 26">
              <a:extLst>
                <a:ext uri="{FF2B5EF4-FFF2-40B4-BE49-F238E27FC236}">
                  <a16:creationId xmlns:a16="http://schemas.microsoft.com/office/drawing/2014/main" id="{B4E6EE96-2DC2-4B15-AEE3-5D9F5249A0C9}"/>
                </a:ext>
              </a:extLst>
            </p:cNvPr>
            <p:cNvSpPr>
              <a:spLocks noChangeArrowheads="1"/>
            </p:cNvSpPr>
            <p:nvPr/>
          </p:nvSpPr>
          <p:spPr bwMode="auto">
            <a:xfrm>
              <a:off x="7889777" y="5306966"/>
              <a:ext cx="820342" cy="1547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4572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700" b="1" i="0" u="none" strike="noStrike" kern="1200" cap="none" spc="0" normalizeH="0" baseline="0" noProof="0">
                  <a:ln>
                    <a:noFill/>
                  </a:ln>
                  <a:solidFill>
                    <a:srgbClr val="0070AD"/>
                  </a:solidFill>
                  <a:effectLst/>
                  <a:uLnTx/>
                  <a:uFillTx/>
                  <a:latin typeface="Ubuntu"/>
                  <a:ea typeface="+mn-ea"/>
                  <a:cs typeface="+mn-cs"/>
                </a:rPr>
                <a:t>Detailed Design</a:t>
              </a:r>
            </a:p>
          </p:txBody>
        </p:sp>
        <p:sp>
          <p:nvSpPr>
            <p:cNvPr id="71" name="Rectangle 27">
              <a:extLst>
                <a:ext uri="{FF2B5EF4-FFF2-40B4-BE49-F238E27FC236}">
                  <a16:creationId xmlns:a16="http://schemas.microsoft.com/office/drawing/2014/main" id="{15B9D910-5BFB-44B1-A648-2E0D0895FFC6}"/>
                </a:ext>
              </a:extLst>
            </p:cNvPr>
            <p:cNvSpPr>
              <a:spLocks noChangeArrowheads="1"/>
            </p:cNvSpPr>
            <p:nvPr/>
          </p:nvSpPr>
          <p:spPr bwMode="auto">
            <a:xfrm>
              <a:off x="7891070" y="5306966"/>
              <a:ext cx="819051" cy="154781"/>
            </a:xfrm>
            <a:prstGeom prst="rect">
              <a:avLst/>
            </a:prstGeom>
            <a:noFill/>
            <a:ln w="9525" cap="flat">
              <a:solidFill>
                <a:srgbClr val="B481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45720" rIns="4572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0070AD"/>
                </a:solidFill>
                <a:effectLst/>
                <a:uLnTx/>
                <a:uFillTx/>
                <a:latin typeface="Ubuntu"/>
                <a:ea typeface="+mn-ea"/>
                <a:cs typeface="+mn-cs"/>
              </a:endParaRPr>
            </a:p>
          </p:txBody>
        </p:sp>
        <p:sp>
          <p:nvSpPr>
            <p:cNvPr id="72" name="Rectangle 28">
              <a:extLst>
                <a:ext uri="{FF2B5EF4-FFF2-40B4-BE49-F238E27FC236}">
                  <a16:creationId xmlns:a16="http://schemas.microsoft.com/office/drawing/2014/main" id="{FE0CE24C-C36A-467D-B0B1-F0046BB7F926}"/>
                </a:ext>
              </a:extLst>
            </p:cNvPr>
            <p:cNvSpPr>
              <a:spLocks noChangeArrowheads="1"/>
            </p:cNvSpPr>
            <p:nvPr/>
          </p:nvSpPr>
          <p:spPr bwMode="auto">
            <a:xfrm>
              <a:off x="8001995" y="5337704"/>
              <a:ext cx="66268" cy="234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45720" tIns="45720" rIns="45720" bIns="4572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742950" rtl="0" eaLnBrk="0" fontAlgn="base" latinLnBrk="0" hangingPunct="0">
                <a:lnSpc>
                  <a:spcPct val="100000"/>
                </a:lnSpc>
                <a:spcBef>
                  <a:spcPct val="0"/>
                </a:spcBef>
                <a:spcAft>
                  <a:spcPct val="0"/>
                </a:spcAft>
                <a:buClrTx/>
                <a:buSzTx/>
                <a:buFontTx/>
                <a:buNone/>
                <a:tabLst/>
                <a:defRPr/>
              </a:pPr>
              <a:endParaRPr kumimoji="0" lang="fr-FR" altLang="fr-FR" sz="1600" b="1" i="0" u="none" strike="noStrike" kern="1200" cap="none" spc="0" normalizeH="0" baseline="0" noProof="0">
                <a:ln>
                  <a:noFill/>
                </a:ln>
                <a:solidFill>
                  <a:srgbClr val="0070AD"/>
                </a:solidFill>
                <a:effectLst/>
                <a:uLnTx/>
                <a:uFillTx/>
                <a:latin typeface="Ubuntu"/>
                <a:ea typeface="+mn-ea"/>
                <a:cs typeface="+mn-cs"/>
              </a:endParaRPr>
            </a:p>
          </p:txBody>
        </p:sp>
        <p:sp>
          <p:nvSpPr>
            <p:cNvPr id="73" name="Rectangle 29">
              <a:extLst>
                <a:ext uri="{FF2B5EF4-FFF2-40B4-BE49-F238E27FC236}">
                  <a16:creationId xmlns:a16="http://schemas.microsoft.com/office/drawing/2014/main" id="{68A22114-6F46-4C16-8C1D-E7ABF211DF8A}"/>
                </a:ext>
              </a:extLst>
            </p:cNvPr>
            <p:cNvSpPr>
              <a:spLocks noChangeArrowheads="1"/>
            </p:cNvSpPr>
            <p:nvPr/>
          </p:nvSpPr>
          <p:spPr bwMode="auto">
            <a:xfrm>
              <a:off x="8942291" y="5305460"/>
              <a:ext cx="819051" cy="154781"/>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45720" bIns="45720" numCol="1" anchor="t"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700" b="1" i="0" u="none" strike="noStrike" kern="1200" cap="none" spc="0" normalizeH="0" baseline="0" noProof="0">
                  <a:ln>
                    <a:noFill/>
                  </a:ln>
                  <a:solidFill>
                    <a:srgbClr val="0070AD"/>
                  </a:solidFill>
                  <a:effectLst/>
                  <a:uLnTx/>
                  <a:uFillTx/>
                  <a:latin typeface="Ubuntu"/>
                  <a:ea typeface="+mn-ea"/>
                  <a:cs typeface="+mn-cs"/>
                </a:rPr>
                <a:t>Unit tests</a:t>
              </a:r>
            </a:p>
          </p:txBody>
        </p:sp>
        <p:sp>
          <p:nvSpPr>
            <p:cNvPr id="74" name="Rectangle 30">
              <a:extLst>
                <a:ext uri="{FF2B5EF4-FFF2-40B4-BE49-F238E27FC236}">
                  <a16:creationId xmlns:a16="http://schemas.microsoft.com/office/drawing/2014/main" id="{50A4C893-6DDC-4F38-AF37-ED545428D548}"/>
                </a:ext>
              </a:extLst>
            </p:cNvPr>
            <p:cNvSpPr>
              <a:spLocks noChangeArrowheads="1"/>
            </p:cNvSpPr>
            <p:nvPr/>
          </p:nvSpPr>
          <p:spPr bwMode="auto">
            <a:xfrm>
              <a:off x="8942291" y="5305460"/>
              <a:ext cx="819051" cy="154781"/>
            </a:xfrm>
            <a:prstGeom prst="rect">
              <a:avLst/>
            </a:prstGeom>
            <a:noFill/>
            <a:ln w="9525" cap="flat">
              <a:solidFill>
                <a:srgbClr val="B48100"/>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45720" rIns="4572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0070AD"/>
                </a:solidFill>
                <a:effectLst/>
                <a:uLnTx/>
                <a:uFillTx/>
                <a:latin typeface="Ubuntu"/>
                <a:ea typeface="+mn-ea"/>
                <a:cs typeface="+mn-cs"/>
              </a:endParaRPr>
            </a:p>
          </p:txBody>
        </p:sp>
        <p:sp>
          <p:nvSpPr>
            <p:cNvPr id="75" name="Rectangle 74">
              <a:extLst>
                <a:ext uri="{FF2B5EF4-FFF2-40B4-BE49-F238E27FC236}">
                  <a16:creationId xmlns:a16="http://schemas.microsoft.com/office/drawing/2014/main" id="{9B4E1110-4181-4C6B-BAF3-0F577F80A820}"/>
                </a:ext>
              </a:extLst>
            </p:cNvPr>
            <p:cNvSpPr>
              <a:spLocks noChangeArrowheads="1"/>
            </p:cNvSpPr>
            <p:nvPr/>
          </p:nvSpPr>
          <p:spPr bwMode="auto">
            <a:xfrm>
              <a:off x="8297368" y="5587935"/>
              <a:ext cx="978992" cy="18831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45720" tIns="45720" rIns="4572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700" b="1" i="0" u="none" strike="noStrike" kern="1200" cap="none" spc="0" normalizeH="0" baseline="0" noProof="0">
                  <a:ln>
                    <a:noFill/>
                  </a:ln>
                  <a:solidFill>
                    <a:srgbClr val="0070AD"/>
                  </a:solidFill>
                  <a:effectLst/>
                  <a:uLnTx/>
                  <a:uFillTx/>
                  <a:latin typeface="Ubuntu"/>
                  <a:ea typeface="+mn-ea"/>
                  <a:cs typeface="+mn-cs"/>
                </a:rPr>
                <a:t>Realization</a:t>
              </a:r>
            </a:p>
          </p:txBody>
        </p:sp>
        <p:sp>
          <p:nvSpPr>
            <p:cNvPr id="76" name="Rectangle 75">
              <a:extLst>
                <a:ext uri="{FF2B5EF4-FFF2-40B4-BE49-F238E27FC236}">
                  <a16:creationId xmlns:a16="http://schemas.microsoft.com/office/drawing/2014/main" id="{13B073D0-49D4-4DD3-A007-FD2C35241A80}"/>
                </a:ext>
              </a:extLst>
            </p:cNvPr>
            <p:cNvSpPr>
              <a:spLocks noChangeArrowheads="1"/>
            </p:cNvSpPr>
            <p:nvPr/>
          </p:nvSpPr>
          <p:spPr bwMode="auto">
            <a:xfrm>
              <a:off x="8297368" y="5587935"/>
              <a:ext cx="978992" cy="188317"/>
            </a:xfrm>
            <a:prstGeom prst="rect">
              <a:avLst/>
            </a:prstGeom>
            <a:noFill/>
            <a:ln w="9525" cap="flat">
              <a:solidFill>
                <a:srgbClr val="6D83AF"/>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45720" tIns="45720" rIns="4572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0070AD"/>
                </a:solidFill>
                <a:effectLst/>
                <a:uLnTx/>
                <a:uFillTx/>
                <a:latin typeface="Ubuntu"/>
                <a:ea typeface="+mn-ea"/>
                <a:cs typeface="+mn-cs"/>
              </a:endParaRPr>
            </a:p>
          </p:txBody>
        </p:sp>
        <p:sp>
          <p:nvSpPr>
            <p:cNvPr id="77" name="Freeform 35">
              <a:extLst>
                <a:ext uri="{FF2B5EF4-FFF2-40B4-BE49-F238E27FC236}">
                  <a16:creationId xmlns:a16="http://schemas.microsoft.com/office/drawing/2014/main" id="{D9D809BC-E11A-4284-A5E3-789307D1CF86}"/>
                </a:ext>
              </a:extLst>
            </p:cNvPr>
            <p:cNvSpPr>
              <a:spLocks noEditPoints="1"/>
            </p:cNvSpPr>
            <p:nvPr/>
          </p:nvSpPr>
          <p:spPr bwMode="auto">
            <a:xfrm>
              <a:off x="8377339" y="4792101"/>
              <a:ext cx="851297" cy="49014"/>
            </a:xfrm>
            <a:custGeom>
              <a:avLst/>
              <a:gdLst>
                <a:gd name="T0" fmla="*/ 41 w 660"/>
                <a:gd name="T1" fmla="*/ 17 h 38"/>
                <a:gd name="T2" fmla="*/ 54 w 660"/>
                <a:gd name="T3" fmla="*/ 17 h 38"/>
                <a:gd name="T4" fmla="*/ 63 w 660"/>
                <a:gd name="T5" fmla="*/ 21 h 38"/>
                <a:gd name="T6" fmla="*/ 68 w 660"/>
                <a:gd name="T7" fmla="*/ 21 h 38"/>
                <a:gd name="T8" fmla="*/ 77 w 660"/>
                <a:gd name="T9" fmla="*/ 17 h 38"/>
                <a:gd name="T10" fmla="*/ 95 w 660"/>
                <a:gd name="T11" fmla="*/ 17 h 38"/>
                <a:gd name="T12" fmla="*/ 109 w 660"/>
                <a:gd name="T13" fmla="*/ 17 h 38"/>
                <a:gd name="T14" fmla="*/ 118 w 660"/>
                <a:gd name="T15" fmla="*/ 21 h 38"/>
                <a:gd name="T16" fmla="*/ 122 w 660"/>
                <a:gd name="T17" fmla="*/ 21 h 38"/>
                <a:gd name="T18" fmla="*/ 131 w 660"/>
                <a:gd name="T19" fmla="*/ 17 h 38"/>
                <a:gd name="T20" fmla="*/ 149 w 660"/>
                <a:gd name="T21" fmla="*/ 17 h 38"/>
                <a:gd name="T22" fmla="*/ 163 w 660"/>
                <a:gd name="T23" fmla="*/ 17 h 38"/>
                <a:gd name="T24" fmla="*/ 172 w 660"/>
                <a:gd name="T25" fmla="*/ 21 h 38"/>
                <a:gd name="T26" fmla="*/ 177 w 660"/>
                <a:gd name="T27" fmla="*/ 21 h 38"/>
                <a:gd name="T28" fmla="*/ 186 w 660"/>
                <a:gd name="T29" fmla="*/ 17 h 38"/>
                <a:gd name="T30" fmla="*/ 204 w 660"/>
                <a:gd name="T31" fmla="*/ 17 h 38"/>
                <a:gd name="T32" fmla="*/ 217 w 660"/>
                <a:gd name="T33" fmla="*/ 17 h 38"/>
                <a:gd name="T34" fmla="*/ 227 w 660"/>
                <a:gd name="T35" fmla="*/ 21 h 38"/>
                <a:gd name="T36" fmla="*/ 231 w 660"/>
                <a:gd name="T37" fmla="*/ 21 h 38"/>
                <a:gd name="T38" fmla="*/ 240 w 660"/>
                <a:gd name="T39" fmla="*/ 17 h 38"/>
                <a:gd name="T40" fmla="*/ 258 w 660"/>
                <a:gd name="T41" fmla="*/ 17 h 38"/>
                <a:gd name="T42" fmla="*/ 272 w 660"/>
                <a:gd name="T43" fmla="*/ 17 h 38"/>
                <a:gd name="T44" fmla="*/ 281 w 660"/>
                <a:gd name="T45" fmla="*/ 21 h 38"/>
                <a:gd name="T46" fmla="*/ 286 w 660"/>
                <a:gd name="T47" fmla="*/ 21 h 38"/>
                <a:gd name="T48" fmla="*/ 295 w 660"/>
                <a:gd name="T49" fmla="*/ 17 h 38"/>
                <a:gd name="T50" fmla="*/ 313 w 660"/>
                <a:gd name="T51" fmla="*/ 17 h 38"/>
                <a:gd name="T52" fmla="*/ 326 w 660"/>
                <a:gd name="T53" fmla="*/ 17 h 38"/>
                <a:gd name="T54" fmla="*/ 335 w 660"/>
                <a:gd name="T55" fmla="*/ 21 h 38"/>
                <a:gd name="T56" fmla="*/ 340 w 660"/>
                <a:gd name="T57" fmla="*/ 21 h 38"/>
                <a:gd name="T58" fmla="*/ 349 w 660"/>
                <a:gd name="T59" fmla="*/ 17 h 38"/>
                <a:gd name="T60" fmla="*/ 367 w 660"/>
                <a:gd name="T61" fmla="*/ 17 h 38"/>
                <a:gd name="T62" fmla="*/ 381 w 660"/>
                <a:gd name="T63" fmla="*/ 17 h 38"/>
                <a:gd name="T64" fmla="*/ 390 w 660"/>
                <a:gd name="T65" fmla="*/ 21 h 38"/>
                <a:gd name="T66" fmla="*/ 394 w 660"/>
                <a:gd name="T67" fmla="*/ 21 h 38"/>
                <a:gd name="T68" fmla="*/ 403 w 660"/>
                <a:gd name="T69" fmla="*/ 17 h 38"/>
                <a:gd name="T70" fmla="*/ 422 w 660"/>
                <a:gd name="T71" fmla="*/ 17 h 38"/>
                <a:gd name="T72" fmla="*/ 435 w 660"/>
                <a:gd name="T73" fmla="*/ 17 h 38"/>
                <a:gd name="T74" fmla="*/ 444 w 660"/>
                <a:gd name="T75" fmla="*/ 21 h 38"/>
                <a:gd name="T76" fmla="*/ 449 w 660"/>
                <a:gd name="T77" fmla="*/ 21 h 38"/>
                <a:gd name="T78" fmla="*/ 458 w 660"/>
                <a:gd name="T79" fmla="*/ 17 h 38"/>
                <a:gd name="T80" fmla="*/ 476 w 660"/>
                <a:gd name="T81" fmla="*/ 17 h 38"/>
                <a:gd name="T82" fmla="*/ 490 w 660"/>
                <a:gd name="T83" fmla="*/ 17 h 38"/>
                <a:gd name="T84" fmla="*/ 499 w 660"/>
                <a:gd name="T85" fmla="*/ 21 h 38"/>
                <a:gd name="T86" fmla="*/ 503 w 660"/>
                <a:gd name="T87" fmla="*/ 21 h 38"/>
                <a:gd name="T88" fmla="*/ 512 w 660"/>
                <a:gd name="T89" fmla="*/ 17 h 38"/>
                <a:gd name="T90" fmla="*/ 531 w 660"/>
                <a:gd name="T91" fmla="*/ 17 h 38"/>
                <a:gd name="T92" fmla="*/ 544 w 660"/>
                <a:gd name="T93" fmla="*/ 17 h 38"/>
                <a:gd name="T94" fmla="*/ 553 w 660"/>
                <a:gd name="T95" fmla="*/ 21 h 38"/>
                <a:gd name="T96" fmla="*/ 558 w 660"/>
                <a:gd name="T97" fmla="*/ 21 h 38"/>
                <a:gd name="T98" fmla="*/ 567 w 660"/>
                <a:gd name="T99" fmla="*/ 17 h 38"/>
                <a:gd name="T100" fmla="*/ 585 w 660"/>
                <a:gd name="T101" fmla="*/ 17 h 38"/>
                <a:gd name="T102" fmla="*/ 599 w 660"/>
                <a:gd name="T103" fmla="*/ 17 h 38"/>
                <a:gd name="T104" fmla="*/ 608 w 660"/>
                <a:gd name="T105" fmla="*/ 21 h 38"/>
                <a:gd name="T106" fmla="*/ 612 w 660"/>
                <a:gd name="T107" fmla="*/ 21 h 38"/>
                <a:gd name="T108" fmla="*/ 621 w 660"/>
                <a:gd name="T109" fmla="*/ 17 h 38"/>
                <a:gd name="T110" fmla="*/ 660 w 660"/>
                <a:gd name="T111" fmla="*/ 1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660" h="38">
                  <a:moveTo>
                    <a:pt x="31" y="17"/>
                  </a:moveTo>
                  <a:lnTo>
                    <a:pt x="36" y="17"/>
                  </a:lnTo>
                  <a:lnTo>
                    <a:pt x="36" y="21"/>
                  </a:lnTo>
                  <a:lnTo>
                    <a:pt x="31" y="21"/>
                  </a:lnTo>
                  <a:lnTo>
                    <a:pt x="31" y="17"/>
                  </a:lnTo>
                  <a:close/>
                  <a:moveTo>
                    <a:pt x="41" y="17"/>
                  </a:moveTo>
                  <a:lnTo>
                    <a:pt x="45" y="17"/>
                  </a:lnTo>
                  <a:lnTo>
                    <a:pt x="45" y="21"/>
                  </a:lnTo>
                  <a:lnTo>
                    <a:pt x="41" y="21"/>
                  </a:lnTo>
                  <a:lnTo>
                    <a:pt x="41" y="17"/>
                  </a:lnTo>
                  <a:close/>
                  <a:moveTo>
                    <a:pt x="50" y="17"/>
                  </a:moveTo>
                  <a:lnTo>
                    <a:pt x="54" y="17"/>
                  </a:lnTo>
                  <a:lnTo>
                    <a:pt x="54" y="21"/>
                  </a:lnTo>
                  <a:lnTo>
                    <a:pt x="50" y="21"/>
                  </a:lnTo>
                  <a:lnTo>
                    <a:pt x="50" y="17"/>
                  </a:lnTo>
                  <a:close/>
                  <a:moveTo>
                    <a:pt x="59" y="17"/>
                  </a:moveTo>
                  <a:lnTo>
                    <a:pt x="63" y="17"/>
                  </a:lnTo>
                  <a:lnTo>
                    <a:pt x="63" y="21"/>
                  </a:lnTo>
                  <a:lnTo>
                    <a:pt x="59" y="21"/>
                  </a:lnTo>
                  <a:lnTo>
                    <a:pt x="59" y="17"/>
                  </a:lnTo>
                  <a:close/>
                  <a:moveTo>
                    <a:pt x="68" y="17"/>
                  </a:moveTo>
                  <a:lnTo>
                    <a:pt x="72" y="17"/>
                  </a:lnTo>
                  <a:lnTo>
                    <a:pt x="72" y="21"/>
                  </a:lnTo>
                  <a:lnTo>
                    <a:pt x="68" y="21"/>
                  </a:lnTo>
                  <a:lnTo>
                    <a:pt x="68" y="17"/>
                  </a:lnTo>
                  <a:close/>
                  <a:moveTo>
                    <a:pt x="77" y="17"/>
                  </a:moveTo>
                  <a:lnTo>
                    <a:pt x="81" y="17"/>
                  </a:lnTo>
                  <a:lnTo>
                    <a:pt x="81" y="21"/>
                  </a:lnTo>
                  <a:lnTo>
                    <a:pt x="77" y="21"/>
                  </a:lnTo>
                  <a:lnTo>
                    <a:pt x="77" y="17"/>
                  </a:lnTo>
                  <a:close/>
                  <a:moveTo>
                    <a:pt x="86" y="17"/>
                  </a:moveTo>
                  <a:lnTo>
                    <a:pt x="90" y="17"/>
                  </a:lnTo>
                  <a:lnTo>
                    <a:pt x="90" y="21"/>
                  </a:lnTo>
                  <a:lnTo>
                    <a:pt x="86" y="21"/>
                  </a:lnTo>
                  <a:lnTo>
                    <a:pt x="86" y="17"/>
                  </a:lnTo>
                  <a:close/>
                  <a:moveTo>
                    <a:pt x="95" y="17"/>
                  </a:moveTo>
                  <a:lnTo>
                    <a:pt x="100" y="17"/>
                  </a:lnTo>
                  <a:lnTo>
                    <a:pt x="100" y="21"/>
                  </a:lnTo>
                  <a:lnTo>
                    <a:pt x="95" y="21"/>
                  </a:lnTo>
                  <a:lnTo>
                    <a:pt x="95" y="17"/>
                  </a:lnTo>
                  <a:close/>
                  <a:moveTo>
                    <a:pt x="104" y="17"/>
                  </a:moveTo>
                  <a:lnTo>
                    <a:pt x="109" y="17"/>
                  </a:lnTo>
                  <a:lnTo>
                    <a:pt x="109" y="21"/>
                  </a:lnTo>
                  <a:lnTo>
                    <a:pt x="104" y="21"/>
                  </a:lnTo>
                  <a:lnTo>
                    <a:pt x="104" y="17"/>
                  </a:lnTo>
                  <a:close/>
                  <a:moveTo>
                    <a:pt x="113" y="17"/>
                  </a:moveTo>
                  <a:lnTo>
                    <a:pt x="118" y="17"/>
                  </a:lnTo>
                  <a:lnTo>
                    <a:pt x="118" y="21"/>
                  </a:lnTo>
                  <a:lnTo>
                    <a:pt x="113" y="21"/>
                  </a:lnTo>
                  <a:lnTo>
                    <a:pt x="113" y="17"/>
                  </a:lnTo>
                  <a:close/>
                  <a:moveTo>
                    <a:pt x="122" y="17"/>
                  </a:moveTo>
                  <a:lnTo>
                    <a:pt x="127" y="17"/>
                  </a:lnTo>
                  <a:lnTo>
                    <a:pt x="127" y="21"/>
                  </a:lnTo>
                  <a:lnTo>
                    <a:pt x="122" y="21"/>
                  </a:lnTo>
                  <a:lnTo>
                    <a:pt x="122" y="17"/>
                  </a:lnTo>
                  <a:close/>
                  <a:moveTo>
                    <a:pt x="131" y="17"/>
                  </a:moveTo>
                  <a:lnTo>
                    <a:pt x="136" y="17"/>
                  </a:lnTo>
                  <a:lnTo>
                    <a:pt x="136" y="21"/>
                  </a:lnTo>
                  <a:lnTo>
                    <a:pt x="131" y="21"/>
                  </a:lnTo>
                  <a:lnTo>
                    <a:pt x="131" y="17"/>
                  </a:lnTo>
                  <a:close/>
                  <a:moveTo>
                    <a:pt x="140" y="17"/>
                  </a:moveTo>
                  <a:lnTo>
                    <a:pt x="145" y="17"/>
                  </a:lnTo>
                  <a:lnTo>
                    <a:pt x="145" y="21"/>
                  </a:lnTo>
                  <a:lnTo>
                    <a:pt x="140" y="21"/>
                  </a:lnTo>
                  <a:lnTo>
                    <a:pt x="140" y="17"/>
                  </a:lnTo>
                  <a:close/>
                  <a:moveTo>
                    <a:pt x="149" y="17"/>
                  </a:moveTo>
                  <a:lnTo>
                    <a:pt x="154" y="17"/>
                  </a:lnTo>
                  <a:lnTo>
                    <a:pt x="154" y="21"/>
                  </a:lnTo>
                  <a:lnTo>
                    <a:pt x="149" y="21"/>
                  </a:lnTo>
                  <a:lnTo>
                    <a:pt x="149" y="17"/>
                  </a:lnTo>
                  <a:close/>
                  <a:moveTo>
                    <a:pt x="158" y="17"/>
                  </a:moveTo>
                  <a:lnTo>
                    <a:pt x="163" y="17"/>
                  </a:lnTo>
                  <a:lnTo>
                    <a:pt x="163" y="21"/>
                  </a:lnTo>
                  <a:lnTo>
                    <a:pt x="158" y="21"/>
                  </a:lnTo>
                  <a:lnTo>
                    <a:pt x="158" y="17"/>
                  </a:lnTo>
                  <a:close/>
                  <a:moveTo>
                    <a:pt x="168" y="17"/>
                  </a:moveTo>
                  <a:lnTo>
                    <a:pt x="172" y="17"/>
                  </a:lnTo>
                  <a:lnTo>
                    <a:pt x="172" y="21"/>
                  </a:lnTo>
                  <a:lnTo>
                    <a:pt x="168" y="21"/>
                  </a:lnTo>
                  <a:lnTo>
                    <a:pt x="168" y="17"/>
                  </a:lnTo>
                  <a:close/>
                  <a:moveTo>
                    <a:pt x="177" y="17"/>
                  </a:moveTo>
                  <a:lnTo>
                    <a:pt x="181" y="17"/>
                  </a:lnTo>
                  <a:lnTo>
                    <a:pt x="181" y="21"/>
                  </a:lnTo>
                  <a:lnTo>
                    <a:pt x="177" y="21"/>
                  </a:lnTo>
                  <a:lnTo>
                    <a:pt x="177" y="17"/>
                  </a:lnTo>
                  <a:close/>
                  <a:moveTo>
                    <a:pt x="186" y="17"/>
                  </a:moveTo>
                  <a:lnTo>
                    <a:pt x="190" y="17"/>
                  </a:lnTo>
                  <a:lnTo>
                    <a:pt x="190" y="21"/>
                  </a:lnTo>
                  <a:lnTo>
                    <a:pt x="186" y="21"/>
                  </a:lnTo>
                  <a:lnTo>
                    <a:pt x="186" y="17"/>
                  </a:lnTo>
                  <a:close/>
                  <a:moveTo>
                    <a:pt x="195" y="17"/>
                  </a:moveTo>
                  <a:lnTo>
                    <a:pt x="199" y="17"/>
                  </a:lnTo>
                  <a:lnTo>
                    <a:pt x="199" y="21"/>
                  </a:lnTo>
                  <a:lnTo>
                    <a:pt x="195" y="21"/>
                  </a:lnTo>
                  <a:lnTo>
                    <a:pt x="195" y="17"/>
                  </a:lnTo>
                  <a:close/>
                  <a:moveTo>
                    <a:pt x="204" y="17"/>
                  </a:moveTo>
                  <a:lnTo>
                    <a:pt x="208" y="17"/>
                  </a:lnTo>
                  <a:lnTo>
                    <a:pt x="208" y="21"/>
                  </a:lnTo>
                  <a:lnTo>
                    <a:pt x="204" y="21"/>
                  </a:lnTo>
                  <a:lnTo>
                    <a:pt x="204" y="17"/>
                  </a:lnTo>
                  <a:close/>
                  <a:moveTo>
                    <a:pt x="213" y="17"/>
                  </a:moveTo>
                  <a:lnTo>
                    <a:pt x="217" y="17"/>
                  </a:lnTo>
                  <a:lnTo>
                    <a:pt x="217" y="21"/>
                  </a:lnTo>
                  <a:lnTo>
                    <a:pt x="213" y="21"/>
                  </a:lnTo>
                  <a:lnTo>
                    <a:pt x="213" y="17"/>
                  </a:lnTo>
                  <a:close/>
                  <a:moveTo>
                    <a:pt x="222" y="17"/>
                  </a:moveTo>
                  <a:lnTo>
                    <a:pt x="227" y="17"/>
                  </a:lnTo>
                  <a:lnTo>
                    <a:pt x="227" y="21"/>
                  </a:lnTo>
                  <a:lnTo>
                    <a:pt x="222" y="21"/>
                  </a:lnTo>
                  <a:lnTo>
                    <a:pt x="222" y="17"/>
                  </a:lnTo>
                  <a:close/>
                  <a:moveTo>
                    <a:pt x="231" y="17"/>
                  </a:moveTo>
                  <a:lnTo>
                    <a:pt x="236" y="17"/>
                  </a:lnTo>
                  <a:lnTo>
                    <a:pt x="236" y="21"/>
                  </a:lnTo>
                  <a:lnTo>
                    <a:pt x="231" y="21"/>
                  </a:lnTo>
                  <a:lnTo>
                    <a:pt x="231" y="17"/>
                  </a:lnTo>
                  <a:close/>
                  <a:moveTo>
                    <a:pt x="240" y="17"/>
                  </a:moveTo>
                  <a:lnTo>
                    <a:pt x="245" y="17"/>
                  </a:lnTo>
                  <a:lnTo>
                    <a:pt x="245" y="21"/>
                  </a:lnTo>
                  <a:lnTo>
                    <a:pt x="240" y="21"/>
                  </a:lnTo>
                  <a:lnTo>
                    <a:pt x="240" y="17"/>
                  </a:lnTo>
                  <a:close/>
                  <a:moveTo>
                    <a:pt x="249" y="17"/>
                  </a:moveTo>
                  <a:lnTo>
                    <a:pt x="254" y="17"/>
                  </a:lnTo>
                  <a:lnTo>
                    <a:pt x="254" y="21"/>
                  </a:lnTo>
                  <a:lnTo>
                    <a:pt x="249" y="21"/>
                  </a:lnTo>
                  <a:lnTo>
                    <a:pt x="249" y="17"/>
                  </a:lnTo>
                  <a:close/>
                  <a:moveTo>
                    <a:pt x="258" y="17"/>
                  </a:moveTo>
                  <a:lnTo>
                    <a:pt x="263" y="17"/>
                  </a:lnTo>
                  <a:lnTo>
                    <a:pt x="263" y="21"/>
                  </a:lnTo>
                  <a:lnTo>
                    <a:pt x="258" y="21"/>
                  </a:lnTo>
                  <a:lnTo>
                    <a:pt x="258" y="17"/>
                  </a:lnTo>
                  <a:close/>
                  <a:moveTo>
                    <a:pt x="267" y="17"/>
                  </a:moveTo>
                  <a:lnTo>
                    <a:pt x="272" y="17"/>
                  </a:lnTo>
                  <a:lnTo>
                    <a:pt x="272" y="21"/>
                  </a:lnTo>
                  <a:lnTo>
                    <a:pt x="267" y="21"/>
                  </a:lnTo>
                  <a:lnTo>
                    <a:pt x="267" y="17"/>
                  </a:lnTo>
                  <a:close/>
                  <a:moveTo>
                    <a:pt x="276" y="17"/>
                  </a:moveTo>
                  <a:lnTo>
                    <a:pt x="281" y="17"/>
                  </a:lnTo>
                  <a:lnTo>
                    <a:pt x="281" y="21"/>
                  </a:lnTo>
                  <a:lnTo>
                    <a:pt x="276" y="21"/>
                  </a:lnTo>
                  <a:lnTo>
                    <a:pt x="276" y="17"/>
                  </a:lnTo>
                  <a:close/>
                  <a:moveTo>
                    <a:pt x="286" y="17"/>
                  </a:moveTo>
                  <a:lnTo>
                    <a:pt x="290" y="17"/>
                  </a:lnTo>
                  <a:lnTo>
                    <a:pt x="290" y="21"/>
                  </a:lnTo>
                  <a:lnTo>
                    <a:pt x="286" y="21"/>
                  </a:lnTo>
                  <a:lnTo>
                    <a:pt x="286" y="17"/>
                  </a:lnTo>
                  <a:close/>
                  <a:moveTo>
                    <a:pt x="295" y="17"/>
                  </a:moveTo>
                  <a:lnTo>
                    <a:pt x="299" y="17"/>
                  </a:lnTo>
                  <a:lnTo>
                    <a:pt x="299" y="21"/>
                  </a:lnTo>
                  <a:lnTo>
                    <a:pt x="295" y="21"/>
                  </a:lnTo>
                  <a:lnTo>
                    <a:pt x="295" y="17"/>
                  </a:lnTo>
                  <a:close/>
                  <a:moveTo>
                    <a:pt x="304" y="17"/>
                  </a:moveTo>
                  <a:lnTo>
                    <a:pt x="308" y="17"/>
                  </a:lnTo>
                  <a:lnTo>
                    <a:pt x="308" y="21"/>
                  </a:lnTo>
                  <a:lnTo>
                    <a:pt x="304" y="21"/>
                  </a:lnTo>
                  <a:lnTo>
                    <a:pt x="304" y="17"/>
                  </a:lnTo>
                  <a:close/>
                  <a:moveTo>
                    <a:pt x="313" y="17"/>
                  </a:moveTo>
                  <a:lnTo>
                    <a:pt x="317" y="17"/>
                  </a:lnTo>
                  <a:lnTo>
                    <a:pt x="317" y="21"/>
                  </a:lnTo>
                  <a:lnTo>
                    <a:pt x="313" y="21"/>
                  </a:lnTo>
                  <a:lnTo>
                    <a:pt x="313" y="17"/>
                  </a:lnTo>
                  <a:close/>
                  <a:moveTo>
                    <a:pt x="322" y="17"/>
                  </a:moveTo>
                  <a:lnTo>
                    <a:pt x="326" y="17"/>
                  </a:lnTo>
                  <a:lnTo>
                    <a:pt x="326" y="21"/>
                  </a:lnTo>
                  <a:lnTo>
                    <a:pt x="322" y="21"/>
                  </a:lnTo>
                  <a:lnTo>
                    <a:pt x="322" y="17"/>
                  </a:lnTo>
                  <a:close/>
                  <a:moveTo>
                    <a:pt x="331" y="17"/>
                  </a:moveTo>
                  <a:lnTo>
                    <a:pt x="335" y="17"/>
                  </a:lnTo>
                  <a:lnTo>
                    <a:pt x="335" y="21"/>
                  </a:lnTo>
                  <a:lnTo>
                    <a:pt x="331" y="21"/>
                  </a:lnTo>
                  <a:lnTo>
                    <a:pt x="331" y="17"/>
                  </a:lnTo>
                  <a:close/>
                  <a:moveTo>
                    <a:pt x="340" y="17"/>
                  </a:moveTo>
                  <a:lnTo>
                    <a:pt x="345" y="17"/>
                  </a:lnTo>
                  <a:lnTo>
                    <a:pt x="345" y="21"/>
                  </a:lnTo>
                  <a:lnTo>
                    <a:pt x="340" y="21"/>
                  </a:lnTo>
                  <a:lnTo>
                    <a:pt x="340" y="17"/>
                  </a:lnTo>
                  <a:close/>
                  <a:moveTo>
                    <a:pt x="349" y="17"/>
                  </a:moveTo>
                  <a:lnTo>
                    <a:pt x="354" y="17"/>
                  </a:lnTo>
                  <a:lnTo>
                    <a:pt x="354" y="21"/>
                  </a:lnTo>
                  <a:lnTo>
                    <a:pt x="349" y="21"/>
                  </a:lnTo>
                  <a:lnTo>
                    <a:pt x="349" y="17"/>
                  </a:lnTo>
                  <a:close/>
                  <a:moveTo>
                    <a:pt x="358" y="17"/>
                  </a:moveTo>
                  <a:lnTo>
                    <a:pt x="363" y="17"/>
                  </a:lnTo>
                  <a:lnTo>
                    <a:pt x="363" y="21"/>
                  </a:lnTo>
                  <a:lnTo>
                    <a:pt x="358" y="21"/>
                  </a:lnTo>
                  <a:lnTo>
                    <a:pt x="358" y="17"/>
                  </a:lnTo>
                  <a:close/>
                  <a:moveTo>
                    <a:pt x="367" y="17"/>
                  </a:moveTo>
                  <a:lnTo>
                    <a:pt x="372" y="17"/>
                  </a:lnTo>
                  <a:lnTo>
                    <a:pt x="372" y="21"/>
                  </a:lnTo>
                  <a:lnTo>
                    <a:pt x="367" y="21"/>
                  </a:lnTo>
                  <a:lnTo>
                    <a:pt x="367" y="17"/>
                  </a:lnTo>
                  <a:close/>
                  <a:moveTo>
                    <a:pt x="376" y="17"/>
                  </a:moveTo>
                  <a:lnTo>
                    <a:pt x="381" y="17"/>
                  </a:lnTo>
                  <a:lnTo>
                    <a:pt x="381" y="21"/>
                  </a:lnTo>
                  <a:lnTo>
                    <a:pt x="376" y="21"/>
                  </a:lnTo>
                  <a:lnTo>
                    <a:pt x="376" y="17"/>
                  </a:lnTo>
                  <a:close/>
                  <a:moveTo>
                    <a:pt x="385" y="17"/>
                  </a:moveTo>
                  <a:lnTo>
                    <a:pt x="390" y="17"/>
                  </a:lnTo>
                  <a:lnTo>
                    <a:pt x="390" y="21"/>
                  </a:lnTo>
                  <a:lnTo>
                    <a:pt x="385" y="21"/>
                  </a:lnTo>
                  <a:lnTo>
                    <a:pt x="385" y="17"/>
                  </a:lnTo>
                  <a:close/>
                  <a:moveTo>
                    <a:pt x="394" y="17"/>
                  </a:moveTo>
                  <a:lnTo>
                    <a:pt x="399" y="17"/>
                  </a:lnTo>
                  <a:lnTo>
                    <a:pt x="399" y="21"/>
                  </a:lnTo>
                  <a:lnTo>
                    <a:pt x="394" y="21"/>
                  </a:lnTo>
                  <a:lnTo>
                    <a:pt x="394" y="17"/>
                  </a:lnTo>
                  <a:close/>
                  <a:moveTo>
                    <a:pt x="403" y="17"/>
                  </a:moveTo>
                  <a:lnTo>
                    <a:pt x="408" y="17"/>
                  </a:lnTo>
                  <a:lnTo>
                    <a:pt x="408" y="21"/>
                  </a:lnTo>
                  <a:lnTo>
                    <a:pt x="403" y="21"/>
                  </a:lnTo>
                  <a:lnTo>
                    <a:pt x="403" y="17"/>
                  </a:lnTo>
                  <a:close/>
                  <a:moveTo>
                    <a:pt x="413" y="17"/>
                  </a:moveTo>
                  <a:lnTo>
                    <a:pt x="417" y="17"/>
                  </a:lnTo>
                  <a:lnTo>
                    <a:pt x="417" y="21"/>
                  </a:lnTo>
                  <a:lnTo>
                    <a:pt x="413" y="21"/>
                  </a:lnTo>
                  <a:lnTo>
                    <a:pt x="413" y="17"/>
                  </a:lnTo>
                  <a:close/>
                  <a:moveTo>
                    <a:pt x="422" y="17"/>
                  </a:moveTo>
                  <a:lnTo>
                    <a:pt x="426" y="17"/>
                  </a:lnTo>
                  <a:lnTo>
                    <a:pt x="426" y="21"/>
                  </a:lnTo>
                  <a:lnTo>
                    <a:pt x="422" y="21"/>
                  </a:lnTo>
                  <a:lnTo>
                    <a:pt x="422" y="17"/>
                  </a:lnTo>
                  <a:close/>
                  <a:moveTo>
                    <a:pt x="431" y="17"/>
                  </a:moveTo>
                  <a:lnTo>
                    <a:pt x="435" y="17"/>
                  </a:lnTo>
                  <a:lnTo>
                    <a:pt x="435" y="21"/>
                  </a:lnTo>
                  <a:lnTo>
                    <a:pt x="431" y="21"/>
                  </a:lnTo>
                  <a:lnTo>
                    <a:pt x="431" y="17"/>
                  </a:lnTo>
                  <a:close/>
                  <a:moveTo>
                    <a:pt x="440" y="17"/>
                  </a:moveTo>
                  <a:lnTo>
                    <a:pt x="444" y="17"/>
                  </a:lnTo>
                  <a:lnTo>
                    <a:pt x="444" y="21"/>
                  </a:lnTo>
                  <a:lnTo>
                    <a:pt x="440" y="21"/>
                  </a:lnTo>
                  <a:lnTo>
                    <a:pt x="440" y="17"/>
                  </a:lnTo>
                  <a:close/>
                  <a:moveTo>
                    <a:pt x="449" y="17"/>
                  </a:moveTo>
                  <a:lnTo>
                    <a:pt x="453" y="17"/>
                  </a:lnTo>
                  <a:lnTo>
                    <a:pt x="453" y="21"/>
                  </a:lnTo>
                  <a:lnTo>
                    <a:pt x="449" y="21"/>
                  </a:lnTo>
                  <a:lnTo>
                    <a:pt x="449" y="17"/>
                  </a:lnTo>
                  <a:close/>
                  <a:moveTo>
                    <a:pt x="458" y="17"/>
                  </a:moveTo>
                  <a:lnTo>
                    <a:pt x="462" y="17"/>
                  </a:lnTo>
                  <a:lnTo>
                    <a:pt x="462" y="21"/>
                  </a:lnTo>
                  <a:lnTo>
                    <a:pt x="458" y="21"/>
                  </a:lnTo>
                  <a:lnTo>
                    <a:pt x="458" y="17"/>
                  </a:lnTo>
                  <a:close/>
                  <a:moveTo>
                    <a:pt x="467" y="17"/>
                  </a:moveTo>
                  <a:lnTo>
                    <a:pt x="472" y="17"/>
                  </a:lnTo>
                  <a:lnTo>
                    <a:pt x="472" y="21"/>
                  </a:lnTo>
                  <a:lnTo>
                    <a:pt x="467" y="21"/>
                  </a:lnTo>
                  <a:lnTo>
                    <a:pt x="467" y="17"/>
                  </a:lnTo>
                  <a:close/>
                  <a:moveTo>
                    <a:pt x="476" y="17"/>
                  </a:moveTo>
                  <a:lnTo>
                    <a:pt x="481" y="17"/>
                  </a:lnTo>
                  <a:lnTo>
                    <a:pt x="481" y="21"/>
                  </a:lnTo>
                  <a:lnTo>
                    <a:pt x="476" y="21"/>
                  </a:lnTo>
                  <a:lnTo>
                    <a:pt x="476" y="17"/>
                  </a:lnTo>
                  <a:close/>
                  <a:moveTo>
                    <a:pt x="485" y="17"/>
                  </a:moveTo>
                  <a:lnTo>
                    <a:pt x="490" y="17"/>
                  </a:lnTo>
                  <a:lnTo>
                    <a:pt x="490" y="21"/>
                  </a:lnTo>
                  <a:lnTo>
                    <a:pt x="485" y="21"/>
                  </a:lnTo>
                  <a:lnTo>
                    <a:pt x="485" y="17"/>
                  </a:lnTo>
                  <a:close/>
                  <a:moveTo>
                    <a:pt x="494" y="17"/>
                  </a:moveTo>
                  <a:lnTo>
                    <a:pt x="499" y="17"/>
                  </a:lnTo>
                  <a:lnTo>
                    <a:pt x="499" y="21"/>
                  </a:lnTo>
                  <a:lnTo>
                    <a:pt x="494" y="21"/>
                  </a:lnTo>
                  <a:lnTo>
                    <a:pt x="494" y="17"/>
                  </a:lnTo>
                  <a:close/>
                  <a:moveTo>
                    <a:pt x="503" y="17"/>
                  </a:moveTo>
                  <a:lnTo>
                    <a:pt x="508" y="17"/>
                  </a:lnTo>
                  <a:lnTo>
                    <a:pt x="508" y="21"/>
                  </a:lnTo>
                  <a:lnTo>
                    <a:pt x="503" y="21"/>
                  </a:lnTo>
                  <a:lnTo>
                    <a:pt x="503" y="17"/>
                  </a:lnTo>
                  <a:close/>
                  <a:moveTo>
                    <a:pt x="512" y="17"/>
                  </a:moveTo>
                  <a:lnTo>
                    <a:pt x="517" y="17"/>
                  </a:lnTo>
                  <a:lnTo>
                    <a:pt x="517" y="21"/>
                  </a:lnTo>
                  <a:lnTo>
                    <a:pt x="512" y="21"/>
                  </a:lnTo>
                  <a:lnTo>
                    <a:pt x="512" y="17"/>
                  </a:lnTo>
                  <a:close/>
                  <a:moveTo>
                    <a:pt x="521" y="17"/>
                  </a:moveTo>
                  <a:lnTo>
                    <a:pt x="526" y="17"/>
                  </a:lnTo>
                  <a:lnTo>
                    <a:pt x="526" y="21"/>
                  </a:lnTo>
                  <a:lnTo>
                    <a:pt x="521" y="21"/>
                  </a:lnTo>
                  <a:lnTo>
                    <a:pt x="521" y="17"/>
                  </a:lnTo>
                  <a:close/>
                  <a:moveTo>
                    <a:pt x="531" y="17"/>
                  </a:moveTo>
                  <a:lnTo>
                    <a:pt x="535" y="17"/>
                  </a:lnTo>
                  <a:lnTo>
                    <a:pt x="535" y="21"/>
                  </a:lnTo>
                  <a:lnTo>
                    <a:pt x="531" y="21"/>
                  </a:lnTo>
                  <a:lnTo>
                    <a:pt x="531" y="17"/>
                  </a:lnTo>
                  <a:close/>
                  <a:moveTo>
                    <a:pt x="540" y="17"/>
                  </a:moveTo>
                  <a:lnTo>
                    <a:pt x="544" y="17"/>
                  </a:lnTo>
                  <a:lnTo>
                    <a:pt x="544" y="21"/>
                  </a:lnTo>
                  <a:lnTo>
                    <a:pt x="540" y="21"/>
                  </a:lnTo>
                  <a:lnTo>
                    <a:pt x="540" y="17"/>
                  </a:lnTo>
                  <a:close/>
                  <a:moveTo>
                    <a:pt x="549" y="17"/>
                  </a:moveTo>
                  <a:lnTo>
                    <a:pt x="553" y="17"/>
                  </a:lnTo>
                  <a:lnTo>
                    <a:pt x="553" y="21"/>
                  </a:lnTo>
                  <a:lnTo>
                    <a:pt x="549" y="21"/>
                  </a:lnTo>
                  <a:lnTo>
                    <a:pt x="549" y="17"/>
                  </a:lnTo>
                  <a:close/>
                  <a:moveTo>
                    <a:pt x="558" y="17"/>
                  </a:moveTo>
                  <a:lnTo>
                    <a:pt x="562" y="17"/>
                  </a:lnTo>
                  <a:lnTo>
                    <a:pt x="562" y="21"/>
                  </a:lnTo>
                  <a:lnTo>
                    <a:pt x="558" y="21"/>
                  </a:lnTo>
                  <a:lnTo>
                    <a:pt x="558" y="17"/>
                  </a:lnTo>
                  <a:close/>
                  <a:moveTo>
                    <a:pt x="567" y="17"/>
                  </a:moveTo>
                  <a:lnTo>
                    <a:pt x="571" y="17"/>
                  </a:lnTo>
                  <a:lnTo>
                    <a:pt x="571" y="21"/>
                  </a:lnTo>
                  <a:lnTo>
                    <a:pt x="567" y="21"/>
                  </a:lnTo>
                  <a:lnTo>
                    <a:pt x="567" y="17"/>
                  </a:lnTo>
                  <a:close/>
                  <a:moveTo>
                    <a:pt x="576" y="17"/>
                  </a:moveTo>
                  <a:lnTo>
                    <a:pt x="580" y="17"/>
                  </a:lnTo>
                  <a:lnTo>
                    <a:pt x="580" y="21"/>
                  </a:lnTo>
                  <a:lnTo>
                    <a:pt x="576" y="21"/>
                  </a:lnTo>
                  <a:lnTo>
                    <a:pt x="576" y="17"/>
                  </a:lnTo>
                  <a:close/>
                  <a:moveTo>
                    <a:pt x="585" y="17"/>
                  </a:moveTo>
                  <a:lnTo>
                    <a:pt x="590" y="17"/>
                  </a:lnTo>
                  <a:lnTo>
                    <a:pt x="590" y="21"/>
                  </a:lnTo>
                  <a:lnTo>
                    <a:pt x="585" y="21"/>
                  </a:lnTo>
                  <a:lnTo>
                    <a:pt x="585" y="17"/>
                  </a:lnTo>
                  <a:close/>
                  <a:moveTo>
                    <a:pt x="594" y="17"/>
                  </a:moveTo>
                  <a:lnTo>
                    <a:pt x="599" y="17"/>
                  </a:lnTo>
                  <a:lnTo>
                    <a:pt x="599" y="21"/>
                  </a:lnTo>
                  <a:lnTo>
                    <a:pt x="594" y="21"/>
                  </a:lnTo>
                  <a:lnTo>
                    <a:pt x="594" y="17"/>
                  </a:lnTo>
                  <a:close/>
                  <a:moveTo>
                    <a:pt x="603" y="17"/>
                  </a:moveTo>
                  <a:lnTo>
                    <a:pt x="608" y="17"/>
                  </a:lnTo>
                  <a:lnTo>
                    <a:pt x="608" y="21"/>
                  </a:lnTo>
                  <a:lnTo>
                    <a:pt x="603" y="21"/>
                  </a:lnTo>
                  <a:lnTo>
                    <a:pt x="603" y="17"/>
                  </a:lnTo>
                  <a:close/>
                  <a:moveTo>
                    <a:pt x="612" y="17"/>
                  </a:moveTo>
                  <a:lnTo>
                    <a:pt x="617" y="17"/>
                  </a:lnTo>
                  <a:lnTo>
                    <a:pt x="617" y="21"/>
                  </a:lnTo>
                  <a:lnTo>
                    <a:pt x="612" y="21"/>
                  </a:lnTo>
                  <a:lnTo>
                    <a:pt x="612" y="17"/>
                  </a:lnTo>
                  <a:close/>
                  <a:moveTo>
                    <a:pt x="621" y="17"/>
                  </a:moveTo>
                  <a:lnTo>
                    <a:pt x="626" y="17"/>
                  </a:lnTo>
                  <a:lnTo>
                    <a:pt x="626" y="21"/>
                  </a:lnTo>
                  <a:lnTo>
                    <a:pt x="621" y="21"/>
                  </a:lnTo>
                  <a:lnTo>
                    <a:pt x="621" y="17"/>
                  </a:lnTo>
                  <a:close/>
                  <a:moveTo>
                    <a:pt x="38" y="38"/>
                  </a:moveTo>
                  <a:lnTo>
                    <a:pt x="0" y="19"/>
                  </a:lnTo>
                  <a:lnTo>
                    <a:pt x="38" y="0"/>
                  </a:lnTo>
                  <a:lnTo>
                    <a:pt x="38" y="38"/>
                  </a:lnTo>
                  <a:close/>
                  <a:moveTo>
                    <a:pt x="622" y="0"/>
                  </a:moveTo>
                  <a:lnTo>
                    <a:pt x="660" y="19"/>
                  </a:lnTo>
                  <a:lnTo>
                    <a:pt x="622" y="38"/>
                  </a:lnTo>
                  <a:lnTo>
                    <a:pt x="622" y="0"/>
                  </a:lnTo>
                  <a:close/>
                </a:path>
              </a:pathLst>
            </a:custGeom>
            <a:solidFill>
              <a:srgbClr val="DC717B"/>
            </a:solidFill>
            <a:ln w="0" cap="flat">
              <a:solidFill>
                <a:srgbClr val="DC717B"/>
              </a:solidFill>
              <a:prstDash val="solid"/>
              <a:round/>
              <a:headEnd/>
              <a:tailEnd/>
            </a:ln>
          </p:spPr>
          <p:txBody>
            <a:bodyPr vert="horz" wrap="square" lIns="45720" tIns="45720" rIns="4572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0070AD"/>
                </a:solidFill>
                <a:effectLst/>
                <a:uLnTx/>
                <a:uFillTx/>
                <a:latin typeface="Ubuntu"/>
                <a:ea typeface="+mn-ea"/>
                <a:cs typeface="+mn-cs"/>
              </a:endParaRPr>
            </a:p>
          </p:txBody>
        </p:sp>
        <p:sp>
          <p:nvSpPr>
            <p:cNvPr id="78" name="Freeform 36">
              <a:extLst>
                <a:ext uri="{FF2B5EF4-FFF2-40B4-BE49-F238E27FC236}">
                  <a16:creationId xmlns:a16="http://schemas.microsoft.com/office/drawing/2014/main" id="{09894DB8-F198-430E-86BF-C5C7913D5149}"/>
                </a:ext>
              </a:extLst>
            </p:cNvPr>
            <p:cNvSpPr>
              <a:spLocks noEditPoints="1"/>
            </p:cNvSpPr>
            <p:nvPr/>
          </p:nvSpPr>
          <p:spPr bwMode="auto">
            <a:xfrm>
              <a:off x="8622410" y="5090055"/>
              <a:ext cx="441127" cy="49014"/>
            </a:xfrm>
            <a:custGeom>
              <a:avLst/>
              <a:gdLst>
                <a:gd name="T0" fmla="*/ 36 w 342"/>
                <a:gd name="T1" fmla="*/ 21 h 38"/>
                <a:gd name="T2" fmla="*/ 40 w 342"/>
                <a:gd name="T3" fmla="*/ 17 h 38"/>
                <a:gd name="T4" fmla="*/ 40 w 342"/>
                <a:gd name="T5" fmla="*/ 21 h 38"/>
                <a:gd name="T6" fmla="*/ 54 w 342"/>
                <a:gd name="T7" fmla="*/ 17 h 38"/>
                <a:gd name="T8" fmla="*/ 49 w 342"/>
                <a:gd name="T9" fmla="*/ 17 h 38"/>
                <a:gd name="T10" fmla="*/ 63 w 342"/>
                <a:gd name="T11" fmla="*/ 21 h 38"/>
                <a:gd name="T12" fmla="*/ 68 w 342"/>
                <a:gd name="T13" fmla="*/ 17 h 38"/>
                <a:gd name="T14" fmla="*/ 68 w 342"/>
                <a:gd name="T15" fmla="*/ 21 h 38"/>
                <a:gd name="T16" fmla="*/ 81 w 342"/>
                <a:gd name="T17" fmla="*/ 17 h 38"/>
                <a:gd name="T18" fmla="*/ 77 w 342"/>
                <a:gd name="T19" fmla="*/ 17 h 38"/>
                <a:gd name="T20" fmla="*/ 90 w 342"/>
                <a:gd name="T21" fmla="*/ 21 h 38"/>
                <a:gd name="T22" fmla="*/ 95 w 342"/>
                <a:gd name="T23" fmla="*/ 17 h 38"/>
                <a:gd name="T24" fmla="*/ 95 w 342"/>
                <a:gd name="T25" fmla="*/ 21 h 38"/>
                <a:gd name="T26" fmla="*/ 108 w 342"/>
                <a:gd name="T27" fmla="*/ 17 h 38"/>
                <a:gd name="T28" fmla="*/ 104 w 342"/>
                <a:gd name="T29" fmla="*/ 17 h 38"/>
                <a:gd name="T30" fmla="*/ 117 w 342"/>
                <a:gd name="T31" fmla="*/ 21 h 38"/>
                <a:gd name="T32" fmla="*/ 122 w 342"/>
                <a:gd name="T33" fmla="*/ 17 h 38"/>
                <a:gd name="T34" fmla="*/ 122 w 342"/>
                <a:gd name="T35" fmla="*/ 21 h 38"/>
                <a:gd name="T36" fmla="*/ 136 w 342"/>
                <a:gd name="T37" fmla="*/ 17 h 38"/>
                <a:gd name="T38" fmla="*/ 131 w 342"/>
                <a:gd name="T39" fmla="*/ 17 h 38"/>
                <a:gd name="T40" fmla="*/ 145 w 342"/>
                <a:gd name="T41" fmla="*/ 21 h 38"/>
                <a:gd name="T42" fmla="*/ 149 w 342"/>
                <a:gd name="T43" fmla="*/ 17 h 38"/>
                <a:gd name="T44" fmla="*/ 149 w 342"/>
                <a:gd name="T45" fmla="*/ 21 h 38"/>
                <a:gd name="T46" fmla="*/ 163 w 342"/>
                <a:gd name="T47" fmla="*/ 17 h 38"/>
                <a:gd name="T48" fmla="*/ 158 w 342"/>
                <a:gd name="T49" fmla="*/ 17 h 38"/>
                <a:gd name="T50" fmla="*/ 172 w 342"/>
                <a:gd name="T51" fmla="*/ 21 h 38"/>
                <a:gd name="T52" fmla="*/ 176 w 342"/>
                <a:gd name="T53" fmla="*/ 17 h 38"/>
                <a:gd name="T54" fmla="*/ 176 w 342"/>
                <a:gd name="T55" fmla="*/ 21 h 38"/>
                <a:gd name="T56" fmla="*/ 190 w 342"/>
                <a:gd name="T57" fmla="*/ 17 h 38"/>
                <a:gd name="T58" fmla="*/ 186 w 342"/>
                <a:gd name="T59" fmla="*/ 17 h 38"/>
                <a:gd name="T60" fmla="*/ 199 w 342"/>
                <a:gd name="T61" fmla="*/ 21 h 38"/>
                <a:gd name="T62" fmla="*/ 204 w 342"/>
                <a:gd name="T63" fmla="*/ 17 h 38"/>
                <a:gd name="T64" fmla="*/ 204 w 342"/>
                <a:gd name="T65" fmla="*/ 21 h 38"/>
                <a:gd name="T66" fmla="*/ 217 w 342"/>
                <a:gd name="T67" fmla="*/ 17 h 38"/>
                <a:gd name="T68" fmla="*/ 213 w 342"/>
                <a:gd name="T69" fmla="*/ 17 h 38"/>
                <a:gd name="T70" fmla="*/ 226 w 342"/>
                <a:gd name="T71" fmla="*/ 21 h 38"/>
                <a:gd name="T72" fmla="*/ 231 w 342"/>
                <a:gd name="T73" fmla="*/ 17 h 38"/>
                <a:gd name="T74" fmla="*/ 231 w 342"/>
                <a:gd name="T75" fmla="*/ 21 h 38"/>
                <a:gd name="T76" fmla="*/ 245 w 342"/>
                <a:gd name="T77" fmla="*/ 17 h 38"/>
                <a:gd name="T78" fmla="*/ 240 w 342"/>
                <a:gd name="T79" fmla="*/ 17 h 38"/>
                <a:gd name="T80" fmla="*/ 254 w 342"/>
                <a:gd name="T81" fmla="*/ 21 h 38"/>
                <a:gd name="T82" fmla="*/ 258 w 342"/>
                <a:gd name="T83" fmla="*/ 17 h 38"/>
                <a:gd name="T84" fmla="*/ 258 w 342"/>
                <a:gd name="T85" fmla="*/ 21 h 38"/>
                <a:gd name="T86" fmla="*/ 272 w 342"/>
                <a:gd name="T87" fmla="*/ 17 h 38"/>
                <a:gd name="T88" fmla="*/ 267 w 342"/>
                <a:gd name="T89" fmla="*/ 17 h 38"/>
                <a:gd name="T90" fmla="*/ 281 w 342"/>
                <a:gd name="T91" fmla="*/ 21 h 38"/>
                <a:gd name="T92" fmla="*/ 285 w 342"/>
                <a:gd name="T93" fmla="*/ 17 h 38"/>
                <a:gd name="T94" fmla="*/ 285 w 342"/>
                <a:gd name="T95" fmla="*/ 21 h 38"/>
                <a:gd name="T96" fmla="*/ 299 w 342"/>
                <a:gd name="T97" fmla="*/ 17 h 38"/>
                <a:gd name="T98" fmla="*/ 294 w 342"/>
                <a:gd name="T99" fmla="*/ 17 h 38"/>
                <a:gd name="T100" fmla="*/ 308 w 342"/>
                <a:gd name="T101" fmla="*/ 21 h 38"/>
                <a:gd name="T102" fmla="*/ 38 w 342"/>
                <a:gd name="T103" fmla="*/ 38 h 38"/>
                <a:gd name="T104" fmla="*/ 38 w 342"/>
                <a:gd name="T105" fmla="*/ 38 h 38"/>
                <a:gd name="T106" fmla="*/ 304 w 342"/>
                <a:gd name="T107" fmla="*/ 38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42" h="38">
                  <a:moveTo>
                    <a:pt x="31" y="17"/>
                  </a:moveTo>
                  <a:lnTo>
                    <a:pt x="36" y="17"/>
                  </a:lnTo>
                  <a:lnTo>
                    <a:pt x="36" y="21"/>
                  </a:lnTo>
                  <a:lnTo>
                    <a:pt x="31" y="21"/>
                  </a:lnTo>
                  <a:lnTo>
                    <a:pt x="31" y="17"/>
                  </a:lnTo>
                  <a:close/>
                  <a:moveTo>
                    <a:pt x="40" y="17"/>
                  </a:moveTo>
                  <a:lnTo>
                    <a:pt x="45" y="17"/>
                  </a:lnTo>
                  <a:lnTo>
                    <a:pt x="45" y="21"/>
                  </a:lnTo>
                  <a:lnTo>
                    <a:pt x="40" y="21"/>
                  </a:lnTo>
                  <a:lnTo>
                    <a:pt x="40" y="17"/>
                  </a:lnTo>
                  <a:close/>
                  <a:moveTo>
                    <a:pt x="49" y="17"/>
                  </a:moveTo>
                  <a:lnTo>
                    <a:pt x="54" y="17"/>
                  </a:lnTo>
                  <a:lnTo>
                    <a:pt x="54" y="21"/>
                  </a:lnTo>
                  <a:lnTo>
                    <a:pt x="49" y="21"/>
                  </a:lnTo>
                  <a:lnTo>
                    <a:pt x="49" y="17"/>
                  </a:lnTo>
                  <a:close/>
                  <a:moveTo>
                    <a:pt x="58" y="17"/>
                  </a:moveTo>
                  <a:lnTo>
                    <a:pt x="63" y="17"/>
                  </a:lnTo>
                  <a:lnTo>
                    <a:pt x="63" y="21"/>
                  </a:lnTo>
                  <a:lnTo>
                    <a:pt x="58" y="21"/>
                  </a:lnTo>
                  <a:lnTo>
                    <a:pt x="58" y="17"/>
                  </a:lnTo>
                  <a:close/>
                  <a:moveTo>
                    <a:pt x="68" y="17"/>
                  </a:moveTo>
                  <a:lnTo>
                    <a:pt x="72" y="17"/>
                  </a:lnTo>
                  <a:lnTo>
                    <a:pt x="72" y="21"/>
                  </a:lnTo>
                  <a:lnTo>
                    <a:pt x="68" y="21"/>
                  </a:lnTo>
                  <a:lnTo>
                    <a:pt x="68" y="17"/>
                  </a:lnTo>
                  <a:close/>
                  <a:moveTo>
                    <a:pt x="77" y="17"/>
                  </a:moveTo>
                  <a:lnTo>
                    <a:pt x="81" y="17"/>
                  </a:lnTo>
                  <a:lnTo>
                    <a:pt x="81" y="21"/>
                  </a:lnTo>
                  <a:lnTo>
                    <a:pt x="77" y="21"/>
                  </a:lnTo>
                  <a:lnTo>
                    <a:pt x="77" y="17"/>
                  </a:lnTo>
                  <a:close/>
                  <a:moveTo>
                    <a:pt x="86" y="17"/>
                  </a:moveTo>
                  <a:lnTo>
                    <a:pt x="90" y="17"/>
                  </a:lnTo>
                  <a:lnTo>
                    <a:pt x="90" y="21"/>
                  </a:lnTo>
                  <a:lnTo>
                    <a:pt x="86" y="21"/>
                  </a:lnTo>
                  <a:lnTo>
                    <a:pt x="86" y="17"/>
                  </a:lnTo>
                  <a:close/>
                  <a:moveTo>
                    <a:pt x="95" y="17"/>
                  </a:moveTo>
                  <a:lnTo>
                    <a:pt x="99" y="17"/>
                  </a:lnTo>
                  <a:lnTo>
                    <a:pt x="99" y="21"/>
                  </a:lnTo>
                  <a:lnTo>
                    <a:pt x="95" y="21"/>
                  </a:lnTo>
                  <a:lnTo>
                    <a:pt x="95" y="17"/>
                  </a:lnTo>
                  <a:close/>
                  <a:moveTo>
                    <a:pt x="104" y="17"/>
                  </a:moveTo>
                  <a:lnTo>
                    <a:pt x="108" y="17"/>
                  </a:lnTo>
                  <a:lnTo>
                    <a:pt x="108" y="21"/>
                  </a:lnTo>
                  <a:lnTo>
                    <a:pt x="104" y="21"/>
                  </a:lnTo>
                  <a:lnTo>
                    <a:pt x="104" y="17"/>
                  </a:lnTo>
                  <a:close/>
                  <a:moveTo>
                    <a:pt x="113" y="17"/>
                  </a:moveTo>
                  <a:lnTo>
                    <a:pt x="117" y="17"/>
                  </a:lnTo>
                  <a:lnTo>
                    <a:pt x="117" y="21"/>
                  </a:lnTo>
                  <a:lnTo>
                    <a:pt x="113" y="21"/>
                  </a:lnTo>
                  <a:lnTo>
                    <a:pt x="113" y="17"/>
                  </a:lnTo>
                  <a:close/>
                  <a:moveTo>
                    <a:pt x="122" y="17"/>
                  </a:moveTo>
                  <a:lnTo>
                    <a:pt x="127" y="17"/>
                  </a:lnTo>
                  <a:lnTo>
                    <a:pt x="127" y="21"/>
                  </a:lnTo>
                  <a:lnTo>
                    <a:pt x="122" y="21"/>
                  </a:lnTo>
                  <a:lnTo>
                    <a:pt x="122" y="17"/>
                  </a:lnTo>
                  <a:close/>
                  <a:moveTo>
                    <a:pt x="131" y="17"/>
                  </a:moveTo>
                  <a:lnTo>
                    <a:pt x="136" y="17"/>
                  </a:lnTo>
                  <a:lnTo>
                    <a:pt x="136" y="21"/>
                  </a:lnTo>
                  <a:lnTo>
                    <a:pt x="131" y="21"/>
                  </a:lnTo>
                  <a:lnTo>
                    <a:pt x="131" y="17"/>
                  </a:lnTo>
                  <a:close/>
                  <a:moveTo>
                    <a:pt x="140" y="17"/>
                  </a:moveTo>
                  <a:lnTo>
                    <a:pt x="145" y="17"/>
                  </a:lnTo>
                  <a:lnTo>
                    <a:pt x="145" y="21"/>
                  </a:lnTo>
                  <a:lnTo>
                    <a:pt x="140" y="21"/>
                  </a:lnTo>
                  <a:lnTo>
                    <a:pt x="140" y="17"/>
                  </a:lnTo>
                  <a:close/>
                  <a:moveTo>
                    <a:pt x="149" y="17"/>
                  </a:moveTo>
                  <a:lnTo>
                    <a:pt x="154" y="17"/>
                  </a:lnTo>
                  <a:lnTo>
                    <a:pt x="154" y="21"/>
                  </a:lnTo>
                  <a:lnTo>
                    <a:pt x="149" y="21"/>
                  </a:lnTo>
                  <a:lnTo>
                    <a:pt x="149" y="17"/>
                  </a:lnTo>
                  <a:close/>
                  <a:moveTo>
                    <a:pt x="158" y="17"/>
                  </a:moveTo>
                  <a:lnTo>
                    <a:pt x="163" y="17"/>
                  </a:lnTo>
                  <a:lnTo>
                    <a:pt x="163" y="21"/>
                  </a:lnTo>
                  <a:lnTo>
                    <a:pt x="158" y="21"/>
                  </a:lnTo>
                  <a:lnTo>
                    <a:pt x="158" y="17"/>
                  </a:lnTo>
                  <a:close/>
                  <a:moveTo>
                    <a:pt x="167" y="17"/>
                  </a:moveTo>
                  <a:lnTo>
                    <a:pt x="172" y="17"/>
                  </a:lnTo>
                  <a:lnTo>
                    <a:pt x="172" y="21"/>
                  </a:lnTo>
                  <a:lnTo>
                    <a:pt x="167" y="21"/>
                  </a:lnTo>
                  <a:lnTo>
                    <a:pt x="167" y="17"/>
                  </a:lnTo>
                  <a:close/>
                  <a:moveTo>
                    <a:pt x="176" y="17"/>
                  </a:moveTo>
                  <a:lnTo>
                    <a:pt x="181" y="17"/>
                  </a:lnTo>
                  <a:lnTo>
                    <a:pt x="181" y="21"/>
                  </a:lnTo>
                  <a:lnTo>
                    <a:pt x="176" y="21"/>
                  </a:lnTo>
                  <a:lnTo>
                    <a:pt x="176" y="17"/>
                  </a:lnTo>
                  <a:close/>
                  <a:moveTo>
                    <a:pt x="186" y="17"/>
                  </a:moveTo>
                  <a:lnTo>
                    <a:pt x="190" y="17"/>
                  </a:lnTo>
                  <a:lnTo>
                    <a:pt x="190" y="21"/>
                  </a:lnTo>
                  <a:lnTo>
                    <a:pt x="186" y="21"/>
                  </a:lnTo>
                  <a:lnTo>
                    <a:pt x="186" y="17"/>
                  </a:lnTo>
                  <a:close/>
                  <a:moveTo>
                    <a:pt x="195" y="17"/>
                  </a:moveTo>
                  <a:lnTo>
                    <a:pt x="199" y="17"/>
                  </a:lnTo>
                  <a:lnTo>
                    <a:pt x="199" y="21"/>
                  </a:lnTo>
                  <a:lnTo>
                    <a:pt x="195" y="21"/>
                  </a:lnTo>
                  <a:lnTo>
                    <a:pt x="195" y="17"/>
                  </a:lnTo>
                  <a:close/>
                  <a:moveTo>
                    <a:pt x="204" y="17"/>
                  </a:moveTo>
                  <a:lnTo>
                    <a:pt x="208" y="17"/>
                  </a:lnTo>
                  <a:lnTo>
                    <a:pt x="208" y="21"/>
                  </a:lnTo>
                  <a:lnTo>
                    <a:pt x="204" y="21"/>
                  </a:lnTo>
                  <a:lnTo>
                    <a:pt x="204" y="17"/>
                  </a:lnTo>
                  <a:close/>
                  <a:moveTo>
                    <a:pt x="213" y="17"/>
                  </a:moveTo>
                  <a:lnTo>
                    <a:pt x="217" y="17"/>
                  </a:lnTo>
                  <a:lnTo>
                    <a:pt x="217" y="21"/>
                  </a:lnTo>
                  <a:lnTo>
                    <a:pt x="213" y="21"/>
                  </a:lnTo>
                  <a:lnTo>
                    <a:pt x="213" y="17"/>
                  </a:lnTo>
                  <a:close/>
                  <a:moveTo>
                    <a:pt x="222" y="17"/>
                  </a:moveTo>
                  <a:lnTo>
                    <a:pt x="226" y="17"/>
                  </a:lnTo>
                  <a:lnTo>
                    <a:pt x="226" y="21"/>
                  </a:lnTo>
                  <a:lnTo>
                    <a:pt x="222" y="21"/>
                  </a:lnTo>
                  <a:lnTo>
                    <a:pt x="222" y="17"/>
                  </a:lnTo>
                  <a:close/>
                  <a:moveTo>
                    <a:pt x="231" y="17"/>
                  </a:moveTo>
                  <a:lnTo>
                    <a:pt x="235" y="17"/>
                  </a:lnTo>
                  <a:lnTo>
                    <a:pt x="235" y="21"/>
                  </a:lnTo>
                  <a:lnTo>
                    <a:pt x="231" y="21"/>
                  </a:lnTo>
                  <a:lnTo>
                    <a:pt x="231" y="17"/>
                  </a:lnTo>
                  <a:close/>
                  <a:moveTo>
                    <a:pt x="240" y="17"/>
                  </a:moveTo>
                  <a:lnTo>
                    <a:pt x="245" y="17"/>
                  </a:lnTo>
                  <a:lnTo>
                    <a:pt x="245" y="21"/>
                  </a:lnTo>
                  <a:lnTo>
                    <a:pt x="240" y="21"/>
                  </a:lnTo>
                  <a:lnTo>
                    <a:pt x="240" y="17"/>
                  </a:lnTo>
                  <a:close/>
                  <a:moveTo>
                    <a:pt x="249" y="17"/>
                  </a:moveTo>
                  <a:lnTo>
                    <a:pt x="254" y="17"/>
                  </a:lnTo>
                  <a:lnTo>
                    <a:pt x="254" y="21"/>
                  </a:lnTo>
                  <a:lnTo>
                    <a:pt x="249" y="21"/>
                  </a:lnTo>
                  <a:lnTo>
                    <a:pt x="249" y="17"/>
                  </a:lnTo>
                  <a:close/>
                  <a:moveTo>
                    <a:pt x="258" y="17"/>
                  </a:moveTo>
                  <a:lnTo>
                    <a:pt x="263" y="17"/>
                  </a:lnTo>
                  <a:lnTo>
                    <a:pt x="263" y="21"/>
                  </a:lnTo>
                  <a:lnTo>
                    <a:pt x="258" y="21"/>
                  </a:lnTo>
                  <a:lnTo>
                    <a:pt x="258" y="17"/>
                  </a:lnTo>
                  <a:close/>
                  <a:moveTo>
                    <a:pt x="267" y="17"/>
                  </a:moveTo>
                  <a:lnTo>
                    <a:pt x="272" y="17"/>
                  </a:lnTo>
                  <a:lnTo>
                    <a:pt x="272" y="21"/>
                  </a:lnTo>
                  <a:lnTo>
                    <a:pt x="267" y="21"/>
                  </a:lnTo>
                  <a:lnTo>
                    <a:pt x="267" y="17"/>
                  </a:lnTo>
                  <a:close/>
                  <a:moveTo>
                    <a:pt x="276" y="17"/>
                  </a:moveTo>
                  <a:lnTo>
                    <a:pt x="281" y="17"/>
                  </a:lnTo>
                  <a:lnTo>
                    <a:pt x="281" y="21"/>
                  </a:lnTo>
                  <a:lnTo>
                    <a:pt x="276" y="21"/>
                  </a:lnTo>
                  <a:lnTo>
                    <a:pt x="276" y="17"/>
                  </a:lnTo>
                  <a:close/>
                  <a:moveTo>
                    <a:pt x="285" y="17"/>
                  </a:moveTo>
                  <a:lnTo>
                    <a:pt x="290" y="17"/>
                  </a:lnTo>
                  <a:lnTo>
                    <a:pt x="290" y="21"/>
                  </a:lnTo>
                  <a:lnTo>
                    <a:pt x="285" y="21"/>
                  </a:lnTo>
                  <a:lnTo>
                    <a:pt x="285" y="17"/>
                  </a:lnTo>
                  <a:close/>
                  <a:moveTo>
                    <a:pt x="294" y="17"/>
                  </a:moveTo>
                  <a:lnTo>
                    <a:pt x="299" y="17"/>
                  </a:lnTo>
                  <a:lnTo>
                    <a:pt x="299" y="21"/>
                  </a:lnTo>
                  <a:lnTo>
                    <a:pt x="294" y="21"/>
                  </a:lnTo>
                  <a:lnTo>
                    <a:pt x="294" y="17"/>
                  </a:lnTo>
                  <a:close/>
                  <a:moveTo>
                    <a:pt x="303" y="17"/>
                  </a:moveTo>
                  <a:lnTo>
                    <a:pt x="308" y="17"/>
                  </a:lnTo>
                  <a:lnTo>
                    <a:pt x="308" y="21"/>
                  </a:lnTo>
                  <a:lnTo>
                    <a:pt x="303" y="21"/>
                  </a:lnTo>
                  <a:lnTo>
                    <a:pt x="303" y="17"/>
                  </a:lnTo>
                  <a:close/>
                  <a:moveTo>
                    <a:pt x="38" y="38"/>
                  </a:moveTo>
                  <a:lnTo>
                    <a:pt x="0" y="19"/>
                  </a:lnTo>
                  <a:lnTo>
                    <a:pt x="38" y="0"/>
                  </a:lnTo>
                  <a:lnTo>
                    <a:pt x="38" y="38"/>
                  </a:lnTo>
                  <a:close/>
                  <a:moveTo>
                    <a:pt x="304" y="0"/>
                  </a:moveTo>
                  <a:lnTo>
                    <a:pt x="342" y="19"/>
                  </a:lnTo>
                  <a:lnTo>
                    <a:pt x="304" y="38"/>
                  </a:lnTo>
                  <a:lnTo>
                    <a:pt x="304" y="0"/>
                  </a:lnTo>
                  <a:close/>
                </a:path>
              </a:pathLst>
            </a:custGeom>
            <a:solidFill>
              <a:srgbClr val="5D8A14"/>
            </a:solidFill>
            <a:ln w="0" cap="flat">
              <a:solidFill>
                <a:srgbClr val="5D8A14"/>
              </a:solidFill>
              <a:prstDash val="solid"/>
              <a:round/>
              <a:headEnd/>
              <a:tailEnd/>
            </a:ln>
          </p:spPr>
          <p:txBody>
            <a:bodyPr vert="horz" wrap="square" lIns="45720" tIns="45720" rIns="4572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0070AD"/>
                </a:solidFill>
                <a:effectLst/>
                <a:uLnTx/>
                <a:uFillTx/>
                <a:latin typeface="Ubuntu"/>
                <a:ea typeface="+mn-ea"/>
                <a:cs typeface="+mn-cs"/>
              </a:endParaRPr>
            </a:p>
          </p:txBody>
        </p:sp>
        <p:sp>
          <p:nvSpPr>
            <p:cNvPr id="79" name="Freeform 37">
              <a:extLst>
                <a:ext uri="{FF2B5EF4-FFF2-40B4-BE49-F238E27FC236}">
                  <a16:creationId xmlns:a16="http://schemas.microsoft.com/office/drawing/2014/main" id="{C87479C6-C0C4-46A4-B14D-9B77BFB5D2D8}"/>
                </a:ext>
              </a:extLst>
            </p:cNvPr>
            <p:cNvSpPr>
              <a:spLocks noEditPoints="1"/>
            </p:cNvSpPr>
            <p:nvPr/>
          </p:nvSpPr>
          <p:spPr bwMode="auto">
            <a:xfrm>
              <a:off x="8746235" y="5372531"/>
              <a:ext cx="174129" cy="49014"/>
            </a:xfrm>
            <a:custGeom>
              <a:avLst/>
              <a:gdLst>
                <a:gd name="T0" fmla="*/ 31 w 135"/>
                <a:gd name="T1" fmla="*/ 17 h 38"/>
                <a:gd name="T2" fmla="*/ 36 w 135"/>
                <a:gd name="T3" fmla="*/ 17 h 38"/>
                <a:gd name="T4" fmla="*/ 36 w 135"/>
                <a:gd name="T5" fmla="*/ 21 h 38"/>
                <a:gd name="T6" fmla="*/ 31 w 135"/>
                <a:gd name="T7" fmla="*/ 21 h 38"/>
                <a:gd name="T8" fmla="*/ 31 w 135"/>
                <a:gd name="T9" fmla="*/ 17 h 38"/>
                <a:gd name="T10" fmla="*/ 40 w 135"/>
                <a:gd name="T11" fmla="*/ 17 h 38"/>
                <a:gd name="T12" fmla="*/ 45 w 135"/>
                <a:gd name="T13" fmla="*/ 17 h 38"/>
                <a:gd name="T14" fmla="*/ 45 w 135"/>
                <a:gd name="T15" fmla="*/ 21 h 38"/>
                <a:gd name="T16" fmla="*/ 40 w 135"/>
                <a:gd name="T17" fmla="*/ 21 h 38"/>
                <a:gd name="T18" fmla="*/ 40 w 135"/>
                <a:gd name="T19" fmla="*/ 17 h 38"/>
                <a:gd name="T20" fmla="*/ 49 w 135"/>
                <a:gd name="T21" fmla="*/ 17 h 38"/>
                <a:gd name="T22" fmla="*/ 54 w 135"/>
                <a:gd name="T23" fmla="*/ 17 h 38"/>
                <a:gd name="T24" fmla="*/ 54 w 135"/>
                <a:gd name="T25" fmla="*/ 21 h 38"/>
                <a:gd name="T26" fmla="*/ 49 w 135"/>
                <a:gd name="T27" fmla="*/ 21 h 38"/>
                <a:gd name="T28" fmla="*/ 49 w 135"/>
                <a:gd name="T29" fmla="*/ 17 h 38"/>
                <a:gd name="T30" fmla="*/ 59 w 135"/>
                <a:gd name="T31" fmla="*/ 17 h 38"/>
                <a:gd name="T32" fmla="*/ 63 w 135"/>
                <a:gd name="T33" fmla="*/ 17 h 38"/>
                <a:gd name="T34" fmla="*/ 63 w 135"/>
                <a:gd name="T35" fmla="*/ 21 h 38"/>
                <a:gd name="T36" fmla="*/ 59 w 135"/>
                <a:gd name="T37" fmla="*/ 21 h 38"/>
                <a:gd name="T38" fmla="*/ 59 w 135"/>
                <a:gd name="T39" fmla="*/ 17 h 38"/>
                <a:gd name="T40" fmla="*/ 68 w 135"/>
                <a:gd name="T41" fmla="*/ 17 h 38"/>
                <a:gd name="T42" fmla="*/ 72 w 135"/>
                <a:gd name="T43" fmla="*/ 17 h 38"/>
                <a:gd name="T44" fmla="*/ 72 w 135"/>
                <a:gd name="T45" fmla="*/ 21 h 38"/>
                <a:gd name="T46" fmla="*/ 68 w 135"/>
                <a:gd name="T47" fmla="*/ 21 h 38"/>
                <a:gd name="T48" fmla="*/ 68 w 135"/>
                <a:gd name="T49" fmla="*/ 17 h 38"/>
                <a:gd name="T50" fmla="*/ 77 w 135"/>
                <a:gd name="T51" fmla="*/ 17 h 38"/>
                <a:gd name="T52" fmla="*/ 81 w 135"/>
                <a:gd name="T53" fmla="*/ 17 h 38"/>
                <a:gd name="T54" fmla="*/ 81 w 135"/>
                <a:gd name="T55" fmla="*/ 21 h 38"/>
                <a:gd name="T56" fmla="*/ 77 w 135"/>
                <a:gd name="T57" fmla="*/ 21 h 38"/>
                <a:gd name="T58" fmla="*/ 77 w 135"/>
                <a:gd name="T59" fmla="*/ 17 h 38"/>
                <a:gd name="T60" fmla="*/ 86 w 135"/>
                <a:gd name="T61" fmla="*/ 17 h 38"/>
                <a:gd name="T62" fmla="*/ 90 w 135"/>
                <a:gd name="T63" fmla="*/ 17 h 38"/>
                <a:gd name="T64" fmla="*/ 90 w 135"/>
                <a:gd name="T65" fmla="*/ 21 h 38"/>
                <a:gd name="T66" fmla="*/ 86 w 135"/>
                <a:gd name="T67" fmla="*/ 21 h 38"/>
                <a:gd name="T68" fmla="*/ 86 w 135"/>
                <a:gd name="T69" fmla="*/ 17 h 38"/>
                <a:gd name="T70" fmla="*/ 95 w 135"/>
                <a:gd name="T71" fmla="*/ 17 h 38"/>
                <a:gd name="T72" fmla="*/ 99 w 135"/>
                <a:gd name="T73" fmla="*/ 17 h 38"/>
                <a:gd name="T74" fmla="*/ 99 w 135"/>
                <a:gd name="T75" fmla="*/ 21 h 38"/>
                <a:gd name="T76" fmla="*/ 95 w 135"/>
                <a:gd name="T77" fmla="*/ 21 h 38"/>
                <a:gd name="T78" fmla="*/ 95 w 135"/>
                <a:gd name="T79" fmla="*/ 17 h 38"/>
                <a:gd name="T80" fmla="*/ 38 w 135"/>
                <a:gd name="T81" fmla="*/ 38 h 38"/>
                <a:gd name="T82" fmla="*/ 0 w 135"/>
                <a:gd name="T83" fmla="*/ 19 h 38"/>
                <a:gd name="T84" fmla="*/ 38 w 135"/>
                <a:gd name="T85" fmla="*/ 0 h 38"/>
                <a:gd name="T86" fmla="*/ 38 w 135"/>
                <a:gd name="T87" fmla="*/ 38 h 38"/>
                <a:gd name="T88" fmla="*/ 97 w 135"/>
                <a:gd name="T89" fmla="*/ 0 h 38"/>
                <a:gd name="T90" fmla="*/ 135 w 135"/>
                <a:gd name="T91" fmla="*/ 19 h 38"/>
                <a:gd name="T92" fmla="*/ 97 w 135"/>
                <a:gd name="T93" fmla="*/ 38 h 38"/>
                <a:gd name="T94" fmla="*/ 97 w 135"/>
                <a:gd name="T9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35" h="38">
                  <a:moveTo>
                    <a:pt x="31" y="17"/>
                  </a:moveTo>
                  <a:lnTo>
                    <a:pt x="36" y="17"/>
                  </a:lnTo>
                  <a:lnTo>
                    <a:pt x="36" y="21"/>
                  </a:lnTo>
                  <a:lnTo>
                    <a:pt x="31" y="21"/>
                  </a:lnTo>
                  <a:lnTo>
                    <a:pt x="31" y="17"/>
                  </a:lnTo>
                  <a:close/>
                  <a:moveTo>
                    <a:pt x="40" y="17"/>
                  </a:moveTo>
                  <a:lnTo>
                    <a:pt x="45" y="17"/>
                  </a:lnTo>
                  <a:lnTo>
                    <a:pt x="45" y="21"/>
                  </a:lnTo>
                  <a:lnTo>
                    <a:pt x="40" y="21"/>
                  </a:lnTo>
                  <a:lnTo>
                    <a:pt x="40" y="17"/>
                  </a:lnTo>
                  <a:close/>
                  <a:moveTo>
                    <a:pt x="49" y="17"/>
                  </a:moveTo>
                  <a:lnTo>
                    <a:pt x="54" y="17"/>
                  </a:lnTo>
                  <a:lnTo>
                    <a:pt x="54" y="21"/>
                  </a:lnTo>
                  <a:lnTo>
                    <a:pt x="49" y="21"/>
                  </a:lnTo>
                  <a:lnTo>
                    <a:pt x="49" y="17"/>
                  </a:lnTo>
                  <a:close/>
                  <a:moveTo>
                    <a:pt x="59" y="17"/>
                  </a:moveTo>
                  <a:lnTo>
                    <a:pt x="63" y="17"/>
                  </a:lnTo>
                  <a:lnTo>
                    <a:pt x="63" y="21"/>
                  </a:lnTo>
                  <a:lnTo>
                    <a:pt x="59" y="21"/>
                  </a:lnTo>
                  <a:lnTo>
                    <a:pt x="59" y="17"/>
                  </a:lnTo>
                  <a:close/>
                  <a:moveTo>
                    <a:pt x="68" y="17"/>
                  </a:moveTo>
                  <a:lnTo>
                    <a:pt x="72" y="17"/>
                  </a:lnTo>
                  <a:lnTo>
                    <a:pt x="72" y="21"/>
                  </a:lnTo>
                  <a:lnTo>
                    <a:pt x="68" y="21"/>
                  </a:lnTo>
                  <a:lnTo>
                    <a:pt x="68" y="17"/>
                  </a:lnTo>
                  <a:close/>
                  <a:moveTo>
                    <a:pt x="77" y="17"/>
                  </a:moveTo>
                  <a:lnTo>
                    <a:pt x="81" y="17"/>
                  </a:lnTo>
                  <a:lnTo>
                    <a:pt x="81" y="21"/>
                  </a:lnTo>
                  <a:lnTo>
                    <a:pt x="77" y="21"/>
                  </a:lnTo>
                  <a:lnTo>
                    <a:pt x="77" y="17"/>
                  </a:lnTo>
                  <a:close/>
                  <a:moveTo>
                    <a:pt x="86" y="17"/>
                  </a:moveTo>
                  <a:lnTo>
                    <a:pt x="90" y="17"/>
                  </a:lnTo>
                  <a:lnTo>
                    <a:pt x="90" y="21"/>
                  </a:lnTo>
                  <a:lnTo>
                    <a:pt x="86" y="21"/>
                  </a:lnTo>
                  <a:lnTo>
                    <a:pt x="86" y="17"/>
                  </a:lnTo>
                  <a:close/>
                  <a:moveTo>
                    <a:pt x="95" y="17"/>
                  </a:moveTo>
                  <a:lnTo>
                    <a:pt x="99" y="17"/>
                  </a:lnTo>
                  <a:lnTo>
                    <a:pt x="99" y="21"/>
                  </a:lnTo>
                  <a:lnTo>
                    <a:pt x="95" y="21"/>
                  </a:lnTo>
                  <a:lnTo>
                    <a:pt x="95" y="17"/>
                  </a:lnTo>
                  <a:close/>
                  <a:moveTo>
                    <a:pt x="38" y="38"/>
                  </a:moveTo>
                  <a:lnTo>
                    <a:pt x="0" y="19"/>
                  </a:lnTo>
                  <a:lnTo>
                    <a:pt x="38" y="0"/>
                  </a:lnTo>
                  <a:lnTo>
                    <a:pt x="38" y="38"/>
                  </a:lnTo>
                  <a:close/>
                  <a:moveTo>
                    <a:pt x="97" y="0"/>
                  </a:moveTo>
                  <a:lnTo>
                    <a:pt x="135" y="19"/>
                  </a:lnTo>
                  <a:lnTo>
                    <a:pt x="97" y="38"/>
                  </a:lnTo>
                  <a:lnTo>
                    <a:pt x="97" y="0"/>
                  </a:lnTo>
                  <a:close/>
                </a:path>
              </a:pathLst>
            </a:custGeom>
            <a:solidFill>
              <a:srgbClr val="8E6400"/>
            </a:solidFill>
            <a:ln w="0" cap="flat">
              <a:solidFill>
                <a:srgbClr val="8E6400"/>
              </a:solidFill>
              <a:prstDash val="solid"/>
              <a:round/>
              <a:headEnd/>
              <a:tailEnd/>
            </a:ln>
          </p:spPr>
          <p:txBody>
            <a:bodyPr vert="horz" wrap="square" lIns="45720" tIns="45720" rIns="4572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1" i="0" u="none" strike="noStrike" kern="1200" cap="none" spc="0" normalizeH="0" baseline="0" noProof="0">
                <a:ln>
                  <a:noFill/>
                </a:ln>
                <a:solidFill>
                  <a:srgbClr val="0070AD"/>
                </a:solidFill>
                <a:effectLst/>
                <a:uLnTx/>
                <a:uFillTx/>
                <a:latin typeface="Ubuntu"/>
                <a:ea typeface="+mn-ea"/>
                <a:cs typeface="+mn-cs"/>
              </a:endParaRPr>
            </a:p>
          </p:txBody>
        </p:sp>
        <p:sp>
          <p:nvSpPr>
            <p:cNvPr id="80" name="Rectangle 38">
              <a:extLst>
                <a:ext uri="{FF2B5EF4-FFF2-40B4-BE49-F238E27FC236}">
                  <a16:creationId xmlns:a16="http://schemas.microsoft.com/office/drawing/2014/main" id="{7DD46D8B-FFF4-4535-B465-886C7132E990}"/>
                </a:ext>
              </a:extLst>
            </p:cNvPr>
            <p:cNvSpPr>
              <a:spLocks noChangeArrowheads="1"/>
            </p:cNvSpPr>
            <p:nvPr/>
          </p:nvSpPr>
          <p:spPr bwMode="auto">
            <a:xfrm>
              <a:off x="8470470" y="4574905"/>
              <a:ext cx="707281" cy="223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45720" tIns="45720" rIns="45720" bIns="4572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742950" rtl="0" eaLnBrk="0" fontAlgn="base" latinLnBrk="0" hangingPunct="0">
                <a:lnSpc>
                  <a:spcPct val="100000"/>
                </a:lnSpc>
                <a:spcBef>
                  <a:spcPct val="0"/>
                </a:spcBef>
                <a:spcAft>
                  <a:spcPct val="0"/>
                </a:spcAft>
                <a:buClrTx/>
                <a:buSzTx/>
                <a:buFontTx/>
                <a:buNone/>
                <a:tabLst/>
                <a:defRPr/>
              </a:pPr>
              <a:r>
                <a:rPr kumimoji="0" lang="fr-FR" altLang="fr-FR" sz="1400" b="1" i="0" u="none" strike="noStrike" kern="1200" cap="none" spc="0" normalizeH="0" baseline="0" noProof="0">
                  <a:ln>
                    <a:noFill/>
                  </a:ln>
                  <a:solidFill>
                    <a:srgbClr val="0070AD"/>
                  </a:solidFill>
                  <a:effectLst/>
                  <a:uLnTx/>
                  <a:uFillTx/>
                  <a:latin typeface="Ubuntu"/>
                  <a:ea typeface="+mn-ea"/>
                  <a:cs typeface="+mn-cs"/>
                </a:rPr>
                <a:t>V Cycle</a:t>
              </a:r>
            </a:p>
          </p:txBody>
        </p:sp>
      </p:grpSp>
      <p:pic>
        <p:nvPicPr>
          <p:cNvPr id="81" name="Picture 80">
            <a:extLst>
              <a:ext uri="{FF2B5EF4-FFF2-40B4-BE49-F238E27FC236}">
                <a16:creationId xmlns:a16="http://schemas.microsoft.com/office/drawing/2014/main" id="{7DCF4A9C-ED4B-4210-8EBB-A337C40B517F}"/>
              </a:ext>
            </a:extLst>
          </p:cNvPr>
          <p:cNvPicPr>
            <a:picLocks noChangeAspect="1"/>
          </p:cNvPicPr>
          <p:nvPr/>
        </p:nvPicPr>
        <p:blipFill>
          <a:blip r:embed="rId6"/>
          <a:stretch>
            <a:fillRect/>
          </a:stretch>
        </p:blipFill>
        <p:spPr>
          <a:xfrm>
            <a:off x="10665626" y="122983"/>
            <a:ext cx="1440000" cy="689886"/>
          </a:xfrm>
          <a:prstGeom prst="rect">
            <a:avLst/>
          </a:prstGeom>
        </p:spPr>
      </p:pic>
      <p:sp>
        <p:nvSpPr>
          <p:cNvPr id="82" name="Oval 81">
            <a:extLst>
              <a:ext uri="{FF2B5EF4-FFF2-40B4-BE49-F238E27FC236}">
                <a16:creationId xmlns:a16="http://schemas.microsoft.com/office/drawing/2014/main" id="{25646BA7-229B-4664-88BD-9108AF0F1711}"/>
              </a:ext>
            </a:extLst>
          </p:cNvPr>
          <p:cNvSpPr/>
          <p:nvPr/>
        </p:nvSpPr>
        <p:spPr>
          <a:xfrm>
            <a:off x="11777664" y="94536"/>
            <a:ext cx="328326" cy="335526"/>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Ubuntu"/>
                <a:ea typeface="+mn-ea"/>
                <a:cs typeface="+mn-cs"/>
              </a:rPr>
              <a:t>b</a:t>
            </a:r>
          </a:p>
        </p:txBody>
      </p:sp>
      <p:pic>
        <p:nvPicPr>
          <p:cNvPr id="83" name="Picture 82">
            <a:extLst>
              <a:ext uri="{FF2B5EF4-FFF2-40B4-BE49-F238E27FC236}">
                <a16:creationId xmlns:a16="http://schemas.microsoft.com/office/drawing/2014/main" id="{7D224C58-EA86-4756-8FA3-5572B4A9E63E}"/>
              </a:ext>
            </a:extLst>
          </p:cNvPr>
          <p:cNvPicPr>
            <a:picLocks noChangeAspect="1"/>
          </p:cNvPicPr>
          <p:nvPr/>
        </p:nvPicPr>
        <p:blipFill>
          <a:blip r:embed="rId7"/>
          <a:stretch>
            <a:fillRect/>
          </a:stretch>
        </p:blipFill>
        <p:spPr>
          <a:xfrm>
            <a:off x="10757804" y="799441"/>
            <a:ext cx="1260000" cy="288698"/>
          </a:xfrm>
          <a:prstGeom prst="rect">
            <a:avLst/>
          </a:prstGeom>
        </p:spPr>
      </p:pic>
      <p:sp>
        <p:nvSpPr>
          <p:cNvPr id="5" name="Rectangle à coins arrondis 52">
            <a:extLst>
              <a:ext uri="{FF2B5EF4-FFF2-40B4-BE49-F238E27FC236}">
                <a16:creationId xmlns:a16="http://schemas.microsoft.com/office/drawing/2014/main" id="{F6BA88B2-B513-4CED-96B1-09F74008D865}"/>
              </a:ext>
            </a:extLst>
          </p:cNvPr>
          <p:cNvSpPr/>
          <p:nvPr/>
        </p:nvSpPr>
        <p:spPr>
          <a:xfrm>
            <a:off x="380470" y="966857"/>
            <a:ext cx="4251253" cy="374820"/>
          </a:xfrm>
          <a:prstGeom prst="roundRect">
            <a:avLst>
              <a:gd name="adj" fmla="val 50000"/>
            </a:avLst>
          </a:prstGeom>
          <a:solidFill>
            <a:schemeClr val="accent1"/>
          </a:solidFill>
          <a:ln w="25400" cap="flat" cmpd="sng" algn="ctr">
            <a:solidFill>
              <a:schemeClr val="bg2"/>
            </a:solidFill>
            <a:prstDash val="solid"/>
          </a:ln>
          <a:effectLst/>
        </p:spPr>
        <p:txBody>
          <a:bodyPr wrap="none" lIns="216000" rtlCol="0" anchor="ctr"/>
          <a:lstStyle/>
          <a:p>
            <a:pPr marL="0" marR="0" lvl="0" indent="0" algn="l" defTabSz="8162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white"/>
                </a:solidFill>
                <a:effectLst/>
                <a:uLnTx/>
                <a:uFillTx/>
                <a:latin typeface="Ubuntu Medium"/>
                <a:ea typeface="+mn-ea"/>
                <a:cs typeface="+mn-cs"/>
              </a:rPr>
              <a:t>Objectives</a:t>
            </a:r>
          </a:p>
        </p:txBody>
      </p:sp>
      <p:sp>
        <p:nvSpPr>
          <p:cNvPr id="84" name="Rectangle à coins arrondis 59">
            <a:extLst>
              <a:ext uri="{FF2B5EF4-FFF2-40B4-BE49-F238E27FC236}">
                <a16:creationId xmlns:a16="http://schemas.microsoft.com/office/drawing/2014/main" id="{B920D130-C2FD-4456-807C-A8E3A08946D3}"/>
              </a:ext>
            </a:extLst>
          </p:cNvPr>
          <p:cNvSpPr/>
          <p:nvPr/>
        </p:nvSpPr>
        <p:spPr>
          <a:xfrm>
            <a:off x="380470" y="2584351"/>
            <a:ext cx="4251253" cy="374820"/>
          </a:xfrm>
          <a:prstGeom prst="roundRect">
            <a:avLst>
              <a:gd name="adj" fmla="val 50000"/>
            </a:avLst>
          </a:prstGeom>
          <a:solidFill>
            <a:schemeClr val="accent3"/>
          </a:solidFill>
          <a:ln w="25400" cap="flat" cmpd="sng" algn="ctr">
            <a:solidFill>
              <a:schemeClr val="bg2"/>
            </a:solidFill>
            <a:prstDash val="solid"/>
          </a:ln>
          <a:effectLst/>
        </p:spPr>
        <p:txBody>
          <a:bodyPr wrap="none" lIns="21600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t-PT" sz="1600" b="1" i="0" u="none" strike="noStrike" kern="1200" cap="none" spc="0" normalizeH="0" baseline="0" noProof="0">
                <a:ln>
                  <a:noFill/>
                </a:ln>
                <a:solidFill>
                  <a:srgbClr val="FFFFFF"/>
                </a:solidFill>
                <a:effectLst/>
                <a:uLnTx/>
                <a:uFillTx/>
                <a:latin typeface="Ubuntu"/>
                <a:ea typeface="+mn-ea"/>
                <a:cs typeface="+mn-cs"/>
              </a:rPr>
              <a:t>Activities</a:t>
            </a:r>
            <a:endParaRPr kumimoji="0" lang="pt-PT" sz="2400" b="1" i="0" u="none" strike="noStrike" kern="1200" cap="none" spc="0" normalizeH="0" baseline="0" noProof="0">
              <a:ln>
                <a:noFill/>
              </a:ln>
              <a:solidFill>
                <a:srgbClr val="FFFFFF"/>
              </a:solidFill>
              <a:effectLst/>
              <a:uLnTx/>
              <a:uFillTx/>
              <a:latin typeface="Ubuntu"/>
              <a:ea typeface="+mn-ea"/>
              <a:cs typeface="+mn-cs"/>
            </a:endParaRPr>
          </a:p>
        </p:txBody>
      </p:sp>
    </p:spTree>
    <p:extLst>
      <p:ext uri="{BB962C8B-B14F-4D97-AF65-F5344CB8AC3E}">
        <p14:creationId xmlns:p14="http://schemas.microsoft.com/office/powerpoint/2010/main" val="17048209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C3A993B6-D630-444D-8BD0-D3BE196A54AB}"/>
              </a:ext>
            </a:extLst>
          </p:cNvPr>
          <p:cNvSpPr/>
          <p:nvPr/>
        </p:nvSpPr>
        <p:spPr>
          <a:xfrm>
            <a:off x="498830" y="1098326"/>
            <a:ext cx="3379617" cy="677108"/>
          </a:xfrm>
          <a:prstGeom prst="rect">
            <a:avLst/>
          </a:prstGeom>
        </p:spPr>
        <p:txBody>
          <a:bodyPr wrap="square" lIns="0" tIns="0" rIns="0" bIns="0">
            <a:spAutoFit/>
          </a:bodyPr>
          <a:lstStyle/>
          <a:p>
            <a:pPr marL="228600" marR="0" lvl="0" indent="-2286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Unclear to-be processes &amp; Journeys</a:t>
            </a:r>
          </a:p>
          <a:p>
            <a:pPr marL="228600" marR="0" lvl="0" indent="-2286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Undefined Product Model</a:t>
            </a:r>
          </a:p>
          <a:p>
            <a:pPr marL="228600" marR="0" lvl="0" indent="-2286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Superficial requirements with no details</a:t>
            </a:r>
          </a:p>
          <a:p>
            <a:pPr marL="228600" marR="0" lvl="0" indent="-2286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Resistance to Change &amp; reimplement legacy</a:t>
            </a:r>
          </a:p>
        </p:txBody>
      </p:sp>
      <p:sp>
        <p:nvSpPr>
          <p:cNvPr id="22" name="Freeform 37">
            <a:extLst>
              <a:ext uri="{FF2B5EF4-FFF2-40B4-BE49-F238E27FC236}">
                <a16:creationId xmlns:a16="http://schemas.microsoft.com/office/drawing/2014/main" id="{8A3915FF-7416-47E8-A10E-9AC64757BD94}"/>
              </a:ext>
            </a:extLst>
          </p:cNvPr>
          <p:cNvSpPr>
            <a:spLocks/>
          </p:cNvSpPr>
          <p:nvPr/>
        </p:nvSpPr>
        <p:spPr bwMode="auto">
          <a:xfrm>
            <a:off x="3626596" y="1154176"/>
            <a:ext cx="4587824" cy="586516"/>
          </a:xfrm>
          <a:custGeom>
            <a:avLst/>
            <a:gdLst>
              <a:gd name="T0" fmla="*/ 9214 w 9214"/>
              <a:gd name="T1" fmla="*/ 351 h 1457"/>
              <a:gd name="T2" fmla="*/ 9214 w 9214"/>
              <a:gd name="T3" fmla="*/ 1106 h 1457"/>
              <a:gd name="T4" fmla="*/ 8863 w 9214"/>
              <a:gd name="T5" fmla="*/ 1457 h 1457"/>
              <a:gd name="T6" fmla="*/ 351 w 9214"/>
              <a:gd name="T7" fmla="*/ 1457 h 1457"/>
              <a:gd name="T8" fmla="*/ 0 w 9214"/>
              <a:gd name="T9" fmla="*/ 1106 h 1457"/>
              <a:gd name="T10" fmla="*/ 0 w 9214"/>
              <a:gd name="T11" fmla="*/ 351 h 1457"/>
              <a:gd name="T12" fmla="*/ 351 w 9214"/>
              <a:gd name="T13" fmla="*/ 0 h 1457"/>
              <a:gd name="T14" fmla="*/ 8863 w 9214"/>
              <a:gd name="T15" fmla="*/ 0 h 1457"/>
              <a:gd name="T16" fmla="*/ 9214 w 9214"/>
              <a:gd name="T17" fmla="*/ 351 h 1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214" h="1457">
                <a:moveTo>
                  <a:pt x="9214" y="351"/>
                </a:moveTo>
                <a:cubicBezTo>
                  <a:pt x="9214" y="1106"/>
                  <a:pt x="9214" y="1106"/>
                  <a:pt x="9214" y="1106"/>
                </a:cubicBezTo>
                <a:cubicBezTo>
                  <a:pt x="9214" y="1300"/>
                  <a:pt x="9057" y="1457"/>
                  <a:pt x="8863" y="1457"/>
                </a:cubicBezTo>
                <a:cubicBezTo>
                  <a:pt x="351" y="1457"/>
                  <a:pt x="351" y="1457"/>
                  <a:pt x="351" y="1457"/>
                </a:cubicBezTo>
                <a:cubicBezTo>
                  <a:pt x="158" y="1457"/>
                  <a:pt x="0" y="1300"/>
                  <a:pt x="0" y="1106"/>
                </a:cubicBezTo>
                <a:cubicBezTo>
                  <a:pt x="0" y="351"/>
                  <a:pt x="0" y="351"/>
                  <a:pt x="0" y="351"/>
                </a:cubicBezTo>
                <a:cubicBezTo>
                  <a:pt x="0" y="157"/>
                  <a:pt x="158" y="0"/>
                  <a:pt x="351" y="0"/>
                </a:cubicBezTo>
                <a:cubicBezTo>
                  <a:pt x="8863" y="0"/>
                  <a:pt x="8863" y="0"/>
                  <a:pt x="8863" y="0"/>
                </a:cubicBezTo>
                <a:cubicBezTo>
                  <a:pt x="9057" y="0"/>
                  <a:pt x="9214" y="157"/>
                  <a:pt x="9214" y="351"/>
                </a:cubicBezTo>
              </a:path>
            </a:pathLst>
          </a:custGeom>
          <a:solidFill>
            <a:schemeClr val="bg1">
              <a:lumMod val="85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pic>
        <p:nvPicPr>
          <p:cNvPr id="23" name="Picture 22">
            <a:extLst>
              <a:ext uri="{FF2B5EF4-FFF2-40B4-BE49-F238E27FC236}">
                <a16:creationId xmlns:a16="http://schemas.microsoft.com/office/drawing/2014/main" id="{32CC35DA-8F7B-485F-A5EB-F9C9F54A8BAB}"/>
              </a:ext>
            </a:extLst>
          </p:cNvPr>
          <p:cNvPicPr>
            <a:picLocks noChangeAspect="1"/>
          </p:cNvPicPr>
          <p:nvPr/>
        </p:nvPicPr>
        <p:blipFill rotWithShape="1">
          <a:blip r:embed="rId3">
            <a:extLst>
              <a:ext uri="{28A0092B-C50C-407E-A947-70E740481C1C}">
                <a14:useLocalDpi xmlns:a14="http://schemas.microsoft.com/office/drawing/2010/main" val="0"/>
              </a:ext>
            </a:extLst>
          </a:blip>
          <a:srcRect r="51838"/>
          <a:stretch/>
        </p:blipFill>
        <p:spPr>
          <a:xfrm rot="5400000" flipV="1">
            <a:off x="5338578" y="1147833"/>
            <a:ext cx="624062" cy="539772"/>
          </a:xfrm>
          <a:prstGeom prst="rect">
            <a:avLst/>
          </a:prstGeom>
        </p:spPr>
      </p:pic>
      <p:pic>
        <p:nvPicPr>
          <p:cNvPr id="24" name="Picture 23">
            <a:extLst>
              <a:ext uri="{FF2B5EF4-FFF2-40B4-BE49-F238E27FC236}">
                <a16:creationId xmlns:a16="http://schemas.microsoft.com/office/drawing/2014/main" id="{940DD9DA-825D-44FE-A001-EEEDFCFC0FC6}"/>
              </a:ext>
            </a:extLst>
          </p:cNvPr>
          <p:cNvPicPr>
            <a:picLocks noChangeAspect="1"/>
          </p:cNvPicPr>
          <p:nvPr/>
        </p:nvPicPr>
        <p:blipFill rotWithShape="1">
          <a:blip r:embed="rId3">
            <a:extLst>
              <a:ext uri="{28A0092B-C50C-407E-A947-70E740481C1C}">
                <a14:useLocalDpi xmlns:a14="http://schemas.microsoft.com/office/drawing/2010/main" val="0"/>
              </a:ext>
            </a:extLst>
          </a:blip>
          <a:srcRect r="51838"/>
          <a:stretch/>
        </p:blipFill>
        <p:spPr>
          <a:xfrm rot="16200000" flipH="1" flipV="1">
            <a:off x="3494958" y="1147834"/>
            <a:ext cx="624062" cy="539772"/>
          </a:xfrm>
          <a:prstGeom prst="rect">
            <a:avLst/>
          </a:prstGeom>
        </p:spPr>
      </p:pic>
      <p:sp>
        <p:nvSpPr>
          <p:cNvPr id="25" name="Freeform 40">
            <a:extLst>
              <a:ext uri="{FF2B5EF4-FFF2-40B4-BE49-F238E27FC236}">
                <a16:creationId xmlns:a16="http://schemas.microsoft.com/office/drawing/2014/main" id="{080C6BA2-6F94-47CA-96BC-4DA8AB346841}"/>
              </a:ext>
            </a:extLst>
          </p:cNvPr>
          <p:cNvSpPr>
            <a:spLocks/>
          </p:cNvSpPr>
          <p:nvPr/>
        </p:nvSpPr>
        <p:spPr bwMode="auto">
          <a:xfrm>
            <a:off x="4077227" y="808698"/>
            <a:ext cx="1285452" cy="921053"/>
          </a:xfrm>
          <a:custGeom>
            <a:avLst/>
            <a:gdLst>
              <a:gd name="T0" fmla="*/ 2630 w 2630"/>
              <a:gd name="T1" fmla="*/ 617 h 2347"/>
              <a:gd name="T2" fmla="*/ 2630 w 2630"/>
              <a:gd name="T3" fmla="*/ 2181 h 2347"/>
              <a:gd name="T4" fmla="*/ 2607 w 2630"/>
              <a:gd name="T5" fmla="*/ 2347 h 2347"/>
              <a:gd name="T6" fmla="*/ 23 w 2630"/>
              <a:gd name="T7" fmla="*/ 2347 h 2347"/>
              <a:gd name="T8" fmla="*/ 0 w 2630"/>
              <a:gd name="T9" fmla="*/ 2181 h 2347"/>
              <a:gd name="T10" fmla="*/ 0 w 2630"/>
              <a:gd name="T11" fmla="*/ 617 h 2347"/>
              <a:gd name="T12" fmla="*/ 617 w 2630"/>
              <a:gd name="T13" fmla="*/ 0 h 2347"/>
              <a:gd name="T14" fmla="*/ 2013 w 2630"/>
              <a:gd name="T15" fmla="*/ 0 h 2347"/>
              <a:gd name="T16" fmla="*/ 2630 w 2630"/>
              <a:gd name="T17" fmla="*/ 617 h 2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30" h="2347">
                <a:moveTo>
                  <a:pt x="2630" y="617"/>
                </a:moveTo>
                <a:cubicBezTo>
                  <a:pt x="2630" y="2181"/>
                  <a:pt x="2630" y="2181"/>
                  <a:pt x="2630" y="2181"/>
                </a:cubicBezTo>
                <a:cubicBezTo>
                  <a:pt x="2630" y="2239"/>
                  <a:pt x="2622" y="2294"/>
                  <a:pt x="2607" y="2347"/>
                </a:cubicBezTo>
                <a:cubicBezTo>
                  <a:pt x="23" y="2347"/>
                  <a:pt x="23" y="2347"/>
                  <a:pt x="23" y="2347"/>
                </a:cubicBezTo>
                <a:cubicBezTo>
                  <a:pt x="8" y="2294"/>
                  <a:pt x="0" y="2239"/>
                  <a:pt x="0" y="2181"/>
                </a:cubicBezTo>
                <a:cubicBezTo>
                  <a:pt x="0" y="617"/>
                  <a:pt x="0" y="617"/>
                  <a:pt x="0" y="617"/>
                </a:cubicBezTo>
                <a:cubicBezTo>
                  <a:pt x="0" y="276"/>
                  <a:pt x="277" y="0"/>
                  <a:pt x="617" y="0"/>
                </a:cubicBezTo>
                <a:cubicBezTo>
                  <a:pt x="2013" y="0"/>
                  <a:pt x="2013" y="0"/>
                  <a:pt x="2013" y="0"/>
                </a:cubicBezTo>
                <a:cubicBezTo>
                  <a:pt x="2354" y="0"/>
                  <a:pt x="2630" y="276"/>
                  <a:pt x="2630" y="617"/>
                </a:cubicBezTo>
                <a:close/>
              </a:path>
            </a:pathLst>
          </a:custGeom>
          <a:solidFill>
            <a:schemeClr val="bg1">
              <a:lumMod val="85000"/>
            </a:schemeClr>
          </a:solidFill>
          <a:ln w="9525">
            <a:noFill/>
            <a:round/>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28" name="Rectangle 27">
            <a:extLst>
              <a:ext uri="{FF2B5EF4-FFF2-40B4-BE49-F238E27FC236}">
                <a16:creationId xmlns:a16="http://schemas.microsoft.com/office/drawing/2014/main" id="{3F138113-B648-4CE0-A8BA-AC1768FE598B}"/>
              </a:ext>
            </a:extLst>
          </p:cNvPr>
          <p:cNvSpPr/>
          <p:nvPr/>
        </p:nvSpPr>
        <p:spPr>
          <a:xfrm>
            <a:off x="6269066" y="1293546"/>
            <a:ext cx="1111203" cy="338554"/>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Inception</a:t>
            </a:r>
            <a:endParaRPr kumimoji="0" lang="en-US" sz="16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29" name="Freeform 37">
            <a:extLst>
              <a:ext uri="{FF2B5EF4-FFF2-40B4-BE49-F238E27FC236}">
                <a16:creationId xmlns:a16="http://schemas.microsoft.com/office/drawing/2014/main" id="{825B6F11-CA63-4A27-8E89-26B773868E42}"/>
              </a:ext>
            </a:extLst>
          </p:cNvPr>
          <p:cNvSpPr>
            <a:spLocks/>
          </p:cNvSpPr>
          <p:nvPr/>
        </p:nvSpPr>
        <p:spPr bwMode="auto">
          <a:xfrm>
            <a:off x="3712181" y="3219650"/>
            <a:ext cx="4502241" cy="586516"/>
          </a:xfrm>
          <a:custGeom>
            <a:avLst/>
            <a:gdLst>
              <a:gd name="T0" fmla="*/ 9214 w 9214"/>
              <a:gd name="T1" fmla="*/ 351 h 1457"/>
              <a:gd name="T2" fmla="*/ 9214 w 9214"/>
              <a:gd name="T3" fmla="*/ 1106 h 1457"/>
              <a:gd name="T4" fmla="*/ 8863 w 9214"/>
              <a:gd name="T5" fmla="*/ 1457 h 1457"/>
              <a:gd name="T6" fmla="*/ 351 w 9214"/>
              <a:gd name="T7" fmla="*/ 1457 h 1457"/>
              <a:gd name="T8" fmla="*/ 0 w 9214"/>
              <a:gd name="T9" fmla="*/ 1106 h 1457"/>
              <a:gd name="T10" fmla="*/ 0 w 9214"/>
              <a:gd name="T11" fmla="*/ 351 h 1457"/>
              <a:gd name="T12" fmla="*/ 351 w 9214"/>
              <a:gd name="T13" fmla="*/ 0 h 1457"/>
              <a:gd name="T14" fmla="*/ 8863 w 9214"/>
              <a:gd name="T15" fmla="*/ 0 h 1457"/>
              <a:gd name="T16" fmla="*/ 9214 w 9214"/>
              <a:gd name="T17" fmla="*/ 351 h 1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214" h="1457">
                <a:moveTo>
                  <a:pt x="9214" y="351"/>
                </a:moveTo>
                <a:cubicBezTo>
                  <a:pt x="9214" y="1106"/>
                  <a:pt x="9214" y="1106"/>
                  <a:pt x="9214" y="1106"/>
                </a:cubicBezTo>
                <a:cubicBezTo>
                  <a:pt x="9214" y="1300"/>
                  <a:pt x="9057" y="1457"/>
                  <a:pt x="8863" y="1457"/>
                </a:cubicBezTo>
                <a:cubicBezTo>
                  <a:pt x="351" y="1457"/>
                  <a:pt x="351" y="1457"/>
                  <a:pt x="351" y="1457"/>
                </a:cubicBezTo>
                <a:cubicBezTo>
                  <a:pt x="158" y="1457"/>
                  <a:pt x="0" y="1300"/>
                  <a:pt x="0" y="1106"/>
                </a:cubicBezTo>
                <a:cubicBezTo>
                  <a:pt x="0" y="351"/>
                  <a:pt x="0" y="351"/>
                  <a:pt x="0" y="351"/>
                </a:cubicBezTo>
                <a:cubicBezTo>
                  <a:pt x="0" y="157"/>
                  <a:pt x="158" y="0"/>
                  <a:pt x="351" y="0"/>
                </a:cubicBezTo>
                <a:cubicBezTo>
                  <a:pt x="8863" y="0"/>
                  <a:pt x="8863" y="0"/>
                  <a:pt x="8863" y="0"/>
                </a:cubicBezTo>
                <a:cubicBezTo>
                  <a:pt x="9057" y="0"/>
                  <a:pt x="9214" y="157"/>
                  <a:pt x="9214" y="351"/>
                </a:cubicBezTo>
              </a:path>
            </a:pathLst>
          </a:custGeom>
          <a:solidFill>
            <a:schemeClr val="accent5">
              <a:lumMod val="40000"/>
              <a:lumOff val="6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30" name="Rectangle 29">
            <a:extLst>
              <a:ext uri="{FF2B5EF4-FFF2-40B4-BE49-F238E27FC236}">
                <a16:creationId xmlns:a16="http://schemas.microsoft.com/office/drawing/2014/main" id="{61788354-BBD5-4F2E-B991-3738237FB0A4}"/>
              </a:ext>
            </a:extLst>
          </p:cNvPr>
          <p:cNvSpPr/>
          <p:nvPr/>
        </p:nvSpPr>
        <p:spPr>
          <a:xfrm>
            <a:off x="5587987" y="3326736"/>
            <a:ext cx="2675812"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Scope</a:t>
            </a:r>
          </a:p>
        </p:txBody>
      </p:sp>
      <p:pic>
        <p:nvPicPr>
          <p:cNvPr id="31" name="Picture 30">
            <a:extLst>
              <a:ext uri="{FF2B5EF4-FFF2-40B4-BE49-F238E27FC236}">
                <a16:creationId xmlns:a16="http://schemas.microsoft.com/office/drawing/2014/main" id="{0E617128-96E7-439A-B115-C83E14F01F42}"/>
              </a:ext>
            </a:extLst>
          </p:cNvPr>
          <p:cNvPicPr>
            <a:picLocks noChangeAspect="1"/>
          </p:cNvPicPr>
          <p:nvPr/>
        </p:nvPicPr>
        <p:blipFill rotWithShape="1">
          <a:blip r:embed="rId3">
            <a:extLst>
              <a:ext uri="{28A0092B-C50C-407E-A947-70E740481C1C}">
                <a14:useLocalDpi xmlns:a14="http://schemas.microsoft.com/office/drawing/2010/main" val="0"/>
              </a:ext>
            </a:extLst>
          </a:blip>
          <a:srcRect r="51838"/>
          <a:stretch/>
        </p:blipFill>
        <p:spPr>
          <a:xfrm rot="5400000" flipV="1">
            <a:off x="5410224" y="3198222"/>
            <a:ext cx="576422" cy="529702"/>
          </a:xfrm>
          <a:prstGeom prst="rect">
            <a:avLst/>
          </a:prstGeom>
        </p:spPr>
      </p:pic>
      <p:pic>
        <p:nvPicPr>
          <p:cNvPr id="32" name="Picture 31">
            <a:extLst>
              <a:ext uri="{FF2B5EF4-FFF2-40B4-BE49-F238E27FC236}">
                <a16:creationId xmlns:a16="http://schemas.microsoft.com/office/drawing/2014/main" id="{83A49870-7A27-4BAF-87EF-EF1AD4902677}"/>
              </a:ext>
            </a:extLst>
          </p:cNvPr>
          <p:cNvPicPr>
            <a:picLocks noChangeAspect="1"/>
          </p:cNvPicPr>
          <p:nvPr/>
        </p:nvPicPr>
        <p:blipFill rotWithShape="1">
          <a:blip r:embed="rId3">
            <a:extLst>
              <a:ext uri="{28A0092B-C50C-407E-A947-70E740481C1C}">
                <a14:useLocalDpi xmlns:a14="http://schemas.microsoft.com/office/drawing/2010/main" val="0"/>
              </a:ext>
            </a:extLst>
          </a:blip>
          <a:srcRect r="51838"/>
          <a:stretch/>
        </p:blipFill>
        <p:spPr>
          <a:xfrm rot="16200000" flipH="1" flipV="1">
            <a:off x="3600997" y="3198224"/>
            <a:ext cx="576422" cy="529702"/>
          </a:xfrm>
          <a:prstGeom prst="rect">
            <a:avLst/>
          </a:prstGeom>
        </p:spPr>
      </p:pic>
      <p:sp>
        <p:nvSpPr>
          <p:cNvPr id="33" name="Freeform 40">
            <a:extLst>
              <a:ext uri="{FF2B5EF4-FFF2-40B4-BE49-F238E27FC236}">
                <a16:creationId xmlns:a16="http://schemas.microsoft.com/office/drawing/2014/main" id="{3FAA68E1-822F-4303-8F77-D98586DB37E4}"/>
              </a:ext>
            </a:extLst>
          </p:cNvPr>
          <p:cNvSpPr>
            <a:spLocks/>
          </p:cNvSpPr>
          <p:nvPr/>
        </p:nvSpPr>
        <p:spPr bwMode="auto">
          <a:xfrm>
            <a:off x="4154404" y="2900545"/>
            <a:ext cx="1285452" cy="850741"/>
          </a:xfrm>
          <a:custGeom>
            <a:avLst/>
            <a:gdLst>
              <a:gd name="T0" fmla="*/ 2630 w 2630"/>
              <a:gd name="T1" fmla="*/ 617 h 2347"/>
              <a:gd name="T2" fmla="*/ 2630 w 2630"/>
              <a:gd name="T3" fmla="*/ 2181 h 2347"/>
              <a:gd name="T4" fmla="*/ 2607 w 2630"/>
              <a:gd name="T5" fmla="*/ 2347 h 2347"/>
              <a:gd name="T6" fmla="*/ 23 w 2630"/>
              <a:gd name="T7" fmla="*/ 2347 h 2347"/>
              <a:gd name="T8" fmla="*/ 0 w 2630"/>
              <a:gd name="T9" fmla="*/ 2181 h 2347"/>
              <a:gd name="T10" fmla="*/ 0 w 2630"/>
              <a:gd name="T11" fmla="*/ 617 h 2347"/>
              <a:gd name="T12" fmla="*/ 617 w 2630"/>
              <a:gd name="T13" fmla="*/ 0 h 2347"/>
              <a:gd name="T14" fmla="*/ 2013 w 2630"/>
              <a:gd name="T15" fmla="*/ 0 h 2347"/>
              <a:gd name="T16" fmla="*/ 2630 w 2630"/>
              <a:gd name="T17" fmla="*/ 617 h 2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30" h="2347">
                <a:moveTo>
                  <a:pt x="2630" y="617"/>
                </a:moveTo>
                <a:cubicBezTo>
                  <a:pt x="2630" y="2181"/>
                  <a:pt x="2630" y="2181"/>
                  <a:pt x="2630" y="2181"/>
                </a:cubicBezTo>
                <a:cubicBezTo>
                  <a:pt x="2630" y="2239"/>
                  <a:pt x="2622" y="2294"/>
                  <a:pt x="2607" y="2347"/>
                </a:cubicBezTo>
                <a:cubicBezTo>
                  <a:pt x="23" y="2347"/>
                  <a:pt x="23" y="2347"/>
                  <a:pt x="23" y="2347"/>
                </a:cubicBezTo>
                <a:cubicBezTo>
                  <a:pt x="8" y="2294"/>
                  <a:pt x="0" y="2239"/>
                  <a:pt x="0" y="2181"/>
                </a:cubicBezTo>
                <a:cubicBezTo>
                  <a:pt x="0" y="617"/>
                  <a:pt x="0" y="617"/>
                  <a:pt x="0" y="617"/>
                </a:cubicBezTo>
                <a:cubicBezTo>
                  <a:pt x="0" y="276"/>
                  <a:pt x="277" y="0"/>
                  <a:pt x="617" y="0"/>
                </a:cubicBezTo>
                <a:cubicBezTo>
                  <a:pt x="2013" y="0"/>
                  <a:pt x="2013" y="0"/>
                  <a:pt x="2013" y="0"/>
                </a:cubicBezTo>
                <a:cubicBezTo>
                  <a:pt x="2354" y="0"/>
                  <a:pt x="2630" y="276"/>
                  <a:pt x="2630" y="617"/>
                </a:cubicBezTo>
                <a:close/>
              </a:path>
            </a:pathLst>
          </a:custGeom>
          <a:solidFill>
            <a:schemeClr val="accent5">
              <a:lumMod val="40000"/>
              <a:lumOff val="60000"/>
            </a:schemeClr>
          </a:solidFill>
          <a:ln w="9525">
            <a:noFill/>
            <a:round/>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40" name="Freeform 37">
            <a:extLst>
              <a:ext uri="{FF2B5EF4-FFF2-40B4-BE49-F238E27FC236}">
                <a16:creationId xmlns:a16="http://schemas.microsoft.com/office/drawing/2014/main" id="{08121963-736A-49D2-83E8-48B43045A902}"/>
              </a:ext>
            </a:extLst>
          </p:cNvPr>
          <p:cNvSpPr>
            <a:spLocks/>
          </p:cNvSpPr>
          <p:nvPr/>
        </p:nvSpPr>
        <p:spPr bwMode="auto">
          <a:xfrm flipH="1">
            <a:off x="3723518" y="2196603"/>
            <a:ext cx="4490900" cy="586516"/>
          </a:xfrm>
          <a:custGeom>
            <a:avLst/>
            <a:gdLst>
              <a:gd name="T0" fmla="*/ 9214 w 9214"/>
              <a:gd name="T1" fmla="*/ 351 h 1457"/>
              <a:gd name="T2" fmla="*/ 9214 w 9214"/>
              <a:gd name="T3" fmla="*/ 1106 h 1457"/>
              <a:gd name="T4" fmla="*/ 8863 w 9214"/>
              <a:gd name="T5" fmla="*/ 1457 h 1457"/>
              <a:gd name="T6" fmla="*/ 351 w 9214"/>
              <a:gd name="T7" fmla="*/ 1457 h 1457"/>
              <a:gd name="T8" fmla="*/ 0 w 9214"/>
              <a:gd name="T9" fmla="*/ 1106 h 1457"/>
              <a:gd name="T10" fmla="*/ 0 w 9214"/>
              <a:gd name="T11" fmla="*/ 351 h 1457"/>
              <a:gd name="T12" fmla="*/ 351 w 9214"/>
              <a:gd name="T13" fmla="*/ 0 h 1457"/>
              <a:gd name="T14" fmla="*/ 8863 w 9214"/>
              <a:gd name="T15" fmla="*/ 0 h 1457"/>
              <a:gd name="T16" fmla="*/ 9214 w 9214"/>
              <a:gd name="T17" fmla="*/ 351 h 1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214" h="1457">
                <a:moveTo>
                  <a:pt x="9214" y="351"/>
                </a:moveTo>
                <a:cubicBezTo>
                  <a:pt x="9214" y="1106"/>
                  <a:pt x="9214" y="1106"/>
                  <a:pt x="9214" y="1106"/>
                </a:cubicBezTo>
                <a:cubicBezTo>
                  <a:pt x="9214" y="1300"/>
                  <a:pt x="9057" y="1457"/>
                  <a:pt x="8863" y="1457"/>
                </a:cubicBezTo>
                <a:cubicBezTo>
                  <a:pt x="351" y="1457"/>
                  <a:pt x="351" y="1457"/>
                  <a:pt x="351" y="1457"/>
                </a:cubicBezTo>
                <a:cubicBezTo>
                  <a:pt x="158" y="1457"/>
                  <a:pt x="0" y="1300"/>
                  <a:pt x="0" y="1106"/>
                </a:cubicBezTo>
                <a:cubicBezTo>
                  <a:pt x="0" y="351"/>
                  <a:pt x="0" y="351"/>
                  <a:pt x="0" y="351"/>
                </a:cubicBezTo>
                <a:cubicBezTo>
                  <a:pt x="0" y="157"/>
                  <a:pt x="158" y="0"/>
                  <a:pt x="351" y="0"/>
                </a:cubicBezTo>
                <a:cubicBezTo>
                  <a:pt x="8863" y="0"/>
                  <a:pt x="8863" y="0"/>
                  <a:pt x="8863" y="0"/>
                </a:cubicBezTo>
                <a:cubicBezTo>
                  <a:pt x="9057" y="0"/>
                  <a:pt x="9214" y="157"/>
                  <a:pt x="9214" y="351"/>
                </a:cubicBezTo>
              </a:path>
            </a:pathLst>
          </a:custGeom>
          <a:solidFill>
            <a:schemeClr val="accent2">
              <a:lumMod val="40000"/>
              <a:lumOff val="6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41" name="Rectangle 40">
            <a:extLst>
              <a:ext uri="{FF2B5EF4-FFF2-40B4-BE49-F238E27FC236}">
                <a16:creationId xmlns:a16="http://schemas.microsoft.com/office/drawing/2014/main" id="{7754534B-2BF1-4E45-B65D-6B61A0700D68}"/>
              </a:ext>
            </a:extLst>
          </p:cNvPr>
          <p:cNvSpPr/>
          <p:nvPr/>
        </p:nvSpPr>
        <p:spPr>
          <a:xfrm>
            <a:off x="4421334" y="2335973"/>
            <a:ext cx="1433406" cy="338554"/>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a:ln>
                  <a:noFill/>
                </a:ln>
                <a:solidFill>
                  <a:prstClr val="black"/>
                </a:solidFill>
                <a:effectLst/>
                <a:uLnTx/>
                <a:uFillTx/>
                <a:latin typeface="Ubuntu" panose="020B0504030602030204" pitchFamily="34" charset="0"/>
                <a:ea typeface="+mn-ea"/>
                <a:cs typeface="+mn-cs"/>
              </a:rPr>
              <a:t>Architecture</a:t>
            </a:r>
          </a:p>
        </p:txBody>
      </p:sp>
      <p:pic>
        <p:nvPicPr>
          <p:cNvPr id="42" name="Picture 41">
            <a:extLst>
              <a:ext uri="{FF2B5EF4-FFF2-40B4-BE49-F238E27FC236}">
                <a16:creationId xmlns:a16="http://schemas.microsoft.com/office/drawing/2014/main" id="{5F31FA06-77BD-4760-B2E4-2827A7E60CAD}"/>
              </a:ext>
            </a:extLst>
          </p:cNvPr>
          <p:cNvPicPr>
            <a:picLocks noChangeAspect="1"/>
          </p:cNvPicPr>
          <p:nvPr/>
        </p:nvPicPr>
        <p:blipFill rotWithShape="1">
          <a:blip r:embed="rId3">
            <a:extLst>
              <a:ext uri="{28A0092B-C50C-407E-A947-70E740481C1C}">
                <a14:useLocalDpi xmlns:a14="http://schemas.microsoft.com/office/drawing/2010/main" val="0"/>
              </a:ext>
            </a:extLst>
          </a:blip>
          <a:srcRect r="51838"/>
          <a:stretch/>
        </p:blipFill>
        <p:spPr>
          <a:xfrm rot="16200000" flipH="1" flipV="1">
            <a:off x="6030087" y="2254806"/>
            <a:ext cx="562864" cy="493761"/>
          </a:xfrm>
          <a:prstGeom prst="rect">
            <a:avLst/>
          </a:prstGeom>
        </p:spPr>
      </p:pic>
      <p:pic>
        <p:nvPicPr>
          <p:cNvPr id="43" name="Picture 42">
            <a:extLst>
              <a:ext uri="{FF2B5EF4-FFF2-40B4-BE49-F238E27FC236}">
                <a16:creationId xmlns:a16="http://schemas.microsoft.com/office/drawing/2014/main" id="{4DA641A3-B680-4F18-8BDE-93E7B1623F53}"/>
              </a:ext>
            </a:extLst>
          </p:cNvPr>
          <p:cNvPicPr>
            <a:picLocks noChangeAspect="1"/>
          </p:cNvPicPr>
          <p:nvPr/>
        </p:nvPicPr>
        <p:blipFill rotWithShape="1">
          <a:blip r:embed="rId3">
            <a:extLst>
              <a:ext uri="{28A0092B-C50C-407E-A947-70E740481C1C}">
                <a14:useLocalDpi xmlns:a14="http://schemas.microsoft.com/office/drawing/2010/main" val="0"/>
              </a:ext>
            </a:extLst>
          </a:blip>
          <a:srcRect r="51838"/>
          <a:stretch/>
        </p:blipFill>
        <p:spPr>
          <a:xfrm rot="5400000" flipV="1">
            <a:off x="7801414" y="2254806"/>
            <a:ext cx="562864" cy="493761"/>
          </a:xfrm>
          <a:prstGeom prst="rect">
            <a:avLst/>
          </a:prstGeom>
        </p:spPr>
      </p:pic>
      <p:sp>
        <p:nvSpPr>
          <p:cNvPr id="44" name="Freeform 40">
            <a:extLst>
              <a:ext uri="{FF2B5EF4-FFF2-40B4-BE49-F238E27FC236}">
                <a16:creationId xmlns:a16="http://schemas.microsoft.com/office/drawing/2014/main" id="{10E62861-5DBC-430D-9C09-29BA73F317C2}"/>
              </a:ext>
            </a:extLst>
          </p:cNvPr>
          <p:cNvSpPr>
            <a:spLocks/>
          </p:cNvSpPr>
          <p:nvPr/>
        </p:nvSpPr>
        <p:spPr bwMode="auto">
          <a:xfrm flipH="1">
            <a:off x="6552554" y="1952388"/>
            <a:ext cx="1285452" cy="830731"/>
          </a:xfrm>
          <a:custGeom>
            <a:avLst/>
            <a:gdLst>
              <a:gd name="T0" fmla="*/ 2630 w 2630"/>
              <a:gd name="T1" fmla="*/ 617 h 2347"/>
              <a:gd name="T2" fmla="*/ 2630 w 2630"/>
              <a:gd name="T3" fmla="*/ 2181 h 2347"/>
              <a:gd name="T4" fmla="*/ 2607 w 2630"/>
              <a:gd name="T5" fmla="*/ 2347 h 2347"/>
              <a:gd name="T6" fmla="*/ 23 w 2630"/>
              <a:gd name="T7" fmla="*/ 2347 h 2347"/>
              <a:gd name="T8" fmla="*/ 0 w 2630"/>
              <a:gd name="T9" fmla="*/ 2181 h 2347"/>
              <a:gd name="T10" fmla="*/ 0 w 2630"/>
              <a:gd name="T11" fmla="*/ 617 h 2347"/>
              <a:gd name="T12" fmla="*/ 617 w 2630"/>
              <a:gd name="T13" fmla="*/ 0 h 2347"/>
              <a:gd name="T14" fmla="*/ 2013 w 2630"/>
              <a:gd name="T15" fmla="*/ 0 h 2347"/>
              <a:gd name="T16" fmla="*/ 2630 w 2630"/>
              <a:gd name="T17" fmla="*/ 617 h 2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30" h="2347">
                <a:moveTo>
                  <a:pt x="2630" y="617"/>
                </a:moveTo>
                <a:cubicBezTo>
                  <a:pt x="2630" y="2181"/>
                  <a:pt x="2630" y="2181"/>
                  <a:pt x="2630" y="2181"/>
                </a:cubicBezTo>
                <a:cubicBezTo>
                  <a:pt x="2630" y="2239"/>
                  <a:pt x="2622" y="2294"/>
                  <a:pt x="2607" y="2347"/>
                </a:cubicBezTo>
                <a:cubicBezTo>
                  <a:pt x="23" y="2347"/>
                  <a:pt x="23" y="2347"/>
                  <a:pt x="23" y="2347"/>
                </a:cubicBezTo>
                <a:cubicBezTo>
                  <a:pt x="8" y="2294"/>
                  <a:pt x="0" y="2239"/>
                  <a:pt x="0" y="2181"/>
                </a:cubicBezTo>
                <a:cubicBezTo>
                  <a:pt x="0" y="617"/>
                  <a:pt x="0" y="617"/>
                  <a:pt x="0" y="617"/>
                </a:cubicBezTo>
                <a:cubicBezTo>
                  <a:pt x="0" y="276"/>
                  <a:pt x="277" y="0"/>
                  <a:pt x="617" y="0"/>
                </a:cubicBezTo>
                <a:cubicBezTo>
                  <a:pt x="2013" y="0"/>
                  <a:pt x="2013" y="0"/>
                  <a:pt x="2013" y="0"/>
                </a:cubicBezTo>
                <a:cubicBezTo>
                  <a:pt x="2354" y="0"/>
                  <a:pt x="2630" y="276"/>
                  <a:pt x="2630" y="617"/>
                </a:cubicBezTo>
                <a:close/>
              </a:path>
            </a:pathLst>
          </a:custGeom>
          <a:solidFill>
            <a:schemeClr val="accent2">
              <a:lumMod val="40000"/>
              <a:lumOff val="60000"/>
            </a:schemeClr>
          </a:solidFill>
          <a:ln w="9525">
            <a:noFill/>
            <a:round/>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69" name="Freeform 37">
            <a:extLst>
              <a:ext uri="{FF2B5EF4-FFF2-40B4-BE49-F238E27FC236}">
                <a16:creationId xmlns:a16="http://schemas.microsoft.com/office/drawing/2014/main" id="{F8C6C572-ECF3-4872-9D4B-2522E5639673}"/>
              </a:ext>
            </a:extLst>
          </p:cNvPr>
          <p:cNvSpPr>
            <a:spLocks/>
          </p:cNvSpPr>
          <p:nvPr/>
        </p:nvSpPr>
        <p:spPr bwMode="auto">
          <a:xfrm flipH="1">
            <a:off x="3624183" y="4303921"/>
            <a:ext cx="4615511" cy="586516"/>
          </a:xfrm>
          <a:custGeom>
            <a:avLst/>
            <a:gdLst>
              <a:gd name="T0" fmla="*/ 9214 w 9214"/>
              <a:gd name="T1" fmla="*/ 351 h 1457"/>
              <a:gd name="T2" fmla="*/ 9214 w 9214"/>
              <a:gd name="T3" fmla="*/ 1106 h 1457"/>
              <a:gd name="T4" fmla="*/ 8863 w 9214"/>
              <a:gd name="T5" fmla="*/ 1457 h 1457"/>
              <a:gd name="T6" fmla="*/ 351 w 9214"/>
              <a:gd name="T7" fmla="*/ 1457 h 1457"/>
              <a:gd name="T8" fmla="*/ 0 w 9214"/>
              <a:gd name="T9" fmla="*/ 1106 h 1457"/>
              <a:gd name="T10" fmla="*/ 0 w 9214"/>
              <a:gd name="T11" fmla="*/ 351 h 1457"/>
              <a:gd name="T12" fmla="*/ 351 w 9214"/>
              <a:gd name="T13" fmla="*/ 0 h 1457"/>
              <a:gd name="T14" fmla="*/ 8863 w 9214"/>
              <a:gd name="T15" fmla="*/ 0 h 1457"/>
              <a:gd name="T16" fmla="*/ 9214 w 9214"/>
              <a:gd name="T17" fmla="*/ 351 h 1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214" h="1457">
                <a:moveTo>
                  <a:pt x="9214" y="351"/>
                </a:moveTo>
                <a:cubicBezTo>
                  <a:pt x="9214" y="1106"/>
                  <a:pt x="9214" y="1106"/>
                  <a:pt x="9214" y="1106"/>
                </a:cubicBezTo>
                <a:cubicBezTo>
                  <a:pt x="9214" y="1300"/>
                  <a:pt x="9057" y="1457"/>
                  <a:pt x="8863" y="1457"/>
                </a:cubicBezTo>
                <a:cubicBezTo>
                  <a:pt x="351" y="1457"/>
                  <a:pt x="351" y="1457"/>
                  <a:pt x="351" y="1457"/>
                </a:cubicBezTo>
                <a:cubicBezTo>
                  <a:pt x="158" y="1457"/>
                  <a:pt x="0" y="1300"/>
                  <a:pt x="0" y="1106"/>
                </a:cubicBezTo>
                <a:cubicBezTo>
                  <a:pt x="0" y="351"/>
                  <a:pt x="0" y="351"/>
                  <a:pt x="0" y="351"/>
                </a:cubicBezTo>
                <a:cubicBezTo>
                  <a:pt x="0" y="157"/>
                  <a:pt x="158" y="0"/>
                  <a:pt x="351" y="0"/>
                </a:cubicBezTo>
                <a:cubicBezTo>
                  <a:pt x="8863" y="0"/>
                  <a:pt x="8863" y="0"/>
                  <a:pt x="8863" y="0"/>
                </a:cubicBezTo>
                <a:cubicBezTo>
                  <a:pt x="9057" y="0"/>
                  <a:pt x="9214" y="157"/>
                  <a:pt x="9214" y="351"/>
                </a:cubicBezTo>
              </a:path>
            </a:pathLst>
          </a:custGeom>
          <a:solidFill>
            <a:schemeClr val="accent6">
              <a:lumMod val="40000"/>
              <a:lumOff val="6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70" name="Rectangle 69">
            <a:extLst>
              <a:ext uri="{FF2B5EF4-FFF2-40B4-BE49-F238E27FC236}">
                <a16:creationId xmlns:a16="http://schemas.microsoft.com/office/drawing/2014/main" id="{A2CA1C1B-1B4D-4E6E-8A99-D0A03C0ABD08}"/>
              </a:ext>
            </a:extLst>
          </p:cNvPr>
          <p:cNvSpPr/>
          <p:nvPr/>
        </p:nvSpPr>
        <p:spPr>
          <a:xfrm>
            <a:off x="4045137" y="4443291"/>
            <a:ext cx="2002472" cy="338554"/>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Delivery Approach</a:t>
            </a:r>
            <a:endParaRPr kumimoji="0" lang="en-US" sz="16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pic>
        <p:nvPicPr>
          <p:cNvPr id="71" name="Picture 70">
            <a:extLst>
              <a:ext uri="{FF2B5EF4-FFF2-40B4-BE49-F238E27FC236}">
                <a16:creationId xmlns:a16="http://schemas.microsoft.com/office/drawing/2014/main" id="{3C480C4A-3FBC-4B5B-9E70-6B475BA83EE2}"/>
              </a:ext>
            </a:extLst>
          </p:cNvPr>
          <p:cNvPicPr>
            <a:picLocks noChangeAspect="1"/>
          </p:cNvPicPr>
          <p:nvPr/>
        </p:nvPicPr>
        <p:blipFill rotWithShape="1">
          <a:blip r:embed="rId3">
            <a:extLst>
              <a:ext uri="{28A0092B-C50C-407E-A947-70E740481C1C}">
                <a14:useLocalDpi xmlns:a14="http://schemas.microsoft.com/office/drawing/2010/main" val="0"/>
              </a:ext>
            </a:extLst>
          </a:blip>
          <a:srcRect r="51838"/>
          <a:stretch/>
        </p:blipFill>
        <p:spPr>
          <a:xfrm rot="16200000" flipH="1" flipV="1">
            <a:off x="5885505" y="4300958"/>
            <a:ext cx="635927" cy="543029"/>
          </a:xfrm>
          <a:prstGeom prst="rect">
            <a:avLst/>
          </a:prstGeom>
        </p:spPr>
      </p:pic>
      <p:pic>
        <p:nvPicPr>
          <p:cNvPr id="72" name="Picture 71">
            <a:extLst>
              <a:ext uri="{FF2B5EF4-FFF2-40B4-BE49-F238E27FC236}">
                <a16:creationId xmlns:a16="http://schemas.microsoft.com/office/drawing/2014/main" id="{4D9CC14C-5B5E-45B7-B197-A3D0A1A16255}"/>
              </a:ext>
            </a:extLst>
          </p:cNvPr>
          <p:cNvPicPr>
            <a:picLocks noChangeAspect="1"/>
          </p:cNvPicPr>
          <p:nvPr/>
        </p:nvPicPr>
        <p:blipFill rotWithShape="1">
          <a:blip r:embed="rId3">
            <a:extLst>
              <a:ext uri="{28A0092B-C50C-407E-A947-70E740481C1C}">
                <a14:useLocalDpi xmlns:a14="http://schemas.microsoft.com/office/drawing/2010/main" val="0"/>
              </a:ext>
            </a:extLst>
          </a:blip>
          <a:srcRect r="51838"/>
          <a:stretch/>
        </p:blipFill>
        <p:spPr>
          <a:xfrm rot="5400000" flipV="1">
            <a:off x="7740249" y="4300959"/>
            <a:ext cx="635927" cy="543029"/>
          </a:xfrm>
          <a:prstGeom prst="rect">
            <a:avLst/>
          </a:prstGeom>
        </p:spPr>
      </p:pic>
      <p:sp>
        <p:nvSpPr>
          <p:cNvPr id="73" name="Freeform 40">
            <a:extLst>
              <a:ext uri="{FF2B5EF4-FFF2-40B4-BE49-F238E27FC236}">
                <a16:creationId xmlns:a16="http://schemas.microsoft.com/office/drawing/2014/main" id="{4ED96A23-FC5C-487B-BEEE-1848D11054CB}"/>
              </a:ext>
            </a:extLst>
          </p:cNvPr>
          <p:cNvSpPr>
            <a:spLocks/>
          </p:cNvSpPr>
          <p:nvPr/>
        </p:nvSpPr>
        <p:spPr bwMode="auto">
          <a:xfrm flipH="1">
            <a:off x="6468553" y="3951873"/>
            <a:ext cx="1285452" cy="938565"/>
          </a:xfrm>
          <a:custGeom>
            <a:avLst/>
            <a:gdLst>
              <a:gd name="T0" fmla="*/ 2630 w 2630"/>
              <a:gd name="T1" fmla="*/ 617 h 2347"/>
              <a:gd name="T2" fmla="*/ 2630 w 2630"/>
              <a:gd name="T3" fmla="*/ 2181 h 2347"/>
              <a:gd name="T4" fmla="*/ 2607 w 2630"/>
              <a:gd name="T5" fmla="*/ 2347 h 2347"/>
              <a:gd name="T6" fmla="*/ 23 w 2630"/>
              <a:gd name="T7" fmla="*/ 2347 h 2347"/>
              <a:gd name="T8" fmla="*/ 0 w 2630"/>
              <a:gd name="T9" fmla="*/ 2181 h 2347"/>
              <a:gd name="T10" fmla="*/ 0 w 2630"/>
              <a:gd name="T11" fmla="*/ 617 h 2347"/>
              <a:gd name="T12" fmla="*/ 617 w 2630"/>
              <a:gd name="T13" fmla="*/ 0 h 2347"/>
              <a:gd name="T14" fmla="*/ 2013 w 2630"/>
              <a:gd name="T15" fmla="*/ 0 h 2347"/>
              <a:gd name="T16" fmla="*/ 2630 w 2630"/>
              <a:gd name="T17" fmla="*/ 617 h 2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30" h="2347">
                <a:moveTo>
                  <a:pt x="2630" y="617"/>
                </a:moveTo>
                <a:cubicBezTo>
                  <a:pt x="2630" y="2181"/>
                  <a:pt x="2630" y="2181"/>
                  <a:pt x="2630" y="2181"/>
                </a:cubicBezTo>
                <a:cubicBezTo>
                  <a:pt x="2630" y="2239"/>
                  <a:pt x="2622" y="2294"/>
                  <a:pt x="2607" y="2347"/>
                </a:cubicBezTo>
                <a:cubicBezTo>
                  <a:pt x="23" y="2347"/>
                  <a:pt x="23" y="2347"/>
                  <a:pt x="23" y="2347"/>
                </a:cubicBezTo>
                <a:cubicBezTo>
                  <a:pt x="8" y="2294"/>
                  <a:pt x="0" y="2239"/>
                  <a:pt x="0" y="2181"/>
                </a:cubicBezTo>
                <a:cubicBezTo>
                  <a:pt x="0" y="617"/>
                  <a:pt x="0" y="617"/>
                  <a:pt x="0" y="617"/>
                </a:cubicBezTo>
                <a:cubicBezTo>
                  <a:pt x="0" y="276"/>
                  <a:pt x="277" y="0"/>
                  <a:pt x="617" y="0"/>
                </a:cubicBezTo>
                <a:cubicBezTo>
                  <a:pt x="2013" y="0"/>
                  <a:pt x="2013" y="0"/>
                  <a:pt x="2013" y="0"/>
                </a:cubicBezTo>
                <a:cubicBezTo>
                  <a:pt x="2354" y="0"/>
                  <a:pt x="2630" y="276"/>
                  <a:pt x="2630" y="617"/>
                </a:cubicBezTo>
                <a:close/>
              </a:path>
            </a:pathLst>
          </a:custGeom>
          <a:solidFill>
            <a:schemeClr val="accent6">
              <a:lumMod val="40000"/>
              <a:lumOff val="60000"/>
            </a:schemeClr>
          </a:solidFill>
          <a:ln w="9525">
            <a:noFill/>
            <a:round/>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78" name="Freeform 37">
            <a:extLst>
              <a:ext uri="{FF2B5EF4-FFF2-40B4-BE49-F238E27FC236}">
                <a16:creationId xmlns:a16="http://schemas.microsoft.com/office/drawing/2014/main" id="{D0450B64-5834-4D8A-8E31-1A3373971CDC}"/>
              </a:ext>
            </a:extLst>
          </p:cNvPr>
          <p:cNvSpPr>
            <a:spLocks/>
          </p:cNvSpPr>
          <p:nvPr/>
        </p:nvSpPr>
        <p:spPr bwMode="auto">
          <a:xfrm>
            <a:off x="3624927" y="5355254"/>
            <a:ext cx="4502241" cy="586516"/>
          </a:xfrm>
          <a:custGeom>
            <a:avLst/>
            <a:gdLst>
              <a:gd name="T0" fmla="*/ 9214 w 9214"/>
              <a:gd name="T1" fmla="*/ 351 h 1457"/>
              <a:gd name="T2" fmla="*/ 9214 w 9214"/>
              <a:gd name="T3" fmla="*/ 1106 h 1457"/>
              <a:gd name="T4" fmla="*/ 8863 w 9214"/>
              <a:gd name="T5" fmla="*/ 1457 h 1457"/>
              <a:gd name="T6" fmla="*/ 351 w 9214"/>
              <a:gd name="T7" fmla="*/ 1457 h 1457"/>
              <a:gd name="T8" fmla="*/ 0 w 9214"/>
              <a:gd name="T9" fmla="*/ 1106 h 1457"/>
              <a:gd name="T10" fmla="*/ 0 w 9214"/>
              <a:gd name="T11" fmla="*/ 351 h 1457"/>
              <a:gd name="T12" fmla="*/ 351 w 9214"/>
              <a:gd name="T13" fmla="*/ 0 h 1457"/>
              <a:gd name="T14" fmla="*/ 8863 w 9214"/>
              <a:gd name="T15" fmla="*/ 0 h 1457"/>
              <a:gd name="T16" fmla="*/ 9214 w 9214"/>
              <a:gd name="T17" fmla="*/ 351 h 1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214" h="1457">
                <a:moveTo>
                  <a:pt x="9214" y="351"/>
                </a:moveTo>
                <a:cubicBezTo>
                  <a:pt x="9214" y="1106"/>
                  <a:pt x="9214" y="1106"/>
                  <a:pt x="9214" y="1106"/>
                </a:cubicBezTo>
                <a:cubicBezTo>
                  <a:pt x="9214" y="1300"/>
                  <a:pt x="9057" y="1457"/>
                  <a:pt x="8863" y="1457"/>
                </a:cubicBezTo>
                <a:cubicBezTo>
                  <a:pt x="351" y="1457"/>
                  <a:pt x="351" y="1457"/>
                  <a:pt x="351" y="1457"/>
                </a:cubicBezTo>
                <a:cubicBezTo>
                  <a:pt x="158" y="1457"/>
                  <a:pt x="0" y="1300"/>
                  <a:pt x="0" y="1106"/>
                </a:cubicBezTo>
                <a:cubicBezTo>
                  <a:pt x="0" y="351"/>
                  <a:pt x="0" y="351"/>
                  <a:pt x="0" y="351"/>
                </a:cubicBezTo>
                <a:cubicBezTo>
                  <a:pt x="0" y="157"/>
                  <a:pt x="158" y="0"/>
                  <a:pt x="351" y="0"/>
                </a:cubicBezTo>
                <a:cubicBezTo>
                  <a:pt x="8863" y="0"/>
                  <a:pt x="8863" y="0"/>
                  <a:pt x="8863" y="0"/>
                </a:cubicBezTo>
                <a:cubicBezTo>
                  <a:pt x="9057" y="0"/>
                  <a:pt x="9214" y="157"/>
                  <a:pt x="9214" y="351"/>
                </a:cubicBezTo>
              </a:path>
            </a:pathLst>
          </a:custGeom>
          <a:solidFill>
            <a:schemeClr val="accent1">
              <a:lumMod val="40000"/>
              <a:lumOff val="60000"/>
            </a:scheme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79" name="Rectangle 78">
            <a:extLst>
              <a:ext uri="{FF2B5EF4-FFF2-40B4-BE49-F238E27FC236}">
                <a16:creationId xmlns:a16="http://schemas.microsoft.com/office/drawing/2014/main" id="{66468DA3-941D-46BA-88CC-1C4E9AFF1C3D}"/>
              </a:ext>
            </a:extLst>
          </p:cNvPr>
          <p:cNvSpPr/>
          <p:nvPr/>
        </p:nvSpPr>
        <p:spPr>
          <a:xfrm>
            <a:off x="5529105" y="5494623"/>
            <a:ext cx="2527041"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Ways of Working</a:t>
            </a:r>
            <a:endParaRPr kumimoji="0" lang="en-US" sz="1600" b="1"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pic>
        <p:nvPicPr>
          <p:cNvPr id="80" name="Picture 79">
            <a:extLst>
              <a:ext uri="{FF2B5EF4-FFF2-40B4-BE49-F238E27FC236}">
                <a16:creationId xmlns:a16="http://schemas.microsoft.com/office/drawing/2014/main" id="{B0FD45B4-ED54-411C-9103-BD7DB5E74924}"/>
              </a:ext>
            </a:extLst>
          </p:cNvPr>
          <p:cNvPicPr>
            <a:picLocks noChangeAspect="1"/>
          </p:cNvPicPr>
          <p:nvPr/>
        </p:nvPicPr>
        <p:blipFill rotWithShape="1">
          <a:blip r:embed="rId3">
            <a:extLst>
              <a:ext uri="{28A0092B-C50C-407E-A947-70E740481C1C}">
                <a14:useLocalDpi xmlns:a14="http://schemas.microsoft.com/office/drawing/2010/main" val="0"/>
              </a:ext>
            </a:extLst>
          </a:blip>
          <a:srcRect r="51838"/>
          <a:stretch/>
        </p:blipFill>
        <p:spPr>
          <a:xfrm rot="5400000" flipV="1">
            <a:off x="5322970" y="5333826"/>
            <a:ext cx="576421" cy="529702"/>
          </a:xfrm>
          <a:prstGeom prst="rect">
            <a:avLst/>
          </a:prstGeom>
        </p:spPr>
      </p:pic>
      <p:pic>
        <p:nvPicPr>
          <p:cNvPr id="81" name="Picture 80">
            <a:extLst>
              <a:ext uri="{FF2B5EF4-FFF2-40B4-BE49-F238E27FC236}">
                <a16:creationId xmlns:a16="http://schemas.microsoft.com/office/drawing/2014/main" id="{2ADDD864-D945-45DA-8879-7FB3DEAACF10}"/>
              </a:ext>
            </a:extLst>
          </p:cNvPr>
          <p:cNvPicPr>
            <a:picLocks noChangeAspect="1"/>
          </p:cNvPicPr>
          <p:nvPr/>
        </p:nvPicPr>
        <p:blipFill rotWithShape="1">
          <a:blip r:embed="rId3">
            <a:extLst>
              <a:ext uri="{28A0092B-C50C-407E-A947-70E740481C1C}">
                <a14:useLocalDpi xmlns:a14="http://schemas.microsoft.com/office/drawing/2010/main" val="0"/>
              </a:ext>
            </a:extLst>
          </a:blip>
          <a:srcRect r="51838"/>
          <a:stretch/>
        </p:blipFill>
        <p:spPr>
          <a:xfrm rot="16200000" flipH="1" flipV="1">
            <a:off x="3513743" y="5333827"/>
            <a:ext cx="576421" cy="529702"/>
          </a:xfrm>
          <a:prstGeom prst="rect">
            <a:avLst/>
          </a:prstGeom>
        </p:spPr>
      </p:pic>
      <p:sp>
        <p:nvSpPr>
          <p:cNvPr id="82" name="Freeform 40">
            <a:extLst>
              <a:ext uri="{FF2B5EF4-FFF2-40B4-BE49-F238E27FC236}">
                <a16:creationId xmlns:a16="http://schemas.microsoft.com/office/drawing/2014/main" id="{CB48293E-745A-42E0-BC2A-D81BEEF6912A}"/>
              </a:ext>
            </a:extLst>
          </p:cNvPr>
          <p:cNvSpPr>
            <a:spLocks/>
          </p:cNvSpPr>
          <p:nvPr/>
        </p:nvSpPr>
        <p:spPr bwMode="auto">
          <a:xfrm>
            <a:off x="4067150" y="5036148"/>
            <a:ext cx="1285452" cy="850741"/>
          </a:xfrm>
          <a:custGeom>
            <a:avLst/>
            <a:gdLst>
              <a:gd name="T0" fmla="*/ 2630 w 2630"/>
              <a:gd name="T1" fmla="*/ 617 h 2347"/>
              <a:gd name="T2" fmla="*/ 2630 w 2630"/>
              <a:gd name="T3" fmla="*/ 2181 h 2347"/>
              <a:gd name="T4" fmla="*/ 2607 w 2630"/>
              <a:gd name="T5" fmla="*/ 2347 h 2347"/>
              <a:gd name="T6" fmla="*/ 23 w 2630"/>
              <a:gd name="T7" fmla="*/ 2347 h 2347"/>
              <a:gd name="T8" fmla="*/ 0 w 2630"/>
              <a:gd name="T9" fmla="*/ 2181 h 2347"/>
              <a:gd name="T10" fmla="*/ 0 w 2630"/>
              <a:gd name="T11" fmla="*/ 617 h 2347"/>
              <a:gd name="T12" fmla="*/ 617 w 2630"/>
              <a:gd name="T13" fmla="*/ 0 h 2347"/>
              <a:gd name="T14" fmla="*/ 2013 w 2630"/>
              <a:gd name="T15" fmla="*/ 0 h 2347"/>
              <a:gd name="T16" fmla="*/ 2630 w 2630"/>
              <a:gd name="T17" fmla="*/ 617 h 2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30" h="2347">
                <a:moveTo>
                  <a:pt x="2630" y="617"/>
                </a:moveTo>
                <a:cubicBezTo>
                  <a:pt x="2630" y="2181"/>
                  <a:pt x="2630" y="2181"/>
                  <a:pt x="2630" y="2181"/>
                </a:cubicBezTo>
                <a:cubicBezTo>
                  <a:pt x="2630" y="2239"/>
                  <a:pt x="2622" y="2294"/>
                  <a:pt x="2607" y="2347"/>
                </a:cubicBezTo>
                <a:cubicBezTo>
                  <a:pt x="23" y="2347"/>
                  <a:pt x="23" y="2347"/>
                  <a:pt x="23" y="2347"/>
                </a:cubicBezTo>
                <a:cubicBezTo>
                  <a:pt x="8" y="2294"/>
                  <a:pt x="0" y="2239"/>
                  <a:pt x="0" y="2181"/>
                </a:cubicBezTo>
                <a:cubicBezTo>
                  <a:pt x="0" y="617"/>
                  <a:pt x="0" y="617"/>
                  <a:pt x="0" y="617"/>
                </a:cubicBezTo>
                <a:cubicBezTo>
                  <a:pt x="0" y="276"/>
                  <a:pt x="277" y="0"/>
                  <a:pt x="617" y="0"/>
                </a:cubicBezTo>
                <a:cubicBezTo>
                  <a:pt x="2013" y="0"/>
                  <a:pt x="2013" y="0"/>
                  <a:pt x="2013" y="0"/>
                </a:cubicBezTo>
                <a:cubicBezTo>
                  <a:pt x="2354" y="0"/>
                  <a:pt x="2630" y="276"/>
                  <a:pt x="2630" y="617"/>
                </a:cubicBezTo>
                <a:close/>
              </a:path>
            </a:pathLst>
          </a:custGeom>
          <a:solidFill>
            <a:schemeClr val="accent1">
              <a:lumMod val="40000"/>
              <a:lumOff val="60000"/>
            </a:schemeClr>
          </a:solidFill>
          <a:ln w="9525">
            <a:noFill/>
            <a:round/>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cxnSp>
        <p:nvCxnSpPr>
          <p:cNvPr id="88" name="Straight Connector 87">
            <a:extLst>
              <a:ext uri="{FF2B5EF4-FFF2-40B4-BE49-F238E27FC236}">
                <a16:creationId xmlns:a16="http://schemas.microsoft.com/office/drawing/2014/main" id="{F08EA798-0575-40BD-9480-AFE4D584D6A6}"/>
              </a:ext>
            </a:extLst>
          </p:cNvPr>
          <p:cNvCxnSpPr>
            <a:cxnSpLocks/>
          </p:cNvCxnSpPr>
          <p:nvPr/>
        </p:nvCxnSpPr>
        <p:spPr>
          <a:xfrm>
            <a:off x="227349" y="1846540"/>
            <a:ext cx="11688426" cy="0"/>
          </a:xfrm>
          <a:prstGeom prst="line">
            <a:avLst/>
          </a:prstGeom>
          <a:ln w="63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0571FCAB-949A-476D-98EF-4B5B5421268F}"/>
              </a:ext>
            </a:extLst>
          </p:cNvPr>
          <p:cNvCxnSpPr>
            <a:cxnSpLocks/>
          </p:cNvCxnSpPr>
          <p:nvPr/>
        </p:nvCxnSpPr>
        <p:spPr>
          <a:xfrm>
            <a:off x="227349" y="2870113"/>
            <a:ext cx="11688426" cy="0"/>
          </a:xfrm>
          <a:prstGeom prst="line">
            <a:avLst/>
          </a:prstGeom>
          <a:ln w="63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F7A056D4-03AC-4357-8E13-A07DA99B9B48}"/>
              </a:ext>
            </a:extLst>
          </p:cNvPr>
          <p:cNvCxnSpPr>
            <a:cxnSpLocks/>
          </p:cNvCxnSpPr>
          <p:nvPr/>
        </p:nvCxnSpPr>
        <p:spPr>
          <a:xfrm>
            <a:off x="227349" y="3893160"/>
            <a:ext cx="11688426" cy="0"/>
          </a:xfrm>
          <a:prstGeom prst="line">
            <a:avLst/>
          </a:prstGeom>
          <a:ln w="63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6D3BA85B-B1F8-4D7B-A5A9-CD6B33A10952}"/>
              </a:ext>
            </a:extLst>
          </p:cNvPr>
          <p:cNvCxnSpPr>
            <a:cxnSpLocks/>
          </p:cNvCxnSpPr>
          <p:nvPr/>
        </p:nvCxnSpPr>
        <p:spPr>
          <a:xfrm>
            <a:off x="227349" y="4977432"/>
            <a:ext cx="11688426" cy="0"/>
          </a:xfrm>
          <a:prstGeom prst="line">
            <a:avLst/>
          </a:prstGeom>
          <a:ln w="63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4" name="Title 1">
            <a:extLst>
              <a:ext uri="{FF2B5EF4-FFF2-40B4-BE49-F238E27FC236}">
                <a16:creationId xmlns:a16="http://schemas.microsoft.com/office/drawing/2014/main" id="{C28D3F42-2FDD-4B28-8A50-CA7550F7C6D4}"/>
              </a:ext>
            </a:extLst>
          </p:cNvPr>
          <p:cNvSpPr>
            <a:spLocks noGrp="1"/>
          </p:cNvSpPr>
          <p:nvPr>
            <p:ph type="title"/>
          </p:nvPr>
        </p:nvSpPr>
        <p:spPr>
          <a:xfrm>
            <a:off x="712850" y="151686"/>
            <a:ext cx="9883602" cy="79266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p>
            <a:r>
              <a:rPr lang="en-US" sz="2400" b="1" cap="none"/>
              <a:t>Risk and Success Factors from our Experience</a:t>
            </a:r>
          </a:p>
        </p:txBody>
      </p:sp>
      <p:sp>
        <p:nvSpPr>
          <p:cNvPr id="2" name="TextBox 1">
            <a:extLst>
              <a:ext uri="{FF2B5EF4-FFF2-40B4-BE49-F238E27FC236}">
                <a16:creationId xmlns:a16="http://schemas.microsoft.com/office/drawing/2014/main" id="{4D30EB2D-A855-4620-B9BB-891AA6062F7C}"/>
              </a:ext>
            </a:extLst>
          </p:cNvPr>
          <p:cNvSpPr txBox="1"/>
          <p:nvPr/>
        </p:nvSpPr>
        <p:spPr>
          <a:xfrm>
            <a:off x="362735" y="725670"/>
            <a:ext cx="763351"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2B0A3D">
                    <a:lumMod val="75000"/>
                    <a:lumOff val="25000"/>
                  </a:srgbClr>
                </a:solidFill>
                <a:effectLst/>
                <a:uLnTx/>
                <a:uFillTx/>
                <a:latin typeface="Ubuntu"/>
                <a:ea typeface="+mn-ea"/>
                <a:cs typeface="+mn-cs"/>
              </a:rPr>
              <a:t>Risks</a:t>
            </a:r>
          </a:p>
        </p:txBody>
      </p:sp>
      <p:sp>
        <p:nvSpPr>
          <p:cNvPr id="56" name="TextBox 55">
            <a:extLst>
              <a:ext uri="{FF2B5EF4-FFF2-40B4-BE49-F238E27FC236}">
                <a16:creationId xmlns:a16="http://schemas.microsoft.com/office/drawing/2014/main" id="{E14C6B4F-16FF-42D4-9DA3-12D6B9DAE0A4}"/>
              </a:ext>
            </a:extLst>
          </p:cNvPr>
          <p:cNvSpPr txBox="1"/>
          <p:nvPr/>
        </p:nvSpPr>
        <p:spPr>
          <a:xfrm>
            <a:off x="8270409" y="718006"/>
            <a:ext cx="1930337"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0F878A"/>
                </a:solidFill>
                <a:effectLst/>
                <a:uLnTx/>
                <a:uFillTx/>
                <a:latin typeface="Ubuntu"/>
                <a:ea typeface="+mn-ea"/>
                <a:cs typeface="+mn-cs"/>
              </a:rPr>
              <a:t>Success Factors</a:t>
            </a:r>
          </a:p>
        </p:txBody>
      </p:sp>
      <p:sp>
        <p:nvSpPr>
          <p:cNvPr id="58" name="Rectangle 57">
            <a:extLst>
              <a:ext uri="{FF2B5EF4-FFF2-40B4-BE49-F238E27FC236}">
                <a16:creationId xmlns:a16="http://schemas.microsoft.com/office/drawing/2014/main" id="{C6DD3635-4824-4311-8E27-BD881677E346}"/>
              </a:ext>
            </a:extLst>
          </p:cNvPr>
          <p:cNvSpPr/>
          <p:nvPr/>
        </p:nvSpPr>
        <p:spPr>
          <a:xfrm>
            <a:off x="474456" y="1981058"/>
            <a:ext cx="3316879" cy="846386"/>
          </a:xfrm>
          <a:prstGeom prst="rect">
            <a:avLst/>
          </a:prstGeom>
        </p:spPr>
        <p:txBody>
          <a:bodyPr wrap="square" lIns="0" tIns="0" rIns="0" bIns="0">
            <a:spAutoFit/>
          </a:bodyPr>
          <a:lstStyle/>
          <a:p>
            <a:pPr marL="228600" marR="0" lvl="0" indent="-2286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Lack of clarity and availability of Integration Mapping, Service contract &amp; Middleware</a:t>
            </a:r>
          </a:p>
          <a:p>
            <a:pPr marL="228600" marR="0" lvl="0" indent="-2286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Building for now</a:t>
            </a:r>
          </a:p>
          <a:p>
            <a:pPr marL="228600" marR="0" lvl="0" indent="-2286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Missed Impact of Data on Core</a:t>
            </a:r>
          </a:p>
          <a:p>
            <a:pPr marL="228600" marR="0" lvl="0" indent="-2286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External dependencies &amp; parallel programs</a:t>
            </a:r>
          </a:p>
        </p:txBody>
      </p:sp>
      <p:sp>
        <p:nvSpPr>
          <p:cNvPr id="59" name="Rectangle 58">
            <a:extLst>
              <a:ext uri="{FF2B5EF4-FFF2-40B4-BE49-F238E27FC236}">
                <a16:creationId xmlns:a16="http://schemas.microsoft.com/office/drawing/2014/main" id="{9B4613F4-A5F4-435C-9B16-7E7135D06BCB}"/>
              </a:ext>
            </a:extLst>
          </p:cNvPr>
          <p:cNvSpPr/>
          <p:nvPr/>
        </p:nvSpPr>
        <p:spPr>
          <a:xfrm>
            <a:off x="471923" y="2994114"/>
            <a:ext cx="3245598" cy="677108"/>
          </a:xfrm>
          <a:prstGeom prst="rect">
            <a:avLst/>
          </a:prstGeom>
        </p:spPr>
        <p:txBody>
          <a:bodyPr wrap="square" lIns="0" tIns="0" rIns="0" bIns="0">
            <a:spAutoFit/>
          </a:bodyPr>
          <a:lstStyle/>
          <a:p>
            <a:pPr marL="228600" marR="0" lvl="0" indent="-2286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No Single source of truth &amp; understanding</a:t>
            </a:r>
          </a:p>
          <a:p>
            <a:pPr marL="228600" marR="0" lvl="0" indent="-2286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Rating, Forms &amp; GL/Financial Validation</a:t>
            </a:r>
          </a:p>
          <a:p>
            <a:pPr marL="228600" marR="0" lvl="0" indent="-2286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Traceability of Scope to Test to Sign-off</a:t>
            </a:r>
          </a:p>
          <a:p>
            <a:pPr marL="228600" marR="0" lvl="0" indent="-2286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Lack of Clear Test/Automation approach</a:t>
            </a:r>
          </a:p>
        </p:txBody>
      </p:sp>
      <p:sp>
        <p:nvSpPr>
          <p:cNvPr id="60" name="Rectangle 59">
            <a:extLst>
              <a:ext uri="{FF2B5EF4-FFF2-40B4-BE49-F238E27FC236}">
                <a16:creationId xmlns:a16="http://schemas.microsoft.com/office/drawing/2014/main" id="{041B5248-752D-4261-982F-A1751318BAEC}"/>
              </a:ext>
            </a:extLst>
          </p:cNvPr>
          <p:cNvSpPr/>
          <p:nvPr/>
        </p:nvSpPr>
        <p:spPr>
          <a:xfrm>
            <a:off x="460555" y="4015077"/>
            <a:ext cx="3245598" cy="677108"/>
          </a:xfrm>
          <a:prstGeom prst="rect">
            <a:avLst/>
          </a:prstGeom>
        </p:spPr>
        <p:txBody>
          <a:bodyPr wrap="square" lIns="0" tIns="0" rIns="0" bIns="0">
            <a:spAutoFit/>
          </a:bodyPr>
          <a:lstStyle/>
          <a:p>
            <a:pPr marL="228600" marR="0" lvl="0" indent="-2286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Mis-understanding of “Agile” </a:t>
            </a:r>
          </a:p>
          <a:p>
            <a:pPr marL="228600" marR="0" lvl="0" indent="-2286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Not managing delivery to Business objectives</a:t>
            </a:r>
          </a:p>
          <a:p>
            <a:pPr marL="228600" marR="0" lvl="0" indent="-2286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Environment Provisioning &amp; Log availability</a:t>
            </a:r>
          </a:p>
          <a:p>
            <a:pPr marL="228600" marR="0" lvl="0" indent="-2286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Balancing Self-sufficient &amp; Program goals</a:t>
            </a:r>
          </a:p>
        </p:txBody>
      </p:sp>
      <p:sp>
        <p:nvSpPr>
          <p:cNvPr id="61" name="Rectangle 60">
            <a:extLst>
              <a:ext uri="{FF2B5EF4-FFF2-40B4-BE49-F238E27FC236}">
                <a16:creationId xmlns:a16="http://schemas.microsoft.com/office/drawing/2014/main" id="{8640B97B-9644-46D4-8D80-1ACC452FACA0}"/>
              </a:ext>
            </a:extLst>
          </p:cNvPr>
          <p:cNvSpPr/>
          <p:nvPr/>
        </p:nvSpPr>
        <p:spPr>
          <a:xfrm>
            <a:off x="455928" y="5179281"/>
            <a:ext cx="3245598" cy="677108"/>
          </a:xfrm>
          <a:prstGeom prst="rect">
            <a:avLst/>
          </a:prstGeom>
        </p:spPr>
        <p:txBody>
          <a:bodyPr wrap="square" lIns="0" tIns="0" rIns="0" bIns="0">
            <a:spAutoFit/>
          </a:bodyPr>
          <a:lstStyle/>
          <a:p>
            <a:pPr marL="228600" marR="0" lvl="0" indent="-2286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Lack of Decision Makers or Revisit decisions</a:t>
            </a:r>
          </a:p>
          <a:p>
            <a:pPr marL="228600" marR="0" lvl="0" indent="-2286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Availability of Customer’s SMEs for program</a:t>
            </a:r>
          </a:p>
          <a:p>
            <a:pPr marL="228600" marR="0" lvl="0" indent="-2286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Seeing Escalations as “noise”</a:t>
            </a:r>
          </a:p>
          <a:p>
            <a:pPr marL="228600" marR="0" lvl="0" indent="-2286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Customer to working with offshore at scale</a:t>
            </a:r>
          </a:p>
        </p:txBody>
      </p:sp>
      <p:sp>
        <p:nvSpPr>
          <p:cNvPr id="62" name="Rectangle 61">
            <a:extLst>
              <a:ext uri="{FF2B5EF4-FFF2-40B4-BE49-F238E27FC236}">
                <a16:creationId xmlns:a16="http://schemas.microsoft.com/office/drawing/2014/main" id="{E2470C98-D755-43C8-8EAB-2432FAA5F22E}"/>
              </a:ext>
            </a:extLst>
          </p:cNvPr>
          <p:cNvSpPr/>
          <p:nvPr/>
        </p:nvSpPr>
        <p:spPr>
          <a:xfrm>
            <a:off x="8400952" y="1109441"/>
            <a:ext cx="3245598" cy="677108"/>
          </a:xfrm>
          <a:prstGeom prst="rect">
            <a:avLst/>
          </a:prstGeom>
        </p:spPr>
        <p:txBody>
          <a:bodyPr wrap="square" lIns="0" tIns="0" rIns="0" bIns="0">
            <a:spAutoFit/>
          </a:bodyPr>
          <a:lstStyle/>
          <a:p>
            <a:pPr marL="228600" marR="0" lvl="0" indent="-2286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Trace journey/capability/requirements</a:t>
            </a:r>
          </a:p>
          <a:p>
            <a:pPr marL="228600" marR="0" lvl="0" indent="-2286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Build Product Model Early</a:t>
            </a:r>
          </a:p>
          <a:p>
            <a:pPr marL="228600" marR="0" lvl="0" indent="-2286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Elicit requirements to depth</a:t>
            </a:r>
          </a:p>
          <a:p>
            <a:pPr marL="228600" marR="0" lvl="0" indent="-2286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Conformance &amp; OOTB must be the mantra</a:t>
            </a:r>
          </a:p>
        </p:txBody>
      </p:sp>
      <p:sp>
        <p:nvSpPr>
          <p:cNvPr id="63" name="Rectangle 62">
            <a:extLst>
              <a:ext uri="{FF2B5EF4-FFF2-40B4-BE49-F238E27FC236}">
                <a16:creationId xmlns:a16="http://schemas.microsoft.com/office/drawing/2014/main" id="{8143FA62-40DC-4C55-9536-B51FD14EA0C2}"/>
              </a:ext>
            </a:extLst>
          </p:cNvPr>
          <p:cNvSpPr/>
          <p:nvPr/>
        </p:nvSpPr>
        <p:spPr>
          <a:xfrm>
            <a:off x="8400952" y="2053310"/>
            <a:ext cx="3245598" cy="677108"/>
          </a:xfrm>
          <a:prstGeom prst="rect">
            <a:avLst/>
          </a:prstGeom>
        </p:spPr>
        <p:txBody>
          <a:bodyPr wrap="square" lIns="0" tIns="0" rIns="0" bIns="0">
            <a:spAutoFit/>
          </a:bodyPr>
          <a:lstStyle/>
          <a:p>
            <a:pPr marL="228600" marR="0" lvl="0" indent="-2286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Inception should focus on HLAP / HLD</a:t>
            </a:r>
          </a:p>
          <a:p>
            <a:pPr marL="228600" marR="0" lvl="0" indent="-2286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Keep future releases in mind for every decision</a:t>
            </a:r>
          </a:p>
          <a:p>
            <a:pPr marL="228600" marR="0" lvl="0" indent="-2286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Demarcation stream needs to be managed via an independent lead from Customer team</a:t>
            </a:r>
          </a:p>
        </p:txBody>
      </p:sp>
      <p:sp>
        <p:nvSpPr>
          <p:cNvPr id="64" name="Rectangle 63">
            <a:extLst>
              <a:ext uri="{FF2B5EF4-FFF2-40B4-BE49-F238E27FC236}">
                <a16:creationId xmlns:a16="http://schemas.microsoft.com/office/drawing/2014/main" id="{3176C032-A3C5-4F6B-9D1B-A1EB2A3EB28B}"/>
              </a:ext>
            </a:extLst>
          </p:cNvPr>
          <p:cNvSpPr/>
          <p:nvPr/>
        </p:nvSpPr>
        <p:spPr>
          <a:xfrm>
            <a:off x="8400951" y="3079454"/>
            <a:ext cx="3791049" cy="677108"/>
          </a:xfrm>
          <a:prstGeom prst="rect">
            <a:avLst/>
          </a:prstGeom>
        </p:spPr>
        <p:txBody>
          <a:bodyPr wrap="square" lIns="0" tIns="0" rIns="0" bIns="0">
            <a:spAutoFit/>
          </a:bodyPr>
          <a:lstStyle/>
          <a:p>
            <a:pPr marL="228600" marR="0" lvl="0" indent="-2286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Define Clear DoD for Sprints &amp; Releases</a:t>
            </a:r>
          </a:p>
          <a:p>
            <a:pPr marL="228600" marR="0" lvl="0" indent="-2286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Clear approach for Rating, Forms &amp; GL/Financial scope.</a:t>
            </a:r>
          </a:p>
          <a:p>
            <a:pPr marL="228600" marR="0" lvl="0" indent="-2286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Investment in tools to manage scope delivery</a:t>
            </a:r>
          </a:p>
          <a:p>
            <a:pPr marL="228600" marR="0" lvl="0" indent="-2286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Shift-left the testing cycle &amp; empower</a:t>
            </a:r>
          </a:p>
        </p:txBody>
      </p:sp>
      <p:sp>
        <p:nvSpPr>
          <p:cNvPr id="65" name="Rectangle 64">
            <a:extLst>
              <a:ext uri="{FF2B5EF4-FFF2-40B4-BE49-F238E27FC236}">
                <a16:creationId xmlns:a16="http://schemas.microsoft.com/office/drawing/2014/main" id="{BD318864-26A8-426C-AB7F-08610E2FFD43}"/>
              </a:ext>
            </a:extLst>
          </p:cNvPr>
          <p:cNvSpPr/>
          <p:nvPr/>
        </p:nvSpPr>
        <p:spPr>
          <a:xfrm>
            <a:off x="8400950" y="3950989"/>
            <a:ext cx="3791049" cy="846386"/>
          </a:xfrm>
          <a:prstGeom prst="rect">
            <a:avLst/>
          </a:prstGeom>
        </p:spPr>
        <p:txBody>
          <a:bodyPr wrap="square" lIns="0" tIns="0" rIns="0" bIns="0">
            <a:spAutoFit/>
          </a:bodyPr>
          <a:lstStyle/>
          <a:p>
            <a:pPr marL="228600" marR="0" lvl="0" indent="-2286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Setup Principles and Guard-rails to get to higher Program Agile maturity</a:t>
            </a:r>
          </a:p>
          <a:p>
            <a:pPr marL="228600" marR="0" lvl="0" indent="-2286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Setup Customer BAU team &amp; integrate with Build team</a:t>
            </a:r>
          </a:p>
          <a:p>
            <a:pPr marL="228600" marR="0" lvl="0" indent="-2286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Effective Governance &amp; Escalation management</a:t>
            </a:r>
          </a:p>
          <a:p>
            <a:pPr marL="228600" marR="0" lvl="0" indent="-2286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Disciplined Change Control process</a:t>
            </a:r>
          </a:p>
        </p:txBody>
      </p:sp>
      <p:sp>
        <p:nvSpPr>
          <p:cNvPr id="66" name="Rectangle 65">
            <a:extLst>
              <a:ext uri="{FF2B5EF4-FFF2-40B4-BE49-F238E27FC236}">
                <a16:creationId xmlns:a16="http://schemas.microsoft.com/office/drawing/2014/main" id="{CAF4706F-7C0F-4B48-86DB-ECBA30067835}"/>
              </a:ext>
            </a:extLst>
          </p:cNvPr>
          <p:cNvSpPr/>
          <p:nvPr/>
        </p:nvSpPr>
        <p:spPr>
          <a:xfrm>
            <a:off x="8400952" y="5050371"/>
            <a:ext cx="3476818" cy="846386"/>
          </a:xfrm>
          <a:prstGeom prst="rect">
            <a:avLst/>
          </a:prstGeom>
        </p:spPr>
        <p:txBody>
          <a:bodyPr wrap="square" lIns="0" tIns="0" rIns="0" bIns="0">
            <a:spAutoFit/>
          </a:bodyPr>
          <a:lstStyle/>
          <a:p>
            <a:pPr marL="228600" marR="0" lvl="0" indent="-2286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Create and Agree on RACI – Decision Makers</a:t>
            </a:r>
          </a:p>
          <a:p>
            <a:pPr marL="228600" marR="0" lvl="0" indent="-2286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Set  means of communications across teams / shores &amp; over-communicate across program</a:t>
            </a:r>
          </a:p>
          <a:p>
            <a:pPr marL="228600" marR="0" lvl="0" indent="-2286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kumimoji="0" lang="en-US" sz="110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Track issues/escalations to closure to left of program timeline to build pace</a:t>
            </a:r>
          </a:p>
        </p:txBody>
      </p:sp>
      <p:sp>
        <p:nvSpPr>
          <p:cNvPr id="67" name="Rectangle 66">
            <a:extLst>
              <a:ext uri="{FF2B5EF4-FFF2-40B4-BE49-F238E27FC236}">
                <a16:creationId xmlns:a16="http://schemas.microsoft.com/office/drawing/2014/main" id="{C62B8A71-D7CC-4DEE-AB23-9978C649FC96}"/>
              </a:ext>
            </a:extLst>
          </p:cNvPr>
          <p:cNvSpPr/>
          <p:nvPr/>
        </p:nvSpPr>
        <p:spPr>
          <a:xfrm>
            <a:off x="367678" y="6049302"/>
            <a:ext cx="11367122" cy="482125"/>
          </a:xfrm>
          <a:prstGeom prst="rect">
            <a:avLst/>
          </a:prstGeom>
          <a:solidFill>
            <a:schemeClr val="accent3"/>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889000" rtl="0" eaLnBrk="1" fontAlgn="auto" latinLnBrk="0" hangingPunct="1">
              <a:lnSpc>
                <a:spcPct val="90000"/>
              </a:lnSpc>
              <a:spcBef>
                <a:spcPct val="0"/>
              </a:spcBef>
              <a:spcAft>
                <a:spcPct val="35000"/>
              </a:spcAft>
              <a:buClrTx/>
              <a:buSzTx/>
              <a:buFontTx/>
              <a:buNone/>
              <a:tabLst/>
              <a:defRPr/>
            </a:pPr>
            <a:r>
              <a:rPr kumimoji="0" lang="en-GB" sz="1400" b="1" i="0" u="none" strike="noStrike" kern="0" cap="none" spc="0" normalizeH="0" baseline="0" noProof="0">
                <a:ln>
                  <a:noFill/>
                </a:ln>
                <a:solidFill>
                  <a:srgbClr val="FFFFFF"/>
                </a:solidFill>
                <a:effectLst/>
                <a:uLnTx/>
                <a:uFillTx/>
                <a:latin typeface="Ubuntu" panose="020B0504030602030204" pitchFamily="34" charset="0"/>
                <a:ea typeface="+mn-ea"/>
                <a:cs typeface="+mn-cs"/>
              </a:rPr>
              <a:t>Capgemini will be a partner and work closely with </a:t>
            </a:r>
            <a:r>
              <a:rPr kumimoji="0" lang="en-GB" sz="1400" b="1" i="0" u="none" strike="noStrike" kern="0" cap="none" spc="0" normalizeH="0" baseline="0" noProof="0" err="1">
                <a:ln>
                  <a:noFill/>
                </a:ln>
                <a:solidFill>
                  <a:srgbClr val="FFFFFF"/>
                </a:solidFill>
                <a:effectLst/>
                <a:uLnTx/>
                <a:uFillTx/>
                <a:latin typeface="Ubuntu" panose="020B0504030602030204" pitchFamily="34" charset="0"/>
                <a:ea typeface="+mn-ea"/>
                <a:cs typeface="+mn-cs"/>
              </a:rPr>
              <a:t>Länsförsäkringar</a:t>
            </a:r>
            <a:r>
              <a:rPr kumimoji="0" lang="en-GB" sz="1400" b="1" i="0" u="none" strike="noStrike" kern="0" cap="none" spc="0" normalizeH="0" baseline="0" noProof="0">
                <a:ln>
                  <a:noFill/>
                </a:ln>
                <a:solidFill>
                  <a:srgbClr val="FFFFFF"/>
                </a:solidFill>
                <a:effectLst/>
                <a:uLnTx/>
                <a:uFillTx/>
                <a:latin typeface="Ubuntu" panose="020B0504030602030204" pitchFamily="34" charset="0"/>
                <a:ea typeface="+mn-ea"/>
                <a:cs typeface="+mn-cs"/>
              </a:rPr>
              <a:t> to bring its experience to identify issues &amp; mitigate risks to make the Program successful.</a:t>
            </a:r>
          </a:p>
        </p:txBody>
      </p:sp>
      <p:pic>
        <p:nvPicPr>
          <p:cNvPr id="4" name="Graphic 3" descr="Play">
            <a:extLst>
              <a:ext uri="{FF2B5EF4-FFF2-40B4-BE49-F238E27FC236}">
                <a16:creationId xmlns:a16="http://schemas.microsoft.com/office/drawing/2014/main" id="{6D336895-526B-4245-9C0E-27C8B48ADB0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52882" y="1102293"/>
            <a:ext cx="396000" cy="396000"/>
          </a:xfrm>
          <a:prstGeom prst="rect">
            <a:avLst/>
          </a:prstGeom>
        </p:spPr>
      </p:pic>
      <p:pic>
        <p:nvPicPr>
          <p:cNvPr id="6" name="Graphic 5" descr="Bridge scene">
            <a:extLst>
              <a:ext uri="{FF2B5EF4-FFF2-40B4-BE49-F238E27FC236}">
                <a16:creationId xmlns:a16="http://schemas.microsoft.com/office/drawing/2014/main" id="{D5E15079-C43D-4531-B20F-A82DAF9673F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046316" y="2150277"/>
            <a:ext cx="396000" cy="396000"/>
          </a:xfrm>
          <a:prstGeom prst="rect">
            <a:avLst/>
          </a:prstGeom>
        </p:spPr>
      </p:pic>
      <p:pic>
        <p:nvPicPr>
          <p:cNvPr id="8" name="Graphic 7" descr="List">
            <a:extLst>
              <a:ext uri="{FF2B5EF4-FFF2-40B4-BE49-F238E27FC236}">
                <a16:creationId xmlns:a16="http://schemas.microsoft.com/office/drawing/2014/main" id="{6CA8ED8C-3FBD-42A3-8A8C-552119D6E781}"/>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599130" y="3156959"/>
            <a:ext cx="396000" cy="396000"/>
          </a:xfrm>
          <a:prstGeom prst="rect">
            <a:avLst/>
          </a:prstGeom>
        </p:spPr>
      </p:pic>
      <p:pic>
        <p:nvPicPr>
          <p:cNvPr id="10" name="Graphic 9" descr="Playbook">
            <a:extLst>
              <a:ext uri="{FF2B5EF4-FFF2-40B4-BE49-F238E27FC236}">
                <a16:creationId xmlns:a16="http://schemas.microsoft.com/office/drawing/2014/main" id="{F5B4FBFD-3418-4C36-8FA6-4D5BF536387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508740" y="5282343"/>
            <a:ext cx="396000" cy="396000"/>
          </a:xfrm>
          <a:prstGeom prst="rect">
            <a:avLst/>
          </a:prstGeom>
        </p:spPr>
      </p:pic>
      <p:pic>
        <p:nvPicPr>
          <p:cNvPr id="12" name="Graphic 11" descr="Crane">
            <a:extLst>
              <a:ext uri="{FF2B5EF4-FFF2-40B4-BE49-F238E27FC236}">
                <a16:creationId xmlns:a16="http://schemas.microsoft.com/office/drawing/2014/main" id="{DECF0102-0331-4F33-B4A9-B5FCA42F0079}"/>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933145" y="4249837"/>
            <a:ext cx="396000" cy="396000"/>
          </a:xfrm>
          <a:prstGeom prst="rect">
            <a:avLst/>
          </a:prstGeom>
        </p:spPr>
      </p:pic>
      <p:pic>
        <p:nvPicPr>
          <p:cNvPr id="110" name="Picture 109">
            <a:extLst>
              <a:ext uri="{FF2B5EF4-FFF2-40B4-BE49-F238E27FC236}">
                <a16:creationId xmlns:a16="http://schemas.microsoft.com/office/drawing/2014/main" id="{24FAE8D0-D52E-4CC0-A0AF-845C68431449}"/>
              </a:ext>
            </a:extLst>
          </p:cNvPr>
          <p:cNvPicPr>
            <a:picLocks noChangeAspect="1"/>
          </p:cNvPicPr>
          <p:nvPr/>
        </p:nvPicPr>
        <p:blipFill>
          <a:blip r:embed="rId14"/>
          <a:stretch>
            <a:fillRect/>
          </a:stretch>
        </p:blipFill>
        <p:spPr>
          <a:xfrm>
            <a:off x="10665626" y="122983"/>
            <a:ext cx="1440000" cy="689886"/>
          </a:xfrm>
          <a:prstGeom prst="rect">
            <a:avLst/>
          </a:prstGeom>
        </p:spPr>
      </p:pic>
      <p:sp>
        <p:nvSpPr>
          <p:cNvPr id="51" name="Oval 50">
            <a:extLst>
              <a:ext uri="{FF2B5EF4-FFF2-40B4-BE49-F238E27FC236}">
                <a16:creationId xmlns:a16="http://schemas.microsoft.com/office/drawing/2014/main" id="{B57E2057-1F8F-44CD-9443-71EA3CE82EB3}"/>
              </a:ext>
            </a:extLst>
          </p:cNvPr>
          <p:cNvSpPr/>
          <p:nvPr/>
        </p:nvSpPr>
        <p:spPr>
          <a:xfrm>
            <a:off x="11777664" y="94536"/>
            <a:ext cx="328326" cy="335526"/>
          </a:xfrm>
          <a:prstGeom prst="ellipse">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Ubuntu"/>
                <a:ea typeface="+mn-ea"/>
                <a:cs typeface="+mn-cs"/>
              </a:rPr>
              <a:t>b</a:t>
            </a:r>
          </a:p>
        </p:txBody>
      </p:sp>
      <p:pic>
        <p:nvPicPr>
          <p:cNvPr id="52" name="Picture 51">
            <a:extLst>
              <a:ext uri="{FF2B5EF4-FFF2-40B4-BE49-F238E27FC236}">
                <a16:creationId xmlns:a16="http://schemas.microsoft.com/office/drawing/2014/main" id="{857ACD00-946F-4C79-B248-68D65FDF4114}"/>
              </a:ext>
            </a:extLst>
          </p:cNvPr>
          <p:cNvPicPr>
            <a:picLocks noChangeAspect="1"/>
          </p:cNvPicPr>
          <p:nvPr/>
        </p:nvPicPr>
        <p:blipFill>
          <a:blip r:embed="rId15"/>
          <a:stretch>
            <a:fillRect/>
          </a:stretch>
        </p:blipFill>
        <p:spPr>
          <a:xfrm>
            <a:off x="10757804" y="799441"/>
            <a:ext cx="1260000" cy="288698"/>
          </a:xfrm>
          <a:prstGeom prst="rect">
            <a:avLst/>
          </a:prstGeom>
        </p:spPr>
      </p:pic>
    </p:spTree>
    <p:extLst>
      <p:ext uri="{BB962C8B-B14F-4D97-AF65-F5344CB8AC3E}">
        <p14:creationId xmlns:p14="http://schemas.microsoft.com/office/powerpoint/2010/main" val="822548910"/>
      </p:ext>
    </p:extLst>
  </p:cSld>
  <p:clrMapOvr>
    <a:masterClrMapping/>
  </p:clrMapOvr>
  <p:transition spd="slow">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4917326-FEA0-40F0-A3B5-59AF9AD3BDB1}"/>
              </a:ext>
            </a:extLst>
          </p:cNvPr>
          <p:cNvSpPr/>
          <p:nvPr/>
        </p:nvSpPr>
        <p:spPr>
          <a:xfrm>
            <a:off x="0" y="4511155"/>
            <a:ext cx="12192000" cy="195865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10" name="Rectangle 9">
            <a:extLst>
              <a:ext uri="{FF2B5EF4-FFF2-40B4-BE49-F238E27FC236}">
                <a16:creationId xmlns:a16="http://schemas.microsoft.com/office/drawing/2014/main" id="{AA087112-735A-0E47-9723-C302C7DB8294}"/>
              </a:ext>
            </a:extLst>
          </p:cNvPr>
          <p:cNvSpPr/>
          <p:nvPr/>
        </p:nvSpPr>
        <p:spPr>
          <a:xfrm>
            <a:off x="712849" y="601863"/>
            <a:ext cx="10559383" cy="64619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70AD"/>
                </a:solidFill>
                <a:effectLst/>
                <a:uLnTx/>
                <a:uFillTx/>
                <a:latin typeface="Ubuntu" panose="020B0504030602030204" pitchFamily="34" charset="0"/>
                <a:ea typeface="+mn-ea"/>
                <a:cs typeface="+mn-cs"/>
              </a:rPr>
              <a:t>Led by </a:t>
            </a:r>
            <a:r>
              <a:rPr kumimoji="0" lang="en-US" sz="2000" b="0" i="0" u="none" strike="noStrike" kern="1200" cap="none" spc="0" normalizeH="0" baseline="0" noProof="0" err="1">
                <a:ln>
                  <a:noFill/>
                </a:ln>
                <a:solidFill>
                  <a:srgbClr val="0070AD"/>
                </a:solidFill>
                <a:effectLst/>
                <a:uLnTx/>
                <a:uFillTx/>
                <a:latin typeface="Ubuntu" panose="020B0504030602030204" pitchFamily="34" charset="0"/>
                <a:ea typeface="+mn-ea"/>
                <a:cs typeface="+mn-cs"/>
              </a:rPr>
              <a:t>Länsförsäkringar</a:t>
            </a:r>
            <a:r>
              <a:rPr kumimoji="0" lang="en-US" sz="2000" b="0" i="0" u="none" strike="noStrike" kern="1200" cap="none" spc="0" normalizeH="0" baseline="0" noProof="0">
                <a:ln>
                  <a:noFill/>
                </a:ln>
                <a:solidFill>
                  <a:srgbClr val="0070AD"/>
                </a:solidFill>
                <a:effectLst/>
                <a:uLnTx/>
                <a:uFillTx/>
                <a:latin typeface="Ubuntu" panose="020B0504030602030204" pitchFamily="34" charset="0"/>
                <a:ea typeface="+mn-ea"/>
                <a:cs typeface="+mn-cs"/>
              </a:rPr>
              <a:t>, we’ll form one team with specialist skills working in parallel</a:t>
            </a:r>
          </a:p>
        </p:txBody>
      </p:sp>
      <p:grpSp>
        <p:nvGrpSpPr>
          <p:cNvPr id="43" name="Group 42">
            <a:extLst>
              <a:ext uri="{FF2B5EF4-FFF2-40B4-BE49-F238E27FC236}">
                <a16:creationId xmlns:a16="http://schemas.microsoft.com/office/drawing/2014/main" id="{3DA0A588-93D8-1B4B-B52C-D83D3970072A}"/>
              </a:ext>
            </a:extLst>
          </p:cNvPr>
          <p:cNvGrpSpPr>
            <a:grpSpLocks noChangeAspect="1"/>
          </p:cNvGrpSpPr>
          <p:nvPr/>
        </p:nvGrpSpPr>
        <p:grpSpPr>
          <a:xfrm>
            <a:off x="384380" y="1321611"/>
            <a:ext cx="11052000" cy="3189544"/>
            <a:chOff x="1168397" y="1968823"/>
            <a:chExt cx="9596842" cy="3258472"/>
          </a:xfrm>
        </p:grpSpPr>
        <p:pic>
          <p:nvPicPr>
            <p:cNvPr id="22" name="Picture 21">
              <a:extLst>
                <a:ext uri="{FF2B5EF4-FFF2-40B4-BE49-F238E27FC236}">
                  <a16:creationId xmlns:a16="http://schemas.microsoft.com/office/drawing/2014/main" id="{219AEB5E-F637-A24B-9314-712F035394E2}"/>
                </a:ext>
              </a:extLst>
            </p:cNvPr>
            <p:cNvPicPr>
              <a:picLocks noChangeAspect="1"/>
            </p:cNvPicPr>
            <p:nvPr/>
          </p:nvPicPr>
          <p:blipFill>
            <a:blip r:embed="rId3"/>
            <a:stretch>
              <a:fillRect/>
            </a:stretch>
          </p:blipFill>
          <p:spPr>
            <a:xfrm>
              <a:off x="1168397" y="2247289"/>
              <a:ext cx="9596842" cy="2072117"/>
            </a:xfrm>
            <a:prstGeom prst="rect">
              <a:avLst/>
            </a:prstGeom>
          </p:spPr>
        </p:pic>
        <p:cxnSp>
          <p:nvCxnSpPr>
            <p:cNvPr id="12" name="Straight Arrow Connector 11">
              <a:extLst>
                <a:ext uri="{FF2B5EF4-FFF2-40B4-BE49-F238E27FC236}">
                  <a16:creationId xmlns:a16="http://schemas.microsoft.com/office/drawing/2014/main" id="{608EBFBB-499B-834E-85EB-B87C8C4D330B}"/>
                </a:ext>
              </a:extLst>
            </p:cNvPr>
            <p:cNvCxnSpPr>
              <a:cxnSpLocks/>
            </p:cNvCxnSpPr>
            <p:nvPr/>
          </p:nvCxnSpPr>
          <p:spPr>
            <a:xfrm>
              <a:off x="3430112" y="4451998"/>
              <a:ext cx="0" cy="216000"/>
            </a:xfrm>
            <a:prstGeom prst="straightConnector1">
              <a:avLst/>
            </a:prstGeom>
            <a:ln w="19050">
              <a:solidFill>
                <a:srgbClr val="FF304C"/>
              </a:solidFill>
              <a:tailEnd type="ova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898C0393-E285-7F48-9648-3997E9A0D108}"/>
                </a:ext>
              </a:extLst>
            </p:cNvPr>
            <p:cNvSpPr/>
            <p:nvPr/>
          </p:nvSpPr>
          <p:spPr>
            <a:xfrm>
              <a:off x="3043399" y="4790992"/>
              <a:ext cx="773425" cy="4363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39124E"/>
                  </a:solidFill>
                  <a:effectLst/>
                  <a:uLnTx/>
                  <a:uFillTx/>
                  <a:latin typeface="Ubuntu" panose="020B0504030602030204" pitchFamily="34" charset="0"/>
                  <a:ea typeface="+mn-ea"/>
                  <a:cs typeface="+mn-cs"/>
                </a:rPr>
                <a:t>Proposition design</a:t>
              </a:r>
            </a:p>
          </p:txBody>
        </p:sp>
        <p:cxnSp>
          <p:nvCxnSpPr>
            <p:cNvPr id="16" name="Straight Arrow Connector 15">
              <a:extLst>
                <a:ext uri="{FF2B5EF4-FFF2-40B4-BE49-F238E27FC236}">
                  <a16:creationId xmlns:a16="http://schemas.microsoft.com/office/drawing/2014/main" id="{E94FB4AF-1E2B-7C44-93F3-FD0BEBD50C74}"/>
                </a:ext>
              </a:extLst>
            </p:cNvPr>
            <p:cNvCxnSpPr>
              <a:cxnSpLocks/>
            </p:cNvCxnSpPr>
            <p:nvPr/>
          </p:nvCxnSpPr>
          <p:spPr>
            <a:xfrm>
              <a:off x="7795110" y="4451998"/>
              <a:ext cx="0" cy="216000"/>
            </a:xfrm>
            <a:prstGeom prst="straightConnector1">
              <a:avLst/>
            </a:prstGeom>
            <a:ln w="19050">
              <a:solidFill>
                <a:srgbClr val="FF304C"/>
              </a:solidFill>
              <a:tailEnd type="ova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9926B6CC-3150-0E47-9BE8-E4CCDD42E7F4}"/>
                </a:ext>
              </a:extLst>
            </p:cNvPr>
            <p:cNvSpPr/>
            <p:nvPr/>
          </p:nvSpPr>
          <p:spPr>
            <a:xfrm>
              <a:off x="7408397" y="4790992"/>
              <a:ext cx="773425" cy="4363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39124E"/>
                  </a:solidFill>
                  <a:effectLst/>
                  <a:uLnTx/>
                  <a:uFillTx/>
                  <a:latin typeface="Ubuntu" panose="020B0504030602030204" pitchFamily="34" charset="0"/>
                  <a:ea typeface="+mn-ea"/>
                  <a:cs typeface="+mn-cs"/>
                </a:rPr>
                <a:t>Product and content design</a:t>
              </a:r>
            </a:p>
          </p:txBody>
        </p:sp>
        <p:sp>
          <p:nvSpPr>
            <p:cNvPr id="24" name="Rectangle 23">
              <a:extLst>
                <a:ext uri="{FF2B5EF4-FFF2-40B4-BE49-F238E27FC236}">
                  <a16:creationId xmlns:a16="http://schemas.microsoft.com/office/drawing/2014/main" id="{EFB5F261-EB41-5744-9396-4F399750FCF1}"/>
                </a:ext>
              </a:extLst>
            </p:cNvPr>
            <p:cNvSpPr/>
            <p:nvPr/>
          </p:nvSpPr>
          <p:spPr>
            <a:xfrm>
              <a:off x="4233616" y="1968823"/>
              <a:ext cx="773425" cy="3301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39124E"/>
                  </a:solidFill>
                  <a:effectLst/>
                  <a:uLnTx/>
                  <a:uFillTx/>
                  <a:latin typeface="Ubuntu" panose="020B0504030602030204" pitchFamily="34" charset="0"/>
                  <a:ea typeface="+mn-ea"/>
                  <a:cs typeface="+mn-cs"/>
                </a:rPr>
                <a:t>Operating model design</a:t>
              </a:r>
            </a:p>
          </p:txBody>
        </p:sp>
        <p:cxnSp>
          <p:nvCxnSpPr>
            <p:cNvPr id="25" name="Straight Arrow Connector 24">
              <a:extLst>
                <a:ext uri="{FF2B5EF4-FFF2-40B4-BE49-F238E27FC236}">
                  <a16:creationId xmlns:a16="http://schemas.microsoft.com/office/drawing/2014/main" id="{6E66FEE6-D0B5-124A-BF03-BB77284F8E9F}"/>
                </a:ext>
              </a:extLst>
            </p:cNvPr>
            <p:cNvCxnSpPr>
              <a:cxnSpLocks/>
            </p:cNvCxnSpPr>
            <p:nvPr/>
          </p:nvCxnSpPr>
          <p:spPr>
            <a:xfrm rot="10800000">
              <a:off x="4620329" y="2357688"/>
              <a:ext cx="0" cy="216000"/>
            </a:xfrm>
            <a:prstGeom prst="straightConnector1">
              <a:avLst/>
            </a:prstGeom>
            <a:ln w="19050">
              <a:solidFill>
                <a:srgbClr val="FF304C"/>
              </a:solidFill>
              <a:tailEnd type="oval"/>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A8ED725E-5BA2-D74C-9581-74EEBB116EFD}"/>
                </a:ext>
              </a:extLst>
            </p:cNvPr>
            <p:cNvSpPr/>
            <p:nvPr/>
          </p:nvSpPr>
          <p:spPr>
            <a:xfrm>
              <a:off x="6245311" y="1968823"/>
              <a:ext cx="773425" cy="3301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39124E"/>
                  </a:solidFill>
                  <a:effectLst/>
                  <a:uLnTx/>
                  <a:uFillTx/>
                  <a:latin typeface="Ubuntu" panose="020B0504030602030204" pitchFamily="34" charset="0"/>
                  <a:ea typeface="+mn-ea"/>
                  <a:cs typeface="+mn-cs"/>
                </a:rPr>
                <a:t>Journey design</a:t>
              </a:r>
            </a:p>
          </p:txBody>
        </p:sp>
        <p:cxnSp>
          <p:nvCxnSpPr>
            <p:cNvPr id="29" name="Straight Arrow Connector 28">
              <a:extLst>
                <a:ext uri="{FF2B5EF4-FFF2-40B4-BE49-F238E27FC236}">
                  <a16:creationId xmlns:a16="http://schemas.microsoft.com/office/drawing/2014/main" id="{707EE6CB-F30F-FA4B-8789-3711159DF37E}"/>
                </a:ext>
              </a:extLst>
            </p:cNvPr>
            <p:cNvCxnSpPr>
              <a:cxnSpLocks/>
            </p:cNvCxnSpPr>
            <p:nvPr/>
          </p:nvCxnSpPr>
          <p:spPr>
            <a:xfrm rot="10800000">
              <a:off x="6632023" y="2358642"/>
              <a:ext cx="0" cy="216000"/>
            </a:xfrm>
            <a:prstGeom prst="straightConnector1">
              <a:avLst/>
            </a:prstGeom>
            <a:ln w="19050">
              <a:solidFill>
                <a:srgbClr val="FF304C"/>
              </a:solidFill>
              <a:tailEnd type="oval"/>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21FCB94F-16FC-1F41-8885-3A7AE8EABAF7}"/>
                </a:ext>
              </a:extLst>
            </p:cNvPr>
            <p:cNvSpPr/>
            <p:nvPr/>
          </p:nvSpPr>
          <p:spPr>
            <a:xfrm>
              <a:off x="9381639" y="1968823"/>
              <a:ext cx="773425" cy="3301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39124E"/>
                  </a:solidFill>
                  <a:effectLst/>
                  <a:uLnTx/>
                  <a:uFillTx/>
                  <a:latin typeface="Ubuntu" panose="020B0504030602030204" pitchFamily="34" charset="0"/>
                  <a:ea typeface="+mn-ea"/>
                  <a:cs typeface="+mn-cs"/>
                </a:rPr>
                <a:t>Tech leadership</a:t>
              </a:r>
            </a:p>
          </p:txBody>
        </p:sp>
        <p:cxnSp>
          <p:nvCxnSpPr>
            <p:cNvPr id="31" name="Straight Arrow Connector 30">
              <a:extLst>
                <a:ext uri="{FF2B5EF4-FFF2-40B4-BE49-F238E27FC236}">
                  <a16:creationId xmlns:a16="http://schemas.microsoft.com/office/drawing/2014/main" id="{E84D636D-F95F-8D44-A794-06896808DA75}"/>
                </a:ext>
              </a:extLst>
            </p:cNvPr>
            <p:cNvCxnSpPr>
              <a:cxnSpLocks/>
            </p:cNvCxnSpPr>
            <p:nvPr/>
          </p:nvCxnSpPr>
          <p:spPr>
            <a:xfrm rot="10800000">
              <a:off x="9768352" y="2357688"/>
              <a:ext cx="0" cy="216000"/>
            </a:xfrm>
            <a:prstGeom prst="straightConnector1">
              <a:avLst/>
            </a:prstGeom>
            <a:ln w="19050">
              <a:solidFill>
                <a:srgbClr val="FF304C"/>
              </a:solidFill>
              <a:tailEnd type="oval"/>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6E9BD129-C450-5A41-8BD0-63E774171E4D}"/>
                </a:ext>
              </a:extLst>
            </p:cNvPr>
            <p:cNvSpPr/>
            <p:nvPr/>
          </p:nvSpPr>
          <p:spPr>
            <a:xfrm>
              <a:off x="1778572" y="1968823"/>
              <a:ext cx="773425" cy="33014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39124E"/>
                  </a:solidFill>
                  <a:effectLst/>
                  <a:uLnTx/>
                  <a:uFillTx/>
                  <a:latin typeface="Ubuntu" panose="020B0504030602030204" pitchFamily="34" charset="0"/>
                  <a:ea typeface="+mn-ea"/>
                  <a:cs typeface="+mn-cs"/>
                </a:rPr>
                <a:t>Vision definition</a:t>
              </a:r>
            </a:p>
          </p:txBody>
        </p:sp>
        <p:cxnSp>
          <p:nvCxnSpPr>
            <p:cNvPr id="33" name="Straight Arrow Connector 32">
              <a:extLst>
                <a:ext uri="{FF2B5EF4-FFF2-40B4-BE49-F238E27FC236}">
                  <a16:creationId xmlns:a16="http://schemas.microsoft.com/office/drawing/2014/main" id="{3146EB08-0A55-7E4A-8B84-99316D1BB670}"/>
                </a:ext>
              </a:extLst>
            </p:cNvPr>
            <p:cNvCxnSpPr>
              <a:cxnSpLocks/>
            </p:cNvCxnSpPr>
            <p:nvPr/>
          </p:nvCxnSpPr>
          <p:spPr>
            <a:xfrm rot="10800000">
              <a:off x="2165285" y="2357688"/>
              <a:ext cx="0" cy="216000"/>
            </a:xfrm>
            <a:prstGeom prst="straightConnector1">
              <a:avLst/>
            </a:prstGeom>
            <a:ln w="19050">
              <a:solidFill>
                <a:srgbClr val="FF304C"/>
              </a:solidFill>
              <a:tailEnd type="oval"/>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7BE755F7-16C1-904F-ACE2-711DEA9DBAFF}"/>
                </a:ext>
              </a:extLst>
            </p:cNvPr>
            <p:cNvCxnSpPr>
              <a:cxnSpLocks/>
            </p:cNvCxnSpPr>
            <p:nvPr/>
          </p:nvCxnSpPr>
          <p:spPr>
            <a:xfrm>
              <a:off x="8714136" y="4451998"/>
              <a:ext cx="0" cy="216000"/>
            </a:xfrm>
            <a:prstGeom prst="straightConnector1">
              <a:avLst/>
            </a:prstGeom>
            <a:ln w="19050">
              <a:solidFill>
                <a:srgbClr val="FF304C"/>
              </a:solidFill>
              <a:tailEnd type="oval"/>
            </a:ln>
          </p:spPr>
          <p:style>
            <a:lnRef idx="1">
              <a:schemeClr val="accent1"/>
            </a:lnRef>
            <a:fillRef idx="0">
              <a:schemeClr val="accent1"/>
            </a:fillRef>
            <a:effectRef idx="0">
              <a:schemeClr val="accent1"/>
            </a:effectRef>
            <a:fontRef idx="minor">
              <a:schemeClr val="tx1"/>
            </a:fontRef>
          </p:style>
        </p:cxnSp>
        <p:sp>
          <p:nvSpPr>
            <p:cNvPr id="35" name="Rectangle 34">
              <a:extLst>
                <a:ext uri="{FF2B5EF4-FFF2-40B4-BE49-F238E27FC236}">
                  <a16:creationId xmlns:a16="http://schemas.microsoft.com/office/drawing/2014/main" id="{2BBEC55A-918D-7D47-92E6-F3B526DD0017}"/>
                </a:ext>
              </a:extLst>
            </p:cNvPr>
            <p:cNvSpPr/>
            <p:nvPr/>
          </p:nvSpPr>
          <p:spPr>
            <a:xfrm>
              <a:off x="8327423" y="4790992"/>
              <a:ext cx="773425" cy="43630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39124E"/>
                  </a:solidFill>
                  <a:effectLst/>
                  <a:uLnTx/>
                  <a:uFillTx/>
                  <a:latin typeface="Ubuntu" panose="020B0504030602030204" pitchFamily="34" charset="0"/>
                  <a:ea typeface="+mn-ea"/>
                  <a:cs typeface="+mn-cs"/>
                </a:rPr>
                <a:t>Business change</a:t>
              </a:r>
            </a:p>
          </p:txBody>
        </p:sp>
      </p:grpSp>
      <p:sp>
        <p:nvSpPr>
          <p:cNvPr id="39" name="Rectangle: Rounded Corners 38">
            <a:extLst>
              <a:ext uri="{FF2B5EF4-FFF2-40B4-BE49-F238E27FC236}">
                <a16:creationId xmlns:a16="http://schemas.microsoft.com/office/drawing/2014/main" id="{F36D79EF-919F-EA4A-BB97-669174FF9956}"/>
              </a:ext>
            </a:extLst>
          </p:cNvPr>
          <p:cNvSpPr/>
          <p:nvPr/>
        </p:nvSpPr>
        <p:spPr>
          <a:xfrm>
            <a:off x="307453" y="4945460"/>
            <a:ext cx="2009535" cy="1070162"/>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Ubuntu" panose="020B0504030602030204" pitchFamily="34" charset="0"/>
                <a:ea typeface="+mn-ea"/>
                <a:cs typeface="+mn-cs"/>
              </a:rPr>
              <a:t>Team mentality and culture</a:t>
            </a:r>
          </a:p>
        </p:txBody>
      </p:sp>
      <p:sp>
        <p:nvSpPr>
          <p:cNvPr id="41" name="Rectangle 40">
            <a:extLst>
              <a:ext uri="{FF2B5EF4-FFF2-40B4-BE49-F238E27FC236}">
                <a16:creationId xmlns:a16="http://schemas.microsoft.com/office/drawing/2014/main" id="{A7A99206-9378-0040-99FC-20FE5FCDA163}"/>
              </a:ext>
            </a:extLst>
          </p:cNvPr>
          <p:cNvSpPr/>
          <p:nvPr/>
        </p:nvSpPr>
        <p:spPr>
          <a:xfrm>
            <a:off x="5200010" y="4945460"/>
            <a:ext cx="1787480" cy="9328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srgbClr val="12ABDB"/>
                </a:solidFill>
                <a:effectLst/>
                <a:uLnTx/>
                <a:uFillTx/>
                <a:latin typeface="Ubuntu" panose="020B0504030602030204" pitchFamily="34" charset="0"/>
                <a:ea typeface="+mn-ea"/>
                <a:cs typeface="+mn-cs"/>
              </a:rPr>
              <a:t>Customer obsessed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Ubuntu" panose="020B0504030602030204" pitchFamily="34" charset="0"/>
                <a:ea typeface="+mn-ea"/>
                <a:cs typeface="+mn-cs"/>
              </a:rPr>
              <a:t>We’ll put the customer at the heart of everything</a:t>
            </a:r>
          </a:p>
        </p:txBody>
      </p:sp>
      <p:sp>
        <p:nvSpPr>
          <p:cNvPr id="46" name="Rectangle 45">
            <a:extLst>
              <a:ext uri="{FF2B5EF4-FFF2-40B4-BE49-F238E27FC236}">
                <a16:creationId xmlns:a16="http://schemas.microsoft.com/office/drawing/2014/main" id="{0665AD92-7767-C840-B95F-28DB6A2214CB}"/>
              </a:ext>
            </a:extLst>
          </p:cNvPr>
          <p:cNvSpPr/>
          <p:nvPr/>
        </p:nvSpPr>
        <p:spPr>
          <a:xfrm>
            <a:off x="2878522" y="4945460"/>
            <a:ext cx="1787480" cy="9328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srgbClr val="12ABDB"/>
                </a:solidFill>
                <a:effectLst/>
                <a:uLnTx/>
                <a:uFillTx/>
                <a:latin typeface="Ubuntu" panose="020B0504030602030204" pitchFamily="34" charset="0"/>
                <a:ea typeface="+mn-ea"/>
                <a:cs typeface="+mn-cs"/>
              </a:rPr>
              <a:t>Use our launch pads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Ubuntu" panose="020B0504030602030204" pitchFamily="34" charset="0"/>
                <a:ea typeface="+mn-ea"/>
                <a:cs typeface="+mn-cs"/>
              </a:rPr>
              <a:t>You’ve done lots of the work already. We’ll use this as our launchpad throughout</a:t>
            </a:r>
          </a:p>
        </p:txBody>
      </p:sp>
      <p:sp>
        <p:nvSpPr>
          <p:cNvPr id="47" name="Rectangle 46">
            <a:extLst>
              <a:ext uri="{FF2B5EF4-FFF2-40B4-BE49-F238E27FC236}">
                <a16:creationId xmlns:a16="http://schemas.microsoft.com/office/drawing/2014/main" id="{DBE22717-8DAF-714A-901B-5D1281C9C150}"/>
              </a:ext>
            </a:extLst>
          </p:cNvPr>
          <p:cNvSpPr/>
          <p:nvPr/>
        </p:nvSpPr>
        <p:spPr>
          <a:xfrm>
            <a:off x="9842986" y="4945460"/>
            <a:ext cx="1787480" cy="9328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srgbClr val="12ABDB"/>
                </a:solidFill>
                <a:effectLst/>
                <a:uLnTx/>
                <a:uFillTx/>
                <a:latin typeface="Ubuntu" panose="020B0504030602030204" pitchFamily="34" charset="0"/>
                <a:ea typeface="+mn-ea"/>
                <a:cs typeface="+mn-cs"/>
              </a:rPr>
              <a:t>Journey based design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Ubuntu" panose="020B0504030602030204" pitchFamily="34" charset="0"/>
                <a:ea typeface="+mn-ea"/>
                <a:cs typeface="+mn-cs"/>
              </a:rPr>
              <a:t>Everything starts with a customer journey (including the Operating Model)</a:t>
            </a:r>
          </a:p>
        </p:txBody>
      </p:sp>
      <p:sp>
        <p:nvSpPr>
          <p:cNvPr id="48" name="Rectangle 47">
            <a:extLst>
              <a:ext uri="{FF2B5EF4-FFF2-40B4-BE49-F238E27FC236}">
                <a16:creationId xmlns:a16="http://schemas.microsoft.com/office/drawing/2014/main" id="{9777143C-3317-4D43-882F-A6FC78E896E3}"/>
              </a:ext>
            </a:extLst>
          </p:cNvPr>
          <p:cNvSpPr/>
          <p:nvPr/>
        </p:nvSpPr>
        <p:spPr>
          <a:xfrm>
            <a:off x="7521498" y="4945460"/>
            <a:ext cx="1787480" cy="9328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100" b="1" i="0" u="none" strike="noStrike" kern="1200" cap="none" spc="0" normalizeH="0" baseline="0" noProof="0">
                <a:ln>
                  <a:noFill/>
                </a:ln>
                <a:solidFill>
                  <a:srgbClr val="12ABDB"/>
                </a:solidFill>
                <a:effectLst/>
                <a:uLnTx/>
                <a:uFillTx/>
                <a:latin typeface="Ubuntu" panose="020B0504030602030204" pitchFamily="34" charset="0"/>
                <a:ea typeface="+mn-ea"/>
                <a:cs typeface="+mn-cs"/>
              </a:rPr>
              <a:t>Constantly validating and iterating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FFFFFF"/>
                </a:solidFill>
                <a:effectLst/>
                <a:uLnTx/>
                <a:uFillTx/>
                <a:latin typeface="Ubuntu" panose="020B0504030602030204" pitchFamily="34" charset="0"/>
                <a:ea typeface="+mn-ea"/>
                <a:cs typeface="+mn-cs"/>
              </a:rPr>
              <a:t>We’ll look to learn and test early and often</a:t>
            </a:r>
          </a:p>
        </p:txBody>
      </p:sp>
      <p:sp>
        <p:nvSpPr>
          <p:cNvPr id="6" name="Title 5">
            <a:extLst>
              <a:ext uri="{FF2B5EF4-FFF2-40B4-BE49-F238E27FC236}">
                <a16:creationId xmlns:a16="http://schemas.microsoft.com/office/drawing/2014/main" id="{476A53D3-D57B-41EB-87DD-2037D69A8FA4}"/>
              </a:ext>
            </a:extLst>
          </p:cNvPr>
          <p:cNvSpPr>
            <a:spLocks noGrp="1"/>
          </p:cNvSpPr>
          <p:nvPr>
            <p:ph type="title"/>
          </p:nvPr>
        </p:nvSpPr>
        <p:spPr>
          <a:xfrm>
            <a:off x="712850" y="151686"/>
            <a:ext cx="8582742" cy="518922"/>
          </a:xfrm>
          <a:prstGeom prst="rect">
            <a:avLst/>
          </a:prstGeom>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p>
            <a:r>
              <a:rPr lang="en-US" sz="2400" b="1" cap="none"/>
              <a:t>One team with parallel focus areas</a:t>
            </a:r>
          </a:p>
        </p:txBody>
      </p:sp>
      <p:pic>
        <p:nvPicPr>
          <p:cNvPr id="26" name="Picture 25">
            <a:extLst>
              <a:ext uri="{FF2B5EF4-FFF2-40B4-BE49-F238E27FC236}">
                <a16:creationId xmlns:a16="http://schemas.microsoft.com/office/drawing/2014/main" id="{3669F98B-61BC-4635-B83E-2E19DCB7C2B0}"/>
              </a:ext>
            </a:extLst>
          </p:cNvPr>
          <p:cNvPicPr>
            <a:picLocks noChangeAspect="1"/>
          </p:cNvPicPr>
          <p:nvPr/>
        </p:nvPicPr>
        <p:blipFill>
          <a:blip r:embed="rId4"/>
          <a:stretch>
            <a:fillRect/>
          </a:stretch>
        </p:blipFill>
        <p:spPr>
          <a:xfrm>
            <a:off x="10571040" y="87984"/>
            <a:ext cx="1440000" cy="689886"/>
          </a:xfrm>
          <a:prstGeom prst="rect">
            <a:avLst/>
          </a:prstGeom>
        </p:spPr>
      </p:pic>
      <p:sp>
        <p:nvSpPr>
          <p:cNvPr id="27" name="Oval 26">
            <a:extLst>
              <a:ext uri="{FF2B5EF4-FFF2-40B4-BE49-F238E27FC236}">
                <a16:creationId xmlns:a16="http://schemas.microsoft.com/office/drawing/2014/main" id="{F699FC93-A8A9-4ACF-BD2A-DF3507B7E2A4}"/>
              </a:ext>
            </a:extLst>
          </p:cNvPr>
          <p:cNvSpPr/>
          <p:nvPr/>
        </p:nvSpPr>
        <p:spPr>
          <a:xfrm>
            <a:off x="11777664" y="94536"/>
            <a:ext cx="328326" cy="335526"/>
          </a:xfrm>
          <a:prstGeom prst="ellipse">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Ubuntu"/>
                <a:ea typeface="+mn-ea"/>
                <a:cs typeface="+mn-cs"/>
              </a:rPr>
              <a:t>c</a:t>
            </a:r>
          </a:p>
        </p:txBody>
      </p:sp>
    </p:spTree>
    <p:extLst>
      <p:ext uri="{BB962C8B-B14F-4D97-AF65-F5344CB8AC3E}">
        <p14:creationId xmlns:p14="http://schemas.microsoft.com/office/powerpoint/2010/main" val="2075539279"/>
      </p:ext>
    </p:extLst>
  </p:cSld>
  <p:clrMapOvr>
    <a:masterClrMapping/>
  </p:clrMapOvr>
  <p:transition spd="slow">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712850" y="151686"/>
            <a:ext cx="9883602" cy="79266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p>
            <a:r>
              <a:rPr lang="en-US" sz="2400" b="1" cap="none"/>
              <a:t>A lean governance structure to support delivery</a:t>
            </a:r>
          </a:p>
        </p:txBody>
      </p:sp>
      <p:sp>
        <p:nvSpPr>
          <p:cNvPr id="5" name="Line 43">
            <a:extLst>
              <a:ext uri="{FF2B5EF4-FFF2-40B4-BE49-F238E27FC236}">
                <a16:creationId xmlns:a16="http://schemas.microsoft.com/office/drawing/2014/main" id="{9E0A09C6-7F8B-433A-8C1A-D77BB5A14026}"/>
              </a:ext>
            </a:extLst>
          </p:cNvPr>
          <p:cNvSpPr>
            <a:spLocks noChangeShapeType="1"/>
          </p:cNvSpPr>
          <p:nvPr/>
        </p:nvSpPr>
        <p:spPr bwMode="gray">
          <a:xfrm>
            <a:off x="399635" y="4043124"/>
            <a:ext cx="11065997" cy="25840"/>
          </a:xfrm>
          <a:prstGeom prst="line">
            <a:avLst/>
          </a:prstGeom>
          <a:noFill/>
          <a:ln w="19050">
            <a:solidFill>
              <a:srgbClr val="868282"/>
            </a:solidFill>
            <a:prstDash val="sysDot"/>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Ubuntu" panose="020B0504030602030204" pitchFamily="34" charset="0"/>
              <a:ea typeface="+mn-ea"/>
              <a:cs typeface="Arial" pitchFamily="34" charset="0"/>
            </a:endParaRPr>
          </a:p>
        </p:txBody>
      </p:sp>
      <p:sp>
        <p:nvSpPr>
          <p:cNvPr id="6" name="Line 43">
            <a:extLst>
              <a:ext uri="{FF2B5EF4-FFF2-40B4-BE49-F238E27FC236}">
                <a16:creationId xmlns:a16="http://schemas.microsoft.com/office/drawing/2014/main" id="{5E869CFB-5A81-4F96-800B-6FF4463A1585}"/>
              </a:ext>
            </a:extLst>
          </p:cNvPr>
          <p:cNvSpPr>
            <a:spLocks noChangeShapeType="1"/>
          </p:cNvSpPr>
          <p:nvPr/>
        </p:nvSpPr>
        <p:spPr bwMode="gray">
          <a:xfrm>
            <a:off x="435253" y="2934012"/>
            <a:ext cx="11030379" cy="31572"/>
          </a:xfrm>
          <a:prstGeom prst="line">
            <a:avLst/>
          </a:prstGeom>
          <a:noFill/>
          <a:ln w="19050">
            <a:solidFill>
              <a:srgbClr val="868282"/>
            </a:solidFill>
            <a:prstDash val="sysDot"/>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Ubuntu" panose="020B0504030602030204" pitchFamily="34" charset="0"/>
              <a:ea typeface="+mn-ea"/>
              <a:cs typeface="Arial" pitchFamily="34" charset="0"/>
            </a:endParaRPr>
          </a:p>
        </p:txBody>
      </p:sp>
      <p:sp>
        <p:nvSpPr>
          <p:cNvPr id="7" name="Freeform 3">
            <a:extLst>
              <a:ext uri="{FF2B5EF4-FFF2-40B4-BE49-F238E27FC236}">
                <a16:creationId xmlns:a16="http://schemas.microsoft.com/office/drawing/2014/main" id="{DE6D4AC2-1E54-42BD-8F36-6C1F69F721D8}"/>
              </a:ext>
            </a:extLst>
          </p:cNvPr>
          <p:cNvSpPr>
            <a:spLocks/>
          </p:cNvSpPr>
          <p:nvPr/>
        </p:nvSpPr>
        <p:spPr bwMode="gray">
          <a:xfrm>
            <a:off x="7139099" y="3470387"/>
            <a:ext cx="992609" cy="186930"/>
          </a:xfrm>
          <a:custGeom>
            <a:avLst/>
            <a:gdLst>
              <a:gd name="T0" fmla="*/ 1085850 w 1170"/>
              <a:gd name="T1" fmla="*/ 0 h 224"/>
              <a:gd name="T2" fmla="*/ 0 w 1170"/>
              <a:gd name="T3" fmla="*/ 193675 h 224"/>
              <a:gd name="T4" fmla="*/ 1085850 w 1170"/>
              <a:gd name="T5" fmla="*/ 0 h 224"/>
              <a:gd name="T6" fmla="*/ 0 60000 65536"/>
              <a:gd name="T7" fmla="*/ 0 60000 65536"/>
              <a:gd name="T8" fmla="*/ 0 60000 65536"/>
              <a:gd name="T9" fmla="*/ 0 w 1170"/>
              <a:gd name="T10" fmla="*/ 0 h 224"/>
              <a:gd name="T11" fmla="*/ 1170 w 1170"/>
              <a:gd name="T12" fmla="*/ 224 h 224"/>
            </a:gdLst>
            <a:ahLst/>
            <a:cxnLst>
              <a:cxn ang="T6">
                <a:pos x="T0" y="T1"/>
              </a:cxn>
              <a:cxn ang="T7">
                <a:pos x="T2" y="T3"/>
              </a:cxn>
              <a:cxn ang="T8">
                <a:pos x="T4" y="T5"/>
              </a:cxn>
            </a:cxnLst>
            <a:rect l="T9" t="T10" r="T11" b="T12"/>
            <a:pathLst>
              <a:path w="1170" h="224">
                <a:moveTo>
                  <a:pt x="1170" y="0"/>
                </a:moveTo>
                <a:lnTo>
                  <a:pt x="0" y="224"/>
                </a:lnTo>
                <a:lnTo>
                  <a:pt x="1170" y="0"/>
                </a:lnTo>
                <a:close/>
              </a:path>
            </a:pathLst>
          </a:custGeom>
          <a:gradFill rotWithShape="1">
            <a:gsLst>
              <a:gs pos="0">
                <a:srgbClr val="C4C2C2"/>
              </a:gs>
              <a:gs pos="100000">
                <a:srgbClr val="EBEAEA">
                  <a:alpha val="0"/>
                </a:srgbClr>
              </a:gs>
            </a:gsLst>
            <a:lin ang="5400000" scaled="1"/>
          </a:grad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Ubuntu" panose="020B0504030602030204" pitchFamily="34" charset="0"/>
              <a:ea typeface="+mn-ea"/>
              <a:cs typeface="Arial" pitchFamily="34" charset="0"/>
            </a:endParaRPr>
          </a:p>
        </p:txBody>
      </p:sp>
      <p:sp>
        <p:nvSpPr>
          <p:cNvPr id="8" name="Line 4">
            <a:extLst>
              <a:ext uri="{FF2B5EF4-FFF2-40B4-BE49-F238E27FC236}">
                <a16:creationId xmlns:a16="http://schemas.microsoft.com/office/drawing/2014/main" id="{CD2407F7-2BEC-4D26-843A-118001F2B3E2}"/>
              </a:ext>
            </a:extLst>
          </p:cNvPr>
          <p:cNvSpPr>
            <a:spLocks noChangeShapeType="1"/>
          </p:cNvSpPr>
          <p:nvPr/>
        </p:nvSpPr>
        <p:spPr bwMode="gray">
          <a:xfrm flipH="1">
            <a:off x="7139099" y="3470387"/>
            <a:ext cx="992609" cy="186930"/>
          </a:xfrm>
          <a:prstGeom prst="line">
            <a:avLst/>
          </a:prstGeom>
          <a:no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Ubuntu" panose="020B0504030602030204" pitchFamily="34" charset="0"/>
              <a:ea typeface="+mn-ea"/>
              <a:cs typeface="Arial" pitchFamily="34" charset="0"/>
            </a:endParaRPr>
          </a:p>
        </p:txBody>
      </p:sp>
      <p:sp>
        <p:nvSpPr>
          <p:cNvPr id="9" name="Freeform 7">
            <a:extLst>
              <a:ext uri="{FF2B5EF4-FFF2-40B4-BE49-F238E27FC236}">
                <a16:creationId xmlns:a16="http://schemas.microsoft.com/office/drawing/2014/main" id="{9B3260B3-DC0E-45B6-831B-94F3F225738C}"/>
              </a:ext>
            </a:extLst>
          </p:cNvPr>
          <p:cNvSpPr>
            <a:spLocks noChangeAspect="1"/>
          </p:cNvSpPr>
          <p:nvPr/>
        </p:nvSpPr>
        <p:spPr bwMode="gray">
          <a:xfrm>
            <a:off x="5824328" y="2996933"/>
            <a:ext cx="1316224" cy="1270207"/>
          </a:xfrm>
          <a:custGeom>
            <a:avLst/>
            <a:gdLst>
              <a:gd name="T0" fmla="*/ 979459 w 1473"/>
              <a:gd name="T1" fmla="*/ 53716 h 1470"/>
              <a:gd name="T2" fmla="*/ 672523 w 1473"/>
              <a:gd name="T3" fmla="*/ 0 h 1470"/>
              <a:gd name="T4" fmla="*/ 596277 w 1473"/>
              <a:gd name="T5" fmla="*/ 119965 h 1470"/>
              <a:gd name="T6" fmla="*/ 482887 w 1473"/>
              <a:gd name="T7" fmla="*/ 300808 h 1470"/>
              <a:gd name="T8" fmla="*/ 0 w 1473"/>
              <a:gd name="T9" fmla="*/ 1065363 h 1470"/>
              <a:gd name="T10" fmla="*/ 1439863 w 1473"/>
              <a:gd name="T11" fmla="*/ 1316037 h 1470"/>
              <a:gd name="T12" fmla="*/ 1439863 w 1473"/>
              <a:gd name="T13" fmla="*/ 134289 h 1470"/>
              <a:gd name="T14" fmla="*/ 979459 w 1473"/>
              <a:gd name="T15" fmla="*/ 53716 h 1470"/>
              <a:gd name="T16" fmla="*/ 0 60000 65536"/>
              <a:gd name="T17" fmla="*/ 0 60000 65536"/>
              <a:gd name="T18" fmla="*/ 0 60000 65536"/>
              <a:gd name="T19" fmla="*/ 0 60000 65536"/>
              <a:gd name="T20" fmla="*/ 0 60000 65536"/>
              <a:gd name="T21" fmla="*/ 0 60000 65536"/>
              <a:gd name="T22" fmla="*/ 0 60000 65536"/>
              <a:gd name="T23" fmla="*/ 0 60000 65536"/>
              <a:gd name="T24" fmla="*/ 0 w 1473"/>
              <a:gd name="T25" fmla="*/ 0 h 1470"/>
              <a:gd name="T26" fmla="*/ 1473 w 1473"/>
              <a:gd name="T27" fmla="*/ 1470 h 147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73" h="1470">
                <a:moveTo>
                  <a:pt x="1002" y="60"/>
                </a:moveTo>
                <a:lnTo>
                  <a:pt x="688" y="0"/>
                </a:lnTo>
                <a:lnTo>
                  <a:pt x="610" y="134"/>
                </a:lnTo>
                <a:lnTo>
                  <a:pt x="494" y="336"/>
                </a:lnTo>
                <a:lnTo>
                  <a:pt x="0" y="1190"/>
                </a:lnTo>
                <a:lnTo>
                  <a:pt x="1473" y="1470"/>
                </a:lnTo>
                <a:lnTo>
                  <a:pt x="1473" y="150"/>
                </a:lnTo>
                <a:lnTo>
                  <a:pt x="1002" y="60"/>
                </a:lnTo>
                <a:close/>
              </a:path>
            </a:pathLst>
          </a:custGeom>
          <a:gradFill rotWithShape="1">
            <a:gsLst>
              <a:gs pos="0">
                <a:schemeClr val="accent1">
                  <a:lumMod val="40000"/>
                  <a:lumOff val="60000"/>
                </a:schemeClr>
              </a:gs>
              <a:gs pos="100000">
                <a:schemeClr val="accent1">
                  <a:lumMod val="60000"/>
                  <a:lumOff val="40000"/>
                </a:schemeClr>
              </a:gs>
            </a:gsLst>
            <a:lin ang="5400000" scaled="1"/>
          </a:gradFill>
          <a:ln w="317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Ubuntu" panose="020B0504030602030204" pitchFamily="34" charset="0"/>
              <a:ea typeface="+mn-ea"/>
              <a:cs typeface="Arial" pitchFamily="34" charset="0"/>
            </a:endParaRPr>
          </a:p>
        </p:txBody>
      </p:sp>
      <p:sp>
        <p:nvSpPr>
          <p:cNvPr id="10" name="Rectangle 9">
            <a:extLst>
              <a:ext uri="{FF2B5EF4-FFF2-40B4-BE49-F238E27FC236}">
                <a16:creationId xmlns:a16="http://schemas.microsoft.com/office/drawing/2014/main" id="{1C9DDAA5-E65D-4E03-AEAF-15DD600D8552}"/>
              </a:ext>
            </a:extLst>
          </p:cNvPr>
          <p:cNvSpPr>
            <a:spLocks noChangeAspect="1" noChangeArrowheads="1"/>
          </p:cNvSpPr>
          <p:nvPr/>
        </p:nvSpPr>
        <p:spPr bwMode="gray">
          <a:xfrm>
            <a:off x="7140550" y="3127170"/>
            <a:ext cx="0" cy="0"/>
          </a:xfrm>
          <a:prstGeom prst="rect">
            <a:avLst/>
          </a:prstGeom>
          <a:solidFill>
            <a:srgbClr val="FFFFFF"/>
          </a:solidFill>
          <a:ln w="12700">
            <a:solidFill>
              <a:srgbClr val="FFFFFF"/>
            </a:solid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Ubuntu" panose="020B0504030602030204" pitchFamily="34" charset="0"/>
              <a:ea typeface="+mn-ea"/>
              <a:cs typeface="Arial" pitchFamily="34" charset="0"/>
            </a:endParaRPr>
          </a:p>
        </p:txBody>
      </p:sp>
      <p:sp>
        <p:nvSpPr>
          <p:cNvPr id="11" name="Rectangle 10">
            <a:extLst>
              <a:ext uri="{FF2B5EF4-FFF2-40B4-BE49-F238E27FC236}">
                <a16:creationId xmlns:a16="http://schemas.microsoft.com/office/drawing/2014/main" id="{40D7A5BD-6A92-45BE-9189-776B9C551F2C}"/>
              </a:ext>
            </a:extLst>
          </p:cNvPr>
          <p:cNvSpPr>
            <a:spLocks noChangeAspect="1" noChangeArrowheads="1"/>
          </p:cNvSpPr>
          <p:nvPr/>
        </p:nvSpPr>
        <p:spPr bwMode="gray">
          <a:xfrm>
            <a:off x="7140550" y="2970885"/>
            <a:ext cx="0" cy="0"/>
          </a:xfrm>
          <a:prstGeom prst="rect">
            <a:avLst/>
          </a:prstGeom>
          <a:solidFill>
            <a:srgbClr val="FFFFFF"/>
          </a:solidFill>
          <a:ln w="12700">
            <a:solidFill>
              <a:srgbClr val="FFFFFF"/>
            </a:solid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Ubuntu" panose="020B0504030602030204" pitchFamily="34" charset="0"/>
              <a:ea typeface="+mn-ea"/>
              <a:cs typeface="Arial" pitchFamily="34" charset="0"/>
            </a:endParaRPr>
          </a:p>
        </p:txBody>
      </p:sp>
      <p:sp>
        <p:nvSpPr>
          <p:cNvPr id="12" name="Freeform 10">
            <a:extLst>
              <a:ext uri="{FF2B5EF4-FFF2-40B4-BE49-F238E27FC236}">
                <a16:creationId xmlns:a16="http://schemas.microsoft.com/office/drawing/2014/main" id="{00167E70-78AC-442F-BB3B-C0ED333FD6F7}"/>
              </a:ext>
            </a:extLst>
          </p:cNvPr>
          <p:cNvSpPr>
            <a:spLocks noChangeAspect="1"/>
          </p:cNvSpPr>
          <p:nvPr/>
        </p:nvSpPr>
        <p:spPr bwMode="gray">
          <a:xfrm>
            <a:off x="7140550" y="2996933"/>
            <a:ext cx="1308967" cy="1270207"/>
          </a:xfrm>
          <a:custGeom>
            <a:avLst/>
            <a:gdLst>
              <a:gd name="T0" fmla="*/ 947454 w 1466"/>
              <a:gd name="T1" fmla="*/ 300808 h 1470"/>
              <a:gd name="T2" fmla="*/ 834150 w 1466"/>
              <a:gd name="T3" fmla="*/ 119965 h 1470"/>
              <a:gd name="T4" fmla="*/ 759917 w 1466"/>
              <a:gd name="T5" fmla="*/ 0 h 1470"/>
              <a:gd name="T6" fmla="*/ 457122 w 1466"/>
              <a:gd name="T7" fmla="*/ 53716 h 1470"/>
              <a:gd name="T8" fmla="*/ 0 w 1466"/>
              <a:gd name="T9" fmla="*/ 134289 h 1470"/>
              <a:gd name="T10" fmla="*/ 0 w 1466"/>
              <a:gd name="T11" fmla="*/ 1316037 h 1470"/>
              <a:gd name="T12" fmla="*/ 1431925 w 1466"/>
              <a:gd name="T13" fmla="*/ 1065363 h 1470"/>
              <a:gd name="T14" fmla="*/ 947454 w 1466"/>
              <a:gd name="T15" fmla="*/ 300808 h 1470"/>
              <a:gd name="T16" fmla="*/ 0 60000 65536"/>
              <a:gd name="T17" fmla="*/ 0 60000 65536"/>
              <a:gd name="T18" fmla="*/ 0 60000 65536"/>
              <a:gd name="T19" fmla="*/ 0 60000 65536"/>
              <a:gd name="T20" fmla="*/ 0 60000 65536"/>
              <a:gd name="T21" fmla="*/ 0 60000 65536"/>
              <a:gd name="T22" fmla="*/ 0 60000 65536"/>
              <a:gd name="T23" fmla="*/ 0 60000 65536"/>
              <a:gd name="T24" fmla="*/ 0 w 1466"/>
              <a:gd name="T25" fmla="*/ 0 h 1470"/>
              <a:gd name="T26" fmla="*/ 1466 w 1466"/>
              <a:gd name="T27" fmla="*/ 1470 h 147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66" h="1470">
                <a:moveTo>
                  <a:pt x="970" y="336"/>
                </a:moveTo>
                <a:lnTo>
                  <a:pt x="854" y="134"/>
                </a:lnTo>
                <a:lnTo>
                  <a:pt x="778" y="0"/>
                </a:lnTo>
                <a:lnTo>
                  <a:pt x="468" y="60"/>
                </a:lnTo>
                <a:lnTo>
                  <a:pt x="0" y="150"/>
                </a:lnTo>
                <a:lnTo>
                  <a:pt x="0" y="1470"/>
                </a:lnTo>
                <a:lnTo>
                  <a:pt x="1466" y="1190"/>
                </a:lnTo>
                <a:lnTo>
                  <a:pt x="970" y="336"/>
                </a:lnTo>
                <a:close/>
              </a:path>
            </a:pathLst>
          </a:custGeom>
          <a:gradFill rotWithShape="1">
            <a:gsLst>
              <a:gs pos="0">
                <a:schemeClr val="accent1">
                  <a:lumMod val="20000"/>
                  <a:lumOff val="80000"/>
                </a:schemeClr>
              </a:gs>
              <a:gs pos="100000">
                <a:schemeClr val="bg1"/>
              </a:gs>
            </a:gsLst>
            <a:lin ang="0" scaled="1"/>
          </a:grad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Ubuntu" panose="020B0504030602030204" pitchFamily="34" charset="0"/>
              <a:ea typeface="+mn-ea"/>
              <a:cs typeface="Arial" pitchFamily="34" charset="0"/>
            </a:endParaRPr>
          </a:p>
        </p:txBody>
      </p:sp>
      <p:sp>
        <p:nvSpPr>
          <p:cNvPr id="13" name="Freeform 11">
            <a:extLst>
              <a:ext uri="{FF2B5EF4-FFF2-40B4-BE49-F238E27FC236}">
                <a16:creationId xmlns:a16="http://schemas.microsoft.com/office/drawing/2014/main" id="{7536C3D8-C787-4E81-8792-1FD7FC2070CC}"/>
              </a:ext>
            </a:extLst>
          </p:cNvPr>
          <p:cNvSpPr>
            <a:spLocks noChangeAspect="1"/>
          </p:cNvSpPr>
          <p:nvPr/>
        </p:nvSpPr>
        <p:spPr bwMode="gray">
          <a:xfrm>
            <a:off x="5834485" y="3790620"/>
            <a:ext cx="1306065" cy="476519"/>
          </a:xfrm>
          <a:custGeom>
            <a:avLst/>
            <a:gdLst>
              <a:gd name="T0" fmla="*/ 0 w 1461"/>
              <a:gd name="T1" fmla="*/ 245067 h 552"/>
              <a:gd name="T2" fmla="*/ 1428750 w 1461"/>
              <a:gd name="T3" fmla="*/ 0 h 552"/>
              <a:gd name="T4" fmla="*/ 1428750 w 1461"/>
              <a:gd name="T5" fmla="*/ 493712 h 552"/>
              <a:gd name="T6" fmla="*/ 0 w 1461"/>
              <a:gd name="T7" fmla="*/ 245067 h 552"/>
              <a:gd name="T8" fmla="*/ 0 60000 65536"/>
              <a:gd name="T9" fmla="*/ 0 60000 65536"/>
              <a:gd name="T10" fmla="*/ 0 60000 65536"/>
              <a:gd name="T11" fmla="*/ 0 60000 65536"/>
              <a:gd name="T12" fmla="*/ 0 w 1461"/>
              <a:gd name="T13" fmla="*/ 0 h 552"/>
              <a:gd name="T14" fmla="*/ 1461 w 1461"/>
              <a:gd name="T15" fmla="*/ 552 h 552"/>
            </a:gdLst>
            <a:ahLst/>
            <a:cxnLst>
              <a:cxn ang="T8">
                <a:pos x="T0" y="T1"/>
              </a:cxn>
              <a:cxn ang="T9">
                <a:pos x="T2" y="T3"/>
              </a:cxn>
              <a:cxn ang="T10">
                <a:pos x="T4" y="T5"/>
              </a:cxn>
              <a:cxn ang="T11">
                <a:pos x="T6" y="T7"/>
              </a:cxn>
            </a:cxnLst>
            <a:rect l="T12" t="T13" r="T14" b="T15"/>
            <a:pathLst>
              <a:path w="1461" h="552">
                <a:moveTo>
                  <a:pt x="0" y="274"/>
                </a:moveTo>
                <a:lnTo>
                  <a:pt x="1461" y="0"/>
                </a:lnTo>
                <a:lnTo>
                  <a:pt x="1461" y="552"/>
                </a:lnTo>
                <a:lnTo>
                  <a:pt x="0" y="274"/>
                </a:lnTo>
                <a:close/>
              </a:path>
            </a:pathLst>
          </a:custGeom>
          <a:solidFill>
            <a:schemeClr val="accent1">
              <a:lumMod val="75000"/>
            </a:schemeClr>
          </a:solid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Ubuntu" panose="020B0504030602030204" pitchFamily="34" charset="0"/>
              <a:ea typeface="+mn-ea"/>
              <a:cs typeface="Arial" pitchFamily="34" charset="0"/>
            </a:endParaRPr>
          </a:p>
        </p:txBody>
      </p:sp>
      <p:sp>
        <p:nvSpPr>
          <p:cNvPr id="14" name="Freeform 12">
            <a:extLst>
              <a:ext uri="{FF2B5EF4-FFF2-40B4-BE49-F238E27FC236}">
                <a16:creationId xmlns:a16="http://schemas.microsoft.com/office/drawing/2014/main" id="{4D061C0D-3EB4-42E5-8058-4E67ABA8F546}"/>
              </a:ext>
            </a:extLst>
          </p:cNvPr>
          <p:cNvSpPr>
            <a:spLocks noChangeAspect="1"/>
          </p:cNvSpPr>
          <p:nvPr/>
        </p:nvSpPr>
        <p:spPr bwMode="gray">
          <a:xfrm>
            <a:off x="7140550" y="3790620"/>
            <a:ext cx="1308967" cy="476519"/>
          </a:xfrm>
          <a:custGeom>
            <a:avLst/>
            <a:gdLst>
              <a:gd name="T0" fmla="*/ 0 w 1466"/>
              <a:gd name="T1" fmla="*/ 0 h 552"/>
              <a:gd name="T2" fmla="*/ 1431925 w 1466"/>
              <a:gd name="T3" fmla="*/ 243278 h 552"/>
              <a:gd name="T4" fmla="*/ 0 w 1466"/>
              <a:gd name="T5" fmla="*/ 493712 h 552"/>
              <a:gd name="T6" fmla="*/ 0 w 1466"/>
              <a:gd name="T7" fmla="*/ 0 h 552"/>
              <a:gd name="T8" fmla="*/ 0 60000 65536"/>
              <a:gd name="T9" fmla="*/ 0 60000 65536"/>
              <a:gd name="T10" fmla="*/ 0 60000 65536"/>
              <a:gd name="T11" fmla="*/ 0 60000 65536"/>
              <a:gd name="T12" fmla="*/ 0 w 1466"/>
              <a:gd name="T13" fmla="*/ 0 h 552"/>
              <a:gd name="T14" fmla="*/ 1466 w 1466"/>
              <a:gd name="T15" fmla="*/ 552 h 552"/>
            </a:gdLst>
            <a:ahLst/>
            <a:cxnLst>
              <a:cxn ang="T8">
                <a:pos x="T0" y="T1"/>
              </a:cxn>
              <a:cxn ang="T9">
                <a:pos x="T2" y="T3"/>
              </a:cxn>
              <a:cxn ang="T10">
                <a:pos x="T4" y="T5"/>
              </a:cxn>
              <a:cxn ang="T11">
                <a:pos x="T6" y="T7"/>
              </a:cxn>
            </a:cxnLst>
            <a:rect l="T12" t="T13" r="T14" b="T15"/>
            <a:pathLst>
              <a:path w="1466" h="552">
                <a:moveTo>
                  <a:pt x="0" y="0"/>
                </a:moveTo>
                <a:lnTo>
                  <a:pt x="1466" y="272"/>
                </a:lnTo>
                <a:lnTo>
                  <a:pt x="0" y="552"/>
                </a:lnTo>
                <a:lnTo>
                  <a:pt x="0" y="0"/>
                </a:lnTo>
                <a:close/>
              </a:path>
            </a:pathLst>
          </a:custGeom>
          <a:solidFill>
            <a:schemeClr val="accent1"/>
          </a:solid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Ubuntu" panose="020B0504030602030204" pitchFamily="34" charset="0"/>
              <a:ea typeface="+mn-ea"/>
              <a:cs typeface="Arial" pitchFamily="34" charset="0"/>
            </a:endParaRPr>
          </a:p>
        </p:txBody>
      </p:sp>
      <p:sp>
        <p:nvSpPr>
          <p:cNvPr id="15" name="Freeform 13">
            <a:extLst>
              <a:ext uri="{FF2B5EF4-FFF2-40B4-BE49-F238E27FC236}">
                <a16:creationId xmlns:a16="http://schemas.microsoft.com/office/drawing/2014/main" id="{9A67E54F-1431-4EDB-A40C-A96D87FBB2B4}"/>
              </a:ext>
            </a:extLst>
          </p:cNvPr>
          <p:cNvSpPr>
            <a:spLocks noChangeAspect="1"/>
          </p:cNvSpPr>
          <p:nvPr/>
        </p:nvSpPr>
        <p:spPr bwMode="gray">
          <a:xfrm>
            <a:off x="6438178" y="2920323"/>
            <a:ext cx="1397489" cy="206848"/>
          </a:xfrm>
          <a:custGeom>
            <a:avLst/>
            <a:gdLst>
              <a:gd name="T0" fmla="*/ 1072970 w 1563"/>
              <a:gd name="T1" fmla="*/ 0 h 240"/>
              <a:gd name="T2" fmla="*/ 767804 w 1563"/>
              <a:gd name="T3" fmla="*/ 53578 h 240"/>
              <a:gd name="T4" fmla="*/ 459704 w 1563"/>
              <a:gd name="T5" fmla="*/ 0 h 240"/>
              <a:gd name="T6" fmla="*/ 0 w 1563"/>
              <a:gd name="T7" fmla="*/ 80367 h 240"/>
              <a:gd name="T8" fmla="*/ 767804 w 1563"/>
              <a:gd name="T9" fmla="*/ 214312 h 240"/>
              <a:gd name="T10" fmla="*/ 1528762 w 1563"/>
              <a:gd name="T11" fmla="*/ 80367 h 240"/>
              <a:gd name="T12" fmla="*/ 1072970 w 1563"/>
              <a:gd name="T13" fmla="*/ 0 h 240"/>
              <a:gd name="T14" fmla="*/ 0 60000 65536"/>
              <a:gd name="T15" fmla="*/ 0 60000 65536"/>
              <a:gd name="T16" fmla="*/ 0 60000 65536"/>
              <a:gd name="T17" fmla="*/ 0 60000 65536"/>
              <a:gd name="T18" fmla="*/ 0 60000 65536"/>
              <a:gd name="T19" fmla="*/ 0 60000 65536"/>
              <a:gd name="T20" fmla="*/ 0 60000 65536"/>
              <a:gd name="T21" fmla="*/ 0 w 1563"/>
              <a:gd name="T22" fmla="*/ 0 h 240"/>
              <a:gd name="T23" fmla="*/ 1563 w 1563"/>
              <a:gd name="T24" fmla="*/ 240 h 2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63" h="240">
                <a:moveTo>
                  <a:pt x="1097" y="0"/>
                </a:moveTo>
                <a:lnTo>
                  <a:pt x="785" y="60"/>
                </a:lnTo>
                <a:lnTo>
                  <a:pt x="470" y="0"/>
                </a:lnTo>
                <a:lnTo>
                  <a:pt x="0" y="90"/>
                </a:lnTo>
                <a:lnTo>
                  <a:pt x="785" y="240"/>
                </a:lnTo>
                <a:lnTo>
                  <a:pt x="1563" y="90"/>
                </a:lnTo>
                <a:lnTo>
                  <a:pt x="1097" y="0"/>
                </a:lnTo>
                <a:close/>
              </a:path>
            </a:pathLst>
          </a:custGeom>
          <a:gradFill rotWithShape="1">
            <a:gsLst>
              <a:gs pos="0">
                <a:schemeClr val="accent5">
                  <a:lumMod val="50000"/>
                </a:schemeClr>
              </a:gs>
              <a:gs pos="100000">
                <a:schemeClr val="accent5">
                  <a:lumMod val="75000"/>
                </a:schemeClr>
              </a:gs>
            </a:gsLst>
            <a:lin ang="2700000" scaled="1"/>
          </a:gradFill>
          <a:ln w="12700">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Ubuntu" panose="020B0504030602030204" pitchFamily="34" charset="0"/>
              <a:ea typeface="+mn-ea"/>
              <a:cs typeface="Arial" pitchFamily="34" charset="0"/>
            </a:endParaRPr>
          </a:p>
        </p:txBody>
      </p:sp>
      <p:sp>
        <p:nvSpPr>
          <p:cNvPr id="16" name="Freeform 14">
            <a:extLst>
              <a:ext uri="{FF2B5EF4-FFF2-40B4-BE49-F238E27FC236}">
                <a16:creationId xmlns:a16="http://schemas.microsoft.com/office/drawing/2014/main" id="{6FE7D1CC-C9A9-463E-AB2C-DCCE8809677A}"/>
              </a:ext>
            </a:extLst>
          </p:cNvPr>
          <p:cNvSpPr>
            <a:spLocks noChangeAspect="1"/>
          </p:cNvSpPr>
          <p:nvPr/>
        </p:nvSpPr>
        <p:spPr bwMode="gray">
          <a:xfrm>
            <a:off x="7140550" y="1897938"/>
            <a:ext cx="609496" cy="1136903"/>
          </a:xfrm>
          <a:custGeom>
            <a:avLst/>
            <a:gdLst>
              <a:gd name="T0" fmla="*/ 0 w 684"/>
              <a:gd name="T1" fmla="*/ 1177925 h 1315"/>
              <a:gd name="T2" fmla="*/ 666750 w 684"/>
              <a:gd name="T3" fmla="*/ 1061476 h 1315"/>
              <a:gd name="T4" fmla="*/ 0 w 684"/>
              <a:gd name="T5" fmla="*/ 0 h 1315"/>
              <a:gd name="T6" fmla="*/ 0 w 684"/>
              <a:gd name="T7" fmla="*/ 1177925 h 1315"/>
              <a:gd name="T8" fmla="*/ 0 w 684"/>
              <a:gd name="T9" fmla="*/ 1177925 h 1315"/>
              <a:gd name="T10" fmla="*/ 0 60000 65536"/>
              <a:gd name="T11" fmla="*/ 0 60000 65536"/>
              <a:gd name="T12" fmla="*/ 0 60000 65536"/>
              <a:gd name="T13" fmla="*/ 0 60000 65536"/>
              <a:gd name="T14" fmla="*/ 0 60000 65536"/>
              <a:gd name="T15" fmla="*/ 0 w 684"/>
              <a:gd name="T16" fmla="*/ 0 h 1315"/>
              <a:gd name="T17" fmla="*/ 684 w 684"/>
              <a:gd name="T18" fmla="*/ 1315 h 1315"/>
            </a:gdLst>
            <a:ahLst/>
            <a:cxnLst>
              <a:cxn ang="T10">
                <a:pos x="T0" y="T1"/>
              </a:cxn>
              <a:cxn ang="T11">
                <a:pos x="T2" y="T3"/>
              </a:cxn>
              <a:cxn ang="T12">
                <a:pos x="T4" y="T5"/>
              </a:cxn>
              <a:cxn ang="T13">
                <a:pos x="T6" y="T7"/>
              </a:cxn>
              <a:cxn ang="T14">
                <a:pos x="T8" y="T9"/>
              </a:cxn>
            </a:cxnLst>
            <a:rect l="T15" t="T16" r="T17" b="T18"/>
            <a:pathLst>
              <a:path w="684" h="1315">
                <a:moveTo>
                  <a:pt x="0" y="1315"/>
                </a:moveTo>
                <a:lnTo>
                  <a:pt x="684" y="1185"/>
                </a:lnTo>
                <a:lnTo>
                  <a:pt x="0" y="0"/>
                </a:lnTo>
                <a:lnTo>
                  <a:pt x="0" y="1315"/>
                </a:lnTo>
                <a:close/>
              </a:path>
            </a:pathLst>
          </a:custGeom>
          <a:gradFill rotWithShape="1">
            <a:gsLst>
              <a:gs pos="0">
                <a:schemeClr val="accent5">
                  <a:lumMod val="40000"/>
                  <a:lumOff val="60000"/>
                </a:schemeClr>
              </a:gs>
              <a:gs pos="100000">
                <a:schemeClr val="accent5">
                  <a:lumMod val="20000"/>
                  <a:lumOff val="80000"/>
                </a:schemeClr>
              </a:gs>
            </a:gsLst>
            <a:lin ang="0" scaled="1"/>
          </a:grad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Ubuntu" panose="020B0504030602030204" pitchFamily="34" charset="0"/>
              <a:ea typeface="+mn-ea"/>
              <a:cs typeface="Arial" pitchFamily="34" charset="0"/>
            </a:endParaRPr>
          </a:p>
        </p:txBody>
      </p:sp>
      <p:sp>
        <p:nvSpPr>
          <p:cNvPr id="17" name="Freeform 15">
            <a:extLst>
              <a:ext uri="{FF2B5EF4-FFF2-40B4-BE49-F238E27FC236}">
                <a16:creationId xmlns:a16="http://schemas.microsoft.com/office/drawing/2014/main" id="{F190DB4F-2CAD-4F05-A5E4-3B9198EA3639}"/>
              </a:ext>
            </a:extLst>
          </p:cNvPr>
          <p:cNvSpPr>
            <a:spLocks noChangeAspect="1"/>
          </p:cNvSpPr>
          <p:nvPr/>
        </p:nvSpPr>
        <p:spPr bwMode="gray">
          <a:xfrm>
            <a:off x="6523798" y="1894874"/>
            <a:ext cx="616754" cy="1139967"/>
          </a:xfrm>
          <a:custGeom>
            <a:avLst/>
            <a:gdLst>
              <a:gd name="T0" fmla="*/ 674688 w 691"/>
              <a:gd name="T1" fmla="*/ 3582 h 1319"/>
              <a:gd name="T2" fmla="*/ 670782 w 691"/>
              <a:gd name="T3" fmla="*/ 0 h 1319"/>
              <a:gd name="T4" fmla="*/ 0 w 691"/>
              <a:gd name="T5" fmla="*/ 1062900 h 1319"/>
              <a:gd name="T6" fmla="*/ 674688 w 691"/>
              <a:gd name="T7" fmla="*/ 1181100 h 1319"/>
              <a:gd name="T8" fmla="*/ 674688 w 691"/>
              <a:gd name="T9" fmla="*/ 3582 h 1319"/>
              <a:gd name="T10" fmla="*/ 0 60000 65536"/>
              <a:gd name="T11" fmla="*/ 0 60000 65536"/>
              <a:gd name="T12" fmla="*/ 0 60000 65536"/>
              <a:gd name="T13" fmla="*/ 0 60000 65536"/>
              <a:gd name="T14" fmla="*/ 0 60000 65536"/>
              <a:gd name="T15" fmla="*/ 0 w 691"/>
              <a:gd name="T16" fmla="*/ 0 h 1319"/>
              <a:gd name="T17" fmla="*/ 691 w 691"/>
              <a:gd name="T18" fmla="*/ 1319 h 1319"/>
            </a:gdLst>
            <a:ahLst/>
            <a:cxnLst>
              <a:cxn ang="T10">
                <a:pos x="T0" y="T1"/>
              </a:cxn>
              <a:cxn ang="T11">
                <a:pos x="T2" y="T3"/>
              </a:cxn>
              <a:cxn ang="T12">
                <a:pos x="T4" y="T5"/>
              </a:cxn>
              <a:cxn ang="T13">
                <a:pos x="T6" y="T7"/>
              </a:cxn>
              <a:cxn ang="T14">
                <a:pos x="T8" y="T9"/>
              </a:cxn>
            </a:cxnLst>
            <a:rect l="T15" t="T16" r="T17" b="T18"/>
            <a:pathLst>
              <a:path w="691" h="1319">
                <a:moveTo>
                  <a:pt x="691" y="4"/>
                </a:moveTo>
                <a:lnTo>
                  <a:pt x="687" y="0"/>
                </a:lnTo>
                <a:lnTo>
                  <a:pt x="0" y="1187"/>
                </a:lnTo>
                <a:lnTo>
                  <a:pt x="691" y="1319"/>
                </a:lnTo>
                <a:lnTo>
                  <a:pt x="691" y="4"/>
                </a:lnTo>
                <a:close/>
              </a:path>
            </a:pathLst>
          </a:custGeom>
          <a:solidFill>
            <a:schemeClr val="accent5">
              <a:lumMod val="20000"/>
              <a:lumOff val="80000"/>
            </a:schemeClr>
          </a:solid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Ubuntu" panose="020B0504030602030204" pitchFamily="34" charset="0"/>
              <a:ea typeface="+mn-ea"/>
              <a:cs typeface="Arial" pitchFamily="34" charset="0"/>
            </a:endParaRPr>
          </a:p>
        </p:txBody>
      </p:sp>
      <p:sp>
        <p:nvSpPr>
          <p:cNvPr id="18" name="Freeform 16">
            <a:extLst>
              <a:ext uri="{FF2B5EF4-FFF2-40B4-BE49-F238E27FC236}">
                <a16:creationId xmlns:a16="http://schemas.microsoft.com/office/drawing/2014/main" id="{96012F65-FE44-4A36-B168-EF4F6D3537B4}"/>
              </a:ext>
            </a:extLst>
          </p:cNvPr>
          <p:cNvSpPr>
            <a:spLocks noChangeAspect="1"/>
          </p:cNvSpPr>
          <p:nvPr/>
        </p:nvSpPr>
        <p:spPr bwMode="gray">
          <a:xfrm>
            <a:off x="6524696" y="2808701"/>
            <a:ext cx="616754" cy="228298"/>
          </a:xfrm>
          <a:custGeom>
            <a:avLst/>
            <a:gdLst>
              <a:gd name="T0" fmla="*/ 0 w 691"/>
              <a:gd name="T1" fmla="*/ 118715 h 265"/>
              <a:gd name="T2" fmla="*/ 674688 w 691"/>
              <a:gd name="T3" fmla="*/ 0 h 265"/>
              <a:gd name="T4" fmla="*/ 674688 w 691"/>
              <a:gd name="T5" fmla="*/ 236537 h 265"/>
              <a:gd name="T6" fmla="*/ 0 w 691"/>
              <a:gd name="T7" fmla="*/ 118715 h 265"/>
              <a:gd name="T8" fmla="*/ 0 60000 65536"/>
              <a:gd name="T9" fmla="*/ 0 60000 65536"/>
              <a:gd name="T10" fmla="*/ 0 60000 65536"/>
              <a:gd name="T11" fmla="*/ 0 60000 65536"/>
              <a:gd name="T12" fmla="*/ 0 w 691"/>
              <a:gd name="T13" fmla="*/ 0 h 265"/>
              <a:gd name="T14" fmla="*/ 691 w 691"/>
              <a:gd name="T15" fmla="*/ 265 h 265"/>
            </a:gdLst>
            <a:ahLst/>
            <a:cxnLst>
              <a:cxn ang="T8">
                <a:pos x="T0" y="T1"/>
              </a:cxn>
              <a:cxn ang="T9">
                <a:pos x="T2" y="T3"/>
              </a:cxn>
              <a:cxn ang="T10">
                <a:pos x="T4" y="T5"/>
              </a:cxn>
              <a:cxn ang="T11">
                <a:pos x="T6" y="T7"/>
              </a:cxn>
            </a:cxnLst>
            <a:rect l="T12" t="T13" r="T14" b="T15"/>
            <a:pathLst>
              <a:path w="691" h="265">
                <a:moveTo>
                  <a:pt x="0" y="133"/>
                </a:moveTo>
                <a:lnTo>
                  <a:pt x="691" y="0"/>
                </a:lnTo>
                <a:lnTo>
                  <a:pt x="691" y="265"/>
                </a:lnTo>
                <a:lnTo>
                  <a:pt x="0" y="133"/>
                </a:lnTo>
                <a:close/>
              </a:path>
            </a:pathLst>
          </a:custGeom>
          <a:solidFill>
            <a:schemeClr val="accent5">
              <a:lumMod val="50000"/>
            </a:schemeClr>
          </a:solid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Ubuntu" panose="020B0504030602030204" pitchFamily="34" charset="0"/>
              <a:ea typeface="+mn-ea"/>
              <a:cs typeface="Arial" pitchFamily="34" charset="0"/>
            </a:endParaRPr>
          </a:p>
        </p:txBody>
      </p:sp>
      <p:sp>
        <p:nvSpPr>
          <p:cNvPr id="19" name="Freeform 17">
            <a:extLst>
              <a:ext uri="{FF2B5EF4-FFF2-40B4-BE49-F238E27FC236}">
                <a16:creationId xmlns:a16="http://schemas.microsoft.com/office/drawing/2014/main" id="{ED1FD5A9-93E4-4E0A-AF9B-F5C0D4A328B6}"/>
              </a:ext>
            </a:extLst>
          </p:cNvPr>
          <p:cNvSpPr>
            <a:spLocks noChangeAspect="1"/>
          </p:cNvSpPr>
          <p:nvPr/>
        </p:nvSpPr>
        <p:spPr bwMode="gray">
          <a:xfrm>
            <a:off x="7140550" y="2805403"/>
            <a:ext cx="609497" cy="228298"/>
          </a:xfrm>
          <a:custGeom>
            <a:avLst/>
            <a:gdLst>
              <a:gd name="T0" fmla="*/ 0 w 684"/>
              <a:gd name="T1" fmla="*/ 236537 h 265"/>
              <a:gd name="T2" fmla="*/ 0 w 684"/>
              <a:gd name="T3" fmla="*/ 0 h 265"/>
              <a:gd name="T4" fmla="*/ 666750 w 684"/>
              <a:gd name="T5" fmla="*/ 120500 h 265"/>
              <a:gd name="T6" fmla="*/ 0 w 684"/>
              <a:gd name="T7" fmla="*/ 236537 h 265"/>
              <a:gd name="T8" fmla="*/ 0 60000 65536"/>
              <a:gd name="T9" fmla="*/ 0 60000 65536"/>
              <a:gd name="T10" fmla="*/ 0 60000 65536"/>
              <a:gd name="T11" fmla="*/ 0 60000 65536"/>
              <a:gd name="T12" fmla="*/ 0 w 684"/>
              <a:gd name="T13" fmla="*/ 0 h 265"/>
              <a:gd name="T14" fmla="*/ 684 w 684"/>
              <a:gd name="T15" fmla="*/ 265 h 265"/>
            </a:gdLst>
            <a:ahLst/>
            <a:cxnLst>
              <a:cxn ang="T8">
                <a:pos x="T0" y="T1"/>
              </a:cxn>
              <a:cxn ang="T9">
                <a:pos x="T2" y="T3"/>
              </a:cxn>
              <a:cxn ang="T10">
                <a:pos x="T4" y="T5"/>
              </a:cxn>
              <a:cxn ang="T11">
                <a:pos x="T6" y="T7"/>
              </a:cxn>
            </a:cxnLst>
            <a:rect l="T12" t="T13" r="T14" b="T15"/>
            <a:pathLst>
              <a:path w="684" h="265">
                <a:moveTo>
                  <a:pt x="0" y="265"/>
                </a:moveTo>
                <a:lnTo>
                  <a:pt x="0" y="0"/>
                </a:lnTo>
                <a:lnTo>
                  <a:pt x="684" y="135"/>
                </a:lnTo>
                <a:lnTo>
                  <a:pt x="0" y="265"/>
                </a:lnTo>
                <a:close/>
              </a:path>
            </a:pathLst>
          </a:custGeom>
          <a:gradFill rotWithShape="1">
            <a:gsLst>
              <a:gs pos="0">
                <a:schemeClr val="accent5"/>
              </a:gs>
              <a:gs pos="100000">
                <a:schemeClr val="accent5">
                  <a:lumMod val="60000"/>
                  <a:lumOff val="40000"/>
                </a:schemeClr>
              </a:gs>
            </a:gsLst>
            <a:lin ang="0" scaled="1"/>
          </a:grad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Ubuntu" panose="020B0504030602030204" pitchFamily="34" charset="0"/>
              <a:ea typeface="+mn-ea"/>
              <a:cs typeface="Arial" pitchFamily="34" charset="0"/>
            </a:endParaRPr>
          </a:p>
        </p:txBody>
      </p:sp>
      <p:sp>
        <p:nvSpPr>
          <p:cNvPr id="20" name="TextBox 19">
            <a:extLst>
              <a:ext uri="{FF2B5EF4-FFF2-40B4-BE49-F238E27FC236}">
                <a16:creationId xmlns:a16="http://schemas.microsoft.com/office/drawing/2014/main" id="{156EF160-AC6D-412D-A769-6B15DEE7EF13}"/>
              </a:ext>
            </a:extLst>
          </p:cNvPr>
          <p:cNvSpPr txBox="1"/>
          <p:nvPr/>
        </p:nvSpPr>
        <p:spPr>
          <a:xfrm>
            <a:off x="6081742" y="3283229"/>
            <a:ext cx="2162704" cy="24622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Ubuntu" panose="020B0504030602030204" pitchFamily="34" charset="0"/>
                <a:ea typeface="+mn-ea"/>
                <a:cs typeface="Arial" pitchFamily="34" charset="0"/>
              </a:rPr>
              <a:t>Program Management</a:t>
            </a:r>
          </a:p>
        </p:txBody>
      </p:sp>
      <p:sp>
        <p:nvSpPr>
          <p:cNvPr id="21" name="TextBox 20">
            <a:extLst>
              <a:ext uri="{FF2B5EF4-FFF2-40B4-BE49-F238E27FC236}">
                <a16:creationId xmlns:a16="http://schemas.microsoft.com/office/drawing/2014/main" id="{B561E1A9-FD64-4257-96D9-9E8ED7DB6A65}"/>
              </a:ext>
            </a:extLst>
          </p:cNvPr>
          <p:cNvSpPr txBox="1"/>
          <p:nvPr/>
        </p:nvSpPr>
        <p:spPr>
          <a:xfrm>
            <a:off x="6658234" y="2466782"/>
            <a:ext cx="999245"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Ubuntu" panose="020B0504030602030204" pitchFamily="34" charset="0"/>
                <a:ea typeface="+mn-ea"/>
                <a:cs typeface="Arial" pitchFamily="34" charset="0"/>
              </a:rPr>
              <a:t>Steering Committee</a:t>
            </a:r>
          </a:p>
        </p:txBody>
      </p:sp>
      <p:sp>
        <p:nvSpPr>
          <p:cNvPr id="22" name="Rectangle 21">
            <a:extLst>
              <a:ext uri="{FF2B5EF4-FFF2-40B4-BE49-F238E27FC236}">
                <a16:creationId xmlns:a16="http://schemas.microsoft.com/office/drawing/2014/main" id="{1D01E85E-7DB5-4B17-9177-B0C110A987AD}"/>
              </a:ext>
            </a:extLst>
          </p:cNvPr>
          <p:cNvSpPr>
            <a:spLocks noChangeAspect="1" noChangeArrowheads="1"/>
          </p:cNvSpPr>
          <p:nvPr/>
        </p:nvSpPr>
        <p:spPr bwMode="gray">
          <a:xfrm>
            <a:off x="7140550" y="4267140"/>
            <a:ext cx="0" cy="0"/>
          </a:xfrm>
          <a:prstGeom prst="rect">
            <a:avLst/>
          </a:prstGeom>
          <a:solidFill>
            <a:srgbClr val="FFFFFF"/>
          </a:solidFill>
          <a:ln w="12700">
            <a:solidFill>
              <a:srgbClr val="FFFFFF"/>
            </a:solid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Ubuntu" panose="020B0504030602030204" pitchFamily="34" charset="0"/>
              <a:ea typeface="+mn-ea"/>
              <a:cs typeface="Arial" pitchFamily="34" charset="0"/>
            </a:endParaRPr>
          </a:p>
        </p:txBody>
      </p:sp>
      <p:sp>
        <p:nvSpPr>
          <p:cNvPr id="23" name="Rectangle 22">
            <a:extLst>
              <a:ext uri="{FF2B5EF4-FFF2-40B4-BE49-F238E27FC236}">
                <a16:creationId xmlns:a16="http://schemas.microsoft.com/office/drawing/2014/main" id="{7046437F-14F6-4CDD-8630-CEAD8A78E834}"/>
              </a:ext>
            </a:extLst>
          </p:cNvPr>
          <p:cNvSpPr>
            <a:spLocks noChangeAspect="1" noChangeArrowheads="1"/>
          </p:cNvSpPr>
          <p:nvPr/>
        </p:nvSpPr>
        <p:spPr bwMode="gray">
          <a:xfrm>
            <a:off x="7140550" y="4421894"/>
            <a:ext cx="0" cy="3064"/>
          </a:xfrm>
          <a:prstGeom prst="rect">
            <a:avLst/>
          </a:prstGeom>
          <a:solidFill>
            <a:srgbClr val="FFFFFF"/>
          </a:solidFill>
          <a:ln w="12700">
            <a:solidFill>
              <a:srgbClr val="FFFFFF"/>
            </a:solid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Ubuntu" panose="020B0504030602030204" pitchFamily="34" charset="0"/>
              <a:ea typeface="+mn-ea"/>
              <a:cs typeface="Arial" pitchFamily="34" charset="0"/>
            </a:endParaRPr>
          </a:p>
        </p:txBody>
      </p:sp>
      <p:sp>
        <p:nvSpPr>
          <p:cNvPr id="24" name="Freeform 22">
            <a:extLst>
              <a:ext uri="{FF2B5EF4-FFF2-40B4-BE49-F238E27FC236}">
                <a16:creationId xmlns:a16="http://schemas.microsoft.com/office/drawing/2014/main" id="{07F4D4FD-F5A1-43C6-922B-4473B28472D1}"/>
              </a:ext>
            </a:extLst>
          </p:cNvPr>
          <p:cNvSpPr>
            <a:spLocks noChangeAspect="1"/>
          </p:cNvSpPr>
          <p:nvPr/>
        </p:nvSpPr>
        <p:spPr bwMode="gray">
          <a:xfrm>
            <a:off x="5741610" y="4086337"/>
            <a:ext cx="2793527" cy="335555"/>
          </a:xfrm>
          <a:custGeom>
            <a:avLst/>
            <a:gdLst>
              <a:gd name="T0" fmla="*/ 0 w 3129"/>
              <a:gd name="T1" fmla="*/ 78851 h 388"/>
              <a:gd name="T2" fmla="*/ 459025 w 3129"/>
              <a:gd name="T3" fmla="*/ 0 h 388"/>
              <a:gd name="T4" fmla="*/ 1530410 w 3129"/>
              <a:gd name="T5" fmla="*/ 186376 h 388"/>
              <a:gd name="T6" fmla="*/ 2598865 w 3129"/>
              <a:gd name="T7" fmla="*/ 0 h 388"/>
              <a:gd name="T8" fmla="*/ 3055937 w 3129"/>
              <a:gd name="T9" fmla="*/ 78851 h 388"/>
              <a:gd name="T10" fmla="*/ 1530410 w 3129"/>
              <a:gd name="T11" fmla="*/ 347663 h 388"/>
              <a:gd name="T12" fmla="*/ 0 w 3129"/>
              <a:gd name="T13" fmla="*/ 78851 h 388"/>
              <a:gd name="T14" fmla="*/ 0 60000 65536"/>
              <a:gd name="T15" fmla="*/ 0 60000 65536"/>
              <a:gd name="T16" fmla="*/ 0 60000 65536"/>
              <a:gd name="T17" fmla="*/ 0 60000 65536"/>
              <a:gd name="T18" fmla="*/ 0 60000 65536"/>
              <a:gd name="T19" fmla="*/ 0 60000 65536"/>
              <a:gd name="T20" fmla="*/ 0 60000 65536"/>
              <a:gd name="T21" fmla="*/ 0 w 3129"/>
              <a:gd name="T22" fmla="*/ 0 h 388"/>
              <a:gd name="T23" fmla="*/ 3129 w 3129"/>
              <a:gd name="T24" fmla="*/ 388 h 3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29" h="388">
                <a:moveTo>
                  <a:pt x="0" y="88"/>
                </a:moveTo>
                <a:lnTo>
                  <a:pt x="470" y="0"/>
                </a:lnTo>
                <a:lnTo>
                  <a:pt x="1567" y="208"/>
                </a:lnTo>
                <a:lnTo>
                  <a:pt x="2661" y="0"/>
                </a:lnTo>
                <a:lnTo>
                  <a:pt x="3129" y="88"/>
                </a:lnTo>
                <a:lnTo>
                  <a:pt x="1567" y="388"/>
                </a:lnTo>
                <a:lnTo>
                  <a:pt x="0" y="88"/>
                </a:lnTo>
                <a:close/>
              </a:path>
            </a:pathLst>
          </a:custGeom>
          <a:gradFill rotWithShape="1">
            <a:gsLst>
              <a:gs pos="0">
                <a:schemeClr val="accent1">
                  <a:lumMod val="50000"/>
                </a:schemeClr>
              </a:gs>
              <a:gs pos="100000">
                <a:schemeClr val="accent1">
                  <a:lumMod val="75000"/>
                </a:schemeClr>
              </a:gs>
            </a:gsLst>
            <a:lin ang="2700000" scaled="1"/>
          </a:grad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Ubuntu" panose="020B0504030602030204" pitchFamily="34" charset="0"/>
              <a:ea typeface="+mn-ea"/>
              <a:cs typeface="Arial" pitchFamily="34" charset="0"/>
            </a:endParaRPr>
          </a:p>
        </p:txBody>
      </p:sp>
      <p:sp>
        <p:nvSpPr>
          <p:cNvPr id="25" name="Rectangle 24">
            <a:extLst>
              <a:ext uri="{FF2B5EF4-FFF2-40B4-BE49-F238E27FC236}">
                <a16:creationId xmlns:a16="http://schemas.microsoft.com/office/drawing/2014/main" id="{098833EC-F695-4ECC-B5AA-2A6B8FC8D968}"/>
              </a:ext>
            </a:extLst>
          </p:cNvPr>
          <p:cNvSpPr>
            <a:spLocks noChangeAspect="1" noChangeArrowheads="1"/>
          </p:cNvSpPr>
          <p:nvPr/>
        </p:nvSpPr>
        <p:spPr bwMode="gray">
          <a:xfrm>
            <a:off x="7129930" y="5472782"/>
            <a:ext cx="0" cy="0"/>
          </a:xfrm>
          <a:prstGeom prst="rect">
            <a:avLst/>
          </a:prstGeom>
          <a:solidFill>
            <a:srgbClr val="FFFFFF"/>
          </a:solidFill>
          <a:ln w="12700">
            <a:solidFill>
              <a:srgbClr val="FFFFFF"/>
            </a:solid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Ubuntu" panose="020B0504030602030204" pitchFamily="34" charset="0"/>
              <a:ea typeface="+mn-ea"/>
              <a:cs typeface="Arial" pitchFamily="34" charset="0"/>
            </a:endParaRPr>
          </a:p>
        </p:txBody>
      </p:sp>
      <p:sp>
        <p:nvSpPr>
          <p:cNvPr id="26" name="Rectangle 25">
            <a:extLst>
              <a:ext uri="{FF2B5EF4-FFF2-40B4-BE49-F238E27FC236}">
                <a16:creationId xmlns:a16="http://schemas.microsoft.com/office/drawing/2014/main" id="{2972B6F2-36A8-4052-BE79-107E53353E78}"/>
              </a:ext>
            </a:extLst>
          </p:cNvPr>
          <p:cNvSpPr>
            <a:spLocks noChangeAspect="1" noChangeArrowheads="1"/>
          </p:cNvSpPr>
          <p:nvPr/>
        </p:nvSpPr>
        <p:spPr bwMode="gray">
          <a:xfrm>
            <a:off x="7129930" y="5693143"/>
            <a:ext cx="0" cy="4364"/>
          </a:xfrm>
          <a:prstGeom prst="rect">
            <a:avLst/>
          </a:prstGeom>
          <a:solidFill>
            <a:srgbClr val="FFFFFF"/>
          </a:solidFill>
          <a:ln w="12700">
            <a:solidFill>
              <a:srgbClr val="FFFFFF"/>
            </a:solidFill>
            <a:miter lim="800000"/>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Ubuntu" panose="020B0504030602030204" pitchFamily="34" charset="0"/>
              <a:ea typeface="+mn-ea"/>
              <a:cs typeface="Arial" pitchFamily="34" charset="0"/>
            </a:endParaRPr>
          </a:p>
        </p:txBody>
      </p:sp>
      <p:sp>
        <p:nvSpPr>
          <p:cNvPr id="27" name="Freeform 25">
            <a:extLst>
              <a:ext uri="{FF2B5EF4-FFF2-40B4-BE49-F238E27FC236}">
                <a16:creationId xmlns:a16="http://schemas.microsoft.com/office/drawing/2014/main" id="{A2D50F4E-BF3F-4B36-A241-C555AB289FA0}"/>
              </a:ext>
            </a:extLst>
          </p:cNvPr>
          <p:cNvSpPr>
            <a:spLocks noChangeAspect="1"/>
          </p:cNvSpPr>
          <p:nvPr/>
        </p:nvSpPr>
        <p:spPr bwMode="gray">
          <a:xfrm>
            <a:off x="5137910" y="5215328"/>
            <a:ext cx="3977840" cy="477814"/>
          </a:xfrm>
          <a:custGeom>
            <a:avLst/>
            <a:gdLst>
              <a:gd name="T0" fmla="*/ 0 w 3129"/>
              <a:gd name="T1" fmla="*/ 78851 h 388"/>
              <a:gd name="T2" fmla="*/ 459025 w 3129"/>
              <a:gd name="T3" fmla="*/ 0 h 388"/>
              <a:gd name="T4" fmla="*/ 1530410 w 3129"/>
              <a:gd name="T5" fmla="*/ 186376 h 388"/>
              <a:gd name="T6" fmla="*/ 2598865 w 3129"/>
              <a:gd name="T7" fmla="*/ 0 h 388"/>
              <a:gd name="T8" fmla="*/ 3055937 w 3129"/>
              <a:gd name="T9" fmla="*/ 78851 h 388"/>
              <a:gd name="T10" fmla="*/ 1530410 w 3129"/>
              <a:gd name="T11" fmla="*/ 347663 h 388"/>
              <a:gd name="T12" fmla="*/ 0 w 3129"/>
              <a:gd name="T13" fmla="*/ 78851 h 388"/>
              <a:gd name="T14" fmla="*/ 0 60000 65536"/>
              <a:gd name="T15" fmla="*/ 0 60000 65536"/>
              <a:gd name="T16" fmla="*/ 0 60000 65536"/>
              <a:gd name="T17" fmla="*/ 0 60000 65536"/>
              <a:gd name="T18" fmla="*/ 0 60000 65536"/>
              <a:gd name="T19" fmla="*/ 0 60000 65536"/>
              <a:gd name="T20" fmla="*/ 0 60000 65536"/>
              <a:gd name="T21" fmla="*/ 0 w 3129"/>
              <a:gd name="T22" fmla="*/ 0 h 388"/>
              <a:gd name="T23" fmla="*/ 3129 w 3129"/>
              <a:gd name="T24" fmla="*/ 388 h 3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29" h="388">
                <a:moveTo>
                  <a:pt x="0" y="88"/>
                </a:moveTo>
                <a:lnTo>
                  <a:pt x="470" y="0"/>
                </a:lnTo>
                <a:lnTo>
                  <a:pt x="1567" y="208"/>
                </a:lnTo>
                <a:lnTo>
                  <a:pt x="2661" y="0"/>
                </a:lnTo>
                <a:lnTo>
                  <a:pt x="3129" y="88"/>
                </a:lnTo>
                <a:lnTo>
                  <a:pt x="1567" y="388"/>
                </a:lnTo>
                <a:lnTo>
                  <a:pt x="0" y="88"/>
                </a:lnTo>
                <a:close/>
              </a:path>
            </a:pathLst>
          </a:custGeom>
          <a:gradFill rotWithShape="1">
            <a:gsLst>
              <a:gs pos="0">
                <a:schemeClr val="accent6">
                  <a:lumMod val="50000"/>
                </a:schemeClr>
              </a:gs>
              <a:gs pos="100000">
                <a:schemeClr val="accent6">
                  <a:lumMod val="75000"/>
                </a:schemeClr>
              </a:gs>
            </a:gsLst>
            <a:lin ang="2700000" scaled="1"/>
          </a:gradFill>
          <a:ln w="9525">
            <a:noFill/>
            <a:round/>
            <a:headEnd/>
            <a:tailEnd/>
          </a:ln>
          <a:effectLst>
            <a:outerShdw blurRad="127000" dist="88900" dir="5400000" algn="t" rotWithShape="0">
              <a:prstClr val="black">
                <a:alpha val="40000"/>
              </a:prst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Ubuntu" panose="020B0504030602030204" pitchFamily="34" charset="0"/>
              <a:ea typeface="+mn-ea"/>
              <a:cs typeface="Arial" pitchFamily="34" charset="0"/>
            </a:endParaRPr>
          </a:p>
        </p:txBody>
      </p:sp>
      <p:sp>
        <p:nvSpPr>
          <p:cNvPr id="28" name="Freeform 8">
            <a:extLst>
              <a:ext uri="{FF2B5EF4-FFF2-40B4-BE49-F238E27FC236}">
                <a16:creationId xmlns:a16="http://schemas.microsoft.com/office/drawing/2014/main" id="{7A9AEC42-6365-4062-8812-E64901F599A2}"/>
              </a:ext>
            </a:extLst>
          </p:cNvPr>
          <p:cNvSpPr>
            <a:spLocks noChangeAspect="1"/>
          </p:cNvSpPr>
          <p:nvPr/>
        </p:nvSpPr>
        <p:spPr bwMode="gray">
          <a:xfrm>
            <a:off x="7140550" y="4166014"/>
            <a:ext cx="2001181" cy="1391252"/>
          </a:xfrm>
          <a:custGeom>
            <a:avLst/>
            <a:gdLst>
              <a:gd name="T0" fmla="*/ 1900138 w 2242"/>
              <a:gd name="T1" fmla="*/ 599486 h 1611"/>
              <a:gd name="T2" fmla="*/ 1786871 w 2242"/>
              <a:gd name="T3" fmla="*/ 418745 h 1611"/>
              <a:gd name="T4" fmla="*/ 1521282 w 2242"/>
              <a:gd name="T5" fmla="*/ 0 h 1611"/>
              <a:gd name="T6" fmla="*/ 458923 w 2242"/>
              <a:gd name="T7" fmla="*/ 186109 h 1611"/>
              <a:gd name="T8" fmla="*/ 0 w 2242"/>
              <a:gd name="T9" fmla="*/ 266637 h 1611"/>
              <a:gd name="T10" fmla="*/ 0 w 2242"/>
              <a:gd name="T11" fmla="*/ 1441450 h 1611"/>
              <a:gd name="T12" fmla="*/ 2189162 w 2242"/>
              <a:gd name="T13" fmla="*/ 1055811 h 1611"/>
              <a:gd name="T14" fmla="*/ 1900138 w 2242"/>
              <a:gd name="T15" fmla="*/ 599486 h 1611"/>
              <a:gd name="T16" fmla="*/ 0 60000 65536"/>
              <a:gd name="T17" fmla="*/ 0 60000 65536"/>
              <a:gd name="T18" fmla="*/ 0 60000 65536"/>
              <a:gd name="T19" fmla="*/ 0 60000 65536"/>
              <a:gd name="T20" fmla="*/ 0 60000 65536"/>
              <a:gd name="T21" fmla="*/ 0 60000 65536"/>
              <a:gd name="T22" fmla="*/ 0 60000 65536"/>
              <a:gd name="T23" fmla="*/ 0 60000 65536"/>
              <a:gd name="T24" fmla="*/ 0 w 2242"/>
              <a:gd name="T25" fmla="*/ 0 h 1611"/>
              <a:gd name="T26" fmla="*/ 2242 w 2242"/>
              <a:gd name="T27" fmla="*/ 1611 h 161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42" h="1611">
                <a:moveTo>
                  <a:pt x="1946" y="670"/>
                </a:moveTo>
                <a:lnTo>
                  <a:pt x="1830" y="468"/>
                </a:lnTo>
                <a:lnTo>
                  <a:pt x="1558" y="0"/>
                </a:lnTo>
                <a:lnTo>
                  <a:pt x="470" y="208"/>
                </a:lnTo>
                <a:lnTo>
                  <a:pt x="0" y="298"/>
                </a:lnTo>
                <a:lnTo>
                  <a:pt x="0" y="1611"/>
                </a:lnTo>
                <a:lnTo>
                  <a:pt x="2242" y="1180"/>
                </a:lnTo>
                <a:lnTo>
                  <a:pt x="1946" y="670"/>
                </a:lnTo>
                <a:close/>
              </a:path>
            </a:pathLst>
          </a:custGeom>
          <a:solidFill>
            <a:schemeClr val="accent6">
              <a:lumMod val="40000"/>
              <a:lumOff val="60000"/>
            </a:schemeClr>
          </a:solid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Ubuntu" panose="020B0504030602030204" pitchFamily="34" charset="0"/>
              <a:ea typeface="+mn-ea"/>
              <a:cs typeface="Arial" pitchFamily="34" charset="0"/>
            </a:endParaRPr>
          </a:p>
        </p:txBody>
      </p:sp>
      <p:sp>
        <p:nvSpPr>
          <p:cNvPr id="29" name="Freeform 7">
            <a:extLst>
              <a:ext uri="{FF2B5EF4-FFF2-40B4-BE49-F238E27FC236}">
                <a16:creationId xmlns:a16="http://schemas.microsoft.com/office/drawing/2014/main" id="{9F688118-9B74-4777-B0A6-4820069726D4}"/>
              </a:ext>
            </a:extLst>
          </p:cNvPr>
          <p:cNvSpPr>
            <a:spLocks noChangeAspect="1"/>
          </p:cNvSpPr>
          <p:nvPr/>
        </p:nvSpPr>
        <p:spPr bwMode="gray">
          <a:xfrm>
            <a:off x="5132113" y="4166014"/>
            <a:ext cx="2008437" cy="1391252"/>
          </a:xfrm>
          <a:custGeom>
            <a:avLst/>
            <a:gdLst>
              <a:gd name="T0" fmla="*/ 1735015 w 2249"/>
              <a:gd name="T1" fmla="*/ 186109 h 1611"/>
              <a:gd name="T2" fmla="*/ 668215 w 2249"/>
              <a:gd name="T3" fmla="*/ 0 h 1611"/>
              <a:gd name="T4" fmla="*/ 402492 w 2249"/>
              <a:gd name="T5" fmla="*/ 420535 h 1611"/>
              <a:gd name="T6" fmla="*/ 287215 w 2249"/>
              <a:gd name="T7" fmla="*/ 601275 h 1611"/>
              <a:gd name="T8" fmla="*/ 0 w 2249"/>
              <a:gd name="T9" fmla="*/ 1055811 h 1611"/>
              <a:gd name="T10" fmla="*/ 2197100 w 2249"/>
              <a:gd name="T11" fmla="*/ 1441450 h 1611"/>
              <a:gd name="T12" fmla="*/ 2197100 w 2249"/>
              <a:gd name="T13" fmla="*/ 266637 h 1611"/>
              <a:gd name="T14" fmla="*/ 1735015 w 2249"/>
              <a:gd name="T15" fmla="*/ 186109 h 1611"/>
              <a:gd name="T16" fmla="*/ 0 60000 65536"/>
              <a:gd name="T17" fmla="*/ 0 60000 65536"/>
              <a:gd name="T18" fmla="*/ 0 60000 65536"/>
              <a:gd name="T19" fmla="*/ 0 60000 65536"/>
              <a:gd name="T20" fmla="*/ 0 60000 65536"/>
              <a:gd name="T21" fmla="*/ 0 60000 65536"/>
              <a:gd name="T22" fmla="*/ 0 60000 65536"/>
              <a:gd name="T23" fmla="*/ 0 60000 65536"/>
              <a:gd name="T24" fmla="*/ 0 w 2249"/>
              <a:gd name="T25" fmla="*/ 0 h 1611"/>
              <a:gd name="T26" fmla="*/ 2249 w 2249"/>
              <a:gd name="T27" fmla="*/ 1611 h 161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49" h="1611">
                <a:moveTo>
                  <a:pt x="1776" y="208"/>
                </a:moveTo>
                <a:lnTo>
                  <a:pt x="684" y="0"/>
                </a:lnTo>
                <a:lnTo>
                  <a:pt x="412" y="470"/>
                </a:lnTo>
                <a:lnTo>
                  <a:pt x="294" y="672"/>
                </a:lnTo>
                <a:lnTo>
                  <a:pt x="0" y="1180"/>
                </a:lnTo>
                <a:lnTo>
                  <a:pt x="2249" y="1611"/>
                </a:lnTo>
                <a:lnTo>
                  <a:pt x="2249" y="298"/>
                </a:lnTo>
                <a:lnTo>
                  <a:pt x="1776" y="208"/>
                </a:lnTo>
                <a:close/>
              </a:path>
            </a:pathLst>
          </a:custGeom>
          <a:solidFill>
            <a:schemeClr val="accent6"/>
          </a:solid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Ubuntu" panose="020B0504030602030204" pitchFamily="34" charset="0"/>
              <a:ea typeface="+mn-ea"/>
              <a:cs typeface="Arial" pitchFamily="34" charset="0"/>
            </a:endParaRPr>
          </a:p>
        </p:txBody>
      </p:sp>
      <p:sp>
        <p:nvSpPr>
          <p:cNvPr id="30" name="Freeform 28">
            <a:extLst>
              <a:ext uri="{FF2B5EF4-FFF2-40B4-BE49-F238E27FC236}">
                <a16:creationId xmlns:a16="http://schemas.microsoft.com/office/drawing/2014/main" id="{C61DFFF4-E0A7-4803-BE1F-8F391E3545F3}"/>
              </a:ext>
            </a:extLst>
          </p:cNvPr>
          <p:cNvSpPr>
            <a:spLocks noChangeAspect="1"/>
          </p:cNvSpPr>
          <p:nvPr/>
        </p:nvSpPr>
        <p:spPr bwMode="gray">
          <a:xfrm>
            <a:off x="7140550" y="4812608"/>
            <a:ext cx="2001181" cy="744656"/>
          </a:xfrm>
          <a:custGeom>
            <a:avLst/>
            <a:gdLst>
              <a:gd name="T0" fmla="*/ 0 w 2242"/>
              <a:gd name="T1" fmla="*/ 0 h 859"/>
              <a:gd name="T2" fmla="*/ 2189162 w 2242"/>
              <a:gd name="T3" fmla="*/ 384415 h 859"/>
              <a:gd name="T4" fmla="*/ 0 w 2242"/>
              <a:gd name="T5" fmla="*/ 771525 h 859"/>
              <a:gd name="T6" fmla="*/ 0 w 2242"/>
              <a:gd name="T7" fmla="*/ 0 h 859"/>
              <a:gd name="T8" fmla="*/ 0 60000 65536"/>
              <a:gd name="T9" fmla="*/ 0 60000 65536"/>
              <a:gd name="T10" fmla="*/ 0 60000 65536"/>
              <a:gd name="T11" fmla="*/ 0 60000 65536"/>
              <a:gd name="T12" fmla="*/ 0 w 2242"/>
              <a:gd name="T13" fmla="*/ 0 h 859"/>
              <a:gd name="T14" fmla="*/ 2242 w 2242"/>
              <a:gd name="T15" fmla="*/ 859 h 859"/>
            </a:gdLst>
            <a:ahLst/>
            <a:cxnLst>
              <a:cxn ang="T8">
                <a:pos x="T0" y="T1"/>
              </a:cxn>
              <a:cxn ang="T9">
                <a:pos x="T2" y="T3"/>
              </a:cxn>
              <a:cxn ang="T10">
                <a:pos x="T4" y="T5"/>
              </a:cxn>
              <a:cxn ang="T11">
                <a:pos x="T6" y="T7"/>
              </a:cxn>
            </a:cxnLst>
            <a:rect l="T12" t="T13" r="T14" b="T15"/>
            <a:pathLst>
              <a:path w="2242" h="859">
                <a:moveTo>
                  <a:pt x="0" y="0"/>
                </a:moveTo>
                <a:lnTo>
                  <a:pt x="2242" y="428"/>
                </a:lnTo>
                <a:lnTo>
                  <a:pt x="0" y="859"/>
                </a:lnTo>
                <a:lnTo>
                  <a:pt x="0" y="0"/>
                </a:lnTo>
                <a:close/>
              </a:path>
            </a:pathLst>
          </a:custGeom>
          <a:solidFill>
            <a:schemeClr val="accent6">
              <a:lumMod val="50000"/>
            </a:schemeClr>
          </a:solid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Ubuntu" panose="020B0504030602030204" pitchFamily="34" charset="0"/>
              <a:ea typeface="+mn-ea"/>
              <a:cs typeface="Arial" pitchFamily="34" charset="0"/>
            </a:endParaRPr>
          </a:p>
        </p:txBody>
      </p:sp>
      <p:sp>
        <p:nvSpPr>
          <p:cNvPr id="31" name="Freeform 9">
            <a:extLst>
              <a:ext uri="{FF2B5EF4-FFF2-40B4-BE49-F238E27FC236}">
                <a16:creationId xmlns:a16="http://schemas.microsoft.com/office/drawing/2014/main" id="{CDCAA225-B773-478D-A7B2-5368D81BE859}"/>
              </a:ext>
            </a:extLst>
          </p:cNvPr>
          <p:cNvSpPr>
            <a:spLocks noChangeAspect="1"/>
          </p:cNvSpPr>
          <p:nvPr/>
        </p:nvSpPr>
        <p:spPr bwMode="gray">
          <a:xfrm>
            <a:off x="5132113" y="4812608"/>
            <a:ext cx="2008437" cy="744656"/>
          </a:xfrm>
          <a:custGeom>
            <a:avLst/>
            <a:gdLst>
              <a:gd name="T0" fmla="*/ 0 w 2249"/>
              <a:gd name="T1" fmla="*/ 384415 h 859"/>
              <a:gd name="T2" fmla="*/ 2197100 w 2249"/>
              <a:gd name="T3" fmla="*/ 0 h 859"/>
              <a:gd name="T4" fmla="*/ 2197100 w 2249"/>
              <a:gd name="T5" fmla="*/ 771525 h 859"/>
              <a:gd name="T6" fmla="*/ 0 w 2249"/>
              <a:gd name="T7" fmla="*/ 384415 h 859"/>
              <a:gd name="T8" fmla="*/ 0 60000 65536"/>
              <a:gd name="T9" fmla="*/ 0 60000 65536"/>
              <a:gd name="T10" fmla="*/ 0 60000 65536"/>
              <a:gd name="T11" fmla="*/ 0 60000 65536"/>
              <a:gd name="T12" fmla="*/ 0 w 2249"/>
              <a:gd name="T13" fmla="*/ 0 h 859"/>
              <a:gd name="T14" fmla="*/ 2249 w 2249"/>
              <a:gd name="T15" fmla="*/ 859 h 859"/>
            </a:gdLst>
            <a:ahLst/>
            <a:cxnLst>
              <a:cxn ang="T8">
                <a:pos x="T0" y="T1"/>
              </a:cxn>
              <a:cxn ang="T9">
                <a:pos x="T2" y="T3"/>
              </a:cxn>
              <a:cxn ang="T10">
                <a:pos x="T4" y="T5"/>
              </a:cxn>
              <a:cxn ang="T11">
                <a:pos x="T6" y="T7"/>
              </a:cxn>
            </a:cxnLst>
            <a:rect l="T12" t="T13" r="T14" b="T15"/>
            <a:pathLst>
              <a:path w="2249" h="859">
                <a:moveTo>
                  <a:pt x="0" y="428"/>
                </a:moveTo>
                <a:lnTo>
                  <a:pt x="2249" y="0"/>
                </a:lnTo>
                <a:lnTo>
                  <a:pt x="2249" y="859"/>
                </a:lnTo>
                <a:lnTo>
                  <a:pt x="0" y="428"/>
                </a:lnTo>
                <a:close/>
              </a:path>
            </a:pathLst>
          </a:custGeom>
          <a:solidFill>
            <a:schemeClr val="accent6">
              <a:lumMod val="75000"/>
            </a:schemeClr>
          </a:solidFill>
          <a:ln w="9525">
            <a:no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Ubuntu" panose="020B0504030602030204" pitchFamily="34" charset="0"/>
              <a:ea typeface="+mn-ea"/>
              <a:cs typeface="Arial" pitchFamily="34" charset="0"/>
            </a:endParaRPr>
          </a:p>
        </p:txBody>
      </p:sp>
      <p:sp>
        <p:nvSpPr>
          <p:cNvPr id="32" name="TextBox 31">
            <a:extLst>
              <a:ext uri="{FF2B5EF4-FFF2-40B4-BE49-F238E27FC236}">
                <a16:creationId xmlns:a16="http://schemas.microsoft.com/office/drawing/2014/main" id="{DD7DD36D-D61D-4959-AE43-2DE6722BE5B9}"/>
              </a:ext>
            </a:extLst>
          </p:cNvPr>
          <p:cNvSpPr txBox="1"/>
          <p:nvPr/>
        </p:nvSpPr>
        <p:spPr>
          <a:xfrm>
            <a:off x="6202060" y="4562100"/>
            <a:ext cx="1865275" cy="25391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Ubuntu" panose="020B0504030602030204" pitchFamily="34" charset="0"/>
                <a:ea typeface="+mn-ea"/>
                <a:cs typeface="Arial" pitchFamily="34" charset="0"/>
              </a:rPr>
              <a:t>Program Delivery</a:t>
            </a:r>
          </a:p>
        </p:txBody>
      </p:sp>
      <p:sp>
        <p:nvSpPr>
          <p:cNvPr id="33" name="TextBox 32">
            <a:extLst>
              <a:ext uri="{FF2B5EF4-FFF2-40B4-BE49-F238E27FC236}">
                <a16:creationId xmlns:a16="http://schemas.microsoft.com/office/drawing/2014/main" id="{CDCD0F9C-94F6-4A67-90F4-BCD533C67B49}"/>
              </a:ext>
            </a:extLst>
          </p:cNvPr>
          <p:cNvSpPr txBox="1"/>
          <p:nvPr/>
        </p:nvSpPr>
        <p:spPr>
          <a:xfrm rot="3555977">
            <a:off x="7016165" y="2214927"/>
            <a:ext cx="1230360" cy="293673"/>
          </a:xfrm>
          <a:prstGeom prst="rect">
            <a:avLst/>
          </a:prstGeom>
          <a:gradFill rotWithShape="1">
            <a:gsLst>
              <a:gs pos="0">
                <a:schemeClr val="accent5">
                  <a:lumMod val="40000"/>
                  <a:lumOff val="60000"/>
                </a:schemeClr>
              </a:gs>
              <a:gs pos="100000">
                <a:schemeClr val="accent5">
                  <a:lumMod val="20000"/>
                  <a:lumOff val="80000"/>
                </a:schemeClr>
              </a:gs>
            </a:gsLst>
            <a:lin ang="0" scaled="1"/>
          </a:gradFill>
          <a:ln w="9525">
            <a:noFill/>
            <a:round/>
            <a:headEnd/>
            <a:tailEnd/>
          </a:ln>
        </p:spPr>
        <p:txBody>
          <a:bodyPr/>
          <a:lstStyle>
            <a:defPPr>
              <a:defRPr lang="de-DE"/>
            </a:defPPr>
            <a:lvl1pPr>
              <a:defRPr sz="1000">
                <a:solidFill>
                  <a:schemeClr val="tx2"/>
                </a:solidFill>
                <a:cs typeface="Arial"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Ubuntu" panose="020B0504030602030204" pitchFamily="34" charset="0"/>
                <a:ea typeface="+mn-ea"/>
                <a:cs typeface="Arial" pitchFamily="34" charset="0"/>
              </a:rPr>
              <a:t>Monthly</a:t>
            </a:r>
          </a:p>
        </p:txBody>
      </p:sp>
      <p:sp>
        <p:nvSpPr>
          <p:cNvPr id="34" name="TextBox 33">
            <a:extLst>
              <a:ext uri="{FF2B5EF4-FFF2-40B4-BE49-F238E27FC236}">
                <a16:creationId xmlns:a16="http://schemas.microsoft.com/office/drawing/2014/main" id="{92EBC88B-1C63-40FE-ABFA-53AB057890BA}"/>
              </a:ext>
            </a:extLst>
          </p:cNvPr>
          <p:cNvSpPr txBox="1"/>
          <p:nvPr/>
        </p:nvSpPr>
        <p:spPr>
          <a:xfrm rot="3555789">
            <a:off x="7692750" y="3269966"/>
            <a:ext cx="1183902" cy="293673"/>
          </a:xfrm>
          <a:prstGeom prst="rect">
            <a:avLst/>
          </a:prstGeom>
          <a:solidFill>
            <a:schemeClr val="accent1">
              <a:lumMod val="20000"/>
              <a:lumOff val="80000"/>
            </a:schemeClr>
          </a:solidFill>
          <a:ln w="9525">
            <a:noFill/>
            <a:round/>
            <a:headEnd/>
            <a:tailEnd/>
          </a:ln>
        </p:spPr>
        <p:txBody>
          <a:bodyPr/>
          <a:lstStyle>
            <a:defPPr>
              <a:defRPr lang="de-DE"/>
            </a:defPPr>
            <a:lvl1pPr>
              <a:defRPr sz="1000">
                <a:solidFill>
                  <a:schemeClr val="tx2"/>
                </a:solidFill>
                <a:cs typeface="Arial"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Ubuntu" panose="020B0504030602030204" pitchFamily="34" charset="0"/>
                <a:ea typeface="+mn-ea"/>
                <a:cs typeface="Arial" pitchFamily="34" charset="0"/>
              </a:rPr>
              <a:t>Weekly</a:t>
            </a:r>
          </a:p>
        </p:txBody>
      </p:sp>
      <p:sp>
        <p:nvSpPr>
          <p:cNvPr id="35" name="TextBox 34">
            <a:extLst>
              <a:ext uri="{FF2B5EF4-FFF2-40B4-BE49-F238E27FC236}">
                <a16:creationId xmlns:a16="http://schemas.microsoft.com/office/drawing/2014/main" id="{2D9E2D96-9DCA-4E6E-AB0F-A4E07CC9996B}"/>
              </a:ext>
            </a:extLst>
          </p:cNvPr>
          <p:cNvSpPr txBox="1"/>
          <p:nvPr/>
        </p:nvSpPr>
        <p:spPr>
          <a:xfrm rot="3576778">
            <a:off x="8372001" y="4428851"/>
            <a:ext cx="1212872" cy="293673"/>
          </a:xfrm>
          <a:prstGeom prst="rect">
            <a:avLst/>
          </a:prstGeom>
          <a:solidFill>
            <a:schemeClr val="accent6">
              <a:lumMod val="20000"/>
              <a:lumOff val="80000"/>
            </a:schemeClr>
          </a:solidFill>
          <a:ln w="9525">
            <a:noFill/>
            <a:round/>
            <a:headEnd/>
            <a:tailEnd/>
          </a:ln>
        </p:spPr>
        <p:txBody>
          <a:bodyPr/>
          <a:lstStyle>
            <a:defPPr>
              <a:defRPr lang="de-DE"/>
            </a:defPPr>
            <a:lvl1pPr>
              <a:defRPr sz="1000">
                <a:solidFill>
                  <a:schemeClr val="tx2"/>
                </a:solidFill>
                <a:cs typeface="Arial"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0000"/>
                </a:solidFill>
                <a:effectLst/>
                <a:uLnTx/>
                <a:uFillTx/>
                <a:latin typeface="Ubuntu" panose="020B0504030602030204" pitchFamily="34" charset="0"/>
                <a:ea typeface="+mn-ea"/>
                <a:cs typeface="Arial" pitchFamily="34" charset="0"/>
              </a:rPr>
              <a:t>Daily</a:t>
            </a:r>
          </a:p>
        </p:txBody>
      </p:sp>
      <p:sp>
        <p:nvSpPr>
          <p:cNvPr id="36" name="Rectangle 17">
            <a:extLst>
              <a:ext uri="{FF2B5EF4-FFF2-40B4-BE49-F238E27FC236}">
                <a16:creationId xmlns:a16="http://schemas.microsoft.com/office/drawing/2014/main" id="{A2B921C0-D19E-413F-808F-9C2D6A72AB9D}"/>
              </a:ext>
            </a:extLst>
          </p:cNvPr>
          <p:cNvSpPr>
            <a:spLocks noChangeArrowheads="1"/>
          </p:cNvSpPr>
          <p:nvPr/>
        </p:nvSpPr>
        <p:spPr bwMode="auto">
          <a:xfrm>
            <a:off x="6138309" y="1453416"/>
            <a:ext cx="2154231" cy="258335"/>
          </a:xfrm>
          <a:prstGeom prst="rect">
            <a:avLst/>
          </a:prstGeom>
          <a:noFill/>
          <a:ln w="9525" cap="flat" cmpd="sng" algn="ctr">
            <a:noFill/>
            <a:prstDash val="solid"/>
            <a:headEnd/>
            <a:tailEnd/>
          </a:ln>
          <a:effectLst/>
        </p:spPr>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solidFill>
                <a:effectLst/>
                <a:uLnTx/>
                <a:uFillTx/>
                <a:latin typeface="Ubuntu" panose="020B0504030602030204" pitchFamily="34" charset="0"/>
                <a:ea typeface="+mn-ea"/>
                <a:cs typeface="Times New Roman" pitchFamily="18" charset="0"/>
              </a:rPr>
              <a:t>Governance</a:t>
            </a:r>
          </a:p>
        </p:txBody>
      </p:sp>
      <p:sp>
        <p:nvSpPr>
          <p:cNvPr id="37" name="TextBox 36">
            <a:extLst>
              <a:ext uri="{FF2B5EF4-FFF2-40B4-BE49-F238E27FC236}">
                <a16:creationId xmlns:a16="http://schemas.microsoft.com/office/drawing/2014/main" id="{DA361A81-F32D-477D-942E-0B8003BC4932}"/>
              </a:ext>
            </a:extLst>
          </p:cNvPr>
          <p:cNvSpPr txBox="1"/>
          <p:nvPr/>
        </p:nvSpPr>
        <p:spPr>
          <a:xfrm>
            <a:off x="316755" y="2269395"/>
            <a:ext cx="776152" cy="253906"/>
          </a:xfrm>
          <a:prstGeom prst="rect">
            <a:avLst/>
          </a:prstGeom>
          <a:noFill/>
        </p:spPr>
        <p:txBody>
          <a:bodyPr wrap="none" lIns="91429" tIns="45715" rIns="91429" bIns="45715"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solidFill>
                <a:effectLst/>
                <a:uLnTx/>
                <a:uFillTx/>
                <a:latin typeface="Ubuntu" panose="020B0504030602030204" pitchFamily="34" charset="0"/>
                <a:ea typeface="+mn-ea"/>
                <a:cs typeface="Arial" pitchFamily="34" charset="0"/>
              </a:rPr>
              <a:t>Strategic</a:t>
            </a:r>
          </a:p>
        </p:txBody>
      </p:sp>
      <p:sp>
        <p:nvSpPr>
          <p:cNvPr id="38" name="TextBox 37">
            <a:extLst>
              <a:ext uri="{FF2B5EF4-FFF2-40B4-BE49-F238E27FC236}">
                <a16:creationId xmlns:a16="http://schemas.microsoft.com/office/drawing/2014/main" id="{21137707-A915-46EA-8EDD-53444C1850EA}"/>
              </a:ext>
            </a:extLst>
          </p:cNvPr>
          <p:cNvSpPr txBox="1"/>
          <p:nvPr/>
        </p:nvSpPr>
        <p:spPr>
          <a:xfrm>
            <a:off x="316755" y="3139879"/>
            <a:ext cx="691193" cy="253906"/>
          </a:xfrm>
          <a:prstGeom prst="rect">
            <a:avLst/>
          </a:prstGeom>
          <a:noFill/>
        </p:spPr>
        <p:txBody>
          <a:bodyPr wrap="none" lIns="91429" tIns="45715" rIns="91429" bIns="45715"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solidFill>
                <a:effectLst/>
                <a:uLnTx/>
                <a:uFillTx/>
                <a:latin typeface="Ubuntu" panose="020B0504030602030204" pitchFamily="34" charset="0"/>
                <a:ea typeface="+mn-ea"/>
                <a:cs typeface="Arial" pitchFamily="34" charset="0"/>
              </a:rPr>
              <a:t>Tactical</a:t>
            </a:r>
          </a:p>
        </p:txBody>
      </p:sp>
      <p:sp>
        <p:nvSpPr>
          <p:cNvPr id="39" name="TextBox 38">
            <a:extLst>
              <a:ext uri="{FF2B5EF4-FFF2-40B4-BE49-F238E27FC236}">
                <a16:creationId xmlns:a16="http://schemas.microsoft.com/office/drawing/2014/main" id="{F9935F95-1258-41E4-8CA7-B0071CDD0EC7}"/>
              </a:ext>
            </a:extLst>
          </p:cNvPr>
          <p:cNvSpPr txBox="1"/>
          <p:nvPr/>
        </p:nvSpPr>
        <p:spPr>
          <a:xfrm>
            <a:off x="316755" y="4144912"/>
            <a:ext cx="955689" cy="253906"/>
          </a:xfrm>
          <a:prstGeom prst="rect">
            <a:avLst/>
          </a:prstGeom>
          <a:noFill/>
        </p:spPr>
        <p:txBody>
          <a:bodyPr wrap="none" lIns="91429" tIns="45715" rIns="91429" bIns="45715"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00000"/>
                </a:solidFill>
                <a:effectLst/>
                <a:uLnTx/>
                <a:uFillTx/>
                <a:latin typeface="Ubuntu" panose="020B0504030602030204" pitchFamily="34" charset="0"/>
                <a:ea typeface="+mn-ea"/>
                <a:cs typeface="Arial" pitchFamily="34" charset="0"/>
              </a:rPr>
              <a:t>Operational</a:t>
            </a:r>
          </a:p>
        </p:txBody>
      </p:sp>
      <p:sp>
        <p:nvSpPr>
          <p:cNvPr id="40" name="TextBox 39">
            <a:extLst>
              <a:ext uri="{FF2B5EF4-FFF2-40B4-BE49-F238E27FC236}">
                <a16:creationId xmlns:a16="http://schemas.microsoft.com/office/drawing/2014/main" id="{97C10AA4-5CA8-42FD-B31A-712D1E1E40CF}"/>
              </a:ext>
            </a:extLst>
          </p:cNvPr>
          <p:cNvSpPr txBox="1">
            <a:spLocks/>
          </p:cNvSpPr>
          <p:nvPr/>
        </p:nvSpPr>
        <p:spPr>
          <a:xfrm>
            <a:off x="1355592" y="2242116"/>
            <a:ext cx="1675004" cy="589905"/>
          </a:xfrm>
          <a:prstGeom prst="rect">
            <a:avLst/>
          </a:prstGeom>
          <a:noFill/>
        </p:spPr>
        <p:txBody>
          <a:bodyPr wrap="square" rtlCol="0">
            <a:spAutoFit/>
          </a:bodyPr>
          <a:lstStyle>
            <a:defPPr>
              <a:defRPr lang="en-US"/>
            </a:defPPr>
            <a:lvl1pPr marL="114300" indent="-114300">
              <a:buFont typeface="Arial" pitchFamily="34" charset="0"/>
              <a:buChar char="•"/>
              <a:defRPr sz="1200">
                <a:solidFill>
                  <a:schemeClr val="tx2"/>
                </a:solidFill>
                <a:latin typeface="Calibri" pitchFamily="34" charset="0"/>
                <a:cs typeface="Arial" pitchFamily="34" charset="0"/>
              </a:defRPr>
            </a:lvl1pPr>
          </a:lstStyle>
          <a:p>
            <a:pPr marL="144000" marR="0" lvl="0" indent="-144000" algn="l" defTabSz="914400" rtl="0" eaLnBrk="1" fontAlgn="auto" latinLnBrk="0" hangingPunct="1">
              <a:lnSpc>
                <a:spcPct val="100000"/>
              </a:lnSpc>
              <a:spcBef>
                <a:spcPts val="0"/>
              </a:spcBef>
              <a:spcAft>
                <a:spcPts val="100"/>
              </a:spcAft>
              <a:buClr>
                <a:srgbClr val="0070AD"/>
              </a:buClr>
              <a:buSzTx/>
              <a:buFont typeface="Wingdings" pitchFamily="2" charset="2"/>
              <a:buChar char="§"/>
              <a:tabLst/>
              <a:defRPr/>
            </a:pPr>
            <a:r>
              <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Program Sponsor</a:t>
            </a:r>
          </a:p>
          <a:p>
            <a:pPr marL="144000" marR="0" lvl="0" indent="-144000" algn="l" defTabSz="914400" rtl="0" eaLnBrk="1" fontAlgn="auto" latinLnBrk="0" hangingPunct="1">
              <a:lnSpc>
                <a:spcPct val="100000"/>
              </a:lnSpc>
              <a:spcBef>
                <a:spcPts val="0"/>
              </a:spcBef>
              <a:spcAft>
                <a:spcPts val="100"/>
              </a:spcAft>
              <a:buClr>
                <a:srgbClr val="0070AD"/>
              </a:buClr>
              <a:buSzTx/>
              <a:buFont typeface="Wingdings" pitchFamily="2" charset="2"/>
              <a:buChar char="§"/>
              <a:tabLst/>
              <a:defRPr/>
            </a:pPr>
            <a:r>
              <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Business &amp; IT Executives</a:t>
            </a:r>
          </a:p>
        </p:txBody>
      </p:sp>
      <p:sp>
        <p:nvSpPr>
          <p:cNvPr id="41" name="TextBox 40">
            <a:extLst>
              <a:ext uri="{FF2B5EF4-FFF2-40B4-BE49-F238E27FC236}">
                <a16:creationId xmlns:a16="http://schemas.microsoft.com/office/drawing/2014/main" id="{06382B35-C501-4D91-9C8B-05A204AA8A3E}"/>
              </a:ext>
            </a:extLst>
          </p:cNvPr>
          <p:cNvSpPr txBox="1">
            <a:spLocks/>
          </p:cNvSpPr>
          <p:nvPr/>
        </p:nvSpPr>
        <p:spPr>
          <a:xfrm>
            <a:off x="3223845" y="2242116"/>
            <a:ext cx="1789861" cy="428322"/>
          </a:xfrm>
          <a:prstGeom prst="rect">
            <a:avLst/>
          </a:prstGeom>
          <a:noFill/>
        </p:spPr>
        <p:txBody>
          <a:bodyPr wrap="square" rtlCol="0">
            <a:spAutoFit/>
          </a:bodyPr>
          <a:lstStyle>
            <a:defPPr>
              <a:defRPr lang="en-US"/>
            </a:defPPr>
            <a:lvl1pPr marL="114300" indent="-114300">
              <a:buFont typeface="Arial" pitchFamily="34" charset="0"/>
              <a:buChar char="•"/>
              <a:defRPr sz="1200">
                <a:solidFill>
                  <a:schemeClr val="tx2"/>
                </a:solidFill>
                <a:latin typeface="Calibri" pitchFamily="34" charset="0"/>
                <a:cs typeface="Arial" pitchFamily="34" charset="0"/>
              </a:defRPr>
            </a:lvl1pPr>
          </a:lstStyle>
          <a:p>
            <a:pPr marL="144000" marR="0" lvl="0" indent="-144000" algn="l" defTabSz="914400" rtl="0" eaLnBrk="1" fontAlgn="auto" latinLnBrk="0" hangingPunct="1">
              <a:lnSpc>
                <a:spcPct val="100000"/>
              </a:lnSpc>
              <a:spcBef>
                <a:spcPts val="0"/>
              </a:spcBef>
              <a:spcAft>
                <a:spcPts val="100"/>
              </a:spcAft>
              <a:buClr>
                <a:srgbClr val="0070AD"/>
              </a:buClr>
              <a:buSzTx/>
              <a:buFont typeface="Wingdings" pitchFamily="2" charset="2"/>
              <a:buChar char="§"/>
              <a:tabLst/>
              <a:defRPr/>
            </a:pPr>
            <a:r>
              <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Account Executive</a:t>
            </a:r>
          </a:p>
          <a:p>
            <a:pPr marL="144000" marR="0" lvl="0" indent="-144000" algn="l" defTabSz="914400" rtl="0" eaLnBrk="1" fontAlgn="auto" latinLnBrk="0" hangingPunct="1">
              <a:lnSpc>
                <a:spcPct val="100000"/>
              </a:lnSpc>
              <a:spcBef>
                <a:spcPts val="0"/>
              </a:spcBef>
              <a:spcAft>
                <a:spcPts val="100"/>
              </a:spcAft>
              <a:buClr>
                <a:srgbClr val="0070AD"/>
              </a:buClr>
              <a:buSzTx/>
              <a:buFont typeface="Wingdings" pitchFamily="2" charset="2"/>
              <a:buChar char="§"/>
              <a:tabLst/>
              <a:defRPr/>
            </a:pPr>
            <a:r>
              <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Delivery Executive</a:t>
            </a:r>
          </a:p>
        </p:txBody>
      </p:sp>
      <p:sp>
        <p:nvSpPr>
          <p:cNvPr id="42" name="TextBox 41">
            <a:extLst>
              <a:ext uri="{FF2B5EF4-FFF2-40B4-BE49-F238E27FC236}">
                <a16:creationId xmlns:a16="http://schemas.microsoft.com/office/drawing/2014/main" id="{56EB5752-0C78-4698-8FBB-1F2B3A804A7A}"/>
              </a:ext>
            </a:extLst>
          </p:cNvPr>
          <p:cNvSpPr txBox="1">
            <a:spLocks/>
          </p:cNvSpPr>
          <p:nvPr/>
        </p:nvSpPr>
        <p:spPr>
          <a:xfrm>
            <a:off x="8372874" y="1740042"/>
            <a:ext cx="3897739" cy="1125949"/>
          </a:xfrm>
          <a:prstGeom prst="rect">
            <a:avLst/>
          </a:prstGeom>
          <a:noFill/>
        </p:spPr>
        <p:txBody>
          <a:bodyPr wrap="square" rtlCol="0">
            <a:spAutoFit/>
          </a:bodyPr>
          <a:lstStyle>
            <a:defPPr>
              <a:defRPr lang="en-US"/>
            </a:defPPr>
            <a:lvl1pPr marL="114300" indent="-114300">
              <a:buFont typeface="Arial" pitchFamily="34" charset="0"/>
              <a:buChar char="•"/>
              <a:defRPr sz="1200">
                <a:solidFill>
                  <a:schemeClr val="tx2"/>
                </a:solidFill>
                <a:latin typeface="Calibri" pitchFamily="34" charset="0"/>
                <a:cs typeface="Arial" pitchFamily="34" charset="0"/>
              </a:defRPr>
            </a:lvl1pPr>
          </a:lstStyle>
          <a:p>
            <a:pPr marL="144000" marR="0" lvl="0" indent="-144000" algn="l" defTabSz="914400" rtl="0" eaLnBrk="1" fontAlgn="auto" latinLnBrk="0" hangingPunct="1">
              <a:lnSpc>
                <a:spcPct val="100000"/>
              </a:lnSpc>
              <a:spcBef>
                <a:spcPts val="0"/>
              </a:spcBef>
              <a:spcAft>
                <a:spcPts val="100"/>
              </a:spcAft>
              <a:buClr>
                <a:srgbClr val="0070AD"/>
              </a:buClr>
              <a:buSzTx/>
              <a:buFont typeface="Wingdings" pitchFamily="2" charset="2"/>
              <a:buChar char="§"/>
              <a:tabLst/>
              <a:defRPr/>
            </a:pPr>
            <a:r>
              <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Innovation Planning</a:t>
            </a:r>
          </a:p>
          <a:p>
            <a:pPr marL="144000" marR="0" lvl="0" indent="-144000" algn="l" defTabSz="914400" rtl="0" eaLnBrk="1" fontAlgn="auto" latinLnBrk="0" hangingPunct="1">
              <a:lnSpc>
                <a:spcPct val="100000"/>
              </a:lnSpc>
              <a:spcBef>
                <a:spcPts val="0"/>
              </a:spcBef>
              <a:spcAft>
                <a:spcPts val="100"/>
              </a:spcAft>
              <a:buClr>
                <a:srgbClr val="0070AD"/>
              </a:buClr>
              <a:buSzTx/>
              <a:buFont typeface="Wingdings" pitchFamily="2" charset="2"/>
              <a:buChar char="§"/>
              <a:tabLst/>
              <a:defRPr/>
            </a:pPr>
            <a:r>
              <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Reviews &amp; Prioritization </a:t>
            </a:r>
          </a:p>
          <a:p>
            <a:pPr marL="144000" marR="0" lvl="0" indent="-144000" algn="l" defTabSz="914400" rtl="0" eaLnBrk="1" fontAlgn="auto" latinLnBrk="0" hangingPunct="1">
              <a:lnSpc>
                <a:spcPct val="100000"/>
              </a:lnSpc>
              <a:spcBef>
                <a:spcPts val="0"/>
              </a:spcBef>
              <a:spcAft>
                <a:spcPts val="100"/>
              </a:spcAft>
              <a:buClr>
                <a:srgbClr val="0070AD"/>
              </a:buClr>
              <a:buSzTx/>
              <a:buFont typeface="Wingdings" pitchFamily="2" charset="2"/>
              <a:buChar char="§"/>
              <a:tabLst/>
              <a:defRPr/>
            </a:pPr>
            <a:r>
              <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Overall delivery oversight</a:t>
            </a:r>
          </a:p>
          <a:p>
            <a:pPr marL="144000" marR="0" lvl="0" indent="-144000" algn="l" defTabSz="914400" rtl="0" eaLnBrk="1" fontAlgn="auto" latinLnBrk="0" hangingPunct="1">
              <a:lnSpc>
                <a:spcPct val="100000"/>
              </a:lnSpc>
              <a:spcBef>
                <a:spcPts val="0"/>
              </a:spcBef>
              <a:spcAft>
                <a:spcPts val="100"/>
              </a:spcAft>
              <a:buClr>
                <a:srgbClr val="0070AD"/>
              </a:buClr>
              <a:buSzTx/>
              <a:buFont typeface="Wingdings" pitchFamily="2" charset="2"/>
              <a:buChar char="§"/>
              <a:tabLst/>
              <a:defRPr/>
            </a:pPr>
            <a:r>
              <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Budget approvals</a:t>
            </a:r>
          </a:p>
          <a:p>
            <a:pPr marL="144000" marR="0" lvl="0" indent="-144000" algn="l" defTabSz="914400" rtl="0" eaLnBrk="1" fontAlgn="auto" latinLnBrk="0" hangingPunct="1">
              <a:lnSpc>
                <a:spcPct val="100000"/>
              </a:lnSpc>
              <a:spcBef>
                <a:spcPts val="0"/>
              </a:spcBef>
              <a:spcAft>
                <a:spcPts val="100"/>
              </a:spcAft>
              <a:buClr>
                <a:srgbClr val="0070AD"/>
              </a:buClr>
              <a:buSzTx/>
              <a:buFont typeface="Wingdings" pitchFamily="2" charset="2"/>
              <a:buChar char="§"/>
              <a:tabLst/>
              <a:defRPr/>
            </a:pPr>
            <a:r>
              <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Dashboard (KPI) Reviews</a:t>
            </a:r>
          </a:p>
          <a:p>
            <a:pPr marL="144000" marR="0" lvl="0" indent="-144000" algn="l" defTabSz="914400" rtl="0" eaLnBrk="1" fontAlgn="auto" latinLnBrk="0" hangingPunct="1">
              <a:lnSpc>
                <a:spcPct val="100000"/>
              </a:lnSpc>
              <a:spcBef>
                <a:spcPts val="0"/>
              </a:spcBef>
              <a:spcAft>
                <a:spcPts val="100"/>
              </a:spcAft>
              <a:buClr>
                <a:srgbClr val="0070AD"/>
              </a:buClr>
              <a:buSzTx/>
              <a:buFont typeface="Wingdings" pitchFamily="2" charset="2"/>
              <a:buChar char="§"/>
              <a:tabLst/>
              <a:defRPr/>
            </a:pPr>
            <a:r>
              <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Resolution of Escalations</a:t>
            </a:r>
          </a:p>
        </p:txBody>
      </p:sp>
      <p:sp>
        <p:nvSpPr>
          <p:cNvPr id="43" name="Rectangle 17">
            <a:extLst>
              <a:ext uri="{FF2B5EF4-FFF2-40B4-BE49-F238E27FC236}">
                <a16:creationId xmlns:a16="http://schemas.microsoft.com/office/drawing/2014/main" id="{03E5E484-58A2-42A8-A2DB-8CA6CB708CEA}"/>
              </a:ext>
            </a:extLst>
          </p:cNvPr>
          <p:cNvSpPr>
            <a:spLocks noChangeArrowheads="1"/>
          </p:cNvSpPr>
          <p:nvPr/>
        </p:nvSpPr>
        <p:spPr bwMode="auto">
          <a:xfrm>
            <a:off x="8292540" y="1453416"/>
            <a:ext cx="2761427" cy="245350"/>
          </a:xfrm>
          <a:prstGeom prst="rect">
            <a:avLst/>
          </a:prstGeom>
          <a:noFill/>
          <a:ln w="9525" cap="flat" cmpd="sng" algn="ctr">
            <a:noFill/>
            <a:prstDash val="solid"/>
            <a:headEnd/>
            <a:tailEnd/>
          </a:ln>
          <a:effectLst/>
        </p:spPr>
        <p:txBody>
          <a:bodyPr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solidFill>
                <a:effectLst/>
                <a:uLnTx/>
                <a:uFillTx/>
                <a:latin typeface="Ubuntu" panose="020B0504030602030204" pitchFamily="34" charset="0"/>
                <a:ea typeface="+mn-ea"/>
                <a:cs typeface="Times New Roman" pitchFamily="18" charset="0"/>
              </a:rPr>
              <a:t>Activities</a:t>
            </a:r>
          </a:p>
        </p:txBody>
      </p:sp>
      <p:sp>
        <p:nvSpPr>
          <p:cNvPr id="44" name="TextBox 43">
            <a:extLst>
              <a:ext uri="{FF2B5EF4-FFF2-40B4-BE49-F238E27FC236}">
                <a16:creationId xmlns:a16="http://schemas.microsoft.com/office/drawing/2014/main" id="{69B160A8-1A47-4132-9013-B027C111C452}"/>
              </a:ext>
            </a:extLst>
          </p:cNvPr>
          <p:cNvSpPr txBox="1">
            <a:spLocks/>
          </p:cNvSpPr>
          <p:nvPr/>
        </p:nvSpPr>
        <p:spPr>
          <a:xfrm>
            <a:off x="8972172" y="2937708"/>
            <a:ext cx="2971138" cy="1125949"/>
          </a:xfrm>
          <a:prstGeom prst="rect">
            <a:avLst/>
          </a:prstGeom>
          <a:noFill/>
        </p:spPr>
        <p:txBody>
          <a:bodyPr wrap="square" rtlCol="0">
            <a:spAutoFit/>
          </a:bodyPr>
          <a:lstStyle>
            <a:defPPr>
              <a:defRPr lang="en-US"/>
            </a:defPPr>
            <a:lvl1pPr marL="114300" indent="-114300">
              <a:buFont typeface="Arial" pitchFamily="34" charset="0"/>
              <a:buChar char="•"/>
              <a:defRPr sz="1200">
                <a:solidFill>
                  <a:schemeClr val="tx2"/>
                </a:solidFill>
                <a:latin typeface="Calibri" pitchFamily="34" charset="0"/>
                <a:cs typeface="Arial" pitchFamily="34" charset="0"/>
              </a:defRPr>
            </a:lvl1pPr>
          </a:lstStyle>
          <a:p>
            <a:pPr marL="144000" marR="0" lvl="0" indent="-144000" algn="l" defTabSz="914400" rtl="0" eaLnBrk="1" fontAlgn="auto" latinLnBrk="0" hangingPunct="1">
              <a:lnSpc>
                <a:spcPct val="100000"/>
              </a:lnSpc>
              <a:spcBef>
                <a:spcPts val="0"/>
              </a:spcBef>
              <a:spcAft>
                <a:spcPts val="100"/>
              </a:spcAft>
              <a:buClr>
                <a:srgbClr val="0070AD"/>
              </a:buClr>
              <a:buSzTx/>
              <a:buFont typeface="Wingdings" pitchFamily="2" charset="2"/>
              <a:buChar char="§"/>
              <a:tabLst/>
              <a:defRPr/>
            </a:pPr>
            <a:r>
              <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Manage Risk/Issues &amp; impact</a:t>
            </a:r>
          </a:p>
          <a:p>
            <a:pPr marL="144000" marR="0" lvl="0" indent="-144000" algn="l" defTabSz="914400" rtl="0" eaLnBrk="1" fontAlgn="auto" latinLnBrk="0" hangingPunct="1">
              <a:lnSpc>
                <a:spcPct val="100000"/>
              </a:lnSpc>
              <a:spcBef>
                <a:spcPts val="0"/>
              </a:spcBef>
              <a:spcAft>
                <a:spcPts val="100"/>
              </a:spcAft>
              <a:buClr>
                <a:srgbClr val="0070AD"/>
              </a:buClr>
              <a:buSzTx/>
              <a:buFont typeface="Wingdings" pitchFamily="2" charset="2"/>
              <a:buChar char="§"/>
              <a:tabLst/>
              <a:defRPr/>
            </a:pPr>
            <a:r>
              <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Review Performance</a:t>
            </a:r>
          </a:p>
          <a:p>
            <a:pPr marL="144000" marR="0" lvl="0" indent="-144000" algn="l" defTabSz="914400" rtl="0" eaLnBrk="1" fontAlgn="auto" latinLnBrk="0" hangingPunct="1">
              <a:lnSpc>
                <a:spcPct val="100000"/>
              </a:lnSpc>
              <a:spcBef>
                <a:spcPts val="0"/>
              </a:spcBef>
              <a:spcAft>
                <a:spcPts val="100"/>
              </a:spcAft>
              <a:buClr>
                <a:srgbClr val="0070AD"/>
              </a:buClr>
              <a:buSzTx/>
              <a:buFont typeface="Wingdings" pitchFamily="2" charset="2"/>
              <a:buChar char="§"/>
              <a:tabLst/>
              <a:defRPr/>
            </a:pPr>
            <a:r>
              <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Capacity Management</a:t>
            </a:r>
          </a:p>
          <a:p>
            <a:pPr marL="144000" marR="0" lvl="0" indent="-144000" algn="l" defTabSz="914400" rtl="0" eaLnBrk="1" fontAlgn="auto" latinLnBrk="0" hangingPunct="1">
              <a:lnSpc>
                <a:spcPct val="100000"/>
              </a:lnSpc>
              <a:spcBef>
                <a:spcPts val="0"/>
              </a:spcBef>
              <a:spcAft>
                <a:spcPts val="100"/>
              </a:spcAft>
              <a:buClr>
                <a:srgbClr val="0070AD"/>
              </a:buClr>
              <a:buSzTx/>
              <a:buFont typeface="Wingdings" pitchFamily="2" charset="2"/>
              <a:buChar char="§"/>
              <a:tabLst/>
              <a:defRPr/>
            </a:pPr>
            <a:r>
              <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Relationship Management </a:t>
            </a:r>
          </a:p>
          <a:p>
            <a:pPr marL="144000" marR="0" lvl="0" indent="-144000" algn="l" defTabSz="914400" rtl="0" eaLnBrk="1" fontAlgn="auto" latinLnBrk="0" hangingPunct="1">
              <a:lnSpc>
                <a:spcPct val="100000"/>
              </a:lnSpc>
              <a:spcBef>
                <a:spcPts val="0"/>
              </a:spcBef>
              <a:spcAft>
                <a:spcPts val="100"/>
              </a:spcAft>
              <a:buClr>
                <a:srgbClr val="0070AD"/>
              </a:buClr>
              <a:buSzTx/>
              <a:buFont typeface="Wingdings" pitchFamily="2" charset="2"/>
              <a:buChar char="§"/>
              <a:tabLst/>
              <a:defRPr/>
            </a:pPr>
            <a:r>
              <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Prioritization</a:t>
            </a:r>
          </a:p>
          <a:p>
            <a:pPr marL="144000" marR="0" lvl="0" indent="-144000" algn="l" defTabSz="914400" rtl="0" eaLnBrk="1" fontAlgn="auto" latinLnBrk="0" hangingPunct="1">
              <a:lnSpc>
                <a:spcPct val="100000"/>
              </a:lnSpc>
              <a:spcBef>
                <a:spcPts val="0"/>
              </a:spcBef>
              <a:spcAft>
                <a:spcPts val="100"/>
              </a:spcAft>
              <a:buClr>
                <a:srgbClr val="0070AD"/>
              </a:buClr>
              <a:buSzTx/>
              <a:buFont typeface="Wingdings" pitchFamily="2" charset="2"/>
              <a:buChar char="§"/>
              <a:tabLst/>
              <a:defRPr/>
            </a:pPr>
            <a:r>
              <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Change Control Board</a:t>
            </a:r>
          </a:p>
        </p:txBody>
      </p:sp>
      <p:sp>
        <p:nvSpPr>
          <p:cNvPr id="45" name="TextBox 44">
            <a:extLst>
              <a:ext uri="{FF2B5EF4-FFF2-40B4-BE49-F238E27FC236}">
                <a16:creationId xmlns:a16="http://schemas.microsoft.com/office/drawing/2014/main" id="{4E488D86-4741-451D-BB22-4DF9A7B7BA2F}"/>
              </a:ext>
            </a:extLst>
          </p:cNvPr>
          <p:cNvSpPr txBox="1">
            <a:spLocks/>
          </p:cNvSpPr>
          <p:nvPr/>
        </p:nvSpPr>
        <p:spPr>
          <a:xfrm>
            <a:off x="9360450" y="4189720"/>
            <a:ext cx="2660903" cy="1113125"/>
          </a:xfrm>
          <a:prstGeom prst="rect">
            <a:avLst/>
          </a:prstGeom>
          <a:noFill/>
        </p:spPr>
        <p:txBody>
          <a:bodyPr wrap="square" rtlCol="0">
            <a:spAutoFit/>
          </a:bodyPr>
          <a:lstStyle>
            <a:defPPr>
              <a:defRPr lang="en-US"/>
            </a:defPPr>
            <a:lvl1pPr marL="114300" indent="-114300">
              <a:buFont typeface="Arial" pitchFamily="34" charset="0"/>
              <a:buChar char="•"/>
              <a:defRPr sz="1200">
                <a:solidFill>
                  <a:schemeClr val="tx2"/>
                </a:solidFill>
                <a:latin typeface="Calibri" pitchFamily="34" charset="0"/>
                <a:cs typeface="Arial" pitchFamily="34" charset="0"/>
              </a:defRPr>
            </a:lvl1pPr>
          </a:lstStyle>
          <a:p>
            <a:pPr marL="144000" marR="0" lvl="0" indent="-144000" algn="l" defTabSz="914400" rtl="0" eaLnBrk="1" fontAlgn="auto" latinLnBrk="0" hangingPunct="1">
              <a:lnSpc>
                <a:spcPct val="100000"/>
              </a:lnSpc>
              <a:spcBef>
                <a:spcPts val="0"/>
              </a:spcBef>
              <a:spcAft>
                <a:spcPts val="100"/>
              </a:spcAft>
              <a:buClr>
                <a:srgbClr val="0070AD"/>
              </a:buClr>
              <a:buSzTx/>
              <a:buFont typeface="Wingdings" pitchFamily="2" charset="2"/>
              <a:buChar char="§"/>
              <a:tabLst/>
              <a:defRPr/>
            </a:pPr>
            <a:r>
              <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Release and Project level Reporting</a:t>
            </a:r>
          </a:p>
          <a:p>
            <a:pPr marL="144000" marR="0" lvl="0" indent="-144000" algn="l" defTabSz="914400" rtl="0" eaLnBrk="1" fontAlgn="auto" latinLnBrk="0" hangingPunct="1">
              <a:lnSpc>
                <a:spcPct val="100000"/>
              </a:lnSpc>
              <a:spcBef>
                <a:spcPts val="0"/>
              </a:spcBef>
              <a:spcAft>
                <a:spcPts val="100"/>
              </a:spcAft>
              <a:buClr>
                <a:srgbClr val="0070AD"/>
              </a:buClr>
              <a:buSzTx/>
              <a:buFont typeface="Wingdings" pitchFamily="2" charset="2"/>
              <a:buChar char="§"/>
              <a:tabLst/>
              <a:defRPr/>
            </a:pPr>
            <a:r>
              <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Execution (day-to-day work)</a:t>
            </a:r>
          </a:p>
          <a:p>
            <a:pPr marL="144000" marR="0" lvl="0" indent="-144000" algn="l" defTabSz="914400" rtl="0" eaLnBrk="1" fontAlgn="auto" latinLnBrk="0" hangingPunct="1">
              <a:lnSpc>
                <a:spcPct val="100000"/>
              </a:lnSpc>
              <a:spcBef>
                <a:spcPts val="0"/>
              </a:spcBef>
              <a:spcAft>
                <a:spcPts val="100"/>
              </a:spcAft>
              <a:buClr>
                <a:srgbClr val="0070AD"/>
              </a:buClr>
              <a:buSzTx/>
              <a:buFont typeface="Wingdings" pitchFamily="2" charset="2"/>
              <a:buChar char="§"/>
              <a:tabLst/>
              <a:defRPr/>
            </a:pPr>
            <a:r>
              <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Resolve operational issues</a:t>
            </a:r>
          </a:p>
          <a:p>
            <a:pPr marL="144000" marR="0" lvl="0" indent="-144000" algn="l" defTabSz="914400" rtl="0" eaLnBrk="1" fontAlgn="auto" latinLnBrk="0" hangingPunct="1">
              <a:lnSpc>
                <a:spcPct val="100000"/>
              </a:lnSpc>
              <a:spcBef>
                <a:spcPts val="0"/>
              </a:spcBef>
              <a:spcAft>
                <a:spcPts val="100"/>
              </a:spcAft>
              <a:buClr>
                <a:srgbClr val="0070AD"/>
              </a:buClr>
              <a:buSzTx/>
              <a:buFont typeface="Wingdings" pitchFamily="2" charset="2"/>
              <a:buChar char="§"/>
              <a:tabLst/>
              <a:defRPr/>
            </a:pPr>
            <a:r>
              <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Trigger operational improvement actions</a:t>
            </a:r>
          </a:p>
          <a:p>
            <a:pPr marL="144000" marR="0" lvl="0" indent="-144000" algn="l" defTabSz="914400" rtl="0" eaLnBrk="1" fontAlgn="auto" latinLnBrk="0" hangingPunct="1">
              <a:lnSpc>
                <a:spcPct val="100000"/>
              </a:lnSpc>
              <a:spcBef>
                <a:spcPts val="0"/>
              </a:spcBef>
              <a:spcAft>
                <a:spcPts val="100"/>
              </a:spcAft>
              <a:buClr>
                <a:srgbClr val="0070AD"/>
              </a:buClr>
              <a:buSzTx/>
              <a:buFont typeface="Wingdings" pitchFamily="2" charset="2"/>
              <a:buChar char="§"/>
              <a:tabLst/>
              <a:defRPr/>
            </a:pPr>
            <a:r>
              <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 Review Weekly Status</a:t>
            </a:r>
          </a:p>
        </p:txBody>
      </p:sp>
      <p:sp>
        <p:nvSpPr>
          <p:cNvPr id="46" name="Text Box 66">
            <a:extLst>
              <a:ext uri="{FF2B5EF4-FFF2-40B4-BE49-F238E27FC236}">
                <a16:creationId xmlns:a16="http://schemas.microsoft.com/office/drawing/2014/main" id="{7B413F6E-30EB-4B15-BB76-C38C725A3266}"/>
              </a:ext>
            </a:extLst>
          </p:cNvPr>
          <p:cNvSpPr txBox="1">
            <a:spLocks noChangeArrowheads="1"/>
          </p:cNvSpPr>
          <p:nvPr/>
        </p:nvSpPr>
        <p:spPr bwMode="gray">
          <a:xfrm>
            <a:off x="1355592" y="3128615"/>
            <a:ext cx="1788920" cy="602729"/>
          </a:xfrm>
          <a:prstGeom prst="rect">
            <a:avLst/>
          </a:prstGeom>
          <a:noFill/>
          <a:ln w="9525" algn="ctr">
            <a:noFill/>
            <a:miter lim="800000"/>
            <a:headEnd/>
            <a:tailEnd/>
          </a:ln>
          <a:effectLst/>
        </p:spPr>
        <p:txBody>
          <a:bodyPr wrap="square" lIns="45720" rIns="45720" anchor="ctr">
            <a:spAutoFit/>
          </a:bodyPr>
          <a:lstStyle>
            <a:defPPr>
              <a:defRPr lang="en-US"/>
            </a:defPPr>
            <a:lvl1pPr algn="l" rtl="0" eaLnBrk="0" fontAlgn="base" hangingPunct="0">
              <a:spcBef>
                <a:spcPct val="0"/>
              </a:spcBef>
              <a:spcAft>
                <a:spcPct val="0"/>
              </a:spcAft>
              <a:defRPr sz="3200" kern="1200">
                <a:solidFill>
                  <a:schemeClr val="tx1"/>
                </a:solidFill>
                <a:latin typeface="GE Inspira Pitch" pitchFamily="34" charset="0"/>
                <a:ea typeface="+mn-ea"/>
                <a:cs typeface="+mn-cs"/>
              </a:defRPr>
            </a:lvl1pPr>
            <a:lvl2pPr marL="457200" algn="l" rtl="0" eaLnBrk="0" fontAlgn="base" hangingPunct="0">
              <a:spcBef>
                <a:spcPct val="0"/>
              </a:spcBef>
              <a:spcAft>
                <a:spcPct val="0"/>
              </a:spcAft>
              <a:defRPr sz="3200" kern="1200">
                <a:solidFill>
                  <a:schemeClr val="tx1"/>
                </a:solidFill>
                <a:latin typeface="GE Inspira Pitch" pitchFamily="34" charset="0"/>
                <a:ea typeface="+mn-ea"/>
                <a:cs typeface="+mn-cs"/>
              </a:defRPr>
            </a:lvl2pPr>
            <a:lvl3pPr marL="914400" algn="l" rtl="0" eaLnBrk="0" fontAlgn="base" hangingPunct="0">
              <a:spcBef>
                <a:spcPct val="0"/>
              </a:spcBef>
              <a:spcAft>
                <a:spcPct val="0"/>
              </a:spcAft>
              <a:defRPr sz="3200" kern="1200">
                <a:solidFill>
                  <a:schemeClr val="tx1"/>
                </a:solidFill>
                <a:latin typeface="GE Inspira Pitch" pitchFamily="34" charset="0"/>
                <a:ea typeface="+mn-ea"/>
                <a:cs typeface="+mn-cs"/>
              </a:defRPr>
            </a:lvl3pPr>
            <a:lvl4pPr marL="1371600" algn="l" rtl="0" eaLnBrk="0" fontAlgn="base" hangingPunct="0">
              <a:spcBef>
                <a:spcPct val="0"/>
              </a:spcBef>
              <a:spcAft>
                <a:spcPct val="0"/>
              </a:spcAft>
              <a:defRPr sz="3200" kern="1200">
                <a:solidFill>
                  <a:schemeClr val="tx1"/>
                </a:solidFill>
                <a:latin typeface="GE Inspira Pitch" pitchFamily="34" charset="0"/>
                <a:ea typeface="+mn-ea"/>
                <a:cs typeface="+mn-cs"/>
              </a:defRPr>
            </a:lvl4pPr>
            <a:lvl5pPr marL="1828800" algn="l" rtl="0" eaLnBrk="0" fontAlgn="base" hangingPunct="0">
              <a:spcBef>
                <a:spcPct val="0"/>
              </a:spcBef>
              <a:spcAft>
                <a:spcPct val="0"/>
              </a:spcAft>
              <a:defRPr sz="3200" kern="1200">
                <a:solidFill>
                  <a:schemeClr val="tx1"/>
                </a:solidFill>
                <a:latin typeface="GE Inspira Pitch" pitchFamily="34" charset="0"/>
                <a:ea typeface="+mn-ea"/>
                <a:cs typeface="+mn-cs"/>
              </a:defRPr>
            </a:lvl5pPr>
            <a:lvl6pPr marL="2286000" algn="l" defTabSz="914400" rtl="0" eaLnBrk="1" latinLnBrk="0" hangingPunct="1">
              <a:defRPr sz="3200" kern="1200">
                <a:solidFill>
                  <a:schemeClr val="tx1"/>
                </a:solidFill>
                <a:latin typeface="GE Inspira Pitch" pitchFamily="34" charset="0"/>
                <a:ea typeface="+mn-ea"/>
                <a:cs typeface="+mn-cs"/>
              </a:defRPr>
            </a:lvl6pPr>
            <a:lvl7pPr marL="2743200" algn="l" defTabSz="914400" rtl="0" eaLnBrk="1" latinLnBrk="0" hangingPunct="1">
              <a:defRPr sz="3200" kern="1200">
                <a:solidFill>
                  <a:schemeClr val="tx1"/>
                </a:solidFill>
                <a:latin typeface="GE Inspira Pitch" pitchFamily="34" charset="0"/>
                <a:ea typeface="+mn-ea"/>
                <a:cs typeface="+mn-cs"/>
              </a:defRPr>
            </a:lvl7pPr>
            <a:lvl8pPr marL="3200400" algn="l" defTabSz="914400" rtl="0" eaLnBrk="1" latinLnBrk="0" hangingPunct="1">
              <a:defRPr sz="3200" kern="1200">
                <a:solidFill>
                  <a:schemeClr val="tx1"/>
                </a:solidFill>
                <a:latin typeface="GE Inspira Pitch" pitchFamily="34" charset="0"/>
                <a:ea typeface="+mn-ea"/>
                <a:cs typeface="+mn-cs"/>
              </a:defRPr>
            </a:lvl8pPr>
            <a:lvl9pPr marL="3657600" algn="l" defTabSz="914400" rtl="0" eaLnBrk="1" latinLnBrk="0" hangingPunct="1">
              <a:defRPr sz="3200" kern="1200">
                <a:solidFill>
                  <a:schemeClr val="tx1"/>
                </a:solidFill>
                <a:latin typeface="GE Inspira Pitch" pitchFamily="34" charset="0"/>
                <a:ea typeface="+mn-ea"/>
                <a:cs typeface="+mn-cs"/>
              </a:defRPr>
            </a:lvl9pPr>
          </a:lstStyle>
          <a:p>
            <a:pPr marL="144000" marR="0" lvl="0" indent="-144000" algn="l" defTabSz="914400" rtl="0" eaLnBrk="1" fontAlgn="auto" latinLnBrk="0" hangingPunct="1">
              <a:lnSpc>
                <a:spcPct val="100000"/>
              </a:lnSpc>
              <a:spcBef>
                <a:spcPts val="0"/>
              </a:spcBef>
              <a:spcAft>
                <a:spcPts val="100"/>
              </a:spcAft>
              <a:buClr>
                <a:srgbClr val="0070AD"/>
              </a:buClr>
              <a:buSzTx/>
              <a:buFont typeface="Wingdings" pitchFamily="2" charset="2"/>
              <a:buChar char="§"/>
              <a:tabLst/>
              <a:defRPr/>
            </a:pPr>
            <a:r>
              <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Program Management</a:t>
            </a:r>
          </a:p>
          <a:p>
            <a:pPr marL="144000" marR="0" lvl="0" indent="-144000" algn="l" defTabSz="914400" rtl="0" eaLnBrk="1" fontAlgn="auto" latinLnBrk="0" hangingPunct="1">
              <a:lnSpc>
                <a:spcPct val="100000"/>
              </a:lnSpc>
              <a:spcBef>
                <a:spcPts val="0"/>
              </a:spcBef>
              <a:spcAft>
                <a:spcPts val="100"/>
              </a:spcAft>
              <a:buClr>
                <a:srgbClr val="0070AD"/>
              </a:buClr>
              <a:buSzTx/>
              <a:buFont typeface="Wingdings" pitchFamily="2" charset="2"/>
              <a:buChar char="§"/>
              <a:tabLst/>
              <a:defRPr/>
            </a:pPr>
            <a:r>
              <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Architects </a:t>
            </a:r>
          </a:p>
          <a:p>
            <a:pPr marL="144000" marR="0" lvl="0" indent="-144000" algn="l" defTabSz="914400" rtl="0" eaLnBrk="1" fontAlgn="auto" latinLnBrk="0" hangingPunct="1">
              <a:lnSpc>
                <a:spcPct val="100000"/>
              </a:lnSpc>
              <a:spcBef>
                <a:spcPts val="0"/>
              </a:spcBef>
              <a:spcAft>
                <a:spcPts val="100"/>
              </a:spcAft>
              <a:buClr>
                <a:srgbClr val="0070AD"/>
              </a:buClr>
              <a:buSzTx/>
              <a:buFont typeface="Wingdings" pitchFamily="2" charset="2"/>
              <a:buChar char="§"/>
              <a:tabLst/>
              <a:defRPr/>
            </a:pPr>
            <a:r>
              <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Business Owners</a:t>
            </a:r>
            <a:endPar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sym typeface="Calibri"/>
            </a:endParaRPr>
          </a:p>
        </p:txBody>
      </p:sp>
      <p:sp>
        <p:nvSpPr>
          <p:cNvPr id="47" name="Text Box 66">
            <a:extLst>
              <a:ext uri="{FF2B5EF4-FFF2-40B4-BE49-F238E27FC236}">
                <a16:creationId xmlns:a16="http://schemas.microsoft.com/office/drawing/2014/main" id="{84F22E51-E1D3-492D-A0D6-1F754E5E688B}"/>
              </a:ext>
            </a:extLst>
          </p:cNvPr>
          <p:cNvSpPr txBox="1">
            <a:spLocks noChangeArrowheads="1"/>
          </p:cNvSpPr>
          <p:nvPr/>
        </p:nvSpPr>
        <p:spPr bwMode="gray">
          <a:xfrm>
            <a:off x="3223846" y="3128615"/>
            <a:ext cx="1684113" cy="602729"/>
          </a:xfrm>
          <a:prstGeom prst="rect">
            <a:avLst/>
          </a:prstGeom>
          <a:noFill/>
          <a:ln w="9525" algn="ctr">
            <a:noFill/>
            <a:miter lim="800000"/>
            <a:headEnd/>
            <a:tailEnd/>
          </a:ln>
          <a:effectLst/>
        </p:spPr>
        <p:txBody>
          <a:bodyPr wrap="square" lIns="45720" rIns="45720" anchor="ctr">
            <a:spAutoFit/>
          </a:bodyPr>
          <a:lstStyle>
            <a:defPPr>
              <a:defRPr lang="en-US"/>
            </a:defPPr>
            <a:lvl1pPr algn="l" rtl="0" eaLnBrk="0" fontAlgn="base" hangingPunct="0">
              <a:spcBef>
                <a:spcPct val="0"/>
              </a:spcBef>
              <a:spcAft>
                <a:spcPct val="0"/>
              </a:spcAft>
              <a:defRPr sz="3200" kern="1200">
                <a:solidFill>
                  <a:schemeClr val="tx1"/>
                </a:solidFill>
                <a:latin typeface="GE Inspira Pitch" pitchFamily="34" charset="0"/>
                <a:ea typeface="+mn-ea"/>
                <a:cs typeface="+mn-cs"/>
              </a:defRPr>
            </a:lvl1pPr>
            <a:lvl2pPr marL="457200" algn="l" rtl="0" eaLnBrk="0" fontAlgn="base" hangingPunct="0">
              <a:spcBef>
                <a:spcPct val="0"/>
              </a:spcBef>
              <a:spcAft>
                <a:spcPct val="0"/>
              </a:spcAft>
              <a:defRPr sz="3200" kern="1200">
                <a:solidFill>
                  <a:schemeClr val="tx1"/>
                </a:solidFill>
                <a:latin typeface="GE Inspira Pitch" pitchFamily="34" charset="0"/>
                <a:ea typeface="+mn-ea"/>
                <a:cs typeface="+mn-cs"/>
              </a:defRPr>
            </a:lvl2pPr>
            <a:lvl3pPr marL="914400" algn="l" rtl="0" eaLnBrk="0" fontAlgn="base" hangingPunct="0">
              <a:spcBef>
                <a:spcPct val="0"/>
              </a:spcBef>
              <a:spcAft>
                <a:spcPct val="0"/>
              </a:spcAft>
              <a:defRPr sz="3200" kern="1200">
                <a:solidFill>
                  <a:schemeClr val="tx1"/>
                </a:solidFill>
                <a:latin typeface="GE Inspira Pitch" pitchFamily="34" charset="0"/>
                <a:ea typeface="+mn-ea"/>
                <a:cs typeface="+mn-cs"/>
              </a:defRPr>
            </a:lvl3pPr>
            <a:lvl4pPr marL="1371600" algn="l" rtl="0" eaLnBrk="0" fontAlgn="base" hangingPunct="0">
              <a:spcBef>
                <a:spcPct val="0"/>
              </a:spcBef>
              <a:spcAft>
                <a:spcPct val="0"/>
              </a:spcAft>
              <a:defRPr sz="3200" kern="1200">
                <a:solidFill>
                  <a:schemeClr val="tx1"/>
                </a:solidFill>
                <a:latin typeface="GE Inspira Pitch" pitchFamily="34" charset="0"/>
                <a:ea typeface="+mn-ea"/>
                <a:cs typeface="+mn-cs"/>
              </a:defRPr>
            </a:lvl4pPr>
            <a:lvl5pPr marL="1828800" algn="l" rtl="0" eaLnBrk="0" fontAlgn="base" hangingPunct="0">
              <a:spcBef>
                <a:spcPct val="0"/>
              </a:spcBef>
              <a:spcAft>
                <a:spcPct val="0"/>
              </a:spcAft>
              <a:defRPr sz="3200" kern="1200">
                <a:solidFill>
                  <a:schemeClr val="tx1"/>
                </a:solidFill>
                <a:latin typeface="GE Inspira Pitch" pitchFamily="34" charset="0"/>
                <a:ea typeface="+mn-ea"/>
                <a:cs typeface="+mn-cs"/>
              </a:defRPr>
            </a:lvl5pPr>
            <a:lvl6pPr marL="2286000" algn="l" defTabSz="914400" rtl="0" eaLnBrk="1" latinLnBrk="0" hangingPunct="1">
              <a:defRPr sz="3200" kern="1200">
                <a:solidFill>
                  <a:schemeClr val="tx1"/>
                </a:solidFill>
                <a:latin typeface="GE Inspira Pitch" pitchFamily="34" charset="0"/>
                <a:ea typeface="+mn-ea"/>
                <a:cs typeface="+mn-cs"/>
              </a:defRPr>
            </a:lvl6pPr>
            <a:lvl7pPr marL="2743200" algn="l" defTabSz="914400" rtl="0" eaLnBrk="1" latinLnBrk="0" hangingPunct="1">
              <a:defRPr sz="3200" kern="1200">
                <a:solidFill>
                  <a:schemeClr val="tx1"/>
                </a:solidFill>
                <a:latin typeface="GE Inspira Pitch" pitchFamily="34" charset="0"/>
                <a:ea typeface="+mn-ea"/>
                <a:cs typeface="+mn-cs"/>
              </a:defRPr>
            </a:lvl7pPr>
            <a:lvl8pPr marL="3200400" algn="l" defTabSz="914400" rtl="0" eaLnBrk="1" latinLnBrk="0" hangingPunct="1">
              <a:defRPr sz="3200" kern="1200">
                <a:solidFill>
                  <a:schemeClr val="tx1"/>
                </a:solidFill>
                <a:latin typeface="GE Inspira Pitch" pitchFamily="34" charset="0"/>
                <a:ea typeface="+mn-ea"/>
                <a:cs typeface="+mn-cs"/>
              </a:defRPr>
            </a:lvl8pPr>
            <a:lvl9pPr marL="3657600" algn="l" defTabSz="914400" rtl="0" eaLnBrk="1" latinLnBrk="0" hangingPunct="1">
              <a:defRPr sz="3200" kern="1200">
                <a:solidFill>
                  <a:schemeClr val="tx1"/>
                </a:solidFill>
                <a:latin typeface="GE Inspira Pitch" pitchFamily="34" charset="0"/>
                <a:ea typeface="+mn-ea"/>
                <a:cs typeface="+mn-cs"/>
              </a:defRPr>
            </a:lvl9pPr>
          </a:lstStyle>
          <a:p>
            <a:pPr marL="144000" marR="0" lvl="0" indent="-144000" algn="l" defTabSz="914400" rtl="0" eaLnBrk="0" fontAlgn="auto" latinLnBrk="0" hangingPunct="0">
              <a:lnSpc>
                <a:spcPct val="100000"/>
              </a:lnSpc>
              <a:spcBef>
                <a:spcPts val="0"/>
              </a:spcBef>
              <a:spcAft>
                <a:spcPts val="100"/>
              </a:spcAft>
              <a:buClr>
                <a:srgbClr val="0070AD"/>
              </a:buClr>
              <a:buSzTx/>
              <a:buFont typeface="Wingdings" pitchFamily="2" charset="2"/>
              <a:buChar char="§"/>
              <a:tabLst/>
              <a:defRPr/>
            </a:pPr>
            <a:r>
              <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Delivery Lead</a:t>
            </a:r>
          </a:p>
          <a:p>
            <a:pPr marL="144000" marR="0" lvl="0" indent="-144000" algn="l" defTabSz="914400" rtl="0" eaLnBrk="0" fontAlgn="auto" latinLnBrk="0" hangingPunct="0">
              <a:lnSpc>
                <a:spcPct val="100000"/>
              </a:lnSpc>
              <a:spcBef>
                <a:spcPts val="0"/>
              </a:spcBef>
              <a:spcAft>
                <a:spcPts val="100"/>
              </a:spcAft>
              <a:buClr>
                <a:srgbClr val="0070AD"/>
              </a:buClr>
              <a:buSzTx/>
              <a:buFont typeface="Wingdings" pitchFamily="2" charset="2"/>
              <a:buChar char="§"/>
              <a:tabLst/>
              <a:defRPr/>
            </a:pPr>
            <a:r>
              <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Program Management</a:t>
            </a:r>
          </a:p>
          <a:p>
            <a:pPr marL="144000" marR="0" lvl="0" indent="-144000" algn="l" defTabSz="914400" rtl="0" eaLnBrk="0" fontAlgn="auto" latinLnBrk="0" hangingPunct="0">
              <a:lnSpc>
                <a:spcPct val="100000"/>
              </a:lnSpc>
              <a:spcBef>
                <a:spcPts val="0"/>
              </a:spcBef>
              <a:spcAft>
                <a:spcPts val="100"/>
              </a:spcAft>
              <a:buClr>
                <a:srgbClr val="0070AD"/>
              </a:buClr>
              <a:buSzTx/>
              <a:buFont typeface="Wingdings" pitchFamily="2" charset="2"/>
              <a:buChar char="§"/>
              <a:tabLst/>
              <a:defRPr/>
            </a:pPr>
            <a:r>
              <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SME &amp; Architects</a:t>
            </a:r>
            <a:endPar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Calibri" pitchFamily="34" charset="0"/>
              <a:sym typeface="Calibri"/>
            </a:endParaRPr>
          </a:p>
        </p:txBody>
      </p:sp>
      <p:sp>
        <p:nvSpPr>
          <p:cNvPr id="48" name="Text Box 66">
            <a:extLst>
              <a:ext uri="{FF2B5EF4-FFF2-40B4-BE49-F238E27FC236}">
                <a16:creationId xmlns:a16="http://schemas.microsoft.com/office/drawing/2014/main" id="{1D387F00-7296-4A4E-A954-025333663601}"/>
              </a:ext>
            </a:extLst>
          </p:cNvPr>
          <p:cNvSpPr txBox="1">
            <a:spLocks noChangeArrowheads="1"/>
          </p:cNvSpPr>
          <p:nvPr/>
        </p:nvSpPr>
        <p:spPr bwMode="gray">
          <a:xfrm>
            <a:off x="1355592" y="4159532"/>
            <a:ext cx="1882935" cy="938719"/>
          </a:xfrm>
          <a:prstGeom prst="rect">
            <a:avLst/>
          </a:prstGeom>
          <a:noFill/>
          <a:ln w="9525" algn="ctr">
            <a:noFill/>
            <a:miter lim="800000"/>
            <a:headEnd/>
            <a:tailEnd/>
          </a:ln>
          <a:effectLst/>
        </p:spPr>
        <p:txBody>
          <a:bodyPr wrap="square" lIns="45720" rIns="45720" anchor="ctr">
            <a:spAutoFit/>
          </a:bodyPr>
          <a:lstStyle>
            <a:defPPr>
              <a:defRPr lang="en-US"/>
            </a:defPPr>
            <a:lvl1pPr algn="l" rtl="0" eaLnBrk="0" fontAlgn="base" hangingPunct="0">
              <a:spcBef>
                <a:spcPct val="0"/>
              </a:spcBef>
              <a:spcAft>
                <a:spcPct val="0"/>
              </a:spcAft>
              <a:defRPr sz="3200" kern="1200">
                <a:solidFill>
                  <a:schemeClr val="tx1"/>
                </a:solidFill>
                <a:latin typeface="GE Inspira Pitch" pitchFamily="34" charset="0"/>
                <a:ea typeface="+mn-ea"/>
                <a:cs typeface="+mn-cs"/>
              </a:defRPr>
            </a:lvl1pPr>
            <a:lvl2pPr marL="457200" algn="l" rtl="0" eaLnBrk="0" fontAlgn="base" hangingPunct="0">
              <a:spcBef>
                <a:spcPct val="0"/>
              </a:spcBef>
              <a:spcAft>
                <a:spcPct val="0"/>
              </a:spcAft>
              <a:defRPr sz="3200" kern="1200">
                <a:solidFill>
                  <a:schemeClr val="tx1"/>
                </a:solidFill>
                <a:latin typeface="GE Inspira Pitch" pitchFamily="34" charset="0"/>
                <a:ea typeface="+mn-ea"/>
                <a:cs typeface="+mn-cs"/>
              </a:defRPr>
            </a:lvl2pPr>
            <a:lvl3pPr marL="914400" algn="l" rtl="0" eaLnBrk="0" fontAlgn="base" hangingPunct="0">
              <a:spcBef>
                <a:spcPct val="0"/>
              </a:spcBef>
              <a:spcAft>
                <a:spcPct val="0"/>
              </a:spcAft>
              <a:defRPr sz="3200" kern="1200">
                <a:solidFill>
                  <a:schemeClr val="tx1"/>
                </a:solidFill>
                <a:latin typeface="GE Inspira Pitch" pitchFamily="34" charset="0"/>
                <a:ea typeface="+mn-ea"/>
                <a:cs typeface="+mn-cs"/>
              </a:defRPr>
            </a:lvl3pPr>
            <a:lvl4pPr marL="1371600" algn="l" rtl="0" eaLnBrk="0" fontAlgn="base" hangingPunct="0">
              <a:spcBef>
                <a:spcPct val="0"/>
              </a:spcBef>
              <a:spcAft>
                <a:spcPct val="0"/>
              </a:spcAft>
              <a:defRPr sz="3200" kern="1200">
                <a:solidFill>
                  <a:schemeClr val="tx1"/>
                </a:solidFill>
                <a:latin typeface="GE Inspira Pitch" pitchFamily="34" charset="0"/>
                <a:ea typeface="+mn-ea"/>
                <a:cs typeface="+mn-cs"/>
              </a:defRPr>
            </a:lvl4pPr>
            <a:lvl5pPr marL="1828800" algn="l" rtl="0" eaLnBrk="0" fontAlgn="base" hangingPunct="0">
              <a:spcBef>
                <a:spcPct val="0"/>
              </a:spcBef>
              <a:spcAft>
                <a:spcPct val="0"/>
              </a:spcAft>
              <a:defRPr sz="3200" kern="1200">
                <a:solidFill>
                  <a:schemeClr val="tx1"/>
                </a:solidFill>
                <a:latin typeface="GE Inspira Pitch" pitchFamily="34" charset="0"/>
                <a:ea typeface="+mn-ea"/>
                <a:cs typeface="+mn-cs"/>
              </a:defRPr>
            </a:lvl5pPr>
            <a:lvl6pPr marL="2286000" algn="l" defTabSz="914400" rtl="0" eaLnBrk="1" latinLnBrk="0" hangingPunct="1">
              <a:defRPr sz="3200" kern="1200">
                <a:solidFill>
                  <a:schemeClr val="tx1"/>
                </a:solidFill>
                <a:latin typeface="GE Inspira Pitch" pitchFamily="34" charset="0"/>
                <a:ea typeface="+mn-ea"/>
                <a:cs typeface="+mn-cs"/>
              </a:defRPr>
            </a:lvl6pPr>
            <a:lvl7pPr marL="2743200" algn="l" defTabSz="914400" rtl="0" eaLnBrk="1" latinLnBrk="0" hangingPunct="1">
              <a:defRPr sz="3200" kern="1200">
                <a:solidFill>
                  <a:schemeClr val="tx1"/>
                </a:solidFill>
                <a:latin typeface="GE Inspira Pitch" pitchFamily="34" charset="0"/>
                <a:ea typeface="+mn-ea"/>
                <a:cs typeface="+mn-cs"/>
              </a:defRPr>
            </a:lvl7pPr>
            <a:lvl8pPr marL="3200400" algn="l" defTabSz="914400" rtl="0" eaLnBrk="1" latinLnBrk="0" hangingPunct="1">
              <a:defRPr sz="3200" kern="1200">
                <a:solidFill>
                  <a:schemeClr val="tx1"/>
                </a:solidFill>
                <a:latin typeface="GE Inspira Pitch" pitchFamily="34" charset="0"/>
                <a:ea typeface="+mn-ea"/>
                <a:cs typeface="+mn-cs"/>
              </a:defRPr>
            </a:lvl8pPr>
            <a:lvl9pPr marL="3657600" algn="l" defTabSz="914400" rtl="0" eaLnBrk="1" latinLnBrk="0" hangingPunct="1">
              <a:defRPr sz="3200" kern="1200">
                <a:solidFill>
                  <a:schemeClr val="tx1"/>
                </a:solidFill>
                <a:latin typeface="GE Inspira Pitch" pitchFamily="34" charset="0"/>
                <a:ea typeface="+mn-ea"/>
                <a:cs typeface="+mn-cs"/>
              </a:defRPr>
            </a:lvl9pPr>
          </a:lstStyle>
          <a:p>
            <a:pPr marL="144000" marR="0" lvl="0" indent="-144000" algn="l" defTabSz="914400" rtl="0" eaLnBrk="1" fontAlgn="auto" latinLnBrk="0" hangingPunct="1">
              <a:lnSpc>
                <a:spcPct val="100000"/>
              </a:lnSpc>
              <a:spcBef>
                <a:spcPts val="0"/>
              </a:spcBef>
              <a:spcAft>
                <a:spcPts val="100"/>
              </a:spcAft>
              <a:buClr>
                <a:srgbClr val="0070AD"/>
              </a:buClr>
              <a:buSzTx/>
              <a:buFont typeface="Wingdings" pitchFamily="2" charset="2"/>
              <a:buChar char="§"/>
              <a:tabLst/>
              <a:defRPr/>
            </a:pPr>
            <a:r>
              <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Business Leads</a:t>
            </a:r>
          </a:p>
          <a:p>
            <a:pPr marL="144000" marR="0" lvl="0" indent="-144000" algn="l" defTabSz="914400" rtl="0" eaLnBrk="1" fontAlgn="auto" latinLnBrk="0" hangingPunct="1">
              <a:lnSpc>
                <a:spcPct val="100000"/>
              </a:lnSpc>
              <a:spcBef>
                <a:spcPts val="0"/>
              </a:spcBef>
              <a:spcAft>
                <a:spcPts val="100"/>
              </a:spcAft>
              <a:buClr>
                <a:srgbClr val="0070AD"/>
              </a:buClr>
              <a:buSzTx/>
              <a:buFont typeface="Wingdings" pitchFamily="2" charset="2"/>
              <a:buChar char="§"/>
              <a:tabLst/>
              <a:defRPr/>
            </a:pPr>
            <a:r>
              <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IT Managers/work stream leads</a:t>
            </a:r>
          </a:p>
          <a:p>
            <a:pPr marL="144000" marR="0" lvl="0" indent="-144000" algn="l" defTabSz="914400" rtl="0" eaLnBrk="1" fontAlgn="auto" latinLnBrk="0" hangingPunct="1">
              <a:lnSpc>
                <a:spcPct val="100000"/>
              </a:lnSpc>
              <a:spcBef>
                <a:spcPts val="0"/>
              </a:spcBef>
              <a:spcAft>
                <a:spcPts val="100"/>
              </a:spcAft>
              <a:buClr>
                <a:srgbClr val="0070AD"/>
              </a:buClr>
              <a:buSzTx/>
              <a:buFont typeface="Wingdings" pitchFamily="2" charset="2"/>
              <a:buChar char="§"/>
              <a:tabLst/>
              <a:defRPr/>
            </a:pPr>
            <a:r>
              <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Test Manager</a:t>
            </a:r>
          </a:p>
          <a:p>
            <a:pPr marL="144000" marR="0" lvl="0" indent="-144000" algn="l" defTabSz="914400" rtl="0" eaLnBrk="1" fontAlgn="auto" latinLnBrk="0" hangingPunct="1">
              <a:lnSpc>
                <a:spcPct val="100000"/>
              </a:lnSpc>
              <a:spcBef>
                <a:spcPts val="0"/>
              </a:spcBef>
              <a:spcAft>
                <a:spcPts val="100"/>
              </a:spcAft>
              <a:buClr>
                <a:srgbClr val="0070AD"/>
              </a:buClr>
              <a:buSzTx/>
              <a:buFont typeface="Wingdings" pitchFamily="2" charset="2"/>
              <a:buChar char="§"/>
              <a:tabLst/>
              <a:defRPr/>
            </a:pPr>
            <a:r>
              <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SME/Architects</a:t>
            </a:r>
            <a:endPar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sym typeface="Calibri"/>
            </a:endParaRPr>
          </a:p>
        </p:txBody>
      </p:sp>
      <p:sp>
        <p:nvSpPr>
          <p:cNvPr id="49" name="Text Box 66">
            <a:extLst>
              <a:ext uri="{FF2B5EF4-FFF2-40B4-BE49-F238E27FC236}">
                <a16:creationId xmlns:a16="http://schemas.microsoft.com/office/drawing/2014/main" id="{C48F4044-8D87-4F58-9704-673937B5C575}"/>
              </a:ext>
            </a:extLst>
          </p:cNvPr>
          <p:cNvSpPr txBox="1">
            <a:spLocks noChangeArrowheads="1"/>
          </p:cNvSpPr>
          <p:nvPr/>
        </p:nvSpPr>
        <p:spPr bwMode="gray">
          <a:xfrm>
            <a:off x="3223846" y="4185826"/>
            <a:ext cx="1532887" cy="1125949"/>
          </a:xfrm>
          <a:prstGeom prst="rect">
            <a:avLst/>
          </a:prstGeom>
          <a:noFill/>
          <a:ln w="9525" algn="ctr">
            <a:noFill/>
            <a:miter lim="800000"/>
            <a:headEnd/>
            <a:tailEnd/>
          </a:ln>
          <a:effectLst/>
        </p:spPr>
        <p:txBody>
          <a:bodyPr wrap="square" lIns="45720" rIns="45720" anchor="ctr">
            <a:spAutoFit/>
          </a:bodyPr>
          <a:lstStyle>
            <a:defPPr>
              <a:defRPr lang="en-US"/>
            </a:defPPr>
            <a:lvl1pPr algn="l" rtl="0" eaLnBrk="0" fontAlgn="base" hangingPunct="0">
              <a:spcBef>
                <a:spcPct val="0"/>
              </a:spcBef>
              <a:spcAft>
                <a:spcPct val="0"/>
              </a:spcAft>
              <a:defRPr sz="3200" kern="1200">
                <a:solidFill>
                  <a:schemeClr val="tx1"/>
                </a:solidFill>
                <a:latin typeface="GE Inspira Pitch" pitchFamily="34" charset="0"/>
                <a:ea typeface="+mn-ea"/>
                <a:cs typeface="+mn-cs"/>
              </a:defRPr>
            </a:lvl1pPr>
            <a:lvl2pPr marL="457200" algn="l" rtl="0" eaLnBrk="0" fontAlgn="base" hangingPunct="0">
              <a:spcBef>
                <a:spcPct val="0"/>
              </a:spcBef>
              <a:spcAft>
                <a:spcPct val="0"/>
              </a:spcAft>
              <a:defRPr sz="3200" kern="1200">
                <a:solidFill>
                  <a:schemeClr val="tx1"/>
                </a:solidFill>
                <a:latin typeface="GE Inspira Pitch" pitchFamily="34" charset="0"/>
                <a:ea typeface="+mn-ea"/>
                <a:cs typeface="+mn-cs"/>
              </a:defRPr>
            </a:lvl2pPr>
            <a:lvl3pPr marL="914400" algn="l" rtl="0" eaLnBrk="0" fontAlgn="base" hangingPunct="0">
              <a:spcBef>
                <a:spcPct val="0"/>
              </a:spcBef>
              <a:spcAft>
                <a:spcPct val="0"/>
              </a:spcAft>
              <a:defRPr sz="3200" kern="1200">
                <a:solidFill>
                  <a:schemeClr val="tx1"/>
                </a:solidFill>
                <a:latin typeface="GE Inspira Pitch" pitchFamily="34" charset="0"/>
                <a:ea typeface="+mn-ea"/>
                <a:cs typeface="+mn-cs"/>
              </a:defRPr>
            </a:lvl3pPr>
            <a:lvl4pPr marL="1371600" algn="l" rtl="0" eaLnBrk="0" fontAlgn="base" hangingPunct="0">
              <a:spcBef>
                <a:spcPct val="0"/>
              </a:spcBef>
              <a:spcAft>
                <a:spcPct val="0"/>
              </a:spcAft>
              <a:defRPr sz="3200" kern="1200">
                <a:solidFill>
                  <a:schemeClr val="tx1"/>
                </a:solidFill>
                <a:latin typeface="GE Inspira Pitch" pitchFamily="34" charset="0"/>
                <a:ea typeface="+mn-ea"/>
                <a:cs typeface="+mn-cs"/>
              </a:defRPr>
            </a:lvl4pPr>
            <a:lvl5pPr marL="1828800" algn="l" rtl="0" eaLnBrk="0" fontAlgn="base" hangingPunct="0">
              <a:spcBef>
                <a:spcPct val="0"/>
              </a:spcBef>
              <a:spcAft>
                <a:spcPct val="0"/>
              </a:spcAft>
              <a:defRPr sz="3200" kern="1200">
                <a:solidFill>
                  <a:schemeClr val="tx1"/>
                </a:solidFill>
                <a:latin typeface="GE Inspira Pitch" pitchFamily="34" charset="0"/>
                <a:ea typeface="+mn-ea"/>
                <a:cs typeface="+mn-cs"/>
              </a:defRPr>
            </a:lvl5pPr>
            <a:lvl6pPr marL="2286000" algn="l" defTabSz="914400" rtl="0" eaLnBrk="1" latinLnBrk="0" hangingPunct="1">
              <a:defRPr sz="3200" kern="1200">
                <a:solidFill>
                  <a:schemeClr val="tx1"/>
                </a:solidFill>
                <a:latin typeface="GE Inspira Pitch" pitchFamily="34" charset="0"/>
                <a:ea typeface="+mn-ea"/>
                <a:cs typeface="+mn-cs"/>
              </a:defRPr>
            </a:lvl6pPr>
            <a:lvl7pPr marL="2743200" algn="l" defTabSz="914400" rtl="0" eaLnBrk="1" latinLnBrk="0" hangingPunct="1">
              <a:defRPr sz="3200" kern="1200">
                <a:solidFill>
                  <a:schemeClr val="tx1"/>
                </a:solidFill>
                <a:latin typeface="GE Inspira Pitch" pitchFamily="34" charset="0"/>
                <a:ea typeface="+mn-ea"/>
                <a:cs typeface="+mn-cs"/>
              </a:defRPr>
            </a:lvl7pPr>
            <a:lvl8pPr marL="3200400" algn="l" defTabSz="914400" rtl="0" eaLnBrk="1" latinLnBrk="0" hangingPunct="1">
              <a:defRPr sz="3200" kern="1200">
                <a:solidFill>
                  <a:schemeClr val="tx1"/>
                </a:solidFill>
                <a:latin typeface="GE Inspira Pitch" pitchFamily="34" charset="0"/>
                <a:ea typeface="+mn-ea"/>
                <a:cs typeface="+mn-cs"/>
              </a:defRPr>
            </a:lvl8pPr>
            <a:lvl9pPr marL="3657600" algn="l" defTabSz="914400" rtl="0" eaLnBrk="1" latinLnBrk="0" hangingPunct="1">
              <a:defRPr sz="3200" kern="1200">
                <a:solidFill>
                  <a:schemeClr val="tx1"/>
                </a:solidFill>
                <a:latin typeface="GE Inspira Pitch" pitchFamily="34" charset="0"/>
                <a:ea typeface="+mn-ea"/>
                <a:cs typeface="+mn-cs"/>
              </a:defRPr>
            </a:lvl9pPr>
          </a:lstStyle>
          <a:p>
            <a:pPr marL="144000" marR="0" lvl="0" indent="-144000" algn="l" defTabSz="914400" rtl="0" eaLnBrk="1" fontAlgn="auto" latinLnBrk="0" hangingPunct="1">
              <a:lnSpc>
                <a:spcPct val="100000"/>
              </a:lnSpc>
              <a:spcBef>
                <a:spcPts val="0"/>
              </a:spcBef>
              <a:spcAft>
                <a:spcPts val="100"/>
              </a:spcAft>
              <a:buClr>
                <a:srgbClr val="0070AD"/>
              </a:buClr>
              <a:buSzTx/>
              <a:buFont typeface="Wingdings" pitchFamily="2" charset="2"/>
              <a:buChar char="§"/>
              <a:tabLst/>
              <a:defRPr/>
            </a:pPr>
            <a:r>
              <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Development Lead</a:t>
            </a:r>
          </a:p>
          <a:p>
            <a:pPr marL="144000" marR="0" lvl="0" indent="-144000" algn="l" defTabSz="914400" rtl="0" eaLnBrk="1" fontAlgn="auto" latinLnBrk="0" hangingPunct="1">
              <a:lnSpc>
                <a:spcPct val="100000"/>
              </a:lnSpc>
              <a:spcBef>
                <a:spcPts val="0"/>
              </a:spcBef>
              <a:spcAft>
                <a:spcPts val="100"/>
              </a:spcAft>
              <a:buClr>
                <a:srgbClr val="0070AD"/>
              </a:buClr>
              <a:buSzTx/>
              <a:buFont typeface="Wingdings" pitchFamily="2" charset="2"/>
              <a:buChar char="§"/>
              <a:tabLst/>
              <a:defRPr/>
            </a:pPr>
            <a:r>
              <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Technical leads</a:t>
            </a:r>
          </a:p>
          <a:p>
            <a:pPr marL="144000" marR="0" lvl="0" indent="-144000" algn="l" defTabSz="914400" rtl="0" eaLnBrk="1" fontAlgn="auto" latinLnBrk="0" hangingPunct="1">
              <a:lnSpc>
                <a:spcPct val="100000"/>
              </a:lnSpc>
              <a:spcBef>
                <a:spcPts val="0"/>
              </a:spcBef>
              <a:spcAft>
                <a:spcPts val="100"/>
              </a:spcAft>
              <a:buClr>
                <a:srgbClr val="0070AD"/>
              </a:buClr>
              <a:buSzTx/>
              <a:buFont typeface="Wingdings" pitchFamily="2" charset="2"/>
              <a:buChar char="§"/>
              <a:tabLst/>
              <a:defRPr/>
            </a:pPr>
            <a:r>
              <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Test leads</a:t>
            </a:r>
          </a:p>
          <a:p>
            <a:pPr marL="144000" marR="0" lvl="0" indent="-144000" algn="l" defTabSz="914400" rtl="0" eaLnBrk="1" fontAlgn="auto" latinLnBrk="0" hangingPunct="1">
              <a:lnSpc>
                <a:spcPct val="100000"/>
              </a:lnSpc>
              <a:spcBef>
                <a:spcPts val="0"/>
              </a:spcBef>
              <a:spcAft>
                <a:spcPts val="100"/>
              </a:spcAft>
              <a:buClr>
                <a:srgbClr val="0070AD"/>
              </a:buClr>
              <a:buSzTx/>
              <a:buFont typeface="Wingdings" pitchFamily="2" charset="2"/>
              <a:buChar char="§"/>
              <a:tabLst/>
              <a:defRPr/>
            </a:pPr>
            <a:r>
              <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BAs</a:t>
            </a:r>
          </a:p>
          <a:p>
            <a:pPr marL="144000" marR="0" lvl="0" indent="-144000" algn="l" defTabSz="914400" rtl="0" eaLnBrk="1" fontAlgn="auto" latinLnBrk="0" hangingPunct="1">
              <a:lnSpc>
                <a:spcPct val="100000"/>
              </a:lnSpc>
              <a:spcBef>
                <a:spcPts val="0"/>
              </a:spcBef>
              <a:spcAft>
                <a:spcPts val="100"/>
              </a:spcAft>
              <a:buClr>
                <a:srgbClr val="0070AD"/>
              </a:buClr>
              <a:buSzTx/>
              <a:buFont typeface="Wingdings" pitchFamily="2" charset="2"/>
              <a:buChar char="§"/>
              <a:tabLst/>
              <a:defRPr/>
            </a:pPr>
            <a:r>
              <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Developers</a:t>
            </a:r>
          </a:p>
          <a:p>
            <a:pPr marL="144000" marR="0" lvl="0" indent="-144000" algn="l" defTabSz="914400" rtl="0" eaLnBrk="1" fontAlgn="auto" latinLnBrk="0" hangingPunct="1">
              <a:lnSpc>
                <a:spcPct val="100000"/>
              </a:lnSpc>
              <a:spcBef>
                <a:spcPts val="0"/>
              </a:spcBef>
              <a:spcAft>
                <a:spcPts val="100"/>
              </a:spcAft>
              <a:buClr>
                <a:srgbClr val="0070AD"/>
              </a:buClr>
              <a:buSzTx/>
              <a:buFont typeface="Wingdings" pitchFamily="2" charset="2"/>
              <a:buChar char="§"/>
              <a:tabLst/>
              <a:defRPr/>
            </a:pPr>
            <a:r>
              <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SME &amp; Architect</a:t>
            </a:r>
          </a:p>
        </p:txBody>
      </p:sp>
      <p:pic>
        <p:nvPicPr>
          <p:cNvPr id="50" name="Graphic 50">
            <a:extLst>
              <a:ext uri="{FF2B5EF4-FFF2-40B4-BE49-F238E27FC236}">
                <a16:creationId xmlns:a16="http://schemas.microsoft.com/office/drawing/2014/main" id="{B0F0C4CB-3ED7-4DE5-92BE-ACB0B9E09559}"/>
              </a:ext>
            </a:extLst>
          </p:cNvPr>
          <p:cNvPicPr>
            <a:picLocks noChangeAspect="1"/>
          </p:cNvPicPr>
          <p:nvPr/>
        </p:nvPicPr>
        <p:blipFill>
          <a:blip r:embed="rId3" cstate="print">
            <a:extLst>
              <a:ext uri="{96DAC541-7B7A-43D3-8B79-37D633B846F1}">
                <asvg:svgBlip xmlns:asvg="http://schemas.microsoft.com/office/drawing/2016/SVG/main" r:embed="rId4"/>
              </a:ext>
            </a:extLst>
          </a:blip>
          <a:stretch>
            <a:fillRect/>
          </a:stretch>
        </p:blipFill>
        <p:spPr>
          <a:xfrm>
            <a:off x="3206262" y="1350650"/>
            <a:ext cx="1417322" cy="305506"/>
          </a:xfrm>
          <a:prstGeom prst="rect">
            <a:avLst/>
          </a:prstGeom>
        </p:spPr>
      </p:pic>
      <p:sp>
        <p:nvSpPr>
          <p:cNvPr id="70" name="Freeform 349">
            <a:extLst>
              <a:ext uri="{FF2B5EF4-FFF2-40B4-BE49-F238E27FC236}">
                <a16:creationId xmlns:a16="http://schemas.microsoft.com/office/drawing/2014/main" id="{4956E008-9AD3-4644-A5DB-91C6CF720A6C}"/>
              </a:ext>
            </a:extLst>
          </p:cNvPr>
          <p:cNvSpPr>
            <a:spLocks/>
          </p:cNvSpPr>
          <p:nvPr/>
        </p:nvSpPr>
        <p:spPr bwMode="auto">
          <a:xfrm>
            <a:off x="1996058" y="1701509"/>
            <a:ext cx="146760" cy="148617"/>
          </a:xfrm>
          <a:custGeom>
            <a:avLst/>
            <a:gdLst/>
            <a:ahLst/>
            <a:cxnLst>
              <a:cxn ang="0">
                <a:pos x="65" y="66"/>
              </a:cxn>
              <a:cxn ang="0">
                <a:pos x="41" y="50"/>
              </a:cxn>
              <a:cxn ang="0">
                <a:pos x="54" y="26"/>
              </a:cxn>
              <a:cxn ang="0">
                <a:pos x="32" y="0"/>
              </a:cxn>
              <a:cxn ang="0">
                <a:pos x="9" y="26"/>
              </a:cxn>
              <a:cxn ang="0">
                <a:pos x="22" y="50"/>
              </a:cxn>
              <a:cxn ang="0">
                <a:pos x="0" y="65"/>
              </a:cxn>
            </a:cxnLst>
            <a:rect l="0" t="0" r="r" b="b"/>
            <a:pathLst>
              <a:path w="65" h="66">
                <a:moveTo>
                  <a:pt x="65" y="66"/>
                </a:moveTo>
                <a:cubicBezTo>
                  <a:pt x="59" y="58"/>
                  <a:pt x="51" y="52"/>
                  <a:pt x="41" y="50"/>
                </a:cubicBezTo>
                <a:cubicBezTo>
                  <a:pt x="47" y="44"/>
                  <a:pt x="54" y="34"/>
                  <a:pt x="54" y="26"/>
                </a:cubicBezTo>
                <a:cubicBezTo>
                  <a:pt x="54" y="11"/>
                  <a:pt x="44" y="0"/>
                  <a:pt x="32" y="0"/>
                </a:cubicBezTo>
                <a:cubicBezTo>
                  <a:pt x="19" y="0"/>
                  <a:pt x="9" y="11"/>
                  <a:pt x="9" y="26"/>
                </a:cubicBezTo>
                <a:cubicBezTo>
                  <a:pt x="9" y="34"/>
                  <a:pt x="17" y="44"/>
                  <a:pt x="22" y="50"/>
                </a:cubicBezTo>
                <a:cubicBezTo>
                  <a:pt x="13" y="52"/>
                  <a:pt x="5" y="58"/>
                  <a:pt x="0" y="65"/>
                </a:cubicBezTo>
              </a:path>
            </a:pathLst>
          </a:custGeom>
          <a:ln>
            <a:solidFill>
              <a:srgbClr val="688A22"/>
            </a:solidFill>
            <a:headEnd/>
            <a:tailEnd/>
          </a:ln>
        </p:spPr>
        <p:style>
          <a:lnRef idx="2">
            <a:schemeClr val="accent4"/>
          </a:lnRef>
          <a:fillRef idx="0">
            <a:schemeClr val="accent4"/>
          </a:fillRef>
          <a:effectRef idx="1">
            <a:schemeClr val="accent4"/>
          </a:effectRef>
          <a:fontRef idx="minor">
            <a:schemeClr val="tx1"/>
          </a:fontRef>
        </p:style>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71" name="Freeform 350">
            <a:extLst>
              <a:ext uri="{FF2B5EF4-FFF2-40B4-BE49-F238E27FC236}">
                <a16:creationId xmlns:a16="http://schemas.microsoft.com/office/drawing/2014/main" id="{9467890D-3931-421C-903F-42842C641B94}"/>
              </a:ext>
            </a:extLst>
          </p:cNvPr>
          <p:cNvSpPr>
            <a:spLocks/>
          </p:cNvSpPr>
          <p:nvPr/>
        </p:nvSpPr>
        <p:spPr bwMode="auto">
          <a:xfrm>
            <a:off x="1862303" y="1842695"/>
            <a:ext cx="206207" cy="265653"/>
          </a:xfrm>
          <a:custGeom>
            <a:avLst/>
            <a:gdLst/>
            <a:ahLst/>
            <a:cxnLst>
              <a:cxn ang="0">
                <a:pos x="91" y="117"/>
              </a:cxn>
              <a:cxn ang="0">
                <a:pos x="55" y="49"/>
              </a:cxn>
              <a:cxn ang="0">
                <a:pos x="68" y="26"/>
              </a:cxn>
              <a:cxn ang="0">
                <a:pos x="47" y="0"/>
              </a:cxn>
              <a:cxn ang="0">
                <a:pos x="24" y="26"/>
              </a:cxn>
              <a:cxn ang="0">
                <a:pos x="36" y="49"/>
              </a:cxn>
              <a:cxn ang="0">
                <a:pos x="0" y="117"/>
              </a:cxn>
            </a:cxnLst>
            <a:rect l="0" t="0" r="r" b="b"/>
            <a:pathLst>
              <a:path w="91" h="117">
                <a:moveTo>
                  <a:pt x="91" y="117"/>
                </a:moveTo>
                <a:cubicBezTo>
                  <a:pt x="91" y="84"/>
                  <a:pt x="83" y="56"/>
                  <a:pt x="55" y="49"/>
                </a:cubicBezTo>
                <a:cubicBezTo>
                  <a:pt x="61" y="44"/>
                  <a:pt x="68" y="34"/>
                  <a:pt x="68" y="26"/>
                </a:cubicBezTo>
                <a:cubicBezTo>
                  <a:pt x="68" y="11"/>
                  <a:pt x="58" y="0"/>
                  <a:pt x="47" y="0"/>
                </a:cubicBezTo>
                <a:cubicBezTo>
                  <a:pt x="34" y="0"/>
                  <a:pt x="24" y="11"/>
                  <a:pt x="24" y="26"/>
                </a:cubicBezTo>
                <a:cubicBezTo>
                  <a:pt x="24" y="34"/>
                  <a:pt x="31" y="44"/>
                  <a:pt x="36" y="49"/>
                </a:cubicBezTo>
                <a:cubicBezTo>
                  <a:pt x="11" y="56"/>
                  <a:pt x="0" y="84"/>
                  <a:pt x="0" y="117"/>
                </a:cubicBezTo>
              </a:path>
            </a:pathLst>
          </a:custGeom>
          <a:ln>
            <a:solidFill>
              <a:srgbClr val="688A22"/>
            </a:solidFill>
            <a:headEnd/>
            <a:tailEnd/>
          </a:ln>
        </p:spPr>
        <p:style>
          <a:lnRef idx="2">
            <a:schemeClr val="accent4"/>
          </a:lnRef>
          <a:fillRef idx="0">
            <a:schemeClr val="accent4"/>
          </a:fillRef>
          <a:effectRef idx="1">
            <a:schemeClr val="accent4"/>
          </a:effectRef>
          <a:fontRef idx="minor">
            <a:schemeClr val="tx1"/>
          </a:fontRef>
        </p:style>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72" name="Freeform 351">
            <a:extLst>
              <a:ext uri="{FF2B5EF4-FFF2-40B4-BE49-F238E27FC236}">
                <a16:creationId xmlns:a16="http://schemas.microsoft.com/office/drawing/2014/main" id="{D0FFE600-28D6-4900-A0AA-248264642AB1}"/>
              </a:ext>
            </a:extLst>
          </p:cNvPr>
          <p:cNvSpPr>
            <a:spLocks/>
          </p:cNvSpPr>
          <p:nvPr/>
        </p:nvSpPr>
        <p:spPr bwMode="auto">
          <a:xfrm>
            <a:off x="2068510" y="1842695"/>
            <a:ext cx="202491" cy="265653"/>
          </a:xfrm>
          <a:custGeom>
            <a:avLst/>
            <a:gdLst/>
            <a:ahLst/>
            <a:cxnLst>
              <a:cxn ang="0">
                <a:pos x="89" y="117"/>
              </a:cxn>
              <a:cxn ang="0">
                <a:pos x="55" y="49"/>
              </a:cxn>
              <a:cxn ang="0">
                <a:pos x="66" y="26"/>
              </a:cxn>
              <a:cxn ang="0">
                <a:pos x="45" y="0"/>
              </a:cxn>
              <a:cxn ang="0">
                <a:pos x="22" y="26"/>
              </a:cxn>
              <a:cxn ang="0">
                <a:pos x="35" y="49"/>
              </a:cxn>
              <a:cxn ang="0">
                <a:pos x="0" y="117"/>
              </a:cxn>
            </a:cxnLst>
            <a:rect l="0" t="0" r="r" b="b"/>
            <a:pathLst>
              <a:path w="89" h="117">
                <a:moveTo>
                  <a:pt x="89" y="117"/>
                </a:moveTo>
                <a:cubicBezTo>
                  <a:pt x="89" y="84"/>
                  <a:pt x="81" y="56"/>
                  <a:pt x="55" y="49"/>
                </a:cubicBezTo>
                <a:cubicBezTo>
                  <a:pt x="60" y="44"/>
                  <a:pt x="66" y="34"/>
                  <a:pt x="66" y="26"/>
                </a:cubicBezTo>
                <a:cubicBezTo>
                  <a:pt x="66" y="11"/>
                  <a:pt x="56" y="0"/>
                  <a:pt x="45" y="0"/>
                </a:cubicBezTo>
                <a:cubicBezTo>
                  <a:pt x="32" y="0"/>
                  <a:pt x="22" y="11"/>
                  <a:pt x="22" y="26"/>
                </a:cubicBezTo>
                <a:cubicBezTo>
                  <a:pt x="22" y="34"/>
                  <a:pt x="29" y="44"/>
                  <a:pt x="35" y="49"/>
                </a:cubicBezTo>
                <a:cubicBezTo>
                  <a:pt x="9" y="56"/>
                  <a:pt x="0" y="84"/>
                  <a:pt x="0" y="117"/>
                </a:cubicBezTo>
              </a:path>
            </a:pathLst>
          </a:custGeom>
          <a:ln>
            <a:solidFill>
              <a:srgbClr val="688A22"/>
            </a:solidFill>
            <a:headEnd/>
            <a:tailEnd/>
          </a:ln>
        </p:spPr>
        <p:style>
          <a:lnRef idx="2">
            <a:schemeClr val="accent4"/>
          </a:lnRef>
          <a:fillRef idx="0">
            <a:schemeClr val="accent4"/>
          </a:fillRef>
          <a:effectRef idx="1">
            <a:schemeClr val="accent4"/>
          </a:effectRef>
          <a:fontRef idx="minor">
            <a:schemeClr val="tx1"/>
          </a:fontRef>
        </p:style>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73" name="Freeform 352">
            <a:extLst>
              <a:ext uri="{FF2B5EF4-FFF2-40B4-BE49-F238E27FC236}">
                <a16:creationId xmlns:a16="http://schemas.microsoft.com/office/drawing/2014/main" id="{AF77784B-84EA-4C5A-BD48-6DE404D0BC1E}"/>
              </a:ext>
            </a:extLst>
          </p:cNvPr>
          <p:cNvSpPr>
            <a:spLocks/>
          </p:cNvSpPr>
          <p:nvPr/>
        </p:nvSpPr>
        <p:spPr bwMode="auto">
          <a:xfrm>
            <a:off x="2150249" y="1969020"/>
            <a:ext cx="48301" cy="169052"/>
          </a:xfrm>
          <a:custGeom>
            <a:avLst/>
            <a:gdLst/>
            <a:ahLst/>
            <a:cxnLst>
              <a:cxn ang="0">
                <a:pos x="11" y="75"/>
              </a:cxn>
              <a:cxn ang="0">
                <a:pos x="0" y="64"/>
              </a:cxn>
              <a:cxn ang="0">
                <a:pos x="8" y="7"/>
              </a:cxn>
              <a:cxn ang="0">
                <a:pos x="5" y="0"/>
              </a:cxn>
              <a:cxn ang="0">
                <a:pos x="16" y="0"/>
              </a:cxn>
              <a:cxn ang="0">
                <a:pos x="13" y="7"/>
              </a:cxn>
              <a:cxn ang="0">
                <a:pos x="21" y="64"/>
              </a:cxn>
              <a:cxn ang="0">
                <a:pos x="16" y="70"/>
              </a:cxn>
            </a:cxnLst>
            <a:rect l="0" t="0" r="r" b="b"/>
            <a:pathLst>
              <a:path w="21" h="75">
                <a:moveTo>
                  <a:pt x="11" y="75"/>
                </a:moveTo>
                <a:cubicBezTo>
                  <a:pt x="8" y="71"/>
                  <a:pt x="5" y="70"/>
                  <a:pt x="0" y="64"/>
                </a:cubicBezTo>
                <a:cubicBezTo>
                  <a:pt x="0" y="53"/>
                  <a:pt x="7" y="16"/>
                  <a:pt x="8" y="7"/>
                </a:cubicBezTo>
                <a:cubicBezTo>
                  <a:pt x="7" y="5"/>
                  <a:pt x="4" y="4"/>
                  <a:pt x="5" y="0"/>
                </a:cubicBezTo>
                <a:cubicBezTo>
                  <a:pt x="9" y="2"/>
                  <a:pt x="12" y="1"/>
                  <a:pt x="16" y="0"/>
                </a:cubicBezTo>
                <a:cubicBezTo>
                  <a:pt x="16" y="3"/>
                  <a:pt x="14" y="5"/>
                  <a:pt x="13" y="7"/>
                </a:cubicBezTo>
                <a:cubicBezTo>
                  <a:pt x="14" y="17"/>
                  <a:pt x="21" y="54"/>
                  <a:pt x="21" y="64"/>
                </a:cubicBezTo>
                <a:cubicBezTo>
                  <a:pt x="19" y="67"/>
                  <a:pt x="18" y="67"/>
                  <a:pt x="16" y="70"/>
                </a:cubicBezTo>
              </a:path>
            </a:pathLst>
          </a:custGeom>
          <a:ln>
            <a:solidFill>
              <a:srgbClr val="688A22"/>
            </a:solidFill>
            <a:headEnd/>
            <a:tailEnd/>
          </a:ln>
        </p:spPr>
        <p:style>
          <a:lnRef idx="2">
            <a:schemeClr val="accent4"/>
          </a:lnRef>
          <a:fillRef idx="0">
            <a:schemeClr val="accent4"/>
          </a:fillRef>
          <a:effectRef idx="1">
            <a:schemeClr val="accent4"/>
          </a:effectRef>
          <a:fontRef idx="minor">
            <a:schemeClr val="tx1"/>
          </a:fontRef>
        </p:style>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74" name="Freeform 353">
            <a:extLst>
              <a:ext uri="{FF2B5EF4-FFF2-40B4-BE49-F238E27FC236}">
                <a16:creationId xmlns:a16="http://schemas.microsoft.com/office/drawing/2014/main" id="{FF6B8012-2172-48F1-9FF2-75D6F567AA14}"/>
              </a:ext>
            </a:extLst>
          </p:cNvPr>
          <p:cNvSpPr>
            <a:spLocks/>
          </p:cNvSpPr>
          <p:nvPr/>
        </p:nvSpPr>
        <p:spPr bwMode="auto">
          <a:xfrm>
            <a:off x="1944042" y="1969020"/>
            <a:ext cx="46443" cy="169052"/>
          </a:xfrm>
          <a:custGeom>
            <a:avLst/>
            <a:gdLst/>
            <a:ahLst/>
            <a:cxnLst>
              <a:cxn ang="0">
                <a:pos x="11" y="75"/>
              </a:cxn>
              <a:cxn ang="0">
                <a:pos x="1" y="64"/>
              </a:cxn>
              <a:cxn ang="0">
                <a:pos x="8" y="7"/>
              </a:cxn>
              <a:cxn ang="0">
                <a:pos x="5" y="0"/>
              </a:cxn>
              <a:cxn ang="0">
                <a:pos x="16" y="0"/>
              </a:cxn>
              <a:cxn ang="0">
                <a:pos x="13" y="7"/>
              </a:cxn>
              <a:cxn ang="0">
                <a:pos x="21" y="64"/>
              </a:cxn>
              <a:cxn ang="0">
                <a:pos x="16" y="70"/>
              </a:cxn>
            </a:cxnLst>
            <a:rect l="0" t="0" r="r" b="b"/>
            <a:pathLst>
              <a:path w="21" h="75">
                <a:moveTo>
                  <a:pt x="11" y="75"/>
                </a:moveTo>
                <a:cubicBezTo>
                  <a:pt x="8" y="71"/>
                  <a:pt x="5" y="70"/>
                  <a:pt x="1" y="64"/>
                </a:cubicBezTo>
                <a:cubicBezTo>
                  <a:pt x="0" y="53"/>
                  <a:pt x="7" y="16"/>
                  <a:pt x="8" y="7"/>
                </a:cubicBezTo>
                <a:cubicBezTo>
                  <a:pt x="7" y="5"/>
                  <a:pt x="5" y="4"/>
                  <a:pt x="5" y="0"/>
                </a:cubicBezTo>
                <a:cubicBezTo>
                  <a:pt x="9" y="2"/>
                  <a:pt x="12" y="1"/>
                  <a:pt x="16" y="0"/>
                </a:cubicBezTo>
                <a:cubicBezTo>
                  <a:pt x="17" y="3"/>
                  <a:pt x="14" y="5"/>
                  <a:pt x="13" y="7"/>
                </a:cubicBezTo>
                <a:cubicBezTo>
                  <a:pt x="14" y="17"/>
                  <a:pt x="21" y="54"/>
                  <a:pt x="21" y="64"/>
                </a:cubicBezTo>
                <a:cubicBezTo>
                  <a:pt x="20" y="67"/>
                  <a:pt x="19" y="67"/>
                  <a:pt x="16" y="70"/>
                </a:cubicBezTo>
              </a:path>
            </a:pathLst>
          </a:custGeom>
          <a:ln>
            <a:solidFill>
              <a:srgbClr val="688A22"/>
            </a:solidFill>
            <a:headEnd/>
            <a:tailEnd/>
          </a:ln>
        </p:spPr>
        <p:style>
          <a:lnRef idx="2">
            <a:schemeClr val="accent4"/>
          </a:lnRef>
          <a:fillRef idx="0">
            <a:schemeClr val="accent4"/>
          </a:fillRef>
          <a:effectRef idx="1">
            <a:schemeClr val="accent4"/>
          </a:effectRef>
          <a:fontRef idx="minor">
            <a:schemeClr val="tx1"/>
          </a:fontRef>
        </p:style>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75" name="Freeform 354">
            <a:extLst>
              <a:ext uri="{FF2B5EF4-FFF2-40B4-BE49-F238E27FC236}">
                <a16:creationId xmlns:a16="http://schemas.microsoft.com/office/drawing/2014/main" id="{7FFEF663-02D7-4A6A-B74B-0C474EE50487}"/>
              </a:ext>
            </a:extLst>
          </p:cNvPr>
          <p:cNvSpPr>
            <a:spLocks/>
          </p:cNvSpPr>
          <p:nvPr/>
        </p:nvSpPr>
        <p:spPr bwMode="auto">
          <a:xfrm>
            <a:off x="2044359" y="1825976"/>
            <a:ext cx="46443" cy="167194"/>
          </a:xfrm>
          <a:custGeom>
            <a:avLst/>
            <a:gdLst/>
            <a:ahLst/>
            <a:cxnLst>
              <a:cxn ang="0">
                <a:pos x="11" y="74"/>
              </a:cxn>
              <a:cxn ang="0">
                <a:pos x="0" y="64"/>
              </a:cxn>
              <a:cxn ang="0">
                <a:pos x="8" y="7"/>
              </a:cxn>
              <a:cxn ang="0">
                <a:pos x="5" y="0"/>
              </a:cxn>
              <a:cxn ang="0">
                <a:pos x="16" y="0"/>
              </a:cxn>
              <a:cxn ang="0">
                <a:pos x="13" y="7"/>
              </a:cxn>
              <a:cxn ang="0">
                <a:pos x="21" y="64"/>
              </a:cxn>
              <a:cxn ang="0">
                <a:pos x="16" y="70"/>
              </a:cxn>
            </a:cxnLst>
            <a:rect l="0" t="0" r="r" b="b"/>
            <a:pathLst>
              <a:path w="21" h="74">
                <a:moveTo>
                  <a:pt x="11" y="74"/>
                </a:moveTo>
                <a:cubicBezTo>
                  <a:pt x="8" y="71"/>
                  <a:pt x="5" y="69"/>
                  <a:pt x="0" y="64"/>
                </a:cubicBezTo>
                <a:cubicBezTo>
                  <a:pt x="0" y="53"/>
                  <a:pt x="7" y="16"/>
                  <a:pt x="8" y="7"/>
                </a:cubicBezTo>
                <a:cubicBezTo>
                  <a:pt x="7" y="5"/>
                  <a:pt x="4" y="4"/>
                  <a:pt x="5" y="0"/>
                </a:cubicBezTo>
                <a:cubicBezTo>
                  <a:pt x="9" y="1"/>
                  <a:pt x="12" y="1"/>
                  <a:pt x="16" y="0"/>
                </a:cubicBezTo>
                <a:cubicBezTo>
                  <a:pt x="16" y="3"/>
                  <a:pt x="14" y="5"/>
                  <a:pt x="13" y="7"/>
                </a:cubicBezTo>
                <a:cubicBezTo>
                  <a:pt x="14" y="16"/>
                  <a:pt x="21" y="54"/>
                  <a:pt x="21" y="64"/>
                </a:cubicBezTo>
                <a:cubicBezTo>
                  <a:pt x="19" y="67"/>
                  <a:pt x="18" y="67"/>
                  <a:pt x="16" y="70"/>
                </a:cubicBezTo>
              </a:path>
            </a:pathLst>
          </a:custGeom>
          <a:ln>
            <a:solidFill>
              <a:srgbClr val="688A22"/>
            </a:solidFill>
            <a:headEnd/>
            <a:tailEnd/>
          </a:ln>
        </p:spPr>
        <p:style>
          <a:lnRef idx="2">
            <a:schemeClr val="accent4"/>
          </a:lnRef>
          <a:fillRef idx="0">
            <a:schemeClr val="accent4"/>
          </a:fillRef>
          <a:effectRef idx="1">
            <a:schemeClr val="accent4"/>
          </a:effectRef>
          <a:fontRef idx="minor">
            <a:schemeClr val="tx1"/>
          </a:fontRef>
        </p:style>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64" name="Freeform 349">
            <a:extLst>
              <a:ext uri="{FF2B5EF4-FFF2-40B4-BE49-F238E27FC236}">
                <a16:creationId xmlns:a16="http://schemas.microsoft.com/office/drawing/2014/main" id="{4669D493-5890-403F-8E86-6D545878AB33}"/>
              </a:ext>
            </a:extLst>
          </p:cNvPr>
          <p:cNvSpPr>
            <a:spLocks/>
          </p:cNvSpPr>
          <p:nvPr/>
        </p:nvSpPr>
        <p:spPr bwMode="auto">
          <a:xfrm>
            <a:off x="3749227" y="1669765"/>
            <a:ext cx="146760" cy="148617"/>
          </a:xfrm>
          <a:custGeom>
            <a:avLst/>
            <a:gdLst/>
            <a:ahLst/>
            <a:cxnLst>
              <a:cxn ang="0">
                <a:pos x="65" y="66"/>
              </a:cxn>
              <a:cxn ang="0">
                <a:pos x="41" y="50"/>
              </a:cxn>
              <a:cxn ang="0">
                <a:pos x="54" y="26"/>
              </a:cxn>
              <a:cxn ang="0">
                <a:pos x="32" y="0"/>
              </a:cxn>
              <a:cxn ang="0">
                <a:pos x="9" y="26"/>
              </a:cxn>
              <a:cxn ang="0">
                <a:pos x="22" y="50"/>
              </a:cxn>
              <a:cxn ang="0">
                <a:pos x="0" y="65"/>
              </a:cxn>
            </a:cxnLst>
            <a:rect l="0" t="0" r="r" b="b"/>
            <a:pathLst>
              <a:path w="65" h="66">
                <a:moveTo>
                  <a:pt x="65" y="66"/>
                </a:moveTo>
                <a:cubicBezTo>
                  <a:pt x="59" y="58"/>
                  <a:pt x="51" y="52"/>
                  <a:pt x="41" y="50"/>
                </a:cubicBezTo>
                <a:cubicBezTo>
                  <a:pt x="47" y="44"/>
                  <a:pt x="54" y="34"/>
                  <a:pt x="54" y="26"/>
                </a:cubicBezTo>
                <a:cubicBezTo>
                  <a:pt x="54" y="11"/>
                  <a:pt x="44" y="0"/>
                  <a:pt x="32" y="0"/>
                </a:cubicBezTo>
                <a:cubicBezTo>
                  <a:pt x="19" y="0"/>
                  <a:pt x="9" y="11"/>
                  <a:pt x="9" y="26"/>
                </a:cubicBezTo>
                <a:cubicBezTo>
                  <a:pt x="9" y="34"/>
                  <a:pt x="17" y="44"/>
                  <a:pt x="22" y="50"/>
                </a:cubicBezTo>
                <a:cubicBezTo>
                  <a:pt x="13" y="52"/>
                  <a:pt x="5" y="58"/>
                  <a:pt x="0" y="65"/>
                </a:cubicBezTo>
              </a:path>
            </a:pathLst>
          </a:custGeom>
          <a:ln>
            <a:headEnd/>
            <a:tailEnd/>
          </a:ln>
        </p:spPr>
        <p:style>
          <a:lnRef idx="1">
            <a:schemeClr val="accent2"/>
          </a:lnRef>
          <a:fillRef idx="0">
            <a:schemeClr val="accent2"/>
          </a:fillRef>
          <a:effectRef idx="0">
            <a:schemeClr val="accent2"/>
          </a:effectRef>
          <a:fontRef idx="minor">
            <a:schemeClr val="tx1"/>
          </a:fontRef>
        </p:style>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65" name="Freeform 350">
            <a:extLst>
              <a:ext uri="{FF2B5EF4-FFF2-40B4-BE49-F238E27FC236}">
                <a16:creationId xmlns:a16="http://schemas.microsoft.com/office/drawing/2014/main" id="{034CA40B-9BA5-4EB7-81D2-C8001C58778E}"/>
              </a:ext>
            </a:extLst>
          </p:cNvPr>
          <p:cNvSpPr>
            <a:spLocks/>
          </p:cNvSpPr>
          <p:nvPr/>
        </p:nvSpPr>
        <p:spPr bwMode="auto">
          <a:xfrm>
            <a:off x="3615472" y="1810951"/>
            <a:ext cx="206207" cy="265653"/>
          </a:xfrm>
          <a:custGeom>
            <a:avLst/>
            <a:gdLst/>
            <a:ahLst/>
            <a:cxnLst>
              <a:cxn ang="0">
                <a:pos x="91" y="117"/>
              </a:cxn>
              <a:cxn ang="0">
                <a:pos x="55" y="49"/>
              </a:cxn>
              <a:cxn ang="0">
                <a:pos x="68" y="26"/>
              </a:cxn>
              <a:cxn ang="0">
                <a:pos x="47" y="0"/>
              </a:cxn>
              <a:cxn ang="0">
                <a:pos x="24" y="26"/>
              </a:cxn>
              <a:cxn ang="0">
                <a:pos x="36" y="49"/>
              </a:cxn>
              <a:cxn ang="0">
                <a:pos x="0" y="117"/>
              </a:cxn>
            </a:cxnLst>
            <a:rect l="0" t="0" r="r" b="b"/>
            <a:pathLst>
              <a:path w="91" h="117">
                <a:moveTo>
                  <a:pt x="91" y="117"/>
                </a:moveTo>
                <a:cubicBezTo>
                  <a:pt x="91" y="84"/>
                  <a:pt x="83" y="56"/>
                  <a:pt x="55" y="49"/>
                </a:cubicBezTo>
                <a:cubicBezTo>
                  <a:pt x="61" y="44"/>
                  <a:pt x="68" y="34"/>
                  <a:pt x="68" y="26"/>
                </a:cubicBezTo>
                <a:cubicBezTo>
                  <a:pt x="68" y="11"/>
                  <a:pt x="58" y="0"/>
                  <a:pt x="47" y="0"/>
                </a:cubicBezTo>
                <a:cubicBezTo>
                  <a:pt x="34" y="0"/>
                  <a:pt x="24" y="11"/>
                  <a:pt x="24" y="26"/>
                </a:cubicBezTo>
                <a:cubicBezTo>
                  <a:pt x="24" y="34"/>
                  <a:pt x="31" y="44"/>
                  <a:pt x="36" y="49"/>
                </a:cubicBezTo>
                <a:cubicBezTo>
                  <a:pt x="11" y="56"/>
                  <a:pt x="0" y="84"/>
                  <a:pt x="0" y="117"/>
                </a:cubicBezTo>
              </a:path>
            </a:pathLst>
          </a:custGeom>
          <a:ln>
            <a:headEnd/>
            <a:tailEnd/>
          </a:ln>
        </p:spPr>
        <p:style>
          <a:lnRef idx="1">
            <a:schemeClr val="accent2"/>
          </a:lnRef>
          <a:fillRef idx="0">
            <a:schemeClr val="accent2"/>
          </a:fillRef>
          <a:effectRef idx="0">
            <a:schemeClr val="accent2"/>
          </a:effectRef>
          <a:fontRef idx="minor">
            <a:schemeClr val="tx1"/>
          </a:fontRef>
        </p:style>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66" name="Freeform 351">
            <a:extLst>
              <a:ext uri="{FF2B5EF4-FFF2-40B4-BE49-F238E27FC236}">
                <a16:creationId xmlns:a16="http://schemas.microsoft.com/office/drawing/2014/main" id="{10B8FF44-3A41-4542-822D-4D09E10082AE}"/>
              </a:ext>
            </a:extLst>
          </p:cNvPr>
          <p:cNvSpPr>
            <a:spLocks/>
          </p:cNvSpPr>
          <p:nvPr/>
        </p:nvSpPr>
        <p:spPr bwMode="auto">
          <a:xfrm>
            <a:off x="3821679" y="1810951"/>
            <a:ext cx="202491" cy="265653"/>
          </a:xfrm>
          <a:custGeom>
            <a:avLst/>
            <a:gdLst/>
            <a:ahLst/>
            <a:cxnLst>
              <a:cxn ang="0">
                <a:pos x="89" y="117"/>
              </a:cxn>
              <a:cxn ang="0">
                <a:pos x="55" y="49"/>
              </a:cxn>
              <a:cxn ang="0">
                <a:pos x="66" y="26"/>
              </a:cxn>
              <a:cxn ang="0">
                <a:pos x="45" y="0"/>
              </a:cxn>
              <a:cxn ang="0">
                <a:pos x="22" y="26"/>
              </a:cxn>
              <a:cxn ang="0">
                <a:pos x="35" y="49"/>
              </a:cxn>
              <a:cxn ang="0">
                <a:pos x="0" y="117"/>
              </a:cxn>
            </a:cxnLst>
            <a:rect l="0" t="0" r="r" b="b"/>
            <a:pathLst>
              <a:path w="89" h="117">
                <a:moveTo>
                  <a:pt x="89" y="117"/>
                </a:moveTo>
                <a:cubicBezTo>
                  <a:pt x="89" y="84"/>
                  <a:pt x="81" y="56"/>
                  <a:pt x="55" y="49"/>
                </a:cubicBezTo>
                <a:cubicBezTo>
                  <a:pt x="60" y="44"/>
                  <a:pt x="66" y="34"/>
                  <a:pt x="66" y="26"/>
                </a:cubicBezTo>
                <a:cubicBezTo>
                  <a:pt x="66" y="11"/>
                  <a:pt x="56" y="0"/>
                  <a:pt x="45" y="0"/>
                </a:cubicBezTo>
                <a:cubicBezTo>
                  <a:pt x="32" y="0"/>
                  <a:pt x="22" y="11"/>
                  <a:pt x="22" y="26"/>
                </a:cubicBezTo>
                <a:cubicBezTo>
                  <a:pt x="22" y="34"/>
                  <a:pt x="29" y="44"/>
                  <a:pt x="35" y="49"/>
                </a:cubicBezTo>
                <a:cubicBezTo>
                  <a:pt x="9" y="56"/>
                  <a:pt x="0" y="84"/>
                  <a:pt x="0" y="117"/>
                </a:cubicBezTo>
              </a:path>
            </a:pathLst>
          </a:custGeom>
          <a:ln>
            <a:headEnd/>
            <a:tailEnd/>
          </a:ln>
        </p:spPr>
        <p:style>
          <a:lnRef idx="1">
            <a:schemeClr val="accent2"/>
          </a:lnRef>
          <a:fillRef idx="0">
            <a:schemeClr val="accent2"/>
          </a:fillRef>
          <a:effectRef idx="0">
            <a:schemeClr val="accent2"/>
          </a:effectRef>
          <a:fontRef idx="minor">
            <a:schemeClr val="tx1"/>
          </a:fontRef>
        </p:style>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67" name="Freeform 352">
            <a:extLst>
              <a:ext uri="{FF2B5EF4-FFF2-40B4-BE49-F238E27FC236}">
                <a16:creationId xmlns:a16="http://schemas.microsoft.com/office/drawing/2014/main" id="{E2F179A4-2374-4EAD-AF83-CD164E45B18D}"/>
              </a:ext>
            </a:extLst>
          </p:cNvPr>
          <p:cNvSpPr>
            <a:spLocks/>
          </p:cNvSpPr>
          <p:nvPr/>
        </p:nvSpPr>
        <p:spPr bwMode="auto">
          <a:xfrm>
            <a:off x="3903418" y="1937276"/>
            <a:ext cx="48301" cy="169052"/>
          </a:xfrm>
          <a:custGeom>
            <a:avLst/>
            <a:gdLst/>
            <a:ahLst/>
            <a:cxnLst>
              <a:cxn ang="0">
                <a:pos x="11" y="75"/>
              </a:cxn>
              <a:cxn ang="0">
                <a:pos x="0" y="64"/>
              </a:cxn>
              <a:cxn ang="0">
                <a:pos x="8" y="7"/>
              </a:cxn>
              <a:cxn ang="0">
                <a:pos x="5" y="0"/>
              </a:cxn>
              <a:cxn ang="0">
                <a:pos x="16" y="0"/>
              </a:cxn>
              <a:cxn ang="0">
                <a:pos x="13" y="7"/>
              </a:cxn>
              <a:cxn ang="0">
                <a:pos x="21" y="64"/>
              </a:cxn>
              <a:cxn ang="0">
                <a:pos x="16" y="70"/>
              </a:cxn>
            </a:cxnLst>
            <a:rect l="0" t="0" r="r" b="b"/>
            <a:pathLst>
              <a:path w="21" h="75">
                <a:moveTo>
                  <a:pt x="11" y="75"/>
                </a:moveTo>
                <a:cubicBezTo>
                  <a:pt x="8" y="71"/>
                  <a:pt x="5" y="70"/>
                  <a:pt x="0" y="64"/>
                </a:cubicBezTo>
                <a:cubicBezTo>
                  <a:pt x="0" y="53"/>
                  <a:pt x="7" y="16"/>
                  <a:pt x="8" y="7"/>
                </a:cubicBezTo>
                <a:cubicBezTo>
                  <a:pt x="7" y="5"/>
                  <a:pt x="4" y="4"/>
                  <a:pt x="5" y="0"/>
                </a:cubicBezTo>
                <a:cubicBezTo>
                  <a:pt x="9" y="2"/>
                  <a:pt x="12" y="1"/>
                  <a:pt x="16" y="0"/>
                </a:cubicBezTo>
                <a:cubicBezTo>
                  <a:pt x="16" y="3"/>
                  <a:pt x="14" y="5"/>
                  <a:pt x="13" y="7"/>
                </a:cubicBezTo>
                <a:cubicBezTo>
                  <a:pt x="14" y="17"/>
                  <a:pt x="21" y="54"/>
                  <a:pt x="21" y="64"/>
                </a:cubicBezTo>
                <a:cubicBezTo>
                  <a:pt x="19" y="67"/>
                  <a:pt x="18" y="67"/>
                  <a:pt x="16" y="70"/>
                </a:cubicBezTo>
              </a:path>
            </a:pathLst>
          </a:custGeom>
          <a:ln>
            <a:headEnd/>
            <a:tailEnd/>
          </a:ln>
        </p:spPr>
        <p:style>
          <a:lnRef idx="1">
            <a:schemeClr val="accent2"/>
          </a:lnRef>
          <a:fillRef idx="0">
            <a:schemeClr val="accent2"/>
          </a:fillRef>
          <a:effectRef idx="0">
            <a:schemeClr val="accent2"/>
          </a:effectRef>
          <a:fontRef idx="minor">
            <a:schemeClr val="tx1"/>
          </a:fontRef>
        </p:style>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68" name="Freeform 353">
            <a:extLst>
              <a:ext uri="{FF2B5EF4-FFF2-40B4-BE49-F238E27FC236}">
                <a16:creationId xmlns:a16="http://schemas.microsoft.com/office/drawing/2014/main" id="{63D195E0-90A8-4401-94E6-4A9C2BF92686}"/>
              </a:ext>
            </a:extLst>
          </p:cNvPr>
          <p:cNvSpPr>
            <a:spLocks/>
          </p:cNvSpPr>
          <p:nvPr/>
        </p:nvSpPr>
        <p:spPr bwMode="auto">
          <a:xfrm>
            <a:off x="3697211" y="1937276"/>
            <a:ext cx="46443" cy="169052"/>
          </a:xfrm>
          <a:custGeom>
            <a:avLst/>
            <a:gdLst/>
            <a:ahLst/>
            <a:cxnLst>
              <a:cxn ang="0">
                <a:pos x="11" y="75"/>
              </a:cxn>
              <a:cxn ang="0">
                <a:pos x="1" y="64"/>
              </a:cxn>
              <a:cxn ang="0">
                <a:pos x="8" y="7"/>
              </a:cxn>
              <a:cxn ang="0">
                <a:pos x="5" y="0"/>
              </a:cxn>
              <a:cxn ang="0">
                <a:pos x="16" y="0"/>
              </a:cxn>
              <a:cxn ang="0">
                <a:pos x="13" y="7"/>
              </a:cxn>
              <a:cxn ang="0">
                <a:pos x="21" y="64"/>
              </a:cxn>
              <a:cxn ang="0">
                <a:pos x="16" y="70"/>
              </a:cxn>
            </a:cxnLst>
            <a:rect l="0" t="0" r="r" b="b"/>
            <a:pathLst>
              <a:path w="21" h="75">
                <a:moveTo>
                  <a:pt x="11" y="75"/>
                </a:moveTo>
                <a:cubicBezTo>
                  <a:pt x="8" y="71"/>
                  <a:pt x="5" y="70"/>
                  <a:pt x="1" y="64"/>
                </a:cubicBezTo>
                <a:cubicBezTo>
                  <a:pt x="0" y="53"/>
                  <a:pt x="7" y="16"/>
                  <a:pt x="8" y="7"/>
                </a:cubicBezTo>
                <a:cubicBezTo>
                  <a:pt x="7" y="5"/>
                  <a:pt x="5" y="4"/>
                  <a:pt x="5" y="0"/>
                </a:cubicBezTo>
                <a:cubicBezTo>
                  <a:pt x="9" y="2"/>
                  <a:pt x="12" y="1"/>
                  <a:pt x="16" y="0"/>
                </a:cubicBezTo>
                <a:cubicBezTo>
                  <a:pt x="17" y="3"/>
                  <a:pt x="14" y="5"/>
                  <a:pt x="13" y="7"/>
                </a:cubicBezTo>
                <a:cubicBezTo>
                  <a:pt x="14" y="17"/>
                  <a:pt x="21" y="54"/>
                  <a:pt x="21" y="64"/>
                </a:cubicBezTo>
                <a:cubicBezTo>
                  <a:pt x="20" y="67"/>
                  <a:pt x="19" y="67"/>
                  <a:pt x="16" y="70"/>
                </a:cubicBezTo>
              </a:path>
            </a:pathLst>
          </a:custGeom>
          <a:ln>
            <a:headEnd/>
            <a:tailEnd/>
          </a:ln>
        </p:spPr>
        <p:style>
          <a:lnRef idx="1">
            <a:schemeClr val="accent2"/>
          </a:lnRef>
          <a:fillRef idx="0">
            <a:schemeClr val="accent2"/>
          </a:fillRef>
          <a:effectRef idx="0">
            <a:schemeClr val="accent2"/>
          </a:effectRef>
          <a:fontRef idx="minor">
            <a:schemeClr val="tx1"/>
          </a:fontRef>
        </p:style>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69" name="Freeform 354">
            <a:extLst>
              <a:ext uri="{FF2B5EF4-FFF2-40B4-BE49-F238E27FC236}">
                <a16:creationId xmlns:a16="http://schemas.microsoft.com/office/drawing/2014/main" id="{CBD5FEC9-784A-4B43-BD5D-0FF4D326F82F}"/>
              </a:ext>
            </a:extLst>
          </p:cNvPr>
          <p:cNvSpPr>
            <a:spLocks/>
          </p:cNvSpPr>
          <p:nvPr/>
        </p:nvSpPr>
        <p:spPr bwMode="auto">
          <a:xfrm>
            <a:off x="3797528" y="1794232"/>
            <a:ext cx="46443" cy="167194"/>
          </a:xfrm>
          <a:custGeom>
            <a:avLst/>
            <a:gdLst/>
            <a:ahLst/>
            <a:cxnLst>
              <a:cxn ang="0">
                <a:pos x="11" y="74"/>
              </a:cxn>
              <a:cxn ang="0">
                <a:pos x="0" y="64"/>
              </a:cxn>
              <a:cxn ang="0">
                <a:pos x="8" y="7"/>
              </a:cxn>
              <a:cxn ang="0">
                <a:pos x="5" y="0"/>
              </a:cxn>
              <a:cxn ang="0">
                <a:pos x="16" y="0"/>
              </a:cxn>
              <a:cxn ang="0">
                <a:pos x="13" y="7"/>
              </a:cxn>
              <a:cxn ang="0">
                <a:pos x="21" y="64"/>
              </a:cxn>
              <a:cxn ang="0">
                <a:pos x="16" y="70"/>
              </a:cxn>
            </a:cxnLst>
            <a:rect l="0" t="0" r="r" b="b"/>
            <a:pathLst>
              <a:path w="21" h="74">
                <a:moveTo>
                  <a:pt x="11" y="74"/>
                </a:moveTo>
                <a:cubicBezTo>
                  <a:pt x="8" y="71"/>
                  <a:pt x="5" y="69"/>
                  <a:pt x="0" y="64"/>
                </a:cubicBezTo>
                <a:cubicBezTo>
                  <a:pt x="0" y="53"/>
                  <a:pt x="7" y="16"/>
                  <a:pt x="8" y="7"/>
                </a:cubicBezTo>
                <a:cubicBezTo>
                  <a:pt x="7" y="5"/>
                  <a:pt x="4" y="4"/>
                  <a:pt x="5" y="0"/>
                </a:cubicBezTo>
                <a:cubicBezTo>
                  <a:pt x="9" y="1"/>
                  <a:pt x="12" y="1"/>
                  <a:pt x="16" y="0"/>
                </a:cubicBezTo>
                <a:cubicBezTo>
                  <a:pt x="16" y="3"/>
                  <a:pt x="14" y="5"/>
                  <a:pt x="13" y="7"/>
                </a:cubicBezTo>
                <a:cubicBezTo>
                  <a:pt x="14" y="16"/>
                  <a:pt x="21" y="54"/>
                  <a:pt x="21" y="64"/>
                </a:cubicBezTo>
                <a:cubicBezTo>
                  <a:pt x="19" y="67"/>
                  <a:pt x="18" y="67"/>
                  <a:pt x="16" y="70"/>
                </a:cubicBezTo>
              </a:path>
            </a:pathLst>
          </a:custGeom>
          <a:ln>
            <a:headEnd/>
            <a:tailEnd/>
          </a:ln>
        </p:spPr>
        <p:style>
          <a:lnRef idx="1">
            <a:schemeClr val="accent2"/>
          </a:lnRef>
          <a:fillRef idx="0">
            <a:schemeClr val="accent2"/>
          </a:fillRef>
          <a:effectRef idx="0">
            <a:schemeClr val="accent2"/>
          </a:effectRef>
          <a:fontRef idx="minor">
            <a:schemeClr val="tx1"/>
          </a:fontRef>
        </p:style>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58" name="Freeform 349">
            <a:extLst>
              <a:ext uri="{FF2B5EF4-FFF2-40B4-BE49-F238E27FC236}">
                <a16:creationId xmlns:a16="http://schemas.microsoft.com/office/drawing/2014/main" id="{E80F48B8-EE66-4E67-8B8C-2291B744B6F1}"/>
              </a:ext>
            </a:extLst>
          </p:cNvPr>
          <p:cNvSpPr>
            <a:spLocks/>
          </p:cNvSpPr>
          <p:nvPr/>
        </p:nvSpPr>
        <p:spPr bwMode="auto">
          <a:xfrm>
            <a:off x="5634680" y="1655327"/>
            <a:ext cx="146760" cy="148617"/>
          </a:xfrm>
          <a:custGeom>
            <a:avLst/>
            <a:gdLst/>
            <a:ahLst/>
            <a:cxnLst>
              <a:cxn ang="0">
                <a:pos x="65" y="66"/>
              </a:cxn>
              <a:cxn ang="0">
                <a:pos x="41" y="50"/>
              </a:cxn>
              <a:cxn ang="0">
                <a:pos x="54" y="26"/>
              </a:cxn>
              <a:cxn ang="0">
                <a:pos x="32" y="0"/>
              </a:cxn>
              <a:cxn ang="0">
                <a:pos x="9" y="26"/>
              </a:cxn>
              <a:cxn ang="0">
                <a:pos x="22" y="50"/>
              </a:cxn>
              <a:cxn ang="0">
                <a:pos x="0" y="65"/>
              </a:cxn>
            </a:cxnLst>
            <a:rect l="0" t="0" r="r" b="b"/>
            <a:pathLst>
              <a:path w="65" h="66">
                <a:moveTo>
                  <a:pt x="65" y="66"/>
                </a:moveTo>
                <a:cubicBezTo>
                  <a:pt x="59" y="58"/>
                  <a:pt x="51" y="52"/>
                  <a:pt x="41" y="50"/>
                </a:cubicBezTo>
                <a:cubicBezTo>
                  <a:pt x="47" y="44"/>
                  <a:pt x="54" y="34"/>
                  <a:pt x="54" y="26"/>
                </a:cubicBezTo>
                <a:cubicBezTo>
                  <a:pt x="54" y="11"/>
                  <a:pt x="44" y="0"/>
                  <a:pt x="32" y="0"/>
                </a:cubicBezTo>
                <a:cubicBezTo>
                  <a:pt x="19" y="0"/>
                  <a:pt x="9" y="11"/>
                  <a:pt x="9" y="26"/>
                </a:cubicBezTo>
                <a:cubicBezTo>
                  <a:pt x="9" y="34"/>
                  <a:pt x="17" y="44"/>
                  <a:pt x="22" y="50"/>
                </a:cubicBezTo>
                <a:cubicBezTo>
                  <a:pt x="13" y="52"/>
                  <a:pt x="5" y="58"/>
                  <a:pt x="0" y="65"/>
                </a:cubicBezTo>
              </a:path>
            </a:pathLst>
          </a:custGeom>
          <a:ln>
            <a:headEnd/>
            <a:tailEnd/>
          </a:ln>
        </p:spPr>
        <p:style>
          <a:lnRef idx="1">
            <a:schemeClr val="accent2"/>
          </a:lnRef>
          <a:fillRef idx="0">
            <a:schemeClr val="accent2"/>
          </a:fillRef>
          <a:effectRef idx="0">
            <a:schemeClr val="accent2"/>
          </a:effectRef>
          <a:fontRef idx="minor">
            <a:schemeClr val="tx1"/>
          </a:fontRef>
        </p:style>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59" name="Freeform 350">
            <a:extLst>
              <a:ext uri="{FF2B5EF4-FFF2-40B4-BE49-F238E27FC236}">
                <a16:creationId xmlns:a16="http://schemas.microsoft.com/office/drawing/2014/main" id="{39894490-065A-4ABE-BC71-0BFAE1EC1B8E}"/>
              </a:ext>
            </a:extLst>
          </p:cNvPr>
          <p:cNvSpPr>
            <a:spLocks/>
          </p:cNvSpPr>
          <p:nvPr/>
        </p:nvSpPr>
        <p:spPr bwMode="auto">
          <a:xfrm>
            <a:off x="5500925" y="1796513"/>
            <a:ext cx="206207" cy="265653"/>
          </a:xfrm>
          <a:custGeom>
            <a:avLst/>
            <a:gdLst/>
            <a:ahLst/>
            <a:cxnLst>
              <a:cxn ang="0">
                <a:pos x="91" y="117"/>
              </a:cxn>
              <a:cxn ang="0">
                <a:pos x="55" y="49"/>
              </a:cxn>
              <a:cxn ang="0">
                <a:pos x="68" y="26"/>
              </a:cxn>
              <a:cxn ang="0">
                <a:pos x="47" y="0"/>
              </a:cxn>
              <a:cxn ang="0">
                <a:pos x="24" y="26"/>
              </a:cxn>
              <a:cxn ang="0">
                <a:pos x="36" y="49"/>
              </a:cxn>
              <a:cxn ang="0">
                <a:pos x="0" y="117"/>
              </a:cxn>
            </a:cxnLst>
            <a:rect l="0" t="0" r="r" b="b"/>
            <a:pathLst>
              <a:path w="91" h="117">
                <a:moveTo>
                  <a:pt x="91" y="117"/>
                </a:moveTo>
                <a:cubicBezTo>
                  <a:pt x="91" y="84"/>
                  <a:pt x="83" y="56"/>
                  <a:pt x="55" y="49"/>
                </a:cubicBezTo>
                <a:cubicBezTo>
                  <a:pt x="61" y="44"/>
                  <a:pt x="68" y="34"/>
                  <a:pt x="68" y="26"/>
                </a:cubicBezTo>
                <a:cubicBezTo>
                  <a:pt x="68" y="11"/>
                  <a:pt x="58" y="0"/>
                  <a:pt x="47" y="0"/>
                </a:cubicBezTo>
                <a:cubicBezTo>
                  <a:pt x="34" y="0"/>
                  <a:pt x="24" y="11"/>
                  <a:pt x="24" y="26"/>
                </a:cubicBezTo>
                <a:cubicBezTo>
                  <a:pt x="24" y="34"/>
                  <a:pt x="31" y="44"/>
                  <a:pt x="36" y="49"/>
                </a:cubicBezTo>
                <a:cubicBezTo>
                  <a:pt x="11" y="56"/>
                  <a:pt x="0" y="84"/>
                  <a:pt x="0" y="117"/>
                </a:cubicBezTo>
              </a:path>
            </a:pathLst>
          </a:custGeom>
          <a:ln>
            <a:headEnd/>
            <a:tailEnd/>
          </a:ln>
        </p:spPr>
        <p:style>
          <a:lnRef idx="1">
            <a:schemeClr val="accent2"/>
          </a:lnRef>
          <a:fillRef idx="0">
            <a:schemeClr val="accent2"/>
          </a:fillRef>
          <a:effectRef idx="0">
            <a:schemeClr val="accent2"/>
          </a:effectRef>
          <a:fontRef idx="minor">
            <a:schemeClr val="tx1"/>
          </a:fontRef>
        </p:style>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60" name="Freeform 351">
            <a:extLst>
              <a:ext uri="{FF2B5EF4-FFF2-40B4-BE49-F238E27FC236}">
                <a16:creationId xmlns:a16="http://schemas.microsoft.com/office/drawing/2014/main" id="{97BCB732-AC8E-4FB7-BB4D-C04DE2422F2F}"/>
              </a:ext>
            </a:extLst>
          </p:cNvPr>
          <p:cNvSpPr>
            <a:spLocks/>
          </p:cNvSpPr>
          <p:nvPr/>
        </p:nvSpPr>
        <p:spPr bwMode="auto">
          <a:xfrm>
            <a:off x="5707132" y="1796513"/>
            <a:ext cx="202491" cy="265653"/>
          </a:xfrm>
          <a:custGeom>
            <a:avLst/>
            <a:gdLst/>
            <a:ahLst/>
            <a:cxnLst>
              <a:cxn ang="0">
                <a:pos x="89" y="117"/>
              </a:cxn>
              <a:cxn ang="0">
                <a:pos x="55" y="49"/>
              </a:cxn>
              <a:cxn ang="0">
                <a:pos x="66" y="26"/>
              </a:cxn>
              <a:cxn ang="0">
                <a:pos x="45" y="0"/>
              </a:cxn>
              <a:cxn ang="0">
                <a:pos x="22" y="26"/>
              </a:cxn>
              <a:cxn ang="0">
                <a:pos x="35" y="49"/>
              </a:cxn>
              <a:cxn ang="0">
                <a:pos x="0" y="117"/>
              </a:cxn>
            </a:cxnLst>
            <a:rect l="0" t="0" r="r" b="b"/>
            <a:pathLst>
              <a:path w="89" h="117">
                <a:moveTo>
                  <a:pt x="89" y="117"/>
                </a:moveTo>
                <a:cubicBezTo>
                  <a:pt x="89" y="84"/>
                  <a:pt x="81" y="56"/>
                  <a:pt x="55" y="49"/>
                </a:cubicBezTo>
                <a:cubicBezTo>
                  <a:pt x="60" y="44"/>
                  <a:pt x="66" y="34"/>
                  <a:pt x="66" y="26"/>
                </a:cubicBezTo>
                <a:cubicBezTo>
                  <a:pt x="66" y="11"/>
                  <a:pt x="56" y="0"/>
                  <a:pt x="45" y="0"/>
                </a:cubicBezTo>
                <a:cubicBezTo>
                  <a:pt x="32" y="0"/>
                  <a:pt x="22" y="11"/>
                  <a:pt x="22" y="26"/>
                </a:cubicBezTo>
                <a:cubicBezTo>
                  <a:pt x="22" y="34"/>
                  <a:pt x="29" y="44"/>
                  <a:pt x="35" y="49"/>
                </a:cubicBezTo>
                <a:cubicBezTo>
                  <a:pt x="9" y="56"/>
                  <a:pt x="0" y="84"/>
                  <a:pt x="0" y="117"/>
                </a:cubicBezTo>
              </a:path>
            </a:pathLst>
          </a:custGeom>
          <a:ln>
            <a:headEnd/>
            <a:tailEnd/>
          </a:ln>
        </p:spPr>
        <p:style>
          <a:lnRef idx="1">
            <a:schemeClr val="accent2"/>
          </a:lnRef>
          <a:fillRef idx="0">
            <a:schemeClr val="accent2"/>
          </a:fillRef>
          <a:effectRef idx="0">
            <a:schemeClr val="accent2"/>
          </a:effectRef>
          <a:fontRef idx="minor">
            <a:schemeClr val="tx1"/>
          </a:fontRef>
        </p:style>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61" name="Freeform 352">
            <a:extLst>
              <a:ext uri="{FF2B5EF4-FFF2-40B4-BE49-F238E27FC236}">
                <a16:creationId xmlns:a16="http://schemas.microsoft.com/office/drawing/2014/main" id="{B2357013-EEBA-49A4-A5D7-51475E843BE0}"/>
              </a:ext>
            </a:extLst>
          </p:cNvPr>
          <p:cNvSpPr>
            <a:spLocks/>
          </p:cNvSpPr>
          <p:nvPr/>
        </p:nvSpPr>
        <p:spPr bwMode="auto">
          <a:xfrm>
            <a:off x="5788871" y="1922838"/>
            <a:ext cx="48301" cy="169052"/>
          </a:xfrm>
          <a:custGeom>
            <a:avLst/>
            <a:gdLst/>
            <a:ahLst/>
            <a:cxnLst>
              <a:cxn ang="0">
                <a:pos x="11" y="75"/>
              </a:cxn>
              <a:cxn ang="0">
                <a:pos x="0" y="64"/>
              </a:cxn>
              <a:cxn ang="0">
                <a:pos x="8" y="7"/>
              </a:cxn>
              <a:cxn ang="0">
                <a:pos x="5" y="0"/>
              </a:cxn>
              <a:cxn ang="0">
                <a:pos x="16" y="0"/>
              </a:cxn>
              <a:cxn ang="0">
                <a:pos x="13" y="7"/>
              </a:cxn>
              <a:cxn ang="0">
                <a:pos x="21" y="64"/>
              </a:cxn>
              <a:cxn ang="0">
                <a:pos x="16" y="70"/>
              </a:cxn>
            </a:cxnLst>
            <a:rect l="0" t="0" r="r" b="b"/>
            <a:pathLst>
              <a:path w="21" h="75">
                <a:moveTo>
                  <a:pt x="11" y="75"/>
                </a:moveTo>
                <a:cubicBezTo>
                  <a:pt x="8" y="71"/>
                  <a:pt x="5" y="70"/>
                  <a:pt x="0" y="64"/>
                </a:cubicBezTo>
                <a:cubicBezTo>
                  <a:pt x="0" y="53"/>
                  <a:pt x="7" y="16"/>
                  <a:pt x="8" y="7"/>
                </a:cubicBezTo>
                <a:cubicBezTo>
                  <a:pt x="7" y="5"/>
                  <a:pt x="4" y="4"/>
                  <a:pt x="5" y="0"/>
                </a:cubicBezTo>
                <a:cubicBezTo>
                  <a:pt x="9" y="2"/>
                  <a:pt x="12" y="1"/>
                  <a:pt x="16" y="0"/>
                </a:cubicBezTo>
                <a:cubicBezTo>
                  <a:pt x="16" y="3"/>
                  <a:pt x="14" y="5"/>
                  <a:pt x="13" y="7"/>
                </a:cubicBezTo>
                <a:cubicBezTo>
                  <a:pt x="14" y="17"/>
                  <a:pt x="21" y="54"/>
                  <a:pt x="21" y="64"/>
                </a:cubicBezTo>
                <a:cubicBezTo>
                  <a:pt x="19" y="67"/>
                  <a:pt x="18" y="67"/>
                  <a:pt x="16" y="70"/>
                </a:cubicBezTo>
              </a:path>
            </a:pathLst>
          </a:custGeom>
          <a:ln>
            <a:headEnd/>
            <a:tailEnd/>
          </a:ln>
        </p:spPr>
        <p:style>
          <a:lnRef idx="1">
            <a:schemeClr val="accent2"/>
          </a:lnRef>
          <a:fillRef idx="0">
            <a:schemeClr val="accent2"/>
          </a:fillRef>
          <a:effectRef idx="0">
            <a:schemeClr val="accent2"/>
          </a:effectRef>
          <a:fontRef idx="minor">
            <a:schemeClr val="tx1"/>
          </a:fontRef>
        </p:style>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62" name="Freeform 353">
            <a:extLst>
              <a:ext uri="{FF2B5EF4-FFF2-40B4-BE49-F238E27FC236}">
                <a16:creationId xmlns:a16="http://schemas.microsoft.com/office/drawing/2014/main" id="{DF407A4C-90BA-4FF1-BFAC-27C49411C08D}"/>
              </a:ext>
            </a:extLst>
          </p:cNvPr>
          <p:cNvSpPr>
            <a:spLocks/>
          </p:cNvSpPr>
          <p:nvPr/>
        </p:nvSpPr>
        <p:spPr bwMode="auto">
          <a:xfrm>
            <a:off x="5582664" y="1922838"/>
            <a:ext cx="46443" cy="169052"/>
          </a:xfrm>
          <a:custGeom>
            <a:avLst/>
            <a:gdLst/>
            <a:ahLst/>
            <a:cxnLst>
              <a:cxn ang="0">
                <a:pos x="11" y="75"/>
              </a:cxn>
              <a:cxn ang="0">
                <a:pos x="1" y="64"/>
              </a:cxn>
              <a:cxn ang="0">
                <a:pos x="8" y="7"/>
              </a:cxn>
              <a:cxn ang="0">
                <a:pos x="5" y="0"/>
              </a:cxn>
              <a:cxn ang="0">
                <a:pos x="16" y="0"/>
              </a:cxn>
              <a:cxn ang="0">
                <a:pos x="13" y="7"/>
              </a:cxn>
              <a:cxn ang="0">
                <a:pos x="21" y="64"/>
              </a:cxn>
              <a:cxn ang="0">
                <a:pos x="16" y="70"/>
              </a:cxn>
            </a:cxnLst>
            <a:rect l="0" t="0" r="r" b="b"/>
            <a:pathLst>
              <a:path w="21" h="75">
                <a:moveTo>
                  <a:pt x="11" y="75"/>
                </a:moveTo>
                <a:cubicBezTo>
                  <a:pt x="8" y="71"/>
                  <a:pt x="5" y="70"/>
                  <a:pt x="1" y="64"/>
                </a:cubicBezTo>
                <a:cubicBezTo>
                  <a:pt x="0" y="53"/>
                  <a:pt x="7" y="16"/>
                  <a:pt x="8" y="7"/>
                </a:cubicBezTo>
                <a:cubicBezTo>
                  <a:pt x="7" y="5"/>
                  <a:pt x="5" y="4"/>
                  <a:pt x="5" y="0"/>
                </a:cubicBezTo>
                <a:cubicBezTo>
                  <a:pt x="9" y="2"/>
                  <a:pt x="12" y="1"/>
                  <a:pt x="16" y="0"/>
                </a:cubicBezTo>
                <a:cubicBezTo>
                  <a:pt x="17" y="3"/>
                  <a:pt x="14" y="5"/>
                  <a:pt x="13" y="7"/>
                </a:cubicBezTo>
                <a:cubicBezTo>
                  <a:pt x="14" y="17"/>
                  <a:pt x="21" y="54"/>
                  <a:pt x="21" y="64"/>
                </a:cubicBezTo>
                <a:cubicBezTo>
                  <a:pt x="20" y="67"/>
                  <a:pt x="19" y="67"/>
                  <a:pt x="16" y="70"/>
                </a:cubicBezTo>
              </a:path>
            </a:pathLst>
          </a:custGeom>
          <a:ln>
            <a:headEnd/>
            <a:tailEnd/>
          </a:ln>
        </p:spPr>
        <p:style>
          <a:lnRef idx="1">
            <a:schemeClr val="accent2"/>
          </a:lnRef>
          <a:fillRef idx="0">
            <a:schemeClr val="accent2"/>
          </a:fillRef>
          <a:effectRef idx="0">
            <a:schemeClr val="accent2"/>
          </a:effectRef>
          <a:fontRef idx="minor">
            <a:schemeClr val="tx1"/>
          </a:fontRef>
        </p:style>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63" name="Freeform 354">
            <a:extLst>
              <a:ext uri="{FF2B5EF4-FFF2-40B4-BE49-F238E27FC236}">
                <a16:creationId xmlns:a16="http://schemas.microsoft.com/office/drawing/2014/main" id="{4E3B42A3-B37D-4ED8-8905-3A0583B71654}"/>
              </a:ext>
            </a:extLst>
          </p:cNvPr>
          <p:cNvSpPr>
            <a:spLocks/>
          </p:cNvSpPr>
          <p:nvPr/>
        </p:nvSpPr>
        <p:spPr bwMode="auto">
          <a:xfrm>
            <a:off x="5682981" y="1779794"/>
            <a:ext cx="46443" cy="167194"/>
          </a:xfrm>
          <a:custGeom>
            <a:avLst/>
            <a:gdLst/>
            <a:ahLst/>
            <a:cxnLst>
              <a:cxn ang="0">
                <a:pos x="11" y="74"/>
              </a:cxn>
              <a:cxn ang="0">
                <a:pos x="0" y="64"/>
              </a:cxn>
              <a:cxn ang="0">
                <a:pos x="8" y="7"/>
              </a:cxn>
              <a:cxn ang="0">
                <a:pos x="5" y="0"/>
              </a:cxn>
              <a:cxn ang="0">
                <a:pos x="16" y="0"/>
              </a:cxn>
              <a:cxn ang="0">
                <a:pos x="13" y="7"/>
              </a:cxn>
              <a:cxn ang="0">
                <a:pos x="21" y="64"/>
              </a:cxn>
              <a:cxn ang="0">
                <a:pos x="16" y="70"/>
              </a:cxn>
            </a:cxnLst>
            <a:rect l="0" t="0" r="r" b="b"/>
            <a:pathLst>
              <a:path w="21" h="74">
                <a:moveTo>
                  <a:pt x="11" y="74"/>
                </a:moveTo>
                <a:cubicBezTo>
                  <a:pt x="8" y="71"/>
                  <a:pt x="5" y="69"/>
                  <a:pt x="0" y="64"/>
                </a:cubicBezTo>
                <a:cubicBezTo>
                  <a:pt x="0" y="53"/>
                  <a:pt x="7" y="16"/>
                  <a:pt x="8" y="7"/>
                </a:cubicBezTo>
                <a:cubicBezTo>
                  <a:pt x="7" y="5"/>
                  <a:pt x="4" y="4"/>
                  <a:pt x="5" y="0"/>
                </a:cubicBezTo>
                <a:cubicBezTo>
                  <a:pt x="9" y="1"/>
                  <a:pt x="12" y="1"/>
                  <a:pt x="16" y="0"/>
                </a:cubicBezTo>
                <a:cubicBezTo>
                  <a:pt x="16" y="3"/>
                  <a:pt x="14" y="5"/>
                  <a:pt x="13" y="7"/>
                </a:cubicBezTo>
                <a:cubicBezTo>
                  <a:pt x="14" y="16"/>
                  <a:pt x="21" y="54"/>
                  <a:pt x="21" y="64"/>
                </a:cubicBezTo>
                <a:cubicBezTo>
                  <a:pt x="19" y="67"/>
                  <a:pt x="18" y="67"/>
                  <a:pt x="16" y="70"/>
                </a:cubicBezTo>
              </a:path>
            </a:pathLst>
          </a:custGeom>
          <a:ln>
            <a:headEnd/>
            <a:tailEnd/>
          </a:ln>
        </p:spPr>
        <p:style>
          <a:lnRef idx="1">
            <a:schemeClr val="accent2"/>
          </a:lnRef>
          <a:fillRef idx="0">
            <a:schemeClr val="accent2"/>
          </a:fillRef>
          <a:effectRef idx="0">
            <a:schemeClr val="accent2"/>
          </a:effectRef>
          <a:fontRef idx="minor">
            <a:schemeClr val="tx1"/>
          </a:fontRef>
        </p:style>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p:txBody>
      </p:sp>
      <p:sp>
        <p:nvSpPr>
          <p:cNvPr id="54" name="TextBox 53">
            <a:extLst>
              <a:ext uri="{FF2B5EF4-FFF2-40B4-BE49-F238E27FC236}">
                <a16:creationId xmlns:a16="http://schemas.microsoft.com/office/drawing/2014/main" id="{EAE04B12-299D-4797-B702-E34F356F1236}"/>
              </a:ext>
            </a:extLst>
          </p:cNvPr>
          <p:cNvSpPr txBox="1">
            <a:spLocks/>
          </p:cNvSpPr>
          <p:nvPr/>
        </p:nvSpPr>
        <p:spPr>
          <a:xfrm>
            <a:off x="4756594" y="2254702"/>
            <a:ext cx="1638787" cy="261610"/>
          </a:xfrm>
          <a:prstGeom prst="rect">
            <a:avLst/>
          </a:prstGeom>
          <a:noFill/>
        </p:spPr>
        <p:txBody>
          <a:bodyPr wrap="square" rtlCol="0">
            <a:spAutoFit/>
          </a:bodyPr>
          <a:lstStyle>
            <a:defPPr>
              <a:defRPr lang="en-US"/>
            </a:defPPr>
            <a:lvl1pPr marL="114300" indent="-114300">
              <a:buFont typeface="Arial" pitchFamily="34" charset="0"/>
              <a:buChar char="•"/>
              <a:defRPr sz="1200">
                <a:solidFill>
                  <a:schemeClr val="tx2"/>
                </a:solidFill>
                <a:latin typeface="Calibri" pitchFamily="34" charset="0"/>
                <a:cs typeface="Arial" pitchFamily="34" charset="0"/>
              </a:defRPr>
            </a:lvl1pPr>
          </a:lstStyle>
          <a:p>
            <a:pPr marL="144000" marR="0" lvl="0" indent="-144000" algn="l" defTabSz="914400" rtl="0" eaLnBrk="1" fontAlgn="auto" latinLnBrk="0" hangingPunct="1">
              <a:lnSpc>
                <a:spcPct val="100000"/>
              </a:lnSpc>
              <a:spcBef>
                <a:spcPts val="0"/>
              </a:spcBef>
              <a:spcAft>
                <a:spcPts val="100"/>
              </a:spcAft>
              <a:buClr>
                <a:srgbClr val="0070AD"/>
              </a:buClr>
              <a:buSzTx/>
              <a:buFont typeface="Wingdings" pitchFamily="2" charset="2"/>
              <a:buChar char="§"/>
              <a:tabLst/>
              <a:defRPr/>
            </a:pPr>
            <a:r>
              <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Client Partner</a:t>
            </a:r>
            <a:endPar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sym typeface="Calibri"/>
            </a:endParaRPr>
          </a:p>
        </p:txBody>
      </p:sp>
      <p:sp>
        <p:nvSpPr>
          <p:cNvPr id="55" name="TextBox 54">
            <a:extLst>
              <a:ext uri="{FF2B5EF4-FFF2-40B4-BE49-F238E27FC236}">
                <a16:creationId xmlns:a16="http://schemas.microsoft.com/office/drawing/2014/main" id="{250FB6FB-21C3-456D-AACA-165FAD279962}"/>
              </a:ext>
            </a:extLst>
          </p:cNvPr>
          <p:cNvSpPr txBox="1">
            <a:spLocks/>
          </p:cNvSpPr>
          <p:nvPr/>
        </p:nvSpPr>
        <p:spPr>
          <a:xfrm>
            <a:off x="4750018" y="3128615"/>
            <a:ext cx="1638787" cy="253916"/>
          </a:xfrm>
          <a:prstGeom prst="rect">
            <a:avLst/>
          </a:prstGeom>
          <a:noFill/>
        </p:spPr>
        <p:txBody>
          <a:bodyPr wrap="square" rtlCol="0">
            <a:spAutoFit/>
          </a:bodyPr>
          <a:lstStyle>
            <a:defPPr>
              <a:defRPr lang="en-US"/>
            </a:defPPr>
            <a:lvl1pPr marL="114300" indent="-114300">
              <a:buFont typeface="Arial" pitchFamily="34" charset="0"/>
              <a:buChar char="•"/>
              <a:defRPr sz="1200">
                <a:solidFill>
                  <a:schemeClr val="tx2"/>
                </a:solidFill>
                <a:latin typeface="Calibri" pitchFamily="34" charset="0"/>
                <a:cs typeface="Arial" pitchFamily="34" charset="0"/>
              </a:defRPr>
            </a:lvl1pPr>
          </a:lstStyle>
          <a:p>
            <a:pPr marL="144000" marR="0" lvl="0" indent="-144000" algn="l" defTabSz="914400" rtl="0" eaLnBrk="1" fontAlgn="auto" latinLnBrk="0" hangingPunct="1">
              <a:lnSpc>
                <a:spcPct val="100000"/>
              </a:lnSpc>
              <a:spcBef>
                <a:spcPts val="0"/>
              </a:spcBef>
              <a:spcAft>
                <a:spcPts val="100"/>
              </a:spcAft>
              <a:buClr>
                <a:srgbClr val="0070AD"/>
              </a:buClr>
              <a:buSzTx/>
              <a:buFont typeface="Wingdings" pitchFamily="2" charset="2"/>
              <a:buChar char="§"/>
              <a:tabLst/>
              <a:defRPr/>
            </a:pPr>
            <a:r>
              <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rPr>
              <a:t>SME and Architects</a:t>
            </a:r>
            <a:endParaRPr kumimoji="0" lang="en-US" sz="1050" b="0" i="0" u="none" strike="noStrike" kern="0" cap="none" spc="0" normalizeH="0" baseline="0" noProof="0">
              <a:ln>
                <a:noFill/>
              </a:ln>
              <a:solidFill>
                <a:prstClr val="black"/>
              </a:solidFill>
              <a:effectLst/>
              <a:uLnTx/>
              <a:uFillTx/>
              <a:latin typeface="Ubuntu" panose="020B0504030602030204" pitchFamily="34" charset="0"/>
              <a:ea typeface="+mn-ea"/>
              <a:cs typeface="Arial" pitchFamily="34" charset="0"/>
              <a:sym typeface="Calibri"/>
            </a:endParaRPr>
          </a:p>
        </p:txBody>
      </p:sp>
      <p:sp>
        <p:nvSpPr>
          <p:cNvPr id="76" name="Round Diagonal Corner Rectangle 50">
            <a:extLst>
              <a:ext uri="{FF2B5EF4-FFF2-40B4-BE49-F238E27FC236}">
                <a16:creationId xmlns:a16="http://schemas.microsoft.com/office/drawing/2014/main" id="{0E8A397A-A9C0-4924-8C4F-25FADDED5B90}"/>
              </a:ext>
            </a:extLst>
          </p:cNvPr>
          <p:cNvSpPr/>
          <p:nvPr/>
        </p:nvSpPr>
        <p:spPr>
          <a:xfrm>
            <a:off x="16602" y="791611"/>
            <a:ext cx="12175398" cy="435722"/>
          </a:xfrm>
          <a:prstGeom prst="round2DiagRect">
            <a:avLst>
              <a:gd name="adj1" fmla="val 0"/>
              <a:gd name="adj2" fmla="val 0"/>
            </a:avLst>
          </a:prstGeom>
          <a:solidFill>
            <a:schemeClr val="accent3"/>
          </a:solidFill>
          <a:ln w="19050" cap="rnd">
            <a:noFill/>
          </a:ln>
          <a:effectLst/>
        </p:spPr>
        <p:style>
          <a:lnRef idx="1">
            <a:schemeClr val="accent5"/>
          </a:lnRef>
          <a:fillRef idx="2">
            <a:schemeClr val="accent5"/>
          </a:fillRef>
          <a:effectRef idx="1">
            <a:schemeClr val="accent5"/>
          </a:effectRef>
          <a:fontRef idx="minor">
            <a:schemeClr val="dk1"/>
          </a:fontRef>
        </p:style>
        <p:txBody>
          <a:bodyPr lIns="45715" tIns="45715" rIns="45715" bIns="45715" rtlCol="0" anchor="ctr"/>
          <a:lstStyle/>
          <a:p>
            <a:pPr marL="0" marR="0" lvl="0" indent="0" algn="ctr" defTabSz="914400" rtl="0" eaLnBrk="0" fontAlgn="auto" latinLnBrk="0" hangingPunct="0">
              <a:lnSpc>
                <a:spcPct val="100000"/>
              </a:lnSpc>
              <a:spcBef>
                <a:spcPts val="0"/>
              </a:spcBef>
              <a:spcAft>
                <a:spcPts val="300"/>
              </a:spcAft>
              <a:buClrTx/>
              <a:buSzTx/>
              <a:buFontTx/>
              <a:buNone/>
              <a:tabLst>
                <a:tab pos="6858000" algn="r"/>
              </a:tabLst>
              <a:defRPr/>
            </a:pPr>
            <a:r>
              <a:rPr kumimoji="0" lang="en-US" sz="1100" b="1" i="0" u="none" strike="noStrike" kern="0" cap="none" spc="0" normalizeH="0" baseline="0" noProof="0">
                <a:ln>
                  <a:noFill/>
                </a:ln>
                <a:solidFill>
                  <a:sysClr val="window" lastClr="FFFFFF"/>
                </a:solidFill>
                <a:effectLst/>
                <a:uLnTx/>
                <a:uFillTx/>
                <a:latin typeface="Ubuntu"/>
                <a:ea typeface="MS PGothic" pitchFamily="34" charset="-128"/>
                <a:cs typeface="Arial" charset="0"/>
              </a:rPr>
              <a:t>A Governance structure including members of LFAB, Capgemini and Platform Vendor is proposed to review, monitor and manage the program</a:t>
            </a:r>
          </a:p>
        </p:txBody>
      </p:sp>
      <p:pic>
        <p:nvPicPr>
          <p:cNvPr id="4" name="Picture 3">
            <a:extLst>
              <a:ext uri="{FF2B5EF4-FFF2-40B4-BE49-F238E27FC236}">
                <a16:creationId xmlns:a16="http://schemas.microsoft.com/office/drawing/2014/main" id="{25AE1831-9267-498F-BCBF-A9892260BD3F}"/>
              </a:ext>
            </a:extLst>
          </p:cNvPr>
          <p:cNvPicPr>
            <a:picLocks noChangeAspect="1"/>
          </p:cNvPicPr>
          <p:nvPr/>
        </p:nvPicPr>
        <p:blipFill>
          <a:blip r:embed="rId5"/>
          <a:stretch>
            <a:fillRect/>
          </a:stretch>
        </p:blipFill>
        <p:spPr>
          <a:xfrm>
            <a:off x="1249556" y="1232111"/>
            <a:ext cx="1682492" cy="365760"/>
          </a:xfrm>
          <a:prstGeom prst="rect">
            <a:avLst/>
          </a:prstGeom>
        </p:spPr>
      </p:pic>
      <p:sp>
        <p:nvSpPr>
          <p:cNvPr id="77" name="Google Shape;2302;p190">
            <a:extLst>
              <a:ext uri="{FF2B5EF4-FFF2-40B4-BE49-F238E27FC236}">
                <a16:creationId xmlns:a16="http://schemas.microsoft.com/office/drawing/2014/main" id="{124CB46A-D688-4A22-8BBE-CB82D06DE7BD}"/>
              </a:ext>
            </a:extLst>
          </p:cNvPr>
          <p:cNvSpPr txBox="1"/>
          <p:nvPr/>
        </p:nvSpPr>
        <p:spPr>
          <a:xfrm>
            <a:off x="184039" y="5916354"/>
            <a:ext cx="1270555" cy="553998"/>
          </a:xfrm>
          <a:prstGeom prst="rect">
            <a:avLst/>
          </a:prstGeom>
          <a:noFill/>
          <a:ln>
            <a:noFill/>
          </a:ln>
        </p:spPr>
        <p:txBody>
          <a:bodyPr spcFirstLastPara="1" wrap="square" lIns="0" tIns="0" rIns="0" bIns="0" anchor="t" anchorCtr="0">
            <a:spAutoFit/>
          </a:bodyPr>
          <a:lstStyle/>
          <a:p>
            <a:pPr marL="0" marR="0" lvl="0" indent="0" algn="l" defTabSz="1219170" rtl="0" eaLnBrk="1" fontAlgn="auto" latinLnBrk="0" hangingPunct="1">
              <a:lnSpc>
                <a:spcPct val="100000"/>
              </a:lnSpc>
              <a:spcBef>
                <a:spcPts val="0"/>
              </a:spcBef>
              <a:spcAft>
                <a:spcPts val="0"/>
              </a:spcAft>
              <a:buClr>
                <a:srgbClr val="000000"/>
              </a:buClr>
              <a:buSzPts val="1100"/>
              <a:buFontTx/>
              <a:buNone/>
              <a:tabLst/>
              <a:defRPr/>
            </a:pPr>
            <a:r>
              <a:rPr kumimoji="0" lang="en-US" sz="3600" b="1" i="0" u="none" strike="noStrike" kern="0" cap="none" spc="0" normalizeH="0" baseline="0" noProof="0">
                <a:ln>
                  <a:noFill/>
                </a:ln>
                <a:solidFill>
                  <a:srgbClr val="2B5688">
                    <a:alpha val="55000"/>
                  </a:srgbClr>
                </a:solidFill>
                <a:effectLst/>
                <a:uLnTx/>
                <a:uFillTx/>
                <a:latin typeface="Ubuntu" panose="020B0504030602030204" pitchFamily="34" charset="0"/>
                <a:ea typeface="Open Sans ExtraBold"/>
                <a:cs typeface="Open Sans ExtraBold"/>
                <a:sym typeface="Open Sans ExtraBold"/>
              </a:rPr>
              <a:t>01</a:t>
            </a:r>
            <a:endParaRPr kumimoji="0" sz="3600" b="1" i="0" u="none" strike="noStrike" kern="0" cap="none" spc="0" normalizeH="0" baseline="0" noProof="0">
              <a:ln>
                <a:noFill/>
              </a:ln>
              <a:solidFill>
                <a:srgbClr val="2B5688">
                  <a:alpha val="55000"/>
                </a:srgbClr>
              </a:solidFill>
              <a:effectLst/>
              <a:uLnTx/>
              <a:uFillTx/>
              <a:latin typeface="Ubuntu" panose="020B0504030602030204" pitchFamily="34" charset="0"/>
              <a:ea typeface="Open Sans ExtraBold"/>
              <a:cs typeface="Open Sans ExtraBold"/>
              <a:sym typeface="Open Sans ExtraBold"/>
            </a:endParaRPr>
          </a:p>
        </p:txBody>
      </p:sp>
      <p:sp>
        <p:nvSpPr>
          <p:cNvPr id="78" name="Google Shape;2302;p190 - 1">
            <a:extLst>
              <a:ext uri="{FF2B5EF4-FFF2-40B4-BE49-F238E27FC236}">
                <a16:creationId xmlns:a16="http://schemas.microsoft.com/office/drawing/2014/main" id="{9E829206-3AB0-48C3-B7E4-703D5C6BD422}"/>
              </a:ext>
            </a:extLst>
          </p:cNvPr>
          <p:cNvSpPr txBox="1"/>
          <p:nvPr/>
        </p:nvSpPr>
        <p:spPr>
          <a:xfrm>
            <a:off x="3048221" y="5915814"/>
            <a:ext cx="1270555" cy="553998"/>
          </a:xfrm>
          <a:prstGeom prst="rect">
            <a:avLst/>
          </a:prstGeom>
          <a:noFill/>
          <a:ln>
            <a:noFill/>
          </a:ln>
        </p:spPr>
        <p:txBody>
          <a:bodyPr spcFirstLastPara="1" wrap="square" lIns="0" tIns="0" rIns="0" bIns="0" anchor="t" anchorCtr="0">
            <a:spAutoFit/>
          </a:bodyPr>
          <a:lstStyle/>
          <a:p>
            <a:pPr marL="0" marR="0" lvl="0" indent="0" algn="l" defTabSz="1219170" rtl="0" eaLnBrk="1" fontAlgn="auto" latinLnBrk="0" hangingPunct="1">
              <a:lnSpc>
                <a:spcPct val="100000"/>
              </a:lnSpc>
              <a:spcBef>
                <a:spcPts val="0"/>
              </a:spcBef>
              <a:spcAft>
                <a:spcPts val="0"/>
              </a:spcAft>
              <a:buClr>
                <a:srgbClr val="000000"/>
              </a:buClr>
              <a:buSzPts val="1100"/>
              <a:buFontTx/>
              <a:buNone/>
              <a:tabLst/>
              <a:defRPr/>
            </a:pPr>
            <a:r>
              <a:rPr kumimoji="0" lang="en-US" sz="3600" b="1" i="0" u="none" strike="noStrike" kern="0" cap="none" spc="0" normalizeH="0" baseline="0" noProof="0">
                <a:ln>
                  <a:noFill/>
                </a:ln>
                <a:solidFill>
                  <a:srgbClr val="2B5688">
                    <a:alpha val="55000"/>
                  </a:srgbClr>
                </a:solidFill>
                <a:effectLst/>
                <a:uLnTx/>
                <a:uFillTx/>
                <a:latin typeface="Ubuntu" panose="020B0504030602030204" pitchFamily="34" charset="0"/>
                <a:ea typeface="Open Sans ExtraBold"/>
                <a:cs typeface="Open Sans ExtraBold"/>
                <a:sym typeface="Open Sans ExtraBold"/>
              </a:rPr>
              <a:t>02</a:t>
            </a:r>
            <a:endParaRPr kumimoji="0" sz="3600" b="1" i="0" u="none" strike="noStrike" kern="0" cap="none" spc="0" normalizeH="0" baseline="0" noProof="0">
              <a:ln>
                <a:noFill/>
              </a:ln>
              <a:solidFill>
                <a:srgbClr val="2B5688">
                  <a:alpha val="55000"/>
                </a:srgbClr>
              </a:solidFill>
              <a:effectLst/>
              <a:uLnTx/>
              <a:uFillTx/>
              <a:latin typeface="Ubuntu" panose="020B0504030602030204" pitchFamily="34" charset="0"/>
              <a:ea typeface="Open Sans ExtraBold"/>
              <a:cs typeface="Open Sans ExtraBold"/>
              <a:sym typeface="Open Sans ExtraBold"/>
            </a:endParaRPr>
          </a:p>
        </p:txBody>
      </p:sp>
      <p:sp>
        <p:nvSpPr>
          <p:cNvPr id="79" name="Google Shape;2302;p190 - 2">
            <a:extLst>
              <a:ext uri="{FF2B5EF4-FFF2-40B4-BE49-F238E27FC236}">
                <a16:creationId xmlns:a16="http://schemas.microsoft.com/office/drawing/2014/main" id="{CD7E23BA-9231-4E8C-B971-83C6B1CE39C7}"/>
              </a:ext>
            </a:extLst>
          </p:cNvPr>
          <p:cNvSpPr txBox="1"/>
          <p:nvPr/>
        </p:nvSpPr>
        <p:spPr>
          <a:xfrm>
            <a:off x="5912403" y="5926859"/>
            <a:ext cx="1270555" cy="553998"/>
          </a:xfrm>
          <a:prstGeom prst="rect">
            <a:avLst/>
          </a:prstGeom>
          <a:noFill/>
          <a:ln>
            <a:noFill/>
          </a:ln>
        </p:spPr>
        <p:txBody>
          <a:bodyPr spcFirstLastPara="1" wrap="square" lIns="0" tIns="0" rIns="0" bIns="0" anchor="t" anchorCtr="0">
            <a:spAutoFit/>
          </a:bodyPr>
          <a:lstStyle/>
          <a:p>
            <a:pPr marL="0" marR="0" lvl="0" indent="0" algn="l" defTabSz="1219170" rtl="0" eaLnBrk="1" fontAlgn="auto" latinLnBrk="0" hangingPunct="1">
              <a:lnSpc>
                <a:spcPct val="100000"/>
              </a:lnSpc>
              <a:spcBef>
                <a:spcPts val="0"/>
              </a:spcBef>
              <a:spcAft>
                <a:spcPts val="0"/>
              </a:spcAft>
              <a:buClr>
                <a:srgbClr val="000000"/>
              </a:buClr>
              <a:buSzPts val="1100"/>
              <a:buFontTx/>
              <a:buNone/>
              <a:tabLst/>
              <a:defRPr/>
            </a:pPr>
            <a:r>
              <a:rPr kumimoji="0" lang="en-US" sz="3600" b="1" i="0" u="none" strike="noStrike" kern="0" cap="none" spc="0" normalizeH="0" baseline="0" noProof="0">
                <a:ln>
                  <a:noFill/>
                </a:ln>
                <a:solidFill>
                  <a:srgbClr val="2B5688">
                    <a:alpha val="55000"/>
                  </a:srgbClr>
                </a:solidFill>
                <a:effectLst/>
                <a:uLnTx/>
                <a:uFillTx/>
                <a:latin typeface="Ubuntu" panose="020B0504030602030204" pitchFamily="34" charset="0"/>
                <a:ea typeface="Open Sans ExtraBold"/>
                <a:cs typeface="Open Sans ExtraBold"/>
                <a:sym typeface="Open Sans ExtraBold"/>
              </a:rPr>
              <a:t>03</a:t>
            </a:r>
            <a:endParaRPr kumimoji="0" sz="3600" b="1" i="0" u="none" strike="noStrike" kern="0" cap="none" spc="0" normalizeH="0" baseline="0" noProof="0">
              <a:ln>
                <a:noFill/>
              </a:ln>
              <a:solidFill>
                <a:srgbClr val="2B5688">
                  <a:alpha val="55000"/>
                </a:srgbClr>
              </a:solidFill>
              <a:effectLst/>
              <a:uLnTx/>
              <a:uFillTx/>
              <a:latin typeface="Ubuntu" panose="020B0504030602030204" pitchFamily="34" charset="0"/>
              <a:ea typeface="Open Sans ExtraBold"/>
              <a:cs typeface="Open Sans ExtraBold"/>
              <a:sym typeface="Open Sans ExtraBold"/>
            </a:endParaRPr>
          </a:p>
        </p:txBody>
      </p:sp>
      <p:sp>
        <p:nvSpPr>
          <p:cNvPr id="80" name="Google Shape;2302;p190 - 3">
            <a:extLst>
              <a:ext uri="{FF2B5EF4-FFF2-40B4-BE49-F238E27FC236}">
                <a16:creationId xmlns:a16="http://schemas.microsoft.com/office/drawing/2014/main" id="{2F3A4CDD-C13F-4B76-A52E-79A1CD9BF5CC}"/>
              </a:ext>
            </a:extLst>
          </p:cNvPr>
          <p:cNvSpPr txBox="1"/>
          <p:nvPr/>
        </p:nvSpPr>
        <p:spPr>
          <a:xfrm>
            <a:off x="8776584" y="5916354"/>
            <a:ext cx="1270555" cy="553998"/>
          </a:xfrm>
          <a:prstGeom prst="rect">
            <a:avLst/>
          </a:prstGeom>
          <a:noFill/>
          <a:ln>
            <a:noFill/>
          </a:ln>
        </p:spPr>
        <p:txBody>
          <a:bodyPr spcFirstLastPara="1" wrap="square" lIns="0" tIns="0" rIns="0" bIns="0" anchor="t" anchorCtr="0">
            <a:spAutoFit/>
          </a:bodyPr>
          <a:lstStyle/>
          <a:p>
            <a:pPr marL="0" marR="0" lvl="0" indent="0" algn="l" defTabSz="1219170" rtl="0" eaLnBrk="1" fontAlgn="auto" latinLnBrk="0" hangingPunct="1">
              <a:lnSpc>
                <a:spcPct val="100000"/>
              </a:lnSpc>
              <a:spcBef>
                <a:spcPts val="0"/>
              </a:spcBef>
              <a:spcAft>
                <a:spcPts val="0"/>
              </a:spcAft>
              <a:buClr>
                <a:srgbClr val="000000"/>
              </a:buClr>
              <a:buSzPts val="1100"/>
              <a:buFontTx/>
              <a:buNone/>
              <a:tabLst/>
              <a:defRPr/>
            </a:pPr>
            <a:r>
              <a:rPr kumimoji="0" lang="en-US" sz="3600" b="1" i="0" u="none" strike="noStrike" kern="0" cap="none" spc="0" normalizeH="0" baseline="0" noProof="0">
                <a:ln>
                  <a:noFill/>
                </a:ln>
                <a:solidFill>
                  <a:srgbClr val="2B5688">
                    <a:alpha val="55000"/>
                  </a:srgbClr>
                </a:solidFill>
                <a:effectLst/>
                <a:uLnTx/>
                <a:uFillTx/>
                <a:latin typeface="Ubuntu" panose="020B0504030602030204" pitchFamily="34" charset="0"/>
                <a:ea typeface="Open Sans ExtraBold"/>
                <a:cs typeface="Open Sans ExtraBold"/>
                <a:sym typeface="Open Sans ExtraBold"/>
              </a:rPr>
              <a:t>04</a:t>
            </a:r>
            <a:endParaRPr kumimoji="0" sz="3600" b="1" i="0" u="none" strike="noStrike" kern="0" cap="none" spc="0" normalizeH="0" baseline="0" noProof="0">
              <a:ln>
                <a:noFill/>
              </a:ln>
              <a:solidFill>
                <a:srgbClr val="2B5688">
                  <a:alpha val="55000"/>
                </a:srgbClr>
              </a:solidFill>
              <a:effectLst/>
              <a:uLnTx/>
              <a:uFillTx/>
              <a:latin typeface="Ubuntu" panose="020B0504030602030204" pitchFamily="34" charset="0"/>
              <a:ea typeface="Open Sans ExtraBold"/>
              <a:cs typeface="Open Sans ExtraBold"/>
              <a:sym typeface="Open Sans ExtraBold"/>
            </a:endParaRPr>
          </a:p>
        </p:txBody>
      </p:sp>
      <p:sp>
        <p:nvSpPr>
          <p:cNvPr id="81" name="Rectangle 80">
            <a:extLst>
              <a:ext uri="{FF2B5EF4-FFF2-40B4-BE49-F238E27FC236}">
                <a16:creationId xmlns:a16="http://schemas.microsoft.com/office/drawing/2014/main" id="{C9284D43-9D03-4BD9-ABA5-AC31AF93E9D7}"/>
              </a:ext>
            </a:extLst>
          </p:cNvPr>
          <p:cNvSpPr/>
          <p:nvPr/>
        </p:nvSpPr>
        <p:spPr>
          <a:xfrm>
            <a:off x="732288" y="6019192"/>
            <a:ext cx="2045753"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2D023D"/>
                </a:solidFill>
                <a:effectLst/>
                <a:uLnTx/>
                <a:uFillTx/>
                <a:latin typeface="Ubuntu" panose="020B0504030602030204" pitchFamily="34" charset="0"/>
                <a:ea typeface="+mn-ea"/>
                <a:cs typeface="+mn-cs"/>
              </a:rPr>
              <a:t>Make work visible</a:t>
            </a:r>
          </a:p>
        </p:txBody>
      </p:sp>
      <p:sp>
        <p:nvSpPr>
          <p:cNvPr id="82" name="Rectangle 81">
            <a:extLst>
              <a:ext uri="{FF2B5EF4-FFF2-40B4-BE49-F238E27FC236}">
                <a16:creationId xmlns:a16="http://schemas.microsoft.com/office/drawing/2014/main" id="{7B1FB956-108B-4FE7-A7B0-03E32E7158CF}"/>
              </a:ext>
            </a:extLst>
          </p:cNvPr>
          <p:cNvSpPr/>
          <p:nvPr/>
        </p:nvSpPr>
        <p:spPr>
          <a:xfrm>
            <a:off x="9360450" y="6019192"/>
            <a:ext cx="2310248"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2D023D"/>
                </a:solidFill>
                <a:effectLst/>
                <a:uLnTx/>
                <a:uFillTx/>
                <a:latin typeface="Ubuntu" panose="020B0504030602030204" pitchFamily="34" charset="0"/>
                <a:ea typeface="+mn-ea"/>
                <a:cs typeface="+mn-cs"/>
              </a:rPr>
              <a:t>Learn with feedback</a:t>
            </a:r>
          </a:p>
        </p:txBody>
      </p:sp>
      <p:sp>
        <p:nvSpPr>
          <p:cNvPr id="83" name="Rectangle 82">
            <a:extLst>
              <a:ext uri="{FF2B5EF4-FFF2-40B4-BE49-F238E27FC236}">
                <a16:creationId xmlns:a16="http://schemas.microsoft.com/office/drawing/2014/main" id="{A4D2DD31-A6A1-4BBF-B925-F342AA3FA395}"/>
              </a:ext>
            </a:extLst>
          </p:cNvPr>
          <p:cNvSpPr/>
          <p:nvPr/>
        </p:nvSpPr>
        <p:spPr>
          <a:xfrm>
            <a:off x="3740323" y="6019192"/>
            <a:ext cx="1840568"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2D023D"/>
                </a:solidFill>
                <a:effectLst/>
                <a:uLnTx/>
                <a:uFillTx/>
                <a:latin typeface="Ubuntu" panose="020B0504030602030204" pitchFamily="34" charset="0"/>
                <a:ea typeface="+mn-ea"/>
                <a:cs typeface="+mn-cs"/>
              </a:rPr>
              <a:t>Trust our teams</a:t>
            </a:r>
          </a:p>
        </p:txBody>
      </p:sp>
      <p:sp>
        <p:nvSpPr>
          <p:cNvPr id="84" name="Rectangle 83">
            <a:extLst>
              <a:ext uri="{FF2B5EF4-FFF2-40B4-BE49-F238E27FC236}">
                <a16:creationId xmlns:a16="http://schemas.microsoft.com/office/drawing/2014/main" id="{ED5388E7-714E-4CFB-B506-739CEBFF1537}"/>
              </a:ext>
            </a:extLst>
          </p:cNvPr>
          <p:cNvSpPr/>
          <p:nvPr/>
        </p:nvSpPr>
        <p:spPr>
          <a:xfrm>
            <a:off x="6543173" y="6019192"/>
            <a:ext cx="1854995"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2D023D"/>
                </a:solidFill>
                <a:effectLst/>
                <a:uLnTx/>
                <a:uFillTx/>
                <a:latin typeface="Ubuntu" panose="020B0504030602030204" pitchFamily="34" charset="0"/>
                <a:ea typeface="+mn-ea"/>
                <a:cs typeface="+mn-cs"/>
              </a:rPr>
              <a:t>Remove friction</a:t>
            </a:r>
          </a:p>
        </p:txBody>
      </p:sp>
      <p:pic>
        <p:nvPicPr>
          <p:cNvPr id="85" name="Picture 84">
            <a:extLst>
              <a:ext uri="{FF2B5EF4-FFF2-40B4-BE49-F238E27FC236}">
                <a16:creationId xmlns:a16="http://schemas.microsoft.com/office/drawing/2014/main" id="{E448CD42-695C-48AD-9A1F-56D8050E5CE9}"/>
              </a:ext>
            </a:extLst>
          </p:cNvPr>
          <p:cNvPicPr>
            <a:picLocks noChangeAspect="1"/>
          </p:cNvPicPr>
          <p:nvPr/>
        </p:nvPicPr>
        <p:blipFill>
          <a:blip r:embed="rId6"/>
          <a:stretch>
            <a:fillRect/>
          </a:stretch>
        </p:blipFill>
        <p:spPr>
          <a:xfrm>
            <a:off x="10571040" y="87984"/>
            <a:ext cx="1440000" cy="689886"/>
          </a:xfrm>
          <a:prstGeom prst="rect">
            <a:avLst/>
          </a:prstGeom>
        </p:spPr>
      </p:pic>
      <p:pic>
        <p:nvPicPr>
          <p:cNvPr id="52" name="Picture 51" descr="Graphical user interface&#10;&#10;Description automatically generated with medium confidence">
            <a:extLst>
              <a:ext uri="{FF2B5EF4-FFF2-40B4-BE49-F238E27FC236}">
                <a16:creationId xmlns:a16="http://schemas.microsoft.com/office/drawing/2014/main" id="{26095BFE-9F4D-4D3C-B741-9E4BD9F9AAEB}"/>
              </a:ext>
            </a:extLst>
          </p:cNvPr>
          <p:cNvPicPr>
            <a:picLocks noChangeAspect="1"/>
          </p:cNvPicPr>
          <p:nvPr/>
        </p:nvPicPr>
        <p:blipFill rotWithShape="1">
          <a:blip r:embed="rId7">
            <a:extLst>
              <a:ext uri="{28A0092B-C50C-407E-A947-70E740481C1C}">
                <a14:useLocalDpi xmlns:a14="http://schemas.microsoft.com/office/drawing/2010/main" val="0"/>
              </a:ext>
            </a:extLst>
          </a:blip>
          <a:srcRect t="37275" b="38018"/>
          <a:stretch/>
        </p:blipFill>
        <p:spPr>
          <a:xfrm>
            <a:off x="4750018" y="1292070"/>
            <a:ext cx="2103456" cy="346466"/>
          </a:xfrm>
          <a:prstGeom prst="rect">
            <a:avLst/>
          </a:prstGeom>
        </p:spPr>
      </p:pic>
      <p:sp>
        <p:nvSpPr>
          <p:cNvPr id="86" name="Oval 85">
            <a:extLst>
              <a:ext uri="{FF2B5EF4-FFF2-40B4-BE49-F238E27FC236}">
                <a16:creationId xmlns:a16="http://schemas.microsoft.com/office/drawing/2014/main" id="{2302BD0C-9BB0-45B6-8D16-E4F77DB864A5}"/>
              </a:ext>
            </a:extLst>
          </p:cNvPr>
          <p:cNvSpPr/>
          <p:nvPr/>
        </p:nvSpPr>
        <p:spPr>
          <a:xfrm>
            <a:off x="11777664" y="94536"/>
            <a:ext cx="328326" cy="335526"/>
          </a:xfrm>
          <a:prstGeom prst="ellipse">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Ubuntu"/>
                <a:ea typeface="+mn-ea"/>
                <a:cs typeface="+mn-cs"/>
              </a:rPr>
              <a:t>c</a:t>
            </a:r>
          </a:p>
        </p:txBody>
      </p:sp>
    </p:spTree>
    <p:extLst>
      <p:ext uri="{BB962C8B-B14F-4D97-AF65-F5344CB8AC3E}">
        <p14:creationId xmlns:p14="http://schemas.microsoft.com/office/powerpoint/2010/main" val="683064338"/>
      </p:ext>
    </p:extLst>
  </p:cSld>
  <p:clrMapOvr>
    <a:masterClrMapping/>
  </p:clrMapOvr>
  <p:transition spd="slow">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2850" y="151686"/>
            <a:ext cx="10164134" cy="1065179"/>
          </a:xfrm>
          <a:prstGeom prst="rect">
            <a:avLst/>
          </a:prstGeom>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p>
            <a:r>
              <a:rPr lang="en-US" sz="2400" b="1" cap="none"/>
              <a:t>An One-team that also comes together in a Structure to Deliver</a:t>
            </a:r>
            <a:endParaRPr lang="es-ES_tradnl" sz="2400" b="1" cap="none"/>
          </a:p>
        </p:txBody>
      </p:sp>
      <p:sp>
        <p:nvSpPr>
          <p:cNvPr id="84" name="TextBox 83">
            <a:extLst>
              <a:ext uri="{FF2B5EF4-FFF2-40B4-BE49-F238E27FC236}">
                <a16:creationId xmlns:a16="http://schemas.microsoft.com/office/drawing/2014/main" id="{91047D4F-CB9F-4082-BFBA-4DA9D19A996C}"/>
              </a:ext>
            </a:extLst>
          </p:cNvPr>
          <p:cNvSpPr txBox="1"/>
          <p:nvPr/>
        </p:nvSpPr>
        <p:spPr bwMode="gray">
          <a:xfrm>
            <a:off x="712851" y="566863"/>
            <a:ext cx="9858190" cy="4821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rtlCol="0" anchor="t" anchorCtr="0" compatLnSpc="1">
            <a:prstTxWarp prst="textNoShape">
              <a:avLst/>
            </a:prstTxWarp>
            <a:spAutoFit/>
          </a:bodyPr>
          <a:lstStyle/>
          <a:p>
            <a:pPr marL="182880" marR="0" lvl="1" indent="-182880" algn="just" defTabSz="913526" rtl="0" eaLnBrk="0" fontAlgn="base" latinLnBrk="0" hangingPunct="1">
              <a:lnSpc>
                <a:spcPct val="100000"/>
              </a:lnSpc>
              <a:spcBef>
                <a:spcPts val="200"/>
              </a:spcBef>
              <a:spcAft>
                <a:spcPts val="200"/>
              </a:spcAft>
              <a:buClr>
                <a:srgbClr val="009FE3"/>
              </a:buClr>
              <a:buSzPct val="125000"/>
              <a:buFontTx/>
              <a:buNone/>
              <a:tabLst/>
              <a:defRPr/>
            </a:pPr>
            <a:r>
              <a:rPr kumimoji="0" lang="en-US" sz="1400" b="0" i="0" u="none" strike="noStrike" kern="1200" cap="none" spc="0" normalizeH="0" baseline="0" noProof="0">
                <a:ln>
                  <a:noFill/>
                </a:ln>
                <a:solidFill>
                  <a:srgbClr val="0070AD"/>
                </a:solidFill>
                <a:effectLst/>
                <a:uLnTx/>
                <a:uFillTx/>
                <a:latin typeface="Ubuntu" panose="020B0504030602030204" pitchFamily="34" charset="0"/>
                <a:ea typeface="+mn-ea"/>
                <a:cs typeface="Arial" panose="020B0604020202020204" pitchFamily="34" charset="0"/>
              </a:rPr>
              <a:t>Capgemini team will be aligned with LFAB’s team to shared knowledge of critical business and technology issues.</a:t>
            </a:r>
          </a:p>
          <a:p>
            <a:pPr marL="182880" marR="0" lvl="1" indent="-182880" algn="just" defTabSz="913526" rtl="0" eaLnBrk="0" fontAlgn="base" latinLnBrk="0" hangingPunct="1">
              <a:lnSpc>
                <a:spcPct val="100000"/>
              </a:lnSpc>
              <a:spcBef>
                <a:spcPts val="200"/>
              </a:spcBef>
              <a:spcAft>
                <a:spcPts val="200"/>
              </a:spcAft>
              <a:buClr>
                <a:srgbClr val="009FE3"/>
              </a:buClr>
              <a:buSzPct val="125000"/>
              <a:buFontTx/>
              <a:buNone/>
              <a:tabLst/>
              <a:defRPr/>
            </a:pPr>
            <a:r>
              <a:rPr kumimoji="0" lang="en-US" sz="1400" b="0" i="0" u="none" strike="noStrike" kern="1200" cap="none" spc="0" normalizeH="0" baseline="0" noProof="0">
                <a:ln>
                  <a:noFill/>
                </a:ln>
                <a:solidFill>
                  <a:srgbClr val="0070AD"/>
                </a:solidFill>
                <a:effectLst/>
                <a:uLnTx/>
                <a:uFillTx/>
                <a:latin typeface="Ubuntu" panose="020B0504030602030204" pitchFamily="34" charset="0"/>
                <a:ea typeface="+mn-ea"/>
                <a:cs typeface="Arial" panose="020B0604020202020204" pitchFamily="34" charset="0"/>
              </a:rPr>
              <a:t>Offshore team is a critical component to deliver the program at scale &amp; speed</a:t>
            </a:r>
            <a:endParaRPr kumimoji="0" lang="es-ES_tradnl" sz="1400" b="0" i="0" u="none" strike="noStrike" kern="1200" cap="none" spc="0" normalizeH="0" baseline="0" noProof="0">
              <a:ln>
                <a:noFill/>
              </a:ln>
              <a:solidFill>
                <a:srgbClr val="0070AD"/>
              </a:solidFill>
              <a:effectLst/>
              <a:uLnTx/>
              <a:uFillTx/>
              <a:latin typeface="Ubuntu" panose="020B0504030602030204" pitchFamily="34" charset="0"/>
              <a:ea typeface="+mn-ea"/>
              <a:cs typeface="Arial" panose="020B0604020202020204" pitchFamily="34" charset="0"/>
            </a:endParaRPr>
          </a:p>
        </p:txBody>
      </p:sp>
      <p:sp>
        <p:nvSpPr>
          <p:cNvPr id="75" name="Rounded Rectangle 188">
            <a:extLst>
              <a:ext uri="{FF2B5EF4-FFF2-40B4-BE49-F238E27FC236}">
                <a16:creationId xmlns:a16="http://schemas.microsoft.com/office/drawing/2014/main" id="{DB8D3B55-8CB7-407D-8B9A-BF556AF1B096}"/>
              </a:ext>
            </a:extLst>
          </p:cNvPr>
          <p:cNvSpPr/>
          <p:nvPr/>
        </p:nvSpPr>
        <p:spPr>
          <a:xfrm>
            <a:off x="11004121" y="3168851"/>
            <a:ext cx="942395" cy="358293"/>
          </a:xfrm>
          <a:prstGeom prst="roundRect">
            <a:avLst/>
          </a:prstGeom>
          <a:solidFill>
            <a:srgbClr val="272936"/>
          </a:solidFill>
          <a:ln w="3175" cap="flat" cmpd="sng" algn="ctr">
            <a:solidFill>
              <a:srgbClr val="FF0000"/>
            </a:solidFill>
            <a:prstDash val="solid"/>
          </a:ln>
          <a:effectLst/>
        </p:spPr>
        <p:txBody>
          <a:bodyPr lIns="0" rIns="0"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endParaRPr kumimoji="0" lang="en-GB" sz="918" b="1" i="0" u="none" strike="noStrike" kern="0" cap="none" spc="0" normalizeH="0" baseline="0" noProof="0">
              <a:ln>
                <a:noFill/>
              </a:ln>
              <a:solidFill>
                <a:prstClr val="white"/>
              </a:solidFill>
              <a:effectLst/>
              <a:uLnTx/>
              <a:uFillTx/>
              <a:latin typeface="Ubuntu" panose="020B0504030602030204" pitchFamily="34" charset="0"/>
              <a:ea typeface="+mn-ea"/>
              <a:cs typeface="+mn-cs"/>
            </a:endParaRPr>
          </a:p>
        </p:txBody>
      </p:sp>
      <p:sp>
        <p:nvSpPr>
          <p:cNvPr id="74" name="Rounded Rectangle 53">
            <a:extLst>
              <a:ext uri="{FF2B5EF4-FFF2-40B4-BE49-F238E27FC236}">
                <a16:creationId xmlns:a16="http://schemas.microsoft.com/office/drawing/2014/main" id="{60CFAC7E-8AF6-45B9-9614-9B6221A63793}"/>
              </a:ext>
            </a:extLst>
          </p:cNvPr>
          <p:cNvSpPr/>
          <p:nvPr/>
        </p:nvSpPr>
        <p:spPr>
          <a:xfrm>
            <a:off x="9472714" y="3124577"/>
            <a:ext cx="378124" cy="420215"/>
          </a:xfrm>
          <a:prstGeom prst="roundRect">
            <a:avLst/>
          </a:prstGeom>
          <a:solidFill>
            <a:srgbClr val="998C85"/>
          </a:solidFill>
          <a:ln w="15875" cap="flat" cmpd="sng" algn="ctr">
            <a:solidFill>
              <a:srgbClr val="998C85"/>
            </a:solidFill>
            <a:prstDash val="solid"/>
          </a:ln>
          <a:effectLst/>
        </p:spPr>
        <p:txBody>
          <a:bodyPr rIns="46649"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endParaRPr kumimoji="0" lang="en-GB" sz="918" b="1" i="0" u="none" strike="noStrike" kern="0" cap="none" spc="0" normalizeH="0" baseline="0" noProof="0">
              <a:ln>
                <a:noFill/>
              </a:ln>
              <a:solidFill>
                <a:prstClr val="white"/>
              </a:solidFill>
              <a:effectLst/>
              <a:uLnTx/>
              <a:uFillTx/>
              <a:latin typeface="Ubuntu" panose="020B0504030602030204" pitchFamily="34" charset="0"/>
              <a:ea typeface="+mn-ea"/>
              <a:cs typeface="+mn-cs"/>
            </a:endParaRPr>
          </a:p>
        </p:txBody>
      </p:sp>
      <p:sp>
        <p:nvSpPr>
          <p:cNvPr id="106" name="Rounded Rectangle 188">
            <a:extLst>
              <a:ext uri="{FF2B5EF4-FFF2-40B4-BE49-F238E27FC236}">
                <a16:creationId xmlns:a16="http://schemas.microsoft.com/office/drawing/2014/main" id="{BB34FB38-1F9C-4C1D-BF16-9D2991F78613}"/>
              </a:ext>
            </a:extLst>
          </p:cNvPr>
          <p:cNvSpPr/>
          <p:nvPr/>
        </p:nvSpPr>
        <p:spPr>
          <a:xfrm>
            <a:off x="9976032" y="3682535"/>
            <a:ext cx="839284" cy="358293"/>
          </a:xfrm>
          <a:prstGeom prst="roundRect">
            <a:avLst/>
          </a:prstGeom>
          <a:solidFill>
            <a:srgbClr val="272936"/>
          </a:solidFill>
          <a:ln w="3175" cap="flat" cmpd="sng" algn="ctr">
            <a:solidFill>
              <a:srgbClr val="FF0000"/>
            </a:solidFill>
            <a:prstDash val="solid"/>
          </a:ln>
          <a:effectLst/>
        </p:spPr>
        <p:txBody>
          <a:bodyPr lIns="0" rIns="0"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endParaRPr kumimoji="0" lang="en-GB" sz="918" b="1" i="0" u="none" strike="noStrike" kern="0" cap="none" spc="0" normalizeH="0" baseline="0" noProof="0">
              <a:ln>
                <a:noFill/>
              </a:ln>
              <a:solidFill>
                <a:prstClr val="white"/>
              </a:solidFill>
              <a:effectLst/>
              <a:uLnTx/>
              <a:uFillTx/>
              <a:latin typeface="Ubuntu" panose="020B0504030602030204" pitchFamily="34" charset="0"/>
              <a:ea typeface="+mn-ea"/>
              <a:cs typeface="+mn-cs"/>
            </a:endParaRPr>
          </a:p>
        </p:txBody>
      </p:sp>
      <p:sp>
        <p:nvSpPr>
          <p:cNvPr id="99" name="Rectangle 98">
            <a:extLst>
              <a:ext uri="{FF2B5EF4-FFF2-40B4-BE49-F238E27FC236}">
                <a16:creationId xmlns:a16="http://schemas.microsoft.com/office/drawing/2014/main" id="{603D4F3F-AD4C-4F1D-874C-D47748FF1F1F}"/>
              </a:ext>
            </a:extLst>
          </p:cNvPr>
          <p:cNvSpPr/>
          <p:nvPr/>
        </p:nvSpPr>
        <p:spPr>
          <a:xfrm>
            <a:off x="4113081" y="3970207"/>
            <a:ext cx="1112132" cy="2106965"/>
          </a:xfrm>
          <a:prstGeom prst="rect">
            <a:avLst/>
          </a:prstGeom>
        </p:spPr>
        <p:txBody>
          <a:bodyPr wrap="none">
            <a:noAutofit/>
          </a:bodyPr>
          <a:lstStyle/>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FF0000"/>
                </a:solidFill>
                <a:effectLst/>
                <a:uLnTx/>
                <a:uFillTx/>
                <a:latin typeface="Ubuntu" panose="020B0504030602030204" pitchFamily="34" charset="0"/>
                <a:ea typeface="+mn-ea"/>
                <a:cs typeface="+mn-cs"/>
              </a:rPr>
              <a:t>Scrum Master</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FF0000"/>
                </a:solidFill>
                <a:effectLst/>
                <a:uLnTx/>
                <a:uFillTx/>
                <a:latin typeface="Ubuntu" panose="020B0504030602030204" pitchFamily="34" charset="0"/>
                <a:ea typeface="+mn-ea"/>
                <a:cs typeface="+mn-cs"/>
              </a:rPr>
              <a:t>Product Owner</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FF0000"/>
                </a:solidFill>
                <a:effectLst/>
                <a:uLnTx/>
                <a:uFillTx/>
                <a:latin typeface="Ubuntu" panose="020B0504030602030204" pitchFamily="34" charset="0"/>
                <a:ea typeface="+mn-ea"/>
                <a:cs typeface="+mn-cs"/>
              </a:rPr>
              <a:t>Business SMEs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FE3"/>
                </a:solidFill>
                <a:effectLst/>
                <a:uLnTx/>
                <a:uFillTx/>
                <a:latin typeface="Ubuntu" panose="020B0504030602030204" pitchFamily="34" charset="0"/>
                <a:ea typeface="+mn-ea"/>
                <a:cs typeface="+mn-cs"/>
              </a:rPr>
              <a:t>* Business Analysts</a:t>
            </a: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FF6A10"/>
              </a:solidFill>
              <a:effectLst/>
              <a:uLnTx/>
              <a:uFillTx/>
              <a:latin typeface="Ubuntu" panose="020B0504030602030204" pitchFamily="34"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FF6A10"/>
              </a:solidFill>
              <a:effectLst/>
              <a:uLnTx/>
              <a:uFillTx/>
              <a:latin typeface="Ubuntu" panose="020B0504030602030204" pitchFamily="34"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FF6A10"/>
              </a:solidFill>
              <a:effectLst/>
              <a:uLnTx/>
              <a:uFillTx/>
              <a:latin typeface="Ubuntu" panose="020B0504030602030204" pitchFamily="34"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FF6A10"/>
              </a:solidFill>
              <a:effectLst/>
              <a:uLnTx/>
              <a:uFillTx/>
              <a:latin typeface="Ubuntu" panose="020B0504030602030204" pitchFamily="34"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FF6A10"/>
              </a:solidFill>
              <a:effectLst/>
              <a:uLnTx/>
              <a:uFillTx/>
              <a:latin typeface="Ubuntu" panose="020B0504030602030204" pitchFamily="34"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FF6A10"/>
              </a:solidFill>
              <a:effectLst/>
              <a:uLnTx/>
              <a:uFillTx/>
              <a:latin typeface="Ubuntu" panose="020B0504030602030204" pitchFamily="34"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FE3"/>
                </a:solidFill>
                <a:effectLst/>
                <a:uLnTx/>
                <a:uFillTx/>
                <a:latin typeface="Ubuntu" panose="020B0504030602030204" pitchFamily="34" charset="0"/>
                <a:ea typeface="+mn-ea"/>
                <a:cs typeface="+mn-cs"/>
              </a:rPr>
              <a:t># Tech Lead</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FE3"/>
                </a:solidFill>
                <a:effectLst/>
                <a:uLnTx/>
                <a:uFillTx/>
                <a:latin typeface="Ubuntu" panose="020B0504030602030204" pitchFamily="34" charset="0"/>
                <a:ea typeface="+mn-ea"/>
                <a:cs typeface="+mn-cs"/>
              </a:rPr>
              <a:t># Developers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FE3"/>
                </a:solidFill>
                <a:effectLst/>
                <a:uLnTx/>
                <a:uFillTx/>
                <a:latin typeface="Ubuntu" panose="020B0504030602030204" pitchFamily="34" charset="0"/>
                <a:ea typeface="+mn-ea"/>
                <a:cs typeface="+mn-cs"/>
              </a:rPr>
              <a:t># Testers</a:t>
            </a:r>
            <a:endParaRPr kumimoji="0" lang="en-GB" sz="918" b="0" i="0" u="none" strike="noStrike" kern="1200" cap="none" spc="0" normalizeH="0" baseline="0" noProof="0">
              <a:ln>
                <a:noFill/>
              </a:ln>
              <a:solidFill>
                <a:srgbClr val="003366">
                  <a:lumMod val="50000"/>
                </a:srgbClr>
              </a:solidFill>
              <a:effectLst/>
              <a:uLnTx/>
              <a:uFillTx/>
              <a:latin typeface="Ubuntu" panose="020B0504030602030204" pitchFamily="34"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003366">
                  <a:lumMod val="50000"/>
                </a:srgbClr>
              </a:solidFill>
              <a:effectLst/>
              <a:uLnTx/>
              <a:uFillTx/>
              <a:latin typeface="Ubuntu" panose="020B0504030602030204" pitchFamily="34"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003366">
                  <a:lumMod val="50000"/>
                </a:srgbClr>
              </a:solidFill>
              <a:effectLst/>
              <a:uLnTx/>
              <a:uFillTx/>
              <a:latin typeface="Ubuntu" panose="020B0504030602030204" pitchFamily="34" charset="0"/>
              <a:ea typeface="+mn-ea"/>
              <a:cs typeface="+mn-cs"/>
            </a:endParaRPr>
          </a:p>
        </p:txBody>
      </p:sp>
      <p:sp>
        <p:nvSpPr>
          <p:cNvPr id="86" name="Rounded Rectangle 54">
            <a:extLst>
              <a:ext uri="{FF2B5EF4-FFF2-40B4-BE49-F238E27FC236}">
                <a16:creationId xmlns:a16="http://schemas.microsoft.com/office/drawing/2014/main" id="{1D8A501B-C16B-49FB-A75B-C6AC9821D444}"/>
              </a:ext>
            </a:extLst>
          </p:cNvPr>
          <p:cNvSpPr/>
          <p:nvPr/>
        </p:nvSpPr>
        <p:spPr>
          <a:xfrm>
            <a:off x="7222202" y="3124577"/>
            <a:ext cx="992624" cy="420215"/>
          </a:xfrm>
          <a:prstGeom prst="roundRect">
            <a:avLst/>
          </a:prstGeom>
          <a:solidFill>
            <a:schemeClr val="accent4"/>
          </a:solidFill>
          <a:ln w="3175" cap="flat" cmpd="sng" algn="ctr">
            <a:solidFill>
              <a:srgbClr val="FF6A10"/>
            </a:solidFill>
            <a:prstDash val="solid"/>
          </a:ln>
          <a:effectLst/>
        </p:spPr>
        <p:txBody>
          <a:bodyPr lIns="0" rIns="0"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Ubuntu" panose="020B0504030602030204" pitchFamily="34" charset="0"/>
                <a:ea typeface="+mn-ea"/>
                <a:cs typeface="+mn-cs"/>
              </a:rPr>
              <a:t>Test Lead</a:t>
            </a:r>
          </a:p>
        </p:txBody>
      </p:sp>
      <p:grpSp>
        <p:nvGrpSpPr>
          <p:cNvPr id="7" name="Group 6">
            <a:extLst>
              <a:ext uri="{FF2B5EF4-FFF2-40B4-BE49-F238E27FC236}">
                <a16:creationId xmlns:a16="http://schemas.microsoft.com/office/drawing/2014/main" id="{00327BA0-A463-4BAB-90C9-53E5990DDC7F}"/>
              </a:ext>
            </a:extLst>
          </p:cNvPr>
          <p:cNvGrpSpPr/>
          <p:nvPr/>
        </p:nvGrpSpPr>
        <p:grpSpPr>
          <a:xfrm>
            <a:off x="1501036" y="4447374"/>
            <a:ext cx="314132" cy="465782"/>
            <a:chOff x="3459598" y="4464539"/>
            <a:chExt cx="808475" cy="888895"/>
          </a:xfrm>
        </p:grpSpPr>
        <p:pic>
          <p:nvPicPr>
            <p:cNvPr id="79" name="Picture 78">
              <a:extLst>
                <a:ext uri="{FF2B5EF4-FFF2-40B4-BE49-F238E27FC236}">
                  <a16:creationId xmlns:a16="http://schemas.microsoft.com/office/drawing/2014/main" id="{66021264-CDD8-4CFD-A20A-1BE5E254D510}"/>
                </a:ext>
              </a:extLst>
            </p:cNvPr>
            <p:cNvPicPr>
              <a:picLocks noChangeAspect="1"/>
            </p:cNvPicPr>
            <p:nvPr/>
          </p:nvPicPr>
          <p:blipFill rotWithShape="1">
            <a:blip r:embed="rId3" cstate="print"/>
            <a:srcRect l="49706" t="1297" r="21417"/>
            <a:stretch/>
          </p:blipFill>
          <p:spPr>
            <a:xfrm>
              <a:off x="3459598" y="4464539"/>
              <a:ext cx="744967" cy="888895"/>
            </a:xfrm>
            <a:prstGeom prst="rect">
              <a:avLst/>
            </a:prstGeom>
            <a:solidFill>
              <a:schemeClr val="bg1"/>
            </a:solidFill>
            <a:ln>
              <a:noFill/>
            </a:ln>
            <a:effectLst/>
            <a:scene3d>
              <a:camera prst="orthographicFront">
                <a:rot lat="0" lon="0" rev="0"/>
              </a:camera>
              <a:lightRig rig="threePt" dir="t">
                <a:rot lat="0" lon="0" rev="1200000"/>
              </a:lightRig>
            </a:scene3d>
            <a:sp3d/>
          </p:spPr>
        </p:pic>
        <p:sp>
          <p:nvSpPr>
            <p:cNvPr id="80" name="Rectangle 79">
              <a:extLst>
                <a:ext uri="{FF2B5EF4-FFF2-40B4-BE49-F238E27FC236}">
                  <a16:creationId xmlns:a16="http://schemas.microsoft.com/office/drawing/2014/main" id="{D327DDBD-A1B7-48A4-948C-B9EEF860986A}"/>
                </a:ext>
              </a:extLst>
            </p:cNvPr>
            <p:cNvSpPr/>
            <p:nvPr/>
          </p:nvSpPr>
          <p:spPr>
            <a:xfrm>
              <a:off x="3680750" y="5225414"/>
              <a:ext cx="240197" cy="93563"/>
            </a:xfrm>
            <a:prstGeom prst="rect">
              <a:avLst/>
            </a:prstGeom>
            <a:solidFill>
              <a:schemeClr val="bg1"/>
            </a:solidFill>
            <a:ln>
              <a:noFill/>
            </a:ln>
            <a:effectLst/>
            <a:scene3d>
              <a:camera prst="orthographicFront">
                <a:rot lat="0" lon="0" rev="0"/>
              </a:camera>
              <a:lightRig rig="threePt" dir="t">
                <a:rot lat="0" lon="0" rev="1200000"/>
              </a:lightRig>
            </a:scene3d>
            <a:sp3d/>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3297" tIns="46649" rIns="93297" bIns="46649" numCol="1" spcCol="0" rtlCol="0" fromWordArt="0" anchor="ctr" anchorCtr="0" forceAA="0" compatLnSpc="1">
              <a:prstTxWarp prst="textNoShape">
                <a:avLst/>
              </a:prstTxWarp>
              <a:normAutofit fontScale="25000" lnSpcReduction="20000"/>
            </a:bodyPr>
            <a:lstStyle/>
            <a:p>
              <a:pPr marL="0" marR="0" lvl="0" indent="0" algn="ctr" defTabSz="932962" rtl="0" eaLnBrk="1" fontAlgn="base" latinLnBrk="0" hangingPunct="1">
                <a:lnSpc>
                  <a:spcPct val="100000"/>
                </a:lnSpc>
                <a:spcBef>
                  <a:spcPct val="0"/>
                </a:spcBef>
                <a:spcAft>
                  <a:spcPct val="0"/>
                </a:spcAft>
                <a:buClrTx/>
                <a:buSzTx/>
                <a:buFontTx/>
                <a:buNone/>
                <a:tabLst/>
                <a:defRPr/>
              </a:pPr>
              <a:endParaRPr kumimoji="0" lang="en-GB" sz="2449" b="0"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81" name="Rectangle 80">
              <a:extLst>
                <a:ext uri="{FF2B5EF4-FFF2-40B4-BE49-F238E27FC236}">
                  <a16:creationId xmlns:a16="http://schemas.microsoft.com/office/drawing/2014/main" id="{1217986D-25F8-409A-A848-D1D1A5D1C36A}"/>
                </a:ext>
              </a:extLst>
            </p:cNvPr>
            <p:cNvSpPr/>
            <p:nvPr/>
          </p:nvSpPr>
          <p:spPr>
            <a:xfrm>
              <a:off x="3680329" y="4896420"/>
              <a:ext cx="240197" cy="116973"/>
            </a:xfrm>
            <a:prstGeom prst="rect">
              <a:avLst/>
            </a:prstGeom>
            <a:solidFill>
              <a:schemeClr val="bg1"/>
            </a:solidFill>
            <a:ln>
              <a:noFill/>
            </a:ln>
            <a:effectLst/>
            <a:scene3d>
              <a:camera prst="orthographicFront">
                <a:rot lat="0" lon="0" rev="0"/>
              </a:camera>
              <a:lightRig rig="threePt" dir="t">
                <a:rot lat="0" lon="0" rev="1200000"/>
              </a:lightRig>
            </a:scene3d>
            <a:sp3d/>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3297" tIns="46649" rIns="93297" bIns="46649" numCol="1" spcCol="0" rtlCol="0" fromWordArt="0" anchor="ctr" anchorCtr="0" forceAA="0" compatLnSpc="1">
              <a:prstTxWarp prst="textNoShape">
                <a:avLst/>
              </a:prstTxWarp>
              <a:normAutofit fontScale="25000" lnSpcReduction="20000"/>
            </a:bodyPr>
            <a:lstStyle/>
            <a:p>
              <a:pPr marL="0" marR="0" lvl="0" indent="0" algn="ctr" defTabSz="932962" rtl="0" eaLnBrk="1" fontAlgn="base" latinLnBrk="0" hangingPunct="1">
                <a:lnSpc>
                  <a:spcPct val="100000"/>
                </a:lnSpc>
                <a:spcBef>
                  <a:spcPct val="0"/>
                </a:spcBef>
                <a:spcAft>
                  <a:spcPct val="0"/>
                </a:spcAft>
                <a:buClrTx/>
                <a:buSzTx/>
                <a:buFontTx/>
                <a:buNone/>
                <a:tabLst/>
                <a:defRPr/>
              </a:pPr>
              <a:endParaRPr kumimoji="0" lang="en-GB" sz="2449" b="0"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82" name="Rectangle 81">
              <a:extLst>
                <a:ext uri="{FF2B5EF4-FFF2-40B4-BE49-F238E27FC236}">
                  <a16:creationId xmlns:a16="http://schemas.microsoft.com/office/drawing/2014/main" id="{4606DC6D-9546-4134-B7CA-0778B4FE4916}"/>
                </a:ext>
              </a:extLst>
            </p:cNvPr>
            <p:cNvSpPr/>
            <p:nvPr/>
          </p:nvSpPr>
          <p:spPr>
            <a:xfrm>
              <a:off x="3644659" y="4568070"/>
              <a:ext cx="118444" cy="113706"/>
            </a:xfrm>
            <a:prstGeom prst="rect">
              <a:avLst/>
            </a:prstGeom>
            <a:solidFill>
              <a:schemeClr val="bg1"/>
            </a:solidFill>
            <a:ln>
              <a:noFill/>
            </a:ln>
            <a:effectLst/>
            <a:scene3d>
              <a:camera prst="orthographicFront">
                <a:rot lat="0" lon="0" rev="0"/>
              </a:camera>
              <a:lightRig rig="threePt" dir="t">
                <a:rot lat="0" lon="0" rev="1200000"/>
              </a:lightRig>
            </a:scene3d>
            <a:sp3d/>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3297" tIns="46649" rIns="93297" bIns="46649" numCol="1" spcCol="0" rtlCol="0" fromWordArt="0" anchor="ctr" anchorCtr="0" forceAA="0" compatLnSpc="1">
              <a:prstTxWarp prst="textNoShape">
                <a:avLst/>
              </a:prstTxWarp>
              <a:normAutofit fontScale="25000" lnSpcReduction="20000"/>
            </a:bodyPr>
            <a:lstStyle/>
            <a:p>
              <a:pPr marL="0" marR="0" lvl="0" indent="0" algn="ctr" defTabSz="932962" rtl="0" eaLnBrk="1" fontAlgn="base" latinLnBrk="0" hangingPunct="1">
                <a:lnSpc>
                  <a:spcPct val="100000"/>
                </a:lnSpc>
                <a:spcBef>
                  <a:spcPct val="0"/>
                </a:spcBef>
                <a:spcAft>
                  <a:spcPct val="0"/>
                </a:spcAft>
                <a:buClrTx/>
                <a:buSzTx/>
                <a:buFontTx/>
                <a:buNone/>
                <a:tabLst/>
                <a:defRPr/>
              </a:pPr>
              <a:endParaRPr kumimoji="0" lang="en-GB" sz="2449" b="0"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sp>
          <p:nvSpPr>
            <p:cNvPr id="83" name="Rectangle 82">
              <a:extLst>
                <a:ext uri="{FF2B5EF4-FFF2-40B4-BE49-F238E27FC236}">
                  <a16:creationId xmlns:a16="http://schemas.microsoft.com/office/drawing/2014/main" id="{34C3DB35-3A14-4039-84EE-4F4D948D5327}"/>
                </a:ext>
              </a:extLst>
            </p:cNvPr>
            <p:cNvSpPr/>
            <p:nvPr/>
          </p:nvSpPr>
          <p:spPr>
            <a:xfrm>
              <a:off x="4149629" y="4852703"/>
              <a:ext cx="118444" cy="113706"/>
            </a:xfrm>
            <a:prstGeom prst="rect">
              <a:avLst/>
            </a:prstGeom>
            <a:solidFill>
              <a:schemeClr val="bg1"/>
            </a:solidFill>
            <a:ln>
              <a:noFill/>
            </a:ln>
            <a:effectLst/>
            <a:scene3d>
              <a:camera prst="orthographicFront">
                <a:rot lat="0" lon="0" rev="0"/>
              </a:camera>
              <a:lightRig rig="threePt" dir="t">
                <a:rot lat="0" lon="0" rev="1200000"/>
              </a:lightRig>
            </a:scene3d>
            <a:sp3d/>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3297" tIns="46649" rIns="93297" bIns="46649" numCol="1" spcCol="0" rtlCol="0" fromWordArt="0" anchor="ctr" anchorCtr="0" forceAA="0" compatLnSpc="1">
              <a:prstTxWarp prst="textNoShape">
                <a:avLst/>
              </a:prstTxWarp>
              <a:normAutofit fontScale="25000" lnSpcReduction="20000"/>
            </a:bodyPr>
            <a:lstStyle/>
            <a:p>
              <a:pPr marL="0" marR="0" lvl="0" indent="0" algn="ctr" defTabSz="932962" rtl="0" eaLnBrk="1" fontAlgn="base" latinLnBrk="0" hangingPunct="1">
                <a:lnSpc>
                  <a:spcPct val="100000"/>
                </a:lnSpc>
                <a:spcBef>
                  <a:spcPct val="0"/>
                </a:spcBef>
                <a:spcAft>
                  <a:spcPct val="0"/>
                </a:spcAft>
                <a:buClrTx/>
                <a:buSzTx/>
                <a:buFontTx/>
                <a:buNone/>
                <a:tabLst/>
                <a:defRPr/>
              </a:pPr>
              <a:endParaRPr kumimoji="0" lang="en-GB" sz="2449" b="0"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grpSp>
      <p:sp>
        <p:nvSpPr>
          <p:cNvPr id="12" name="Rounded Rectangle 53">
            <a:extLst>
              <a:ext uri="{FF2B5EF4-FFF2-40B4-BE49-F238E27FC236}">
                <a16:creationId xmlns:a16="http://schemas.microsoft.com/office/drawing/2014/main" id="{DB9AA622-4561-43DC-90A4-0233B6FA1348}"/>
              </a:ext>
            </a:extLst>
          </p:cNvPr>
          <p:cNvSpPr/>
          <p:nvPr/>
        </p:nvSpPr>
        <p:spPr>
          <a:xfrm>
            <a:off x="10868785" y="1994357"/>
            <a:ext cx="1018120" cy="420215"/>
          </a:xfrm>
          <a:prstGeom prst="roundRect">
            <a:avLst/>
          </a:prstGeom>
          <a:solidFill>
            <a:srgbClr val="998C85"/>
          </a:solidFill>
          <a:ln w="15875" cap="flat" cmpd="sng" algn="ctr">
            <a:solidFill>
              <a:srgbClr val="998C85"/>
            </a:solidFill>
            <a:prstDash val="solid"/>
          </a:ln>
          <a:effectLst/>
        </p:spPr>
        <p:txBody>
          <a:bodyPr rIns="46649"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Ubuntu" panose="020B0504030602030204" pitchFamily="34" charset="0"/>
                <a:ea typeface="+mn-ea"/>
                <a:cs typeface="+mn-cs"/>
              </a:rPr>
              <a:t>Tech Arch &amp; Product SME</a:t>
            </a:r>
          </a:p>
        </p:txBody>
      </p:sp>
      <p:sp>
        <p:nvSpPr>
          <p:cNvPr id="14" name="Rounded Rectangle 54">
            <a:extLst>
              <a:ext uri="{FF2B5EF4-FFF2-40B4-BE49-F238E27FC236}">
                <a16:creationId xmlns:a16="http://schemas.microsoft.com/office/drawing/2014/main" id="{97E0AEA6-F13A-4D54-91B4-1A6FF4039E4D}"/>
              </a:ext>
            </a:extLst>
          </p:cNvPr>
          <p:cNvSpPr/>
          <p:nvPr/>
        </p:nvSpPr>
        <p:spPr>
          <a:xfrm>
            <a:off x="8444966" y="3109349"/>
            <a:ext cx="661329" cy="420215"/>
          </a:xfrm>
          <a:prstGeom prst="roundRect">
            <a:avLst/>
          </a:prstGeom>
          <a:solidFill>
            <a:schemeClr val="accent4"/>
          </a:solidFill>
          <a:ln w="3175" cap="flat" cmpd="sng" algn="ctr">
            <a:solidFill>
              <a:srgbClr val="FF6A10"/>
            </a:solidFill>
            <a:prstDash val="solid"/>
          </a:ln>
          <a:effectLst/>
        </p:spPr>
        <p:txBody>
          <a:bodyPr lIns="0" rIns="0"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Ubuntu" panose="020B0504030602030204" pitchFamily="34" charset="0"/>
                <a:ea typeface="+mn-ea"/>
                <a:cs typeface="+mn-cs"/>
              </a:rPr>
              <a:t>Test Lead</a:t>
            </a:r>
          </a:p>
        </p:txBody>
      </p:sp>
      <p:sp>
        <p:nvSpPr>
          <p:cNvPr id="15" name="TextBox 14">
            <a:extLst>
              <a:ext uri="{FF2B5EF4-FFF2-40B4-BE49-F238E27FC236}">
                <a16:creationId xmlns:a16="http://schemas.microsoft.com/office/drawing/2014/main" id="{2CA7C413-2350-417F-A738-E0B83ED62ED7}"/>
              </a:ext>
            </a:extLst>
          </p:cNvPr>
          <p:cNvSpPr txBox="1">
            <a:spLocks/>
          </p:cNvSpPr>
          <p:nvPr/>
        </p:nvSpPr>
        <p:spPr>
          <a:xfrm>
            <a:off x="396554" y="1134357"/>
            <a:ext cx="896661" cy="644928"/>
          </a:xfrm>
          <a:prstGeom prst="rect">
            <a:avLst/>
          </a:prstGeom>
          <a:solidFill>
            <a:schemeClr val="accent4">
              <a:lumMod val="75000"/>
              <a:lumOff val="25000"/>
            </a:schemeClr>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1122" b="1" i="0" u="none" strike="noStrike" kern="0" cap="none" spc="0" normalizeH="0" baseline="0" noProof="0">
                <a:ln>
                  <a:noFill/>
                </a:ln>
                <a:solidFill>
                  <a:prstClr val="white"/>
                </a:solidFill>
                <a:effectLst/>
                <a:uLnTx/>
                <a:uFillTx/>
                <a:latin typeface="Ubuntu" panose="020B0504030602030204" pitchFamily="34" charset="0"/>
                <a:ea typeface="+mn-ea"/>
                <a:cs typeface="+mn-cs"/>
              </a:rPr>
              <a:t>Executive Leadership</a:t>
            </a:r>
          </a:p>
        </p:txBody>
      </p:sp>
      <p:sp>
        <p:nvSpPr>
          <p:cNvPr id="16" name="TextBox 15">
            <a:extLst>
              <a:ext uri="{FF2B5EF4-FFF2-40B4-BE49-F238E27FC236}">
                <a16:creationId xmlns:a16="http://schemas.microsoft.com/office/drawing/2014/main" id="{710CBCA4-016A-45ED-AEFA-6BDDB2CF4EA2}"/>
              </a:ext>
            </a:extLst>
          </p:cNvPr>
          <p:cNvSpPr txBox="1">
            <a:spLocks/>
          </p:cNvSpPr>
          <p:nvPr/>
        </p:nvSpPr>
        <p:spPr>
          <a:xfrm>
            <a:off x="396554" y="1933532"/>
            <a:ext cx="896661" cy="644928"/>
          </a:xfrm>
          <a:prstGeom prst="rect">
            <a:avLst/>
          </a:prstGeom>
          <a:solidFill>
            <a:schemeClr val="accent4">
              <a:lumMod val="75000"/>
              <a:lumOff val="25000"/>
            </a:schemeClr>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1122" b="1" i="0" u="none" strike="noStrike" kern="0" cap="none" spc="0" normalizeH="0" baseline="0" noProof="0">
                <a:ln>
                  <a:noFill/>
                </a:ln>
                <a:solidFill>
                  <a:prstClr val="white"/>
                </a:solidFill>
                <a:effectLst/>
                <a:uLnTx/>
                <a:uFillTx/>
                <a:latin typeface="Ubuntu" panose="020B0504030602030204" pitchFamily="34" charset="0"/>
                <a:ea typeface="+mn-ea"/>
                <a:cs typeface="+mn-cs"/>
              </a:rPr>
              <a:t>Program Leadership</a:t>
            </a:r>
          </a:p>
        </p:txBody>
      </p:sp>
      <p:sp>
        <p:nvSpPr>
          <p:cNvPr id="17" name="TextBox 16">
            <a:extLst>
              <a:ext uri="{FF2B5EF4-FFF2-40B4-BE49-F238E27FC236}">
                <a16:creationId xmlns:a16="http://schemas.microsoft.com/office/drawing/2014/main" id="{AB1BDC10-F7E6-4376-91D9-990A24A5DF25}"/>
              </a:ext>
            </a:extLst>
          </p:cNvPr>
          <p:cNvSpPr txBox="1">
            <a:spLocks/>
          </p:cNvSpPr>
          <p:nvPr/>
        </p:nvSpPr>
        <p:spPr>
          <a:xfrm>
            <a:off x="396554" y="2669361"/>
            <a:ext cx="896661" cy="3606567"/>
          </a:xfrm>
          <a:prstGeom prst="rect">
            <a:avLst/>
          </a:prstGeom>
          <a:solidFill>
            <a:schemeClr val="accent4">
              <a:lumMod val="75000"/>
              <a:lumOff val="25000"/>
            </a:schemeClr>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1122" b="1" i="0" u="none" strike="noStrike" kern="0" cap="none" spc="0" normalizeH="0" baseline="0" noProof="0">
                <a:ln>
                  <a:noFill/>
                </a:ln>
                <a:solidFill>
                  <a:prstClr val="white"/>
                </a:solidFill>
                <a:effectLst/>
                <a:uLnTx/>
                <a:uFillTx/>
                <a:latin typeface="Ubuntu" panose="020B0504030602030204" pitchFamily="34" charset="0"/>
                <a:ea typeface="+mn-ea"/>
                <a:cs typeface="+mn-cs"/>
              </a:rPr>
              <a:t>Delivery Teams</a:t>
            </a:r>
          </a:p>
        </p:txBody>
      </p:sp>
      <p:sp>
        <p:nvSpPr>
          <p:cNvPr id="19" name="Rectangle 18">
            <a:extLst>
              <a:ext uri="{FF2B5EF4-FFF2-40B4-BE49-F238E27FC236}">
                <a16:creationId xmlns:a16="http://schemas.microsoft.com/office/drawing/2014/main" id="{2A3A8884-5B72-4558-A798-27575E691200}"/>
              </a:ext>
            </a:extLst>
          </p:cNvPr>
          <p:cNvSpPr/>
          <p:nvPr/>
        </p:nvSpPr>
        <p:spPr>
          <a:xfrm>
            <a:off x="4931787" y="4687941"/>
            <a:ext cx="0" cy="0"/>
          </a:xfrm>
          <a:prstGeom prst="rect">
            <a:avLst/>
          </a:prstGeom>
          <a:noFill/>
          <a:ln w="25400" cap="flat" cmpd="sng" algn="ctr">
            <a:noFill/>
            <a:prstDash val="solid"/>
          </a:ln>
          <a:effectLst/>
        </p:spPr>
        <p:txBody>
          <a:bodyPr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endParaRPr kumimoji="0" lang="en-GB" sz="2449" b="0" i="0" u="none" strike="noStrike" kern="0" cap="none" spc="0" normalizeH="0" baseline="0" noProof="0">
              <a:ln>
                <a:noFill/>
              </a:ln>
              <a:solidFill>
                <a:srgbClr val="998C85">
                  <a:lumMod val="50000"/>
                </a:srgbClr>
              </a:solidFill>
              <a:effectLst/>
              <a:uLnTx/>
              <a:uFillTx/>
              <a:latin typeface="Ubuntu" panose="020B0504030602030204" pitchFamily="34" charset="0"/>
              <a:ea typeface="+mn-ea"/>
              <a:cs typeface="+mn-cs"/>
            </a:endParaRPr>
          </a:p>
        </p:txBody>
      </p:sp>
      <p:sp>
        <p:nvSpPr>
          <p:cNvPr id="20" name="Rectangle 19">
            <a:extLst>
              <a:ext uri="{FF2B5EF4-FFF2-40B4-BE49-F238E27FC236}">
                <a16:creationId xmlns:a16="http://schemas.microsoft.com/office/drawing/2014/main" id="{387F72F7-351E-4BE7-B90A-760EE02EC6C7}"/>
              </a:ext>
            </a:extLst>
          </p:cNvPr>
          <p:cNvSpPr/>
          <p:nvPr/>
        </p:nvSpPr>
        <p:spPr>
          <a:xfrm>
            <a:off x="9554200" y="5491103"/>
            <a:ext cx="0" cy="0"/>
          </a:xfrm>
          <a:prstGeom prst="rect">
            <a:avLst/>
          </a:prstGeom>
          <a:noFill/>
          <a:ln w="25400" cap="flat" cmpd="sng" algn="ctr">
            <a:noFill/>
            <a:prstDash val="solid"/>
          </a:ln>
          <a:effectLst/>
        </p:spPr>
        <p:txBody>
          <a:bodyPr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endParaRPr kumimoji="0" lang="en-GB" sz="2449" b="0" i="0" u="none" strike="noStrike" kern="0" cap="none" spc="0" normalizeH="0" baseline="0" noProof="0">
              <a:ln>
                <a:noFill/>
              </a:ln>
              <a:solidFill>
                <a:srgbClr val="998C85">
                  <a:lumMod val="50000"/>
                </a:srgbClr>
              </a:solidFill>
              <a:effectLst/>
              <a:uLnTx/>
              <a:uFillTx/>
              <a:latin typeface="Ubuntu" panose="020B0504030602030204" pitchFamily="34" charset="0"/>
              <a:ea typeface="+mn-ea"/>
              <a:cs typeface="+mn-cs"/>
            </a:endParaRPr>
          </a:p>
        </p:txBody>
      </p:sp>
      <p:sp>
        <p:nvSpPr>
          <p:cNvPr id="21" name="Rounded Rectangle 77">
            <a:extLst>
              <a:ext uri="{FF2B5EF4-FFF2-40B4-BE49-F238E27FC236}">
                <a16:creationId xmlns:a16="http://schemas.microsoft.com/office/drawing/2014/main" id="{C5A51A53-7B89-4196-B5FB-6399392A3334}"/>
              </a:ext>
            </a:extLst>
          </p:cNvPr>
          <p:cNvSpPr/>
          <p:nvPr/>
        </p:nvSpPr>
        <p:spPr>
          <a:xfrm>
            <a:off x="10232749" y="1266726"/>
            <a:ext cx="1063860" cy="364026"/>
          </a:xfrm>
          <a:prstGeom prst="roundRect">
            <a:avLst/>
          </a:prstGeom>
          <a:solidFill>
            <a:srgbClr val="998C85"/>
          </a:solidFill>
          <a:ln w="15875" cap="flat" cmpd="sng" algn="ctr">
            <a:solidFill>
              <a:srgbClr val="998C85"/>
            </a:solidFill>
            <a:prstDash val="solid"/>
          </a:ln>
          <a:effectLst/>
        </p:spPr>
        <p:txBody>
          <a:bodyPr rIns="46649"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Ubuntu" panose="020B0504030602030204" pitchFamily="34" charset="0"/>
                <a:ea typeface="+mn-ea"/>
                <a:cs typeface="+mn-cs"/>
              </a:rPr>
              <a:t>Platform</a:t>
            </a:r>
          </a:p>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Ubuntu" panose="020B0504030602030204" pitchFamily="34" charset="0"/>
                <a:ea typeface="+mn-ea"/>
                <a:cs typeface="+mn-cs"/>
              </a:rPr>
              <a:t>Sponsor</a:t>
            </a:r>
          </a:p>
        </p:txBody>
      </p:sp>
      <p:sp>
        <p:nvSpPr>
          <p:cNvPr id="22" name="Rounded Rectangle 79">
            <a:extLst>
              <a:ext uri="{FF2B5EF4-FFF2-40B4-BE49-F238E27FC236}">
                <a16:creationId xmlns:a16="http://schemas.microsoft.com/office/drawing/2014/main" id="{8CAA5A92-8247-44E6-97B0-A3BE17D8FC6C}"/>
              </a:ext>
            </a:extLst>
          </p:cNvPr>
          <p:cNvSpPr/>
          <p:nvPr/>
        </p:nvSpPr>
        <p:spPr>
          <a:xfrm>
            <a:off x="8378673" y="3036620"/>
            <a:ext cx="661329" cy="420215"/>
          </a:xfrm>
          <a:prstGeom prst="roundRect">
            <a:avLst/>
          </a:prstGeom>
          <a:solidFill>
            <a:schemeClr val="accent6">
              <a:lumMod val="40000"/>
              <a:lumOff val="60000"/>
            </a:schemeClr>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Ubuntu" panose="020B0504030602030204" pitchFamily="34" charset="0"/>
                <a:ea typeface="+mn-ea"/>
                <a:cs typeface="Arial" pitchFamily="34" charset="0"/>
              </a:rPr>
              <a:t># Test Manager</a:t>
            </a:r>
          </a:p>
        </p:txBody>
      </p:sp>
      <p:sp>
        <p:nvSpPr>
          <p:cNvPr id="24" name="Rounded Rectangle 81">
            <a:extLst>
              <a:ext uri="{FF2B5EF4-FFF2-40B4-BE49-F238E27FC236}">
                <a16:creationId xmlns:a16="http://schemas.microsoft.com/office/drawing/2014/main" id="{EEF0C460-3E9A-4684-894B-2736F696E38F}"/>
              </a:ext>
            </a:extLst>
          </p:cNvPr>
          <p:cNvSpPr/>
          <p:nvPr/>
        </p:nvSpPr>
        <p:spPr>
          <a:xfrm>
            <a:off x="6981893" y="2063916"/>
            <a:ext cx="1137235" cy="420215"/>
          </a:xfrm>
          <a:prstGeom prst="roundRect">
            <a:avLst/>
          </a:prstGeom>
          <a:solidFill>
            <a:schemeClr val="accent6">
              <a:lumMod val="40000"/>
              <a:lumOff val="60000"/>
            </a:schemeClr>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endParaRPr kumimoji="0" lang="en-GB" sz="918" b="1" i="0" u="none" strike="noStrike" kern="0" cap="none" spc="0" normalizeH="0" baseline="0" noProof="0">
              <a:ln>
                <a:noFill/>
              </a:ln>
              <a:solidFill>
                <a:prstClr val="white"/>
              </a:solidFill>
              <a:effectLst/>
              <a:uLnTx/>
              <a:uFillTx/>
              <a:latin typeface="Ubuntu" panose="020B0504030602030204" pitchFamily="34" charset="0"/>
              <a:ea typeface="+mn-ea"/>
              <a:cs typeface="Arial" pitchFamily="34" charset="0"/>
            </a:endParaRPr>
          </a:p>
        </p:txBody>
      </p:sp>
      <p:sp>
        <p:nvSpPr>
          <p:cNvPr id="25" name="Rounded Rectangle 82">
            <a:extLst>
              <a:ext uri="{FF2B5EF4-FFF2-40B4-BE49-F238E27FC236}">
                <a16:creationId xmlns:a16="http://schemas.microsoft.com/office/drawing/2014/main" id="{075FE5EE-E345-4846-8C2A-5E880DDF7983}"/>
              </a:ext>
            </a:extLst>
          </p:cNvPr>
          <p:cNvSpPr/>
          <p:nvPr/>
        </p:nvSpPr>
        <p:spPr>
          <a:xfrm>
            <a:off x="1960130" y="2666943"/>
            <a:ext cx="6896474" cy="261787"/>
          </a:xfrm>
          <a:prstGeom prst="roundRect">
            <a:avLst/>
          </a:prstGeom>
          <a:solidFill>
            <a:schemeClr val="accent6">
              <a:lumMod val="40000"/>
              <a:lumOff val="60000"/>
            </a:schemeClr>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Ubuntu" panose="020B0504030602030204" pitchFamily="34" charset="0"/>
                <a:ea typeface="+mn-ea"/>
                <a:cs typeface="Arial" pitchFamily="34" charset="0"/>
              </a:rPr>
              <a:t>* Functional Lead / * Process Leads / * Product Leads / * Business Leads</a:t>
            </a:r>
          </a:p>
        </p:txBody>
      </p:sp>
      <p:sp>
        <p:nvSpPr>
          <p:cNvPr id="27" name="Rounded Rectangle 84">
            <a:extLst>
              <a:ext uri="{FF2B5EF4-FFF2-40B4-BE49-F238E27FC236}">
                <a16:creationId xmlns:a16="http://schemas.microsoft.com/office/drawing/2014/main" id="{7663DA9D-8EFA-4A58-921D-7BAA4B460B1C}"/>
              </a:ext>
            </a:extLst>
          </p:cNvPr>
          <p:cNvSpPr/>
          <p:nvPr/>
        </p:nvSpPr>
        <p:spPr>
          <a:xfrm>
            <a:off x="2333828" y="2083100"/>
            <a:ext cx="1137235" cy="420215"/>
          </a:xfrm>
          <a:prstGeom prst="roundRect">
            <a:avLst/>
          </a:prstGeom>
          <a:solidFill>
            <a:schemeClr val="accent6">
              <a:lumMod val="40000"/>
              <a:lumOff val="60000"/>
            </a:schemeClr>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Ubuntu" panose="020B0504030602030204" pitchFamily="34" charset="0"/>
                <a:ea typeface="+mn-ea"/>
                <a:cs typeface="Arial" pitchFamily="34" charset="0"/>
              </a:rPr>
              <a:t>PMO</a:t>
            </a:r>
          </a:p>
        </p:txBody>
      </p:sp>
      <p:sp>
        <p:nvSpPr>
          <p:cNvPr id="26" name="Rounded Rectangle 83">
            <a:extLst>
              <a:ext uri="{FF2B5EF4-FFF2-40B4-BE49-F238E27FC236}">
                <a16:creationId xmlns:a16="http://schemas.microsoft.com/office/drawing/2014/main" id="{9AD99167-91E4-4371-9080-978899734E71}"/>
              </a:ext>
            </a:extLst>
          </p:cNvPr>
          <p:cNvSpPr/>
          <p:nvPr/>
        </p:nvSpPr>
        <p:spPr>
          <a:xfrm>
            <a:off x="2234253" y="1994357"/>
            <a:ext cx="1137235" cy="420215"/>
          </a:xfrm>
          <a:prstGeom prst="roundRect">
            <a:avLst/>
          </a:prstGeom>
          <a:solidFill>
            <a:schemeClr val="accent4"/>
          </a:solidFill>
          <a:ln w="3175" cap="flat" cmpd="sng" algn="ctr">
            <a:solidFill>
              <a:srgbClr val="FF6A10"/>
            </a:solidFill>
            <a:prstDash val="solid"/>
          </a:ln>
          <a:effectLst/>
        </p:spPr>
        <p:txBody>
          <a:bodyPr lIns="0" rIns="0"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Ubuntu" panose="020B0504030602030204" pitchFamily="34" charset="0"/>
                <a:ea typeface="+mn-ea"/>
                <a:cs typeface="+mn-cs"/>
              </a:rPr>
              <a:t>PMO</a:t>
            </a:r>
          </a:p>
        </p:txBody>
      </p:sp>
      <p:sp>
        <p:nvSpPr>
          <p:cNvPr id="29" name="Rounded Rectangle 86">
            <a:extLst>
              <a:ext uri="{FF2B5EF4-FFF2-40B4-BE49-F238E27FC236}">
                <a16:creationId xmlns:a16="http://schemas.microsoft.com/office/drawing/2014/main" id="{AB06D838-4B2E-414F-9650-B3BBE8DAB103}"/>
              </a:ext>
            </a:extLst>
          </p:cNvPr>
          <p:cNvSpPr/>
          <p:nvPr/>
        </p:nvSpPr>
        <p:spPr>
          <a:xfrm>
            <a:off x="5054835" y="1988476"/>
            <a:ext cx="900000" cy="420215"/>
          </a:xfrm>
          <a:prstGeom prst="roundRect">
            <a:avLst/>
          </a:prstGeom>
          <a:solidFill>
            <a:schemeClr val="accent6">
              <a:lumMod val="40000"/>
              <a:lumOff val="60000"/>
            </a:schemeClr>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Ubuntu" panose="020B0504030602030204" pitchFamily="34" charset="0"/>
                <a:ea typeface="+mn-ea"/>
                <a:cs typeface="Arial" pitchFamily="34" charset="0"/>
              </a:rPr>
              <a:t>* Programme </a:t>
            </a:r>
          </a:p>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Ubuntu" panose="020B0504030602030204" pitchFamily="34" charset="0"/>
                <a:ea typeface="+mn-ea"/>
                <a:cs typeface="Arial" pitchFamily="34" charset="0"/>
              </a:rPr>
              <a:t>Manager</a:t>
            </a:r>
          </a:p>
        </p:txBody>
      </p:sp>
      <p:sp>
        <p:nvSpPr>
          <p:cNvPr id="28" name="Rounded Rectangle 85">
            <a:extLst>
              <a:ext uri="{FF2B5EF4-FFF2-40B4-BE49-F238E27FC236}">
                <a16:creationId xmlns:a16="http://schemas.microsoft.com/office/drawing/2014/main" id="{27EF9000-25B7-4F2E-B757-AB6BBFE04733}"/>
              </a:ext>
            </a:extLst>
          </p:cNvPr>
          <p:cNvSpPr/>
          <p:nvPr/>
        </p:nvSpPr>
        <p:spPr>
          <a:xfrm>
            <a:off x="4059271" y="1994357"/>
            <a:ext cx="900000" cy="420215"/>
          </a:xfrm>
          <a:prstGeom prst="roundRect">
            <a:avLst/>
          </a:prstGeom>
          <a:solidFill>
            <a:schemeClr val="accent4"/>
          </a:solidFill>
          <a:ln w="3175" cap="flat" cmpd="sng" algn="ctr">
            <a:solidFill>
              <a:srgbClr val="FF6A10"/>
            </a:solidFill>
            <a:prstDash val="solid"/>
          </a:ln>
          <a:effectLst/>
        </p:spPr>
        <p:txBody>
          <a:bodyPr lIns="0" rIns="0" rtlCol="0" anchor="ct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Ubuntu" panose="020B0504030602030204" pitchFamily="34" charset="0"/>
                <a:ea typeface="+mn-ea"/>
                <a:cs typeface="Arial" pitchFamily="34" charset="0"/>
              </a:rPr>
              <a:t>Programme Manager</a:t>
            </a:r>
          </a:p>
        </p:txBody>
      </p:sp>
      <p:sp>
        <p:nvSpPr>
          <p:cNvPr id="30" name="Rounded Rectangle 87">
            <a:extLst>
              <a:ext uri="{FF2B5EF4-FFF2-40B4-BE49-F238E27FC236}">
                <a16:creationId xmlns:a16="http://schemas.microsoft.com/office/drawing/2014/main" id="{180706BF-EF91-4CE8-8042-2FD0456CFF33}"/>
              </a:ext>
            </a:extLst>
          </p:cNvPr>
          <p:cNvSpPr/>
          <p:nvPr/>
        </p:nvSpPr>
        <p:spPr>
          <a:xfrm>
            <a:off x="3884301" y="1256557"/>
            <a:ext cx="1375972" cy="420215"/>
          </a:xfrm>
          <a:prstGeom prst="roundRect">
            <a:avLst/>
          </a:prstGeom>
          <a:solidFill>
            <a:schemeClr val="accent6">
              <a:lumMod val="40000"/>
              <a:lumOff val="60000"/>
            </a:schemeClr>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Ubuntu" panose="020B0504030602030204" pitchFamily="34" charset="0"/>
                <a:ea typeface="+mn-ea"/>
                <a:cs typeface="Arial" pitchFamily="34" charset="0"/>
              </a:rPr>
              <a:t>Capgemini Exec Sponsor</a:t>
            </a:r>
          </a:p>
        </p:txBody>
      </p:sp>
      <p:sp>
        <p:nvSpPr>
          <p:cNvPr id="31" name="Rounded Rectangle 88">
            <a:extLst>
              <a:ext uri="{FF2B5EF4-FFF2-40B4-BE49-F238E27FC236}">
                <a16:creationId xmlns:a16="http://schemas.microsoft.com/office/drawing/2014/main" id="{8176DB69-F8C4-4651-AEE3-D7A2A241ECFA}"/>
              </a:ext>
            </a:extLst>
          </p:cNvPr>
          <p:cNvSpPr/>
          <p:nvPr/>
        </p:nvSpPr>
        <p:spPr>
          <a:xfrm>
            <a:off x="6818464" y="1256557"/>
            <a:ext cx="1375199" cy="420215"/>
          </a:xfrm>
          <a:prstGeom prst="roundRect">
            <a:avLst/>
          </a:prstGeom>
          <a:solidFill>
            <a:schemeClr val="accent4"/>
          </a:solidFill>
          <a:ln w="3175" cap="flat" cmpd="sng" algn="ctr">
            <a:solidFill>
              <a:srgbClr val="FF6A10"/>
            </a:solidFill>
            <a:prstDash val="solid"/>
          </a:ln>
          <a:effectLst/>
        </p:spPr>
        <p:txBody>
          <a:bodyPr lIns="0" rIns="0"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Ubuntu" panose="020B0504030602030204" pitchFamily="34" charset="0"/>
                <a:ea typeface="+mn-ea"/>
                <a:cs typeface="+mn-cs"/>
              </a:rPr>
              <a:t>Steering Committee</a:t>
            </a:r>
          </a:p>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Ubuntu" panose="020B0504030602030204" pitchFamily="34" charset="0"/>
                <a:ea typeface="+mn-ea"/>
                <a:cs typeface="+mn-cs"/>
              </a:rPr>
              <a:t>Executive Sponsors</a:t>
            </a:r>
          </a:p>
        </p:txBody>
      </p:sp>
      <p:sp>
        <p:nvSpPr>
          <p:cNvPr id="32" name="Rounded Rectangle 89">
            <a:extLst>
              <a:ext uri="{FF2B5EF4-FFF2-40B4-BE49-F238E27FC236}">
                <a16:creationId xmlns:a16="http://schemas.microsoft.com/office/drawing/2014/main" id="{484A3ACD-C6A4-4CD4-8785-CD02A2BB9687}"/>
              </a:ext>
            </a:extLst>
          </p:cNvPr>
          <p:cNvSpPr/>
          <p:nvPr/>
        </p:nvSpPr>
        <p:spPr>
          <a:xfrm>
            <a:off x="9284346" y="3036620"/>
            <a:ext cx="502541" cy="420215"/>
          </a:xfrm>
          <a:prstGeom prst="roundRect">
            <a:avLst/>
          </a:prstGeom>
          <a:solidFill>
            <a:schemeClr val="accent4"/>
          </a:solidFill>
          <a:ln w="3175" cap="flat" cmpd="sng" algn="ctr">
            <a:solidFill>
              <a:srgbClr val="FF6A10"/>
            </a:solidFill>
            <a:prstDash val="solid"/>
          </a:ln>
          <a:effectLst/>
        </p:spPr>
        <p:txBody>
          <a:bodyPr lIns="0" rIns="0"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Ubuntu" panose="020B0504030602030204" pitchFamily="34" charset="0"/>
                <a:ea typeface="+mn-ea"/>
                <a:cs typeface="+mn-cs"/>
              </a:rPr>
              <a:t>Infra Lead</a:t>
            </a:r>
          </a:p>
        </p:txBody>
      </p:sp>
      <p:sp>
        <p:nvSpPr>
          <p:cNvPr id="33" name="Rounded Rectangle 94">
            <a:extLst>
              <a:ext uri="{FF2B5EF4-FFF2-40B4-BE49-F238E27FC236}">
                <a16:creationId xmlns:a16="http://schemas.microsoft.com/office/drawing/2014/main" id="{D3A6073D-0994-4AD9-B97E-FAC47003EF69}"/>
              </a:ext>
            </a:extLst>
          </p:cNvPr>
          <p:cNvSpPr/>
          <p:nvPr/>
        </p:nvSpPr>
        <p:spPr>
          <a:xfrm>
            <a:off x="9279244" y="3637265"/>
            <a:ext cx="512744" cy="358293"/>
          </a:xfrm>
          <a:prstGeom prst="roundRect">
            <a:avLst/>
          </a:prstGeom>
          <a:solidFill>
            <a:schemeClr val="accent4"/>
          </a:solidFill>
          <a:ln w="3175" cap="flat" cmpd="sng" algn="ctr">
            <a:solidFill>
              <a:srgbClr val="FF6A10"/>
            </a:solidFill>
            <a:prstDash val="solid"/>
          </a:ln>
          <a:effectLst/>
        </p:spPr>
        <p:txBody>
          <a:bodyPr lIns="0" rIns="0"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Ubuntu" panose="020B0504030602030204" pitchFamily="34" charset="0"/>
                <a:ea typeface="+mn-ea"/>
                <a:cs typeface="+mn-cs"/>
              </a:rPr>
              <a:t>UAT</a:t>
            </a:r>
          </a:p>
        </p:txBody>
      </p:sp>
      <p:sp>
        <p:nvSpPr>
          <p:cNvPr id="34" name="Rounded Rectangle 101">
            <a:extLst>
              <a:ext uri="{FF2B5EF4-FFF2-40B4-BE49-F238E27FC236}">
                <a16:creationId xmlns:a16="http://schemas.microsoft.com/office/drawing/2014/main" id="{B6009F3E-315C-4E28-9F4B-AE037FB8539A}"/>
              </a:ext>
            </a:extLst>
          </p:cNvPr>
          <p:cNvSpPr/>
          <p:nvPr/>
        </p:nvSpPr>
        <p:spPr>
          <a:xfrm>
            <a:off x="8856604" y="1994357"/>
            <a:ext cx="1320710" cy="420215"/>
          </a:xfrm>
          <a:prstGeom prst="roundRect">
            <a:avLst/>
          </a:prstGeom>
          <a:solidFill>
            <a:schemeClr val="accent4"/>
          </a:solidFill>
          <a:ln w="3175" cap="flat" cmpd="sng" algn="ctr">
            <a:solidFill>
              <a:srgbClr val="FF6A10"/>
            </a:solidFill>
            <a:prstDash val="solid"/>
          </a:ln>
          <a:effectLst/>
        </p:spPr>
        <p:txBody>
          <a:bodyPr lIns="0" rIns="0" rtlCol="0" anchor="ct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Ubuntu" panose="020B0504030602030204" pitchFamily="34" charset="0"/>
                <a:ea typeface="+mn-ea"/>
                <a:cs typeface="Arial" pitchFamily="34" charset="0"/>
              </a:rPr>
              <a:t>Product Owner(s)</a:t>
            </a:r>
          </a:p>
        </p:txBody>
      </p:sp>
      <p:sp>
        <p:nvSpPr>
          <p:cNvPr id="35" name="Rounded Rectangle 110">
            <a:extLst>
              <a:ext uri="{FF2B5EF4-FFF2-40B4-BE49-F238E27FC236}">
                <a16:creationId xmlns:a16="http://schemas.microsoft.com/office/drawing/2014/main" id="{C5326068-6F40-4578-A29A-209DA8DBC4D6}"/>
              </a:ext>
            </a:extLst>
          </p:cNvPr>
          <p:cNvSpPr/>
          <p:nvPr/>
        </p:nvSpPr>
        <p:spPr>
          <a:xfrm>
            <a:off x="11160411" y="5458809"/>
            <a:ext cx="698071" cy="243787"/>
          </a:xfrm>
          <a:prstGeom prst="roundRect">
            <a:avLst/>
          </a:prstGeom>
          <a:solidFill>
            <a:srgbClr val="998C85"/>
          </a:solidFill>
          <a:ln w="3175" cap="flat" cmpd="sng" algn="ctr">
            <a:solidFill>
              <a:srgbClr val="998C85"/>
            </a:solidFill>
            <a:prstDash val="solid"/>
          </a:ln>
          <a:effectLst/>
        </p:spPr>
        <p:txBody>
          <a:bodyPr lIns="0" rIns="0"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Ubuntu" panose="020B0504030602030204" pitchFamily="34" charset="0"/>
                <a:ea typeface="+mn-ea"/>
                <a:cs typeface="+mn-cs"/>
              </a:rPr>
              <a:t>Guidewire</a:t>
            </a:r>
          </a:p>
        </p:txBody>
      </p:sp>
      <p:sp>
        <p:nvSpPr>
          <p:cNvPr id="36" name="Rectangle 35">
            <a:extLst>
              <a:ext uri="{FF2B5EF4-FFF2-40B4-BE49-F238E27FC236}">
                <a16:creationId xmlns:a16="http://schemas.microsoft.com/office/drawing/2014/main" id="{EA512B26-D910-4E25-8316-D91C65D60CE0}"/>
              </a:ext>
            </a:extLst>
          </p:cNvPr>
          <p:cNvSpPr/>
          <p:nvPr/>
        </p:nvSpPr>
        <p:spPr>
          <a:xfrm>
            <a:off x="10232749" y="4961934"/>
            <a:ext cx="1673812" cy="1329202"/>
          </a:xfrm>
          <a:prstGeom prst="rect">
            <a:avLst/>
          </a:prstGeom>
          <a:solidFill>
            <a:sysClr val="window" lastClr="FFFFFF"/>
          </a:solidFill>
          <a:ln w="3175" cap="flat" cmpd="sng" algn="ctr">
            <a:solidFill>
              <a:srgbClr val="00B0F0"/>
            </a:solidFill>
            <a:prstDash val="solid"/>
          </a:ln>
          <a:effectLst>
            <a:outerShdw blurRad="50800" dist="38100" dir="2700000" algn="tl" rotWithShape="0">
              <a:prstClr val="black">
                <a:alpha val="40000"/>
              </a:prstClr>
            </a:outerShdw>
          </a:effectLst>
        </p:spPr>
        <p:txBody>
          <a:bodyPr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endParaRPr kumimoji="0" lang="en-GB" sz="918" b="0" i="0" u="none" strike="noStrike" kern="0" cap="none" spc="0" normalizeH="0" baseline="0" noProof="0">
              <a:ln>
                <a:noFill/>
              </a:ln>
              <a:solidFill>
                <a:srgbClr val="998C85">
                  <a:lumMod val="50000"/>
                </a:srgbClr>
              </a:solidFill>
              <a:effectLst/>
              <a:uLnTx/>
              <a:uFillTx/>
              <a:latin typeface="Ubuntu" panose="020B0504030602030204" pitchFamily="34" charset="0"/>
              <a:ea typeface="+mn-ea"/>
              <a:cs typeface="+mn-cs"/>
            </a:endParaRPr>
          </a:p>
        </p:txBody>
      </p:sp>
      <p:sp>
        <p:nvSpPr>
          <p:cNvPr id="37" name="Rounded Rectangle 112">
            <a:extLst>
              <a:ext uri="{FF2B5EF4-FFF2-40B4-BE49-F238E27FC236}">
                <a16:creationId xmlns:a16="http://schemas.microsoft.com/office/drawing/2014/main" id="{B1A64915-322E-4498-9605-E75D269EFAC9}"/>
              </a:ext>
            </a:extLst>
          </p:cNvPr>
          <p:cNvSpPr>
            <a:spLocks/>
          </p:cNvSpPr>
          <p:nvPr/>
        </p:nvSpPr>
        <p:spPr>
          <a:xfrm>
            <a:off x="10262691" y="5858948"/>
            <a:ext cx="1594664" cy="394953"/>
          </a:xfrm>
          <a:prstGeom prst="roundRect">
            <a:avLst/>
          </a:prstGeom>
          <a:solidFill>
            <a:schemeClr val="accent6">
              <a:lumMod val="40000"/>
              <a:lumOff val="60000"/>
            </a:schemeClr>
          </a:solidFill>
          <a:ln w="3175" cap="flat" cmpd="sng" algn="ctr">
            <a:solidFill>
              <a:srgbClr val="0098C7"/>
            </a:solidFill>
            <a:prstDash val="solid"/>
          </a:ln>
          <a:effectLst/>
        </p:spPr>
        <p:txBody>
          <a:bodyPr wrap="square" lIns="0" rIns="0" rtlCol="0" anchor="ctr" anchorCtr="0">
            <a:noAutofit/>
          </a:bodyPr>
          <a:lstStyle/>
          <a:p>
            <a:pPr marL="0" marR="0" lvl="0" indent="0" algn="l" defTabSz="932962" rtl="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prstClr val="white"/>
                </a:solidFill>
                <a:effectLst/>
                <a:uLnTx/>
                <a:uFillTx/>
                <a:latin typeface="Ubuntu" panose="020B0504030602030204" pitchFamily="34" charset="0"/>
                <a:ea typeface="+mn-ea"/>
                <a:cs typeface="Arial" pitchFamily="34" charset="0"/>
              </a:rPr>
              <a:t>Capgemini</a:t>
            </a:r>
          </a:p>
        </p:txBody>
      </p:sp>
      <p:sp>
        <p:nvSpPr>
          <p:cNvPr id="38" name="Rounded Rectangle 113">
            <a:extLst>
              <a:ext uri="{FF2B5EF4-FFF2-40B4-BE49-F238E27FC236}">
                <a16:creationId xmlns:a16="http://schemas.microsoft.com/office/drawing/2014/main" id="{B1770297-35B1-4D5F-AD17-08472206637B}"/>
              </a:ext>
            </a:extLst>
          </p:cNvPr>
          <p:cNvSpPr/>
          <p:nvPr/>
        </p:nvSpPr>
        <p:spPr>
          <a:xfrm>
            <a:off x="10262691" y="5254366"/>
            <a:ext cx="698071" cy="245813"/>
          </a:xfrm>
          <a:prstGeom prst="roundRect">
            <a:avLst/>
          </a:prstGeom>
          <a:solidFill>
            <a:schemeClr val="accent4"/>
          </a:solidFill>
          <a:ln w="3175" cap="flat" cmpd="sng" algn="ctr">
            <a:solidFill>
              <a:srgbClr val="FF6A10"/>
            </a:solidFill>
            <a:prstDash val="solid"/>
          </a:ln>
          <a:effectLst/>
        </p:spPr>
        <p:txBody>
          <a:bodyPr lIns="0" rIns="0"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srgbClr val="FF0000"/>
                </a:solidFill>
                <a:effectLst/>
                <a:uLnTx/>
                <a:uFillTx/>
                <a:latin typeface="Ubuntu" panose="020B0504030602030204" pitchFamily="34" charset="0"/>
                <a:ea typeface="+mn-ea"/>
                <a:cs typeface="+mn-cs"/>
              </a:rPr>
              <a:t>LFAB</a:t>
            </a:r>
          </a:p>
        </p:txBody>
      </p:sp>
      <p:sp>
        <p:nvSpPr>
          <p:cNvPr id="39" name="TextBox 38">
            <a:extLst>
              <a:ext uri="{FF2B5EF4-FFF2-40B4-BE49-F238E27FC236}">
                <a16:creationId xmlns:a16="http://schemas.microsoft.com/office/drawing/2014/main" id="{D6AB28C2-8F66-4B29-B336-9B67908B5445}"/>
              </a:ext>
            </a:extLst>
          </p:cNvPr>
          <p:cNvSpPr txBox="1"/>
          <p:nvPr/>
        </p:nvSpPr>
        <p:spPr>
          <a:xfrm>
            <a:off x="10793445" y="5008488"/>
            <a:ext cx="610876" cy="227855"/>
          </a:xfrm>
          <a:prstGeom prst="rect">
            <a:avLst/>
          </a:prstGeom>
          <a:noFill/>
        </p:spPr>
        <p:txBody>
          <a:bodyPr wrap="none" rtlCol="0">
            <a:spAutoFit/>
          </a:bodyPr>
          <a:lstStyle/>
          <a:p>
            <a:pPr marL="0" marR="0" lvl="0" indent="0" algn="l" defTabSz="977198" rtl="0" eaLnBrk="1" fontAlgn="auto" latinLnBrk="0" hangingPunct="1">
              <a:lnSpc>
                <a:spcPct val="100000"/>
              </a:lnSpc>
              <a:spcBef>
                <a:spcPts val="0"/>
              </a:spcBef>
              <a:spcAft>
                <a:spcPts val="0"/>
              </a:spcAft>
              <a:buClrTx/>
              <a:buSzTx/>
              <a:buFontTx/>
              <a:buNone/>
              <a:tabLst/>
              <a:defRPr/>
            </a:pPr>
            <a:r>
              <a:rPr kumimoji="0" lang="en-GB" sz="918" b="0" i="0" u="none" strike="noStrike" kern="1200" cap="none" spc="0" normalizeH="0" baseline="0" noProof="0">
                <a:ln>
                  <a:noFill/>
                </a:ln>
                <a:solidFill>
                  <a:srgbClr val="0070C0"/>
                </a:solidFill>
                <a:effectLst/>
                <a:uLnTx/>
                <a:uFillTx/>
                <a:latin typeface="Ubuntu" panose="020B0504030602030204" pitchFamily="34" charset="0"/>
                <a:ea typeface="+mn-ea"/>
                <a:cs typeface="+mn-cs"/>
              </a:rPr>
              <a:t>LEGEND</a:t>
            </a:r>
          </a:p>
        </p:txBody>
      </p:sp>
      <p:sp>
        <p:nvSpPr>
          <p:cNvPr id="40" name="Rounded Rectangle 115">
            <a:extLst>
              <a:ext uri="{FF2B5EF4-FFF2-40B4-BE49-F238E27FC236}">
                <a16:creationId xmlns:a16="http://schemas.microsoft.com/office/drawing/2014/main" id="{B494E7E5-4A98-4F85-A14D-65BB7985E5C5}"/>
              </a:ext>
            </a:extLst>
          </p:cNvPr>
          <p:cNvSpPr/>
          <p:nvPr/>
        </p:nvSpPr>
        <p:spPr>
          <a:xfrm>
            <a:off x="10274776" y="5539337"/>
            <a:ext cx="698071" cy="245813"/>
          </a:xfrm>
          <a:prstGeom prst="roundRect">
            <a:avLst/>
          </a:prstGeom>
          <a:solidFill>
            <a:srgbClr val="998C85"/>
          </a:solidFill>
          <a:ln w="15875" cap="flat" cmpd="sng" algn="ctr">
            <a:solidFill>
              <a:srgbClr val="998C85"/>
            </a:solidFill>
            <a:prstDash val="solid"/>
          </a:ln>
          <a:effectLst/>
        </p:spPr>
        <p:txBody>
          <a:bodyPr lIns="73462" rIns="46649"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Ubuntu" panose="020B0504030602030204" pitchFamily="34" charset="0"/>
                <a:ea typeface="+mn-ea"/>
                <a:cs typeface="+mn-cs"/>
              </a:rPr>
              <a:t>Platform</a:t>
            </a:r>
          </a:p>
        </p:txBody>
      </p:sp>
      <p:sp>
        <p:nvSpPr>
          <p:cNvPr id="41" name="Rectangle 40">
            <a:extLst>
              <a:ext uri="{FF2B5EF4-FFF2-40B4-BE49-F238E27FC236}">
                <a16:creationId xmlns:a16="http://schemas.microsoft.com/office/drawing/2014/main" id="{1CD86492-A905-4272-89CC-2F9A5F779261}"/>
              </a:ext>
            </a:extLst>
          </p:cNvPr>
          <p:cNvSpPr/>
          <p:nvPr/>
        </p:nvSpPr>
        <p:spPr>
          <a:xfrm>
            <a:off x="1928387" y="3970207"/>
            <a:ext cx="1112132" cy="2106965"/>
          </a:xfrm>
          <a:prstGeom prst="rect">
            <a:avLst/>
          </a:prstGeom>
        </p:spPr>
        <p:txBody>
          <a:bodyPr wrap="none">
            <a:noAutofit/>
          </a:bodyPr>
          <a:lstStyle/>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FF0000"/>
                </a:solidFill>
                <a:effectLst/>
                <a:uLnTx/>
                <a:uFillTx/>
                <a:latin typeface="Ubuntu" panose="020B0504030602030204" pitchFamily="34" charset="0"/>
                <a:ea typeface="+mn-ea"/>
                <a:cs typeface="+mn-cs"/>
              </a:rPr>
              <a:t>Scrum Master</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FF0000"/>
                </a:solidFill>
                <a:effectLst/>
                <a:uLnTx/>
                <a:uFillTx/>
                <a:latin typeface="Ubuntu" panose="020B0504030602030204" pitchFamily="34" charset="0"/>
                <a:ea typeface="+mn-ea"/>
                <a:cs typeface="+mn-cs"/>
              </a:rPr>
              <a:t>Product Owner</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FF0000"/>
                </a:solidFill>
                <a:effectLst/>
                <a:uLnTx/>
                <a:uFillTx/>
                <a:latin typeface="Ubuntu" panose="020B0504030602030204" pitchFamily="34" charset="0"/>
                <a:ea typeface="+mn-ea"/>
                <a:cs typeface="+mn-cs"/>
              </a:rPr>
              <a:t>Business SMEs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FE3"/>
                </a:solidFill>
                <a:effectLst/>
                <a:uLnTx/>
                <a:uFillTx/>
                <a:latin typeface="Ubuntu" panose="020B0504030602030204" pitchFamily="34" charset="0"/>
                <a:ea typeface="+mn-ea"/>
                <a:cs typeface="+mn-cs"/>
              </a:rPr>
              <a:t>* Business Analysts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FE3"/>
                </a:solidFill>
                <a:effectLst/>
                <a:uLnTx/>
                <a:uFillTx/>
                <a:latin typeface="Ubuntu" panose="020B0504030602030204" pitchFamily="34" charset="0"/>
                <a:ea typeface="+mn-ea"/>
                <a:cs typeface="+mn-cs"/>
              </a:rPr>
              <a:t># Dev Lead</a:t>
            </a:r>
            <a:endParaRPr kumimoji="0" lang="en-GB" sz="918" b="0" i="0" u="none" strike="noStrike" kern="1200" cap="none" spc="0" normalizeH="0" baseline="0" noProof="0">
              <a:ln>
                <a:noFill/>
              </a:ln>
              <a:solidFill>
                <a:srgbClr val="FF6A10"/>
              </a:solidFill>
              <a:effectLst/>
              <a:uLnTx/>
              <a:uFillTx/>
              <a:latin typeface="Ubuntu" panose="020B0504030602030204" pitchFamily="34"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003366">
                  <a:lumMod val="50000"/>
                </a:srgbClr>
              </a:solidFill>
              <a:effectLst/>
              <a:uLnTx/>
              <a:uFillTx/>
              <a:latin typeface="Ubuntu" panose="020B0504030602030204" pitchFamily="34"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003366">
                  <a:lumMod val="50000"/>
                </a:srgbClr>
              </a:solidFill>
              <a:effectLst/>
              <a:uLnTx/>
              <a:uFillTx/>
              <a:latin typeface="Ubuntu" panose="020B0504030602030204" pitchFamily="34"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003366">
                  <a:lumMod val="50000"/>
                </a:srgbClr>
              </a:solidFill>
              <a:effectLst/>
              <a:uLnTx/>
              <a:uFillTx/>
              <a:latin typeface="Ubuntu" panose="020B0504030602030204" pitchFamily="34"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003366">
                  <a:lumMod val="50000"/>
                </a:srgbClr>
              </a:solidFill>
              <a:effectLst/>
              <a:uLnTx/>
              <a:uFillTx/>
              <a:latin typeface="Ubuntu" panose="020B0504030602030204" pitchFamily="34"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FE3"/>
                </a:solidFill>
                <a:effectLst/>
                <a:uLnTx/>
                <a:uFillTx/>
                <a:latin typeface="Ubuntu" panose="020B0504030602030204" pitchFamily="34" charset="0"/>
                <a:ea typeface="+mn-ea"/>
                <a:cs typeface="+mn-cs"/>
              </a:rPr>
              <a:t>* Business Analyst </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FE3"/>
                </a:solidFill>
                <a:effectLst/>
                <a:uLnTx/>
                <a:uFillTx/>
                <a:latin typeface="Ubuntu" panose="020B0504030602030204" pitchFamily="34" charset="0"/>
                <a:ea typeface="+mn-ea"/>
                <a:cs typeface="+mn-cs"/>
              </a:rPr>
              <a:t># Tech Lead</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FE3"/>
                </a:solidFill>
                <a:effectLst/>
                <a:uLnTx/>
                <a:uFillTx/>
                <a:latin typeface="Ubuntu" panose="020B0504030602030204" pitchFamily="34" charset="0"/>
                <a:ea typeface="+mn-ea"/>
                <a:cs typeface="+mn-cs"/>
              </a:rPr>
              <a:t># Developers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FE3"/>
                </a:solidFill>
                <a:effectLst/>
                <a:uLnTx/>
                <a:uFillTx/>
                <a:latin typeface="Ubuntu" panose="020B0504030602030204" pitchFamily="34" charset="0"/>
                <a:ea typeface="+mn-ea"/>
                <a:cs typeface="+mn-cs"/>
              </a:rPr>
              <a:t># Testers</a:t>
            </a:r>
          </a:p>
        </p:txBody>
      </p:sp>
      <p:sp>
        <p:nvSpPr>
          <p:cNvPr id="42" name="Rounded Rectangle 118">
            <a:extLst>
              <a:ext uri="{FF2B5EF4-FFF2-40B4-BE49-F238E27FC236}">
                <a16:creationId xmlns:a16="http://schemas.microsoft.com/office/drawing/2014/main" id="{8C8498DF-AE03-4DFF-9FD0-C29CDB6F3A86}"/>
              </a:ext>
            </a:extLst>
          </p:cNvPr>
          <p:cNvSpPr>
            <a:spLocks/>
          </p:cNvSpPr>
          <p:nvPr/>
        </p:nvSpPr>
        <p:spPr>
          <a:xfrm>
            <a:off x="3056955" y="3647916"/>
            <a:ext cx="942395" cy="292177"/>
          </a:xfrm>
          <a:prstGeom prst="roundRect">
            <a:avLst/>
          </a:prstGeom>
          <a:solidFill>
            <a:schemeClr val="bg1"/>
          </a:solidFill>
          <a:ln w="19050">
            <a:solidFill>
              <a:schemeClr val="tx2"/>
            </a:solid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rIns="46649" rtlCol="0" anchor="ctr"/>
          <a:lstStyle/>
          <a:p>
            <a:pPr marL="0" marR="0" lvl="0" indent="0" algn="ctr" defTabSz="932962" rtl="0" eaLnBrk="1" fontAlgn="base" latinLnBrk="0" hangingPunct="1">
              <a:lnSpc>
                <a:spcPct val="100000"/>
              </a:lnSpc>
              <a:spcBef>
                <a:spcPct val="0"/>
              </a:spcBef>
              <a:spcAft>
                <a:spcPct val="0"/>
              </a:spcAft>
              <a:buClrTx/>
              <a:buSzTx/>
              <a:buFontTx/>
              <a:buNone/>
              <a:tabLst/>
              <a:defRPr/>
            </a:pPr>
            <a:r>
              <a:rPr kumimoji="0" lang="en-US" sz="918" b="1" i="0" u="none" strike="noStrike" kern="1200" cap="none" spc="0" normalizeH="0" baseline="0" noProof="0">
                <a:ln>
                  <a:noFill/>
                </a:ln>
                <a:solidFill>
                  <a:srgbClr val="003366">
                    <a:lumMod val="50000"/>
                  </a:srgbClr>
                </a:solidFill>
                <a:effectLst/>
                <a:uLnTx/>
                <a:uFillTx/>
                <a:latin typeface="Ubuntu" panose="020B0504030602030204" pitchFamily="34" charset="0"/>
                <a:ea typeface="+mn-ea"/>
                <a:cs typeface="+mn-cs"/>
              </a:rPr>
              <a:t># Claims</a:t>
            </a:r>
          </a:p>
        </p:txBody>
      </p:sp>
      <p:sp>
        <p:nvSpPr>
          <p:cNvPr id="43" name="Rounded Rectangle 119">
            <a:extLst>
              <a:ext uri="{FF2B5EF4-FFF2-40B4-BE49-F238E27FC236}">
                <a16:creationId xmlns:a16="http://schemas.microsoft.com/office/drawing/2014/main" id="{9D5BD5E6-09CB-4F17-B135-13A4A7890DAA}"/>
              </a:ext>
            </a:extLst>
          </p:cNvPr>
          <p:cNvSpPr>
            <a:spLocks/>
          </p:cNvSpPr>
          <p:nvPr/>
        </p:nvSpPr>
        <p:spPr>
          <a:xfrm>
            <a:off x="1970752" y="3647916"/>
            <a:ext cx="942395" cy="292177"/>
          </a:xfrm>
          <a:prstGeom prst="roundRect">
            <a:avLst/>
          </a:prstGeom>
          <a:solidFill>
            <a:schemeClr val="bg1"/>
          </a:solidFill>
          <a:ln w="19050">
            <a:solidFill>
              <a:schemeClr val="tx2"/>
            </a:solid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rIns="46649" rtlCol="0" anchor="ctr"/>
          <a:lstStyle/>
          <a:p>
            <a:pPr marL="0" marR="0" lvl="0" indent="0" algn="ctr" defTabSz="932962" rtl="0" eaLnBrk="1" fontAlgn="base" latinLnBrk="0" hangingPunct="1">
              <a:lnSpc>
                <a:spcPct val="100000"/>
              </a:lnSpc>
              <a:spcBef>
                <a:spcPct val="0"/>
              </a:spcBef>
              <a:spcAft>
                <a:spcPct val="0"/>
              </a:spcAft>
              <a:buClrTx/>
              <a:buSzTx/>
              <a:buFontTx/>
              <a:buNone/>
              <a:tabLst/>
              <a:defRPr/>
            </a:pPr>
            <a:r>
              <a:rPr kumimoji="0" lang="en-US" sz="918" b="1" i="0" u="none" strike="noStrike" kern="1200" cap="none" spc="0" normalizeH="0" baseline="0" noProof="0">
                <a:ln>
                  <a:noFill/>
                </a:ln>
                <a:solidFill>
                  <a:srgbClr val="003366">
                    <a:lumMod val="50000"/>
                  </a:srgbClr>
                </a:solidFill>
                <a:effectLst/>
                <a:uLnTx/>
                <a:uFillTx/>
                <a:latin typeface="Ubuntu" panose="020B0504030602030204" pitchFamily="34" charset="0"/>
                <a:ea typeface="+mn-ea"/>
                <a:cs typeface="+mn-cs"/>
              </a:rPr>
              <a:t># Policy</a:t>
            </a:r>
          </a:p>
        </p:txBody>
      </p:sp>
      <p:sp>
        <p:nvSpPr>
          <p:cNvPr id="44" name="Rounded Rectangle 127">
            <a:extLst>
              <a:ext uri="{FF2B5EF4-FFF2-40B4-BE49-F238E27FC236}">
                <a16:creationId xmlns:a16="http://schemas.microsoft.com/office/drawing/2014/main" id="{DA7AEA3E-2561-44F1-AC69-02A706299E39}"/>
              </a:ext>
            </a:extLst>
          </p:cNvPr>
          <p:cNvSpPr>
            <a:spLocks/>
          </p:cNvSpPr>
          <p:nvPr/>
        </p:nvSpPr>
        <p:spPr>
          <a:xfrm>
            <a:off x="7250559" y="3647916"/>
            <a:ext cx="942395" cy="292177"/>
          </a:xfrm>
          <a:prstGeom prst="roundRect">
            <a:avLst/>
          </a:prstGeom>
          <a:solidFill>
            <a:schemeClr val="bg1"/>
          </a:solidFill>
          <a:ln w="19050">
            <a:solidFill>
              <a:schemeClr val="tx2"/>
            </a:solid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rIns="46649" rtlCol="0" anchor="ctr"/>
          <a:lstStyle/>
          <a:p>
            <a:pPr marL="0" marR="0" lvl="0" indent="0" algn="ctr" defTabSz="932962" rtl="0" eaLnBrk="1" fontAlgn="base" latinLnBrk="0" hangingPunct="1">
              <a:lnSpc>
                <a:spcPct val="100000"/>
              </a:lnSpc>
              <a:spcBef>
                <a:spcPct val="0"/>
              </a:spcBef>
              <a:spcAft>
                <a:spcPct val="0"/>
              </a:spcAft>
              <a:buClrTx/>
              <a:buSzTx/>
              <a:buFontTx/>
              <a:buNone/>
              <a:tabLst/>
              <a:defRPr/>
            </a:pPr>
            <a:r>
              <a:rPr kumimoji="0" lang="en-US" sz="918" b="1" i="0" u="none" strike="noStrike" kern="1200" cap="none" spc="0" normalizeH="0" baseline="0" noProof="0">
                <a:ln>
                  <a:noFill/>
                </a:ln>
                <a:solidFill>
                  <a:srgbClr val="003366">
                    <a:lumMod val="50000"/>
                  </a:srgbClr>
                </a:solidFill>
                <a:effectLst/>
                <a:uLnTx/>
                <a:uFillTx/>
                <a:latin typeface="Ubuntu" panose="020B0504030602030204" pitchFamily="34" charset="0"/>
                <a:ea typeface="+mn-ea"/>
                <a:cs typeface="+mn-cs"/>
              </a:rPr>
              <a:t>#Data</a:t>
            </a:r>
          </a:p>
        </p:txBody>
      </p:sp>
      <p:cxnSp>
        <p:nvCxnSpPr>
          <p:cNvPr id="45" name="Straight Connector 44">
            <a:extLst>
              <a:ext uri="{FF2B5EF4-FFF2-40B4-BE49-F238E27FC236}">
                <a16:creationId xmlns:a16="http://schemas.microsoft.com/office/drawing/2014/main" id="{3891CC16-5920-4270-A229-BAFA9CCF52A7}"/>
              </a:ext>
            </a:extLst>
          </p:cNvPr>
          <p:cNvCxnSpPr/>
          <p:nvPr/>
        </p:nvCxnSpPr>
        <p:spPr>
          <a:xfrm>
            <a:off x="1859179" y="4801276"/>
            <a:ext cx="8053889" cy="0"/>
          </a:xfrm>
          <a:prstGeom prst="line">
            <a:avLst/>
          </a:prstGeom>
          <a:ln w="19050">
            <a:solidFill>
              <a:srgbClr val="00B0F0"/>
            </a:solidFill>
            <a:prstDash val="dash"/>
          </a:ln>
        </p:spPr>
        <p:style>
          <a:lnRef idx="1">
            <a:schemeClr val="accent1"/>
          </a:lnRef>
          <a:fillRef idx="0">
            <a:schemeClr val="accent1"/>
          </a:fillRef>
          <a:effectRef idx="0">
            <a:schemeClr val="accent1"/>
          </a:effectRef>
          <a:fontRef idx="minor">
            <a:schemeClr val="tx1"/>
          </a:fontRef>
        </p:style>
      </p:cxnSp>
      <p:sp>
        <p:nvSpPr>
          <p:cNvPr id="48" name="Rounded Rectangle 142">
            <a:extLst>
              <a:ext uri="{FF2B5EF4-FFF2-40B4-BE49-F238E27FC236}">
                <a16:creationId xmlns:a16="http://schemas.microsoft.com/office/drawing/2014/main" id="{A34FA9F1-DF96-4AD8-806E-D0E53E57E901}"/>
              </a:ext>
            </a:extLst>
          </p:cNvPr>
          <p:cNvSpPr>
            <a:spLocks/>
          </p:cNvSpPr>
          <p:nvPr/>
        </p:nvSpPr>
        <p:spPr>
          <a:xfrm>
            <a:off x="11026831" y="5539337"/>
            <a:ext cx="830524" cy="245813"/>
          </a:xfrm>
          <a:prstGeom prst="roundRect">
            <a:avLst/>
          </a:prstGeom>
          <a:solidFill>
            <a:schemeClr val="bg1"/>
          </a:solidFill>
          <a:ln w="19050" cap="flat" cmpd="sng" algn="ctr">
            <a:solidFill>
              <a:schemeClr val="tx2"/>
            </a:solidFill>
            <a:prstDash val="sysDot"/>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srgbClr val="003366"/>
                </a:solidFill>
                <a:effectLst/>
                <a:uLnTx/>
                <a:uFillTx/>
                <a:latin typeface="Ubuntu" panose="020B0504030602030204" pitchFamily="34" charset="0"/>
                <a:ea typeface="+mn-ea"/>
                <a:cs typeface="Arial" pitchFamily="34" charset="0"/>
              </a:rPr>
              <a:t>Workstreams</a:t>
            </a:r>
          </a:p>
        </p:txBody>
      </p:sp>
      <p:sp>
        <p:nvSpPr>
          <p:cNvPr id="49" name="Rounded Rectangle 145">
            <a:extLst>
              <a:ext uri="{FF2B5EF4-FFF2-40B4-BE49-F238E27FC236}">
                <a16:creationId xmlns:a16="http://schemas.microsoft.com/office/drawing/2014/main" id="{20604B81-FF16-4FC9-8526-9085B5FA2E17}"/>
              </a:ext>
            </a:extLst>
          </p:cNvPr>
          <p:cNvSpPr/>
          <p:nvPr/>
        </p:nvSpPr>
        <p:spPr>
          <a:xfrm>
            <a:off x="3755249" y="4890114"/>
            <a:ext cx="1631741" cy="274896"/>
          </a:xfrm>
          <a:prstGeom prst="roundRect">
            <a:avLst/>
          </a:prstGeom>
          <a:solidFill>
            <a:schemeClr val="accent6">
              <a:lumMod val="40000"/>
              <a:lumOff val="60000"/>
            </a:schemeClr>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Ubuntu" panose="020B0504030602030204" pitchFamily="34" charset="0"/>
                <a:ea typeface="+mn-ea"/>
                <a:cs typeface="Arial" pitchFamily="34" charset="0"/>
              </a:rPr>
              <a:t># Offshore Delivery Lead</a:t>
            </a:r>
          </a:p>
        </p:txBody>
      </p:sp>
      <p:sp>
        <p:nvSpPr>
          <p:cNvPr id="51" name="Rectangle 50">
            <a:extLst>
              <a:ext uri="{FF2B5EF4-FFF2-40B4-BE49-F238E27FC236}">
                <a16:creationId xmlns:a16="http://schemas.microsoft.com/office/drawing/2014/main" id="{24066460-B0EF-46FC-B65D-CB1A2C84A1F0}"/>
              </a:ext>
            </a:extLst>
          </p:cNvPr>
          <p:cNvSpPr/>
          <p:nvPr/>
        </p:nvSpPr>
        <p:spPr>
          <a:xfrm>
            <a:off x="2998454" y="3970207"/>
            <a:ext cx="1112132" cy="2106965"/>
          </a:xfrm>
          <a:prstGeom prst="rect">
            <a:avLst/>
          </a:prstGeom>
        </p:spPr>
        <p:txBody>
          <a:bodyPr wrap="none">
            <a:noAutofit/>
          </a:bodyPr>
          <a:lstStyle/>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FF0000"/>
                </a:solidFill>
                <a:effectLst/>
                <a:uLnTx/>
                <a:uFillTx/>
                <a:latin typeface="Ubuntu" panose="020B0504030602030204" pitchFamily="34" charset="0"/>
                <a:ea typeface="+mn-ea"/>
                <a:cs typeface="+mn-cs"/>
              </a:rPr>
              <a:t>Scrum Master</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FF0000"/>
                </a:solidFill>
                <a:effectLst/>
                <a:uLnTx/>
                <a:uFillTx/>
                <a:latin typeface="Ubuntu" panose="020B0504030602030204" pitchFamily="34" charset="0"/>
                <a:ea typeface="+mn-ea"/>
                <a:cs typeface="+mn-cs"/>
              </a:rPr>
              <a:t>Product Owner</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FF0000"/>
                </a:solidFill>
                <a:effectLst/>
                <a:uLnTx/>
                <a:uFillTx/>
                <a:latin typeface="Ubuntu" panose="020B0504030602030204" pitchFamily="34" charset="0"/>
                <a:ea typeface="+mn-ea"/>
                <a:cs typeface="+mn-cs"/>
              </a:rPr>
              <a:t>Business SMEs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FE3"/>
                </a:solidFill>
                <a:effectLst/>
                <a:uLnTx/>
                <a:uFillTx/>
                <a:latin typeface="Ubuntu" panose="020B0504030602030204" pitchFamily="34" charset="0"/>
                <a:ea typeface="+mn-ea"/>
                <a:cs typeface="+mn-cs"/>
              </a:rPr>
              <a:t>* Business Analysts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FE3"/>
                </a:solidFill>
                <a:effectLst/>
                <a:uLnTx/>
                <a:uFillTx/>
                <a:latin typeface="Ubuntu" panose="020B0504030602030204" pitchFamily="34" charset="0"/>
                <a:ea typeface="+mn-ea"/>
                <a:cs typeface="+mn-cs"/>
              </a:rPr>
              <a:t># Dev Lead</a:t>
            </a: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003366">
                  <a:lumMod val="50000"/>
                </a:srgbClr>
              </a:solidFill>
              <a:effectLst/>
              <a:uLnTx/>
              <a:uFillTx/>
              <a:latin typeface="Ubuntu" panose="020B0504030602030204" pitchFamily="34"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003366">
                  <a:lumMod val="50000"/>
                </a:srgbClr>
              </a:solidFill>
              <a:effectLst/>
              <a:uLnTx/>
              <a:uFillTx/>
              <a:latin typeface="Ubuntu" panose="020B0504030602030204" pitchFamily="34"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003366">
                  <a:lumMod val="50000"/>
                </a:srgbClr>
              </a:solidFill>
              <a:effectLst/>
              <a:uLnTx/>
              <a:uFillTx/>
              <a:latin typeface="Ubuntu" panose="020B0504030602030204" pitchFamily="34"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003366">
                  <a:lumMod val="50000"/>
                </a:srgbClr>
              </a:solidFill>
              <a:effectLst/>
              <a:uLnTx/>
              <a:uFillTx/>
              <a:latin typeface="Ubuntu" panose="020B0504030602030204" pitchFamily="34"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FE3"/>
                </a:solidFill>
                <a:effectLst/>
                <a:uLnTx/>
                <a:uFillTx/>
                <a:latin typeface="Ubuntu" panose="020B0504030602030204" pitchFamily="34" charset="0"/>
                <a:ea typeface="+mn-ea"/>
                <a:cs typeface="+mn-cs"/>
              </a:rPr>
              <a:t>* Business Analyst </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FE3"/>
                </a:solidFill>
                <a:effectLst/>
                <a:uLnTx/>
                <a:uFillTx/>
                <a:latin typeface="Ubuntu" panose="020B0504030602030204" pitchFamily="34" charset="0"/>
                <a:ea typeface="+mn-ea"/>
                <a:cs typeface="+mn-cs"/>
              </a:rPr>
              <a:t># Tech Lead</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FE3"/>
                </a:solidFill>
                <a:effectLst/>
                <a:uLnTx/>
                <a:uFillTx/>
                <a:latin typeface="Ubuntu" panose="020B0504030602030204" pitchFamily="34" charset="0"/>
                <a:ea typeface="+mn-ea"/>
                <a:cs typeface="+mn-cs"/>
              </a:rPr>
              <a:t># Developers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FE3"/>
                </a:solidFill>
                <a:effectLst/>
                <a:uLnTx/>
                <a:uFillTx/>
                <a:latin typeface="Ubuntu" panose="020B0504030602030204" pitchFamily="34" charset="0"/>
                <a:ea typeface="+mn-ea"/>
                <a:cs typeface="+mn-cs"/>
              </a:rPr>
              <a:t># Testers</a:t>
            </a:r>
          </a:p>
        </p:txBody>
      </p:sp>
      <p:sp>
        <p:nvSpPr>
          <p:cNvPr id="53" name="Rectangle 52">
            <a:extLst>
              <a:ext uri="{FF2B5EF4-FFF2-40B4-BE49-F238E27FC236}">
                <a16:creationId xmlns:a16="http://schemas.microsoft.com/office/drawing/2014/main" id="{E8DBD47A-B9A3-4838-91A3-C4DE102C1847}"/>
              </a:ext>
            </a:extLst>
          </p:cNvPr>
          <p:cNvSpPr/>
          <p:nvPr/>
        </p:nvSpPr>
        <p:spPr>
          <a:xfrm>
            <a:off x="7233636" y="3970207"/>
            <a:ext cx="1149061" cy="2106965"/>
          </a:xfrm>
          <a:prstGeom prst="rect">
            <a:avLst/>
          </a:prstGeom>
        </p:spPr>
        <p:txBody>
          <a:bodyPr wrap="none">
            <a:noAutofit/>
          </a:bodyPr>
          <a:lstStyle/>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FF0000"/>
                </a:solidFill>
                <a:effectLst/>
                <a:uLnTx/>
                <a:uFillTx/>
                <a:latin typeface="Ubuntu" panose="020B0504030602030204" pitchFamily="34" charset="0"/>
                <a:ea typeface="+mn-ea"/>
                <a:cs typeface="+mn-cs"/>
              </a:rPr>
              <a:t>Scrum Master</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FF0000"/>
                </a:solidFill>
                <a:effectLst/>
                <a:uLnTx/>
                <a:uFillTx/>
                <a:latin typeface="Ubuntu" panose="020B0504030602030204" pitchFamily="34" charset="0"/>
                <a:ea typeface="+mn-ea"/>
                <a:cs typeface="+mn-cs"/>
              </a:rPr>
              <a:t>Data Architect</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FF0000"/>
                </a:solidFill>
                <a:effectLst/>
                <a:uLnTx/>
                <a:uFillTx/>
                <a:latin typeface="Ubuntu" panose="020B0504030602030204" pitchFamily="34" charset="0"/>
                <a:ea typeface="+mn-ea"/>
                <a:cs typeface="+mn-cs"/>
              </a:rPr>
              <a:t>Product Owner</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FE3"/>
                </a:solidFill>
                <a:effectLst/>
                <a:uLnTx/>
                <a:uFillTx/>
                <a:latin typeface="Ubuntu" panose="020B0504030602030204" pitchFamily="34" charset="0"/>
                <a:ea typeface="+mn-ea"/>
                <a:cs typeface="+mn-cs"/>
              </a:rPr>
              <a:t># Technical SMEs</a:t>
            </a: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003366">
                  <a:lumMod val="50000"/>
                </a:srgbClr>
              </a:solidFill>
              <a:effectLst/>
              <a:uLnTx/>
              <a:uFillTx/>
              <a:latin typeface="Ubuntu" panose="020B0504030602030204" pitchFamily="34"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003366">
                  <a:lumMod val="50000"/>
                </a:srgbClr>
              </a:solidFill>
              <a:effectLst/>
              <a:uLnTx/>
              <a:uFillTx/>
              <a:latin typeface="Ubuntu" panose="020B0504030602030204" pitchFamily="34"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003366">
                  <a:lumMod val="50000"/>
                </a:srgbClr>
              </a:solidFill>
              <a:effectLst/>
              <a:uLnTx/>
              <a:uFillTx/>
              <a:latin typeface="Ubuntu" panose="020B0504030602030204" pitchFamily="34"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003366">
                  <a:lumMod val="50000"/>
                </a:srgbClr>
              </a:solidFill>
              <a:effectLst/>
              <a:uLnTx/>
              <a:uFillTx/>
              <a:latin typeface="Ubuntu" panose="020B0504030602030204" pitchFamily="34"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003366">
                  <a:lumMod val="50000"/>
                </a:srgbClr>
              </a:solidFill>
              <a:effectLst/>
              <a:uLnTx/>
              <a:uFillTx/>
              <a:latin typeface="Ubuntu" panose="020B0504030602030204" pitchFamily="34"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FE3"/>
                </a:solidFill>
                <a:effectLst/>
                <a:uLnTx/>
                <a:uFillTx/>
                <a:latin typeface="Ubuntu" panose="020B0504030602030204" pitchFamily="34" charset="0"/>
                <a:ea typeface="+mn-ea"/>
                <a:cs typeface="+mn-cs"/>
              </a:rPr>
              <a:t># Data Analyst</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FE3"/>
                </a:solidFill>
                <a:effectLst/>
                <a:uLnTx/>
                <a:uFillTx/>
                <a:latin typeface="Ubuntu" panose="020B0504030602030204" pitchFamily="34" charset="0"/>
                <a:ea typeface="+mn-ea"/>
                <a:cs typeface="+mn-cs"/>
              </a:rPr>
              <a:t># ETL Developers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FE3"/>
                </a:solidFill>
                <a:effectLst/>
                <a:uLnTx/>
                <a:uFillTx/>
                <a:latin typeface="Ubuntu" panose="020B0504030602030204" pitchFamily="34" charset="0"/>
                <a:ea typeface="+mn-ea"/>
                <a:cs typeface="+mn-cs"/>
              </a:rPr>
              <a:t># Reporting Developers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FE3"/>
                </a:solidFill>
                <a:effectLst/>
                <a:uLnTx/>
                <a:uFillTx/>
                <a:latin typeface="Ubuntu" panose="020B0504030602030204" pitchFamily="34" charset="0"/>
                <a:ea typeface="+mn-ea"/>
                <a:cs typeface="+mn-cs"/>
              </a:rPr>
              <a:t># Testers</a:t>
            </a:r>
          </a:p>
        </p:txBody>
      </p:sp>
      <p:sp>
        <p:nvSpPr>
          <p:cNvPr id="55" name="Rounded Rectangle 185">
            <a:extLst>
              <a:ext uri="{FF2B5EF4-FFF2-40B4-BE49-F238E27FC236}">
                <a16:creationId xmlns:a16="http://schemas.microsoft.com/office/drawing/2014/main" id="{5626CCF7-E6DE-4F0B-9AED-8D765676436F}"/>
              </a:ext>
            </a:extLst>
          </p:cNvPr>
          <p:cNvSpPr/>
          <p:nvPr/>
        </p:nvSpPr>
        <p:spPr>
          <a:xfrm>
            <a:off x="1947601" y="3036620"/>
            <a:ext cx="3133315" cy="420215"/>
          </a:xfrm>
          <a:prstGeom prst="roundRect">
            <a:avLst/>
          </a:prstGeom>
          <a:solidFill>
            <a:schemeClr val="accent6">
              <a:lumMod val="40000"/>
              <a:lumOff val="60000"/>
            </a:schemeClr>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Ubuntu" panose="020B0504030602030204" pitchFamily="34" charset="0"/>
                <a:ea typeface="+mn-ea"/>
                <a:cs typeface="Arial" pitchFamily="34" charset="0"/>
              </a:rPr>
              <a:t># Configuration Lead</a:t>
            </a:r>
          </a:p>
        </p:txBody>
      </p:sp>
      <p:sp>
        <p:nvSpPr>
          <p:cNvPr id="56" name="Rounded Rectangle 186">
            <a:extLst>
              <a:ext uri="{FF2B5EF4-FFF2-40B4-BE49-F238E27FC236}">
                <a16:creationId xmlns:a16="http://schemas.microsoft.com/office/drawing/2014/main" id="{17EC4388-9E42-4440-8EE7-8895DF0C47E8}"/>
              </a:ext>
            </a:extLst>
          </p:cNvPr>
          <p:cNvSpPr/>
          <p:nvPr/>
        </p:nvSpPr>
        <p:spPr>
          <a:xfrm>
            <a:off x="5258968" y="3036620"/>
            <a:ext cx="950154" cy="420215"/>
          </a:xfrm>
          <a:prstGeom prst="roundRect">
            <a:avLst/>
          </a:prstGeom>
          <a:solidFill>
            <a:schemeClr val="accent6">
              <a:lumMod val="40000"/>
              <a:lumOff val="60000"/>
            </a:schemeClr>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Ubuntu" panose="020B0504030602030204" pitchFamily="34" charset="0"/>
                <a:ea typeface="+mn-ea"/>
                <a:cs typeface="Arial" pitchFamily="34" charset="0"/>
              </a:rPr>
              <a:t># Integration Lead</a:t>
            </a:r>
          </a:p>
        </p:txBody>
      </p:sp>
      <p:sp>
        <p:nvSpPr>
          <p:cNvPr id="57" name="Rounded Rectangle 188">
            <a:extLst>
              <a:ext uri="{FF2B5EF4-FFF2-40B4-BE49-F238E27FC236}">
                <a16:creationId xmlns:a16="http://schemas.microsoft.com/office/drawing/2014/main" id="{79AF375F-1AEC-4533-B6E6-4757F7ABEBC8}"/>
              </a:ext>
            </a:extLst>
          </p:cNvPr>
          <p:cNvSpPr/>
          <p:nvPr/>
        </p:nvSpPr>
        <p:spPr>
          <a:xfrm>
            <a:off x="9943404" y="3625213"/>
            <a:ext cx="815037" cy="358293"/>
          </a:xfrm>
          <a:prstGeom prst="roundRect">
            <a:avLst/>
          </a:prstGeom>
          <a:solidFill>
            <a:schemeClr val="accent6">
              <a:lumMod val="40000"/>
              <a:lumOff val="60000"/>
            </a:schemeClr>
          </a:solidFill>
          <a:ln w="3175" cap="flat" cmpd="sng" algn="ctr">
            <a:solidFill>
              <a:srgbClr val="0070C0"/>
            </a:solidFill>
            <a:prstDash val="solid"/>
          </a:ln>
          <a:effectLst/>
        </p:spPr>
        <p:txBody>
          <a:bodyPr lIns="0" rIns="0"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Ubuntu" panose="020B0504030602030204" pitchFamily="34" charset="0"/>
                <a:ea typeface="+mn-ea"/>
                <a:cs typeface="+mn-cs"/>
              </a:rPr>
              <a:t>^ Release Manager</a:t>
            </a:r>
          </a:p>
        </p:txBody>
      </p:sp>
      <p:sp>
        <p:nvSpPr>
          <p:cNvPr id="58" name="Rounded Rectangle 189">
            <a:extLst>
              <a:ext uri="{FF2B5EF4-FFF2-40B4-BE49-F238E27FC236}">
                <a16:creationId xmlns:a16="http://schemas.microsoft.com/office/drawing/2014/main" id="{0F471675-B95B-4067-8775-47444A0045BF}"/>
              </a:ext>
            </a:extLst>
          </p:cNvPr>
          <p:cNvSpPr/>
          <p:nvPr/>
        </p:nvSpPr>
        <p:spPr>
          <a:xfrm>
            <a:off x="10868785" y="3030119"/>
            <a:ext cx="1018120" cy="420215"/>
          </a:xfrm>
          <a:prstGeom prst="roundRect">
            <a:avLst/>
          </a:prstGeom>
          <a:solidFill>
            <a:schemeClr val="accent6">
              <a:lumMod val="40000"/>
              <a:lumOff val="60000"/>
            </a:schemeClr>
          </a:solidFill>
          <a:ln w="3175" cap="flat" cmpd="sng" algn="ctr">
            <a:solidFill>
              <a:srgbClr val="0070C0"/>
            </a:solidFill>
            <a:prstDash val="solid"/>
          </a:ln>
          <a:effectLst/>
        </p:spPr>
        <p:txBody>
          <a:bodyPr lIns="0" rIns="0"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Ubuntu" panose="020B0504030602030204" pitchFamily="34" charset="0"/>
                <a:ea typeface="+mn-ea"/>
                <a:cs typeface="+mn-cs"/>
              </a:rPr>
              <a:t>* OCM Lead</a:t>
            </a:r>
          </a:p>
        </p:txBody>
      </p:sp>
      <p:sp>
        <p:nvSpPr>
          <p:cNvPr id="59" name="Rectangle 58">
            <a:extLst>
              <a:ext uri="{FF2B5EF4-FFF2-40B4-BE49-F238E27FC236}">
                <a16:creationId xmlns:a16="http://schemas.microsoft.com/office/drawing/2014/main" id="{90CDACE3-9E75-48CC-8E6D-69AD83D06C5F}"/>
              </a:ext>
            </a:extLst>
          </p:cNvPr>
          <p:cNvSpPr/>
          <p:nvPr/>
        </p:nvSpPr>
        <p:spPr>
          <a:xfrm>
            <a:off x="1935822" y="3438099"/>
            <a:ext cx="2648482" cy="233590"/>
          </a:xfrm>
          <a:prstGeom prst="rect">
            <a:avLst/>
          </a:prstGeom>
        </p:spPr>
        <p:txBody>
          <a:bodyPr wrap="none">
            <a:spAutoFit/>
          </a:bodyPr>
          <a:lstStyle/>
          <a:p>
            <a:pPr marL="0" marR="0" lvl="0" indent="0" algn="l" defTabSz="932962" rtl="0" eaLnBrk="1" fontAlgn="auto" latinLnBrk="0" hangingPunct="1">
              <a:lnSpc>
                <a:spcPct val="100000"/>
              </a:lnSpc>
              <a:spcBef>
                <a:spcPts val="0"/>
              </a:spcBef>
              <a:spcAft>
                <a:spcPts val="0"/>
              </a:spcAft>
              <a:buClrTx/>
              <a:buSzTx/>
              <a:buFontTx/>
              <a:buNone/>
              <a:tabLst/>
              <a:defRPr/>
            </a:pPr>
            <a:r>
              <a:rPr kumimoji="0" lang="en-US" sz="918" b="0" i="1" u="none" strike="noStrike" kern="0" cap="none" spc="0" normalizeH="0" baseline="0" noProof="0">
                <a:ln>
                  <a:noFill/>
                </a:ln>
                <a:solidFill>
                  <a:srgbClr val="0098C7"/>
                </a:solidFill>
                <a:effectLst/>
                <a:uLnTx/>
                <a:uFillTx/>
                <a:latin typeface="Ubuntu" panose="020B0504030602030204" pitchFamily="34" charset="0"/>
                <a:ea typeface="+mn-ea"/>
                <a:cs typeface="+mn-cs"/>
              </a:rPr>
              <a:t>Leaders ensure alignment between Workstream</a:t>
            </a:r>
            <a:endParaRPr kumimoji="0" lang="en-GB" sz="918" b="0" i="1" u="none" strike="noStrike" kern="0" cap="none" spc="0" normalizeH="0" baseline="0" noProof="0">
              <a:ln>
                <a:noFill/>
              </a:ln>
              <a:solidFill>
                <a:srgbClr val="0098C7"/>
              </a:solidFill>
              <a:effectLst/>
              <a:uLnTx/>
              <a:uFillTx/>
              <a:latin typeface="Ubuntu" panose="020B0504030602030204" pitchFamily="34" charset="0"/>
              <a:ea typeface="+mn-ea"/>
              <a:cs typeface="+mn-cs"/>
            </a:endParaRPr>
          </a:p>
        </p:txBody>
      </p:sp>
      <p:sp>
        <p:nvSpPr>
          <p:cNvPr id="85" name="Rounded Rectangle 186">
            <a:extLst>
              <a:ext uri="{FF2B5EF4-FFF2-40B4-BE49-F238E27FC236}">
                <a16:creationId xmlns:a16="http://schemas.microsoft.com/office/drawing/2014/main" id="{2EC5365F-BD8F-408F-B9B8-53FA2C76E321}"/>
              </a:ext>
            </a:extLst>
          </p:cNvPr>
          <p:cNvSpPr/>
          <p:nvPr/>
        </p:nvSpPr>
        <p:spPr>
          <a:xfrm>
            <a:off x="7182733" y="3034751"/>
            <a:ext cx="944313" cy="420215"/>
          </a:xfrm>
          <a:prstGeom prst="roundRect">
            <a:avLst/>
          </a:prstGeom>
          <a:solidFill>
            <a:schemeClr val="accent6">
              <a:lumMod val="40000"/>
              <a:lumOff val="60000"/>
            </a:schemeClr>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Ubuntu" panose="020B0504030602030204" pitchFamily="34" charset="0"/>
                <a:ea typeface="+mn-ea"/>
                <a:cs typeface="Arial" pitchFamily="34" charset="0"/>
              </a:rPr>
              <a:t># Data Lead</a:t>
            </a:r>
          </a:p>
        </p:txBody>
      </p:sp>
      <p:sp>
        <p:nvSpPr>
          <p:cNvPr id="87" name="Rounded Rectangle 69">
            <a:extLst>
              <a:ext uri="{FF2B5EF4-FFF2-40B4-BE49-F238E27FC236}">
                <a16:creationId xmlns:a16="http://schemas.microsoft.com/office/drawing/2014/main" id="{0D6CD220-5F8E-40E4-AF7E-DEA17FA0DF12}"/>
              </a:ext>
            </a:extLst>
          </p:cNvPr>
          <p:cNvSpPr>
            <a:spLocks/>
          </p:cNvSpPr>
          <p:nvPr/>
        </p:nvSpPr>
        <p:spPr>
          <a:xfrm>
            <a:off x="5251704" y="3647916"/>
            <a:ext cx="942395" cy="292177"/>
          </a:xfrm>
          <a:prstGeom prst="roundRect">
            <a:avLst/>
          </a:prstGeom>
          <a:solidFill>
            <a:schemeClr val="bg1"/>
          </a:solidFill>
          <a:ln w="19050">
            <a:solidFill>
              <a:schemeClr val="tx2"/>
            </a:solid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rIns="46649" rtlCol="0" anchor="ctr"/>
          <a:lstStyle/>
          <a:p>
            <a:pPr marL="0" marR="0" lvl="0" indent="0" algn="ctr" defTabSz="932962" rtl="0" eaLnBrk="1" fontAlgn="base" latinLnBrk="0" hangingPunct="1">
              <a:lnSpc>
                <a:spcPct val="100000"/>
              </a:lnSpc>
              <a:spcBef>
                <a:spcPct val="0"/>
              </a:spcBef>
              <a:spcAft>
                <a:spcPct val="0"/>
              </a:spcAft>
              <a:buClrTx/>
              <a:buSzTx/>
              <a:buFontTx/>
              <a:buNone/>
              <a:tabLst/>
              <a:defRPr/>
            </a:pPr>
            <a:r>
              <a:rPr kumimoji="0" lang="en-US" sz="918" b="1" i="0" u="none" strike="noStrike" kern="1200" cap="none" spc="0" normalizeH="0" baseline="0" noProof="0">
                <a:ln>
                  <a:noFill/>
                </a:ln>
                <a:solidFill>
                  <a:srgbClr val="003366">
                    <a:lumMod val="50000"/>
                  </a:srgbClr>
                </a:solidFill>
                <a:effectLst/>
                <a:uLnTx/>
                <a:uFillTx/>
                <a:latin typeface="Ubuntu" panose="020B0504030602030204" pitchFamily="34" charset="0"/>
                <a:ea typeface="+mn-ea"/>
                <a:cs typeface="+mn-cs"/>
              </a:rPr>
              <a:t># Integration</a:t>
            </a:r>
          </a:p>
        </p:txBody>
      </p:sp>
      <p:sp>
        <p:nvSpPr>
          <p:cNvPr id="94" name="Rectangle 93">
            <a:extLst>
              <a:ext uri="{FF2B5EF4-FFF2-40B4-BE49-F238E27FC236}">
                <a16:creationId xmlns:a16="http://schemas.microsoft.com/office/drawing/2014/main" id="{2B72470E-805A-4BC9-A44E-CA78679075C2}"/>
              </a:ext>
            </a:extLst>
          </p:cNvPr>
          <p:cNvSpPr/>
          <p:nvPr/>
        </p:nvSpPr>
        <p:spPr>
          <a:xfrm>
            <a:off x="5223052" y="3970207"/>
            <a:ext cx="1171366" cy="2106965"/>
          </a:xfrm>
          <a:prstGeom prst="rect">
            <a:avLst/>
          </a:prstGeom>
        </p:spPr>
        <p:txBody>
          <a:bodyPr wrap="none">
            <a:noAutofit/>
          </a:bodyPr>
          <a:lstStyle/>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FE3"/>
                </a:solidFill>
                <a:effectLst/>
                <a:uLnTx/>
                <a:uFillTx/>
                <a:latin typeface="Ubuntu" panose="020B0504030602030204" pitchFamily="34" charset="0"/>
                <a:ea typeface="+mn-ea"/>
                <a:cs typeface="+mn-cs"/>
              </a:rPr>
              <a:t># Technical SMEs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FE3"/>
                </a:solidFill>
                <a:effectLst/>
                <a:uLnTx/>
                <a:uFillTx/>
                <a:latin typeface="Ubuntu" panose="020B0504030602030204" pitchFamily="34" charset="0"/>
                <a:ea typeface="+mn-ea"/>
                <a:cs typeface="+mn-cs"/>
              </a:rPr>
              <a:t># Integration Dev</a:t>
            </a: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FF0000"/>
              </a:solidFill>
              <a:effectLst/>
              <a:uLnTx/>
              <a:uFillTx/>
              <a:latin typeface="Ubuntu" panose="020B0504030602030204" pitchFamily="34"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FF0000"/>
              </a:solidFill>
              <a:effectLst/>
              <a:uLnTx/>
              <a:uFillTx/>
              <a:latin typeface="Ubuntu" panose="020B0504030602030204" pitchFamily="34"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FF0000"/>
              </a:solidFill>
              <a:effectLst/>
              <a:uLnTx/>
              <a:uFillTx/>
              <a:latin typeface="Ubuntu" panose="020B0504030602030204" pitchFamily="34"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003366">
                  <a:lumMod val="50000"/>
                </a:srgbClr>
              </a:solidFill>
              <a:effectLst/>
              <a:uLnTx/>
              <a:uFillTx/>
              <a:latin typeface="Ubuntu" panose="020B0504030602030204" pitchFamily="34"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003366">
                  <a:lumMod val="50000"/>
                </a:srgbClr>
              </a:solidFill>
              <a:effectLst/>
              <a:uLnTx/>
              <a:uFillTx/>
              <a:latin typeface="Ubuntu" panose="020B0504030602030204" pitchFamily="34"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003366">
                  <a:lumMod val="50000"/>
                </a:srgbClr>
              </a:solidFill>
              <a:effectLst/>
              <a:uLnTx/>
              <a:uFillTx/>
              <a:latin typeface="Ubuntu" panose="020B0504030602030204" pitchFamily="34"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003366">
                  <a:lumMod val="50000"/>
                </a:srgbClr>
              </a:solidFill>
              <a:effectLst/>
              <a:uLnTx/>
              <a:uFillTx/>
              <a:latin typeface="Ubuntu" panose="020B0504030602030204" pitchFamily="34"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FE3"/>
                </a:solidFill>
                <a:effectLst/>
                <a:uLnTx/>
                <a:uFillTx/>
                <a:latin typeface="Ubuntu" panose="020B0504030602030204" pitchFamily="34" charset="0"/>
                <a:ea typeface="+mn-ea"/>
                <a:cs typeface="+mn-cs"/>
              </a:rPr>
              <a:t># Mapping Analyst</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FE3"/>
                </a:solidFill>
                <a:effectLst/>
                <a:uLnTx/>
                <a:uFillTx/>
                <a:latin typeface="Ubuntu" panose="020B0504030602030204" pitchFamily="34" charset="0"/>
                <a:ea typeface="+mn-ea"/>
                <a:cs typeface="+mn-cs"/>
              </a:rPr>
              <a:t># Tech Lead</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FE3"/>
                </a:solidFill>
                <a:effectLst/>
                <a:uLnTx/>
                <a:uFillTx/>
                <a:latin typeface="Ubuntu" panose="020B0504030602030204" pitchFamily="34" charset="0"/>
                <a:ea typeface="+mn-ea"/>
                <a:cs typeface="+mn-cs"/>
              </a:rPr>
              <a:t># Developers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FE3"/>
                </a:solidFill>
                <a:effectLst/>
                <a:uLnTx/>
                <a:uFillTx/>
                <a:latin typeface="Ubuntu" panose="020B0504030602030204" pitchFamily="34" charset="0"/>
                <a:ea typeface="+mn-ea"/>
                <a:cs typeface="+mn-cs"/>
              </a:rPr>
              <a:t># Testers</a:t>
            </a: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003366">
                  <a:lumMod val="50000"/>
                </a:srgbClr>
              </a:solidFill>
              <a:effectLst/>
              <a:uLnTx/>
              <a:uFillTx/>
              <a:latin typeface="Ubuntu" panose="020B0504030602030204" pitchFamily="34"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003366">
                  <a:lumMod val="50000"/>
                </a:srgbClr>
              </a:solidFill>
              <a:effectLst/>
              <a:uLnTx/>
              <a:uFillTx/>
              <a:latin typeface="Ubuntu" panose="020B0504030602030204" pitchFamily="34" charset="0"/>
              <a:ea typeface="+mn-ea"/>
              <a:cs typeface="+mn-cs"/>
            </a:endParaRPr>
          </a:p>
        </p:txBody>
      </p:sp>
      <p:sp>
        <p:nvSpPr>
          <p:cNvPr id="23" name="Rounded Rectangle 80">
            <a:extLst>
              <a:ext uri="{FF2B5EF4-FFF2-40B4-BE49-F238E27FC236}">
                <a16:creationId xmlns:a16="http://schemas.microsoft.com/office/drawing/2014/main" id="{3AA61BB8-F5E6-46A9-9927-7CDCFBBEE746}"/>
              </a:ext>
            </a:extLst>
          </p:cNvPr>
          <p:cNvSpPr/>
          <p:nvPr/>
        </p:nvSpPr>
        <p:spPr>
          <a:xfrm>
            <a:off x="6871718" y="1981303"/>
            <a:ext cx="1137235" cy="420215"/>
          </a:xfrm>
          <a:prstGeom prst="roundRect">
            <a:avLst/>
          </a:prstGeom>
          <a:solidFill>
            <a:schemeClr val="accent4"/>
          </a:solidFill>
          <a:ln w="3175" cap="flat" cmpd="sng" algn="ctr">
            <a:solidFill>
              <a:srgbClr val="FF6A10"/>
            </a:solidFill>
            <a:prstDash val="solid"/>
          </a:ln>
          <a:effectLst/>
        </p:spPr>
        <p:txBody>
          <a:bodyPr lIns="0" rIns="0"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Ubuntu" panose="020B0504030602030204" pitchFamily="34" charset="0"/>
                <a:ea typeface="+mn-ea"/>
                <a:cs typeface="+mn-cs"/>
              </a:rPr>
              <a:t>Architects</a:t>
            </a:r>
          </a:p>
        </p:txBody>
      </p:sp>
      <p:sp>
        <p:nvSpPr>
          <p:cNvPr id="98" name="Rounded Rectangle 118">
            <a:extLst>
              <a:ext uri="{FF2B5EF4-FFF2-40B4-BE49-F238E27FC236}">
                <a16:creationId xmlns:a16="http://schemas.microsoft.com/office/drawing/2014/main" id="{D2C51607-8545-48ED-AE70-FAA7FE423107}"/>
              </a:ext>
            </a:extLst>
          </p:cNvPr>
          <p:cNvSpPr>
            <a:spLocks/>
          </p:cNvSpPr>
          <p:nvPr/>
        </p:nvSpPr>
        <p:spPr>
          <a:xfrm>
            <a:off x="4171582" y="3643731"/>
            <a:ext cx="942395" cy="292177"/>
          </a:xfrm>
          <a:prstGeom prst="roundRect">
            <a:avLst/>
          </a:prstGeom>
          <a:solidFill>
            <a:schemeClr val="bg1"/>
          </a:solidFill>
          <a:ln w="19050">
            <a:solidFill>
              <a:schemeClr val="tx2"/>
            </a:solid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rIns="46649" rtlCol="0" anchor="ctr"/>
          <a:lstStyle/>
          <a:p>
            <a:pPr marL="0" marR="0" lvl="0" indent="0" algn="ctr" defTabSz="932962" rtl="0" eaLnBrk="1" fontAlgn="base" latinLnBrk="0" hangingPunct="1">
              <a:lnSpc>
                <a:spcPct val="100000"/>
              </a:lnSpc>
              <a:spcBef>
                <a:spcPct val="0"/>
              </a:spcBef>
              <a:spcAft>
                <a:spcPct val="0"/>
              </a:spcAft>
              <a:buClrTx/>
              <a:buSzTx/>
              <a:buFontTx/>
              <a:buNone/>
              <a:tabLst/>
              <a:defRPr/>
            </a:pPr>
            <a:r>
              <a:rPr kumimoji="0" lang="en-US" sz="918" b="1" i="0" u="none" strike="noStrike" kern="1200" cap="none" spc="0" normalizeH="0" baseline="0" noProof="0">
                <a:ln>
                  <a:noFill/>
                </a:ln>
                <a:solidFill>
                  <a:srgbClr val="003366">
                    <a:lumMod val="50000"/>
                  </a:srgbClr>
                </a:solidFill>
                <a:effectLst/>
                <a:uLnTx/>
                <a:uFillTx/>
                <a:latin typeface="Ubuntu" panose="020B0504030602030204" pitchFamily="34" charset="0"/>
                <a:ea typeface="+mn-ea"/>
                <a:cs typeface="+mn-cs"/>
              </a:rPr>
              <a:t># Billing</a:t>
            </a:r>
          </a:p>
        </p:txBody>
      </p:sp>
      <p:sp>
        <p:nvSpPr>
          <p:cNvPr id="100" name="Rounded Rectangle 145">
            <a:extLst>
              <a:ext uri="{FF2B5EF4-FFF2-40B4-BE49-F238E27FC236}">
                <a16:creationId xmlns:a16="http://schemas.microsoft.com/office/drawing/2014/main" id="{13A99103-CA0D-4E95-A731-5465C876EE9F}"/>
              </a:ext>
            </a:extLst>
          </p:cNvPr>
          <p:cNvSpPr/>
          <p:nvPr/>
        </p:nvSpPr>
        <p:spPr>
          <a:xfrm>
            <a:off x="8457363" y="4928172"/>
            <a:ext cx="568927" cy="274896"/>
          </a:xfrm>
          <a:prstGeom prst="roundRect">
            <a:avLst/>
          </a:prstGeom>
          <a:solidFill>
            <a:schemeClr val="accent6">
              <a:lumMod val="40000"/>
              <a:lumOff val="60000"/>
            </a:schemeClr>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Ubuntu" panose="020B0504030602030204" pitchFamily="34" charset="0"/>
                <a:ea typeface="+mn-ea"/>
                <a:cs typeface="Arial" pitchFamily="34" charset="0"/>
              </a:rPr>
              <a:t># Test Lead</a:t>
            </a:r>
          </a:p>
        </p:txBody>
      </p:sp>
      <p:sp>
        <p:nvSpPr>
          <p:cNvPr id="101" name="Rounded Rectangle 145">
            <a:extLst>
              <a:ext uri="{FF2B5EF4-FFF2-40B4-BE49-F238E27FC236}">
                <a16:creationId xmlns:a16="http://schemas.microsoft.com/office/drawing/2014/main" id="{568350A5-AA12-41AB-8355-65EAA79B83E8}"/>
              </a:ext>
            </a:extLst>
          </p:cNvPr>
          <p:cNvSpPr/>
          <p:nvPr/>
        </p:nvSpPr>
        <p:spPr>
          <a:xfrm>
            <a:off x="1970752" y="6001040"/>
            <a:ext cx="6975285" cy="274896"/>
          </a:xfrm>
          <a:prstGeom prst="roundRect">
            <a:avLst/>
          </a:prstGeom>
          <a:solidFill>
            <a:schemeClr val="accent6">
              <a:lumMod val="40000"/>
              <a:lumOff val="60000"/>
            </a:schemeClr>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Ubuntu" panose="020B0504030602030204" pitchFamily="34" charset="0"/>
                <a:ea typeface="+mn-ea"/>
                <a:cs typeface="Arial" pitchFamily="34" charset="0"/>
              </a:rPr>
              <a:t># Automation Testers</a:t>
            </a:r>
          </a:p>
        </p:txBody>
      </p:sp>
      <p:sp>
        <p:nvSpPr>
          <p:cNvPr id="102" name="Rounded Rectangle 186">
            <a:extLst>
              <a:ext uri="{FF2B5EF4-FFF2-40B4-BE49-F238E27FC236}">
                <a16:creationId xmlns:a16="http://schemas.microsoft.com/office/drawing/2014/main" id="{01E6B331-C43F-43A2-A795-195DCF324548}"/>
              </a:ext>
            </a:extLst>
          </p:cNvPr>
          <p:cNvSpPr/>
          <p:nvPr/>
        </p:nvSpPr>
        <p:spPr>
          <a:xfrm>
            <a:off x="6426795" y="3042841"/>
            <a:ext cx="640523" cy="420215"/>
          </a:xfrm>
          <a:prstGeom prst="roundRect">
            <a:avLst/>
          </a:prstGeom>
          <a:solidFill>
            <a:schemeClr val="accent6">
              <a:lumMod val="40000"/>
              <a:lumOff val="60000"/>
            </a:schemeClr>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Ubuntu" panose="020B0504030602030204" pitchFamily="34" charset="0"/>
                <a:ea typeface="+mn-ea"/>
                <a:cs typeface="Arial" pitchFamily="34" charset="0"/>
              </a:rPr>
              <a:t># Portal Lead</a:t>
            </a:r>
          </a:p>
        </p:txBody>
      </p:sp>
      <p:sp>
        <p:nvSpPr>
          <p:cNvPr id="103" name="Rounded Rectangle 69">
            <a:extLst>
              <a:ext uri="{FF2B5EF4-FFF2-40B4-BE49-F238E27FC236}">
                <a16:creationId xmlns:a16="http://schemas.microsoft.com/office/drawing/2014/main" id="{1E7C008D-92AA-487B-8F56-2A841B529F7D}"/>
              </a:ext>
            </a:extLst>
          </p:cNvPr>
          <p:cNvSpPr>
            <a:spLocks/>
          </p:cNvSpPr>
          <p:nvPr/>
        </p:nvSpPr>
        <p:spPr>
          <a:xfrm>
            <a:off x="6426796" y="3643730"/>
            <a:ext cx="639215" cy="292177"/>
          </a:xfrm>
          <a:prstGeom prst="roundRect">
            <a:avLst/>
          </a:prstGeom>
          <a:solidFill>
            <a:schemeClr val="bg1"/>
          </a:solidFill>
          <a:ln w="19050">
            <a:solidFill>
              <a:schemeClr val="tx2"/>
            </a:solidFill>
            <a:prstDash val="sysDot"/>
          </a:ln>
          <a:effectLst/>
        </p:spPr>
        <p:style>
          <a:lnRef idx="2">
            <a:schemeClr val="accent1">
              <a:shade val="50000"/>
            </a:schemeClr>
          </a:lnRef>
          <a:fillRef idx="1">
            <a:schemeClr val="accent1"/>
          </a:fillRef>
          <a:effectRef idx="0">
            <a:schemeClr val="accent1"/>
          </a:effectRef>
          <a:fontRef idx="minor">
            <a:schemeClr val="lt1"/>
          </a:fontRef>
        </p:style>
        <p:txBody>
          <a:bodyPr rIns="46649" rtlCol="0" anchor="ctr"/>
          <a:lstStyle/>
          <a:p>
            <a:pPr marL="0" marR="0" lvl="0" indent="0" algn="ctr" defTabSz="932962" rtl="0" eaLnBrk="1" fontAlgn="base" latinLnBrk="0" hangingPunct="1">
              <a:lnSpc>
                <a:spcPct val="100000"/>
              </a:lnSpc>
              <a:spcBef>
                <a:spcPct val="0"/>
              </a:spcBef>
              <a:spcAft>
                <a:spcPct val="0"/>
              </a:spcAft>
              <a:buClrTx/>
              <a:buSzTx/>
              <a:buFontTx/>
              <a:buNone/>
              <a:tabLst/>
              <a:defRPr/>
            </a:pPr>
            <a:r>
              <a:rPr kumimoji="0" lang="en-US" sz="918" b="1" i="0" u="none" strike="noStrike" kern="1200" cap="none" spc="0" normalizeH="0" baseline="0" noProof="0">
                <a:ln>
                  <a:noFill/>
                </a:ln>
                <a:solidFill>
                  <a:srgbClr val="003366">
                    <a:lumMod val="50000"/>
                  </a:srgbClr>
                </a:solidFill>
                <a:effectLst/>
                <a:uLnTx/>
                <a:uFillTx/>
                <a:latin typeface="Ubuntu" panose="020B0504030602030204" pitchFamily="34" charset="0"/>
                <a:ea typeface="+mn-ea"/>
                <a:cs typeface="+mn-cs"/>
              </a:rPr>
              <a:t># Portal</a:t>
            </a:r>
          </a:p>
        </p:txBody>
      </p:sp>
      <p:sp>
        <p:nvSpPr>
          <p:cNvPr id="104" name="Rectangle 103">
            <a:extLst>
              <a:ext uri="{FF2B5EF4-FFF2-40B4-BE49-F238E27FC236}">
                <a16:creationId xmlns:a16="http://schemas.microsoft.com/office/drawing/2014/main" id="{2743DD9F-76B8-421A-9731-62366F797CC2}"/>
              </a:ext>
            </a:extLst>
          </p:cNvPr>
          <p:cNvSpPr/>
          <p:nvPr/>
        </p:nvSpPr>
        <p:spPr>
          <a:xfrm>
            <a:off x="6175394" y="3970207"/>
            <a:ext cx="1171366" cy="2106965"/>
          </a:xfrm>
          <a:prstGeom prst="rect">
            <a:avLst/>
          </a:prstGeom>
        </p:spPr>
        <p:txBody>
          <a:bodyPr wrap="none">
            <a:noAutofit/>
          </a:bodyPr>
          <a:lstStyle/>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FF0000"/>
                </a:solidFill>
                <a:effectLst/>
                <a:uLnTx/>
                <a:uFillTx/>
                <a:latin typeface="Ubuntu" panose="020B0504030602030204" pitchFamily="34" charset="0"/>
                <a:ea typeface="+mn-ea"/>
                <a:cs typeface="+mn-cs"/>
              </a:rPr>
              <a:t>Product Owner</a:t>
            </a: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003366">
                  <a:lumMod val="50000"/>
                </a:srgbClr>
              </a:solidFill>
              <a:effectLst/>
              <a:uLnTx/>
              <a:uFillTx/>
              <a:latin typeface="Ubuntu" panose="020B0504030602030204" pitchFamily="34"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003366">
                  <a:lumMod val="50000"/>
                </a:srgbClr>
              </a:solidFill>
              <a:effectLst/>
              <a:uLnTx/>
              <a:uFillTx/>
              <a:latin typeface="Ubuntu" panose="020B0504030602030204" pitchFamily="34"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003366">
                  <a:lumMod val="50000"/>
                </a:srgbClr>
              </a:solidFill>
              <a:effectLst/>
              <a:uLnTx/>
              <a:uFillTx/>
              <a:latin typeface="Ubuntu" panose="020B0504030602030204" pitchFamily="34"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003366">
                  <a:lumMod val="50000"/>
                </a:srgbClr>
              </a:solidFill>
              <a:effectLst/>
              <a:uLnTx/>
              <a:uFillTx/>
              <a:latin typeface="Ubuntu" panose="020B0504030602030204" pitchFamily="34"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003366">
                  <a:lumMod val="50000"/>
                </a:srgbClr>
              </a:solidFill>
              <a:effectLst/>
              <a:uLnTx/>
              <a:uFillTx/>
              <a:latin typeface="Ubuntu" panose="020B0504030602030204" pitchFamily="34"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003366">
                  <a:lumMod val="50000"/>
                </a:srgbClr>
              </a:solidFill>
              <a:effectLst/>
              <a:uLnTx/>
              <a:uFillTx/>
              <a:latin typeface="Ubuntu" panose="020B0504030602030204" pitchFamily="34"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009FE3"/>
              </a:solidFill>
              <a:effectLst/>
              <a:uLnTx/>
              <a:uFillTx/>
              <a:latin typeface="Ubuntu" panose="020B0504030602030204" pitchFamily="34"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009FE3"/>
              </a:solidFill>
              <a:effectLst/>
              <a:uLnTx/>
              <a:uFillTx/>
              <a:latin typeface="Ubuntu" panose="020B0504030602030204" pitchFamily="34"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FE3"/>
                </a:solidFill>
                <a:effectLst/>
                <a:uLnTx/>
                <a:uFillTx/>
                <a:latin typeface="Ubuntu" panose="020B0504030602030204" pitchFamily="34" charset="0"/>
                <a:ea typeface="+mn-ea"/>
                <a:cs typeface="+mn-cs"/>
              </a:rPr>
              <a:t># Developers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009FE3"/>
                </a:solidFill>
                <a:effectLst/>
                <a:uLnTx/>
                <a:uFillTx/>
                <a:latin typeface="Ubuntu" panose="020B0504030602030204" pitchFamily="34" charset="0"/>
                <a:ea typeface="+mn-ea"/>
                <a:cs typeface="+mn-cs"/>
              </a:rPr>
              <a:t># Testers</a:t>
            </a:r>
            <a:endParaRPr kumimoji="0" lang="en-GB" sz="918" b="0" i="0" u="none" strike="noStrike" kern="1200" cap="none" spc="0" normalizeH="0" baseline="0" noProof="0">
              <a:ln>
                <a:noFill/>
              </a:ln>
              <a:solidFill>
                <a:srgbClr val="003366">
                  <a:lumMod val="50000"/>
                </a:srgbClr>
              </a:solidFill>
              <a:effectLst/>
              <a:uLnTx/>
              <a:uFillTx/>
              <a:latin typeface="Ubuntu" panose="020B0504030602030204" pitchFamily="34"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003366">
                  <a:lumMod val="50000"/>
                </a:srgbClr>
              </a:solidFill>
              <a:effectLst/>
              <a:uLnTx/>
              <a:uFillTx/>
              <a:latin typeface="Ubuntu" panose="020B0504030602030204" pitchFamily="34" charset="0"/>
              <a:ea typeface="+mn-ea"/>
              <a:cs typeface="+mn-cs"/>
            </a:endParaRPr>
          </a:p>
        </p:txBody>
      </p:sp>
      <p:sp>
        <p:nvSpPr>
          <p:cNvPr id="105" name="Rounded Rectangle 145">
            <a:extLst>
              <a:ext uri="{FF2B5EF4-FFF2-40B4-BE49-F238E27FC236}">
                <a16:creationId xmlns:a16="http://schemas.microsoft.com/office/drawing/2014/main" id="{04D55C2B-2BF9-4ED9-BC81-A324B503334A}"/>
              </a:ext>
            </a:extLst>
          </p:cNvPr>
          <p:cNvSpPr/>
          <p:nvPr/>
        </p:nvSpPr>
        <p:spPr>
          <a:xfrm>
            <a:off x="8444975" y="3639474"/>
            <a:ext cx="568927" cy="274896"/>
          </a:xfrm>
          <a:prstGeom prst="roundRect">
            <a:avLst/>
          </a:prstGeom>
          <a:solidFill>
            <a:schemeClr val="accent6">
              <a:lumMod val="40000"/>
              <a:lumOff val="60000"/>
            </a:schemeClr>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Ubuntu" panose="020B0504030602030204" pitchFamily="34" charset="0"/>
                <a:ea typeface="+mn-ea"/>
                <a:cs typeface="Arial" pitchFamily="34" charset="0"/>
              </a:rPr>
              <a:t># Test Leads</a:t>
            </a:r>
          </a:p>
        </p:txBody>
      </p:sp>
      <p:cxnSp>
        <p:nvCxnSpPr>
          <p:cNvPr id="107" name="Straight Connector 106">
            <a:extLst>
              <a:ext uri="{FF2B5EF4-FFF2-40B4-BE49-F238E27FC236}">
                <a16:creationId xmlns:a16="http://schemas.microsoft.com/office/drawing/2014/main" id="{4C7A6290-C532-4871-89D3-DE8AF34F7AF5}"/>
              </a:ext>
            </a:extLst>
          </p:cNvPr>
          <p:cNvCxnSpPr/>
          <p:nvPr/>
        </p:nvCxnSpPr>
        <p:spPr>
          <a:xfrm>
            <a:off x="1815168" y="6518478"/>
            <a:ext cx="8053889" cy="0"/>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pic>
        <p:nvPicPr>
          <p:cNvPr id="70" name="Picture 4" descr="Indien">
            <a:extLst>
              <a:ext uri="{FF2B5EF4-FFF2-40B4-BE49-F238E27FC236}">
                <a16:creationId xmlns:a16="http://schemas.microsoft.com/office/drawing/2014/main" id="{21868CE6-9A25-499A-9AE8-2AF5C0857BE1}"/>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378432" y="5153482"/>
            <a:ext cx="483951" cy="32363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cxnSp>
        <p:nvCxnSpPr>
          <p:cNvPr id="72" name="Straight Connector 71">
            <a:extLst>
              <a:ext uri="{FF2B5EF4-FFF2-40B4-BE49-F238E27FC236}">
                <a16:creationId xmlns:a16="http://schemas.microsoft.com/office/drawing/2014/main" id="{86C8E214-D0A6-4BBD-A328-022E2D54B173}"/>
              </a:ext>
            </a:extLst>
          </p:cNvPr>
          <p:cNvCxnSpPr/>
          <p:nvPr/>
        </p:nvCxnSpPr>
        <p:spPr>
          <a:xfrm>
            <a:off x="425725" y="1859203"/>
            <a:ext cx="11537675"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B534FDBF-3BC4-4ADA-826D-FC4453582835}"/>
              </a:ext>
            </a:extLst>
          </p:cNvPr>
          <p:cNvCxnSpPr/>
          <p:nvPr/>
        </p:nvCxnSpPr>
        <p:spPr>
          <a:xfrm>
            <a:off x="425725" y="2625032"/>
            <a:ext cx="11537675" cy="0"/>
          </a:xfrm>
          <a:prstGeom prst="line">
            <a:avLst/>
          </a:prstGeom>
          <a:ln w="9525">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pic>
        <p:nvPicPr>
          <p:cNvPr id="4" name="Picture 3" descr="Shape, logo&#10;&#10;Description automatically generated">
            <a:extLst>
              <a:ext uri="{FF2B5EF4-FFF2-40B4-BE49-F238E27FC236}">
                <a16:creationId xmlns:a16="http://schemas.microsoft.com/office/drawing/2014/main" id="{4C3A1CC9-2EBD-4CC0-BBAF-3A7E31F4AF8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78432" y="4001800"/>
            <a:ext cx="483951" cy="302876"/>
          </a:xfrm>
          <a:prstGeom prst="roundRect">
            <a:avLst>
              <a:gd name="adj" fmla="val 8594"/>
            </a:avLst>
          </a:prstGeom>
          <a:solidFill>
            <a:srgbClr val="EDEDED"/>
          </a:solidFill>
          <a:ln>
            <a:noFill/>
          </a:ln>
          <a:effectLst>
            <a:reflection blurRad="6350" stA="52000" endA="300" endPos="35000" dir="5400000" sy="-100000" algn="bl" rotWithShape="0"/>
          </a:effectLst>
          <a:extLst>
            <a:ext uri="{91240B29-F687-4F45-9708-019B960494DF}">
              <a14:hiddenLine xmlns:a14="http://schemas.microsoft.com/office/drawing/2010/main">
                <a:solidFill>
                  <a:prstClr val="black"/>
                </a:solidFill>
              </a14:hiddenLine>
            </a:ext>
          </a:extLst>
        </p:spPr>
      </p:pic>
      <p:pic>
        <p:nvPicPr>
          <p:cNvPr id="77" name="Picture 76">
            <a:extLst>
              <a:ext uri="{FF2B5EF4-FFF2-40B4-BE49-F238E27FC236}">
                <a16:creationId xmlns:a16="http://schemas.microsoft.com/office/drawing/2014/main" id="{741D0C8B-A422-41F4-82DF-97DEC21A7B4B}"/>
              </a:ext>
            </a:extLst>
          </p:cNvPr>
          <p:cNvPicPr>
            <a:picLocks noChangeAspect="1"/>
          </p:cNvPicPr>
          <p:nvPr/>
        </p:nvPicPr>
        <p:blipFill>
          <a:blip r:embed="rId6"/>
          <a:stretch>
            <a:fillRect/>
          </a:stretch>
        </p:blipFill>
        <p:spPr>
          <a:xfrm>
            <a:off x="10571040" y="87984"/>
            <a:ext cx="1440000" cy="689886"/>
          </a:xfrm>
          <a:prstGeom prst="rect">
            <a:avLst/>
          </a:prstGeom>
        </p:spPr>
      </p:pic>
      <p:sp>
        <p:nvSpPr>
          <p:cNvPr id="3" name="TextBox 2">
            <a:extLst>
              <a:ext uri="{FF2B5EF4-FFF2-40B4-BE49-F238E27FC236}">
                <a16:creationId xmlns:a16="http://schemas.microsoft.com/office/drawing/2014/main" id="{1A052DDC-AA5D-4193-9230-4116F3711827}"/>
              </a:ext>
            </a:extLst>
          </p:cNvPr>
          <p:cNvSpPr txBox="1"/>
          <p:nvPr/>
        </p:nvSpPr>
        <p:spPr>
          <a:xfrm>
            <a:off x="11200707" y="5829471"/>
            <a:ext cx="61747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Ubuntu"/>
                <a:ea typeface="+mn-ea"/>
                <a:cs typeface="+mn-cs"/>
              </a:rPr>
              <a:t>* Track-1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Ubuntu"/>
                <a:ea typeface="+mn-ea"/>
                <a:cs typeface="+mn-cs"/>
              </a:rPr>
              <a:t># Track-2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Ubuntu"/>
                <a:ea typeface="+mn-ea"/>
                <a:cs typeface="+mn-cs"/>
              </a:rPr>
              <a:t>^ Track-3</a:t>
            </a:r>
          </a:p>
        </p:txBody>
      </p:sp>
      <p:sp>
        <p:nvSpPr>
          <p:cNvPr id="88" name="Rounded Rectangle 189">
            <a:extLst>
              <a:ext uri="{FF2B5EF4-FFF2-40B4-BE49-F238E27FC236}">
                <a16:creationId xmlns:a16="http://schemas.microsoft.com/office/drawing/2014/main" id="{703E938A-D20A-47D0-876F-A6A603FF195B}"/>
              </a:ext>
            </a:extLst>
          </p:cNvPr>
          <p:cNvSpPr/>
          <p:nvPr/>
        </p:nvSpPr>
        <p:spPr>
          <a:xfrm>
            <a:off x="9943404" y="3030239"/>
            <a:ext cx="815037" cy="420215"/>
          </a:xfrm>
          <a:prstGeom prst="roundRect">
            <a:avLst/>
          </a:prstGeom>
          <a:solidFill>
            <a:schemeClr val="accent6">
              <a:lumMod val="40000"/>
              <a:lumOff val="60000"/>
            </a:schemeClr>
          </a:solidFill>
          <a:ln w="3175" cap="flat" cmpd="sng" algn="ctr">
            <a:solidFill>
              <a:srgbClr val="0070C0"/>
            </a:solidFill>
            <a:prstDash val="solid"/>
          </a:ln>
          <a:effectLst/>
        </p:spPr>
        <p:txBody>
          <a:bodyPr lIns="0" rIns="0"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Ubuntu" panose="020B0504030602030204" pitchFamily="34" charset="0"/>
                <a:ea typeface="+mn-ea"/>
                <a:cs typeface="+mn-cs"/>
              </a:rPr>
              <a:t>^ </a:t>
            </a:r>
            <a:r>
              <a:rPr kumimoji="0" lang="en-GB" sz="918" b="1" i="0" u="none" strike="noStrike" kern="0" cap="none" spc="0" normalizeH="0" baseline="0" noProof="0" err="1">
                <a:ln>
                  <a:noFill/>
                </a:ln>
                <a:solidFill>
                  <a:prstClr val="white"/>
                </a:solidFill>
                <a:effectLst/>
                <a:uLnTx/>
                <a:uFillTx/>
                <a:latin typeface="Ubuntu" panose="020B0504030602030204" pitchFamily="34" charset="0"/>
                <a:ea typeface="+mn-ea"/>
                <a:cs typeface="+mn-cs"/>
              </a:rPr>
              <a:t>Devops</a:t>
            </a:r>
            <a:r>
              <a:rPr kumimoji="0" lang="en-GB" sz="918" b="1" i="0" u="none" strike="noStrike" kern="0" cap="none" spc="0" normalizeH="0" baseline="0" noProof="0">
                <a:ln>
                  <a:noFill/>
                </a:ln>
                <a:solidFill>
                  <a:prstClr val="white"/>
                </a:solidFill>
                <a:effectLst/>
                <a:uLnTx/>
                <a:uFillTx/>
                <a:latin typeface="Ubuntu" panose="020B0504030602030204" pitchFamily="34" charset="0"/>
                <a:ea typeface="+mn-ea"/>
                <a:cs typeface="+mn-cs"/>
              </a:rPr>
              <a:t> Lead</a:t>
            </a:r>
          </a:p>
        </p:txBody>
      </p:sp>
      <p:sp>
        <p:nvSpPr>
          <p:cNvPr id="89" name="Rounded Rectangle 188">
            <a:extLst>
              <a:ext uri="{FF2B5EF4-FFF2-40B4-BE49-F238E27FC236}">
                <a16:creationId xmlns:a16="http://schemas.microsoft.com/office/drawing/2014/main" id="{5B95714D-E700-4729-80DB-D109223DC752}"/>
              </a:ext>
            </a:extLst>
          </p:cNvPr>
          <p:cNvSpPr/>
          <p:nvPr/>
        </p:nvSpPr>
        <p:spPr>
          <a:xfrm>
            <a:off x="9943404" y="4137081"/>
            <a:ext cx="815037" cy="424125"/>
          </a:xfrm>
          <a:prstGeom prst="roundRect">
            <a:avLst/>
          </a:prstGeom>
          <a:noFill/>
          <a:ln w="3175" cap="flat" cmpd="sng" algn="ctr">
            <a:noFill/>
            <a:prstDash val="solid"/>
          </a:ln>
          <a:effectLst/>
        </p:spPr>
        <p:txBody>
          <a:bodyPr lIns="0" rIns="0"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rgbClr val="009FE3"/>
                </a:solidFill>
                <a:effectLst/>
                <a:uLnTx/>
                <a:uFillTx/>
                <a:latin typeface="Ubuntu" panose="020B0504030602030204" pitchFamily="34" charset="0"/>
                <a:ea typeface="+mn-ea"/>
                <a:cs typeface="+mn-cs"/>
              </a:rPr>
              <a:t>^ Perf &amp; Security Testers</a:t>
            </a:r>
          </a:p>
        </p:txBody>
      </p:sp>
      <p:sp>
        <p:nvSpPr>
          <p:cNvPr id="76" name="Oval 75">
            <a:extLst>
              <a:ext uri="{FF2B5EF4-FFF2-40B4-BE49-F238E27FC236}">
                <a16:creationId xmlns:a16="http://schemas.microsoft.com/office/drawing/2014/main" id="{3A241DF6-190E-471F-AB3F-8820B4EE34B6}"/>
              </a:ext>
            </a:extLst>
          </p:cNvPr>
          <p:cNvSpPr/>
          <p:nvPr/>
        </p:nvSpPr>
        <p:spPr>
          <a:xfrm>
            <a:off x="11777664" y="94536"/>
            <a:ext cx="328326" cy="335526"/>
          </a:xfrm>
          <a:prstGeom prst="ellipse">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Ubuntu"/>
                <a:ea typeface="+mn-ea"/>
                <a:cs typeface="+mn-cs"/>
              </a:rPr>
              <a:t>c</a:t>
            </a:r>
          </a:p>
        </p:txBody>
      </p:sp>
    </p:spTree>
    <p:extLst>
      <p:ext uri="{BB962C8B-B14F-4D97-AF65-F5344CB8AC3E}">
        <p14:creationId xmlns:p14="http://schemas.microsoft.com/office/powerpoint/2010/main" val="3351593348"/>
      </p:ext>
    </p:extLst>
  </p:cSld>
  <p:clrMapOvr>
    <a:masterClrMapping/>
  </p:clrMapOvr>
  <p:transition spd="slow">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2062C18-FCD3-45A9-83D3-892EB9ABBF4B}"/>
              </a:ext>
            </a:extLst>
          </p:cNvPr>
          <p:cNvSpPr>
            <a:spLocks noGrp="1"/>
          </p:cNvSpPr>
          <p:nvPr>
            <p:ph type="title"/>
          </p:nvPr>
        </p:nvSpPr>
        <p:spPr>
          <a:xfrm>
            <a:off x="712850" y="151686"/>
            <a:ext cx="9883602" cy="79266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Autofit/>
          </a:bodyPr>
          <a:lstStyle/>
          <a:p>
            <a:r>
              <a:rPr lang="en-US" sz="2400" b="1" cap="none"/>
              <a:t>Our India team will progressively take part to the program and increase the involvement level… </a:t>
            </a:r>
            <a:r>
              <a:rPr lang="en-US" sz="2000" b="1" cap="none"/>
              <a:t>(Indicative – to be refined at Inception)</a:t>
            </a:r>
            <a:br>
              <a:rPr lang="fr-FR" sz="2400" b="1" cap="none"/>
            </a:br>
            <a:endParaRPr lang="fr-FR" sz="2400" b="1" cap="none"/>
          </a:p>
        </p:txBody>
      </p:sp>
      <p:grpSp>
        <p:nvGrpSpPr>
          <p:cNvPr id="129" name="Groupe 128">
            <a:extLst>
              <a:ext uri="{FF2B5EF4-FFF2-40B4-BE49-F238E27FC236}">
                <a16:creationId xmlns:a16="http://schemas.microsoft.com/office/drawing/2014/main" id="{379C60A4-DD54-4C25-8071-E24BFE5CDF58}"/>
              </a:ext>
            </a:extLst>
          </p:cNvPr>
          <p:cNvGrpSpPr>
            <a:grpSpLocks noChangeAspect="1"/>
          </p:cNvGrpSpPr>
          <p:nvPr/>
        </p:nvGrpSpPr>
        <p:grpSpPr>
          <a:xfrm>
            <a:off x="10796674" y="4251970"/>
            <a:ext cx="1232265" cy="1152000"/>
            <a:chOff x="8218300" y="5234077"/>
            <a:chExt cx="901700" cy="842963"/>
          </a:xfrm>
        </p:grpSpPr>
        <p:sp>
          <p:nvSpPr>
            <p:cNvPr id="130" name="Freeform 132">
              <a:extLst>
                <a:ext uri="{FF2B5EF4-FFF2-40B4-BE49-F238E27FC236}">
                  <a16:creationId xmlns:a16="http://schemas.microsoft.com/office/drawing/2014/main" id="{C74C0A5E-5937-4CA0-9987-53698788FC91}"/>
                </a:ext>
              </a:extLst>
            </p:cNvPr>
            <p:cNvSpPr>
              <a:spLocks/>
            </p:cNvSpPr>
            <p:nvPr/>
          </p:nvSpPr>
          <p:spPr bwMode="auto">
            <a:xfrm>
              <a:off x="8218300" y="5234077"/>
              <a:ext cx="901700" cy="842963"/>
            </a:xfrm>
            <a:custGeom>
              <a:avLst/>
              <a:gdLst>
                <a:gd name="T0" fmla="*/ 34 w 240"/>
                <a:gd name="T1" fmla="*/ 175 h 224"/>
                <a:gd name="T2" fmla="*/ 57 w 240"/>
                <a:gd name="T3" fmla="*/ 33 h 224"/>
                <a:gd name="T4" fmla="*/ 205 w 240"/>
                <a:gd name="T5" fmla="*/ 54 h 224"/>
                <a:gd name="T6" fmla="*/ 178 w 240"/>
                <a:gd name="T7" fmla="*/ 190 h 224"/>
                <a:gd name="T8" fmla="*/ 34 w 240"/>
                <a:gd name="T9" fmla="*/ 175 h 224"/>
              </a:gdLst>
              <a:ahLst/>
              <a:cxnLst>
                <a:cxn ang="0">
                  <a:pos x="T0" y="T1"/>
                </a:cxn>
                <a:cxn ang="0">
                  <a:pos x="T2" y="T3"/>
                </a:cxn>
                <a:cxn ang="0">
                  <a:pos x="T4" y="T5"/>
                </a:cxn>
                <a:cxn ang="0">
                  <a:pos x="T6" y="T7"/>
                </a:cxn>
                <a:cxn ang="0">
                  <a:pos x="T8" y="T9"/>
                </a:cxn>
              </a:cxnLst>
              <a:rect l="0" t="0" r="r" b="b"/>
              <a:pathLst>
                <a:path w="240" h="224">
                  <a:moveTo>
                    <a:pt x="34" y="175"/>
                  </a:moveTo>
                  <a:cubicBezTo>
                    <a:pt x="0" y="130"/>
                    <a:pt x="10" y="67"/>
                    <a:pt x="57" y="33"/>
                  </a:cubicBezTo>
                  <a:cubicBezTo>
                    <a:pt x="104" y="0"/>
                    <a:pt x="171" y="9"/>
                    <a:pt x="205" y="54"/>
                  </a:cubicBezTo>
                  <a:cubicBezTo>
                    <a:pt x="240" y="99"/>
                    <a:pt x="225" y="157"/>
                    <a:pt x="178" y="190"/>
                  </a:cubicBezTo>
                  <a:cubicBezTo>
                    <a:pt x="131" y="224"/>
                    <a:pt x="69" y="220"/>
                    <a:pt x="34" y="175"/>
                  </a:cubicBezTo>
                </a:path>
              </a:pathLst>
            </a:custGeom>
            <a:solidFill>
              <a:schemeClr val="bg2">
                <a:lumMod val="50000"/>
              </a:schemeClr>
            </a:solidFill>
            <a:ln w="38100">
              <a:solidFill>
                <a:sysClr val="window" lastClr="FFFFF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Medium"/>
                <a:ea typeface="+mn-ea"/>
                <a:cs typeface="+mn-cs"/>
              </a:endParaRPr>
            </a:p>
          </p:txBody>
        </p:sp>
        <p:sp>
          <p:nvSpPr>
            <p:cNvPr id="131" name="Freeform 133">
              <a:extLst>
                <a:ext uri="{FF2B5EF4-FFF2-40B4-BE49-F238E27FC236}">
                  <a16:creationId xmlns:a16="http://schemas.microsoft.com/office/drawing/2014/main" id="{0058A907-9535-400D-8149-6A5EB68527C7}"/>
                </a:ext>
              </a:extLst>
            </p:cNvPr>
            <p:cNvSpPr>
              <a:spLocks noEditPoints="1"/>
            </p:cNvSpPr>
            <p:nvPr/>
          </p:nvSpPr>
          <p:spPr bwMode="auto">
            <a:xfrm>
              <a:off x="8451662" y="5459502"/>
              <a:ext cx="428625" cy="255588"/>
            </a:xfrm>
            <a:custGeom>
              <a:avLst/>
              <a:gdLst>
                <a:gd name="T0" fmla="*/ 114 w 114"/>
                <a:gd name="T1" fmla="*/ 15 h 68"/>
                <a:gd name="T2" fmla="*/ 111 w 114"/>
                <a:gd name="T3" fmla="*/ 8 h 68"/>
                <a:gd name="T4" fmla="*/ 107 w 114"/>
                <a:gd name="T5" fmla="*/ 7 h 68"/>
                <a:gd name="T6" fmla="*/ 92 w 114"/>
                <a:gd name="T7" fmla="*/ 7 h 68"/>
                <a:gd name="T8" fmla="*/ 90 w 114"/>
                <a:gd name="T9" fmla="*/ 7 h 68"/>
                <a:gd name="T10" fmla="*/ 90 w 114"/>
                <a:gd name="T11" fmla="*/ 0 h 68"/>
                <a:gd name="T12" fmla="*/ 24 w 114"/>
                <a:gd name="T13" fmla="*/ 0 h 68"/>
                <a:gd name="T14" fmla="*/ 24 w 114"/>
                <a:gd name="T15" fmla="*/ 7 h 68"/>
                <a:gd name="T16" fmla="*/ 22 w 114"/>
                <a:gd name="T17" fmla="*/ 7 h 68"/>
                <a:gd name="T18" fmla="*/ 8 w 114"/>
                <a:gd name="T19" fmla="*/ 7 h 68"/>
                <a:gd name="T20" fmla="*/ 2 w 114"/>
                <a:gd name="T21" fmla="*/ 10 h 68"/>
                <a:gd name="T22" fmla="*/ 0 w 114"/>
                <a:gd name="T23" fmla="*/ 14 h 68"/>
                <a:gd name="T24" fmla="*/ 4 w 114"/>
                <a:gd name="T25" fmla="*/ 35 h 68"/>
                <a:gd name="T26" fmla="*/ 30 w 114"/>
                <a:gd name="T27" fmla="*/ 48 h 68"/>
                <a:gd name="T28" fmla="*/ 33 w 114"/>
                <a:gd name="T29" fmla="*/ 50 h 68"/>
                <a:gd name="T30" fmla="*/ 45 w 114"/>
                <a:gd name="T31" fmla="*/ 60 h 68"/>
                <a:gd name="T32" fmla="*/ 46 w 114"/>
                <a:gd name="T33" fmla="*/ 62 h 68"/>
                <a:gd name="T34" fmla="*/ 46 w 114"/>
                <a:gd name="T35" fmla="*/ 68 h 68"/>
                <a:gd name="T36" fmla="*/ 68 w 114"/>
                <a:gd name="T37" fmla="*/ 68 h 68"/>
                <a:gd name="T38" fmla="*/ 68 w 114"/>
                <a:gd name="T39" fmla="*/ 62 h 68"/>
                <a:gd name="T40" fmla="*/ 69 w 114"/>
                <a:gd name="T41" fmla="*/ 60 h 68"/>
                <a:gd name="T42" fmla="*/ 81 w 114"/>
                <a:gd name="T43" fmla="*/ 49 h 68"/>
                <a:gd name="T44" fmla="*/ 83 w 114"/>
                <a:gd name="T45" fmla="*/ 48 h 68"/>
                <a:gd name="T46" fmla="*/ 107 w 114"/>
                <a:gd name="T47" fmla="*/ 40 h 68"/>
                <a:gd name="T48" fmla="*/ 114 w 114"/>
                <a:gd name="T49" fmla="*/ 15 h 68"/>
                <a:gd name="T50" fmla="*/ 16 w 114"/>
                <a:gd name="T51" fmla="*/ 40 h 68"/>
                <a:gd name="T52" fmla="*/ 10 w 114"/>
                <a:gd name="T53" fmla="*/ 33 h 68"/>
                <a:gd name="T54" fmla="*/ 8 w 114"/>
                <a:gd name="T55" fmla="*/ 13 h 68"/>
                <a:gd name="T56" fmla="*/ 24 w 114"/>
                <a:gd name="T57" fmla="*/ 13 h 68"/>
                <a:gd name="T58" fmla="*/ 29 w 114"/>
                <a:gd name="T59" fmla="*/ 41 h 68"/>
                <a:gd name="T60" fmla="*/ 16 w 114"/>
                <a:gd name="T61" fmla="*/ 40 h 68"/>
                <a:gd name="T62" fmla="*/ 103 w 114"/>
                <a:gd name="T63" fmla="*/ 34 h 68"/>
                <a:gd name="T64" fmla="*/ 86 w 114"/>
                <a:gd name="T65" fmla="*/ 42 h 68"/>
                <a:gd name="T66" fmla="*/ 85 w 114"/>
                <a:gd name="T67" fmla="*/ 41 h 68"/>
                <a:gd name="T68" fmla="*/ 90 w 114"/>
                <a:gd name="T69" fmla="*/ 13 h 68"/>
                <a:gd name="T70" fmla="*/ 106 w 114"/>
                <a:gd name="T71" fmla="*/ 13 h 68"/>
                <a:gd name="T72" fmla="*/ 106 w 114"/>
                <a:gd name="T73" fmla="*/ 13 h 68"/>
                <a:gd name="T74" fmla="*/ 103 w 114"/>
                <a:gd name="T75" fmla="*/ 34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14" h="68">
                  <a:moveTo>
                    <a:pt x="114" y="15"/>
                  </a:moveTo>
                  <a:cubicBezTo>
                    <a:pt x="114" y="13"/>
                    <a:pt x="113" y="10"/>
                    <a:pt x="111" y="8"/>
                  </a:cubicBezTo>
                  <a:cubicBezTo>
                    <a:pt x="110" y="7"/>
                    <a:pt x="109" y="7"/>
                    <a:pt x="107" y="7"/>
                  </a:cubicBezTo>
                  <a:cubicBezTo>
                    <a:pt x="102" y="7"/>
                    <a:pt x="97" y="7"/>
                    <a:pt x="92" y="7"/>
                  </a:cubicBezTo>
                  <a:cubicBezTo>
                    <a:pt x="91" y="7"/>
                    <a:pt x="91" y="7"/>
                    <a:pt x="90" y="7"/>
                  </a:cubicBezTo>
                  <a:cubicBezTo>
                    <a:pt x="90" y="0"/>
                    <a:pt x="90" y="0"/>
                    <a:pt x="90" y="0"/>
                  </a:cubicBezTo>
                  <a:cubicBezTo>
                    <a:pt x="24" y="0"/>
                    <a:pt x="24" y="0"/>
                    <a:pt x="24" y="0"/>
                  </a:cubicBezTo>
                  <a:cubicBezTo>
                    <a:pt x="24" y="7"/>
                    <a:pt x="24" y="7"/>
                    <a:pt x="24" y="7"/>
                  </a:cubicBezTo>
                  <a:cubicBezTo>
                    <a:pt x="22" y="7"/>
                    <a:pt x="22" y="7"/>
                    <a:pt x="22" y="7"/>
                  </a:cubicBezTo>
                  <a:cubicBezTo>
                    <a:pt x="17" y="7"/>
                    <a:pt x="12" y="7"/>
                    <a:pt x="8" y="7"/>
                  </a:cubicBezTo>
                  <a:cubicBezTo>
                    <a:pt x="5" y="6"/>
                    <a:pt x="3" y="8"/>
                    <a:pt x="2" y="10"/>
                  </a:cubicBezTo>
                  <a:cubicBezTo>
                    <a:pt x="1" y="11"/>
                    <a:pt x="1" y="13"/>
                    <a:pt x="0" y="14"/>
                  </a:cubicBezTo>
                  <a:cubicBezTo>
                    <a:pt x="0" y="21"/>
                    <a:pt x="1" y="29"/>
                    <a:pt x="4" y="35"/>
                  </a:cubicBezTo>
                  <a:cubicBezTo>
                    <a:pt x="9" y="46"/>
                    <a:pt x="19" y="51"/>
                    <a:pt x="30" y="48"/>
                  </a:cubicBezTo>
                  <a:cubicBezTo>
                    <a:pt x="32" y="48"/>
                    <a:pt x="33" y="48"/>
                    <a:pt x="33" y="50"/>
                  </a:cubicBezTo>
                  <a:cubicBezTo>
                    <a:pt x="36" y="54"/>
                    <a:pt x="40" y="58"/>
                    <a:pt x="45" y="60"/>
                  </a:cubicBezTo>
                  <a:cubicBezTo>
                    <a:pt x="45" y="60"/>
                    <a:pt x="46" y="61"/>
                    <a:pt x="46" y="62"/>
                  </a:cubicBezTo>
                  <a:cubicBezTo>
                    <a:pt x="46" y="64"/>
                    <a:pt x="46" y="66"/>
                    <a:pt x="46" y="68"/>
                  </a:cubicBezTo>
                  <a:cubicBezTo>
                    <a:pt x="68" y="68"/>
                    <a:pt x="68" y="68"/>
                    <a:pt x="68" y="68"/>
                  </a:cubicBezTo>
                  <a:cubicBezTo>
                    <a:pt x="68" y="65"/>
                    <a:pt x="68" y="64"/>
                    <a:pt x="68" y="62"/>
                  </a:cubicBezTo>
                  <a:cubicBezTo>
                    <a:pt x="68" y="61"/>
                    <a:pt x="69" y="60"/>
                    <a:pt x="69" y="60"/>
                  </a:cubicBezTo>
                  <a:cubicBezTo>
                    <a:pt x="74" y="58"/>
                    <a:pt x="78" y="54"/>
                    <a:pt x="81" y="49"/>
                  </a:cubicBezTo>
                  <a:cubicBezTo>
                    <a:pt x="81" y="48"/>
                    <a:pt x="82" y="48"/>
                    <a:pt x="83" y="48"/>
                  </a:cubicBezTo>
                  <a:cubicBezTo>
                    <a:pt x="94" y="51"/>
                    <a:pt x="102" y="48"/>
                    <a:pt x="107" y="40"/>
                  </a:cubicBezTo>
                  <a:cubicBezTo>
                    <a:pt x="112" y="32"/>
                    <a:pt x="114" y="24"/>
                    <a:pt x="114" y="15"/>
                  </a:cubicBezTo>
                  <a:moveTo>
                    <a:pt x="16" y="40"/>
                  </a:moveTo>
                  <a:cubicBezTo>
                    <a:pt x="13" y="38"/>
                    <a:pt x="12" y="36"/>
                    <a:pt x="10" y="33"/>
                  </a:cubicBezTo>
                  <a:cubicBezTo>
                    <a:pt x="8" y="26"/>
                    <a:pt x="8" y="20"/>
                    <a:pt x="8" y="13"/>
                  </a:cubicBezTo>
                  <a:cubicBezTo>
                    <a:pt x="24" y="13"/>
                    <a:pt x="24" y="13"/>
                    <a:pt x="24" y="13"/>
                  </a:cubicBezTo>
                  <a:cubicBezTo>
                    <a:pt x="25" y="22"/>
                    <a:pt x="25" y="32"/>
                    <a:pt x="29" y="41"/>
                  </a:cubicBezTo>
                  <a:cubicBezTo>
                    <a:pt x="26" y="43"/>
                    <a:pt x="19" y="43"/>
                    <a:pt x="16" y="40"/>
                  </a:cubicBezTo>
                  <a:moveTo>
                    <a:pt x="103" y="34"/>
                  </a:moveTo>
                  <a:cubicBezTo>
                    <a:pt x="100" y="41"/>
                    <a:pt x="93" y="44"/>
                    <a:pt x="86" y="42"/>
                  </a:cubicBezTo>
                  <a:cubicBezTo>
                    <a:pt x="86" y="41"/>
                    <a:pt x="86" y="41"/>
                    <a:pt x="85" y="41"/>
                  </a:cubicBezTo>
                  <a:cubicBezTo>
                    <a:pt x="89" y="32"/>
                    <a:pt x="89" y="22"/>
                    <a:pt x="90" y="13"/>
                  </a:cubicBezTo>
                  <a:cubicBezTo>
                    <a:pt x="106" y="13"/>
                    <a:pt x="106" y="13"/>
                    <a:pt x="106" y="13"/>
                  </a:cubicBezTo>
                  <a:cubicBezTo>
                    <a:pt x="106" y="13"/>
                    <a:pt x="106" y="13"/>
                    <a:pt x="106" y="13"/>
                  </a:cubicBezTo>
                  <a:cubicBezTo>
                    <a:pt x="106" y="20"/>
                    <a:pt x="106" y="27"/>
                    <a:pt x="103" y="3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Medium"/>
                <a:ea typeface="+mn-ea"/>
                <a:cs typeface="+mn-cs"/>
              </a:endParaRPr>
            </a:p>
          </p:txBody>
        </p:sp>
        <p:sp>
          <p:nvSpPr>
            <p:cNvPr id="132" name="Freeform 134">
              <a:extLst>
                <a:ext uri="{FF2B5EF4-FFF2-40B4-BE49-F238E27FC236}">
                  <a16:creationId xmlns:a16="http://schemas.microsoft.com/office/drawing/2014/main" id="{48A6A6E5-5260-41B5-ABB2-8F01EB6F7515}"/>
                </a:ext>
              </a:extLst>
            </p:cNvPr>
            <p:cNvSpPr>
              <a:spLocks/>
            </p:cNvSpPr>
            <p:nvPr/>
          </p:nvSpPr>
          <p:spPr bwMode="auto">
            <a:xfrm>
              <a:off x="8553262" y="5723027"/>
              <a:ext cx="225425" cy="146050"/>
            </a:xfrm>
            <a:custGeom>
              <a:avLst/>
              <a:gdLst>
                <a:gd name="T0" fmla="*/ 60 w 60"/>
                <a:gd name="T1" fmla="*/ 29 h 39"/>
                <a:gd name="T2" fmla="*/ 50 w 60"/>
                <a:gd name="T3" fmla="*/ 38 h 39"/>
                <a:gd name="T4" fmla="*/ 43 w 60"/>
                <a:gd name="T5" fmla="*/ 39 h 39"/>
                <a:gd name="T6" fmla="*/ 36 w 60"/>
                <a:gd name="T7" fmla="*/ 39 h 39"/>
                <a:gd name="T8" fmla="*/ 32 w 60"/>
                <a:gd name="T9" fmla="*/ 39 h 39"/>
                <a:gd name="T10" fmla="*/ 30 w 60"/>
                <a:gd name="T11" fmla="*/ 39 h 39"/>
                <a:gd name="T12" fmla="*/ 27 w 60"/>
                <a:gd name="T13" fmla="*/ 39 h 39"/>
                <a:gd name="T14" fmla="*/ 17 w 60"/>
                <a:gd name="T15" fmla="*/ 38 h 39"/>
                <a:gd name="T16" fmla="*/ 0 w 60"/>
                <a:gd name="T17" fmla="*/ 36 h 39"/>
                <a:gd name="T18" fmla="*/ 1 w 60"/>
                <a:gd name="T19" fmla="*/ 29 h 39"/>
                <a:gd name="T20" fmla="*/ 1 w 60"/>
                <a:gd name="T21" fmla="*/ 29 h 39"/>
                <a:gd name="T22" fmla="*/ 18 w 60"/>
                <a:gd name="T23" fmla="*/ 8 h 39"/>
                <a:gd name="T24" fmla="*/ 20 w 60"/>
                <a:gd name="T25" fmla="*/ 0 h 39"/>
                <a:gd name="T26" fmla="*/ 21 w 60"/>
                <a:gd name="T27" fmla="*/ 0 h 39"/>
                <a:gd name="T28" fmla="*/ 39 w 60"/>
                <a:gd name="T29" fmla="*/ 0 h 39"/>
                <a:gd name="T30" fmla="*/ 40 w 60"/>
                <a:gd name="T31" fmla="*/ 1 h 39"/>
                <a:gd name="T32" fmla="*/ 41 w 60"/>
                <a:gd name="T33" fmla="*/ 7 h 39"/>
                <a:gd name="T34" fmla="*/ 43 w 60"/>
                <a:gd name="T35" fmla="*/ 11 h 39"/>
                <a:gd name="T36" fmla="*/ 56 w 60"/>
                <a:gd name="T37" fmla="*/ 27 h 39"/>
                <a:gd name="T38" fmla="*/ 60 w 60"/>
                <a:gd name="T39" fmla="*/ 2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0" h="39">
                  <a:moveTo>
                    <a:pt x="60" y="29"/>
                  </a:moveTo>
                  <a:cubicBezTo>
                    <a:pt x="59" y="33"/>
                    <a:pt x="56" y="37"/>
                    <a:pt x="50" y="38"/>
                  </a:cubicBezTo>
                  <a:cubicBezTo>
                    <a:pt x="48" y="39"/>
                    <a:pt x="45" y="39"/>
                    <a:pt x="43" y="39"/>
                  </a:cubicBezTo>
                  <a:cubicBezTo>
                    <a:pt x="40" y="39"/>
                    <a:pt x="38" y="39"/>
                    <a:pt x="36" y="39"/>
                  </a:cubicBezTo>
                  <a:cubicBezTo>
                    <a:pt x="35" y="39"/>
                    <a:pt x="34" y="39"/>
                    <a:pt x="32" y="39"/>
                  </a:cubicBezTo>
                  <a:cubicBezTo>
                    <a:pt x="31" y="39"/>
                    <a:pt x="31" y="39"/>
                    <a:pt x="30" y="39"/>
                  </a:cubicBezTo>
                  <a:cubicBezTo>
                    <a:pt x="29" y="39"/>
                    <a:pt x="28" y="39"/>
                    <a:pt x="27" y="39"/>
                  </a:cubicBezTo>
                  <a:cubicBezTo>
                    <a:pt x="24" y="39"/>
                    <a:pt x="21" y="38"/>
                    <a:pt x="17" y="38"/>
                  </a:cubicBezTo>
                  <a:cubicBezTo>
                    <a:pt x="11" y="37"/>
                    <a:pt x="6" y="36"/>
                    <a:pt x="0" y="36"/>
                  </a:cubicBezTo>
                  <a:cubicBezTo>
                    <a:pt x="0" y="34"/>
                    <a:pt x="0" y="31"/>
                    <a:pt x="1" y="29"/>
                  </a:cubicBezTo>
                  <a:cubicBezTo>
                    <a:pt x="1" y="29"/>
                    <a:pt x="1" y="29"/>
                    <a:pt x="1" y="29"/>
                  </a:cubicBezTo>
                  <a:cubicBezTo>
                    <a:pt x="10" y="24"/>
                    <a:pt x="16" y="17"/>
                    <a:pt x="18" y="8"/>
                  </a:cubicBezTo>
                  <a:cubicBezTo>
                    <a:pt x="19" y="5"/>
                    <a:pt x="19" y="3"/>
                    <a:pt x="20" y="0"/>
                  </a:cubicBezTo>
                  <a:cubicBezTo>
                    <a:pt x="20" y="0"/>
                    <a:pt x="20" y="0"/>
                    <a:pt x="21" y="0"/>
                  </a:cubicBezTo>
                  <a:cubicBezTo>
                    <a:pt x="27" y="0"/>
                    <a:pt x="33" y="0"/>
                    <a:pt x="39" y="0"/>
                  </a:cubicBezTo>
                  <a:cubicBezTo>
                    <a:pt x="40" y="0"/>
                    <a:pt x="40" y="0"/>
                    <a:pt x="40" y="1"/>
                  </a:cubicBezTo>
                  <a:cubicBezTo>
                    <a:pt x="41" y="3"/>
                    <a:pt x="41" y="5"/>
                    <a:pt x="41" y="7"/>
                  </a:cubicBezTo>
                  <a:cubicBezTo>
                    <a:pt x="42" y="8"/>
                    <a:pt x="42" y="10"/>
                    <a:pt x="43" y="11"/>
                  </a:cubicBezTo>
                  <a:cubicBezTo>
                    <a:pt x="45" y="18"/>
                    <a:pt x="50" y="23"/>
                    <a:pt x="56" y="27"/>
                  </a:cubicBezTo>
                  <a:cubicBezTo>
                    <a:pt x="57" y="28"/>
                    <a:pt x="58" y="28"/>
                    <a:pt x="60" y="29"/>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Medium"/>
                <a:ea typeface="+mn-ea"/>
                <a:cs typeface="+mn-cs"/>
              </a:endParaRPr>
            </a:p>
          </p:txBody>
        </p:sp>
      </p:grpSp>
      <p:sp>
        <p:nvSpPr>
          <p:cNvPr id="133" name="Rectangle 132">
            <a:extLst>
              <a:ext uri="{FF2B5EF4-FFF2-40B4-BE49-F238E27FC236}">
                <a16:creationId xmlns:a16="http://schemas.microsoft.com/office/drawing/2014/main" id="{E2D76B90-6BDA-4224-94A0-E24303D7CEC9}"/>
              </a:ext>
            </a:extLst>
          </p:cNvPr>
          <p:cNvSpPr/>
          <p:nvPr/>
        </p:nvSpPr>
        <p:spPr>
          <a:xfrm>
            <a:off x="1021493" y="2032398"/>
            <a:ext cx="6804000" cy="72000"/>
          </a:xfrm>
          <a:prstGeom prst="rect">
            <a:avLst/>
          </a:prstGeom>
          <a:solidFill>
            <a:srgbClr val="FF000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black"/>
              </a:solidFill>
              <a:effectLst/>
              <a:uLnTx/>
              <a:uFillTx/>
              <a:latin typeface="Ubuntu Medium"/>
              <a:ea typeface="+mn-ea"/>
              <a:cs typeface="+mn-cs"/>
            </a:endParaRPr>
          </a:p>
        </p:txBody>
      </p:sp>
      <p:sp>
        <p:nvSpPr>
          <p:cNvPr id="134" name="Rectangle 133">
            <a:extLst>
              <a:ext uri="{FF2B5EF4-FFF2-40B4-BE49-F238E27FC236}">
                <a16:creationId xmlns:a16="http://schemas.microsoft.com/office/drawing/2014/main" id="{7EEDBF3F-3E5F-4CA2-BADB-17C97CAEB2D3}"/>
              </a:ext>
            </a:extLst>
          </p:cNvPr>
          <p:cNvSpPr/>
          <p:nvPr/>
        </p:nvSpPr>
        <p:spPr>
          <a:xfrm>
            <a:off x="1032898" y="1907665"/>
            <a:ext cx="9449873" cy="72000"/>
          </a:xfrm>
          <a:prstGeom prst="rect">
            <a:avLst/>
          </a:prstGeom>
          <a:solidFill>
            <a:srgbClr val="FF000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black"/>
              </a:solidFill>
              <a:effectLst/>
              <a:uLnTx/>
              <a:uFillTx/>
              <a:latin typeface="Ubuntu Medium"/>
              <a:ea typeface="+mn-ea"/>
              <a:cs typeface="+mn-cs"/>
            </a:endParaRPr>
          </a:p>
        </p:txBody>
      </p:sp>
      <p:sp>
        <p:nvSpPr>
          <p:cNvPr id="135" name="Rectangle 134">
            <a:extLst>
              <a:ext uri="{FF2B5EF4-FFF2-40B4-BE49-F238E27FC236}">
                <a16:creationId xmlns:a16="http://schemas.microsoft.com/office/drawing/2014/main" id="{EF31F50E-B72A-48E7-AA4F-285E86CE7CF2}"/>
              </a:ext>
            </a:extLst>
          </p:cNvPr>
          <p:cNvSpPr/>
          <p:nvPr/>
        </p:nvSpPr>
        <p:spPr>
          <a:xfrm>
            <a:off x="1023773" y="1782933"/>
            <a:ext cx="9518850" cy="72000"/>
          </a:xfrm>
          <a:prstGeom prst="rect">
            <a:avLst/>
          </a:prstGeom>
          <a:solidFill>
            <a:srgbClr val="FF000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black"/>
              </a:solidFill>
              <a:effectLst/>
              <a:uLnTx/>
              <a:uFillTx/>
              <a:latin typeface="Ubuntu Medium"/>
              <a:ea typeface="+mn-ea"/>
              <a:cs typeface="+mn-cs"/>
            </a:endParaRPr>
          </a:p>
        </p:txBody>
      </p:sp>
      <p:sp>
        <p:nvSpPr>
          <p:cNvPr id="136" name="Rectangle 135">
            <a:extLst>
              <a:ext uri="{FF2B5EF4-FFF2-40B4-BE49-F238E27FC236}">
                <a16:creationId xmlns:a16="http://schemas.microsoft.com/office/drawing/2014/main" id="{BE967528-2E81-4A8B-96C9-CB71E08A18E2}"/>
              </a:ext>
            </a:extLst>
          </p:cNvPr>
          <p:cNvSpPr/>
          <p:nvPr/>
        </p:nvSpPr>
        <p:spPr>
          <a:xfrm>
            <a:off x="1325467" y="3481256"/>
            <a:ext cx="9216000" cy="72000"/>
          </a:xfrm>
          <a:prstGeom prst="rect">
            <a:avLst/>
          </a:prstGeom>
          <a:solidFill>
            <a:srgbClr val="FF000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black"/>
              </a:solidFill>
              <a:effectLst/>
              <a:uLnTx/>
              <a:uFillTx/>
              <a:latin typeface="Ubuntu Medium"/>
              <a:ea typeface="+mn-ea"/>
              <a:cs typeface="+mn-cs"/>
            </a:endParaRPr>
          </a:p>
        </p:txBody>
      </p:sp>
      <p:sp>
        <p:nvSpPr>
          <p:cNvPr id="137" name="Rectangle 136">
            <a:extLst>
              <a:ext uri="{FF2B5EF4-FFF2-40B4-BE49-F238E27FC236}">
                <a16:creationId xmlns:a16="http://schemas.microsoft.com/office/drawing/2014/main" id="{DB7D8F0D-F0A6-4234-A210-195BE0E69E23}"/>
              </a:ext>
            </a:extLst>
          </p:cNvPr>
          <p:cNvSpPr/>
          <p:nvPr/>
        </p:nvSpPr>
        <p:spPr>
          <a:xfrm>
            <a:off x="1317753" y="3356523"/>
            <a:ext cx="7848000" cy="72000"/>
          </a:xfrm>
          <a:prstGeom prst="rect">
            <a:avLst/>
          </a:prstGeom>
          <a:solidFill>
            <a:schemeClr val="accent6"/>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black"/>
              </a:solidFill>
              <a:effectLst/>
              <a:uLnTx/>
              <a:uFillTx/>
              <a:latin typeface="Ubuntu Medium"/>
              <a:ea typeface="+mn-ea"/>
              <a:cs typeface="+mn-cs"/>
            </a:endParaRPr>
          </a:p>
        </p:txBody>
      </p:sp>
      <p:sp>
        <p:nvSpPr>
          <p:cNvPr id="138" name="Rectangle 137">
            <a:extLst>
              <a:ext uri="{FF2B5EF4-FFF2-40B4-BE49-F238E27FC236}">
                <a16:creationId xmlns:a16="http://schemas.microsoft.com/office/drawing/2014/main" id="{A38C1CAE-8CFD-4385-86FB-3C16C38A5690}"/>
              </a:ext>
            </a:extLst>
          </p:cNvPr>
          <p:cNvSpPr/>
          <p:nvPr/>
        </p:nvSpPr>
        <p:spPr>
          <a:xfrm>
            <a:off x="1243943" y="3231791"/>
            <a:ext cx="9205874" cy="72000"/>
          </a:xfrm>
          <a:prstGeom prst="rect">
            <a:avLst/>
          </a:prstGeom>
          <a:solidFill>
            <a:schemeClr val="accent6"/>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black"/>
              </a:solidFill>
              <a:effectLst/>
              <a:uLnTx/>
              <a:uFillTx/>
              <a:latin typeface="Ubuntu Medium"/>
              <a:ea typeface="+mn-ea"/>
              <a:cs typeface="+mn-cs"/>
            </a:endParaRPr>
          </a:p>
        </p:txBody>
      </p:sp>
      <p:sp>
        <p:nvSpPr>
          <p:cNvPr id="139" name="Rectangle 138">
            <a:extLst>
              <a:ext uri="{FF2B5EF4-FFF2-40B4-BE49-F238E27FC236}">
                <a16:creationId xmlns:a16="http://schemas.microsoft.com/office/drawing/2014/main" id="{A8629267-2F28-42BA-BB2E-ECAC1B3072AA}"/>
              </a:ext>
            </a:extLst>
          </p:cNvPr>
          <p:cNvSpPr/>
          <p:nvPr/>
        </p:nvSpPr>
        <p:spPr>
          <a:xfrm>
            <a:off x="1243943" y="4925351"/>
            <a:ext cx="9607159" cy="72000"/>
          </a:xfrm>
          <a:prstGeom prst="rect">
            <a:avLst/>
          </a:prstGeom>
          <a:solidFill>
            <a:schemeClr val="accent6"/>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black"/>
              </a:solidFill>
              <a:effectLst/>
              <a:uLnTx/>
              <a:uFillTx/>
              <a:latin typeface="Ubuntu Medium"/>
              <a:ea typeface="+mn-ea"/>
              <a:cs typeface="+mn-cs"/>
            </a:endParaRPr>
          </a:p>
        </p:txBody>
      </p:sp>
      <p:sp>
        <p:nvSpPr>
          <p:cNvPr id="140" name="Rectangle 139">
            <a:extLst>
              <a:ext uri="{FF2B5EF4-FFF2-40B4-BE49-F238E27FC236}">
                <a16:creationId xmlns:a16="http://schemas.microsoft.com/office/drawing/2014/main" id="{31AEB89E-2FBD-4C0C-8074-9D4440BD1783}"/>
              </a:ext>
            </a:extLst>
          </p:cNvPr>
          <p:cNvSpPr/>
          <p:nvPr/>
        </p:nvSpPr>
        <p:spPr>
          <a:xfrm>
            <a:off x="1308800" y="4805381"/>
            <a:ext cx="720000" cy="72000"/>
          </a:xfrm>
          <a:prstGeom prst="rect">
            <a:avLst/>
          </a:prstGeom>
          <a:solidFill>
            <a:srgbClr val="FF304C"/>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black"/>
              </a:solidFill>
              <a:effectLst/>
              <a:uLnTx/>
              <a:uFillTx/>
              <a:latin typeface="Ubuntu Medium"/>
              <a:ea typeface="+mn-ea"/>
              <a:cs typeface="+mn-cs"/>
            </a:endParaRPr>
          </a:p>
        </p:txBody>
      </p:sp>
      <p:sp>
        <p:nvSpPr>
          <p:cNvPr id="141" name="Rectangle 140">
            <a:extLst>
              <a:ext uri="{FF2B5EF4-FFF2-40B4-BE49-F238E27FC236}">
                <a16:creationId xmlns:a16="http://schemas.microsoft.com/office/drawing/2014/main" id="{E8AD6DA9-9085-4E7D-A37A-CA65944B9AB9}"/>
              </a:ext>
            </a:extLst>
          </p:cNvPr>
          <p:cNvSpPr/>
          <p:nvPr/>
        </p:nvSpPr>
        <p:spPr>
          <a:xfrm>
            <a:off x="1337374" y="4680649"/>
            <a:ext cx="1080000" cy="72000"/>
          </a:xfrm>
          <a:prstGeom prst="rect">
            <a:avLst/>
          </a:prstGeom>
          <a:solidFill>
            <a:srgbClr val="FF304C"/>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black"/>
              </a:solidFill>
              <a:effectLst/>
              <a:uLnTx/>
              <a:uFillTx/>
              <a:latin typeface="Ubuntu Medium"/>
              <a:ea typeface="+mn-ea"/>
              <a:cs typeface="+mn-cs"/>
            </a:endParaRPr>
          </a:p>
        </p:txBody>
      </p:sp>
      <p:sp>
        <p:nvSpPr>
          <p:cNvPr id="142" name="Arc plein 141">
            <a:extLst>
              <a:ext uri="{FF2B5EF4-FFF2-40B4-BE49-F238E27FC236}">
                <a16:creationId xmlns:a16="http://schemas.microsoft.com/office/drawing/2014/main" id="{4624B251-04BC-441F-8E20-72FEDB13A32C}"/>
              </a:ext>
            </a:extLst>
          </p:cNvPr>
          <p:cNvSpPr/>
          <p:nvPr/>
        </p:nvSpPr>
        <p:spPr>
          <a:xfrm rot="5400000">
            <a:off x="9803536" y="2137932"/>
            <a:ext cx="1269721" cy="1062000"/>
          </a:xfrm>
          <a:prstGeom prst="blockArc">
            <a:avLst>
              <a:gd name="adj1" fmla="val 10800000"/>
              <a:gd name="adj2" fmla="val 21571845"/>
              <a:gd name="adj3" fmla="val 6565"/>
            </a:avLst>
          </a:prstGeom>
          <a:solidFill>
            <a:schemeClr val="accent6"/>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black"/>
              </a:solidFill>
              <a:effectLst/>
              <a:uLnTx/>
              <a:uFillTx/>
              <a:latin typeface="Ubuntu Medium"/>
              <a:ea typeface="+mn-ea"/>
              <a:cs typeface="+mn-cs"/>
            </a:endParaRPr>
          </a:p>
        </p:txBody>
      </p:sp>
      <p:sp>
        <p:nvSpPr>
          <p:cNvPr id="143" name="Arc plein 142">
            <a:extLst>
              <a:ext uri="{FF2B5EF4-FFF2-40B4-BE49-F238E27FC236}">
                <a16:creationId xmlns:a16="http://schemas.microsoft.com/office/drawing/2014/main" id="{C07CB26A-ECDC-4938-A53D-6C53290E92FF}"/>
              </a:ext>
            </a:extLst>
          </p:cNvPr>
          <p:cNvSpPr/>
          <p:nvPr/>
        </p:nvSpPr>
        <p:spPr>
          <a:xfrm rot="5400000">
            <a:off x="9720454" y="2035333"/>
            <a:ext cx="1519187" cy="1267200"/>
          </a:xfrm>
          <a:prstGeom prst="blockArc">
            <a:avLst>
              <a:gd name="adj1" fmla="val 10800000"/>
              <a:gd name="adj2" fmla="val 61218"/>
              <a:gd name="adj3" fmla="val 5605"/>
            </a:avLst>
          </a:prstGeom>
          <a:solidFill>
            <a:srgbClr val="FF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black"/>
              </a:solidFill>
              <a:effectLst/>
              <a:uLnTx/>
              <a:uFillTx/>
              <a:latin typeface="Ubuntu Medium"/>
              <a:ea typeface="+mn-ea"/>
              <a:cs typeface="+mn-cs"/>
            </a:endParaRPr>
          </a:p>
        </p:txBody>
      </p:sp>
      <p:sp>
        <p:nvSpPr>
          <p:cNvPr id="144" name="Arc plein 143">
            <a:extLst>
              <a:ext uri="{FF2B5EF4-FFF2-40B4-BE49-F238E27FC236}">
                <a16:creationId xmlns:a16="http://schemas.microsoft.com/office/drawing/2014/main" id="{27B8AB0D-AF88-4EBF-B049-5CD6483B3CE4}"/>
              </a:ext>
            </a:extLst>
          </p:cNvPr>
          <p:cNvSpPr/>
          <p:nvPr/>
        </p:nvSpPr>
        <p:spPr>
          <a:xfrm rot="5400000">
            <a:off x="9644861" y="1926540"/>
            <a:ext cx="1770237" cy="1483200"/>
          </a:xfrm>
          <a:prstGeom prst="blockArc">
            <a:avLst>
              <a:gd name="adj1" fmla="val 10800000"/>
              <a:gd name="adj2" fmla="val 20131"/>
              <a:gd name="adj3" fmla="val 4756"/>
            </a:avLst>
          </a:prstGeom>
          <a:solidFill>
            <a:srgbClr val="FF000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black"/>
              </a:solidFill>
              <a:effectLst/>
              <a:uLnTx/>
              <a:uFillTx/>
              <a:latin typeface="Ubuntu Medium"/>
              <a:ea typeface="+mn-ea"/>
              <a:cs typeface="+mn-cs"/>
            </a:endParaRPr>
          </a:p>
        </p:txBody>
      </p:sp>
      <p:sp>
        <p:nvSpPr>
          <p:cNvPr id="145" name="Arc plein 144">
            <a:extLst>
              <a:ext uri="{FF2B5EF4-FFF2-40B4-BE49-F238E27FC236}">
                <a16:creationId xmlns:a16="http://schemas.microsoft.com/office/drawing/2014/main" id="{7055C56C-5795-4482-B8CE-6242ECBB4A0E}"/>
              </a:ext>
            </a:extLst>
          </p:cNvPr>
          <p:cNvSpPr/>
          <p:nvPr/>
        </p:nvSpPr>
        <p:spPr>
          <a:xfrm rot="16200000">
            <a:off x="734539" y="3585115"/>
            <a:ext cx="1269721" cy="1062000"/>
          </a:xfrm>
          <a:prstGeom prst="blockArc">
            <a:avLst>
              <a:gd name="adj1" fmla="val 10800000"/>
              <a:gd name="adj2" fmla="val 21571845"/>
              <a:gd name="adj3" fmla="val 6565"/>
            </a:avLst>
          </a:prstGeom>
          <a:solidFill>
            <a:schemeClr val="accent6"/>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black"/>
              </a:solidFill>
              <a:effectLst/>
              <a:uLnTx/>
              <a:uFillTx/>
              <a:latin typeface="Ubuntu Medium"/>
              <a:ea typeface="+mn-ea"/>
              <a:cs typeface="+mn-cs"/>
            </a:endParaRPr>
          </a:p>
        </p:txBody>
      </p:sp>
      <p:sp>
        <p:nvSpPr>
          <p:cNvPr id="146" name="Arc plein 145">
            <a:extLst>
              <a:ext uri="{FF2B5EF4-FFF2-40B4-BE49-F238E27FC236}">
                <a16:creationId xmlns:a16="http://schemas.microsoft.com/office/drawing/2014/main" id="{7ED606F7-0416-405D-9D41-134F20839841}"/>
              </a:ext>
            </a:extLst>
          </p:cNvPr>
          <p:cNvSpPr/>
          <p:nvPr/>
        </p:nvSpPr>
        <p:spPr>
          <a:xfrm rot="16200000">
            <a:off x="568155" y="3482515"/>
            <a:ext cx="1519187" cy="1267200"/>
          </a:xfrm>
          <a:prstGeom prst="blockArc">
            <a:avLst>
              <a:gd name="adj1" fmla="val 10800000"/>
              <a:gd name="adj2" fmla="val 61218"/>
              <a:gd name="adj3" fmla="val 5605"/>
            </a:avLst>
          </a:prstGeom>
          <a:solidFill>
            <a:schemeClr val="accent6"/>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black"/>
              </a:solidFill>
              <a:effectLst/>
              <a:uLnTx/>
              <a:uFillTx/>
              <a:latin typeface="Ubuntu Medium"/>
              <a:ea typeface="+mn-ea"/>
              <a:cs typeface="+mn-cs"/>
            </a:endParaRPr>
          </a:p>
        </p:txBody>
      </p:sp>
      <p:sp>
        <p:nvSpPr>
          <p:cNvPr id="147" name="Rectangle 146">
            <a:extLst>
              <a:ext uri="{FF2B5EF4-FFF2-40B4-BE49-F238E27FC236}">
                <a16:creationId xmlns:a16="http://schemas.microsoft.com/office/drawing/2014/main" id="{44F0AE09-929E-468F-832D-76B8501E40BA}"/>
              </a:ext>
            </a:extLst>
          </p:cNvPr>
          <p:cNvSpPr/>
          <p:nvPr/>
        </p:nvSpPr>
        <p:spPr>
          <a:xfrm>
            <a:off x="1325467" y="3481256"/>
            <a:ext cx="3312000" cy="72000"/>
          </a:xfrm>
          <a:prstGeom prst="rect">
            <a:avLst/>
          </a:prstGeom>
          <a:solidFill>
            <a:schemeClr val="accent6"/>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black"/>
              </a:solidFill>
              <a:effectLst/>
              <a:uLnTx/>
              <a:uFillTx/>
              <a:latin typeface="Ubuntu Medium"/>
              <a:ea typeface="+mn-ea"/>
              <a:cs typeface="+mn-cs"/>
            </a:endParaRPr>
          </a:p>
        </p:txBody>
      </p:sp>
      <p:sp>
        <p:nvSpPr>
          <p:cNvPr id="148" name="Rectangle 147">
            <a:extLst>
              <a:ext uri="{FF2B5EF4-FFF2-40B4-BE49-F238E27FC236}">
                <a16:creationId xmlns:a16="http://schemas.microsoft.com/office/drawing/2014/main" id="{262BF496-5DD7-4283-AE15-9F3018285A1D}"/>
              </a:ext>
            </a:extLst>
          </p:cNvPr>
          <p:cNvSpPr/>
          <p:nvPr/>
        </p:nvSpPr>
        <p:spPr>
          <a:xfrm>
            <a:off x="1512311" y="1681807"/>
            <a:ext cx="180000" cy="504000"/>
          </a:xfrm>
          <a:prstGeom prst="rect">
            <a:avLst/>
          </a:prstGeom>
          <a:solidFill>
            <a:srgbClr val="12ABDB"/>
          </a:solidFill>
          <a:ln w="38100"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Ubuntu Medium"/>
              <a:ea typeface="+mn-ea"/>
              <a:cs typeface="+mn-cs"/>
            </a:endParaRPr>
          </a:p>
        </p:txBody>
      </p:sp>
      <p:sp>
        <p:nvSpPr>
          <p:cNvPr id="149" name="Rectangle 148">
            <a:extLst>
              <a:ext uri="{FF2B5EF4-FFF2-40B4-BE49-F238E27FC236}">
                <a16:creationId xmlns:a16="http://schemas.microsoft.com/office/drawing/2014/main" id="{FD84F1DE-A69F-4C74-A23B-732D3D971F4D}"/>
              </a:ext>
            </a:extLst>
          </p:cNvPr>
          <p:cNvSpPr/>
          <p:nvPr/>
        </p:nvSpPr>
        <p:spPr>
          <a:xfrm>
            <a:off x="3578523" y="1681807"/>
            <a:ext cx="180000" cy="504000"/>
          </a:xfrm>
          <a:prstGeom prst="rect">
            <a:avLst/>
          </a:prstGeom>
          <a:solidFill>
            <a:srgbClr val="12ABDB"/>
          </a:solidFill>
          <a:ln w="38100"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Ubuntu Medium"/>
              <a:ea typeface="+mn-ea"/>
              <a:cs typeface="+mn-cs"/>
            </a:endParaRPr>
          </a:p>
        </p:txBody>
      </p:sp>
      <p:sp>
        <p:nvSpPr>
          <p:cNvPr id="150" name="Rectangle 149">
            <a:extLst>
              <a:ext uri="{FF2B5EF4-FFF2-40B4-BE49-F238E27FC236}">
                <a16:creationId xmlns:a16="http://schemas.microsoft.com/office/drawing/2014/main" id="{32DF7045-DBAE-494A-8D50-61A988C82880}"/>
              </a:ext>
            </a:extLst>
          </p:cNvPr>
          <p:cNvSpPr/>
          <p:nvPr/>
        </p:nvSpPr>
        <p:spPr>
          <a:xfrm>
            <a:off x="5644735" y="1681807"/>
            <a:ext cx="180000" cy="504000"/>
          </a:xfrm>
          <a:prstGeom prst="rect">
            <a:avLst/>
          </a:prstGeom>
          <a:solidFill>
            <a:srgbClr val="12ABDB"/>
          </a:solidFill>
          <a:ln w="38100"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Ubuntu Medium"/>
              <a:ea typeface="+mn-ea"/>
              <a:cs typeface="+mn-cs"/>
            </a:endParaRPr>
          </a:p>
        </p:txBody>
      </p:sp>
      <p:sp>
        <p:nvSpPr>
          <p:cNvPr id="151" name="Rectangle 150">
            <a:extLst>
              <a:ext uri="{FF2B5EF4-FFF2-40B4-BE49-F238E27FC236}">
                <a16:creationId xmlns:a16="http://schemas.microsoft.com/office/drawing/2014/main" id="{2AD640F7-6D56-4BE1-B75D-F0064B01461C}"/>
              </a:ext>
            </a:extLst>
          </p:cNvPr>
          <p:cNvSpPr/>
          <p:nvPr/>
        </p:nvSpPr>
        <p:spPr>
          <a:xfrm>
            <a:off x="2353160" y="3136470"/>
            <a:ext cx="180000" cy="504000"/>
          </a:xfrm>
          <a:prstGeom prst="rect">
            <a:avLst/>
          </a:prstGeom>
          <a:solidFill>
            <a:schemeClr val="bg2">
              <a:lumMod val="25000"/>
            </a:schemeClr>
          </a:solidFill>
          <a:ln w="38100"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Ubuntu Medium"/>
              <a:ea typeface="+mn-ea"/>
              <a:cs typeface="+mn-cs"/>
            </a:endParaRPr>
          </a:p>
        </p:txBody>
      </p:sp>
      <p:sp>
        <p:nvSpPr>
          <p:cNvPr id="152" name="Rectangle 151">
            <a:extLst>
              <a:ext uri="{FF2B5EF4-FFF2-40B4-BE49-F238E27FC236}">
                <a16:creationId xmlns:a16="http://schemas.microsoft.com/office/drawing/2014/main" id="{B5557D22-3EF0-4E97-A66C-092AC7D1EACA}"/>
              </a:ext>
            </a:extLst>
          </p:cNvPr>
          <p:cNvSpPr/>
          <p:nvPr/>
        </p:nvSpPr>
        <p:spPr>
          <a:xfrm>
            <a:off x="5611564" y="3136470"/>
            <a:ext cx="180000" cy="504000"/>
          </a:xfrm>
          <a:prstGeom prst="rect">
            <a:avLst/>
          </a:prstGeom>
          <a:solidFill>
            <a:schemeClr val="bg2">
              <a:lumMod val="25000"/>
            </a:schemeClr>
          </a:solidFill>
          <a:ln w="38100"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Ubuntu Medium"/>
              <a:ea typeface="+mn-ea"/>
              <a:cs typeface="+mn-cs"/>
            </a:endParaRPr>
          </a:p>
        </p:txBody>
      </p:sp>
      <p:grpSp>
        <p:nvGrpSpPr>
          <p:cNvPr id="154" name="Groupe 153">
            <a:extLst>
              <a:ext uri="{FF2B5EF4-FFF2-40B4-BE49-F238E27FC236}">
                <a16:creationId xmlns:a16="http://schemas.microsoft.com/office/drawing/2014/main" id="{E5D2E344-C4E9-432C-A561-B0EED9EF2A79}"/>
              </a:ext>
            </a:extLst>
          </p:cNvPr>
          <p:cNvGrpSpPr>
            <a:grpSpLocks noChangeAspect="1"/>
          </p:cNvGrpSpPr>
          <p:nvPr/>
        </p:nvGrpSpPr>
        <p:grpSpPr>
          <a:xfrm>
            <a:off x="1311241" y="1171750"/>
            <a:ext cx="610684" cy="576000"/>
            <a:chOff x="357971" y="2931241"/>
            <a:chExt cx="912037" cy="860237"/>
          </a:xfrm>
        </p:grpSpPr>
        <p:sp>
          <p:nvSpPr>
            <p:cNvPr id="155" name="Freeform 227">
              <a:extLst>
                <a:ext uri="{FF2B5EF4-FFF2-40B4-BE49-F238E27FC236}">
                  <a16:creationId xmlns:a16="http://schemas.microsoft.com/office/drawing/2014/main" id="{EC701E21-6A84-4E6A-AAC5-E2A0BAB32DB2}"/>
                </a:ext>
              </a:extLst>
            </p:cNvPr>
            <p:cNvSpPr>
              <a:spLocks/>
            </p:cNvSpPr>
            <p:nvPr/>
          </p:nvSpPr>
          <p:spPr bwMode="auto">
            <a:xfrm>
              <a:off x="357971" y="2931241"/>
              <a:ext cx="912037" cy="860237"/>
            </a:xfrm>
            <a:custGeom>
              <a:avLst/>
              <a:gdLst>
                <a:gd name="T0" fmla="*/ 69 w 479"/>
                <a:gd name="T1" fmla="*/ 331 h 449"/>
                <a:gd name="T2" fmla="*/ 115 w 479"/>
                <a:gd name="T3" fmla="*/ 67 h 449"/>
                <a:gd name="T4" fmla="*/ 412 w 479"/>
                <a:gd name="T5" fmla="*/ 109 h 449"/>
                <a:gd name="T6" fmla="*/ 358 w 479"/>
                <a:gd name="T7" fmla="*/ 382 h 449"/>
                <a:gd name="T8" fmla="*/ 69 w 479"/>
                <a:gd name="T9" fmla="*/ 331 h 449"/>
              </a:gdLst>
              <a:ahLst/>
              <a:cxnLst>
                <a:cxn ang="0">
                  <a:pos x="T0" y="T1"/>
                </a:cxn>
                <a:cxn ang="0">
                  <a:pos x="T2" y="T3"/>
                </a:cxn>
                <a:cxn ang="0">
                  <a:pos x="T4" y="T5"/>
                </a:cxn>
                <a:cxn ang="0">
                  <a:pos x="T6" y="T7"/>
                </a:cxn>
                <a:cxn ang="0">
                  <a:pos x="T8" y="T9"/>
                </a:cxn>
              </a:cxnLst>
              <a:rect l="0" t="0" r="r" b="b"/>
              <a:pathLst>
                <a:path w="479" h="449">
                  <a:moveTo>
                    <a:pt x="69" y="331"/>
                  </a:moveTo>
                  <a:cubicBezTo>
                    <a:pt x="0" y="241"/>
                    <a:pt x="21" y="134"/>
                    <a:pt x="115" y="67"/>
                  </a:cubicBezTo>
                  <a:cubicBezTo>
                    <a:pt x="210" y="0"/>
                    <a:pt x="343" y="18"/>
                    <a:pt x="412" y="109"/>
                  </a:cubicBezTo>
                  <a:cubicBezTo>
                    <a:pt x="454" y="164"/>
                    <a:pt x="479" y="296"/>
                    <a:pt x="358" y="382"/>
                  </a:cubicBezTo>
                  <a:cubicBezTo>
                    <a:pt x="263" y="449"/>
                    <a:pt x="138" y="421"/>
                    <a:pt x="69" y="331"/>
                  </a:cubicBezTo>
                </a:path>
              </a:pathLst>
            </a:custGeom>
            <a:solidFill>
              <a:srgbClr val="0070AD"/>
            </a:solidFill>
            <a:ln w="38100">
              <a:solidFill>
                <a:sysClr val="window" lastClr="FFFFFF"/>
              </a:solidFill>
            </a:ln>
          </p:spPr>
          <p:txBody>
            <a:bodyPr vert="horz" wrap="square" lIns="74295" tIns="37148" rIns="74295" bIns="37148" numCol="1" anchor="t" anchorCtr="0" compatLnSpc="1">
              <a:prstTxWarp prst="textNoShape">
                <a:avLst/>
              </a:prstTxWarp>
            </a:bodyPr>
            <a:lstStyle/>
            <a:p>
              <a:pPr marL="0" marR="0" lvl="0" indent="0" algn="l" defTabSz="74295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Ubuntu Medium"/>
                <a:ea typeface="+mn-ea"/>
                <a:cs typeface="+mn-cs"/>
              </a:endParaRPr>
            </a:p>
          </p:txBody>
        </p:sp>
        <p:grpSp>
          <p:nvGrpSpPr>
            <p:cNvPr id="156" name="Group 838">
              <a:extLst>
                <a:ext uri="{FF2B5EF4-FFF2-40B4-BE49-F238E27FC236}">
                  <a16:creationId xmlns:a16="http://schemas.microsoft.com/office/drawing/2014/main" id="{56663B6F-C275-4974-ACA5-F753EDDAF445}"/>
                </a:ext>
              </a:extLst>
            </p:cNvPr>
            <p:cNvGrpSpPr/>
            <p:nvPr/>
          </p:nvGrpSpPr>
          <p:grpSpPr>
            <a:xfrm>
              <a:off x="597728" y="3099324"/>
              <a:ext cx="445980" cy="488267"/>
              <a:chOff x="2226469" y="3725763"/>
              <a:chExt cx="519112" cy="568325"/>
            </a:xfrm>
            <a:solidFill>
              <a:srgbClr val="95E616"/>
            </a:solidFill>
          </p:grpSpPr>
          <p:sp>
            <p:nvSpPr>
              <p:cNvPr id="157" name="Freeform 51">
                <a:extLst>
                  <a:ext uri="{FF2B5EF4-FFF2-40B4-BE49-F238E27FC236}">
                    <a16:creationId xmlns:a16="http://schemas.microsoft.com/office/drawing/2014/main" id="{2E657A4A-4639-446F-8724-00DE51880150}"/>
                  </a:ext>
                </a:extLst>
              </p:cNvPr>
              <p:cNvSpPr>
                <a:spLocks/>
              </p:cNvSpPr>
              <p:nvPr/>
            </p:nvSpPr>
            <p:spPr bwMode="auto">
              <a:xfrm>
                <a:off x="2258219" y="3725763"/>
                <a:ext cx="44450" cy="42863"/>
              </a:xfrm>
              <a:custGeom>
                <a:avLst/>
                <a:gdLst>
                  <a:gd name="T0" fmla="*/ 4 w 28"/>
                  <a:gd name="T1" fmla="*/ 27 h 27"/>
                  <a:gd name="T2" fmla="*/ 13 w 28"/>
                  <a:gd name="T3" fmla="*/ 23 h 27"/>
                  <a:gd name="T4" fmla="*/ 22 w 28"/>
                  <a:gd name="T5" fmla="*/ 27 h 27"/>
                  <a:gd name="T6" fmla="*/ 20 w 28"/>
                  <a:gd name="T7" fmla="*/ 18 h 27"/>
                  <a:gd name="T8" fmla="*/ 28 w 28"/>
                  <a:gd name="T9" fmla="*/ 11 h 27"/>
                  <a:gd name="T10" fmla="*/ 18 w 28"/>
                  <a:gd name="T11" fmla="*/ 9 h 27"/>
                  <a:gd name="T12" fmla="*/ 13 w 28"/>
                  <a:gd name="T13" fmla="*/ 0 h 27"/>
                  <a:gd name="T14" fmla="*/ 9 w 28"/>
                  <a:gd name="T15" fmla="*/ 9 h 27"/>
                  <a:gd name="T16" fmla="*/ 0 w 28"/>
                  <a:gd name="T17" fmla="*/ 11 h 27"/>
                  <a:gd name="T18" fmla="*/ 6 w 28"/>
                  <a:gd name="T19" fmla="*/ 18 h 27"/>
                  <a:gd name="T20" fmla="*/ 4 w 28"/>
                  <a:gd name="T21"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27">
                    <a:moveTo>
                      <a:pt x="4" y="27"/>
                    </a:moveTo>
                    <a:lnTo>
                      <a:pt x="13" y="23"/>
                    </a:lnTo>
                    <a:lnTo>
                      <a:pt x="22" y="27"/>
                    </a:lnTo>
                    <a:lnTo>
                      <a:pt x="20" y="18"/>
                    </a:lnTo>
                    <a:lnTo>
                      <a:pt x="28" y="11"/>
                    </a:lnTo>
                    <a:lnTo>
                      <a:pt x="18" y="9"/>
                    </a:lnTo>
                    <a:lnTo>
                      <a:pt x="13" y="0"/>
                    </a:lnTo>
                    <a:lnTo>
                      <a:pt x="9" y="9"/>
                    </a:lnTo>
                    <a:lnTo>
                      <a:pt x="0" y="11"/>
                    </a:lnTo>
                    <a:lnTo>
                      <a:pt x="6" y="18"/>
                    </a:lnTo>
                    <a:lnTo>
                      <a:pt x="4" y="27"/>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latin typeface="Ubuntu Medium"/>
                  <a:ea typeface="+mn-ea"/>
                  <a:cs typeface="+mn-cs"/>
                </a:endParaRPr>
              </a:p>
            </p:txBody>
          </p:sp>
          <p:sp>
            <p:nvSpPr>
              <p:cNvPr id="158" name="Freeform 52">
                <a:extLst>
                  <a:ext uri="{FF2B5EF4-FFF2-40B4-BE49-F238E27FC236}">
                    <a16:creationId xmlns:a16="http://schemas.microsoft.com/office/drawing/2014/main" id="{C2DB879D-BE30-49F1-A405-8ABE07FC2678}"/>
                  </a:ext>
                </a:extLst>
              </p:cNvPr>
              <p:cNvSpPr>
                <a:spLocks/>
              </p:cNvSpPr>
              <p:nvPr/>
            </p:nvSpPr>
            <p:spPr bwMode="auto">
              <a:xfrm>
                <a:off x="2310606" y="3725763"/>
                <a:ext cx="46037" cy="42863"/>
              </a:xfrm>
              <a:custGeom>
                <a:avLst/>
                <a:gdLst>
                  <a:gd name="T0" fmla="*/ 6 w 29"/>
                  <a:gd name="T1" fmla="*/ 27 h 27"/>
                  <a:gd name="T2" fmla="*/ 14 w 29"/>
                  <a:gd name="T3" fmla="*/ 23 h 27"/>
                  <a:gd name="T4" fmla="*/ 23 w 29"/>
                  <a:gd name="T5" fmla="*/ 27 h 27"/>
                  <a:gd name="T6" fmla="*/ 22 w 29"/>
                  <a:gd name="T7" fmla="*/ 18 h 27"/>
                  <a:gd name="T8" fmla="*/ 29 w 29"/>
                  <a:gd name="T9" fmla="*/ 11 h 27"/>
                  <a:gd name="T10" fmla="*/ 18 w 29"/>
                  <a:gd name="T11" fmla="*/ 9 h 27"/>
                  <a:gd name="T12" fmla="*/ 15 w 29"/>
                  <a:gd name="T13" fmla="*/ 0 h 27"/>
                  <a:gd name="T14" fmla="*/ 11 w 29"/>
                  <a:gd name="T15" fmla="*/ 9 h 27"/>
                  <a:gd name="T16" fmla="*/ 0 w 29"/>
                  <a:gd name="T17" fmla="*/ 11 h 27"/>
                  <a:gd name="T18" fmla="*/ 7 w 29"/>
                  <a:gd name="T19" fmla="*/ 18 h 27"/>
                  <a:gd name="T20" fmla="*/ 6 w 29"/>
                  <a:gd name="T21"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 h="27">
                    <a:moveTo>
                      <a:pt x="6" y="27"/>
                    </a:moveTo>
                    <a:lnTo>
                      <a:pt x="14" y="23"/>
                    </a:lnTo>
                    <a:lnTo>
                      <a:pt x="23" y="27"/>
                    </a:lnTo>
                    <a:lnTo>
                      <a:pt x="22" y="18"/>
                    </a:lnTo>
                    <a:lnTo>
                      <a:pt x="29" y="11"/>
                    </a:lnTo>
                    <a:lnTo>
                      <a:pt x="18" y="9"/>
                    </a:lnTo>
                    <a:lnTo>
                      <a:pt x="15" y="0"/>
                    </a:lnTo>
                    <a:lnTo>
                      <a:pt x="11" y="9"/>
                    </a:lnTo>
                    <a:lnTo>
                      <a:pt x="0" y="11"/>
                    </a:lnTo>
                    <a:lnTo>
                      <a:pt x="7" y="18"/>
                    </a:lnTo>
                    <a:lnTo>
                      <a:pt x="6" y="27"/>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latin typeface="Ubuntu Medium"/>
                  <a:ea typeface="+mn-ea"/>
                  <a:cs typeface="+mn-cs"/>
                </a:endParaRPr>
              </a:p>
            </p:txBody>
          </p:sp>
          <p:sp>
            <p:nvSpPr>
              <p:cNvPr id="159" name="Freeform 53">
                <a:extLst>
                  <a:ext uri="{FF2B5EF4-FFF2-40B4-BE49-F238E27FC236}">
                    <a16:creationId xmlns:a16="http://schemas.microsoft.com/office/drawing/2014/main" id="{3DD57A8D-EB2A-4FF0-AB65-56C8A2F6AA27}"/>
                  </a:ext>
                </a:extLst>
              </p:cNvPr>
              <p:cNvSpPr>
                <a:spLocks noEditPoints="1"/>
              </p:cNvSpPr>
              <p:nvPr/>
            </p:nvSpPr>
            <p:spPr bwMode="auto">
              <a:xfrm>
                <a:off x="2226469" y="3790850"/>
                <a:ext cx="322262" cy="503238"/>
              </a:xfrm>
              <a:custGeom>
                <a:avLst/>
                <a:gdLst>
                  <a:gd name="T0" fmla="*/ 203 w 203"/>
                  <a:gd name="T1" fmla="*/ 0 h 317"/>
                  <a:gd name="T2" fmla="*/ 173 w 203"/>
                  <a:gd name="T3" fmla="*/ 50 h 317"/>
                  <a:gd name="T4" fmla="*/ 173 w 203"/>
                  <a:gd name="T5" fmla="*/ 82 h 317"/>
                  <a:gd name="T6" fmla="*/ 191 w 203"/>
                  <a:gd name="T7" fmla="*/ 90 h 317"/>
                  <a:gd name="T8" fmla="*/ 173 w 203"/>
                  <a:gd name="T9" fmla="*/ 90 h 317"/>
                  <a:gd name="T10" fmla="*/ 191 w 203"/>
                  <a:gd name="T11" fmla="*/ 162 h 317"/>
                  <a:gd name="T12" fmla="*/ 173 w 203"/>
                  <a:gd name="T13" fmla="*/ 168 h 317"/>
                  <a:gd name="T14" fmla="*/ 173 w 203"/>
                  <a:gd name="T15" fmla="*/ 201 h 317"/>
                  <a:gd name="T16" fmla="*/ 191 w 203"/>
                  <a:gd name="T17" fmla="*/ 209 h 317"/>
                  <a:gd name="T18" fmla="*/ 173 w 203"/>
                  <a:gd name="T19" fmla="*/ 209 h 317"/>
                  <a:gd name="T20" fmla="*/ 191 w 203"/>
                  <a:gd name="T21" fmla="*/ 281 h 317"/>
                  <a:gd name="T22" fmla="*/ 140 w 203"/>
                  <a:gd name="T23" fmla="*/ 50 h 317"/>
                  <a:gd name="T24" fmla="*/ 140 w 203"/>
                  <a:gd name="T25" fmla="*/ 82 h 317"/>
                  <a:gd name="T26" fmla="*/ 158 w 203"/>
                  <a:gd name="T27" fmla="*/ 90 h 317"/>
                  <a:gd name="T28" fmla="*/ 140 w 203"/>
                  <a:gd name="T29" fmla="*/ 90 h 317"/>
                  <a:gd name="T30" fmla="*/ 158 w 203"/>
                  <a:gd name="T31" fmla="*/ 162 h 317"/>
                  <a:gd name="T32" fmla="*/ 140 w 203"/>
                  <a:gd name="T33" fmla="*/ 168 h 317"/>
                  <a:gd name="T34" fmla="*/ 140 w 203"/>
                  <a:gd name="T35" fmla="*/ 201 h 317"/>
                  <a:gd name="T36" fmla="*/ 158 w 203"/>
                  <a:gd name="T37" fmla="*/ 209 h 317"/>
                  <a:gd name="T38" fmla="*/ 140 w 203"/>
                  <a:gd name="T39" fmla="*/ 209 h 317"/>
                  <a:gd name="T40" fmla="*/ 158 w 203"/>
                  <a:gd name="T41" fmla="*/ 281 h 317"/>
                  <a:gd name="T42" fmla="*/ 107 w 203"/>
                  <a:gd name="T43" fmla="*/ 50 h 317"/>
                  <a:gd name="T44" fmla="*/ 107 w 203"/>
                  <a:gd name="T45" fmla="*/ 82 h 317"/>
                  <a:gd name="T46" fmla="*/ 126 w 203"/>
                  <a:gd name="T47" fmla="*/ 90 h 317"/>
                  <a:gd name="T48" fmla="*/ 107 w 203"/>
                  <a:gd name="T49" fmla="*/ 90 h 317"/>
                  <a:gd name="T50" fmla="*/ 126 w 203"/>
                  <a:gd name="T51" fmla="*/ 162 h 317"/>
                  <a:gd name="T52" fmla="*/ 107 w 203"/>
                  <a:gd name="T53" fmla="*/ 168 h 317"/>
                  <a:gd name="T54" fmla="*/ 107 w 203"/>
                  <a:gd name="T55" fmla="*/ 201 h 317"/>
                  <a:gd name="T56" fmla="*/ 126 w 203"/>
                  <a:gd name="T57" fmla="*/ 209 h 317"/>
                  <a:gd name="T58" fmla="*/ 107 w 203"/>
                  <a:gd name="T59" fmla="*/ 209 h 317"/>
                  <a:gd name="T60" fmla="*/ 126 w 203"/>
                  <a:gd name="T61" fmla="*/ 281 h 317"/>
                  <a:gd name="T62" fmla="*/ 78 w 203"/>
                  <a:gd name="T63" fmla="*/ 50 h 317"/>
                  <a:gd name="T64" fmla="*/ 78 w 203"/>
                  <a:gd name="T65" fmla="*/ 82 h 317"/>
                  <a:gd name="T66" fmla="*/ 96 w 203"/>
                  <a:gd name="T67" fmla="*/ 90 h 317"/>
                  <a:gd name="T68" fmla="*/ 78 w 203"/>
                  <a:gd name="T69" fmla="*/ 90 h 317"/>
                  <a:gd name="T70" fmla="*/ 96 w 203"/>
                  <a:gd name="T71" fmla="*/ 162 h 317"/>
                  <a:gd name="T72" fmla="*/ 78 w 203"/>
                  <a:gd name="T73" fmla="*/ 168 h 317"/>
                  <a:gd name="T74" fmla="*/ 78 w 203"/>
                  <a:gd name="T75" fmla="*/ 201 h 317"/>
                  <a:gd name="T76" fmla="*/ 96 w 203"/>
                  <a:gd name="T77" fmla="*/ 209 h 317"/>
                  <a:gd name="T78" fmla="*/ 78 w 203"/>
                  <a:gd name="T79" fmla="*/ 209 h 317"/>
                  <a:gd name="T80" fmla="*/ 96 w 203"/>
                  <a:gd name="T81" fmla="*/ 281 h 317"/>
                  <a:gd name="T82" fmla="*/ 45 w 203"/>
                  <a:gd name="T83" fmla="*/ 50 h 317"/>
                  <a:gd name="T84" fmla="*/ 45 w 203"/>
                  <a:gd name="T85" fmla="*/ 82 h 317"/>
                  <a:gd name="T86" fmla="*/ 64 w 203"/>
                  <a:gd name="T87" fmla="*/ 90 h 317"/>
                  <a:gd name="T88" fmla="*/ 45 w 203"/>
                  <a:gd name="T89" fmla="*/ 90 h 317"/>
                  <a:gd name="T90" fmla="*/ 64 w 203"/>
                  <a:gd name="T91" fmla="*/ 162 h 317"/>
                  <a:gd name="T92" fmla="*/ 45 w 203"/>
                  <a:gd name="T93" fmla="*/ 168 h 317"/>
                  <a:gd name="T94" fmla="*/ 45 w 203"/>
                  <a:gd name="T95" fmla="*/ 201 h 317"/>
                  <a:gd name="T96" fmla="*/ 64 w 203"/>
                  <a:gd name="T97" fmla="*/ 209 h 317"/>
                  <a:gd name="T98" fmla="*/ 45 w 203"/>
                  <a:gd name="T99" fmla="*/ 209 h 317"/>
                  <a:gd name="T100" fmla="*/ 64 w 203"/>
                  <a:gd name="T101" fmla="*/ 281 h 317"/>
                  <a:gd name="T102" fmla="*/ 13 w 203"/>
                  <a:gd name="T103" fmla="*/ 50 h 317"/>
                  <a:gd name="T104" fmla="*/ 13 w 203"/>
                  <a:gd name="T105" fmla="*/ 82 h 317"/>
                  <a:gd name="T106" fmla="*/ 31 w 203"/>
                  <a:gd name="T107" fmla="*/ 90 h 317"/>
                  <a:gd name="T108" fmla="*/ 13 w 203"/>
                  <a:gd name="T109" fmla="*/ 90 h 317"/>
                  <a:gd name="T110" fmla="*/ 31 w 203"/>
                  <a:gd name="T111" fmla="*/ 162 h 317"/>
                  <a:gd name="T112" fmla="*/ 13 w 203"/>
                  <a:gd name="T113" fmla="*/ 168 h 317"/>
                  <a:gd name="T114" fmla="*/ 13 w 203"/>
                  <a:gd name="T115" fmla="*/ 201 h 317"/>
                  <a:gd name="T116" fmla="*/ 31 w 203"/>
                  <a:gd name="T117" fmla="*/ 209 h 317"/>
                  <a:gd name="T118" fmla="*/ 13 w 203"/>
                  <a:gd name="T119" fmla="*/ 209 h 317"/>
                  <a:gd name="T120" fmla="*/ 31 w 203"/>
                  <a:gd name="T121" fmla="*/ 281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3" h="317">
                    <a:moveTo>
                      <a:pt x="0" y="317"/>
                    </a:moveTo>
                    <a:lnTo>
                      <a:pt x="203" y="317"/>
                    </a:lnTo>
                    <a:lnTo>
                      <a:pt x="203" y="0"/>
                    </a:lnTo>
                    <a:lnTo>
                      <a:pt x="0" y="0"/>
                    </a:lnTo>
                    <a:lnTo>
                      <a:pt x="0" y="317"/>
                    </a:lnTo>
                    <a:close/>
                    <a:moveTo>
                      <a:pt x="173" y="50"/>
                    </a:moveTo>
                    <a:lnTo>
                      <a:pt x="191" y="50"/>
                    </a:lnTo>
                    <a:lnTo>
                      <a:pt x="191" y="82"/>
                    </a:lnTo>
                    <a:lnTo>
                      <a:pt x="173" y="82"/>
                    </a:lnTo>
                    <a:lnTo>
                      <a:pt x="173" y="50"/>
                    </a:lnTo>
                    <a:close/>
                    <a:moveTo>
                      <a:pt x="173" y="90"/>
                    </a:moveTo>
                    <a:lnTo>
                      <a:pt x="191" y="90"/>
                    </a:lnTo>
                    <a:lnTo>
                      <a:pt x="191" y="122"/>
                    </a:lnTo>
                    <a:lnTo>
                      <a:pt x="173" y="122"/>
                    </a:lnTo>
                    <a:lnTo>
                      <a:pt x="173" y="90"/>
                    </a:lnTo>
                    <a:close/>
                    <a:moveTo>
                      <a:pt x="173" y="131"/>
                    </a:moveTo>
                    <a:lnTo>
                      <a:pt x="191" y="131"/>
                    </a:lnTo>
                    <a:lnTo>
                      <a:pt x="191" y="162"/>
                    </a:lnTo>
                    <a:lnTo>
                      <a:pt x="173" y="162"/>
                    </a:lnTo>
                    <a:lnTo>
                      <a:pt x="173" y="131"/>
                    </a:lnTo>
                    <a:close/>
                    <a:moveTo>
                      <a:pt x="173" y="168"/>
                    </a:moveTo>
                    <a:lnTo>
                      <a:pt x="191" y="168"/>
                    </a:lnTo>
                    <a:lnTo>
                      <a:pt x="191" y="201"/>
                    </a:lnTo>
                    <a:lnTo>
                      <a:pt x="173" y="201"/>
                    </a:lnTo>
                    <a:lnTo>
                      <a:pt x="173" y="168"/>
                    </a:lnTo>
                    <a:close/>
                    <a:moveTo>
                      <a:pt x="173" y="209"/>
                    </a:moveTo>
                    <a:lnTo>
                      <a:pt x="191" y="209"/>
                    </a:lnTo>
                    <a:lnTo>
                      <a:pt x="191" y="240"/>
                    </a:lnTo>
                    <a:lnTo>
                      <a:pt x="173" y="240"/>
                    </a:lnTo>
                    <a:lnTo>
                      <a:pt x="173" y="209"/>
                    </a:lnTo>
                    <a:close/>
                    <a:moveTo>
                      <a:pt x="173" y="249"/>
                    </a:moveTo>
                    <a:lnTo>
                      <a:pt x="191" y="249"/>
                    </a:lnTo>
                    <a:lnTo>
                      <a:pt x="191" y="281"/>
                    </a:lnTo>
                    <a:lnTo>
                      <a:pt x="173" y="281"/>
                    </a:lnTo>
                    <a:lnTo>
                      <a:pt x="173" y="249"/>
                    </a:lnTo>
                    <a:close/>
                    <a:moveTo>
                      <a:pt x="140" y="50"/>
                    </a:moveTo>
                    <a:lnTo>
                      <a:pt x="158" y="50"/>
                    </a:lnTo>
                    <a:lnTo>
                      <a:pt x="158" y="82"/>
                    </a:lnTo>
                    <a:lnTo>
                      <a:pt x="140" y="82"/>
                    </a:lnTo>
                    <a:lnTo>
                      <a:pt x="140" y="50"/>
                    </a:lnTo>
                    <a:close/>
                    <a:moveTo>
                      <a:pt x="140" y="90"/>
                    </a:moveTo>
                    <a:lnTo>
                      <a:pt x="158" y="90"/>
                    </a:lnTo>
                    <a:lnTo>
                      <a:pt x="158" y="122"/>
                    </a:lnTo>
                    <a:lnTo>
                      <a:pt x="140" y="122"/>
                    </a:lnTo>
                    <a:lnTo>
                      <a:pt x="140" y="90"/>
                    </a:lnTo>
                    <a:close/>
                    <a:moveTo>
                      <a:pt x="140" y="131"/>
                    </a:moveTo>
                    <a:lnTo>
                      <a:pt x="158" y="131"/>
                    </a:lnTo>
                    <a:lnTo>
                      <a:pt x="158" y="162"/>
                    </a:lnTo>
                    <a:lnTo>
                      <a:pt x="140" y="162"/>
                    </a:lnTo>
                    <a:lnTo>
                      <a:pt x="140" y="131"/>
                    </a:lnTo>
                    <a:close/>
                    <a:moveTo>
                      <a:pt x="140" y="168"/>
                    </a:moveTo>
                    <a:lnTo>
                      <a:pt x="158" y="168"/>
                    </a:lnTo>
                    <a:lnTo>
                      <a:pt x="158" y="201"/>
                    </a:lnTo>
                    <a:lnTo>
                      <a:pt x="140" y="201"/>
                    </a:lnTo>
                    <a:lnTo>
                      <a:pt x="140" y="168"/>
                    </a:lnTo>
                    <a:close/>
                    <a:moveTo>
                      <a:pt x="140" y="209"/>
                    </a:moveTo>
                    <a:lnTo>
                      <a:pt x="158" y="209"/>
                    </a:lnTo>
                    <a:lnTo>
                      <a:pt x="158" y="240"/>
                    </a:lnTo>
                    <a:lnTo>
                      <a:pt x="140" y="240"/>
                    </a:lnTo>
                    <a:lnTo>
                      <a:pt x="140" y="209"/>
                    </a:lnTo>
                    <a:close/>
                    <a:moveTo>
                      <a:pt x="140" y="249"/>
                    </a:moveTo>
                    <a:lnTo>
                      <a:pt x="158" y="249"/>
                    </a:lnTo>
                    <a:lnTo>
                      <a:pt x="158" y="281"/>
                    </a:lnTo>
                    <a:lnTo>
                      <a:pt x="140" y="281"/>
                    </a:lnTo>
                    <a:lnTo>
                      <a:pt x="140" y="249"/>
                    </a:lnTo>
                    <a:close/>
                    <a:moveTo>
                      <a:pt x="107" y="50"/>
                    </a:moveTo>
                    <a:lnTo>
                      <a:pt x="126" y="50"/>
                    </a:lnTo>
                    <a:lnTo>
                      <a:pt x="126" y="82"/>
                    </a:lnTo>
                    <a:lnTo>
                      <a:pt x="107" y="82"/>
                    </a:lnTo>
                    <a:lnTo>
                      <a:pt x="107" y="50"/>
                    </a:lnTo>
                    <a:close/>
                    <a:moveTo>
                      <a:pt x="107" y="90"/>
                    </a:moveTo>
                    <a:lnTo>
                      <a:pt x="126" y="90"/>
                    </a:lnTo>
                    <a:lnTo>
                      <a:pt x="126" y="122"/>
                    </a:lnTo>
                    <a:lnTo>
                      <a:pt x="107" y="122"/>
                    </a:lnTo>
                    <a:lnTo>
                      <a:pt x="107" y="90"/>
                    </a:lnTo>
                    <a:close/>
                    <a:moveTo>
                      <a:pt x="107" y="131"/>
                    </a:moveTo>
                    <a:lnTo>
                      <a:pt x="126" y="131"/>
                    </a:lnTo>
                    <a:lnTo>
                      <a:pt x="126" y="162"/>
                    </a:lnTo>
                    <a:lnTo>
                      <a:pt x="107" y="162"/>
                    </a:lnTo>
                    <a:lnTo>
                      <a:pt x="107" y="131"/>
                    </a:lnTo>
                    <a:close/>
                    <a:moveTo>
                      <a:pt x="107" y="168"/>
                    </a:moveTo>
                    <a:lnTo>
                      <a:pt x="126" y="168"/>
                    </a:lnTo>
                    <a:lnTo>
                      <a:pt x="126" y="201"/>
                    </a:lnTo>
                    <a:lnTo>
                      <a:pt x="107" y="201"/>
                    </a:lnTo>
                    <a:lnTo>
                      <a:pt x="107" y="168"/>
                    </a:lnTo>
                    <a:close/>
                    <a:moveTo>
                      <a:pt x="107" y="209"/>
                    </a:moveTo>
                    <a:lnTo>
                      <a:pt x="126" y="209"/>
                    </a:lnTo>
                    <a:lnTo>
                      <a:pt x="126" y="240"/>
                    </a:lnTo>
                    <a:lnTo>
                      <a:pt x="107" y="240"/>
                    </a:lnTo>
                    <a:lnTo>
                      <a:pt x="107" y="209"/>
                    </a:lnTo>
                    <a:close/>
                    <a:moveTo>
                      <a:pt x="107" y="249"/>
                    </a:moveTo>
                    <a:lnTo>
                      <a:pt x="126" y="249"/>
                    </a:lnTo>
                    <a:lnTo>
                      <a:pt x="126" y="281"/>
                    </a:lnTo>
                    <a:lnTo>
                      <a:pt x="107" y="281"/>
                    </a:lnTo>
                    <a:lnTo>
                      <a:pt x="107" y="249"/>
                    </a:lnTo>
                    <a:close/>
                    <a:moveTo>
                      <a:pt x="78" y="50"/>
                    </a:moveTo>
                    <a:lnTo>
                      <a:pt x="96" y="50"/>
                    </a:lnTo>
                    <a:lnTo>
                      <a:pt x="96" y="82"/>
                    </a:lnTo>
                    <a:lnTo>
                      <a:pt x="78" y="82"/>
                    </a:lnTo>
                    <a:lnTo>
                      <a:pt x="78" y="50"/>
                    </a:lnTo>
                    <a:close/>
                    <a:moveTo>
                      <a:pt x="78" y="90"/>
                    </a:moveTo>
                    <a:lnTo>
                      <a:pt x="96" y="90"/>
                    </a:lnTo>
                    <a:lnTo>
                      <a:pt x="96" y="122"/>
                    </a:lnTo>
                    <a:lnTo>
                      <a:pt x="78" y="122"/>
                    </a:lnTo>
                    <a:lnTo>
                      <a:pt x="78" y="90"/>
                    </a:lnTo>
                    <a:close/>
                    <a:moveTo>
                      <a:pt x="78" y="131"/>
                    </a:moveTo>
                    <a:lnTo>
                      <a:pt x="96" y="131"/>
                    </a:lnTo>
                    <a:lnTo>
                      <a:pt x="96" y="162"/>
                    </a:lnTo>
                    <a:lnTo>
                      <a:pt x="78" y="162"/>
                    </a:lnTo>
                    <a:lnTo>
                      <a:pt x="78" y="131"/>
                    </a:lnTo>
                    <a:close/>
                    <a:moveTo>
                      <a:pt x="78" y="168"/>
                    </a:moveTo>
                    <a:lnTo>
                      <a:pt x="96" y="168"/>
                    </a:lnTo>
                    <a:lnTo>
                      <a:pt x="96" y="201"/>
                    </a:lnTo>
                    <a:lnTo>
                      <a:pt x="78" y="201"/>
                    </a:lnTo>
                    <a:lnTo>
                      <a:pt x="78" y="168"/>
                    </a:lnTo>
                    <a:close/>
                    <a:moveTo>
                      <a:pt x="78" y="209"/>
                    </a:moveTo>
                    <a:lnTo>
                      <a:pt x="96" y="209"/>
                    </a:lnTo>
                    <a:lnTo>
                      <a:pt x="96" y="240"/>
                    </a:lnTo>
                    <a:lnTo>
                      <a:pt x="78" y="240"/>
                    </a:lnTo>
                    <a:lnTo>
                      <a:pt x="78" y="209"/>
                    </a:lnTo>
                    <a:close/>
                    <a:moveTo>
                      <a:pt x="78" y="249"/>
                    </a:moveTo>
                    <a:lnTo>
                      <a:pt x="96" y="249"/>
                    </a:lnTo>
                    <a:lnTo>
                      <a:pt x="96" y="281"/>
                    </a:lnTo>
                    <a:lnTo>
                      <a:pt x="78" y="281"/>
                    </a:lnTo>
                    <a:lnTo>
                      <a:pt x="78" y="249"/>
                    </a:lnTo>
                    <a:close/>
                    <a:moveTo>
                      <a:pt x="45" y="50"/>
                    </a:moveTo>
                    <a:lnTo>
                      <a:pt x="64" y="50"/>
                    </a:lnTo>
                    <a:lnTo>
                      <a:pt x="64" y="82"/>
                    </a:lnTo>
                    <a:lnTo>
                      <a:pt x="45" y="82"/>
                    </a:lnTo>
                    <a:lnTo>
                      <a:pt x="45" y="50"/>
                    </a:lnTo>
                    <a:close/>
                    <a:moveTo>
                      <a:pt x="45" y="90"/>
                    </a:moveTo>
                    <a:lnTo>
                      <a:pt x="64" y="90"/>
                    </a:lnTo>
                    <a:lnTo>
                      <a:pt x="64" y="122"/>
                    </a:lnTo>
                    <a:lnTo>
                      <a:pt x="45" y="122"/>
                    </a:lnTo>
                    <a:lnTo>
                      <a:pt x="45" y="90"/>
                    </a:lnTo>
                    <a:close/>
                    <a:moveTo>
                      <a:pt x="45" y="131"/>
                    </a:moveTo>
                    <a:lnTo>
                      <a:pt x="64" y="131"/>
                    </a:lnTo>
                    <a:lnTo>
                      <a:pt x="64" y="162"/>
                    </a:lnTo>
                    <a:lnTo>
                      <a:pt x="45" y="162"/>
                    </a:lnTo>
                    <a:lnTo>
                      <a:pt x="45" y="131"/>
                    </a:lnTo>
                    <a:close/>
                    <a:moveTo>
                      <a:pt x="45" y="168"/>
                    </a:moveTo>
                    <a:lnTo>
                      <a:pt x="64" y="168"/>
                    </a:lnTo>
                    <a:lnTo>
                      <a:pt x="64" y="201"/>
                    </a:lnTo>
                    <a:lnTo>
                      <a:pt x="45" y="201"/>
                    </a:lnTo>
                    <a:lnTo>
                      <a:pt x="45" y="168"/>
                    </a:lnTo>
                    <a:close/>
                    <a:moveTo>
                      <a:pt x="45" y="209"/>
                    </a:moveTo>
                    <a:lnTo>
                      <a:pt x="64" y="209"/>
                    </a:lnTo>
                    <a:lnTo>
                      <a:pt x="64" y="240"/>
                    </a:lnTo>
                    <a:lnTo>
                      <a:pt x="45" y="240"/>
                    </a:lnTo>
                    <a:lnTo>
                      <a:pt x="45" y="209"/>
                    </a:lnTo>
                    <a:close/>
                    <a:moveTo>
                      <a:pt x="45" y="249"/>
                    </a:moveTo>
                    <a:lnTo>
                      <a:pt x="64" y="249"/>
                    </a:lnTo>
                    <a:lnTo>
                      <a:pt x="64" y="281"/>
                    </a:lnTo>
                    <a:lnTo>
                      <a:pt x="45" y="281"/>
                    </a:lnTo>
                    <a:lnTo>
                      <a:pt x="45" y="249"/>
                    </a:lnTo>
                    <a:close/>
                    <a:moveTo>
                      <a:pt x="13" y="50"/>
                    </a:moveTo>
                    <a:lnTo>
                      <a:pt x="31" y="50"/>
                    </a:lnTo>
                    <a:lnTo>
                      <a:pt x="31" y="82"/>
                    </a:lnTo>
                    <a:lnTo>
                      <a:pt x="13" y="82"/>
                    </a:lnTo>
                    <a:lnTo>
                      <a:pt x="13" y="50"/>
                    </a:lnTo>
                    <a:close/>
                    <a:moveTo>
                      <a:pt x="13" y="90"/>
                    </a:moveTo>
                    <a:lnTo>
                      <a:pt x="31" y="90"/>
                    </a:lnTo>
                    <a:lnTo>
                      <a:pt x="31" y="122"/>
                    </a:lnTo>
                    <a:lnTo>
                      <a:pt x="13" y="122"/>
                    </a:lnTo>
                    <a:lnTo>
                      <a:pt x="13" y="90"/>
                    </a:lnTo>
                    <a:close/>
                    <a:moveTo>
                      <a:pt x="13" y="131"/>
                    </a:moveTo>
                    <a:lnTo>
                      <a:pt x="31" y="131"/>
                    </a:lnTo>
                    <a:lnTo>
                      <a:pt x="31" y="162"/>
                    </a:lnTo>
                    <a:lnTo>
                      <a:pt x="13" y="162"/>
                    </a:lnTo>
                    <a:lnTo>
                      <a:pt x="13" y="131"/>
                    </a:lnTo>
                    <a:close/>
                    <a:moveTo>
                      <a:pt x="13" y="168"/>
                    </a:moveTo>
                    <a:lnTo>
                      <a:pt x="31" y="168"/>
                    </a:lnTo>
                    <a:lnTo>
                      <a:pt x="31" y="201"/>
                    </a:lnTo>
                    <a:lnTo>
                      <a:pt x="13" y="201"/>
                    </a:lnTo>
                    <a:lnTo>
                      <a:pt x="13" y="168"/>
                    </a:lnTo>
                    <a:close/>
                    <a:moveTo>
                      <a:pt x="13" y="209"/>
                    </a:moveTo>
                    <a:lnTo>
                      <a:pt x="31" y="209"/>
                    </a:lnTo>
                    <a:lnTo>
                      <a:pt x="31" y="240"/>
                    </a:lnTo>
                    <a:lnTo>
                      <a:pt x="13" y="240"/>
                    </a:lnTo>
                    <a:lnTo>
                      <a:pt x="13" y="209"/>
                    </a:lnTo>
                    <a:close/>
                    <a:moveTo>
                      <a:pt x="13" y="249"/>
                    </a:moveTo>
                    <a:lnTo>
                      <a:pt x="31" y="249"/>
                    </a:lnTo>
                    <a:lnTo>
                      <a:pt x="31" y="281"/>
                    </a:lnTo>
                    <a:lnTo>
                      <a:pt x="13" y="281"/>
                    </a:lnTo>
                    <a:lnTo>
                      <a:pt x="13" y="249"/>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latin typeface="Ubuntu Medium"/>
                  <a:ea typeface="+mn-ea"/>
                  <a:cs typeface="+mn-cs"/>
                </a:endParaRPr>
              </a:p>
            </p:txBody>
          </p:sp>
          <p:sp>
            <p:nvSpPr>
              <p:cNvPr id="160" name="Freeform 54">
                <a:extLst>
                  <a:ext uri="{FF2B5EF4-FFF2-40B4-BE49-F238E27FC236}">
                    <a16:creationId xmlns:a16="http://schemas.microsoft.com/office/drawing/2014/main" id="{22A1C497-7A6D-4632-9808-7A5446523B64}"/>
                  </a:ext>
                </a:extLst>
              </p:cNvPr>
              <p:cNvSpPr>
                <a:spLocks/>
              </p:cNvSpPr>
              <p:nvPr/>
            </p:nvSpPr>
            <p:spPr bwMode="auto">
              <a:xfrm>
                <a:off x="2364581" y="3725763"/>
                <a:ext cx="44450" cy="42863"/>
              </a:xfrm>
              <a:custGeom>
                <a:avLst/>
                <a:gdLst>
                  <a:gd name="T0" fmla="*/ 6 w 28"/>
                  <a:gd name="T1" fmla="*/ 27 h 27"/>
                  <a:gd name="T2" fmla="*/ 15 w 28"/>
                  <a:gd name="T3" fmla="*/ 23 h 27"/>
                  <a:gd name="T4" fmla="*/ 24 w 28"/>
                  <a:gd name="T5" fmla="*/ 27 h 27"/>
                  <a:gd name="T6" fmla="*/ 22 w 28"/>
                  <a:gd name="T7" fmla="*/ 18 h 27"/>
                  <a:gd name="T8" fmla="*/ 28 w 28"/>
                  <a:gd name="T9" fmla="*/ 11 h 27"/>
                  <a:gd name="T10" fmla="*/ 19 w 28"/>
                  <a:gd name="T11" fmla="*/ 9 h 27"/>
                  <a:gd name="T12" fmla="*/ 15 w 28"/>
                  <a:gd name="T13" fmla="*/ 0 h 27"/>
                  <a:gd name="T14" fmla="*/ 10 w 28"/>
                  <a:gd name="T15" fmla="*/ 9 h 27"/>
                  <a:gd name="T16" fmla="*/ 0 w 28"/>
                  <a:gd name="T17" fmla="*/ 11 h 27"/>
                  <a:gd name="T18" fmla="*/ 8 w 28"/>
                  <a:gd name="T19" fmla="*/ 18 h 27"/>
                  <a:gd name="T20" fmla="*/ 6 w 28"/>
                  <a:gd name="T21"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27">
                    <a:moveTo>
                      <a:pt x="6" y="27"/>
                    </a:moveTo>
                    <a:lnTo>
                      <a:pt x="15" y="23"/>
                    </a:lnTo>
                    <a:lnTo>
                      <a:pt x="24" y="27"/>
                    </a:lnTo>
                    <a:lnTo>
                      <a:pt x="22" y="18"/>
                    </a:lnTo>
                    <a:lnTo>
                      <a:pt x="28" y="11"/>
                    </a:lnTo>
                    <a:lnTo>
                      <a:pt x="19" y="9"/>
                    </a:lnTo>
                    <a:lnTo>
                      <a:pt x="15" y="0"/>
                    </a:lnTo>
                    <a:lnTo>
                      <a:pt x="10" y="9"/>
                    </a:lnTo>
                    <a:lnTo>
                      <a:pt x="0" y="11"/>
                    </a:lnTo>
                    <a:lnTo>
                      <a:pt x="8" y="18"/>
                    </a:lnTo>
                    <a:lnTo>
                      <a:pt x="6" y="27"/>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latin typeface="Ubuntu Medium"/>
                  <a:ea typeface="+mn-ea"/>
                  <a:cs typeface="+mn-cs"/>
                </a:endParaRPr>
              </a:p>
            </p:txBody>
          </p:sp>
          <p:sp>
            <p:nvSpPr>
              <p:cNvPr id="161" name="Freeform 55">
                <a:extLst>
                  <a:ext uri="{FF2B5EF4-FFF2-40B4-BE49-F238E27FC236}">
                    <a16:creationId xmlns:a16="http://schemas.microsoft.com/office/drawing/2014/main" id="{514B7B1E-B407-4666-8E07-E6BE19CB032D}"/>
                  </a:ext>
                </a:extLst>
              </p:cNvPr>
              <p:cNvSpPr>
                <a:spLocks noEditPoints="1"/>
              </p:cNvSpPr>
              <p:nvPr/>
            </p:nvSpPr>
            <p:spPr bwMode="auto">
              <a:xfrm>
                <a:off x="2572544" y="4025800"/>
                <a:ext cx="173037" cy="268288"/>
              </a:xfrm>
              <a:custGeom>
                <a:avLst/>
                <a:gdLst>
                  <a:gd name="T0" fmla="*/ 0 w 109"/>
                  <a:gd name="T1" fmla="*/ 0 h 169"/>
                  <a:gd name="T2" fmla="*/ 0 w 109"/>
                  <a:gd name="T3" fmla="*/ 169 h 169"/>
                  <a:gd name="T4" fmla="*/ 109 w 109"/>
                  <a:gd name="T5" fmla="*/ 169 h 169"/>
                  <a:gd name="T6" fmla="*/ 109 w 109"/>
                  <a:gd name="T7" fmla="*/ 0 h 169"/>
                  <a:gd name="T8" fmla="*/ 0 w 109"/>
                  <a:gd name="T9" fmla="*/ 0 h 169"/>
                  <a:gd name="T10" fmla="*/ 32 w 109"/>
                  <a:gd name="T11" fmla="*/ 149 h 169"/>
                  <a:gd name="T12" fmla="*/ 14 w 109"/>
                  <a:gd name="T13" fmla="*/ 149 h 169"/>
                  <a:gd name="T14" fmla="*/ 14 w 109"/>
                  <a:gd name="T15" fmla="*/ 117 h 169"/>
                  <a:gd name="T16" fmla="*/ 32 w 109"/>
                  <a:gd name="T17" fmla="*/ 117 h 169"/>
                  <a:gd name="T18" fmla="*/ 32 w 109"/>
                  <a:gd name="T19" fmla="*/ 149 h 169"/>
                  <a:gd name="T20" fmla="*/ 32 w 109"/>
                  <a:gd name="T21" fmla="*/ 108 h 169"/>
                  <a:gd name="T22" fmla="*/ 14 w 109"/>
                  <a:gd name="T23" fmla="*/ 108 h 169"/>
                  <a:gd name="T24" fmla="*/ 14 w 109"/>
                  <a:gd name="T25" fmla="*/ 76 h 169"/>
                  <a:gd name="T26" fmla="*/ 32 w 109"/>
                  <a:gd name="T27" fmla="*/ 76 h 169"/>
                  <a:gd name="T28" fmla="*/ 32 w 109"/>
                  <a:gd name="T29" fmla="*/ 108 h 169"/>
                  <a:gd name="T30" fmla="*/ 32 w 109"/>
                  <a:gd name="T31" fmla="*/ 69 h 169"/>
                  <a:gd name="T32" fmla="*/ 14 w 109"/>
                  <a:gd name="T33" fmla="*/ 69 h 169"/>
                  <a:gd name="T34" fmla="*/ 14 w 109"/>
                  <a:gd name="T35" fmla="*/ 36 h 169"/>
                  <a:gd name="T36" fmla="*/ 32 w 109"/>
                  <a:gd name="T37" fmla="*/ 36 h 169"/>
                  <a:gd name="T38" fmla="*/ 32 w 109"/>
                  <a:gd name="T39" fmla="*/ 69 h 169"/>
                  <a:gd name="T40" fmla="*/ 63 w 109"/>
                  <a:gd name="T41" fmla="*/ 149 h 169"/>
                  <a:gd name="T42" fmla="*/ 45 w 109"/>
                  <a:gd name="T43" fmla="*/ 149 h 169"/>
                  <a:gd name="T44" fmla="*/ 45 w 109"/>
                  <a:gd name="T45" fmla="*/ 117 h 169"/>
                  <a:gd name="T46" fmla="*/ 63 w 109"/>
                  <a:gd name="T47" fmla="*/ 117 h 169"/>
                  <a:gd name="T48" fmla="*/ 63 w 109"/>
                  <a:gd name="T49" fmla="*/ 149 h 169"/>
                  <a:gd name="T50" fmla="*/ 63 w 109"/>
                  <a:gd name="T51" fmla="*/ 108 h 169"/>
                  <a:gd name="T52" fmla="*/ 45 w 109"/>
                  <a:gd name="T53" fmla="*/ 108 h 169"/>
                  <a:gd name="T54" fmla="*/ 45 w 109"/>
                  <a:gd name="T55" fmla="*/ 76 h 169"/>
                  <a:gd name="T56" fmla="*/ 63 w 109"/>
                  <a:gd name="T57" fmla="*/ 76 h 169"/>
                  <a:gd name="T58" fmla="*/ 63 w 109"/>
                  <a:gd name="T59" fmla="*/ 108 h 169"/>
                  <a:gd name="T60" fmla="*/ 63 w 109"/>
                  <a:gd name="T61" fmla="*/ 69 h 169"/>
                  <a:gd name="T62" fmla="*/ 45 w 109"/>
                  <a:gd name="T63" fmla="*/ 69 h 169"/>
                  <a:gd name="T64" fmla="*/ 45 w 109"/>
                  <a:gd name="T65" fmla="*/ 36 h 169"/>
                  <a:gd name="T66" fmla="*/ 63 w 109"/>
                  <a:gd name="T67" fmla="*/ 36 h 169"/>
                  <a:gd name="T68" fmla="*/ 63 w 109"/>
                  <a:gd name="T69" fmla="*/ 69 h 169"/>
                  <a:gd name="T70" fmla="*/ 96 w 109"/>
                  <a:gd name="T71" fmla="*/ 149 h 169"/>
                  <a:gd name="T72" fmla="*/ 78 w 109"/>
                  <a:gd name="T73" fmla="*/ 149 h 169"/>
                  <a:gd name="T74" fmla="*/ 78 w 109"/>
                  <a:gd name="T75" fmla="*/ 117 h 169"/>
                  <a:gd name="T76" fmla="*/ 96 w 109"/>
                  <a:gd name="T77" fmla="*/ 117 h 169"/>
                  <a:gd name="T78" fmla="*/ 96 w 109"/>
                  <a:gd name="T79" fmla="*/ 149 h 169"/>
                  <a:gd name="T80" fmla="*/ 96 w 109"/>
                  <a:gd name="T81" fmla="*/ 108 h 169"/>
                  <a:gd name="T82" fmla="*/ 78 w 109"/>
                  <a:gd name="T83" fmla="*/ 108 h 169"/>
                  <a:gd name="T84" fmla="*/ 78 w 109"/>
                  <a:gd name="T85" fmla="*/ 76 h 169"/>
                  <a:gd name="T86" fmla="*/ 96 w 109"/>
                  <a:gd name="T87" fmla="*/ 76 h 169"/>
                  <a:gd name="T88" fmla="*/ 96 w 109"/>
                  <a:gd name="T89" fmla="*/ 108 h 169"/>
                  <a:gd name="T90" fmla="*/ 96 w 109"/>
                  <a:gd name="T91" fmla="*/ 69 h 169"/>
                  <a:gd name="T92" fmla="*/ 78 w 109"/>
                  <a:gd name="T93" fmla="*/ 69 h 169"/>
                  <a:gd name="T94" fmla="*/ 78 w 109"/>
                  <a:gd name="T95" fmla="*/ 36 h 169"/>
                  <a:gd name="T96" fmla="*/ 96 w 109"/>
                  <a:gd name="T97" fmla="*/ 36 h 169"/>
                  <a:gd name="T98" fmla="*/ 96 w 109"/>
                  <a:gd name="T99" fmla="*/ 69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9" h="169">
                    <a:moveTo>
                      <a:pt x="0" y="0"/>
                    </a:moveTo>
                    <a:lnTo>
                      <a:pt x="0" y="169"/>
                    </a:lnTo>
                    <a:lnTo>
                      <a:pt x="109" y="169"/>
                    </a:lnTo>
                    <a:lnTo>
                      <a:pt x="109" y="0"/>
                    </a:lnTo>
                    <a:lnTo>
                      <a:pt x="0" y="0"/>
                    </a:lnTo>
                    <a:close/>
                    <a:moveTo>
                      <a:pt x="32" y="149"/>
                    </a:moveTo>
                    <a:lnTo>
                      <a:pt x="14" y="149"/>
                    </a:lnTo>
                    <a:lnTo>
                      <a:pt x="14" y="117"/>
                    </a:lnTo>
                    <a:lnTo>
                      <a:pt x="32" y="117"/>
                    </a:lnTo>
                    <a:lnTo>
                      <a:pt x="32" y="149"/>
                    </a:lnTo>
                    <a:close/>
                    <a:moveTo>
                      <a:pt x="32" y="108"/>
                    </a:moveTo>
                    <a:lnTo>
                      <a:pt x="14" y="108"/>
                    </a:lnTo>
                    <a:lnTo>
                      <a:pt x="14" y="76"/>
                    </a:lnTo>
                    <a:lnTo>
                      <a:pt x="32" y="76"/>
                    </a:lnTo>
                    <a:lnTo>
                      <a:pt x="32" y="108"/>
                    </a:lnTo>
                    <a:close/>
                    <a:moveTo>
                      <a:pt x="32" y="69"/>
                    </a:moveTo>
                    <a:lnTo>
                      <a:pt x="14" y="69"/>
                    </a:lnTo>
                    <a:lnTo>
                      <a:pt x="14" y="36"/>
                    </a:lnTo>
                    <a:lnTo>
                      <a:pt x="32" y="36"/>
                    </a:lnTo>
                    <a:lnTo>
                      <a:pt x="32" y="69"/>
                    </a:lnTo>
                    <a:close/>
                    <a:moveTo>
                      <a:pt x="63" y="149"/>
                    </a:moveTo>
                    <a:lnTo>
                      <a:pt x="45" y="149"/>
                    </a:lnTo>
                    <a:lnTo>
                      <a:pt x="45" y="117"/>
                    </a:lnTo>
                    <a:lnTo>
                      <a:pt x="63" y="117"/>
                    </a:lnTo>
                    <a:lnTo>
                      <a:pt x="63" y="149"/>
                    </a:lnTo>
                    <a:close/>
                    <a:moveTo>
                      <a:pt x="63" y="108"/>
                    </a:moveTo>
                    <a:lnTo>
                      <a:pt x="45" y="108"/>
                    </a:lnTo>
                    <a:lnTo>
                      <a:pt x="45" y="76"/>
                    </a:lnTo>
                    <a:lnTo>
                      <a:pt x="63" y="76"/>
                    </a:lnTo>
                    <a:lnTo>
                      <a:pt x="63" y="108"/>
                    </a:lnTo>
                    <a:close/>
                    <a:moveTo>
                      <a:pt x="63" y="69"/>
                    </a:moveTo>
                    <a:lnTo>
                      <a:pt x="45" y="69"/>
                    </a:lnTo>
                    <a:lnTo>
                      <a:pt x="45" y="36"/>
                    </a:lnTo>
                    <a:lnTo>
                      <a:pt x="63" y="36"/>
                    </a:lnTo>
                    <a:lnTo>
                      <a:pt x="63" y="69"/>
                    </a:lnTo>
                    <a:close/>
                    <a:moveTo>
                      <a:pt x="96" y="149"/>
                    </a:moveTo>
                    <a:lnTo>
                      <a:pt x="78" y="149"/>
                    </a:lnTo>
                    <a:lnTo>
                      <a:pt x="78" y="117"/>
                    </a:lnTo>
                    <a:lnTo>
                      <a:pt x="96" y="117"/>
                    </a:lnTo>
                    <a:lnTo>
                      <a:pt x="96" y="149"/>
                    </a:lnTo>
                    <a:close/>
                    <a:moveTo>
                      <a:pt x="96" y="108"/>
                    </a:moveTo>
                    <a:lnTo>
                      <a:pt x="78" y="108"/>
                    </a:lnTo>
                    <a:lnTo>
                      <a:pt x="78" y="76"/>
                    </a:lnTo>
                    <a:lnTo>
                      <a:pt x="96" y="76"/>
                    </a:lnTo>
                    <a:lnTo>
                      <a:pt x="96" y="108"/>
                    </a:lnTo>
                    <a:close/>
                    <a:moveTo>
                      <a:pt x="96" y="69"/>
                    </a:moveTo>
                    <a:lnTo>
                      <a:pt x="78" y="69"/>
                    </a:lnTo>
                    <a:lnTo>
                      <a:pt x="78" y="36"/>
                    </a:lnTo>
                    <a:lnTo>
                      <a:pt x="96" y="36"/>
                    </a:lnTo>
                    <a:lnTo>
                      <a:pt x="96" y="69"/>
                    </a:lnTo>
                    <a:close/>
                  </a:path>
                </a:pathLst>
              </a:custGeom>
              <a:solidFill>
                <a:srgbClr val="2FD6D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latin typeface="Ubuntu Medium"/>
                  <a:ea typeface="+mn-ea"/>
                  <a:cs typeface="+mn-cs"/>
                </a:endParaRPr>
              </a:p>
            </p:txBody>
          </p:sp>
          <p:sp>
            <p:nvSpPr>
              <p:cNvPr id="162" name="Freeform 56">
                <a:extLst>
                  <a:ext uri="{FF2B5EF4-FFF2-40B4-BE49-F238E27FC236}">
                    <a16:creationId xmlns:a16="http://schemas.microsoft.com/office/drawing/2014/main" id="{7417DC7A-30B0-4283-B669-567CCDF0FC39}"/>
                  </a:ext>
                </a:extLst>
              </p:cNvPr>
              <p:cNvSpPr>
                <a:spLocks/>
              </p:cNvSpPr>
              <p:nvPr/>
            </p:nvSpPr>
            <p:spPr bwMode="auto">
              <a:xfrm>
                <a:off x="2474119" y="3725763"/>
                <a:ext cx="44450" cy="42863"/>
              </a:xfrm>
              <a:custGeom>
                <a:avLst/>
                <a:gdLst>
                  <a:gd name="T0" fmla="*/ 6 w 28"/>
                  <a:gd name="T1" fmla="*/ 27 h 27"/>
                  <a:gd name="T2" fmla="*/ 15 w 28"/>
                  <a:gd name="T3" fmla="*/ 23 h 27"/>
                  <a:gd name="T4" fmla="*/ 24 w 28"/>
                  <a:gd name="T5" fmla="*/ 27 h 27"/>
                  <a:gd name="T6" fmla="*/ 21 w 28"/>
                  <a:gd name="T7" fmla="*/ 18 h 27"/>
                  <a:gd name="T8" fmla="*/ 28 w 28"/>
                  <a:gd name="T9" fmla="*/ 11 h 27"/>
                  <a:gd name="T10" fmla="*/ 19 w 28"/>
                  <a:gd name="T11" fmla="*/ 9 h 27"/>
                  <a:gd name="T12" fmla="*/ 15 w 28"/>
                  <a:gd name="T13" fmla="*/ 0 h 27"/>
                  <a:gd name="T14" fmla="*/ 10 w 28"/>
                  <a:gd name="T15" fmla="*/ 9 h 27"/>
                  <a:gd name="T16" fmla="*/ 0 w 28"/>
                  <a:gd name="T17" fmla="*/ 11 h 27"/>
                  <a:gd name="T18" fmla="*/ 8 w 28"/>
                  <a:gd name="T19" fmla="*/ 18 h 27"/>
                  <a:gd name="T20" fmla="*/ 6 w 28"/>
                  <a:gd name="T21"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27">
                    <a:moveTo>
                      <a:pt x="6" y="27"/>
                    </a:moveTo>
                    <a:lnTo>
                      <a:pt x="15" y="23"/>
                    </a:lnTo>
                    <a:lnTo>
                      <a:pt x="24" y="27"/>
                    </a:lnTo>
                    <a:lnTo>
                      <a:pt x="21" y="18"/>
                    </a:lnTo>
                    <a:lnTo>
                      <a:pt x="28" y="11"/>
                    </a:lnTo>
                    <a:lnTo>
                      <a:pt x="19" y="9"/>
                    </a:lnTo>
                    <a:lnTo>
                      <a:pt x="15" y="0"/>
                    </a:lnTo>
                    <a:lnTo>
                      <a:pt x="10" y="9"/>
                    </a:lnTo>
                    <a:lnTo>
                      <a:pt x="0" y="11"/>
                    </a:lnTo>
                    <a:lnTo>
                      <a:pt x="8" y="18"/>
                    </a:lnTo>
                    <a:lnTo>
                      <a:pt x="6" y="27"/>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latin typeface="Ubuntu Medium"/>
                  <a:ea typeface="+mn-ea"/>
                  <a:cs typeface="+mn-cs"/>
                </a:endParaRPr>
              </a:p>
            </p:txBody>
          </p:sp>
          <p:sp>
            <p:nvSpPr>
              <p:cNvPr id="163" name="Freeform 57">
                <a:extLst>
                  <a:ext uri="{FF2B5EF4-FFF2-40B4-BE49-F238E27FC236}">
                    <a16:creationId xmlns:a16="http://schemas.microsoft.com/office/drawing/2014/main" id="{3EB5BF5F-26C3-41A7-954E-62F1C43E68CC}"/>
                  </a:ext>
                </a:extLst>
              </p:cNvPr>
              <p:cNvSpPr>
                <a:spLocks/>
              </p:cNvSpPr>
              <p:nvPr/>
            </p:nvSpPr>
            <p:spPr bwMode="auto">
              <a:xfrm>
                <a:off x="2420144" y="3725763"/>
                <a:ext cx="44450" cy="42863"/>
              </a:xfrm>
              <a:custGeom>
                <a:avLst/>
                <a:gdLst>
                  <a:gd name="T0" fmla="*/ 6 w 28"/>
                  <a:gd name="T1" fmla="*/ 27 h 27"/>
                  <a:gd name="T2" fmla="*/ 14 w 28"/>
                  <a:gd name="T3" fmla="*/ 23 h 27"/>
                  <a:gd name="T4" fmla="*/ 23 w 28"/>
                  <a:gd name="T5" fmla="*/ 27 h 27"/>
                  <a:gd name="T6" fmla="*/ 22 w 28"/>
                  <a:gd name="T7" fmla="*/ 18 h 27"/>
                  <a:gd name="T8" fmla="*/ 28 w 28"/>
                  <a:gd name="T9" fmla="*/ 11 h 27"/>
                  <a:gd name="T10" fmla="*/ 18 w 28"/>
                  <a:gd name="T11" fmla="*/ 9 h 27"/>
                  <a:gd name="T12" fmla="*/ 14 w 28"/>
                  <a:gd name="T13" fmla="*/ 0 h 27"/>
                  <a:gd name="T14" fmla="*/ 10 w 28"/>
                  <a:gd name="T15" fmla="*/ 9 h 27"/>
                  <a:gd name="T16" fmla="*/ 0 w 28"/>
                  <a:gd name="T17" fmla="*/ 11 h 27"/>
                  <a:gd name="T18" fmla="*/ 7 w 28"/>
                  <a:gd name="T19" fmla="*/ 18 h 27"/>
                  <a:gd name="T20" fmla="*/ 6 w 28"/>
                  <a:gd name="T21"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27">
                    <a:moveTo>
                      <a:pt x="6" y="27"/>
                    </a:moveTo>
                    <a:lnTo>
                      <a:pt x="14" y="23"/>
                    </a:lnTo>
                    <a:lnTo>
                      <a:pt x="23" y="27"/>
                    </a:lnTo>
                    <a:lnTo>
                      <a:pt x="22" y="18"/>
                    </a:lnTo>
                    <a:lnTo>
                      <a:pt x="28" y="11"/>
                    </a:lnTo>
                    <a:lnTo>
                      <a:pt x="18" y="9"/>
                    </a:lnTo>
                    <a:lnTo>
                      <a:pt x="14" y="0"/>
                    </a:lnTo>
                    <a:lnTo>
                      <a:pt x="10" y="9"/>
                    </a:lnTo>
                    <a:lnTo>
                      <a:pt x="0" y="11"/>
                    </a:lnTo>
                    <a:lnTo>
                      <a:pt x="7" y="18"/>
                    </a:lnTo>
                    <a:lnTo>
                      <a:pt x="6" y="27"/>
                    </a:ln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latin typeface="Ubuntu Medium"/>
                  <a:ea typeface="+mn-ea"/>
                  <a:cs typeface="+mn-cs"/>
                </a:endParaRPr>
              </a:p>
            </p:txBody>
          </p:sp>
        </p:grpSp>
      </p:grpSp>
      <p:sp>
        <p:nvSpPr>
          <p:cNvPr id="164" name="ZoneTexte 163">
            <a:extLst>
              <a:ext uri="{FF2B5EF4-FFF2-40B4-BE49-F238E27FC236}">
                <a16:creationId xmlns:a16="http://schemas.microsoft.com/office/drawing/2014/main" id="{C3540569-D65C-43A9-8CD8-CB3FE723D025}"/>
              </a:ext>
            </a:extLst>
          </p:cNvPr>
          <p:cNvSpPr txBox="1"/>
          <p:nvPr/>
        </p:nvSpPr>
        <p:spPr>
          <a:xfrm>
            <a:off x="817456" y="2156760"/>
            <a:ext cx="1620000" cy="261610"/>
          </a:xfrm>
          <a:prstGeom prst="rect">
            <a:avLst/>
          </a:prstGeom>
          <a:noFill/>
        </p:spPr>
        <p:txBody>
          <a:bodyPr wrap="square" lIns="0" r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100" b="1" i="0" u="none" strike="noStrike" kern="0" cap="none" spc="0" normalizeH="0" baseline="0" noProof="0">
                <a:ln>
                  <a:noFill/>
                </a:ln>
                <a:solidFill>
                  <a:srgbClr val="0070AD"/>
                </a:solidFill>
                <a:effectLst/>
                <a:uLnTx/>
                <a:uFillTx/>
                <a:latin typeface="Ubuntu Medium"/>
                <a:ea typeface="+mn-ea"/>
                <a:cs typeface="+mn-cs"/>
              </a:rPr>
              <a:t>Architecture</a:t>
            </a:r>
          </a:p>
        </p:txBody>
      </p:sp>
      <p:sp>
        <p:nvSpPr>
          <p:cNvPr id="165" name="ZoneTexte 164">
            <a:extLst>
              <a:ext uri="{FF2B5EF4-FFF2-40B4-BE49-F238E27FC236}">
                <a16:creationId xmlns:a16="http://schemas.microsoft.com/office/drawing/2014/main" id="{4956C7BF-1FED-47AE-B98B-5389B9747A8B}"/>
              </a:ext>
            </a:extLst>
          </p:cNvPr>
          <p:cNvSpPr txBox="1"/>
          <p:nvPr/>
        </p:nvSpPr>
        <p:spPr>
          <a:xfrm>
            <a:off x="802942" y="2357767"/>
            <a:ext cx="1620000" cy="369332"/>
          </a:xfrm>
          <a:prstGeom prst="rect">
            <a:avLst/>
          </a:prstGeom>
          <a:noFill/>
        </p:spPr>
        <p:txBody>
          <a:bodyPr wrap="square" lIns="0" r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FFFFFF">
                    <a:lumMod val="50000"/>
                  </a:srgbClr>
                </a:solidFill>
                <a:effectLst/>
                <a:uLnTx/>
                <a:uFillTx/>
                <a:latin typeface="Ubuntu Medium"/>
                <a:ea typeface="+mn-ea"/>
                <a:cs typeface="+mn-cs"/>
              </a:rPr>
              <a:t>As is &amp; to be architecture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FFFFFF">
                    <a:lumMod val="50000"/>
                  </a:srgbClr>
                </a:solidFill>
                <a:effectLst/>
                <a:uLnTx/>
                <a:uFillTx/>
                <a:latin typeface="Ubuntu Medium"/>
                <a:ea typeface="+mn-ea"/>
                <a:cs typeface="+mn-cs"/>
              </a:rPr>
              <a:t>transformation roadmap</a:t>
            </a:r>
            <a:endParaRPr kumimoji="0" lang="fr-FR" sz="900" b="0" i="0" u="none" strike="noStrike" kern="0" cap="none" spc="0" normalizeH="0" baseline="0" noProof="0">
              <a:ln>
                <a:noFill/>
              </a:ln>
              <a:solidFill>
                <a:srgbClr val="FFFFFF">
                  <a:lumMod val="50000"/>
                </a:srgbClr>
              </a:solidFill>
              <a:effectLst/>
              <a:uLnTx/>
              <a:uFillTx/>
              <a:latin typeface="Ubuntu Medium"/>
              <a:ea typeface="+mn-ea"/>
              <a:cs typeface="+mn-cs"/>
            </a:endParaRPr>
          </a:p>
        </p:txBody>
      </p:sp>
      <p:sp>
        <p:nvSpPr>
          <p:cNvPr id="166" name="ZoneTexte 165">
            <a:extLst>
              <a:ext uri="{FF2B5EF4-FFF2-40B4-BE49-F238E27FC236}">
                <a16:creationId xmlns:a16="http://schemas.microsoft.com/office/drawing/2014/main" id="{58B02ADB-8E20-4A1E-BC2C-48AB807D41E9}"/>
              </a:ext>
            </a:extLst>
          </p:cNvPr>
          <p:cNvSpPr txBox="1"/>
          <p:nvPr/>
        </p:nvSpPr>
        <p:spPr>
          <a:xfrm>
            <a:off x="2851855" y="2156760"/>
            <a:ext cx="1620000" cy="430887"/>
          </a:xfrm>
          <a:prstGeom prst="rect">
            <a:avLst/>
          </a:prstGeom>
          <a:noFill/>
        </p:spPr>
        <p:txBody>
          <a:bodyPr wrap="square" lIns="0" r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70AD"/>
                </a:solidFill>
                <a:effectLst/>
                <a:uLnTx/>
                <a:uFillTx/>
                <a:latin typeface="Ubuntu Medium"/>
                <a:ea typeface="+mn-ea"/>
                <a:cs typeface="+mn-cs"/>
              </a:rPr>
              <a:t>Business priorities analysis</a:t>
            </a:r>
          </a:p>
        </p:txBody>
      </p:sp>
      <p:sp>
        <p:nvSpPr>
          <p:cNvPr id="167" name="ZoneTexte 166">
            <a:extLst>
              <a:ext uri="{FF2B5EF4-FFF2-40B4-BE49-F238E27FC236}">
                <a16:creationId xmlns:a16="http://schemas.microsoft.com/office/drawing/2014/main" id="{E93BE7FE-8827-4349-8664-5F0FE29C1233}"/>
              </a:ext>
            </a:extLst>
          </p:cNvPr>
          <p:cNvSpPr txBox="1"/>
          <p:nvPr/>
        </p:nvSpPr>
        <p:spPr>
          <a:xfrm>
            <a:off x="2851855" y="2496267"/>
            <a:ext cx="1620000" cy="230832"/>
          </a:xfrm>
          <a:prstGeom prst="rect">
            <a:avLst/>
          </a:prstGeom>
          <a:noFill/>
        </p:spPr>
        <p:txBody>
          <a:bodyPr wrap="square" lIns="0" r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FFFFFF">
                    <a:lumMod val="50000"/>
                  </a:srgbClr>
                </a:solidFill>
                <a:effectLst/>
                <a:uLnTx/>
                <a:uFillTx/>
                <a:latin typeface="Ubuntu Medium"/>
                <a:ea typeface="+mn-ea"/>
                <a:cs typeface="+mn-cs"/>
              </a:rPr>
              <a:t>Migration strategy</a:t>
            </a:r>
            <a:endParaRPr kumimoji="0" lang="fr-FR" sz="900" b="0" i="0" u="none" strike="noStrike" kern="0" cap="none" spc="0" normalizeH="0" baseline="0" noProof="0">
              <a:ln>
                <a:noFill/>
              </a:ln>
              <a:solidFill>
                <a:srgbClr val="FFFFFF">
                  <a:lumMod val="50000"/>
                </a:srgbClr>
              </a:solidFill>
              <a:effectLst/>
              <a:uLnTx/>
              <a:uFillTx/>
              <a:latin typeface="Ubuntu Medium"/>
              <a:ea typeface="+mn-ea"/>
              <a:cs typeface="+mn-cs"/>
            </a:endParaRPr>
          </a:p>
        </p:txBody>
      </p:sp>
      <p:sp>
        <p:nvSpPr>
          <p:cNvPr id="168" name="ZoneTexte 167">
            <a:extLst>
              <a:ext uri="{FF2B5EF4-FFF2-40B4-BE49-F238E27FC236}">
                <a16:creationId xmlns:a16="http://schemas.microsoft.com/office/drawing/2014/main" id="{4F6D1FA7-00C3-4418-A3CC-1A2A74088C5D}"/>
              </a:ext>
            </a:extLst>
          </p:cNvPr>
          <p:cNvSpPr txBox="1"/>
          <p:nvPr/>
        </p:nvSpPr>
        <p:spPr>
          <a:xfrm>
            <a:off x="4913694" y="2156760"/>
            <a:ext cx="1620000" cy="430887"/>
          </a:xfrm>
          <a:prstGeom prst="rect">
            <a:avLst/>
          </a:prstGeom>
          <a:noFill/>
        </p:spPr>
        <p:txBody>
          <a:bodyPr wrap="square" lIns="0" r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70AD"/>
                </a:solidFill>
                <a:effectLst/>
                <a:uLnTx/>
                <a:uFillTx/>
                <a:latin typeface="Ubuntu Medium"/>
                <a:ea typeface="+mn-ea"/>
                <a:cs typeface="+mn-cs"/>
              </a:rPr>
              <a:t>Roadmap scope and planning</a:t>
            </a:r>
          </a:p>
        </p:txBody>
      </p:sp>
      <p:sp>
        <p:nvSpPr>
          <p:cNvPr id="169" name="ZoneTexte 168">
            <a:extLst>
              <a:ext uri="{FF2B5EF4-FFF2-40B4-BE49-F238E27FC236}">
                <a16:creationId xmlns:a16="http://schemas.microsoft.com/office/drawing/2014/main" id="{D2989874-B0AC-4B7A-B81B-93CCDBBDCA8E}"/>
              </a:ext>
            </a:extLst>
          </p:cNvPr>
          <p:cNvSpPr txBox="1"/>
          <p:nvPr/>
        </p:nvSpPr>
        <p:spPr>
          <a:xfrm>
            <a:off x="7010961" y="2156760"/>
            <a:ext cx="1620000" cy="261610"/>
          </a:xfrm>
          <a:prstGeom prst="rect">
            <a:avLst/>
          </a:prstGeom>
          <a:noFill/>
        </p:spPr>
        <p:txBody>
          <a:bodyPr wrap="square" lIns="0" r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black"/>
                </a:solidFill>
                <a:effectLst/>
                <a:uLnTx/>
                <a:uFillTx/>
                <a:latin typeface="Ubuntu Medium"/>
                <a:ea typeface="+mn-ea"/>
                <a:cs typeface="+mn-cs"/>
              </a:rPr>
              <a:t>Environment setup</a:t>
            </a:r>
          </a:p>
        </p:txBody>
      </p:sp>
      <p:sp>
        <p:nvSpPr>
          <p:cNvPr id="170" name="ZoneTexte 169">
            <a:extLst>
              <a:ext uri="{FF2B5EF4-FFF2-40B4-BE49-F238E27FC236}">
                <a16:creationId xmlns:a16="http://schemas.microsoft.com/office/drawing/2014/main" id="{7D2C2134-A258-4D63-A1AF-5AEF3672E074}"/>
              </a:ext>
            </a:extLst>
          </p:cNvPr>
          <p:cNvSpPr txBox="1"/>
          <p:nvPr/>
        </p:nvSpPr>
        <p:spPr>
          <a:xfrm>
            <a:off x="4927564" y="3636928"/>
            <a:ext cx="1620000" cy="261610"/>
          </a:xfrm>
          <a:prstGeom prst="rect">
            <a:avLst/>
          </a:prstGeom>
          <a:noFill/>
        </p:spPr>
        <p:txBody>
          <a:bodyPr wrap="square" lIns="0" r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black"/>
                </a:solidFill>
                <a:effectLst/>
                <a:uLnTx/>
                <a:uFillTx/>
                <a:latin typeface="Ubuntu Medium"/>
                <a:ea typeface="+mn-ea"/>
                <a:cs typeface="+mn-cs"/>
              </a:rPr>
              <a:t>Technical Specs</a:t>
            </a:r>
          </a:p>
        </p:txBody>
      </p:sp>
      <p:sp>
        <p:nvSpPr>
          <p:cNvPr id="173" name="ZoneTexte 172">
            <a:extLst>
              <a:ext uri="{FF2B5EF4-FFF2-40B4-BE49-F238E27FC236}">
                <a16:creationId xmlns:a16="http://schemas.microsoft.com/office/drawing/2014/main" id="{B40C1AA5-AFC4-4E6B-9BDC-CBE154B86CFE}"/>
              </a:ext>
            </a:extLst>
          </p:cNvPr>
          <p:cNvSpPr txBox="1"/>
          <p:nvPr/>
        </p:nvSpPr>
        <p:spPr>
          <a:xfrm>
            <a:off x="8319222" y="3636928"/>
            <a:ext cx="1620000" cy="261610"/>
          </a:xfrm>
          <a:prstGeom prst="rect">
            <a:avLst/>
          </a:prstGeom>
          <a:noFill/>
        </p:spPr>
        <p:txBody>
          <a:bodyPr wrap="square" lIns="0" r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black"/>
                </a:solidFill>
                <a:effectLst/>
                <a:uLnTx/>
                <a:uFillTx/>
                <a:latin typeface="Ubuntu Medium"/>
                <a:ea typeface="+mn-ea"/>
                <a:cs typeface="+mn-cs"/>
              </a:rPr>
              <a:t>Functional Specs</a:t>
            </a:r>
          </a:p>
        </p:txBody>
      </p:sp>
      <p:sp>
        <p:nvSpPr>
          <p:cNvPr id="174" name="ZoneTexte 173">
            <a:extLst>
              <a:ext uri="{FF2B5EF4-FFF2-40B4-BE49-F238E27FC236}">
                <a16:creationId xmlns:a16="http://schemas.microsoft.com/office/drawing/2014/main" id="{C26595D9-22F5-41EE-BBC3-FCDD23CCE9BD}"/>
              </a:ext>
            </a:extLst>
          </p:cNvPr>
          <p:cNvSpPr txBox="1"/>
          <p:nvPr/>
        </p:nvSpPr>
        <p:spPr>
          <a:xfrm>
            <a:off x="8964461" y="2156760"/>
            <a:ext cx="1836000" cy="253916"/>
          </a:xfrm>
          <a:prstGeom prst="rect">
            <a:avLst/>
          </a:prstGeom>
          <a:noFill/>
        </p:spPr>
        <p:txBody>
          <a:bodyPr wrap="square" lIns="0" r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50" b="1" i="0" u="none" strike="noStrike" kern="0" cap="none" spc="0" normalizeH="0" baseline="0" noProof="0">
                <a:ln>
                  <a:noFill/>
                </a:ln>
                <a:solidFill>
                  <a:prstClr val="black"/>
                </a:solidFill>
                <a:effectLst/>
                <a:uLnTx/>
                <a:uFillTx/>
                <a:latin typeface="Ubuntu Medium"/>
                <a:ea typeface="+mn-ea"/>
                <a:cs typeface="+mn-cs"/>
              </a:rPr>
              <a:t>Release pipeline</a:t>
            </a:r>
          </a:p>
        </p:txBody>
      </p:sp>
      <p:sp>
        <p:nvSpPr>
          <p:cNvPr id="175" name="ZoneTexte 174">
            <a:extLst>
              <a:ext uri="{FF2B5EF4-FFF2-40B4-BE49-F238E27FC236}">
                <a16:creationId xmlns:a16="http://schemas.microsoft.com/office/drawing/2014/main" id="{928E02C6-ECB3-4A96-AD65-F2363157C380}"/>
              </a:ext>
            </a:extLst>
          </p:cNvPr>
          <p:cNvSpPr txBox="1"/>
          <p:nvPr/>
        </p:nvSpPr>
        <p:spPr>
          <a:xfrm>
            <a:off x="9019997" y="2350147"/>
            <a:ext cx="1710431" cy="507831"/>
          </a:xfrm>
          <a:prstGeom prst="rect">
            <a:avLst/>
          </a:prstGeom>
          <a:noFill/>
        </p:spPr>
        <p:txBody>
          <a:bodyPr wrap="square" lIns="0" r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FFFFFF">
                    <a:lumMod val="50000"/>
                  </a:srgbClr>
                </a:solidFill>
                <a:effectLst/>
                <a:uLnTx/>
                <a:uFillTx/>
                <a:latin typeface="Ubuntu Medium"/>
                <a:ea typeface="+mn-ea"/>
                <a:cs typeface="+mn-cs"/>
              </a:rPr>
              <a:t>Fully automated &amp;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FFFFFF">
                    <a:lumMod val="50000"/>
                  </a:srgbClr>
                </a:solidFill>
                <a:effectLst/>
                <a:uLnTx/>
                <a:uFillTx/>
                <a:latin typeface="Ubuntu Medium"/>
                <a:ea typeface="+mn-ea"/>
                <a:cs typeface="+mn-cs"/>
              </a:rPr>
              <a:t>Integrated release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FFFFFF">
                    <a:lumMod val="50000"/>
                  </a:srgbClr>
                </a:solidFill>
                <a:effectLst/>
                <a:uLnTx/>
                <a:uFillTx/>
                <a:latin typeface="Ubuntu Medium"/>
                <a:ea typeface="+mn-ea"/>
                <a:cs typeface="+mn-cs"/>
              </a:rPr>
              <a:t>pipeline &amp; install</a:t>
            </a:r>
            <a:endParaRPr kumimoji="0" lang="fr-FR" sz="900" b="0" i="0" u="none" strike="noStrike" kern="0" cap="none" spc="0" normalizeH="0" baseline="0" noProof="0">
              <a:ln>
                <a:noFill/>
              </a:ln>
              <a:solidFill>
                <a:srgbClr val="FFFFFF">
                  <a:lumMod val="50000"/>
                </a:srgbClr>
              </a:solidFill>
              <a:effectLst/>
              <a:uLnTx/>
              <a:uFillTx/>
              <a:latin typeface="Ubuntu Medium"/>
              <a:ea typeface="+mn-ea"/>
              <a:cs typeface="+mn-cs"/>
            </a:endParaRPr>
          </a:p>
        </p:txBody>
      </p:sp>
      <p:sp>
        <p:nvSpPr>
          <p:cNvPr id="176" name="ZoneTexte 175">
            <a:extLst>
              <a:ext uri="{FF2B5EF4-FFF2-40B4-BE49-F238E27FC236}">
                <a16:creationId xmlns:a16="http://schemas.microsoft.com/office/drawing/2014/main" id="{20F709C1-2858-4A69-928B-B8F33AC32404}"/>
              </a:ext>
            </a:extLst>
          </p:cNvPr>
          <p:cNvSpPr txBox="1"/>
          <p:nvPr/>
        </p:nvSpPr>
        <p:spPr>
          <a:xfrm>
            <a:off x="1681019" y="3636928"/>
            <a:ext cx="1620000" cy="261610"/>
          </a:xfrm>
          <a:prstGeom prst="rect">
            <a:avLst/>
          </a:prstGeom>
          <a:noFill/>
        </p:spPr>
        <p:txBody>
          <a:bodyPr wrap="square" lIns="0" r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black"/>
                </a:solidFill>
                <a:effectLst/>
                <a:uLnTx/>
                <a:uFillTx/>
                <a:latin typeface="Ubuntu Medium"/>
                <a:ea typeface="+mn-ea"/>
                <a:cs typeface="+mn-cs"/>
              </a:rPr>
              <a:t>Build &amp; Test</a:t>
            </a:r>
          </a:p>
        </p:txBody>
      </p:sp>
      <p:sp>
        <p:nvSpPr>
          <p:cNvPr id="177" name="ZoneTexte 176">
            <a:extLst>
              <a:ext uri="{FF2B5EF4-FFF2-40B4-BE49-F238E27FC236}">
                <a16:creationId xmlns:a16="http://schemas.microsoft.com/office/drawing/2014/main" id="{43C7E9EF-6B8C-4929-B098-E7F97EF48E73}"/>
              </a:ext>
            </a:extLst>
          </p:cNvPr>
          <p:cNvSpPr txBox="1"/>
          <p:nvPr/>
        </p:nvSpPr>
        <p:spPr>
          <a:xfrm>
            <a:off x="664636" y="5069139"/>
            <a:ext cx="1620000" cy="261610"/>
          </a:xfrm>
          <a:prstGeom prst="rect">
            <a:avLst/>
          </a:prstGeom>
          <a:noFill/>
        </p:spPr>
        <p:txBody>
          <a:bodyPr wrap="square" lIns="0" r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black"/>
                </a:solidFill>
                <a:effectLst/>
                <a:uLnTx/>
                <a:uFillTx/>
                <a:latin typeface="Ubuntu Medium"/>
                <a:ea typeface="+mn-ea"/>
                <a:cs typeface="+mn-cs"/>
              </a:rPr>
              <a:t>ETE/Integration Tests</a:t>
            </a:r>
          </a:p>
        </p:txBody>
      </p:sp>
      <p:sp>
        <p:nvSpPr>
          <p:cNvPr id="178" name="ZoneTexte 177">
            <a:extLst>
              <a:ext uri="{FF2B5EF4-FFF2-40B4-BE49-F238E27FC236}">
                <a16:creationId xmlns:a16="http://schemas.microsoft.com/office/drawing/2014/main" id="{57BC9587-BC5D-49C3-978D-E918B628407B}"/>
              </a:ext>
            </a:extLst>
          </p:cNvPr>
          <p:cNvSpPr txBox="1"/>
          <p:nvPr/>
        </p:nvSpPr>
        <p:spPr>
          <a:xfrm>
            <a:off x="2845553" y="5069139"/>
            <a:ext cx="1620000" cy="261610"/>
          </a:xfrm>
          <a:prstGeom prst="rect">
            <a:avLst/>
          </a:prstGeom>
          <a:noFill/>
        </p:spPr>
        <p:txBody>
          <a:bodyPr wrap="square" lIns="0" r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black"/>
                </a:solidFill>
                <a:effectLst/>
                <a:uLnTx/>
                <a:uFillTx/>
                <a:latin typeface="Ubuntu Medium"/>
                <a:ea typeface="+mn-ea"/>
                <a:cs typeface="+mn-cs"/>
              </a:rPr>
              <a:t>NFR T</a:t>
            </a:r>
            <a:r>
              <a:rPr kumimoji="0" lang="en-US" sz="1100" b="1" i="0" u="none" strike="noStrike" kern="0" cap="none" spc="0" normalizeH="0" baseline="0" noProof="0" err="1">
                <a:ln>
                  <a:noFill/>
                </a:ln>
                <a:solidFill>
                  <a:prstClr val="black"/>
                </a:solidFill>
                <a:effectLst/>
                <a:uLnTx/>
                <a:uFillTx/>
                <a:latin typeface="Ubuntu Medium"/>
                <a:ea typeface="+mn-ea"/>
                <a:cs typeface="+mn-cs"/>
              </a:rPr>
              <a:t>ests</a:t>
            </a:r>
            <a:endParaRPr kumimoji="0" lang="en-US" sz="1100" b="1" i="0" u="none" strike="noStrike" kern="0" cap="none" spc="0" normalizeH="0" baseline="0" noProof="0">
              <a:ln>
                <a:noFill/>
              </a:ln>
              <a:solidFill>
                <a:prstClr val="black"/>
              </a:solidFill>
              <a:effectLst/>
              <a:uLnTx/>
              <a:uFillTx/>
              <a:latin typeface="Ubuntu Medium"/>
              <a:ea typeface="+mn-ea"/>
              <a:cs typeface="+mn-cs"/>
            </a:endParaRPr>
          </a:p>
        </p:txBody>
      </p:sp>
      <p:sp>
        <p:nvSpPr>
          <p:cNvPr id="179" name="ZoneTexte 178">
            <a:extLst>
              <a:ext uri="{FF2B5EF4-FFF2-40B4-BE49-F238E27FC236}">
                <a16:creationId xmlns:a16="http://schemas.microsoft.com/office/drawing/2014/main" id="{5743B687-99E9-42D4-B9CD-27C9BEA09A93}"/>
              </a:ext>
            </a:extLst>
          </p:cNvPr>
          <p:cNvSpPr txBox="1"/>
          <p:nvPr/>
        </p:nvSpPr>
        <p:spPr>
          <a:xfrm>
            <a:off x="5005073" y="5069139"/>
            <a:ext cx="1620000" cy="253916"/>
          </a:xfrm>
          <a:prstGeom prst="rect">
            <a:avLst/>
          </a:prstGeom>
          <a:noFill/>
        </p:spPr>
        <p:txBody>
          <a:bodyPr wrap="square" lIns="0" r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a:ln>
                  <a:noFill/>
                </a:ln>
                <a:solidFill>
                  <a:prstClr val="black"/>
                </a:solidFill>
                <a:effectLst/>
                <a:uLnTx/>
                <a:uFillTx/>
                <a:latin typeface="Ubuntu Medium"/>
                <a:ea typeface="+mn-ea"/>
                <a:cs typeface="+mn-cs"/>
              </a:rPr>
              <a:t>UAT support</a:t>
            </a:r>
          </a:p>
        </p:txBody>
      </p:sp>
      <p:sp>
        <p:nvSpPr>
          <p:cNvPr id="180" name="ZoneTexte 179">
            <a:extLst>
              <a:ext uri="{FF2B5EF4-FFF2-40B4-BE49-F238E27FC236}">
                <a16:creationId xmlns:a16="http://schemas.microsoft.com/office/drawing/2014/main" id="{BED716FB-BF25-46EB-B55E-AD89D3C510EF}"/>
              </a:ext>
            </a:extLst>
          </p:cNvPr>
          <p:cNvSpPr txBox="1"/>
          <p:nvPr/>
        </p:nvSpPr>
        <p:spPr>
          <a:xfrm>
            <a:off x="5005073" y="5274196"/>
            <a:ext cx="1620000" cy="230832"/>
          </a:xfrm>
          <a:prstGeom prst="rect">
            <a:avLst/>
          </a:prstGeom>
          <a:noFill/>
        </p:spPr>
        <p:txBody>
          <a:bodyPr wrap="square" lIns="0" r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FFFFFF">
                    <a:lumMod val="50000"/>
                  </a:srgbClr>
                </a:solidFill>
                <a:effectLst/>
                <a:uLnTx/>
                <a:uFillTx/>
                <a:latin typeface="Ubuntu Medium"/>
                <a:ea typeface="+mn-ea"/>
                <a:cs typeface="+mn-cs"/>
              </a:rPr>
              <a:t>Tests &amp; sign off</a:t>
            </a:r>
            <a:endParaRPr kumimoji="0" lang="fr-FR" sz="900" b="0" i="0" u="none" strike="noStrike" kern="0" cap="none" spc="0" normalizeH="0" baseline="0" noProof="0">
              <a:ln>
                <a:noFill/>
              </a:ln>
              <a:solidFill>
                <a:srgbClr val="FFFFFF">
                  <a:lumMod val="50000"/>
                </a:srgbClr>
              </a:solidFill>
              <a:effectLst/>
              <a:uLnTx/>
              <a:uFillTx/>
              <a:latin typeface="Ubuntu Medium"/>
              <a:ea typeface="+mn-ea"/>
              <a:cs typeface="+mn-cs"/>
            </a:endParaRPr>
          </a:p>
        </p:txBody>
      </p:sp>
      <p:sp>
        <p:nvSpPr>
          <p:cNvPr id="181" name="ZoneTexte 180">
            <a:extLst>
              <a:ext uri="{FF2B5EF4-FFF2-40B4-BE49-F238E27FC236}">
                <a16:creationId xmlns:a16="http://schemas.microsoft.com/office/drawing/2014/main" id="{6D467DBE-DEF5-470F-80E1-AB91FAE64E1D}"/>
              </a:ext>
            </a:extLst>
          </p:cNvPr>
          <p:cNvSpPr txBox="1"/>
          <p:nvPr/>
        </p:nvSpPr>
        <p:spPr>
          <a:xfrm>
            <a:off x="7164684" y="5069139"/>
            <a:ext cx="1620000" cy="253916"/>
          </a:xfrm>
          <a:prstGeom prst="rect">
            <a:avLst/>
          </a:prstGeom>
          <a:noFill/>
        </p:spPr>
        <p:txBody>
          <a:bodyPr wrap="square" lIns="0" r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a:ln>
                  <a:noFill/>
                </a:ln>
                <a:solidFill>
                  <a:prstClr val="black"/>
                </a:solidFill>
                <a:effectLst/>
                <a:uLnTx/>
                <a:uFillTx/>
                <a:latin typeface="Ubuntu Medium"/>
                <a:ea typeface="+mn-ea"/>
                <a:cs typeface="+mn-cs"/>
              </a:rPr>
              <a:t>Production rollout</a:t>
            </a:r>
          </a:p>
        </p:txBody>
      </p:sp>
      <p:sp>
        <p:nvSpPr>
          <p:cNvPr id="182" name="ZoneTexte 181">
            <a:extLst>
              <a:ext uri="{FF2B5EF4-FFF2-40B4-BE49-F238E27FC236}">
                <a16:creationId xmlns:a16="http://schemas.microsoft.com/office/drawing/2014/main" id="{1F2E7295-B52D-4E18-86A4-7F0A9F83EFAD}"/>
              </a:ext>
            </a:extLst>
          </p:cNvPr>
          <p:cNvSpPr txBox="1"/>
          <p:nvPr/>
        </p:nvSpPr>
        <p:spPr>
          <a:xfrm>
            <a:off x="7164684" y="5274196"/>
            <a:ext cx="1620000" cy="369332"/>
          </a:xfrm>
          <a:prstGeom prst="rect">
            <a:avLst/>
          </a:prstGeom>
          <a:noFill/>
        </p:spPr>
        <p:txBody>
          <a:bodyPr wrap="square" lIns="0" r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FFFFFF">
                    <a:lumMod val="50000"/>
                  </a:srgbClr>
                </a:solidFill>
                <a:effectLst/>
                <a:uLnTx/>
                <a:uFillTx/>
                <a:latin typeface="Ubuntu Medium"/>
                <a:ea typeface="+mn-ea"/>
                <a:cs typeface="+mn-cs"/>
              </a:rPr>
              <a:t>Zero downtime Production Rollout</a:t>
            </a:r>
            <a:endParaRPr kumimoji="0" lang="fr-FR" sz="900" b="0" i="0" u="none" strike="noStrike" kern="0" cap="none" spc="0" normalizeH="0" baseline="0" noProof="0">
              <a:ln>
                <a:noFill/>
              </a:ln>
              <a:solidFill>
                <a:srgbClr val="FFFFFF">
                  <a:lumMod val="50000"/>
                </a:srgbClr>
              </a:solidFill>
              <a:effectLst/>
              <a:uLnTx/>
              <a:uFillTx/>
              <a:latin typeface="Ubuntu Medium"/>
              <a:ea typeface="+mn-ea"/>
              <a:cs typeface="+mn-cs"/>
            </a:endParaRPr>
          </a:p>
        </p:txBody>
      </p:sp>
      <p:sp>
        <p:nvSpPr>
          <p:cNvPr id="184" name="ZoneTexte 183">
            <a:extLst>
              <a:ext uri="{FF2B5EF4-FFF2-40B4-BE49-F238E27FC236}">
                <a16:creationId xmlns:a16="http://schemas.microsoft.com/office/drawing/2014/main" id="{24CE91D1-D843-4D9C-B6C1-3AFDB5C1B9B6}"/>
              </a:ext>
            </a:extLst>
          </p:cNvPr>
          <p:cNvSpPr txBox="1"/>
          <p:nvPr/>
        </p:nvSpPr>
        <p:spPr>
          <a:xfrm>
            <a:off x="9334102" y="5274196"/>
            <a:ext cx="1620000" cy="369332"/>
          </a:xfrm>
          <a:prstGeom prst="rect">
            <a:avLst/>
          </a:prstGeom>
          <a:noFill/>
        </p:spPr>
        <p:txBody>
          <a:bodyPr wrap="square" lIns="0" r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FFFFFF">
                    <a:lumMod val="50000"/>
                  </a:srgbClr>
                </a:solidFill>
                <a:effectLst/>
                <a:uLnTx/>
                <a:uFillTx/>
                <a:latin typeface="Ubuntu Medium"/>
                <a:ea typeface="+mn-ea"/>
                <a:cs typeface="+mn-cs"/>
              </a:rPr>
              <a:t>Knowledge transfer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FFFFFF">
                    <a:lumMod val="50000"/>
                  </a:srgbClr>
                </a:solidFill>
                <a:effectLst/>
                <a:uLnTx/>
                <a:uFillTx/>
                <a:latin typeface="Ubuntu Medium"/>
                <a:ea typeface="+mn-ea"/>
                <a:cs typeface="+mn-cs"/>
              </a:rPr>
              <a:t> &amp; change</a:t>
            </a:r>
            <a:endParaRPr kumimoji="0" lang="fr-FR" sz="900" b="0" i="0" u="none" strike="noStrike" kern="0" cap="none" spc="0" normalizeH="0" baseline="0" noProof="0">
              <a:ln>
                <a:noFill/>
              </a:ln>
              <a:solidFill>
                <a:srgbClr val="FFFFFF">
                  <a:lumMod val="50000"/>
                </a:srgbClr>
              </a:solidFill>
              <a:effectLst/>
              <a:uLnTx/>
              <a:uFillTx/>
              <a:latin typeface="Ubuntu Medium"/>
              <a:ea typeface="+mn-ea"/>
              <a:cs typeface="+mn-cs"/>
            </a:endParaRPr>
          </a:p>
        </p:txBody>
      </p:sp>
      <p:sp>
        <p:nvSpPr>
          <p:cNvPr id="185" name="Rectangle 184">
            <a:extLst>
              <a:ext uri="{FF2B5EF4-FFF2-40B4-BE49-F238E27FC236}">
                <a16:creationId xmlns:a16="http://schemas.microsoft.com/office/drawing/2014/main" id="{28B36BF1-1F16-4757-9297-68DFE146620B}"/>
              </a:ext>
            </a:extLst>
          </p:cNvPr>
          <p:cNvSpPr/>
          <p:nvPr/>
        </p:nvSpPr>
        <p:spPr>
          <a:xfrm>
            <a:off x="1534040" y="4680649"/>
            <a:ext cx="9295449" cy="72000"/>
          </a:xfrm>
          <a:prstGeom prst="rect">
            <a:avLst/>
          </a:prstGeom>
          <a:solidFill>
            <a:srgbClr val="FF000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black"/>
              </a:solidFill>
              <a:effectLst/>
              <a:uLnTx/>
              <a:uFillTx/>
              <a:latin typeface="Ubuntu Medium"/>
              <a:ea typeface="+mn-ea"/>
              <a:cs typeface="+mn-cs"/>
            </a:endParaRPr>
          </a:p>
        </p:txBody>
      </p:sp>
      <p:sp>
        <p:nvSpPr>
          <p:cNvPr id="186" name="Rectangle 185">
            <a:extLst>
              <a:ext uri="{FF2B5EF4-FFF2-40B4-BE49-F238E27FC236}">
                <a16:creationId xmlns:a16="http://schemas.microsoft.com/office/drawing/2014/main" id="{1DD0B578-475E-4DFC-9FA2-9E46252959C3}"/>
              </a:ext>
            </a:extLst>
          </p:cNvPr>
          <p:cNvSpPr/>
          <p:nvPr/>
        </p:nvSpPr>
        <p:spPr>
          <a:xfrm>
            <a:off x="9183265" y="3356523"/>
            <a:ext cx="1299506" cy="72000"/>
          </a:xfrm>
          <a:prstGeom prst="rect">
            <a:avLst/>
          </a:prstGeom>
          <a:solidFill>
            <a:srgbClr val="FF000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black"/>
              </a:solidFill>
              <a:effectLst/>
              <a:uLnTx/>
              <a:uFillTx/>
              <a:latin typeface="Ubuntu Medium"/>
              <a:ea typeface="+mn-ea"/>
              <a:cs typeface="+mn-cs"/>
            </a:endParaRPr>
          </a:p>
        </p:txBody>
      </p:sp>
      <p:sp>
        <p:nvSpPr>
          <p:cNvPr id="187" name="Rectangle 186">
            <a:extLst>
              <a:ext uri="{FF2B5EF4-FFF2-40B4-BE49-F238E27FC236}">
                <a16:creationId xmlns:a16="http://schemas.microsoft.com/office/drawing/2014/main" id="{9E0CFEE7-1862-4DE1-881D-A58C6DA3CB94}"/>
              </a:ext>
            </a:extLst>
          </p:cNvPr>
          <p:cNvSpPr/>
          <p:nvPr/>
        </p:nvSpPr>
        <p:spPr>
          <a:xfrm>
            <a:off x="8985647" y="3136470"/>
            <a:ext cx="180000" cy="504000"/>
          </a:xfrm>
          <a:prstGeom prst="rect">
            <a:avLst/>
          </a:prstGeom>
          <a:pattFill prst="dkUpDiag">
            <a:fgClr>
              <a:sysClr val="window" lastClr="FFFFFF"/>
            </a:fgClr>
            <a:bgClr>
              <a:srgbClr val="000000"/>
            </a:bgClr>
          </a:pattFill>
          <a:ln w="38100" cap="flat" cmpd="sng" algn="ctr">
            <a:solidFill>
              <a:sysClr val="window" lastClr="FFFFF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Ubuntu Medium"/>
              <a:ea typeface="+mn-ea"/>
              <a:cs typeface="+mn-cs"/>
            </a:endParaRPr>
          </a:p>
        </p:txBody>
      </p:sp>
      <p:sp>
        <p:nvSpPr>
          <p:cNvPr id="188" name="Rectangle 187">
            <a:extLst>
              <a:ext uri="{FF2B5EF4-FFF2-40B4-BE49-F238E27FC236}">
                <a16:creationId xmlns:a16="http://schemas.microsoft.com/office/drawing/2014/main" id="{C7A9E626-15A8-45BF-BF83-83B76714B8F8}"/>
              </a:ext>
            </a:extLst>
          </p:cNvPr>
          <p:cNvSpPr/>
          <p:nvPr/>
        </p:nvSpPr>
        <p:spPr>
          <a:xfrm>
            <a:off x="1534040" y="4805381"/>
            <a:ext cx="9295449" cy="72000"/>
          </a:xfrm>
          <a:prstGeom prst="rect">
            <a:avLst/>
          </a:prstGeom>
          <a:solidFill>
            <a:schemeClr val="accent6"/>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black"/>
              </a:solidFill>
              <a:effectLst/>
              <a:uLnTx/>
              <a:uFillTx/>
              <a:latin typeface="Ubuntu Medium"/>
              <a:ea typeface="+mn-ea"/>
              <a:cs typeface="+mn-cs"/>
            </a:endParaRPr>
          </a:p>
        </p:txBody>
      </p:sp>
      <p:sp>
        <p:nvSpPr>
          <p:cNvPr id="189" name="Rectangle 188">
            <a:extLst>
              <a:ext uri="{FF2B5EF4-FFF2-40B4-BE49-F238E27FC236}">
                <a16:creationId xmlns:a16="http://schemas.microsoft.com/office/drawing/2014/main" id="{675D51D4-26AF-4E88-9A0A-11BFC5EE9938}"/>
              </a:ext>
            </a:extLst>
          </p:cNvPr>
          <p:cNvSpPr/>
          <p:nvPr/>
        </p:nvSpPr>
        <p:spPr>
          <a:xfrm>
            <a:off x="1346051" y="4589436"/>
            <a:ext cx="180000" cy="504000"/>
          </a:xfrm>
          <a:prstGeom prst="rect">
            <a:avLst/>
          </a:prstGeom>
          <a:solidFill>
            <a:schemeClr val="bg2">
              <a:lumMod val="25000"/>
            </a:schemeClr>
          </a:solidFill>
          <a:ln w="38100"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Ubuntu Medium"/>
              <a:ea typeface="+mn-ea"/>
              <a:cs typeface="+mn-cs"/>
            </a:endParaRPr>
          </a:p>
        </p:txBody>
      </p:sp>
      <p:sp>
        <p:nvSpPr>
          <p:cNvPr id="190" name="Rectangle 189">
            <a:extLst>
              <a:ext uri="{FF2B5EF4-FFF2-40B4-BE49-F238E27FC236}">
                <a16:creationId xmlns:a16="http://schemas.microsoft.com/office/drawing/2014/main" id="{95701018-51CA-4BC5-9D45-C6EDB75E43D2}"/>
              </a:ext>
            </a:extLst>
          </p:cNvPr>
          <p:cNvSpPr/>
          <p:nvPr/>
        </p:nvSpPr>
        <p:spPr>
          <a:xfrm>
            <a:off x="3516175" y="4589436"/>
            <a:ext cx="180000" cy="504000"/>
          </a:xfrm>
          <a:prstGeom prst="rect">
            <a:avLst/>
          </a:prstGeom>
          <a:solidFill>
            <a:schemeClr val="bg2">
              <a:lumMod val="25000"/>
            </a:schemeClr>
          </a:solidFill>
          <a:ln w="38100"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Ubuntu Medium"/>
              <a:ea typeface="+mn-ea"/>
              <a:cs typeface="+mn-cs"/>
            </a:endParaRPr>
          </a:p>
        </p:txBody>
      </p:sp>
      <p:sp>
        <p:nvSpPr>
          <p:cNvPr id="191" name="Rectangle 190">
            <a:extLst>
              <a:ext uri="{FF2B5EF4-FFF2-40B4-BE49-F238E27FC236}">
                <a16:creationId xmlns:a16="http://schemas.microsoft.com/office/drawing/2014/main" id="{A388AB41-9774-4FEE-B3B1-5FA9DB978E3F}"/>
              </a:ext>
            </a:extLst>
          </p:cNvPr>
          <p:cNvSpPr/>
          <p:nvPr/>
        </p:nvSpPr>
        <p:spPr>
          <a:xfrm>
            <a:off x="7822279" y="2032398"/>
            <a:ext cx="2628000" cy="72000"/>
          </a:xfrm>
          <a:prstGeom prst="rect">
            <a:avLst/>
          </a:prstGeom>
          <a:solidFill>
            <a:schemeClr val="accent6"/>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black"/>
              </a:solidFill>
              <a:effectLst/>
              <a:uLnTx/>
              <a:uFillTx/>
              <a:latin typeface="Ubuntu Medium"/>
              <a:ea typeface="+mn-ea"/>
              <a:cs typeface="+mn-cs"/>
            </a:endParaRPr>
          </a:p>
        </p:txBody>
      </p:sp>
      <p:sp>
        <p:nvSpPr>
          <p:cNvPr id="192" name="Rectangle 191">
            <a:extLst>
              <a:ext uri="{FF2B5EF4-FFF2-40B4-BE49-F238E27FC236}">
                <a16:creationId xmlns:a16="http://schemas.microsoft.com/office/drawing/2014/main" id="{1148DEEA-0E1D-4333-93A4-505E996BC164}"/>
              </a:ext>
            </a:extLst>
          </p:cNvPr>
          <p:cNvSpPr/>
          <p:nvPr/>
        </p:nvSpPr>
        <p:spPr>
          <a:xfrm>
            <a:off x="7710947" y="1681807"/>
            <a:ext cx="180000" cy="504000"/>
          </a:xfrm>
          <a:prstGeom prst="rect">
            <a:avLst/>
          </a:prstGeom>
          <a:pattFill prst="dkUpDiag">
            <a:fgClr>
              <a:sysClr val="window" lastClr="FFFFFF"/>
            </a:fgClr>
            <a:bgClr>
              <a:srgbClr val="000000"/>
            </a:bgClr>
          </a:pattFill>
          <a:ln w="38100" cap="flat" cmpd="sng" algn="ctr">
            <a:solidFill>
              <a:sysClr val="window" lastClr="FFFFF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Ubuntu Medium"/>
              <a:ea typeface="+mn-ea"/>
              <a:cs typeface="+mn-cs"/>
            </a:endParaRPr>
          </a:p>
        </p:txBody>
      </p:sp>
      <p:sp>
        <p:nvSpPr>
          <p:cNvPr id="193" name="Rectangle 192">
            <a:extLst>
              <a:ext uri="{FF2B5EF4-FFF2-40B4-BE49-F238E27FC236}">
                <a16:creationId xmlns:a16="http://schemas.microsoft.com/office/drawing/2014/main" id="{5EC22C9B-5496-4813-8FF5-8BA769FB099F}"/>
              </a:ext>
            </a:extLst>
          </p:cNvPr>
          <p:cNvSpPr/>
          <p:nvPr/>
        </p:nvSpPr>
        <p:spPr>
          <a:xfrm>
            <a:off x="9777158" y="1681807"/>
            <a:ext cx="180000" cy="504000"/>
          </a:xfrm>
          <a:prstGeom prst="rect">
            <a:avLst/>
          </a:prstGeom>
          <a:pattFill prst="dkUpDiag">
            <a:fgClr>
              <a:sysClr val="window" lastClr="FFFFFF"/>
            </a:fgClr>
            <a:bgClr>
              <a:srgbClr val="000000"/>
            </a:bgClr>
          </a:pattFill>
          <a:ln w="38100" cap="flat" cmpd="sng" algn="ctr">
            <a:solidFill>
              <a:sysClr val="window" lastClr="FFFFF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Ubuntu Medium"/>
              <a:ea typeface="+mn-ea"/>
              <a:cs typeface="+mn-cs"/>
            </a:endParaRPr>
          </a:p>
        </p:txBody>
      </p:sp>
      <p:sp>
        <p:nvSpPr>
          <p:cNvPr id="194" name="Arc plein 193">
            <a:extLst>
              <a:ext uri="{FF2B5EF4-FFF2-40B4-BE49-F238E27FC236}">
                <a16:creationId xmlns:a16="http://schemas.microsoft.com/office/drawing/2014/main" id="{CC001138-542B-4005-AC0F-E41E6F737284}"/>
              </a:ext>
            </a:extLst>
          </p:cNvPr>
          <p:cNvSpPr/>
          <p:nvPr/>
        </p:nvSpPr>
        <p:spPr>
          <a:xfrm rot="16200000">
            <a:off x="383422" y="3373389"/>
            <a:ext cx="1764000" cy="1483200"/>
          </a:xfrm>
          <a:prstGeom prst="blockArc">
            <a:avLst>
              <a:gd name="adj1" fmla="val 10800000"/>
              <a:gd name="adj2" fmla="val 20131"/>
              <a:gd name="adj3" fmla="val 4756"/>
            </a:avLst>
          </a:prstGeom>
          <a:solidFill>
            <a:schemeClr val="accent6"/>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black"/>
              </a:solidFill>
              <a:effectLst/>
              <a:uLnTx/>
              <a:uFillTx/>
              <a:latin typeface="Ubuntu Medium"/>
              <a:ea typeface="+mn-ea"/>
              <a:cs typeface="+mn-cs"/>
            </a:endParaRPr>
          </a:p>
        </p:txBody>
      </p:sp>
      <p:grpSp>
        <p:nvGrpSpPr>
          <p:cNvPr id="195" name="Groupe 194">
            <a:extLst>
              <a:ext uri="{FF2B5EF4-FFF2-40B4-BE49-F238E27FC236}">
                <a16:creationId xmlns:a16="http://schemas.microsoft.com/office/drawing/2014/main" id="{36332458-B98F-45F0-B2FF-FEB1C70D978A}"/>
              </a:ext>
            </a:extLst>
          </p:cNvPr>
          <p:cNvGrpSpPr>
            <a:grpSpLocks noChangeAspect="1"/>
          </p:cNvGrpSpPr>
          <p:nvPr/>
        </p:nvGrpSpPr>
        <p:grpSpPr>
          <a:xfrm>
            <a:off x="3361787" y="1171750"/>
            <a:ext cx="617870" cy="576000"/>
            <a:chOff x="8906225" y="3476714"/>
            <a:chExt cx="866775" cy="808038"/>
          </a:xfrm>
        </p:grpSpPr>
        <p:sp>
          <p:nvSpPr>
            <p:cNvPr id="196" name="Freeform 75">
              <a:extLst>
                <a:ext uri="{FF2B5EF4-FFF2-40B4-BE49-F238E27FC236}">
                  <a16:creationId xmlns:a16="http://schemas.microsoft.com/office/drawing/2014/main" id="{9460253D-DB37-467A-B2E8-CBA51EBB19D6}"/>
                </a:ext>
              </a:extLst>
            </p:cNvPr>
            <p:cNvSpPr>
              <a:spLocks/>
            </p:cNvSpPr>
            <p:nvPr/>
          </p:nvSpPr>
          <p:spPr bwMode="auto">
            <a:xfrm>
              <a:off x="8906225" y="3476714"/>
              <a:ext cx="866775" cy="808038"/>
            </a:xfrm>
            <a:custGeom>
              <a:avLst/>
              <a:gdLst>
                <a:gd name="T0" fmla="*/ 33 w 231"/>
                <a:gd name="T1" fmla="*/ 168 h 215"/>
                <a:gd name="T2" fmla="*/ 55 w 231"/>
                <a:gd name="T3" fmla="*/ 32 h 215"/>
                <a:gd name="T4" fmla="*/ 197 w 231"/>
                <a:gd name="T5" fmla="*/ 52 h 215"/>
                <a:gd name="T6" fmla="*/ 172 w 231"/>
                <a:gd name="T7" fmla="*/ 183 h 215"/>
                <a:gd name="T8" fmla="*/ 33 w 231"/>
                <a:gd name="T9" fmla="*/ 168 h 215"/>
              </a:gdLst>
              <a:ahLst/>
              <a:cxnLst>
                <a:cxn ang="0">
                  <a:pos x="T0" y="T1"/>
                </a:cxn>
                <a:cxn ang="0">
                  <a:pos x="T2" y="T3"/>
                </a:cxn>
                <a:cxn ang="0">
                  <a:pos x="T4" y="T5"/>
                </a:cxn>
                <a:cxn ang="0">
                  <a:pos x="T6" y="T7"/>
                </a:cxn>
                <a:cxn ang="0">
                  <a:pos x="T8" y="T9"/>
                </a:cxn>
              </a:cxnLst>
              <a:rect l="0" t="0" r="r" b="b"/>
              <a:pathLst>
                <a:path w="231" h="215">
                  <a:moveTo>
                    <a:pt x="33" y="168"/>
                  </a:moveTo>
                  <a:cubicBezTo>
                    <a:pt x="0" y="125"/>
                    <a:pt x="10" y="64"/>
                    <a:pt x="55" y="32"/>
                  </a:cubicBezTo>
                  <a:cubicBezTo>
                    <a:pt x="101" y="0"/>
                    <a:pt x="164" y="9"/>
                    <a:pt x="197" y="52"/>
                  </a:cubicBezTo>
                  <a:cubicBezTo>
                    <a:pt x="231" y="95"/>
                    <a:pt x="217" y="151"/>
                    <a:pt x="172" y="183"/>
                  </a:cubicBezTo>
                  <a:cubicBezTo>
                    <a:pt x="126" y="215"/>
                    <a:pt x="66" y="212"/>
                    <a:pt x="33" y="168"/>
                  </a:cubicBezTo>
                </a:path>
              </a:pathLst>
            </a:custGeom>
            <a:solidFill>
              <a:srgbClr val="0072AB"/>
            </a:solidFill>
            <a:ln w="38100">
              <a:solidFill>
                <a:sysClr val="window" lastClr="FFFFF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Medium"/>
                <a:ea typeface="+mn-ea"/>
                <a:cs typeface="+mn-cs"/>
              </a:endParaRPr>
            </a:p>
          </p:txBody>
        </p:sp>
        <p:grpSp>
          <p:nvGrpSpPr>
            <p:cNvPr id="197" name="Groupe 196">
              <a:extLst>
                <a:ext uri="{FF2B5EF4-FFF2-40B4-BE49-F238E27FC236}">
                  <a16:creationId xmlns:a16="http://schemas.microsoft.com/office/drawing/2014/main" id="{ECEC3808-63E9-4315-81E0-861E6E181D04}"/>
                </a:ext>
              </a:extLst>
            </p:cNvPr>
            <p:cNvGrpSpPr/>
            <p:nvPr/>
          </p:nvGrpSpPr>
          <p:grpSpPr>
            <a:xfrm>
              <a:off x="9153875" y="3671977"/>
              <a:ext cx="363537" cy="428625"/>
              <a:chOff x="9153875" y="3671977"/>
              <a:chExt cx="363537" cy="428625"/>
            </a:xfrm>
          </p:grpSpPr>
          <p:sp>
            <p:nvSpPr>
              <p:cNvPr id="198" name="Freeform 76">
                <a:extLst>
                  <a:ext uri="{FF2B5EF4-FFF2-40B4-BE49-F238E27FC236}">
                    <a16:creationId xmlns:a16="http://schemas.microsoft.com/office/drawing/2014/main" id="{90C520A0-4F72-423D-8DA7-54E85819DA4B}"/>
                  </a:ext>
                </a:extLst>
              </p:cNvPr>
              <p:cNvSpPr>
                <a:spLocks/>
              </p:cNvSpPr>
              <p:nvPr/>
            </p:nvSpPr>
            <p:spPr bwMode="auto">
              <a:xfrm>
                <a:off x="9330087" y="3671977"/>
                <a:ext cx="19050" cy="85725"/>
              </a:xfrm>
              <a:custGeom>
                <a:avLst/>
                <a:gdLst>
                  <a:gd name="T0" fmla="*/ 3 w 5"/>
                  <a:gd name="T1" fmla="*/ 23 h 23"/>
                  <a:gd name="T2" fmla="*/ 5 w 5"/>
                  <a:gd name="T3" fmla="*/ 21 h 23"/>
                  <a:gd name="T4" fmla="*/ 5 w 5"/>
                  <a:gd name="T5" fmla="*/ 2 h 23"/>
                  <a:gd name="T6" fmla="*/ 3 w 5"/>
                  <a:gd name="T7" fmla="*/ 0 h 23"/>
                  <a:gd name="T8" fmla="*/ 0 w 5"/>
                  <a:gd name="T9" fmla="*/ 2 h 23"/>
                  <a:gd name="T10" fmla="*/ 0 w 5"/>
                  <a:gd name="T11" fmla="*/ 21 h 23"/>
                  <a:gd name="T12" fmla="*/ 3 w 5"/>
                  <a:gd name="T13" fmla="*/ 23 h 23"/>
                </a:gdLst>
                <a:ahLst/>
                <a:cxnLst>
                  <a:cxn ang="0">
                    <a:pos x="T0" y="T1"/>
                  </a:cxn>
                  <a:cxn ang="0">
                    <a:pos x="T2" y="T3"/>
                  </a:cxn>
                  <a:cxn ang="0">
                    <a:pos x="T4" y="T5"/>
                  </a:cxn>
                  <a:cxn ang="0">
                    <a:pos x="T6" y="T7"/>
                  </a:cxn>
                  <a:cxn ang="0">
                    <a:pos x="T8" y="T9"/>
                  </a:cxn>
                  <a:cxn ang="0">
                    <a:pos x="T10" y="T11"/>
                  </a:cxn>
                  <a:cxn ang="0">
                    <a:pos x="T12" y="T13"/>
                  </a:cxn>
                </a:cxnLst>
                <a:rect l="0" t="0" r="r" b="b"/>
                <a:pathLst>
                  <a:path w="5" h="23">
                    <a:moveTo>
                      <a:pt x="3" y="23"/>
                    </a:moveTo>
                    <a:cubicBezTo>
                      <a:pt x="4" y="23"/>
                      <a:pt x="5" y="22"/>
                      <a:pt x="5" y="21"/>
                    </a:cubicBezTo>
                    <a:cubicBezTo>
                      <a:pt x="5" y="2"/>
                      <a:pt x="5" y="2"/>
                      <a:pt x="5" y="2"/>
                    </a:cubicBezTo>
                    <a:cubicBezTo>
                      <a:pt x="5" y="1"/>
                      <a:pt x="4" y="0"/>
                      <a:pt x="3" y="0"/>
                    </a:cubicBezTo>
                    <a:cubicBezTo>
                      <a:pt x="1" y="0"/>
                      <a:pt x="0" y="1"/>
                      <a:pt x="0" y="2"/>
                    </a:cubicBezTo>
                    <a:cubicBezTo>
                      <a:pt x="0" y="21"/>
                      <a:pt x="0" y="21"/>
                      <a:pt x="0" y="21"/>
                    </a:cubicBezTo>
                    <a:cubicBezTo>
                      <a:pt x="0" y="22"/>
                      <a:pt x="1" y="23"/>
                      <a:pt x="3" y="23"/>
                    </a:cubicBezTo>
                  </a:path>
                </a:pathLst>
              </a:custGeom>
              <a:solidFill>
                <a:srgbClr val="12ABDB">
                  <a:lumMod val="60000"/>
                  <a:lumOff val="4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Medium"/>
                  <a:ea typeface="+mn-ea"/>
                  <a:cs typeface="+mn-cs"/>
                </a:endParaRPr>
              </a:p>
            </p:txBody>
          </p:sp>
          <p:sp>
            <p:nvSpPr>
              <p:cNvPr id="199" name="Freeform 77">
                <a:extLst>
                  <a:ext uri="{FF2B5EF4-FFF2-40B4-BE49-F238E27FC236}">
                    <a16:creationId xmlns:a16="http://schemas.microsoft.com/office/drawing/2014/main" id="{9110B42B-97CA-4038-A9C7-DA699B28A63D}"/>
                  </a:ext>
                </a:extLst>
              </p:cNvPr>
              <p:cNvSpPr>
                <a:spLocks/>
              </p:cNvSpPr>
              <p:nvPr/>
            </p:nvSpPr>
            <p:spPr bwMode="auto">
              <a:xfrm>
                <a:off x="9157050" y="3765639"/>
                <a:ext cx="79375" cy="55563"/>
              </a:xfrm>
              <a:custGeom>
                <a:avLst/>
                <a:gdLst>
                  <a:gd name="T0" fmla="*/ 20 w 21"/>
                  <a:gd name="T1" fmla="*/ 10 h 15"/>
                  <a:gd name="T2" fmla="*/ 4 w 21"/>
                  <a:gd name="T3" fmla="*/ 1 h 15"/>
                  <a:gd name="T4" fmla="*/ 4 w 21"/>
                  <a:gd name="T5" fmla="*/ 1 h 15"/>
                  <a:gd name="T6" fmla="*/ 2 w 21"/>
                  <a:gd name="T7" fmla="*/ 1 h 15"/>
                  <a:gd name="T8" fmla="*/ 0 w 21"/>
                  <a:gd name="T9" fmla="*/ 2 h 15"/>
                  <a:gd name="T10" fmla="*/ 0 w 21"/>
                  <a:gd name="T11" fmla="*/ 4 h 15"/>
                  <a:gd name="T12" fmla="*/ 1 w 21"/>
                  <a:gd name="T13" fmla="*/ 5 h 15"/>
                  <a:gd name="T14" fmla="*/ 17 w 21"/>
                  <a:gd name="T15" fmla="*/ 14 h 15"/>
                  <a:gd name="T16" fmla="*/ 18 w 21"/>
                  <a:gd name="T17" fmla="*/ 15 h 15"/>
                  <a:gd name="T18" fmla="*/ 20 w 21"/>
                  <a:gd name="T19" fmla="*/ 13 h 15"/>
                  <a:gd name="T20" fmla="*/ 21 w 21"/>
                  <a:gd name="T21" fmla="*/ 12 h 15"/>
                  <a:gd name="T22" fmla="*/ 20 w 21"/>
                  <a:gd name="T23" fmla="*/ 1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 h="15">
                    <a:moveTo>
                      <a:pt x="20" y="10"/>
                    </a:moveTo>
                    <a:cubicBezTo>
                      <a:pt x="4" y="1"/>
                      <a:pt x="4" y="1"/>
                      <a:pt x="4" y="1"/>
                    </a:cubicBezTo>
                    <a:cubicBezTo>
                      <a:pt x="4" y="1"/>
                      <a:pt x="4" y="1"/>
                      <a:pt x="4" y="1"/>
                    </a:cubicBezTo>
                    <a:cubicBezTo>
                      <a:pt x="3" y="1"/>
                      <a:pt x="2" y="0"/>
                      <a:pt x="2" y="1"/>
                    </a:cubicBezTo>
                    <a:cubicBezTo>
                      <a:pt x="1" y="1"/>
                      <a:pt x="1" y="1"/>
                      <a:pt x="0" y="2"/>
                    </a:cubicBezTo>
                    <a:cubicBezTo>
                      <a:pt x="0" y="2"/>
                      <a:pt x="0" y="3"/>
                      <a:pt x="0" y="4"/>
                    </a:cubicBezTo>
                    <a:cubicBezTo>
                      <a:pt x="0" y="4"/>
                      <a:pt x="1" y="5"/>
                      <a:pt x="1" y="5"/>
                    </a:cubicBezTo>
                    <a:cubicBezTo>
                      <a:pt x="17" y="14"/>
                      <a:pt x="17" y="14"/>
                      <a:pt x="17" y="14"/>
                    </a:cubicBezTo>
                    <a:cubicBezTo>
                      <a:pt x="17" y="15"/>
                      <a:pt x="18" y="15"/>
                      <a:pt x="18" y="15"/>
                    </a:cubicBezTo>
                    <a:cubicBezTo>
                      <a:pt x="19" y="15"/>
                      <a:pt x="20" y="14"/>
                      <a:pt x="20" y="13"/>
                    </a:cubicBezTo>
                    <a:cubicBezTo>
                      <a:pt x="21" y="13"/>
                      <a:pt x="21" y="12"/>
                      <a:pt x="21" y="12"/>
                    </a:cubicBezTo>
                    <a:cubicBezTo>
                      <a:pt x="21" y="11"/>
                      <a:pt x="20" y="10"/>
                      <a:pt x="20" y="10"/>
                    </a:cubicBezTo>
                  </a:path>
                </a:pathLst>
              </a:custGeom>
              <a:solidFill>
                <a:srgbClr val="12ABDB">
                  <a:lumMod val="60000"/>
                  <a:lumOff val="4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Medium"/>
                  <a:ea typeface="+mn-ea"/>
                  <a:cs typeface="+mn-cs"/>
                </a:endParaRPr>
              </a:p>
            </p:txBody>
          </p:sp>
          <p:sp>
            <p:nvSpPr>
              <p:cNvPr id="200" name="Freeform 78">
                <a:extLst>
                  <a:ext uri="{FF2B5EF4-FFF2-40B4-BE49-F238E27FC236}">
                    <a16:creationId xmlns:a16="http://schemas.microsoft.com/office/drawing/2014/main" id="{49305722-E36B-423A-A859-527713F09377}"/>
                  </a:ext>
                </a:extLst>
              </p:cNvPr>
              <p:cNvSpPr>
                <a:spLocks/>
              </p:cNvSpPr>
              <p:nvPr/>
            </p:nvSpPr>
            <p:spPr bwMode="auto">
              <a:xfrm>
                <a:off x="9153875" y="3930739"/>
                <a:ext cx="77788" cy="52388"/>
              </a:xfrm>
              <a:custGeom>
                <a:avLst/>
                <a:gdLst>
                  <a:gd name="T0" fmla="*/ 19 w 21"/>
                  <a:gd name="T1" fmla="*/ 0 h 14"/>
                  <a:gd name="T2" fmla="*/ 17 w 21"/>
                  <a:gd name="T3" fmla="*/ 0 h 14"/>
                  <a:gd name="T4" fmla="*/ 1 w 21"/>
                  <a:gd name="T5" fmla="*/ 10 h 14"/>
                  <a:gd name="T6" fmla="*/ 0 w 21"/>
                  <a:gd name="T7" fmla="*/ 11 h 14"/>
                  <a:gd name="T8" fmla="*/ 0 w 21"/>
                  <a:gd name="T9" fmla="*/ 13 h 14"/>
                  <a:gd name="T10" fmla="*/ 3 w 21"/>
                  <a:gd name="T11" fmla="*/ 14 h 14"/>
                  <a:gd name="T12" fmla="*/ 4 w 21"/>
                  <a:gd name="T13" fmla="*/ 14 h 14"/>
                  <a:gd name="T14" fmla="*/ 20 w 21"/>
                  <a:gd name="T15" fmla="*/ 5 h 14"/>
                  <a:gd name="T16" fmla="*/ 21 w 21"/>
                  <a:gd name="T17" fmla="*/ 3 h 14"/>
                  <a:gd name="T18" fmla="*/ 21 w 21"/>
                  <a:gd name="T19" fmla="*/ 1 h 14"/>
                  <a:gd name="T20" fmla="*/ 19 w 21"/>
                  <a:gd name="T21" fmla="*/ 0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14">
                    <a:moveTo>
                      <a:pt x="19" y="0"/>
                    </a:moveTo>
                    <a:cubicBezTo>
                      <a:pt x="18" y="0"/>
                      <a:pt x="18" y="0"/>
                      <a:pt x="17" y="0"/>
                    </a:cubicBezTo>
                    <a:cubicBezTo>
                      <a:pt x="1" y="10"/>
                      <a:pt x="1" y="10"/>
                      <a:pt x="1" y="10"/>
                    </a:cubicBezTo>
                    <a:cubicBezTo>
                      <a:pt x="1" y="10"/>
                      <a:pt x="0" y="11"/>
                      <a:pt x="0" y="11"/>
                    </a:cubicBezTo>
                    <a:cubicBezTo>
                      <a:pt x="0" y="12"/>
                      <a:pt x="0" y="12"/>
                      <a:pt x="0" y="13"/>
                    </a:cubicBezTo>
                    <a:cubicBezTo>
                      <a:pt x="1" y="14"/>
                      <a:pt x="2" y="14"/>
                      <a:pt x="3" y="14"/>
                    </a:cubicBezTo>
                    <a:cubicBezTo>
                      <a:pt x="3" y="14"/>
                      <a:pt x="3" y="14"/>
                      <a:pt x="4" y="14"/>
                    </a:cubicBezTo>
                    <a:cubicBezTo>
                      <a:pt x="20" y="5"/>
                      <a:pt x="20" y="5"/>
                      <a:pt x="20" y="5"/>
                    </a:cubicBezTo>
                    <a:cubicBezTo>
                      <a:pt x="20" y="4"/>
                      <a:pt x="21" y="4"/>
                      <a:pt x="21" y="3"/>
                    </a:cubicBezTo>
                    <a:cubicBezTo>
                      <a:pt x="21" y="3"/>
                      <a:pt x="21" y="2"/>
                      <a:pt x="21" y="1"/>
                    </a:cubicBezTo>
                    <a:cubicBezTo>
                      <a:pt x="20" y="1"/>
                      <a:pt x="20" y="0"/>
                      <a:pt x="19" y="0"/>
                    </a:cubicBezTo>
                  </a:path>
                </a:pathLst>
              </a:custGeom>
              <a:solidFill>
                <a:srgbClr val="12ABDB">
                  <a:lumMod val="60000"/>
                  <a:lumOff val="4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Medium"/>
                  <a:ea typeface="+mn-ea"/>
                  <a:cs typeface="+mn-cs"/>
                </a:endParaRPr>
              </a:p>
            </p:txBody>
          </p:sp>
          <p:sp>
            <p:nvSpPr>
              <p:cNvPr id="201" name="Freeform 79">
                <a:extLst>
                  <a:ext uri="{FF2B5EF4-FFF2-40B4-BE49-F238E27FC236}">
                    <a16:creationId xmlns:a16="http://schemas.microsoft.com/office/drawing/2014/main" id="{7185D92A-0596-4EC2-A858-6A5B4F710C91}"/>
                  </a:ext>
                </a:extLst>
              </p:cNvPr>
              <p:cNvSpPr>
                <a:spLocks/>
              </p:cNvSpPr>
              <p:nvPr/>
            </p:nvSpPr>
            <p:spPr bwMode="auto">
              <a:xfrm>
                <a:off x="9434862" y="3938677"/>
                <a:ext cx="79375" cy="52388"/>
              </a:xfrm>
              <a:custGeom>
                <a:avLst/>
                <a:gdLst>
                  <a:gd name="T0" fmla="*/ 20 w 21"/>
                  <a:gd name="T1" fmla="*/ 9 h 14"/>
                  <a:gd name="T2" fmla="*/ 4 w 21"/>
                  <a:gd name="T3" fmla="*/ 0 h 14"/>
                  <a:gd name="T4" fmla="*/ 2 w 21"/>
                  <a:gd name="T5" fmla="*/ 0 h 14"/>
                  <a:gd name="T6" fmla="*/ 1 w 21"/>
                  <a:gd name="T7" fmla="*/ 1 h 14"/>
                  <a:gd name="T8" fmla="*/ 1 w 21"/>
                  <a:gd name="T9" fmla="*/ 3 h 14"/>
                  <a:gd name="T10" fmla="*/ 2 w 21"/>
                  <a:gd name="T11" fmla="*/ 4 h 14"/>
                  <a:gd name="T12" fmla="*/ 18 w 21"/>
                  <a:gd name="T13" fmla="*/ 13 h 14"/>
                  <a:gd name="T14" fmla="*/ 19 w 21"/>
                  <a:gd name="T15" fmla="*/ 14 h 14"/>
                  <a:gd name="T16" fmla="*/ 21 w 21"/>
                  <a:gd name="T17" fmla="*/ 13 h 14"/>
                  <a:gd name="T18" fmla="*/ 21 w 21"/>
                  <a:gd name="T19" fmla="*/ 11 h 14"/>
                  <a:gd name="T20" fmla="*/ 20 w 21"/>
                  <a:gd name="T21" fmla="*/ 9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14">
                    <a:moveTo>
                      <a:pt x="20" y="9"/>
                    </a:moveTo>
                    <a:cubicBezTo>
                      <a:pt x="4" y="0"/>
                      <a:pt x="4" y="0"/>
                      <a:pt x="4" y="0"/>
                    </a:cubicBezTo>
                    <a:cubicBezTo>
                      <a:pt x="4" y="0"/>
                      <a:pt x="3" y="0"/>
                      <a:pt x="2" y="0"/>
                    </a:cubicBezTo>
                    <a:cubicBezTo>
                      <a:pt x="2" y="0"/>
                      <a:pt x="1" y="0"/>
                      <a:pt x="1" y="1"/>
                    </a:cubicBezTo>
                    <a:cubicBezTo>
                      <a:pt x="1" y="1"/>
                      <a:pt x="0" y="2"/>
                      <a:pt x="1" y="3"/>
                    </a:cubicBezTo>
                    <a:cubicBezTo>
                      <a:pt x="1" y="3"/>
                      <a:pt x="1" y="4"/>
                      <a:pt x="2" y="4"/>
                    </a:cubicBezTo>
                    <a:cubicBezTo>
                      <a:pt x="18" y="13"/>
                      <a:pt x="18" y="13"/>
                      <a:pt x="18" y="13"/>
                    </a:cubicBezTo>
                    <a:cubicBezTo>
                      <a:pt x="18" y="14"/>
                      <a:pt x="18" y="14"/>
                      <a:pt x="19" y="14"/>
                    </a:cubicBezTo>
                    <a:cubicBezTo>
                      <a:pt x="20" y="14"/>
                      <a:pt x="21" y="13"/>
                      <a:pt x="21" y="13"/>
                    </a:cubicBezTo>
                    <a:cubicBezTo>
                      <a:pt x="21" y="12"/>
                      <a:pt x="21" y="11"/>
                      <a:pt x="21" y="11"/>
                    </a:cubicBezTo>
                    <a:cubicBezTo>
                      <a:pt x="21" y="10"/>
                      <a:pt x="21" y="9"/>
                      <a:pt x="20" y="9"/>
                    </a:cubicBezTo>
                  </a:path>
                </a:pathLst>
              </a:custGeom>
              <a:solidFill>
                <a:srgbClr val="12ABDB">
                  <a:lumMod val="60000"/>
                  <a:lumOff val="4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Medium"/>
                  <a:ea typeface="+mn-ea"/>
                  <a:cs typeface="+mn-cs"/>
                </a:endParaRPr>
              </a:p>
            </p:txBody>
          </p:sp>
          <p:sp>
            <p:nvSpPr>
              <p:cNvPr id="202" name="Freeform 80">
                <a:extLst>
                  <a:ext uri="{FF2B5EF4-FFF2-40B4-BE49-F238E27FC236}">
                    <a16:creationId xmlns:a16="http://schemas.microsoft.com/office/drawing/2014/main" id="{D9F808FF-E0F1-40EE-B51B-49AEFEE62B05}"/>
                  </a:ext>
                </a:extLst>
              </p:cNvPr>
              <p:cNvSpPr>
                <a:spLocks/>
              </p:cNvSpPr>
              <p:nvPr/>
            </p:nvSpPr>
            <p:spPr bwMode="auto">
              <a:xfrm>
                <a:off x="9438037" y="3773577"/>
                <a:ext cx="79375" cy="52388"/>
              </a:xfrm>
              <a:custGeom>
                <a:avLst/>
                <a:gdLst>
                  <a:gd name="T0" fmla="*/ 21 w 21"/>
                  <a:gd name="T1" fmla="*/ 1 h 14"/>
                  <a:gd name="T2" fmla="*/ 19 w 21"/>
                  <a:gd name="T3" fmla="*/ 0 h 14"/>
                  <a:gd name="T4" fmla="*/ 17 w 21"/>
                  <a:gd name="T5" fmla="*/ 0 h 14"/>
                  <a:gd name="T6" fmla="*/ 2 w 21"/>
                  <a:gd name="T7" fmla="*/ 10 h 14"/>
                  <a:gd name="T8" fmla="*/ 0 w 21"/>
                  <a:gd name="T9" fmla="*/ 11 h 14"/>
                  <a:gd name="T10" fmla="*/ 1 w 21"/>
                  <a:gd name="T11" fmla="*/ 13 h 14"/>
                  <a:gd name="T12" fmla="*/ 3 w 21"/>
                  <a:gd name="T13" fmla="*/ 14 h 14"/>
                  <a:gd name="T14" fmla="*/ 4 w 21"/>
                  <a:gd name="T15" fmla="*/ 14 h 14"/>
                  <a:gd name="T16" fmla="*/ 20 w 21"/>
                  <a:gd name="T17" fmla="*/ 5 h 14"/>
                  <a:gd name="T18" fmla="*/ 21 w 21"/>
                  <a:gd name="T19" fmla="*/ 3 h 14"/>
                  <a:gd name="T20" fmla="*/ 21 w 21"/>
                  <a:gd name="T21" fmla="*/ 1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14">
                    <a:moveTo>
                      <a:pt x="21" y="1"/>
                    </a:moveTo>
                    <a:cubicBezTo>
                      <a:pt x="21" y="1"/>
                      <a:pt x="20" y="0"/>
                      <a:pt x="19" y="0"/>
                    </a:cubicBezTo>
                    <a:cubicBezTo>
                      <a:pt x="19" y="0"/>
                      <a:pt x="18" y="0"/>
                      <a:pt x="17" y="0"/>
                    </a:cubicBezTo>
                    <a:cubicBezTo>
                      <a:pt x="2" y="10"/>
                      <a:pt x="2" y="10"/>
                      <a:pt x="2" y="10"/>
                    </a:cubicBezTo>
                    <a:cubicBezTo>
                      <a:pt x="1" y="10"/>
                      <a:pt x="1" y="10"/>
                      <a:pt x="0" y="11"/>
                    </a:cubicBezTo>
                    <a:cubicBezTo>
                      <a:pt x="0" y="12"/>
                      <a:pt x="0" y="12"/>
                      <a:pt x="1" y="13"/>
                    </a:cubicBezTo>
                    <a:cubicBezTo>
                      <a:pt x="1" y="14"/>
                      <a:pt x="2" y="14"/>
                      <a:pt x="3" y="14"/>
                    </a:cubicBezTo>
                    <a:cubicBezTo>
                      <a:pt x="3" y="14"/>
                      <a:pt x="4" y="14"/>
                      <a:pt x="4" y="14"/>
                    </a:cubicBezTo>
                    <a:cubicBezTo>
                      <a:pt x="20" y="5"/>
                      <a:pt x="20" y="5"/>
                      <a:pt x="20" y="5"/>
                    </a:cubicBezTo>
                    <a:cubicBezTo>
                      <a:pt x="21" y="4"/>
                      <a:pt x="21" y="4"/>
                      <a:pt x="21" y="3"/>
                    </a:cubicBezTo>
                    <a:cubicBezTo>
                      <a:pt x="21" y="3"/>
                      <a:pt x="21" y="2"/>
                      <a:pt x="21" y="1"/>
                    </a:cubicBezTo>
                  </a:path>
                </a:pathLst>
              </a:custGeom>
              <a:solidFill>
                <a:srgbClr val="12ABDB">
                  <a:lumMod val="60000"/>
                  <a:lumOff val="4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Medium"/>
                  <a:ea typeface="+mn-ea"/>
                  <a:cs typeface="+mn-cs"/>
                </a:endParaRPr>
              </a:p>
            </p:txBody>
          </p:sp>
          <p:sp>
            <p:nvSpPr>
              <p:cNvPr id="203" name="Freeform 81">
                <a:extLst>
                  <a:ext uri="{FF2B5EF4-FFF2-40B4-BE49-F238E27FC236}">
                    <a16:creationId xmlns:a16="http://schemas.microsoft.com/office/drawing/2014/main" id="{27EA07AF-6921-4BDC-9503-9D9E77BAC70A}"/>
                  </a:ext>
                </a:extLst>
              </p:cNvPr>
              <p:cNvSpPr>
                <a:spLocks noEditPoints="1"/>
              </p:cNvSpPr>
              <p:nvPr/>
            </p:nvSpPr>
            <p:spPr bwMode="auto">
              <a:xfrm>
                <a:off x="9220550" y="3776752"/>
                <a:ext cx="222250" cy="323850"/>
              </a:xfrm>
              <a:custGeom>
                <a:avLst/>
                <a:gdLst>
                  <a:gd name="T0" fmla="*/ 58 w 59"/>
                  <a:gd name="T1" fmla="*/ 31 h 86"/>
                  <a:gd name="T2" fmla="*/ 58 w 59"/>
                  <a:gd name="T3" fmla="*/ 26 h 86"/>
                  <a:gd name="T4" fmla="*/ 58 w 59"/>
                  <a:gd name="T5" fmla="*/ 25 h 86"/>
                  <a:gd name="T6" fmla="*/ 59 w 59"/>
                  <a:gd name="T7" fmla="*/ 18 h 86"/>
                  <a:gd name="T8" fmla="*/ 54 w 59"/>
                  <a:gd name="T9" fmla="*/ 11 h 86"/>
                  <a:gd name="T10" fmla="*/ 54 w 59"/>
                  <a:gd name="T11" fmla="*/ 11 h 86"/>
                  <a:gd name="T12" fmla="*/ 45 w 59"/>
                  <a:gd name="T13" fmla="*/ 3 h 86"/>
                  <a:gd name="T14" fmla="*/ 44 w 59"/>
                  <a:gd name="T15" fmla="*/ 3 h 86"/>
                  <a:gd name="T16" fmla="*/ 32 w 59"/>
                  <a:gd name="T17" fmla="*/ 0 h 86"/>
                  <a:gd name="T18" fmla="*/ 19 w 59"/>
                  <a:gd name="T19" fmla="*/ 3 h 86"/>
                  <a:gd name="T20" fmla="*/ 8 w 59"/>
                  <a:gd name="T21" fmla="*/ 40 h 86"/>
                  <a:gd name="T22" fmla="*/ 18 w 59"/>
                  <a:gd name="T23" fmla="*/ 51 h 86"/>
                  <a:gd name="T24" fmla="*/ 18 w 59"/>
                  <a:gd name="T25" fmla="*/ 61 h 86"/>
                  <a:gd name="T26" fmla="*/ 18 w 59"/>
                  <a:gd name="T27" fmla="*/ 61 h 86"/>
                  <a:gd name="T28" fmla="*/ 18 w 59"/>
                  <a:gd name="T29" fmla="*/ 61 h 86"/>
                  <a:gd name="T30" fmla="*/ 18 w 59"/>
                  <a:gd name="T31" fmla="*/ 74 h 86"/>
                  <a:gd name="T32" fmla="*/ 23 w 59"/>
                  <a:gd name="T33" fmla="*/ 81 h 86"/>
                  <a:gd name="T34" fmla="*/ 31 w 59"/>
                  <a:gd name="T35" fmla="*/ 86 h 86"/>
                  <a:gd name="T36" fmla="*/ 40 w 59"/>
                  <a:gd name="T37" fmla="*/ 81 h 86"/>
                  <a:gd name="T38" fmla="*/ 45 w 59"/>
                  <a:gd name="T39" fmla="*/ 74 h 86"/>
                  <a:gd name="T40" fmla="*/ 45 w 59"/>
                  <a:gd name="T41" fmla="*/ 52 h 86"/>
                  <a:gd name="T42" fmla="*/ 45 w 59"/>
                  <a:gd name="T43" fmla="*/ 52 h 86"/>
                  <a:gd name="T44" fmla="*/ 52 w 59"/>
                  <a:gd name="T45" fmla="*/ 46 h 86"/>
                  <a:gd name="T46" fmla="*/ 55 w 59"/>
                  <a:gd name="T47" fmla="*/ 41 h 86"/>
                  <a:gd name="T48" fmla="*/ 58 w 59"/>
                  <a:gd name="T49" fmla="*/ 31 h 86"/>
                  <a:gd name="T50" fmla="*/ 58 w 59"/>
                  <a:gd name="T51" fmla="*/ 31 h 86"/>
                  <a:gd name="T52" fmla="*/ 17 w 59"/>
                  <a:gd name="T53" fmla="*/ 28 h 86"/>
                  <a:gd name="T54" fmla="*/ 16 w 59"/>
                  <a:gd name="T55" fmla="*/ 30 h 86"/>
                  <a:gd name="T56" fmla="*/ 15 w 59"/>
                  <a:gd name="T57" fmla="*/ 28 h 86"/>
                  <a:gd name="T58" fmla="*/ 34 w 59"/>
                  <a:gd name="T59" fmla="*/ 10 h 86"/>
                  <a:gd name="T60" fmla="*/ 35 w 59"/>
                  <a:gd name="T61" fmla="*/ 11 h 86"/>
                  <a:gd name="T62" fmla="*/ 34 w 59"/>
                  <a:gd name="T63" fmla="*/ 12 h 86"/>
                  <a:gd name="T64" fmla="*/ 17 w 59"/>
                  <a:gd name="T65" fmla="*/ 28 h 86"/>
                  <a:gd name="T66" fmla="*/ 42 w 59"/>
                  <a:gd name="T67" fmla="*/ 74 h 86"/>
                  <a:gd name="T68" fmla="*/ 38 w 59"/>
                  <a:gd name="T69" fmla="*/ 79 h 86"/>
                  <a:gd name="T70" fmla="*/ 37 w 59"/>
                  <a:gd name="T71" fmla="*/ 80 h 86"/>
                  <a:gd name="T72" fmla="*/ 37 w 59"/>
                  <a:gd name="T73" fmla="*/ 80 h 86"/>
                  <a:gd name="T74" fmla="*/ 31 w 59"/>
                  <a:gd name="T75" fmla="*/ 83 h 86"/>
                  <a:gd name="T76" fmla="*/ 26 w 59"/>
                  <a:gd name="T77" fmla="*/ 80 h 86"/>
                  <a:gd name="T78" fmla="*/ 26 w 59"/>
                  <a:gd name="T79" fmla="*/ 80 h 86"/>
                  <a:gd name="T80" fmla="*/ 25 w 59"/>
                  <a:gd name="T81" fmla="*/ 79 h 86"/>
                  <a:gd name="T82" fmla="*/ 21 w 59"/>
                  <a:gd name="T83" fmla="*/ 74 h 86"/>
                  <a:gd name="T84" fmla="*/ 21 w 59"/>
                  <a:gd name="T85" fmla="*/ 62 h 86"/>
                  <a:gd name="T86" fmla="*/ 42 w 59"/>
                  <a:gd name="T87" fmla="*/ 62 h 86"/>
                  <a:gd name="T88" fmla="*/ 42 w 59"/>
                  <a:gd name="T89" fmla="*/ 74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59" h="86">
                    <a:moveTo>
                      <a:pt x="58" y="31"/>
                    </a:moveTo>
                    <a:cubicBezTo>
                      <a:pt x="58" y="29"/>
                      <a:pt x="58" y="27"/>
                      <a:pt x="58" y="26"/>
                    </a:cubicBezTo>
                    <a:cubicBezTo>
                      <a:pt x="58" y="25"/>
                      <a:pt x="58" y="25"/>
                      <a:pt x="58" y="25"/>
                    </a:cubicBezTo>
                    <a:cubicBezTo>
                      <a:pt x="58" y="22"/>
                      <a:pt x="59" y="20"/>
                      <a:pt x="59" y="18"/>
                    </a:cubicBezTo>
                    <a:cubicBezTo>
                      <a:pt x="59" y="18"/>
                      <a:pt x="58" y="15"/>
                      <a:pt x="54" y="11"/>
                    </a:cubicBezTo>
                    <a:cubicBezTo>
                      <a:pt x="54" y="11"/>
                      <a:pt x="54" y="11"/>
                      <a:pt x="54" y="11"/>
                    </a:cubicBezTo>
                    <a:cubicBezTo>
                      <a:pt x="52" y="8"/>
                      <a:pt x="49" y="5"/>
                      <a:pt x="45" y="3"/>
                    </a:cubicBezTo>
                    <a:cubicBezTo>
                      <a:pt x="44" y="3"/>
                      <a:pt x="44" y="3"/>
                      <a:pt x="44" y="3"/>
                    </a:cubicBezTo>
                    <a:cubicBezTo>
                      <a:pt x="40" y="1"/>
                      <a:pt x="36" y="0"/>
                      <a:pt x="32" y="0"/>
                    </a:cubicBezTo>
                    <a:cubicBezTo>
                      <a:pt x="27" y="0"/>
                      <a:pt x="23" y="1"/>
                      <a:pt x="19" y="3"/>
                    </a:cubicBezTo>
                    <a:cubicBezTo>
                      <a:pt x="5" y="11"/>
                      <a:pt x="0" y="27"/>
                      <a:pt x="8" y="40"/>
                    </a:cubicBezTo>
                    <a:cubicBezTo>
                      <a:pt x="10" y="45"/>
                      <a:pt x="14" y="49"/>
                      <a:pt x="18" y="51"/>
                    </a:cubicBezTo>
                    <a:cubicBezTo>
                      <a:pt x="18" y="61"/>
                      <a:pt x="18" y="61"/>
                      <a:pt x="18" y="61"/>
                    </a:cubicBezTo>
                    <a:cubicBezTo>
                      <a:pt x="18" y="61"/>
                      <a:pt x="18" y="61"/>
                      <a:pt x="18" y="61"/>
                    </a:cubicBezTo>
                    <a:cubicBezTo>
                      <a:pt x="18" y="61"/>
                      <a:pt x="18" y="61"/>
                      <a:pt x="18" y="61"/>
                    </a:cubicBezTo>
                    <a:cubicBezTo>
                      <a:pt x="18" y="74"/>
                      <a:pt x="18" y="74"/>
                      <a:pt x="18" y="74"/>
                    </a:cubicBezTo>
                    <a:cubicBezTo>
                      <a:pt x="18" y="77"/>
                      <a:pt x="20" y="79"/>
                      <a:pt x="23" y="81"/>
                    </a:cubicBezTo>
                    <a:cubicBezTo>
                      <a:pt x="24" y="83"/>
                      <a:pt x="27" y="86"/>
                      <a:pt x="31" y="86"/>
                    </a:cubicBezTo>
                    <a:cubicBezTo>
                      <a:pt x="36" y="86"/>
                      <a:pt x="39" y="83"/>
                      <a:pt x="40" y="81"/>
                    </a:cubicBezTo>
                    <a:cubicBezTo>
                      <a:pt x="43" y="79"/>
                      <a:pt x="45" y="77"/>
                      <a:pt x="45" y="74"/>
                    </a:cubicBezTo>
                    <a:cubicBezTo>
                      <a:pt x="45" y="52"/>
                      <a:pt x="45" y="52"/>
                      <a:pt x="45" y="52"/>
                    </a:cubicBezTo>
                    <a:cubicBezTo>
                      <a:pt x="45" y="52"/>
                      <a:pt x="45" y="52"/>
                      <a:pt x="45" y="52"/>
                    </a:cubicBezTo>
                    <a:cubicBezTo>
                      <a:pt x="47" y="50"/>
                      <a:pt x="50" y="48"/>
                      <a:pt x="52" y="46"/>
                    </a:cubicBezTo>
                    <a:cubicBezTo>
                      <a:pt x="53" y="45"/>
                      <a:pt x="54" y="43"/>
                      <a:pt x="55" y="41"/>
                    </a:cubicBezTo>
                    <a:cubicBezTo>
                      <a:pt x="56" y="38"/>
                      <a:pt x="57" y="34"/>
                      <a:pt x="58" y="31"/>
                    </a:cubicBezTo>
                    <a:cubicBezTo>
                      <a:pt x="58" y="31"/>
                      <a:pt x="58" y="31"/>
                      <a:pt x="58" y="31"/>
                    </a:cubicBezTo>
                    <a:moveTo>
                      <a:pt x="17" y="28"/>
                    </a:moveTo>
                    <a:cubicBezTo>
                      <a:pt x="17" y="29"/>
                      <a:pt x="17" y="30"/>
                      <a:pt x="16" y="30"/>
                    </a:cubicBezTo>
                    <a:cubicBezTo>
                      <a:pt x="16" y="30"/>
                      <a:pt x="15" y="29"/>
                      <a:pt x="15" y="28"/>
                    </a:cubicBezTo>
                    <a:cubicBezTo>
                      <a:pt x="15" y="18"/>
                      <a:pt x="23" y="10"/>
                      <a:pt x="34" y="10"/>
                    </a:cubicBezTo>
                    <a:cubicBezTo>
                      <a:pt x="35" y="10"/>
                      <a:pt x="35" y="10"/>
                      <a:pt x="35" y="11"/>
                    </a:cubicBezTo>
                    <a:cubicBezTo>
                      <a:pt x="35" y="11"/>
                      <a:pt x="35" y="12"/>
                      <a:pt x="34" y="12"/>
                    </a:cubicBezTo>
                    <a:cubicBezTo>
                      <a:pt x="25" y="12"/>
                      <a:pt x="17" y="19"/>
                      <a:pt x="17" y="28"/>
                    </a:cubicBezTo>
                    <a:moveTo>
                      <a:pt x="42" y="74"/>
                    </a:moveTo>
                    <a:cubicBezTo>
                      <a:pt x="42" y="76"/>
                      <a:pt x="40" y="78"/>
                      <a:pt x="38" y="79"/>
                    </a:cubicBezTo>
                    <a:cubicBezTo>
                      <a:pt x="37" y="79"/>
                      <a:pt x="37" y="80"/>
                      <a:pt x="37" y="80"/>
                    </a:cubicBezTo>
                    <a:cubicBezTo>
                      <a:pt x="37" y="80"/>
                      <a:pt x="37" y="80"/>
                      <a:pt x="37" y="80"/>
                    </a:cubicBezTo>
                    <a:cubicBezTo>
                      <a:pt x="37" y="82"/>
                      <a:pt x="35" y="83"/>
                      <a:pt x="31" y="83"/>
                    </a:cubicBezTo>
                    <a:cubicBezTo>
                      <a:pt x="28" y="83"/>
                      <a:pt x="26" y="82"/>
                      <a:pt x="26" y="80"/>
                    </a:cubicBezTo>
                    <a:cubicBezTo>
                      <a:pt x="26" y="80"/>
                      <a:pt x="26" y="80"/>
                      <a:pt x="26" y="80"/>
                    </a:cubicBezTo>
                    <a:cubicBezTo>
                      <a:pt x="26" y="80"/>
                      <a:pt x="25" y="79"/>
                      <a:pt x="25" y="79"/>
                    </a:cubicBezTo>
                    <a:cubicBezTo>
                      <a:pt x="22" y="78"/>
                      <a:pt x="21" y="76"/>
                      <a:pt x="21" y="74"/>
                    </a:cubicBezTo>
                    <a:cubicBezTo>
                      <a:pt x="21" y="62"/>
                      <a:pt x="21" y="62"/>
                      <a:pt x="21" y="62"/>
                    </a:cubicBezTo>
                    <a:cubicBezTo>
                      <a:pt x="42" y="62"/>
                      <a:pt x="42" y="62"/>
                      <a:pt x="42" y="62"/>
                    </a:cubicBezTo>
                    <a:lnTo>
                      <a:pt x="42" y="7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Medium"/>
                  <a:ea typeface="+mn-ea"/>
                  <a:cs typeface="+mn-cs"/>
                </a:endParaRPr>
              </a:p>
            </p:txBody>
          </p:sp>
        </p:grpSp>
      </p:grpSp>
      <p:grpSp>
        <p:nvGrpSpPr>
          <p:cNvPr id="204" name="Groupe 203">
            <a:extLst>
              <a:ext uri="{FF2B5EF4-FFF2-40B4-BE49-F238E27FC236}">
                <a16:creationId xmlns:a16="http://schemas.microsoft.com/office/drawing/2014/main" id="{00503E36-3C17-4786-8B61-CA5EBF29D9F7}"/>
              </a:ext>
            </a:extLst>
          </p:cNvPr>
          <p:cNvGrpSpPr>
            <a:grpSpLocks noChangeAspect="1"/>
          </p:cNvGrpSpPr>
          <p:nvPr/>
        </p:nvGrpSpPr>
        <p:grpSpPr>
          <a:xfrm>
            <a:off x="5440920" y="1171750"/>
            <a:ext cx="590878" cy="576000"/>
            <a:chOff x="4668001" y="2009948"/>
            <a:chExt cx="701669" cy="684000"/>
          </a:xfrm>
        </p:grpSpPr>
        <p:sp>
          <p:nvSpPr>
            <p:cNvPr id="205" name="Freeform 43">
              <a:extLst>
                <a:ext uri="{FF2B5EF4-FFF2-40B4-BE49-F238E27FC236}">
                  <a16:creationId xmlns:a16="http://schemas.microsoft.com/office/drawing/2014/main" id="{36415B6B-B5D2-4985-8E2A-5BD07D8FBF7F}"/>
                </a:ext>
              </a:extLst>
            </p:cNvPr>
            <p:cNvSpPr>
              <a:spLocks/>
            </p:cNvSpPr>
            <p:nvPr/>
          </p:nvSpPr>
          <p:spPr bwMode="auto">
            <a:xfrm>
              <a:off x="4668001" y="2009948"/>
              <a:ext cx="701669" cy="684000"/>
            </a:xfrm>
            <a:custGeom>
              <a:avLst/>
              <a:gdLst>
                <a:gd name="T0" fmla="*/ 0 w 261"/>
                <a:gd name="T1" fmla="*/ 124 h 251"/>
                <a:gd name="T2" fmla="*/ 130 w 261"/>
                <a:gd name="T3" fmla="*/ 0 h 251"/>
                <a:gd name="T4" fmla="*/ 261 w 261"/>
                <a:gd name="T5" fmla="*/ 124 h 251"/>
                <a:gd name="T6" fmla="*/ 130 w 261"/>
                <a:gd name="T7" fmla="*/ 247 h 251"/>
                <a:gd name="T8" fmla="*/ 0 w 261"/>
                <a:gd name="T9" fmla="*/ 124 h 251"/>
              </a:gdLst>
              <a:ahLst/>
              <a:cxnLst>
                <a:cxn ang="0">
                  <a:pos x="T0" y="T1"/>
                </a:cxn>
                <a:cxn ang="0">
                  <a:pos x="T2" y="T3"/>
                </a:cxn>
                <a:cxn ang="0">
                  <a:pos x="T4" y="T5"/>
                </a:cxn>
                <a:cxn ang="0">
                  <a:pos x="T6" y="T7"/>
                </a:cxn>
                <a:cxn ang="0">
                  <a:pos x="T8" y="T9"/>
                </a:cxn>
              </a:cxnLst>
              <a:rect l="0" t="0" r="r" b="b"/>
              <a:pathLst>
                <a:path w="261" h="251">
                  <a:moveTo>
                    <a:pt x="0" y="124"/>
                  </a:moveTo>
                  <a:cubicBezTo>
                    <a:pt x="0" y="56"/>
                    <a:pt x="61" y="2"/>
                    <a:pt x="130" y="0"/>
                  </a:cubicBezTo>
                  <a:cubicBezTo>
                    <a:pt x="208" y="0"/>
                    <a:pt x="261" y="56"/>
                    <a:pt x="261" y="124"/>
                  </a:cubicBezTo>
                  <a:cubicBezTo>
                    <a:pt x="261" y="192"/>
                    <a:pt x="186" y="243"/>
                    <a:pt x="130" y="247"/>
                  </a:cubicBezTo>
                  <a:cubicBezTo>
                    <a:pt x="52" y="251"/>
                    <a:pt x="0" y="192"/>
                    <a:pt x="0" y="124"/>
                  </a:cubicBezTo>
                  <a:close/>
                </a:path>
              </a:pathLst>
            </a:custGeom>
            <a:solidFill>
              <a:srgbClr val="0070AD"/>
            </a:solidFill>
            <a:ln w="38100">
              <a:solidFill>
                <a:sysClr val="window" lastClr="FFFFFF"/>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Medium"/>
                <a:ea typeface="+mn-ea"/>
                <a:cs typeface="+mn-cs"/>
              </a:endParaRPr>
            </a:p>
          </p:txBody>
        </p:sp>
        <p:sp>
          <p:nvSpPr>
            <p:cNvPr id="206" name="Freeform 6">
              <a:extLst>
                <a:ext uri="{FF2B5EF4-FFF2-40B4-BE49-F238E27FC236}">
                  <a16:creationId xmlns:a16="http://schemas.microsoft.com/office/drawing/2014/main" id="{4F66A390-BF59-4B72-ABF5-DACED709E865}"/>
                </a:ext>
              </a:extLst>
            </p:cNvPr>
            <p:cNvSpPr>
              <a:spLocks noChangeAspect="1" noEditPoints="1"/>
            </p:cNvSpPr>
            <p:nvPr/>
          </p:nvSpPr>
          <p:spPr bwMode="auto">
            <a:xfrm>
              <a:off x="4860116" y="2133000"/>
              <a:ext cx="371884" cy="432000"/>
            </a:xfrm>
            <a:custGeom>
              <a:avLst/>
              <a:gdLst>
                <a:gd name="T0" fmla="*/ 373 w 568"/>
                <a:gd name="T1" fmla="*/ 637 h 637"/>
                <a:gd name="T2" fmla="*/ 70 w 568"/>
                <a:gd name="T3" fmla="*/ 371 h 637"/>
                <a:gd name="T4" fmla="*/ 93 w 568"/>
                <a:gd name="T5" fmla="*/ 200 h 637"/>
                <a:gd name="T6" fmla="*/ 96 w 568"/>
                <a:gd name="T7" fmla="*/ 197 h 637"/>
                <a:gd name="T8" fmla="*/ 223 w 568"/>
                <a:gd name="T9" fmla="*/ 293 h 637"/>
                <a:gd name="T10" fmla="*/ 165 w 568"/>
                <a:gd name="T11" fmla="*/ 366 h 637"/>
                <a:gd name="T12" fmla="*/ 326 w 568"/>
                <a:gd name="T13" fmla="*/ 510 h 637"/>
                <a:gd name="T14" fmla="*/ 373 w 568"/>
                <a:gd name="T15" fmla="*/ 637 h 637"/>
                <a:gd name="T16" fmla="*/ 116 w 568"/>
                <a:gd name="T17" fmla="*/ 58 h 637"/>
                <a:gd name="T18" fmla="*/ 85 w 568"/>
                <a:gd name="T19" fmla="*/ 126 h 637"/>
                <a:gd name="T20" fmla="*/ 58 w 568"/>
                <a:gd name="T21" fmla="*/ 181 h 637"/>
                <a:gd name="T22" fmla="*/ 31 w 568"/>
                <a:gd name="T23" fmla="*/ 126 h 637"/>
                <a:gd name="T24" fmla="*/ 0 w 568"/>
                <a:gd name="T25" fmla="*/ 58 h 637"/>
                <a:gd name="T26" fmla="*/ 58 w 568"/>
                <a:gd name="T27" fmla="*/ 0 h 637"/>
                <a:gd name="T28" fmla="*/ 58 w 568"/>
                <a:gd name="T29" fmla="*/ 0 h 637"/>
                <a:gd name="T30" fmla="*/ 58 w 568"/>
                <a:gd name="T31" fmla="*/ 0 h 637"/>
                <a:gd name="T32" fmla="*/ 116 w 568"/>
                <a:gd name="T33" fmla="*/ 58 h 637"/>
                <a:gd name="T34" fmla="*/ 89 w 568"/>
                <a:gd name="T35" fmla="*/ 58 h 637"/>
                <a:gd name="T36" fmla="*/ 58 w 568"/>
                <a:gd name="T37" fmla="*/ 27 h 637"/>
                <a:gd name="T38" fmla="*/ 27 w 568"/>
                <a:gd name="T39" fmla="*/ 58 h 637"/>
                <a:gd name="T40" fmla="*/ 58 w 568"/>
                <a:gd name="T41" fmla="*/ 89 h 637"/>
                <a:gd name="T42" fmla="*/ 89 w 568"/>
                <a:gd name="T43" fmla="*/ 58 h 637"/>
                <a:gd name="T44" fmla="*/ 568 w 568"/>
                <a:gd name="T45" fmla="*/ 377 h 637"/>
                <a:gd name="T46" fmla="*/ 502 w 568"/>
                <a:gd name="T47" fmla="*/ 520 h 637"/>
                <a:gd name="T48" fmla="*/ 447 w 568"/>
                <a:gd name="T49" fmla="*/ 635 h 637"/>
                <a:gd name="T50" fmla="*/ 391 w 568"/>
                <a:gd name="T51" fmla="*/ 520 h 637"/>
                <a:gd name="T52" fmla="*/ 326 w 568"/>
                <a:gd name="T53" fmla="*/ 377 h 637"/>
                <a:gd name="T54" fmla="*/ 447 w 568"/>
                <a:gd name="T55" fmla="*/ 256 h 637"/>
                <a:gd name="T56" fmla="*/ 447 w 568"/>
                <a:gd name="T57" fmla="*/ 256 h 637"/>
                <a:gd name="T58" fmla="*/ 447 w 568"/>
                <a:gd name="T59" fmla="*/ 256 h 637"/>
                <a:gd name="T60" fmla="*/ 568 w 568"/>
                <a:gd name="T61" fmla="*/ 377 h 637"/>
                <a:gd name="T62" fmla="*/ 511 w 568"/>
                <a:gd name="T63" fmla="*/ 377 h 637"/>
                <a:gd name="T64" fmla="*/ 447 w 568"/>
                <a:gd name="T65" fmla="*/ 313 h 637"/>
                <a:gd name="T66" fmla="*/ 383 w 568"/>
                <a:gd name="T67" fmla="*/ 377 h 637"/>
                <a:gd name="T68" fmla="*/ 447 w 568"/>
                <a:gd name="T69" fmla="*/ 441 h 637"/>
                <a:gd name="T70" fmla="*/ 511 w 568"/>
                <a:gd name="T71" fmla="*/ 377 h 6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68" h="637">
                  <a:moveTo>
                    <a:pt x="373" y="637"/>
                  </a:moveTo>
                  <a:cubicBezTo>
                    <a:pt x="1" y="637"/>
                    <a:pt x="0" y="440"/>
                    <a:pt x="70" y="371"/>
                  </a:cubicBezTo>
                  <a:cubicBezTo>
                    <a:pt x="132" y="309"/>
                    <a:pt x="245" y="299"/>
                    <a:pt x="93" y="200"/>
                  </a:cubicBezTo>
                  <a:cubicBezTo>
                    <a:pt x="94" y="199"/>
                    <a:pt x="95" y="198"/>
                    <a:pt x="96" y="197"/>
                  </a:cubicBezTo>
                  <a:cubicBezTo>
                    <a:pt x="200" y="236"/>
                    <a:pt x="223" y="250"/>
                    <a:pt x="223" y="293"/>
                  </a:cubicBezTo>
                  <a:cubicBezTo>
                    <a:pt x="223" y="317"/>
                    <a:pt x="191" y="340"/>
                    <a:pt x="165" y="366"/>
                  </a:cubicBezTo>
                  <a:cubicBezTo>
                    <a:pt x="103" y="428"/>
                    <a:pt x="109" y="520"/>
                    <a:pt x="326" y="510"/>
                  </a:cubicBezTo>
                  <a:cubicBezTo>
                    <a:pt x="339" y="534"/>
                    <a:pt x="373" y="637"/>
                    <a:pt x="373" y="637"/>
                  </a:cubicBezTo>
                  <a:close/>
                  <a:moveTo>
                    <a:pt x="116" y="58"/>
                  </a:moveTo>
                  <a:cubicBezTo>
                    <a:pt x="116" y="88"/>
                    <a:pt x="97" y="99"/>
                    <a:pt x="85" y="126"/>
                  </a:cubicBezTo>
                  <a:cubicBezTo>
                    <a:pt x="69" y="162"/>
                    <a:pt x="70" y="181"/>
                    <a:pt x="58" y="181"/>
                  </a:cubicBezTo>
                  <a:cubicBezTo>
                    <a:pt x="46" y="181"/>
                    <a:pt x="47" y="162"/>
                    <a:pt x="31" y="126"/>
                  </a:cubicBezTo>
                  <a:cubicBezTo>
                    <a:pt x="19" y="99"/>
                    <a:pt x="0" y="88"/>
                    <a:pt x="0" y="58"/>
                  </a:cubicBezTo>
                  <a:cubicBezTo>
                    <a:pt x="0" y="28"/>
                    <a:pt x="25" y="0"/>
                    <a:pt x="58" y="0"/>
                  </a:cubicBezTo>
                  <a:cubicBezTo>
                    <a:pt x="58" y="0"/>
                    <a:pt x="58" y="0"/>
                    <a:pt x="58" y="0"/>
                  </a:cubicBezTo>
                  <a:cubicBezTo>
                    <a:pt x="58" y="0"/>
                    <a:pt x="58" y="0"/>
                    <a:pt x="58" y="0"/>
                  </a:cubicBezTo>
                  <a:cubicBezTo>
                    <a:pt x="91" y="0"/>
                    <a:pt x="116" y="28"/>
                    <a:pt x="116" y="58"/>
                  </a:cubicBezTo>
                  <a:close/>
                  <a:moveTo>
                    <a:pt x="89" y="58"/>
                  </a:moveTo>
                  <a:cubicBezTo>
                    <a:pt x="89" y="41"/>
                    <a:pt x="75" y="27"/>
                    <a:pt x="58" y="27"/>
                  </a:cubicBezTo>
                  <a:cubicBezTo>
                    <a:pt x="41" y="27"/>
                    <a:pt x="27" y="41"/>
                    <a:pt x="27" y="58"/>
                  </a:cubicBezTo>
                  <a:cubicBezTo>
                    <a:pt x="27" y="75"/>
                    <a:pt x="41" y="89"/>
                    <a:pt x="58" y="89"/>
                  </a:cubicBezTo>
                  <a:cubicBezTo>
                    <a:pt x="75" y="89"/>
                    <a:pt x="89" y="75"/>
                    <a:pt x="89" y="58"/>
                  </a:cubicBezTo>
                  <a:close/>
                  <a:moveTo>
                    <a:pt x="568" y="377"/>
                  </a:moveTo>
                  <a:cubicBezTo>
                    <a:pt x="568" y="439"/>
                    <a:pt x="528" y="462"/>
                    <a:pt x="502" y="520"/>
                  </a:cubicBezTo>
                  <a:cubicBezTo>
                    <a:pt x="469" y="594"/>
                    <a:pt x="472" y="635"/>
                    <a:pt x="447" y="635"/>
                  </a:cubicBezTo>
                  <a:cubicBezTo>
                    <a:pt x="422" y="635"/>
                    <a:pt x="425" y="594"/>
                    <a:pt x="391" y="520"/>
                  </a:cubicBezTo>
                  <a:cubicBezTo>
                    <a:pt x="365" y="462"/>
                    <a:pt x="326" y="439"/>
                    <a:pt x="326" y="377"/>
                  </a:cubicBezTo>
                  <a:cubicBezTo>
                    <a:pt x="326" y="314"/>
                    <a:pt x="377" y="256"/>
                    <a:pt x="447" y="256"/>
                  </a:cubicBezTo>
                  <a:cubicBezTo>
                    <a:pt x="447" y="256"/>
                    <a:pt x="447" y="256"/>
                    <a:pt x="447" y="256"/>
                  </a:cubicBezTo>
                  <a:cubicBezTo>
                    <a:pt x="447" y="256"/>
                    <a:pt x="447" y="256"/>
                    <a:pt x="447" y="256"/>
                  </a:cubicBezTo>
                  <a:cubicBezTo>
                    <a:pt x="516" y="256"/>
                    <a:pt x="568" y="314"/>
                    <a:pt x="568" y="377"/>
                  </a:cubicBezTo>
                  <a:close/>
                  <a:moveTo>
                    <a:pt x="511" y="377"/>
                  </a:moveTo>
                  <a:cubicBezTo>
                    <a:pt x="511" y="342"/>
                    <a:pt x="482" y="313"/>
                    <a:pt x="447" y="313"/>
                  </a:cubicBezTo>
                  <a:cubicBezTo>
                    <a:pt x="411" y="313"/>
                    <a:pt x="383" y="342"/>
                    <a:pt x="383" y="377"/>
                  </a:cubicBezTo>
                  <a:cubicBezTo>
                    <a:pt x="383" y="412"/>
                    <a:pt x="411" y="441"/>
                    <a:pt x="447" y="441"/>
                  </a:cubicBezTo>
                  <a:cubicBezTo>
                    <a:pt x="482" y="441"/>
                    <a:pt x="511" y="413"/>
                    <a:pt x="511" y="377"/>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latin typeface="Ubuntu Medium"/>
                <a:ea typeface="+mn-ea"/>
                <a:cs typeface="+mn-cs"/>
              </a:endParaRPr>
            </a:p>
          </p:txBody>
        </p:sp>
      </p:grpSp>
      <p:grpSp>
        <p:nvGrpSpPr>
          <p:cNvPr id="207" name="Groupe 206">
            <a:extLst>
              <a:ext uri="{FF2B5EF4-FFF2-40B4-BE49-F238E27FC236}">
                <a16:creationId xmlns:a16="http://schemas.microsoft.com/office/drawing/2014/main" id="{69B7965E-85B9-4209-857B-DC385487F0A3}"/>
              </a:ext>
            </a:extLst>
          </p:cNvPr>
          <p:cNvGrpSpPr>
            <a:grpSpLocks noChangeAspect="1"/>
          </p:cNvGrpSpPr>
          <p:nvPr/>
        </p:nvGrpSpPr>
        <p:grpSpPr>
          <a:xfrm>
            <a:off x="7527909" y="1171750"/>
            <a:ext cx="597292" cy="576000"/>
            <a:chOff x="10083801" y="1787526"/>
            <a:chExt cx="846138" cy="815975"/>
          </a:xfrm>
        </p:grpSpPr>
        <p:sp>
          <p:nvSpPr>
            <p:cNvPr id="208" name="Freeform 188">
              <a:extLst>
                <a:ext uri="{FF2B5EF4-FFF2-40B4-BE49-F238E27FC236}">
                  <a16:creationId xmlns:a16="http://schemas.microsoft.com/office/drawing/2014/main" id="{BDAB2E54-64B7-4711-95CD-6F3537F1868E}"/>
                </a:ext>
              </a:extLst>
            </p:cNvPr>
            <p:cNvSpPr>
              <a:spLocks/>
            </p:cNvSpPr>
            <p:nvPr/>
          </p:nvSpPr>
          <p:spPr bwMode="auto">
            <a:xfrm>
              <a:off x="10083801" y="1787526"/>
              <a:ext cx="846138" cy="815975"/>
            </a:xfrm>
            <a:custGeom>
              <a:avLst/>
              <a:gdLst>
                <a:gd name="T0" fmla="*/ 0 w 250"/>
                <a:gd name="T1" fmla="*/ 118 h 241"/>
                <a:gd name="T2" fmla="*/ 125 w 250"/>
                <a:gd name="T3" fmla="*/ 0 h 241"/>
                <a:gd name="T4" fmla="*/ 250 w 250"/>
                <a:gd name="T5" fmla="*/ 118 h 241"/>
                <a:gd name="T6" fmla="*/ 125 w 250"/>
                <a:gd name="T7" fmla="*/ 237 h 241"/>
                <a:gd name="T8" fmla="*/ 0 w 250"/>
                <a:gd name="T9" fmla="*/ 118 h 241"/>
              </a:gdLst>
              <a:ahLst/>
              <a:cxnLst>
                <a:cxn ang="0">
                  <a:pos x="T0" y="T1"/>
                </a:cxn>
                <a:cxn ang="0">
                  <a:pos x="T2" y="T3"/>
                </a:cxn>
                <a:cxn ang="0">
                  <a:pos x="T4" y="T5"/>
                </a:cxn>
                <a:cxn ang="0">
                  <a:pos x="T6" y="T7"/>
                </a:cxn>
                <a:cxn ang="0">
                  <a:pos x="T8" y="T9"/>
                </a:cxn>
              </a:cxnLst>
              <a:rect l="0" t="0" r="r" b="b"/>
              <a:pathLst>
                <a:path w="250" h="241">
                  <a:moveTo>
                    <a:pt x="0" y="118"/>
                  </a:moveTo>
                  <a:cubicBezTo>
                    <a:pt x="0" y="53"/>
                    <a:pt x="58" y="1"/>
                    <a:pt x="125" y="0"/>
                  </a:cubicBezTo>
                  <a:cubicBezTo>
                    <a:pt x="199" y="0"/>
                    <a:pt x="250" y="53"/>
                    <a:pt x="250" y="118"/>
                  </a:cubicBezTo>
                  <a:cubicBezTo>
                    <a:pt x="250" y="184"/>
                    <a:pt x="179" y="233"/>
                    <a:pt x="125" y="237"/>
                  </a:cubicBezTo>
                  <a:cubicBezTo>
                    <a:pt x="50" y="241"/>
                    <a:pt x="0" y="184"/>
                    <a:pt x="0" y="118"/>
                  </a:cubicBezTo>
                  <a:close/>
                </a:path>
              </a:pathLst>
            </a:custGeom>
            <a:solidFill>
              <a:srgbClr val="0070AD"/>
            </a:solidFill>
            <a:ln w="38100">
              <a:solidFill>
                <a:sysClr val="window" lastClr="FFFFF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Medium"/>
                <a:ea typeface="+mn-ea"/>
                <a:cs typeface="+mn-cs"/>
              </a:endParaRPr>
            </a:p>
          </p:txBody>
        </p:sp>
        <p:grpSp>
          <p:nvGrpSpPr>
            <p:cNvPr id="209" name="Groupe 208">
              <a:extLst>
                <a:ext uri="{FF2B5EF4-FFF2-40B4-BE49-F238E27FC236}">
                  <a16:creationId xmlns:a16="http://schemas.microsoft.com/office/drawing/2014/main" id="{C17FB0A4-77A1-4D22-8333-51964024ACDD}"/>
                </a:ext>
              </a:extLst>
            </p:cNvPr>
            <p:cNvGrpSpPr/>
            <p:nvPr/>
          </p:nvGrpSpPr>
          <p:grpSpPr>
            <a:xfrm>
              <a:off x="10304463" y="1963738"/>
              <a:ext cx="431801" cy="430213"/>
              <a:chOff x="10304463" y="1963738"/>
              <a:chExt cx="431801" cy="430213"/>
            </a:xfrm>
          </p:grpSpPr>
          <p:sp>
            <p:nvSpPr>
              <p:cNvPr id="210" name="Freeform 189">
                <a:extLst>
                  <a:ext uri="{FF2B5EF4-FFF2-40B4-BE49-F238E27FC236}">
                    <a16:creationId xmlns:a16="http://schemas.microsoft.com/office/drawing/2014/main" id="{F85AA60A-FDC5-4E03-BE69-48C30D4F0483}"/>
                  </a:ext>
                </a:extLst>
              </p:cNvPr>
              <p:cNvSpPr>
                <a:spLocks noEditPoints="1"/>
              </p:cNvSpPr>
              <p:nvPr/>
            </p:nvSpPr>
            <p:spPr bwMode="auto">
              <a:xfrm>
                <a:off x="10394951" y="2054226"/>
                <a:ext cx="341313" cy="339725"/>
              </a:xfrm>
              <a:custGeom>
                <a:avLst/>
                <a:gdLst>
                  <a:gd name="T0" fmla="*/ 95 w 101"/>
                  <a:gd name="T1" fmla="*/ 73 h 100"/>
                  <a:gd name="T2" fmla="*/ 82 w 101"/>
                  <a:gd name="T3" fmla="*/ 69 h 100"/>
                  <a:gd name="T4" fmla="*/ 43 w 101"/>
                  <a:gd name="T5" fmla="*/ 30 h 100"/>
                  <a:gd name="T6" fmla="*/ 38 w 101"/>
                  <a:gd name="T7" fmla="*/ 7 h 100"/>
                  <a:gd name="T8" fmla="*/ 20 w 101"/>
                  <a:gd name="T9" fmla="*/ 1 h 100"/>
                  <a:gd name="T10" fmla="*/ 19 w 101"/>
                  <a:gd name="T11" fmla="*/ 4 h 100"/>
                  <a:gd name="T12" fmla="*/ 30 w 101"/>
                  <a:gd name="T13" fmla="*/ 16 h 100"/>
                  <a:gd name="T14" fmla="*/ 31 w 101"/>
                  <a:gd name="T15" fmla="*/ 18 h 100"/>
                  <a:gd name="T16" fmla="*/ 28 w 101"/>
                  <a:gd name="T17" fmla="*/ 26 h 100"/>
                  <a:gd name="T18" fmla="*/ 27 w 101"/>
                  <a:gd name="T19" fmla="*/ 28 h 100"/>
                  <a:gd name="T20" fmla="*/ 18 w 101"/>
                  <a:gd name="T21" fmla="*/ 30 h 100"/>
                  <a:gd name="T22" fmla="*/ 16 w 101"/>
                  <a:gd name="T23" fmla="*/ 30 h 100"/>
                  <a:gd name="T24" fmla="*/ 5 w 101"/>
                  <a:gd name="T25" fmla="*/ 18 h 100"/>
                  <a:gd name="T26" fmla="*/ 1 w 101"/>
                  <a:gd name="T27" fmla="*/ 20 h 100"/>
                  <a:gd name="T28" fmla="*/ 7 w 101"/>
                  <a:gd name="T29" fmla="*/ 37 h 100"/>
                  <a:gd name="T30" fmla="*/ 31 w 101"/>
                  <a:gd name="T31" fmla="*/ 42 h 100"/>
                  <a:gd name="T32" fmla="*/ 69 w 101"/>
                  <a:gd name="T33" fmla="*/ 81 h 100"/>
                  <a:gd name="T34" fmla="*/ 73 w 101"/>
                  <a:gd name="T35" fmla="*/ 94 h 100"/>
                  <a:gd name="T36" fmla="*/ 95 w 101"/>
                  <a:gd name="T37" fmla="*/ 94 h 100"/>
                  <a:gd name="T38" fmla="*/ 95 w 101"/>
                  <a:gd name="T39" fmla="*/ 73 h 100"/>
                  <a:gd name="T40" fmla="*/ 84 w 101"/>
                  <a:gd name="T41" fmla="*/ 91 h 100"/>
                  <a:gd name="T42" fmla="*/ 76 w 101"/>
                  <a:gd name="T43" fmla="*/ 83 h 100"/>
                  <a:gd name="T44" fmla="*/ 84 w 101"/>
                  <a:gd name="T45" fmla="*/ 76 h 100"/>
                  <a:gd name="T46" fmla="*/ 92 w 101"/>
                  <a:gd name="T47" fmla="*/ 83 h 100"/>
                  <a:gd name="T48" fmla="*/ 84 w 101"/>
                  <a:gd name="T49" fmla="*/ 9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1" h="100">
                    <a:moveTo>
                      <a:pt x="95" y="73"/>
                    </a:moveTo>
                    <a:cubicBezTo>
                      <a:pt x="91" y="69"/>
                      <a:pt x="86" y="68"/>
                      <a:pt x="82" y="69"/>
                    </a:cubicBezTo>
                    <a:cubicBezTo>
                      <a:pt x="43" y="30"/>
                      <a:pt x="43" y="30"/>
                      <a:pt x="43" y="30"/>
                    </a:cubicBezTo>
                    <a:cubicBezTo>
                      <a:pt x="46" y="22"/>
                      <a:pt x="44" y="13"/>
                      <a:pt x="38" y="7"/>
                    </a:cubicBezTo>
                    <a:cubicBezTo>
                      <a:pt x="33" y="2"/>
                      <a:pt x="27" y="0"/>
                      <a:pt x="20" y="1"/>
                    </a:cubicBezTo>
                    <a:cubicBezTo>
                      <a:pt x="18" y="1"/>
                      <a:pt x="17" y="3"/>
                      <a:pt x="19" y="4"/>
                    </a:cubicBezTo>
                    <a:cubicBezTo>
                      <a:pt x="30" y="16"/>
                      <a:pt x="30" y="16"/>
                      <a:pt x="30" y="16"/>
                    </a:cubicBezTo>
                    <a:cubicBezTo>
                      <a:pt x="31" y="16"/>
                      <a:pt x="31" y="17"/>
                      <a:pt x="31" y="18"/>
                    </a:cubicBezTo>
                    <a:cubicBezTo>
                      <a:pt x="28" y="26"/>
                      <a:pt x="28" y="26"/>
                      <a:pt x="28" y="26"/>
                    </a:cubicBezTo>
                    <a:cubicBezTo>
                      <a:pt x="28" y="28"/>
                      <a:pt x="28" y="28"/>
                      <a:pt x="27" y="28"/>
                    </a:cubicBezTo>
                    <a:cubicBezTo>
                      <a:pt x="18" y="30"/>
                      <a:pt x="18" y="30"/>
                      <a:pt x="18" y="30"/>
                    </a:cubicBezTo>
                    <a:cubicBezTo>
                      <a:pt x="17" y="31"/>
                      <a:pt x="17" y="30"/>
                      <a:pt x="16" y="30"/>
                    </a:cubicBezTo>
                    <a:cubicBezTo>
                      <a:pt x="5" y="18"/>
                      <a:pt x="5" y="18"/>
                      <a:pt x="5" y="18"/>
                    </a:cubicBezTo>
                    <a:cubicBezTo>
                      <a:pt x="4" y="17"/>
                      <a:pt x="1" y="18"/>
                      <a:pt x="1" y="20"/>
                    </a:cubicBezTo>
                    <a:cubicBezTo>
                      <a:pt x="0" y="26"/>
                      <a:pt x="2" y="32"/>
                      <a:pt x="7" y="37"/>
                    </a:cubicBezTo>
                    <a:cubicBezTo>
                      <a:pt x="13" y="44"/>
                      <a:pt x="23" y="45"/>
                      <a:pt x="31" y="42"/>
                    </a:cubicBezTo>
                    <a:cubicBezTo>
                      <a:pt x="69" y="81"/>
                      <a:pt x="69" y="81"/>
                      <a:pt x="69" y="81"/>
                    </a:cubicBezTo>
                    <a:cubicBezTo>
                      <a:pt x="68" y="86"/>
                      <a:pt x="70" y="91"/>
                      <a:pt x="73" y="94"/>
                    </a:cubicBezTo>
                    <a:cubicBezTo>
                      <a:pt x="79" y="100"/>
                      <a:pt x="89" y="100"/>
                      <a:pt x="95" y="94"/>
                    </a:cubicBezTo>
                    <a:cubicBezTo>
                      <a:pt x="101" y="88"/>
                      <a:pt x="101" y="79"/>
                      <a:pt x="95" y="73"/>
                    </a:cubicBezTo>
                    <a:close/>
                    <a:moveTo>
                      <a:pt x="84" y="91"/>
                    </a:moveTo>
                    <a:cubicBezTo>
                      <a:pt x="80" y="91"/>
                      <a:pt x="76" y="88"/>
                      <a:pt x="76" y="83"/>
                    </a:cubicBezTo>
                    <a:cubicBezTo>
                      <a:pt x="76" y="79"/>
                      <a:pt x="80" y="76"/>
                      <a:pt x="84" y="76"/>
                    </a:cubicBezTo>
                    <a:cubicBezTo>
                      <a:pt x="88" y="76"/>
                      <a:pt x="92" y="79"/>
                      <a:pt x="92" y="83"/>
                    </a:cubicBezTo>
                    <a:cubicBezTo>
                      <a:pt x="92" y="88"/>
                      <a:pt x="88" y="91"/>
                      <a:pt x="84" y="91"/>
                    </a:cubicBezTo>
                    <a:close/>
                  </a:path>
                </a:pathLst>
              </a:custGeom>
              <a:solidFill>
                <a:srgbClr val="12ABDB">
                  <a:lumMod val="60000"/>
                  <a:lumOff val="4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Medium"/>
                  <a:ea typeface="+mn-ea"/>
                  <a:cs typeface="+mn-cs"/>
                </a:endParaRPr>
              </a:p>
            </p:txBody>
          </p:sp>
          <p:sp>
            <p:nvSpPr>
              <p:cNvPr id="211" name="Freeform 190">
                <a:extLst>
                  <a:ext uri="{FF2B5EF4-FFF2-40B4-BE49-F238E27FC236}">
                    <a16:creationId xmlns:a16="http://schemas.microsoft.com/office/drawing/2014/main" id="{B110376A-BDF7-4D36-8CD9-C7B75FE940A5}"/>
                  </a:ext>
                </a:extLst>
              </p:cNvPr>
              <p:cNvSpPr>
                <a:spLocks/>
              </p:cNvSpPr>
              <p:nvPr/>
            </p:nvSpPr>
            <p:spPr bwMode="auto">
              <a:xfrm>
                <a:off x="10304463" y="1963738"/>
                <a:ext cx="334963" cy="331788"/>
              </a:xfrm>
              <a:custGeom>
                <a:avLst/>
                <a:gdLst>
                  <a:gd name="T0" fmla="*/ 58 w 99"/>
                  <a:gd name="T1" fmla="*/ 80 h 98"/>
                  <a:gd name="T2" fmla="*/ 27 w 99"/>
                  <a:gd name="T3" fmla="*/ 72 h 98"/>
                  <a:gd name="T4" fmla="*/ 27 w 99"/>
                  <a:gd name="T5" fmla="*/ 27 h 98"/>
                  <a:gd name="T6" fmla="*/ 72 w 99"/>
                  <a:gd name="T7" fmla="*/ 27 h 98"/>
                  <a:gd name="T8" fmla="*/ 80 w 99"/>
                  <a:gd name="T9" fmla="*/ 58 h 98"/>
                  <a:gd name="T10" fmla="*/ 90 w 99"/>
                  <a:gd name="T11" fmla="*/ 67 h 98"/>
                  <a:gd name="T12" fmla="*/ 96 w 99"/>
                  <a:gd name="T13" fmla="*/ 67 h 98"/>
                  <a:gd name="T14" fmla="*/ 99 w 99"/>
                  <a:gd name="T15" fmla="*/ 57 h 98"/>
                  <a:gd name="T16" fmla="*/ 92 w 99"/>
                  <a:gd name="T17" fmla="*/ 53 h 98"/>
                  <a:gd name="T18" fmla="*/ 92 w 99"/>
                  <a:gd name="T19" fmla="*/ 53 h 98"/>
                  <a:gd name="T20" fmla="*/ 92 w 99"/>
                  <a:gd name="T21" fmla="*/ 49 h 98"/>
                  <a:gd name="T22" fmla="*/ 92 w 99"/>
                  <a:gd name="T23" fmla="*/ 46 h 98"/>
                  <a:gd name="T24" fmla="*/ 99 w 99"/>
                  <a:gd name="T25" fmla="*/ 41 h 98"/>
                  <a:gd name="T26" fmla="*/ 96 w 99"/>
                  <a:gd name="T27" fmla="*/ 32 h 98"/>
                  <a:gd name="T28" fmla="*/ 88 w 99"/>
                  <a:gd name="T29" fmla="*/ 31 h 98"/>
                  <a:gd name="T30" fmla="*/ 85 w 99"/>
                  <a:gd name="T31" fmla="*/ 25 h 98"/>
                  <a:gd name="T32" fmla="*/ 88 w 99"/>
                  <a:gd name="T33" fmla="*/ 18 h 98"/>
                  <a:gd name="T34" fmla="*/ 81 w 99"/>
                  <a:gd name="T35" fmla="*/ 11 h 98"/>
                  <a:gd name="T36" fmla="*/ 74 w 99"/>
                  <a:gd name="T37" fmla="*/ 14 h 98"/>
                  <a:gd name="T38" fmla="*/ 68 w 99"/>
                  <a:gd name="T39" fmla="*/ 11 h 98"/>
                  <a:gd name="T40" fmla="*/ 67 w 99"/>
                  <a:gd name="T41" fmla="*/ 2 h 98"/>
                  <a:gd name="T42" fmla="*/ 58 w 99"/>
                  <a:gd name="T43" fmla="*/ 0 h 98"/>
                  <a:gd name="T44" fmla="*/ 53 w 99"/>
                  <a:gd name="T45" fmla="*/ 7 h 98"/>
                  <a:gd name="T46" fmla="*/ 53 w 99"/>
                  <a:gd name="T47" fmla="*/ 7 h 98"/>
                  <a:gd name="T48" fmla="*/ 50 w 99"/>
                  <a:gd name="T49" fmla="*/ 6 h 98"/>
                  <a:gd name="T50" fmla="*/ 46 w 99"/>
                  <a:gd name="T51" fmla="*/ 7 h 98"/>
                  <a:gd name="T52" fmla="*/ 46 w 99"/>
                  <a:gd name="T53" fmla="*/ 7 h 98"/>
                  <a:gd name="T54" fmla="*/ 42 w 99"/>
                  <a:gd name="T55" fmla="*/ 0 h 98"/>
                  <a:gd name="T56" fmla="*/ 32 w 99"/>
                  <a:gd name="T57" fmla="*/ 2 h 98"/>
                  <a:gd name="T58" fmla="*/ 31 w 99"/>
                  <a:gd name="T59" fmla="*/ 11 h 98"/>
                  <a:gd name="T60" fmla="*/ 25 w 99"/>
                  <a:gd name="T61" fmla="*/ 14 h 98"/>
                  <a:gd name="T62" fmla="*/ 18 w 99"/>
                  <a:gd name="T63" fmla="*/ 11 h 98"/>
                  <a:gd name="T64" fmla="*/ 11 w 99"/>
                  <a:gd name="T65" fmla="*/ 18 h 98"/>
                  <a:gd name="T66" fmla="*/ 14 w 99"/>
                  <a:gd name="T67" fmla="*/ 25 h 98"/>
                  <a:gd name="T68" fmla="*/ 11 w 99"/>
                  <a:gd name="T69" fmla="*/ 31 h 98"/>
                  <a:gd name="T70" fmla="*/ 3 w 99"/>
                  <a:gd name="T71" fmla="*/ 32 h 98"/>
                  <a:gd name="T72" fmla="*/ 0 w 99"/>
                  <a:gd name="T73" fmla="*/ 41 h 98"/>
                  <a:gd name="T74" fmla="*/ 7 w 99"/>
                  <a:gd name="T75" fmla="*/ 46 h 98"/>
                  <a:gd name="T76" fmla="*/ 7 w 99"/>
                  <a:gd name="T77" fmla="*/ 49 h 98"/>
                  <a:gd name="T78" fmla="*/ 7 w 99"/>
                  <a:gd name="T79" fmla="*/ 53 h 98"/>
                  <a:gd name="T80" fmla="*/ 7 w 99"/>
                  <a:gd name="T81" fmla="*/ 53 h 98"/>
                  <a:gd name="T82" fmla="*/ 0 w 99"/>
                  <a:gd name="T83" fmla="*/ 57 h 98"/>
                  <a:gd name="T84" fmla="*/ 3 w 99"/>
                  <a:gd name="T85" fmla="*/ 67 h 98"/>
                  <a:gd name="T86" fmla="*/ 11 w 99"/>
                  <a:gd name="T87" fmla="*/ 68 h 98"/>
                  <a:gd name="T88" fmla="*/ 14 w 99"/>
                  <a:gd name="T89" fmla="*/ 73 h 98"/>
                  <a:gd name="T90" fmla="*/ 11 w 99"/>
                  <a:gd name="T91" fmla="*/ 81 h 98"/>
                  <a:gd name="T92" fmla="*/ 18 w 99"/>
                  <a:gd name="T93" fmla="*/ 88 h 98"/>
                  <a:gd name="T94" fmla="*/ 25 w 99"/>
                  <a:gd name="T95" fmla="*/ 84 h 98"/>
                  <a:gd name="T96" fmla="*/ 31 w 99"/>
                  <a:gd name="T97" fmla="*/ 88 h 98"/>
                  <a:gd name="T98" fmla="*/ 32 w 99"/>
                  <a:gd name="T99" fmla="*/ 96 h 98"/>
                  <a:gd name="T100" fmla="*/ 42 w 99"/>
                  <a:gd name="T101" fmla="*/ 98 h 98"/>
                  <a:gd name="T102" fmla="*/ 46 w 99"/>
                  <a:gd name="T103" fmla="*/ 92 h 98"/>
                  <a:gd name="T104" fmla="*/ 50 w 99"/>
                  <a:gd name="T105" fmla="*/ 92 h 98"/>
                  <a:gd name="T106" fmla="*/ 53 w 99"/>
                  <a:gd name="T107" fmla="*/ 92 h 98"/>
                  <a:gd name="T108" fmla="*/ 58 w 99"/>
                  <a:gd name="T109" fmla="*/ 98 h 98"/>
                  <a:gd name="T110" fmla="*/ 67 w 99"/>
                  <a:gd name="T111" fmla="*/ 96 h 98"/>
                  <a:gd name="T112" fmla="*/ 68 w 99"/>
                  <a:gd name="T113" fmla="*/ 90 h 98"/>
                  <a:gd name="T114" fmla="*/ 58 w 99"/>
                  <a:gd name="T115" fmla="*/ 80 h 98"/>
                  <a:gd name="T116" fmla="*/ 58 w 99"/>
                  <a:gd name="T117" fmla="*/ 80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99" h="98">
                    <a:moveTo>
                      <a:pt x="58" y="80"/>
                    </a:moveTo>
                    <a:cubicBezTo>
                      <a:pt x="47" y="82"/>
                      <a:pt x="36" y="80"/>
                      <a:pt x="27" y="72"/>
                    </a:cubicBezTo>
                    <a:cubicBezTo>
                      <a:pt x="15" y="59"/>
                      <a:pt x="15" y="39"/>
                      <a:pt x="27" y="27"/>
                    </a:cubicBezTo>
                    <a:cubicBezTo>
                      <a:pt x="39" y="15"/>
                      <a:pt x="60" y="15"/>
                      <a:pt x="72" y="27"/>
                    </a:cubicBezTo>
                    <a:cubicBezTo>
                      <a:pt x="81" y="35"/>
                      <a:pt x="83" y="47"/>
                      <a:pt x="80" y="58"/>
                    </a:cubicBezTo>
                    <a:cubicBezTo>
                      <a:pt x="90" y="67"/>
                      <a:pt x="90" y="67"/>
                      <a:pt x="90" y="67"/>
                    </a:cubicBezTo>
                    <a:cubicBezTo>
                      <a:pt x="96" y="67"/>
                      <a:pt x="96" y="67"/>
                      <a:pt x="96" y="67"/>
                    </a:cubicBezTo>
                    <a:cubicBezTo>
                      <a:pt x="99" y="57"/>
                      <a:pt x="99" y="57"/>
                      <a:pt x="99" y="57"/>
                    </a:cubicBezTo>
                    <a:cubicBezTo>
                      <a:pt x="92" y="53"/>
                      <a:pt x="92" y="53"/>
                      <a:pt x="92" y="53"/>
                    </a:cubicBezTo>
                    <a:cubicBezTo>
                      <a:pt x="92" y="53"/>
                      <a:pt x="92" y="53"/>
                      <a:pt x="92" y="53"/>
                    </a:cubicBezTo>
                    <a:cubicBezTo>
                      <a:pt x="92" y="51"/>
                      <a:pt x="92" y="50"/>
                      <a:pt x="92" y="49"/>
                    </a:cubicBezTo>
                    <a:cubicBezTo>
                      <a:pt x="92" y="48"/>
                      <a:pt x="92" y="47"/>
                      <a:pt x="92" y="46"/>
                    </a:cubicBezTo>
                    <a:cubicBezTo>
                      <a:pt x="99" y="41"/>
                      <a:pt x="99" y="41"/>
                      <a:pt x="99" y="41"/>
                    </a:cubicBezTo>
                    <a:cubicBezTo>
                      <a:pt x="96" y="32"/>
                      <a:pt x="96" y="32"/>
                      <a:pt x="96" y="32"/>
                    </a:cubicBezTo>
                    <a:cubicBezTo>
                      <a:pt x="88" y="31"/>
                      <a:pt x="88" y="31"/>
                      <a:pt x="88" y="31"/>
                    </a:cubicBezTo>
                    <a:cubicBezTo>
                      <a:pt x="87" y="29"/>
                      <a:pt x="86" y="27"/>
                      <a:pt x="85" y="25"/>
                    </a:cubicBezTo>
                    <a:cubicBezTo>
                      <a:pt x="88" y="18"/>
                      <a:pt x="88" y="18"/>
                      <a:pt x="88" y="18"/>
                    </a:cubicBezTo>
                    <a:cubicBezTo>
                      <a:pt x="81" y="11"/>
                      <a:pt x="81" y="11"/>
                      <a:pt x="81" y="11"/>
                    </a:cubicBezTo>
                    <a:cubicBezTo>
                      <a:pt x="74" y="14"/>
                      <a:pt x="74" y="14"/>
                      <a:pt x="74" y="14"/>
                    </a:cubicBezTo>
                    <a:cubicBezTo>
                      <a:pt x="72" y="13"/>
                      <a:pt x="70" y="12"/>
                      <a:pt x="68" y="11"/>
                    </a:cubicBezTo>
                    <a:cubicBezTo>
                      <a:pt x="67" y="2"/>
                      <a:pt x="67" y="2"/>
                      <a:pt x="67" y="2"/>
                    </a:cubicBezTo>
                    <a:cubicBezTo>
                      <a:pt x="58" y="0"/>
                      <a:pt x="58" y="0"/>
                      <a:pt x="58" y="0"/>
                    </a:cubicBezTo>
                    <a:cubicBezTo>
                      <a:pt x="53" y="7"/>
                      <a:pt x="53" y="7"/>
                      <a:pt x="53" y="7"/>
                    </a:cubicBezTo>
                    <a:cubicBezTo>
                      <a:pt x="53" y="7"/>
                      <a:pt x="53" y="7"/>
                      <a:pt x="53" y="7"/>
                    </a:cubicBezTo>
                    <a:cubicBezTo>
                      <a:pt x="52" y="6"/>
                      <a:pt x="51" y="6"/>
                      <a:pt x="50" y="6"/>
                    </a:cubicBezTo>
                    <a:cubicBezTo>
                      <a:pt x="48" y="6"/>
                      <a:pt x="47" y="6"/>
                      <a:pt x="46" y="7"/>
                    </a:cubicBezTo>
                    <a:cubicBezTo>
                      <a:pt x="46" y="7"/>
                      <a:pt x="46" y="7"/>
                      <a:pt x="46" y="7"/>
                    </a:cubicBezTo>
                    <a:cubicBezTo>
                      <a:pt x="42" y="0"/>
                      <a:pt x="42" y="0"/>
                      <a:pt x="42" y="0"/>
                    </a:cubicBezTo>
                    <a:cubicBezTo>
                      <a:pt x="32" y="2"/>
                      <a:pt x="32" y="2"/>
                      <a:pt x="32" y="2"/>
                    </a:cubicBezTo>
                    <a:cubicBezTo>
                      <a:pt x="31" y="11"/>
                      <a:pt x="31" y="11"/>
                      <a:pt x="31" y="11"/>
                    </a:cubicBezTo>
                    <a:cubicBezTo>
                      <a:pt x="29" y="12"/>
                      <a:pt x="27" y="13"/>
                      <a:pt x="25" y="14"/>
                    </a:cubicBezTo>
                    <a:cubicBezTo>
                      <a:pt x="18" y="11"/>
                      <a:pt x="18" y="11"/>
                      <a:pt x="18" y="11"/>
                    </a:cubicBezTo>
                    <a:cubicBezTo>
                      <a:pt x="11" y="18"/>
                      <a:pt x="11" y="18"/>
                      <a:pt x="11" y="18"/>
                    </a:cubicBezTo>
                    <a:cubicBezTo>
                      <a:pt x="14" y="25"/>
                      <a:pt x="14" y="25"/>
                      <a:pt x="14" y="25"/>
                    </a:cubicBezTo>
                    <a:cubicBezTo>
                      <a:pt x="13" y="27"/>
                      <a:pt x="12" y="29"/>
                      <a:pt x="11" y="31"/>
                    </a:cubicBezTo>
                    <a:cubicBezTo>
                      <a:pt x="3" y="32"/>
                      <a:pt x="3" y="32"/>
                      <a:pt x="3" y="32"/>
                    </a:cubicBezTo>
                    <a:cubicBezTo>
                      <a:pt x="0" y="41"/>
                      <a:pt x="0" y="41"/>
                      <a:pt x="0" y="41"/>
                    </a:cubicBezTo>
                    <a:cubicBezTo>
                      <a:pt x="7" y="46"/>
                      <a:pt x="7" y="46"/>
                      <a:pt x="7" y="46"/>
                    </a:cubicBezTo>
                    <a:cubicBezTo>
                      <a:pt x="7" y="47"/>
                      <a:pt x="7" y="48"/>
                      <a:pt x="7" y="49"/>
                    </a:cubicBezTo>
                    <a:cubicBezTo>
                      <a:pt x="7" y="50"/>
                      <a:pt x="7" y="51"/>
                      <a:pt x="7" y="53"/>
                    </a:cubicBezTo>
                    <a:cubicBezTo>
                      <a:pt x="7" y="53"/>
                      <a:pt x="7" y="53"/>
                      <a:pt x="7" y="53"/>
                    </a:cubicBezTo>
                    <a:cubicBezTo>
                      <a:pt x="0" y="57"/>
                      <a:pt x="0" y="57"/>
                      <a:pt x="0" y="57"/>
                    </a:cubicBezTo>
                    <a:cubicBezTo>
                      <a:pt x="3" y="67"/>
                      <a:pt x="3" y="67"/>
                      <a:pt x="3" y="67"/>
                    </a:cubicBezTo>
                    <a:cubicBezTo>
                      <a:pt x="11" y="68"/>
                      <a:pt x="11" y="68"/>
                      <a:pt x="11" y="68"/>
                    </a:cubicBezTo>
                    <a:cubicBezTo>
                      <a:pt x="12" y="69"/>
                      <a:pt x="13" y="72"/>
                      <a:pt x="14" y="73"/>
                    </a:cubicBezTo>
                    <a:cubicBezTo>
                      <a:pt x="11" y="81"/>
                      <a:pt x="11" y="81"/>
                      <a:pt x="11" y="81"/>
                    </a:cubicBezTo>
                    <a:cubicBezTo>
                      <a:pt x="18" y="88"/>
                      <a:pt x="18" y="88"/>
                      <a:pt x="18" y="88"/>
                    </a:cubicBezTo>
                    <a:cubicBezTo>
                      <a:pt x="25" y="84"/>
                      <a:pt x="25" y="84"/>
                      <a:pt x="25" y="84"/>
                    </a:cubicBezTo>
                    <a:cubicBezTo>
                      <a:pt x="27" y="86"/>
                      <a:pt x="29" y="87"/>
                      <a:pt x="31" y="88"/>
                    </a:cubicBezTo>
                    <a:cubicBezTo>
                      <a:pt x="32" y="96"/>
                      <a:pt x="32" y="96"/>
                      <a:pt x="32" y="96"/>
                    </a:cubicBezTo>
                    <a:cubicBezTo>
                      <a:pt x="42" y="98"/>
                      <a:pt x="42" y="98"/>
                      <a:pt x="42" y="98"/>
                    </a:cubicBezTo>
                    <a:cubicBezTo>
                      <a:pt x="46" y="92"/>
                      <a:pt x="46" y="92"/>
                      <a:pt x="46" y="92"/>
                    </a:cubicBezTo>
                    <a:cubicBezTo>
                      <a:pt x="47" y="92"/>
                      <a:pt x="48" y="92"/>
                      <a:pt x="50" y="92"/>
                    </a:cubicBezTo>
                    <a:cubicBezTo>
                      <a:pt x="51" y="92"/>
                      <a:pt x="52" y="92"/>
                      <a:pt x="53" y="92"/>
                    </a:cubicBezTo>
                    <a:cubicBezTo>
                      <a:pt x="58" y="98"/>
                      <a:pt x="58" y="98"/>
                      <a:pt x="58" y="98"/>
                    </a:cubicBezTo>
                    <a:cubicBezTo>
                      <a:pt x="67" y="96"/>
                      <a:pt x="67" y="96"/>
                      <a:pt x="67" y="96"/>
                    </a:cubicBezTo>
                    <a:cubicBezTo>
                      <a:pt x="68" y="90"/>
                      <a:pt x="68" y="90"/>
                      <a:pt x="68" y="90"/>
                    </a:cubicBezTo>
                    <a:cubicBezTo>
                      <a:pt x="58" y="80"/>
                      <a:pt x="58" y="80"/>
                      <a:pt x="58" y="80"/>
                    </a:cubicBezTo>
                    <a:cubicBezTo>
                      <a:pt x="58" y="80"/>
                      <a:pt x="58" y="80"/>
                      <a:pt x="58" y="8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Medium"/>
                  <a:ea typeface="+mn-ea"/>
                  <a:cs typeface="+mn-cs"/>
                </a:endParaRPr>
              </a:p>
            </p:txBody>
          </p:sp>
        </p:grpSp>
      </p:grpSp>
      <p:grpSp>
        <p:nvGrpSpPr>
          <p:cNvPr id="212" name="Groupe 211">
            <a:extLst>
              <a:ext uri="{FF2B5EF4-FFF2-40B4-BE49-F238E27FC236}">
                <a16:creationId xmlns:a16="http://schemas.microsoft.com/office/drawing/2014/main" id="{8A022150-1AB7-4EE2-9F1F-FB43BBA6ED53}"/>
              </a:ext>
            </a:extLst>
          </p:cNvPr>
          <p:cNvGrpSpPr>
            <a:grpSpLocks noChangeAspect="1"/>
          </p:cNvGrpSpPr>
          <p:nvPr/>
        </p:nvGrpSpPr>
        <p:grpSpPr>
          <a:xfrm>
            <a:off x="9581219" y="1171750"/>
            <a:ext cx="616186" cy="576000"/>
            <a:chOff x="4490622" y="5219852"/>
            <a:chExt cx="949325" cy="887412"/>
          </a:xfrm>
          <a:effectLst>
            <a:glow rad="101600">
              <a:sysClr val="window" lastClr="FFFFFF">
                <a:alpha val="60000"/>
              </a:sysClr>
            </a:glow>
          </a:effectLst>
        </p:grpSpPr>
        <p:sp>
          <p:nvSpPr>
            <p:cNvPr id="213" name="Freeform 197">
              <a:extLst>
                <a:ext uri="{FF2B5EF4-FFF2-40B4-BE49-F238E27FC236}">
                  <a16:creationId xmlns:a16="http://schemas.microsoft.com/office/drawing/2014/main" id="{418B10AB-24C5-4420-B764-DFE0B68AB16C}"/>
                </a:ext>
              </a:extLst>
            </p:cNvPr>
            <p:cNvSpPr>
              <a:spLocks noChangeAspect="1"/>
            </p:cNvSpPr>
            <p:nvPr/>
          </p:nvSpPr>
          <p:spPr bwMode="auto">
            <a:xfrm>
              <a:off x="4490622" y="5219852"/>
              <a:ext cx="949325" cy="887412"/>
            </a:xfrm>
            <a:custGeom>
              <a:avLst/>
              <a:gdLst>
                <a:gd name="T0" fmla="*/ 30 w 253"/>
                <a:gd name="T1" fmla="*/ 172 h 236"/>
                <a:gd name="T2" fmla="*/ 74 w 253"/>
                <a:gd name="T3" fmla="*/ 28 h 236"/>
                <a:gd name="T4" fmla="*/ 224 w 253"/>
                <a:gd name="T5" fmla="*/ 71 h 236"/>
                <a:gd name="T6" fmla="*/ 177 w 253"/>
                <a:gd name="T7" fmla="*/ 208 h 236"/>
                <a:gd name="T8" fmla="*/ 30 w 253"/>
                <a:gd name="T9" fmla="*/ 172 h 236"/>
              </a:gdLst>
              <a:ahLst/>
              <a:cxnLst>
                <a:cxn ang="0">
                  <a:pos x="T0" y="T1"/>
                </a:cxn>
                <a:cxn ang="0">
                  <a:pos x="T2" y="T3"/>
                </a:cxn>
                <a:cxn ang="0">
                  <a:pos x="T4" y="T5"/>
                </a:cxn>
                <a:cxn ang="0">
                  <a:pos x="T6" y="T7"/>
                </a:cxn>
                <a:cxn ang="0">
                  <a:pos x="T8" y="T9"/>
                </a:cxn>
              </a:cxnLst>
              <a:rect l="0" t="0" r="r" b="b"/>
              <a:pathLst>
                <a:path w="253" h="236">
                  <a:moveTo>
                    <a:pt x="30" y="172"/>
                  </a:moveTo>
                  <a:cubicBezTo>
                    <a:pt x="0" y="120"/>
                    <a:pt x="20" y="56"/>
                    <a:pt x="74" y="28"/>
                  </a:cubicBezTo>
                  <a:cubicBezTo>
                    <a:pt x="127" y="0"/>
                    <a:pt x="195" y="20"/>
                    <a:pt x="224" y="71"/>
                  </a:cubicBezTo>
                  <a:cubicBezTo>
                    <a:pt x="253" y="122"/>
                    <a:pt x="230" y="181"/>
                    <a:pt x="177" y="208"/>
                  </a:cubicBezTo>
                  <a:cubicBezTo>
                    <a:pt x="123" y="236"/>
                    <a:pt x="59" y="223"/>
                    <a:pt x="30" y="172"/>
                  </a:cubicBezTo>
                </a:path>
              </a:pathLst>
            </a:custGeom>
            <a:solidFill>
              <a:srgbClr val="0070AD"/>
            </a:solidFill>
            <a:ln w="38100">
              <a:solidFill>
                <a:sysClr val="window" lastClr="FFFFF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black"/>
                </a:solidFill>
                <a:effectLst/>
                <a:uLnTx/>
                <a:uFillTx/>
                <a:latin typeface="Ubuntu Medium"/>
                <a:ea typeface="+mn-ea"/>
                <a:cs typeface="+mn-cs"/>
              </a:endParaRPr>
            </a:p>
          </p:txBody>
        </p:sp>
        <p:grpSp>
          <p:nvGrpSpPr>
            <p:cNvPr id="214" name="Groupe 213">
              <a:extLst>
                <a:ext uri="{FF2B5EF4-FFF2-40B4-BE49-F238E27FC236}">
                  <a16:creationId xmlns:a16="http://schemas.microsoft.com/office/drawing/2014/main" id="{B8CE5469-AF4C-4BFF-8050-F4213C906380}"/>
                </a:ext>
              </a:extLst>
            </p:cNvPr>
            <p:cNvGrpSpPr/>
            <p:nvPr/>
          </p:nvGrpSpPr>
          <p:grpSpPr>
            <a:xfrm>
              <a:off x="4719222" y="5426227"/>
              <a:ext cx="544513" cy="488950"/>
              <a:chOff x="4719222" y="5426227"/>
              <a:chExt cx="544513" cy="488950"/>
            </a:xfrm>
          </p:grpSpPr>
          <p:sp>
            <p:nvSpPr>
              <p:cNvPr id="215" name="Freeform 198">
                <a:extLst>
                  <a:ext uri="{FF2B5EF4-FFF2-40B4-BE49-F238E27FC236}">
                    <a16:creationId xmlns:a16="http://schemas.microsoft.com/office/drawing/2014/main" id="{D171C4AC-8632-45EB-8093-257161443DC0}"/>
                  </a:ext>
                </a:extLst>
              </p:cNvPr>
              <p:cNvSpPr>
                <a:spLocks noChangeAspect="1"/>
              </p:cNvSpPr>
              <p:nvPr/>
            </p:nvSpPr>
            <p:spPr bwMode="auto">
              <a:xfrm>
                <a:off x="4925597" y="5588152"/>
                <a:ext cx="338138" cy="150812"/>
              </a:xfrm>
              <a:custGeom>
                <a:avLst/>
                <a:gdLst>
                  <a:gd name="T0" fmla="*/ 90 w 90"/>
                  <a:gd name="T1" fmla="*/ 20 h 40"/>
                  <a:gd name="T2" fmla="*/ 61 w 90"/>
                  <a:gd name="T3" fmla="*/ 0 h 40"/>
                  <a:gd name="T4" fmla="*/ 61 w 90"/>
                  <a:gd name="T5" fmla="*/ 12 h 40"/>
                  <a:gd name="T6" fmla="*/ 0 w 90"/>
                  <a:gd name="T7" fmla="*/ 7 h 40"/>
                  <a:gd name="T8" fmla="*/ 0 w 90"/>
                  <a:gd name="T9" fmla="*/ 35 h 40"/>
                  <a:gd name="T10" fmla="*/ 61 w 90"/>
                  <a:gd name="T11" fmla="*/ 26 h 40"/>
                  <a:gd name="T12" fmla="*/ 61 w 90"/>
                  <a:gd name="T13" fmla="*/ 40 h 40"/>
                  <a:gd name="T14" fmla="*/ 90 w 90"/>
                  <a:gd name="T15" fmla="*/ 20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0" h="40">
                    <a:moveTo>
                      <a:pt x="90" y="20"/>
                    </a:moveTo>
                    <a:cubicBezTo>
                      <a:pt x="61" y="0"/>
                      <a:pt x="61" y="0"/>
                      <a:pt x="61" y="0"/>
                    </a:cubicBezTo>
                    <a:cubicBezTo>
                      <a:pt x="61" y="12"/>
                      <a:pt x="61" y="12"/>
                      <a:pt x="61" y="12"/>
                    </a:cubicBezTo>
                    <a:cubicBezTo>
                      <a:pt x="0" y="7"/>
                      <a:pt x="0" y="7"/>
                      <a:pt x="0" y="7"/>
                    </a:cubicBezTo>
                    <a:cubicBezTo>
                      <a:pt x="9" y="24"/>
                      <a:pt x="0" y="35"/>
                      <a:pt x="0" y="35"/>
                    </a:cubicBezTo>
                    <a:cubicBezTo>
                      <a:pt x="61" y="26"/>
                      <a:pt x="61" y="26"/>
                      <a:pt x="61" y="26"/>
                    </a:cubicBezTo>
                    <a:cubicBezTo>
                      <a:pt x="61" y="40"/>
                      <a:pt x="61" y="40"/>
                      <a:pt x="61" y="40"/>
                    </a:cubicBezTo>
                    <a:lnTo>
                      <a:pt x="90" y="20"/>
                    </a:lnTo>
                    <a:close/>
                  </a:path>
                </a:pathLst>
              </a:custGeom>
              <a:solidFill>
                <a:srgbClr val="12ABDB">
                  <a:lumMod val="60000"/>
                  <a:lumOff val="4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black"/>
                  </a:solidFill>
                  <a:effectLst/>
                  <a:uLnTx/>
                  <a:uFillTx/>
                  <a:latin typeface="Ubuntu Medium"/>
                  <a:ea typeface="+mn-ea"/>
                  <a:cs typeface="+mn-cs"/>
                </a:endParaRPr>
              </a:p>
            </p:txBody>
          </p:sp>
          <p:sp>
            <p:nvSpPr>
              <p:cNvPr id="216" name="Freeform 199">
                <a:extLst>
                  <a:ext uri="{FF2B5EF4-FFF2-40B4-BE49-F238E27FC236}">
                    <a16:creationId xmlns:a16="http://schemas.microsoft.com/office/drawing/2014/main" id="{9C2D6A3F-3A23-42C7-862C-A449480B6CB9}"/>
                  </a:ext>
                </a:extLst>
              </p:cNvPr>
              <p:cNvSpPr>
                <a:spLocks noChangeAspect="1"/>
              </p:cNvSpPr>
              <p:nvPr/>
            </p:nvSpPr>
            <p:spPr bwMode="auto">
              <a:xfrm>
                <a:off x="4719222" y="5426227"/>
                <a:ext cx="338138" cy="147637"/>
              </a:xfrm>
              <a:custGeom>
                <a:avLst/>
                <a:gdLst>
                  <a:gd name="T0" fmla="*/ 90 w 90"/>
                  <a:gd name="T1" fmla="*/ 19 h 39"/>
                  <a:gd name="T2" fmla="*/ 61 w 90"/>
                  <a:gd name="T3" fmla="*/ 0 h 39"/>
                  <a:gd name="T4" fmla="*/ 61 w 90"/>
                  <a:gd name="T5" fmla="*/ 11 h 39"/>
                  <a:gd name="T6" fmla="*/ 0 w 90"/>
                  <a:gd name="T7" fmla="*/ 7 h 39"/>
                  <a:gd name="T8" fmla="*/ 0 w 90"/>
                  <a:gd name="T9" fmla="*/ 34 h 39"/>
                  <a:gd name="T10" fmla="*/ 61 w 90"/>
                  <a:gd name="T11" fmla="*/ 26 h 39"/>
                  <a:gd name="T12" fmla="*/ 61 w 90"/>
                  <a:gd name="T13" fmla="*/ 39 h 39"/>
                  <a:gd name="T14" fmla="*/ 90 w 90"/>
                  <a:gd name="T15" fmla="*/ 19 h 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0" h="39">
                    <a:moveTo>
                      <a:pt x="90" y="19"/>
                    </a:moveTo>
                    <a:cubicBezTo>
                      <a:pt x="61" y="0"/>
                      <a:pt x="61" y="0"/>
                      <a:pt x="61" y="0"/>
                    </a:cubicBezTo>
                    <a:cubicBezTo>
                      <a:pt x="61" y="11"/>
                      <a:pt x="61" y="11"/>
                      <a:pt x="61" y="11"/>
                    </a:cubicBezTo>
                    <a:cubicBezTo>
                      <a:pt x="0" y="7"/>
                      <a:pt x="0" y="7"/>
                      <a:pt x="0" y="7"/>
                    </a:cubicBezTo>
                    <a:cubicBezTo>
                      <a:pt x="9" y="24"/>
                      <a:pt x="0" y="34"/>
                      <a:pt x="0" y="34"/>
                    </a:cubicBezTo>
                    <a:cubicBezTo>
                      <a:pt x="61" y="26"/>
                      <a:pt x="61" y="26"/>
                      <a:pt x="61" y="26"/>
                    </a:cubicBezTo>
                    <a:cubicBezTo>
                      <a:pt x="61" y="39"/>
                      <a:pt x="61" y="39"/>
                      <a:pt x="61" y="39"/>
                    </a:cubicBezTo>
                    <a:lnTo>
                      <a:pt x="90" y="1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black"/>
                  </a:solidFill>
                  <a:effectLst/>
                  <a:uLnTx/>
                  <a:uFillTx/>
                  <a:latin typeface="Ubuntu Medium"/>
                  <a:ea typeface="+mn-ea"/>
                  <a:cs typeface="+mn-cs"/>
                </a:endParaRPr>
              </a:p>
            </p:txBody>
          </p:sp>
          <p:sp>
            <p:nvSpPr>
              <p:cNvPr id="217" name="Freeform 200">
                <a:extLst>
                  <a:ext uri="{FF2B5EF4-FFF2-40B4-BE49-F238E27FC236}">
                    <a16:creationId xmlns:a16="http://schemas.microsoft.com/office/drawing/2014/main" id="{8D491384-BD48-4B81-BBDD-B4B3CD2E3B6E}"/>
                  </a:ext>
                </a:extLst>
              </p:cNvPr>
              <p:cNvSpPr>
                <a:spLocks noChangeAspect="1"/>
              </p:cNvSpPr>
              <p:nvPr/>
            </p:nvSpPr>
            <p:spPr bwMode="auto">
              <a:xfrm>
                <a:off x="4782722" y="5769127"/>
                <a:ext cx="338138" cy="146050"/>
              </a:xfrm>
              <a:custGeom>
                <a:avLst/>
                <a:gdLst>
                  <a:gd name="T0" fmla="*/ 90 w 90"/>
                  <a:gd name="T1" fmla="*/ 19 h 39"/>
                  <a:gd name="T2" fmla="*/ 61 w 90"/>
                  <a:gd name="T3" fmla="*/ 0 h 39"/>
                  <a:gd name="T4" fmla="*/ 61 w 90"/>
                  <a:gd name="T5" fmla="*/ 11 h 39"/>
                  <a:gd name="T6" fmla="*/ 0 w 90"/>
                  <a:gd name="T7" fmla="*/ 7 h 39"/>
                  <a:gd name="T8" fmla="*/ 0 w 90"/>
                  <a:gd name="T9" fmla="*/ 34 h 39"/>
                  <a:gd name="T10" fmla="*/ 61 w 90"/>
                  <a:gd name="T11" fmla="*/ 26 h 39"/>
                  <a:gd name="T12" fmla="*/ 60 w 90"/>
                  <a:gd name="T13" fmla="*/ 39 h 39"/>
                  <a:gd name="T14" fmla="*/ 90 w 90"/>
                  <a:gd name="T15" fmla="*/ 19 h 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0" h="39">
                    <a:moveTo>
                      <a:pt x="90" y="19"/>
                    </a:moveTo>
                    <a:cubicBezTo>
                      <a:pt x="61" y="0"/>
                      <a:pt x="61" y="0"/>
                      <a:pt x="61" y="0"/>
                    </a:cubicBezTo>
                    <a:cubicBezTo>
                      <a:pt x="61" y="11"/>
                      <a:pt x="61" y="11"/>
                      <a:pt x="61" y="11"/>
                    </a:cubicBezTo>
                    <a:cubicBezTo>
                      <a:pt x="0" y="7"/>
                      <a:pt x="0" y="7"/>
                      <a:pt x="0" y="7"/>
                    </a:cubicBezTo>
                    <a:cubicBezTo>
                      <a:pt x="9" y="24"/>
                      <a:pt x="0" y="34"/>
                      <a:pt x="0" y="34"/>
                    </a:cubicBezTo>
                    <a:cubicBezTo>
                      <a:pt x="61" y="26"/>
                      <a:pt x="61" y="26"/>
                      <a:pt x="61" y="26"/>
                    </a:cubicBezTo>
                    <a:cubicBezTo>
                      <a:pt x="60" y="39"/>
                      <a:pt x="60" y="39"/>
                      <a:pt x="60" y="39"/>
                    </a:cubicBezTo>
                    <a:lnTo>
                      <a:pt x="90" y="1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black"/>
                  </a:solidFill>
                  <a:effectLst/>
                  <a:uLnTx/>
                  <a:uFillTx/>
                  <a:latin typeface="Ubuntu Medium"/>
                  <a:ea typeface="+mn-ea"/>
                  <a:cs typeface="+mn-cs"/>
                </a:endParaRPr>
              </a:p>
            </p:txBody>
          </p:sp>
        </p:grpSp>
      </p:grpSp>
      <p:grpSp>
        <p:nvGrpSpPr>
          <p:cNvPr id="218" name="Groupe 217">
            <a:extLst>
              <a:ext uri="{FF2B5EF4-FFF2-40B4-BE49-F238E27FC236}">
                <a16:creationId xmlns:a16="http://schemas.microsoft.com/office/drawing/2014/main" id="{76D205D1-DF01-42FF-A2FB-02434AA61AAA}"/>
              </a:ext>
            </a:extLst>
          </p:cNvPr>
          <p:cNvGrpSpPr>
            <a:grpSpLocks noChangeAspect="1"/>
          </p:cNvGrpSpPr>
          <p:nvPr/>
        </p:nvGrpSpPr>
        <p:grpSpPr>
          <a:xfrm>
            <a:off x="2147236" y="2603697"/>
            <a:ext cx="616442" cy="576000"/>
            <a:chOff x="2425980" y="892880"/>
            <a:chExt cx="863463" cy="806815"/>
          </a:xfrm>
        </p:grpSpPr>
        <p:sp>
          <p:nvSpPr>
            <p:cNvPr id="219" name="Freeform 164">
              <a:extLst>
                <a:ext uri="{FF2B5EF4-FFF2-40B4-BE49-F238E27FC236}">
                  <a16:creationId xmlns:a16="http://schemas.microsoft.com/office/drawing/2014/main" id="{89BAEBA2-58D7-4BB8-9148-E290BFA87802}"/>
                </a:ext>
              </a:extLst>
            </p:cNvPr>
            <p:cNvSpPr>
              <a:spLocks/>
            </p:cNvSpPr>
            <p:nvPr/>
          </p:nvSpPr>
          <p:spPr bwMode="auto">
            <a:xfrm>
              <a:off x="2425980" y="892880"/>
              <a:ext cx="863463" cy="806815"/>
            </a:xfrm>
            <a:custGeom>
              <a:avLst/>
              <a:gdLst>
                <a:gd name="T0" fmla="*/ 37 w 415"/>
                <a:gd name="T1" fmla="*/ 259 h 386"/>
                <a:gd name="T2" fmla="*/ 142 w 415"/>
                <a:gd name="T3" fmla="*/ 34 h 386"/>
                <a:gd name="T4" fmla="*/ 379 w 415"/>
                <a:gd name="T5" fmla="*/ 138 h 386"/>
                <a:gd name="T6" fmla="*/ 270 w 415"/>
                <a:gd name="T7" fmla="*/ 353 h 386"/>
                <a:gd name="T8" fmla="*/ 37 w 415"/>
                <a:gd name="T9" fmla="*/ 259 h 386"/>
              </a:gdLst>
              <a:ahLst/>
              <a:cxnLst>
                <a:cxn ang="0">
                  <a:pos x="T0" y="T1"/>
                </a:cxn>
                <a:cxn ang="0">
                  <a:pos x="T2" y="T3"/>
                </a:cxn>
                <a:cxn ang="0">
                  <a:pos x="T4" y="T5"/>
                </a:cxn>
                <a:cxn ang="0">
                  <a:pos x="T6" y="T7"/>
                </a:cxn>
                <a:cxn ang="0">
                  <a:pos x="T8" y="T9"/>
                </a:cxn>
              </a:cxnLst>
              <a:rect l="0" t="0" r="r" b="b"/>
              <a:pathLst>
                <a:path w="415" h="386">
                  <a:moveTo>
                    <a:pt x="37" y="259"/>
                  </a:moveTo>
                  <a:cubicBezTo>
                    <a:pt x="0" y="168"/>
                    <a:pt x="47" y="67"/>
                    <a:pt x="142" y="34"/>
                  </a:cubicBezTo>
                  <a:cubicBezTo>
                    <a:pt x="236" y="0"/>
                    <a:pt x="342" y="47"/>
                    <a:pt x="379" y="138"/>
                  </a:cubicBezTo>
                  <a:cubicBezTo>
                    <a:pt x="415" y="229"/>
                    <a:pt x="364" y="319"/>
                    <a:pt x="270" y="353"/>
                  </a:cubicBezTo>
                  <a:cubicBezTo>
                    <a:pt x="176" y="386"/>
                    <a:pt x="73" y="350"/>
                    <a:pt x="37" y="259"/>
                  </a:cubicBezTo>
                </a:path>
              </a:pathLst>
            </a:custGeom>
            <a:solidFill>
              <a:srgbClr val="0070AD"/>
            </a:solidFill>
            <a:ln w="38100">
              <a:solidFill>
                <a:sysClr val="window" lastClr="FFFFFF"/>
              </a:solidFill>
            </a:ln>
          </p:spPr>
          <p:txBody>
            <a:bodyPr vert="horz" wrap="square" lIns="74295" tIns="37148" rIns="74295" bIns="37148" numCol="1" anchor="t" anchorCtr="0" compatLnSpc="1">
              <a:prstTxWarp prst="textNoShape">
                <a:avLst/>
              </a:prstTxWarp>
            </a:bodyPr>
            <a:lstStyle/>
            <a:p>
              <a:pPr marL="0" marR="0" lvl="0" indent="0" algn="l" defTabSz="74295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Ubuntu Medium"/>
                <a:ea typeface="+mn-ea"/>
                <a:cs typeface="+mn-cs"/>
              </a:endParaRPr>
            </a:p>
          </p:txBody>
        </p:sp>
        <p:sp>
          <p:nvSpPr>
            <p:cNvPr id="220" name="Freeform 51">
              <a:extLst>
                <a:ext uri="{FF2B5EF4-FFF2-40B4-BE49-F238E27FC236}">
                  <a16:creationId xmlns:a16="http://schemas.microsoft.com/office/drawing/2014/main" id="{F3E3DB9C-7A00-4324-8D57-A7E8547443EF}"/>
                </a:ext>
              </a:extLst>
            </p:cNvPr>
            <p:cNvSpPr>
              <a:spLocks/>
            </p:cNvSpPr>
            <p:nvPr/>
          </p:nvSpPr>
          <p:spPr bwMode="auto">
            <a:xfrm>
              <a:off x="2806940" y="1042790"/>
              <a:ext cx="100229" cy="101131"/>
            </a:xfrm>
            <a:custGeom>
              <a:avLst/>
              <a:gdLst>
                <a:gd name="T0" fmla="*/ 276 w 362"/>
                <a:gd name="T1" fmla="*/ 311 h 363"/>
                <a:gd name="T2" fmla="*/ 310 w 362"/>
                <a:gd name="T3" fmla="*/ 87 h 363"/>
                <a:gd name="T4" fmla="*/ 87 w 362"/>
                <a:gd name="T5" fmla="*/ 53 h 363"/>
                <a:gd name="T6" fmla="*/ 53 w 362"/>
                <a:gd name="T7" fmla="*/ 276 h 363"/>
                <a:gd name="T8" fmla="*/ 276 w 362"/>
                <a:gd name="T9" fmla="*/ 311 h 363"/>
              </a:gdLst>
              <a:ahLst/>
              <a:cxnLst>
                <a:cxn ang="0">
                  <a:pos x="T0" y="T1"/>
                </a:cxn>
                <a:cxn ang="0">
                  <a:pos x="T2" y="T3"/>
                </a:cxn>
                <a:cxn ang="0">
                  <a:pos x="T4" y="T5"/>
                </a:cxn>
                <a:cxn ang="0">
                  <a:pos x="T6" y="T7"/>
                </a:cxn>
                <a:cxn ang="0">
                  <a:pos x="T8" y="T9"/>
                </a:cxn>
              </a:cxnLst>
              <a:rect l="0" t="0" r="r" b="b"/>
              <a:pathLst>
                <a:path w="362" h="363">
                  <a:moveTo>
                    <a:pt x="276" y="311"/>
                  </a:moveTo>
                  <a:cubicBezTo>
                    <a:pt x="347" y="258"/>
                    <a:pt x="362" y="158"/>
                    <a:pt x="310" y="87"/>
                  </a:cubicBezTo>
                  <a:cubicBezTo>
                    <a:pt x="258" y="16"/>
                    <a:pt x="158" y="0"/>
                    <a:pt x="87" y="53"/>
                  </a:cubicBezTo>
                  <a:cubicBezTo>
                    <a:pt x="16" y="105"/>
                    <a:pt x="0" y="205"/>
                    <a:pt x="53" y="276"/>
                  </a:cubicBezTo>
                  <a:cubicBezTo>
                    <a:pt x="105" y="347"/>
                    <a:pt x="205" y="363"/>
                    <a:pt x="276" y="311"/>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latin typeface="Ubuntu Medium"/>
                <a:ea typeface="+mn-ea"/>
                <a:cs typeface="+mn-cs"/>
              </a:endParaRPr>
            </a:p>
          </p:txBody>
        </p:sp>
        <p:sp>
          <p:nvSpPr>
            <p:cNvPr id="221" name="Freeform 52">
              <a:extLst>
                <a:ext uri="{FF2B5EF4-FFF2-40B4-BE49-F238E27FC236}">
                  <a16:creationId xmlns:a16="http://schemas.microsoft.com/office/drawing/2014/main" id="{BBD41455-499B-4E49-872A-5FC6BC054BAC}"/>
                </a:ext>
              </a:extLst>
            </p:cNvPr>
            <p:cNvSpPr>
              <a:spLocks/>
            </p:cNvSpPr>
            <p:nvPr/>
          </p:nvSpPr>
          <p:spPr bwMode="auto">
            <a:xfrm>
              <a:off x="2623639" y="1271238"/>
              <a:ext cx="195942" cy="211292"/>
            </a:xfrm>
            <a:custGeom>
              <a:avLst/>
              <a:gdLst>
                <a:gd name="T0" fmla="*/ 682 w 704"/>
                <a:gd name="T1" fmla="*/ 309 h 760"/>
                <a:gd name="T2" fmla="*/ 581 w 704"/>
                <a:gd name="T3" fmla="*/ 145 h 760"/>
                <a:gd name="T4" fmla="*/ 246 w 704"/>
                <a:gd name="T5" fmla="*/ 0 h 760"/>
                <a:gd name="T6" fmla="*/ 16 w 704"/>
                <a:gd name="T7" fmla="*/ 648 h 760"/>
                <a:gd name="T8" fmla="*/ 67 w 704"/>
                <a:gd name="T9" fmla="*/ 755 h 760"/>
                <a:gd name="T10" fmla="*/ 95 w 704"/>
                <a:gd name="T11" fmla="*/ 760 h 760"/>
                <a:gd name="T12" fmla="*/ 174 w 704"/>
                <a:gd name="T13" fmla="*/ 704 h 760"/>
                <a:gd name="T14" fmla="*/ 378 w 704"/>
                <a:gd name="T15" fmla="*/ 131 h 760"/>
                <a:gd name="T16" fmla="*/ 528 w 704"/>
                <a:gd name="T17" fmla="*/ 378 h 760"/>
                <a:gd name="T18" fmla="*/ 535 w 704"/>
                <a:gd name="T19" fmla="*/ 678 h 760"/>
                <a:gd name="T20" fmla="*/ 619 w 704"/>
                <a:gd name="T21" fmla="*/ 760 h 760"/>
                <a:gd name="T22" fmla="*/ 621 w 704"/>
                <a:gd name="T23" fmla="*/ 760 h 760"/>
                <a:gd name="T24" fmla="*/ 703 w 704"/>
                <a:gd name="T25" fmla="*/ 674 h 760"/>
                <a:gd name="T26" fmla="*/ 695 w 704"/>
                <a:gd name="T27" fmla="*/ 351 h 760"/>
                <a:gd name="T28" fmla="*/ 682 w 704"/>
                <a:gd name="T29" fmla="*/ 309 h 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4" h="760">
                  <a:moveTo>
                    <a:pt x="682" y="309"/>
                  </a:moveTo>
                  <a:cubicBezTo>
                    <a:pt x="581" y="145"/>
                    <a:pt x="581" y="145"/>
                    <a:pt x="581" y="145"/>
                  </a:cubicBezTo>
                  <a:cubicBezTo>
                    <a:pt x="246" y="0"/>
                    <a:pt x="246" y="0"/>
                    <a:pt x="246" y="0"/>
                  </a:cubicBezTo>
                  <a:cubicBezTo>
                    <a:pt x="16" y="648"/>
                    <a:pt x="16" y="648"/>
                    <a:pt x="16" y="648"/>
                  </a:cubicBezTo>
                  <a:cubicBezTo>
                    <a:pt x="0" y="691"/>
                    <a:pt x="23" y="739"/>
                    <a:pt x="67" y="755"/>
                  </a:cubicBezTo>
                  <a:cubicBezTo>
                    <a:pt x="76" y="758"/>
                    <a:pt x="86" y="760"/>
                    <a:pt x="95" y="760"/>
                  </a:cubicBezTo>
                  <a:cubicBezTo>
                    <a:pt x="129" y="760"/>
                    <a:pt x="162" y="738"/>
                    <a:pt x="174" y="704"/>
                  </a:cubicBezTo>
                  <a:cubicBezTo>
                    <a:pt x="378" y="131"/>
                    <a:pt x="378" y="131"/>
                    <a:pt x="378" y="131"/>
                  </a:cubicBezTo>
                  <a:cubicBezTo>
                    <a:pt x="380" y="137"/>
                    <a:pt x="528" y="378"/>
                    <a:pt x="528" y="378"/>
                  </a:cubicBezTo>
                  <a:cubicBezTo>
                    <a:pt x="535" y="678"/>
                    <a:pt x="535" y="678"/>
                    <a:pt x="535" y="678"/>
                  </a:cubicBezTo>
                  <a:cubicBezTo>
                    <a:pt x="536" y="723"/>
                    <a:pt x="574" y="760"/>
                    <a:pt x="619" y="760"/>
                  </a:cubicBezTo>
                  <a:cubicBezTo>
                    <a:pt x="620" y="760"/>
                    <a:pt x="620" y="760"/>
                    <a:pt x="621" y="760"/>
                  </a:cubicBezTo>
                  <a:cubicBezTo>
                    <a:pt x="667" y="758"/>
                    <a:pt x="704" y="720"/>
                    <a:pt x="703" y="674"/>
                  </a:cubicBezTo>
                  <a:cubicBezTo>
                    <a:pt x="695" y="351"/>
                    <a:pt x="695" y="351"/>
                    <a:pt x="695" y="351"/>
                  </a:cubicBezTo>
                  <a:cubicBezTo>
                    <a:pt x="695" y="337"/>
                    <a:pt x="690" y="322"/>
                    <a:pt x="682" y="309"/>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latin typeface="Ubuntu Medium"/>
                <a:ea typeface="+mn-ea"/>
                <a:cs typeface="+mn-cs"/>
              </a:endParaRPr>
            </a:p>
          </p:txBody>
        </p:sp>
        <p:sp>
          <p:nvSpPr>
            <p:cNvPr id="222" name="Freeform 53">
              <a:extLst>
                <a:ext uri="{FF2B5EF4-FFF2-40B4-BE49-F238E27FC236}">
                  <a16:creationId xmlns:a16="http://schemas.microsoft.com/office/drawing/2014/main" id="{CBFCB0D7-B7D6-45A1-88FA-7566F09D2189}"/>
                </a:ext>
              </a:extLst>
            </p:cNvPr>
            <p:cNvSpPr>
              <a:spLocks noEditPoints="1"/>
            </p:cNvSpPr>
            <p:nvPr/>
          </p:nvSpPr>
          <p:spPr bwMode="auto">
            <a:xfrm>
              <a:off x="2617319" y="1130377"/>
              <a:ext cx="317841" cy="222128"/>
            </a:xfrm>
            <a:custGeom>
              <a:avLst/>
              <a:gdLst>
                <a:gd name="T0" fmla="*/ 1093 w 1145"/>
                <a:gd name="T1" fmla="*/ 801 h 801"/>
                <a:gd name="T2" fmla="*/ 1145 w 1145"/>
                <a:gd name="T3" fmla="*/ 714 h 801"/>
                <a:gd name="T4" fmla="*/ 947 w 1145"/>
                <a:gd name="T5" fmla="*/ 628 h 801"/>
                <a:gd name="T6" fmla="*/ 916 w 1145"/>
                <a:gd name="T7" fmla="*/ 427 h 801"/>
                <a:gd name="T8" fmla="*/ 839 w 1145"/>
                <a:gd name="T9" fmla="*/ 139 h 801"/>
                <a:gd name="T10" fmla="*/ 541 w 1145"/>
                <a:gd name="T11" fmla="*/ 0 h 801"/>
                <a:gd name="T12" fmla="*/ 534 w 1145"/>
                <a:gd name="T13" fmla="*/ 0 h 801"/>
                <a:gd name="T14" fmla="*/ 275 w 1145"/>
                <a:gd name="T15" fmla="*/ 52 h 801"/>
                <a:gd name="T16" fmla="*/ 115 w 1145"/>
                <a:gd name="T17" fmla="*/ 267 h 801"/>
                <a:gd name="T18" fmla="*/ 76 w 1145"/>
                <a:gd name="T19" fmla="*/ 250 h 801"/>
                <a:gd name="T20" fmla="*/ 11 w 1145"/>
                <a:gd name="T21" fmla="*/ 276 h 801"/>
                <a:gd name="T22" fmla="*/ 37 w 1145"/>
                <a:gd name="T23" fmla="*/ 342 h 801"/>
                <a:gd name="T24" fmla="*/ 1093 w 1145"/>
                <a:gd name="T25" fmla="*/ 801 h 801"/>
                <a:gd name="T26" fmla="*/ 760 w 1145"/>
                <a:gd name="T27" fmla="*/ 265 h 801"/>
                <a:gd name="T28" fmla="*/ 798 w 1145"/>
                <a:gd name="T29" fmla="*/ 448 h 801"/>
                <a:gd name="T30" fmla="*/ 818 w 1145"/>
                <a:gd name="T31" fmla="*/ 572 h 801"/>
                <a:gd name="T32" fmla="*/ 609 w 1145"/>
                <a:gd name="T33" fmla="*/ 481 h 801"/>
                <a:gd name="T34" fmla="*/ 760 w 1145"/>
                <a:gd name="T35" fmla="*/ 265 h 801"/>
                <a:gd name="T36" fmla="*/ 338 w 1145"/>
                <a:gd name="T37" fmla="*/ 154 h 801"/>
                <a:gd name="T38" fmla="*/ 504 w 1145"/>
                <a:gd name="T39" fmla="*/ 122 h 801"/>
                <a:gd name="T40" fmla="*/ 339 w 1145"/>
                <a:gd name="T41" fmla="*/ 364 h 801"/>
                <a:gd name="T42" fmla="*/ 226 w 1145"/>
                <a:gd name="T43" fmla="*/ 315 h 801"/>
                <a:gd name="T44" fmla="*/ 338 w 1145"/>
                <a:gd name="T45" fmla="*/ 154 h 8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145" h="801">
                  <a:moveTo>
                    <a:pt x="1093" y="801"/>
                  </a:moveTo>
                  <a:cubicBezTo>
                    <a:pt x="1145" y="714"/>
                    <a:pt x="1145" y="714"/>
                    <a:pt x="1145" y="714"/>
                  </a:cubicBezTo>
                  <a:cubicBezTo>
                    <a:pt x="947" y="628"/>
                    <a:pt x="947" y="628"/>
                    <a:pt x="947" y="628"/>
                  </a:cubicBezTo>
                  <a:cubicBezTo>
                    <a:pt x="943" y="596"/>
                    <a:pt x="931" y="513"/>
                    <a:pt x="916" y="427"/>
                  </a:cubicBezTo>
                  <a:cubicBezTo>
                    <a:pt x="879" y="219"/>
                    <a:pt x="856" y="164"/>
                    <a:pt x="839" y="139"/>
                  </a:cubicBezTo>
                  <a:cubicBezTo>
                    <a:pt x="783" y="54"/>
                    <a:pt x="666" y="0"/>
                    <a:pt x="541" y="0"/>
                  </a:cubicBezTo>
                  <a:cubicBezTo>
                    <a:pt x="540" y="0"/>
                    <a:pt x="535" y="0"/>
                    <a:pt x="534" y="0"/>
                  </a:cubicBezTo>
                  <a:cubicBezTo>
                    <a:pt x="503" y="1"/>
                    <a:pt x="342" y="11"/>
                    <a:pt x="275" y="52"/>
                  </a:cubicBezTo>
                  <a:cubicBezTo>
                    <a:pt x="222" y="85"/>
                    <a:pt x="153" y="199"/>
                    <a:pt x="115" y="267"/>
                  </a:cubicBezTo>
                  <a:cubicBezTo>
                    <a:pt x="76" y="250"/>
                    <a:pt x="76" y="250"/>
                    <a:pt x="76" y="250"/>
                  </a:cubicBezTo>
                  <a:cubicBezTo>
                    <a:pt x="51" y="239"/>
                    <a:pt x="22" y="251"/>
                    <a:pt x="11" y="276"/>
                  </a:cubicBezTo>
                  <a:cubicBezTo>
                    <a:pt x="0" y="302"/>
                    <a:pt x="11" y="331"/>
                    <a:pt x="37" y="342"/>
                  </a:cubicBezTo>
                  <a:lnTo>
                    <a:pt x="1093" y="801"/>
                  </a:lnTo>
                  <a:close/>
                  <a:moveTo>
                    <a:pt x="760" y="265"/>
                  </a:moveTo>
                  <a:cubicBezTo>
                    <a:pt x="769" y="301"/>
                    <a:pt x="782" y="358"/>
                    <a:pt x="798" y="448"/>
                  </a:cubicBezTo>
                  <a:cubicBezTo>
                    <a:pt x="805" y="493"/>
                    <a:pt x="812" y="536"/>
                    <a:pt x="818" y="572"/>
                  </a:cubicBezTo>
                  <a:cubicBezTo>
                    <a:pt x="609" y="481"/>
                    <a:pt x="609" y="481"/>
                    <a:pt x="609" y="481"/>
                  </a:cubicBezTo>
                  <a:lnTo>
                    <a:pt x="760" y="265"/>
                  </a:lnTo>
                  <a:close/>
                  <a:moveTo>
                    <a:pt x="338" y="154"/>
                  </a:moveTo>
                  <a:cubicBezTo>
                    <a:pt x="361" y="140"/>
                    <a:pt x="435" y="128"/>
                    <a:pt x="504" y="122"/>
                  </a:cubicBezTo>
                  <a:cubicBezTo>
                    <a:pt x="452" y="197"/>
                    <a:pt x="380" y="304"/>
                    <a:pt x="339" y="364"/>
                  </a:cubicBezTo>
                  <a:cubicBezTo>
                    <a:pt x="226" y="315"/>
                    <a:pt x="226" y="315"/>
                    <a:pt x="226" y="315"/>
                  </a:cubicBezTo>
                  <a:cubicBezTo>
                    <a:pt x="271" y="236"/>
                    <a:pt x="319" y="166"/>
                    <a:pt x="338" y="154"/>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latin typeface="Ubuntu Medium"/>
                <a:ea typeface="+mn-ea"/>
                <a:cs typeface="+mn-cs"/>
              </a:endParaRPr>
            </a:p>
          </p:txBody>
        </p:sp>
        <p:sp>
          <p:nvSpPr>
            <p:cNvPr id="223" name="Freeform 54">
              <a:extLst>
                <a:ext uri="{FF2B5EF4-FFF2-40B4-BE49-F238E27FC236}">
                  <a16:creationId xmlns:a16="http://schemas.microsoft.com/office/drawing/2014/main" id="{6132A370-622F-4CE9-86D3-1825F2195422}"/>
                </a:ext>
              </a:extLst>
            </p:cNvPr>
            <p:cNvSpPr>
              <a:spLocks/>
            </p:cNvSpPr>
            <p:nvPr/>
          </p:nvSpPr>
          <p:spPr bwMode="auto">
            <a:xfrm>
              <a:off x="2841253" y="1307357"/>
              <a:ext cx="282626" cy="176077"/>
            </a:xfrm>
            <a:custGeom>
              <a:avLst/>
              <a:gdLst>
                <a:gd name="T0" fmla="*/ 610 w 1020"/>
                <a:gd name="T1" fmla="*/ 48 h 631"/>
                <a:gd name="T2" fmla="*/ 516 w 1020"/>
                <a:gd name="T3" fmla="*/ 1 h 631"/>
                <a:gd name="T4" fmla="*/ 426 w 1020"/>
                <a:gd name="T5" fmla="*/ 55 h 631"/>
                <a:gd name="T6" fmla="*/ 303 w 1020"/>
                <a:gd name="T7" fmla="*/ 260 h 631"/>
                <a:gd name="T8" fmla="*/ 206 w 1020"/>
                <a:gd name="T9" fmla="*/ 293 h 631"/>
                <a:gd name="T10" fmla="*/ 143 w 1020"/>
                <a:gd name="T11" fmla="*/ 348 h 631"/>
                <a:gd name="T12" fmla="*/ 0 w 1020"/>
                <a:gd name="T13" fmla="*/ 631 h 631"/>
                <a:gd name="T14" fmla="*/ 1020 w 1020"/>
                <a:gd name="T15" fmla="*/ 631 h 631"/>
                <a:gd name="T16" fmla="*/ 610 w 1020"/>
                <a:gd name="T17" fmla="*/ 48 h 6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20" h="631">
                  <a:moveTo>
                    <a:pt x="610" y="48"/>
                  </a:moveTo>
                  <a:cubicBezTo>
                    <a:pt x="589" y="17"/>
                    <a:pt x="553" y="0"/>
                    <a:pt x="516" y="1"/>
                  </a:cubicBezTo>
                  <a:cubicBezTo>
                    <a:pt x="479" y="3"/>
                    <a:pt x="445" y="23"/>
                    <a:pt x="426" y="55"/>
                  </a:cubicBezTo>
                  <a:cubicBezTo>
                    <a:pt x="303" y="260"/>
                    <a:pt x="303" y="260"/>
                    <a:pt x="303" y="260"/>
                  </a:cubicBezTo>
                  <a:cubicBezTo>
                    <a:pt x="206" y="293"/>
                    <a:pt x="206" y="293"/>
                    <a:pt x="206" y="293"/>
                  </a:cubicBezTo>
                  <a:cubicBezTo>
                    <a:pt x="179" y="302"/>
                    <a:pt x="156" y="322"/>
                    <a:pt x="143" y="348"/>
                  </a:cubicBezTo>
                  <a:cubicBezTo>
                    <a:pt x="0" y="631"/>
                    <a:pt x="0" y="631"/>
                    <a:pt x="0" y="631"/>
                  </a:cubicBezTo>
                  <a:cubicBezTo>
                    <a:pt x="1020" y="631"/>
                    <a:pt x="1020" y="631"/>
                    <a:pt x="1020" y="631"/>
                  </a:cubicBezTo>
                  <a:lnTo>
                    <a:pt x="610" y="48"/>
                  </a:lnTo>
                  <a:close/>
                </a:path>
              </a:pathLst>
            </a:custGeom>
            <a:solidFill>
              <a:srgbClr val="12ABDB">
                <a:lumMod val="60000"/>
                <a:lumOff val="40000"/>
              </a:srgb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latin typeface="Ubuntu Medium"/>
                <a:ea typeface="+mn-ea"/>
                <a:cs typeface="+mn-cs"/>
              </a:endParaRPr>
            </a:p>
          </p:txBody>
        </p:sp>
      </p:grpSp>
      <p:grpSp>
        <p:nvGrpSpPr>
          <p:cNvPr id="224" name="Groupe 223">
            <a:extLst>
              <a:ext uri="{FF2B5EF4-FFF2-40B4-BE49-F238E27FC236}">
                <a16:creationId xmlns:a16="http://schemas.microsoft.com/office/drawing/2014/main" id="{5E1026F7-87F4-4C85-9693-6A85CFD2677E}"/>
              </a:ext>
            </a:extLst>
          </p:cNvPr>
          <p:cNvGrpSpPr>
            <a:grpSpLocks noChangeAspect="1"/>
          </p:cNvGrpSpPr>
          <p:nvPr/>
        </p:nvGrpSpPr>
        <p:grpSpPr>
          <a:xfrm>
            <a:off x="1147895" y="4068198"/>
            <a:ext cx="610579" cy="576000"/>
            <a:chOff x="2020777" y="5517000"/>
            <a:chExt cx="763223" cy="720000"/>
          </a:xfrm>
        </p:grpSpPr>
        <p:sp>
          <p:nvSpPr>
            <p:cNvPr id="225" name="Freeform 31">
              <a:extLst>
                <a:ext uri="{FF2B5EF4-FFF2-40B4-BE49-F238E27FC236}">
                  <a16:creationId xmlns:a16="http://schemas.microsoft.com/office/drawing/2014/main" id="{3D913CEB-CCA1-401A-891C-EA12D3305FDF}"/>
                </a:ext>
              </a:extLst>
            </p:cNvPr>
            <p:cNvSpPr>
              <a:spLocks noChangeAspect="1"/>
            </p:cNvSpPr>
            <p:nvPr/>
          </p:nvSpPr>
          <p:spPr bwMode="auto">
            <a:xfrm>
              <a:off x="2020777" y="5517000"/>
              <a:ext cx="763223" cy="720000"/>
            </a:xfrm>
            <a:custGeom>
              <a:avLst/>
              <a:gdLst>
                <a:gd name="T0" fmla="*/ 45 w 315"/>
                <a:gd name="T1" fmla="*/ 230 h 294"/>
                <a:gd name="T2" fmla="*/ 75 w 315"/>
                <a:gd name="T3" fmla="*/ 44 h 294"/>
                <a:gd name="T4" fmla="*/ 269 w 315"/>
                <a:gd name="T5" fmla="*/ 71 h 294"/>
                <a:gd name="T6" fmla="*/ 234 w 315"/>
                <a:gd name="T7" fmla="*/ 250 h 294"/>
                <a:gd name="T8" fmla="*/ 45 w 315"/>
                <a:gd name="T9" fmla="*/ 230 h 294"/>
              </a:gdLst>
              <a:ahLst/>
              <a:cxnLst>
                <a:cxn ang="0">
                  <a:pos x="T0" y="T1"/>
                </a:cxn>
                <a:cxn ang="0">
                  <a:pos x="T2" y="T3"/>
                </a:cxn>
                <a:cxn ang="0">
                  <a:pos x="T4" y="T5"/>
                </a:cxn>
                <a:cxn ang="0">
                  <a:pos x="T6" y="T7"/>
                </a:cxn>
                <a:cxn ang="0">
                  <a:pos x="T8" y="T9"/>
                </a:cxn>
              </a:cxnLst>
              <a:rect l="0" t="0" r="r" b="b"/>
              <a:pathLst>
                <a:path w="315" h="294">
                  <a:moveTo>
                    <a:pt x="45" y="230"/>
                  </a:moveTo>
                  <a:cubicBezTo>
                    <a:pt x="0" y="171"/>
                    <a:pt x="14" y="88"/>
                    <a:pt x="75" y="44"/>
                  </a:cubicBezTo>
                  <a:cubicBezTo>
                    <a:pt x="137" y="0"/>
                    <a:pt x="224" y="13"/>
                    <a:pt x="269" y="71"/>
                  </a:cubicBezTo>
                  <a:cubicBezTo>
                    <a:pt x="315" y="130"/>
                    <a:pt x="296" y="207"/>
                    <a:pt x="234" y="250"/>
                  </a:cubicBezTo>
                  <a:cubicBezTo>
                    <a:pt x="172" y="294"/>
                    <a:pt x="91" y="289"/>
                    <a:pt x="45" y="230"/>
                  </a:cubicBezTo>
                </a:path>
              </a:pathLst>
            </a:custGeom>
            <a:solidFill>
              <a:srgbClr val="0070AD"/>
            </a:solidFill>
            <a:ln w="38100">
              <a:solidFill>
                <a:sysClr val="window" lastClr="FFFFF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Medium"/>
                <a:ea typeface="+mn-ea"/>
                <a:cs typeface="+mn-cs"/>
              </a:endParaRPr>
            </a:p>
          </p:txBody>
        </p:sp>
        <p:grpSp>
          <p:nvGrpSpPr>
            <p:cNvPr id="226" name="Groupe 225">
              <a:extLst>
                <a:ext uri="{FF2B5EF4-FFF2-40B4-BE49-F238E27FC236}">
                  <a16:creationId xmlns:a16="http://schemas.microsoft.com/office/drawing/2014/main" id="{721C1AD4-10AD-44B5-99B8-1724DE96AFDD}"/>
                </a:ext>
              </a:extLst>
            </p:cNvPr>
            <p:cNvGrpSpPr/>
            <p:nvPr/>
          </p:nvGrpSpPr>
          <p:grpSpPr>
            <a:xfrm>
              <a:off x="2211936" y="5858269"/>
              <a:ext cx="274123" cy="318484"/>
              <a:chOff x="2111159" y="5858269"/>
              <a:chExt cx="274123" cy="318484"/>
            </a:xfrm>
          </p:grpSpPr>
          <p:sp>
            <p:nvSpPr>
              <p:cNvPr id="230" name="Freeform 33">
                <a:extLst>
                  <a:ext uri="{FF2B5EF4-FFF2-40B4-BE49-F238E27FC236}">
                    <a16:creationId xmlns:a16="http://schemas.microsoft.com/office/drawing/2014/main" id="{0D71D91A-2EDA-4990-B6C4-F09301BCB5C0}"/>
                  </a:ext>
                </a:extLst>
              </p:cNvPr>
              <p:cNvSpPr>
                <a:spLocks/>
              </p:cNvSpPr>
              <p:nvPr/>
            </p:nvSpPr>
            <p:spPr bwMode="auto">
              <a:xfrm>
                <a:off x="2133908" y="5924241"/>
                <a:ext cx="210427" cy="191090"/>
              </a:xfrm>
              <a:custGeom>
                <a:avLst/>
                <a:gdLst>
                  <a:gd name="T0" fmla="*/ 0 w 87"/>
                  <a:gd name="T1" fmla="*/ 28 h 78"/>
                  <a:gd name="T2" fmla="*/ 7 w 87"/>
                  <a:gd name="T3" fmla="*/ 53 h 78"/>
                  <a:gd name="T4" fmla="*/ 41 w 87"/>
                  <a:gd name="T5" fmla="*/ 78 h 78"/>
                  <a:gd name="T6" fmla="*/ 66 w 87"/>
                  <a:gd name="T7" fmla="*/ 77 h 78"/>
                  <a:gd name="T8" fmla="*/ 87 w 87"/>
                  <a:gd name="T9" fmla="*/ 49 h 78"/>
                  <a:gd name="T10" fmla="*/ 21 w 87"/>
                  <a:gd name="T11" fmla="*/ 0 h 78"/>
                  <a:gd name="T12" fmla="*/ 0 w 87"/>
                  <a:gd name="T13" fmla="*/ 28 h 78"/>
                </a:gdLst>
                <a:ahLst/>
                <a:cxnLst>
                  <a:cxn ang="0">
                    <a:pos x="T0" y="T1"/>
                  </a:cxn>
                  <a:cxn ang="0">
                    <a:pos x="T2" y="T3"/>
                  </a:cxn>
                  <a:cxn ang="0">
                    <a:pos x="T4" y="T5"/>
                  </a:cxn>
                  <a:cxn ang="0">
                    <a:pos x="T6" y="T7"/>
                  </a:cxn>
                  <a:cxn ang="0">
                    <a:pos x="T8" y="T9"/>
                  </a:cxn>
                  <a:cxn ang="0">
                    <a:pos x="T10" y="T11"/>
                  </a:cxn>
                  <a:cxn ang="0">
                    <a:pos x="T12" y="T13"/>
                  </a:cxn>
                </a:cxnLst>
                <a:rect l="0" t="0" r="r" b="b"/>
                <a:pathLst>
                  <a:path w="87" h="78">
                    <a:moveTo>
                      <a:pt x="0" y="28"/>
                    </a:moveTo>
                    <a:cubicBezTo>
                      <a:pt x="0" y="28"/>
                      <a:pt x="5" y="45"/>
                      <a:pt x="7" y="53"/>
                    </a:cubicBezTo>
                    <a:cubicBezTo>
                      <a:pt x="20" y="56"/>
                      <a:pt x="31" y="75"/>
                      <a:pt x="41" y="78"/>
                    </a:cubicBezTo>
                    <a:cubicBezTo>
                      <a:pt x="48" y="78"/>
                      <a:pt x="66" y="77"/>
                      <a:pt x="66" y="77"/>
                    </a:cubicBezTo>
                    <a:cubicBezTo>
                      <a:pt x="87" y="49"/>
                      <a:pt x="87" y="49"/>
                      <a:pt x="87" y="49"/>
                    </a:cubicBezTo>
                    <a:cubicBezTo>
                      <a:pt x="21" y="0"/>
                      <a:pt x="21" y="0"/>
                      <a:pt x="21" y="0"/>
                    </a:cubicBezTo>
                    <a:lnTo>
                      <a:pt x="0" y="2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Medium"/>
                  <a:ea typeface="+mn-ea"/>
                  <a:cs typeface="+mn-cs"/>
                </a:endParaRPr>
              </a:p>
            </p:txBody>
          </p:sp>
          <p:sp>
            <p:nvSpPr>
              <p:cNvPr id="231" name="Freeform 34">
                <a:extLst>
                  <a:ext uri="{FF2B5EF4-FFF2-40B4-BE49-F238E27FC236}">
                    <a16:creationId xmlns:a16="http://schemas.microsoft.com/office/drawing/2014/main" id="{A20245A7-4109-4FA5-ACF5-9BEB9B6457A9}"/>
                  </a:ext>
                </a:extLst>
              </p:cNvPr>
              <p:cNvSpPr>
                <a:spLocks/>
              </p:cNvSpPr>
              <p:nvPr/>
            </p:nvSpPr>
            <p:spPr bwMode="auto">
              <a:xfrm>
                <a:off x="2206704" y="5858269"/>
                <a:ext cx="71659" cy="85308"/>
              </a:xfrm>
              <a:custGeom>
                <a:avLst/>
                <a:gdLst>
                  <a:gd name="T0" fmla="*/ 63 w 63"/>
                  <a:gd name="T1" fmla="*/ 15 h 75"/>
                  <a:gd name="T2" fmla="*/ 59 w 63"/>
                  <a:gd name="T3" fmla="*/ 0 h 75"/>
                  <a:gd name="T4" fmla="*/ 42 w 63"/>
                  <a:gd name="T5" fmla="*/ 0 h 75"/>
                  <a:gd name="T6" fmla="*/ 0 w 63"/>
                  <a:gd name="T7" fmla="*/ 60 h 75"/>
                  <a:gd name="T8" fmla="*/ 21 w 63"/>
                  <a:gd name="T9" fmla="*/ 75 h 75"/>
                  <a:gd name="T10" fmla="*/ 63 w 63"/>
                  <a:gd name="T11" fmla="*/ 15 h 75"/>
                </a:gdLst>
                <a:ahLst/>
                <a:cxnLst>
                  <a:cxn ang="0">
                    <a:pos x="T0" y="T1"/>
                  </a:cxn>
                  <a:cxn ang="0">
                    <a:pos x="T2" y="T3"/>
                  </a:cxn>
                  <a:cxn ang="0">
                    <a:pos x="T4" y="T5"/>
                  </a:cxn>
                  <a:cxn ang="0">
                    <a:pos x="T6" y="T7"/>
                  </a:cxn>
                  <a:cxn ang="0">
                    <a:pos x="T8" y="T9"/>
                  </a:cxn>
                  <a:cxn ang="0">
                    <a:pos x="T10" y="T11"/>
                  </a:cxn>
                </a:cxnLst>
                <a:rect l="0" t="0" r="r" b="b"/>
                <a:pathLst>
                  <a:path w="63" h="75">
                    <a:moveTo>
                      <a:pt x="63" y="15"/>
                    </a:moveTo>
                    <a:lnTo>
                      <a:pt x="59" y="0"/>
                    </a:lnTo>
                    <a:lnTo>
                      <a:pt x="42" y="0"/>
                    </a:lnTo>
                    <a:lnTo>
                      <a:pt x="0" y="60"/>
                    </a:lnTo>
                    <a:lnTo>
                      <a:pt x="21" y="75"/>
                    </a:lnTo>
                    <a:lnTo>
                      <a:pt x="63" y="1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Medium"/>
                  <a:ea typeface="+mn-ea"/>
                  <a:cs typeface="+mn-cs"/>
                </a:endParaRPr>
              </a:p>
            </p:txBody>
          </p:sp>
          <p:sp>
            <p:nvSpPr>
              <p:cNvPr id="232" name="Freeform 35">
                <a:extLst>
                  <a:ext uri="{FF2B5EF4-FFF2-40B4-BE49-F238E27FC236}">
                    <a16:creationId xmlns:a16="http://schemas.microsoft.com/office/drawing/2014/main" id="{DF971D55-7649-4C96-B4B3-428DC39C50EB}"/>
                  </a:ext>
                </a:extLst>
              </p:cNvPr>
              <p:cNvSpPr>
                <a:spLocks/>
              </p:cNvSpPr>
              <p:nvPr/>
            </p:nvSpPr>
            <p:spPr bwMode="auto">
              <a:xfrm>
                <a:off x="2314761" y="5939028"/>
                <a:ext cx="70521" cy="83033"/>
              </a:xfrm>
              <a:custGeom>
                <a:avLst/>
                <a:gdLst>
                  <a:gd name="T0" fmla="*/ 43 w 62"/>
                  <a:gd name="T1" fmla="*/ 0 h 73"/>
                  <a:gd name="T2" fmla="*/ 0 w 62"/>
                  <a:gd name="T3" fmla="*/ 58 h 73"/>
                  <a:gd name="T4" fmla="*/ 20 w 62"/>
                  <a:gd name="T5" fmla="*/ 73 h 73"/>
                  <a:gd name="T6" fmla="*/ 62 w 62"/>
                  <a:gd name="T7" fmla="*/ 15 h 73"/>
                  <a:gd name="T8" fmla="*/ 58 w 62"/>
                  <a:gd name="T9" fmla="*/ 0 h 73"/>
                  <a:gd name="T10" fmla="*/ 43 w 62"/>
                  <a:gd name="T11" fmla="*/ 0 h 73"/>
                </a:gdLst>
                <a:ahLst/>
                <a:cxnLst>
                  <a:cxn ang="0">
                    <a:pos x="T0" y="T1"/>
                  </a:cxn>
                  <a:cxn ang="0">
                    <a:pos x="T2" y="T3"/>
                  </a:cxn>
                  <a:cxn ang="0">
                    <a:pos x="T4" y="T5"/>
                  </a:cxn>
                  <a:cxn ang="0">
                    <a:pos x="T6" y="T7"/>
                  </a:cxn>
                  <a:cxn ang="0">
                    <a:pos x="T8" y="T9"/>
                  </a:cxn>
                  <a:cxn ang="0">
                    <a:pos x="T10" y="T11"/>
                  </a:cxn>
                </a:cxnLst>
                <a:rect l="0" t="0" r="r" b="b"/>
                <a:pathLst>
                  <a:path w="62" h="73">
                    <a:moveTo>
                      <a:pt x="43" y="0"/>
                    </a:moveTo>
                    <a:lnTo>
                      <a:pt x="0" y="58"/>
                    </a:lnTo>
                    <a:lnTo>
                      <a:pt x="20" y="73"/>
                    </a:lnTo>
                    <a:lnTo>
                      <a:pt x="62" y="15"/>
                    </a:lnTo>
                    <a:lnTo>
                      <a:pt x="58" y="0"/>
                    </a:lnTo>
                    <a:lnTo>
                      <a:pt x="43"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Medium"/>
                  <a:ea typeface="+mn-ea"/>
                  <a:cs typeface="+mn-cs"/>
                </a:endParaRPr>
              </a:p>
            </p:txBody>
          </p:sp>
          <p:sp>
            <p:nvSpPr>
              <p:cNvPr id="233" name="Freeform 36">
                <a:extLst>
                  <a:ext uri="{FF2B5EF4-FFF2-40B4-BE49-F238E27FC236}">
                    <a16:creationId xmlns:a16="http://schemas.microsoft.com/office/drawing/2014/main" id="{914E34A5-5198-4252-B882-CFE59F7CE258}"/>
                  </a:ext>
                </a:extLst>
              </p:cNvPr>
              <p:cNvSpPr>
                <a:spLocks/>
              </p:cNvSpPr>
              <p:nvPr/>
            </p:nvSpPr>
            <p:spPr bwMode="auto">
              <a:xfrm>
                <a:off x="2111159" y="6064146"/>
                <a:ext cx="106920" cy="112607"/>
              </a:xfrm>
              <a:custGeom>
                <a:avLst/>
                <a:gdLst>
                  <a:gd name="T0" fmla="*/ 16 w 44"/>
                  <a:gd name="T1" fmla="*/ 2 h 46"/>
                  <a:gd name="T2" fmla="*/ 12 w 44"/>
                  <a:gd name="T3" fmla="*/ 10 h 46"/>
                  <a:gd name="T4" fmla="*/ 15 w 44"/>
                  <a:gd name="T5" fmla="*/ 12 h 46"/>
                  <a:gd name="T6" fmla="*/ 11 w 44"/>
                  <a:gd name="T7" fmla="*/ 17 h 46"/>
                  <a:gd name="T8" fmla="*/ 8 w 44"/>
                  <a:gd name="T9" fmla="*/ 15 h 46"/>
                  <a:gd name="T10" fmla="*/ 6 w 44"/>
                  <a:gd name="T11" fmla="*/ 18 h 46"/>
                  <a:gd name="T12" fmla="*/ 6 w 44"/>
                  <a:gd name="T13" fmla="*/ 19 h 46"/>
                  <a:gd name="T14" fmla="*/ 10 w 44"/>
                  <a:gd name="T15" fmla="*/ 22 h 46"/>
                  <a:gd name="T16" fmla="*/ 6 w 44"/>
                  <a:gd name="T17" fmla="*/ 27 h 46"/>
                  <a:gd name="T18" fmla="*/ 3 w 44"/>
                  <a:gd name="T19" fmla="*/ 25 h 46"/>
                  <a:gd name="T20" fmla="*/ 0 w 44"/>
                  <a:gd name="T21" fmla="*/ 28 h 46"/>
                  <a:gd name="T22" fmla="*/ 0 w 44"/>
                  <a:gd name="T23" fmla="*/ 29 h 46"/>
                  <a:gd name="T24" fmla="*/ 4 w 44"/>
                  <a:gd name="T25" fmla="*/ 32 h 46"/>
                  <a:gd name="T26" fmla="*/ 2 w 44"/>
                  <a:gd name="T27" fmla="*/ 34 h 46"/>
                  <a:gd name="T28" fmla="*/ 17 w 44"/>
                  <a:gd name="T29" fmla="*/ 45 h 46"/>
                  <a:gd name="T30" fmla="*/ 19 w 44"/>
                  <a:gd name="T31" fmla="*/ 43 h 46"/>
                  <a:gd name="T32" fmla="*/ 23 w 44"/>
                  <a:gd name="T33" fmla="*/ 45 h 46"/>
                  <a:gd name="T34" fmla="*/ 23 w 44"/>
                  <a:gd name="T35" fmla="*/ 46 h 46"/>
                  <a:gd name="T36" fmla="*/ 26 w 44"/>
                  <a:gd name="T37" fmla="*/ 42 h 46"/>
                  <a:gd name="T38" fmla="*/ 23 w 44"/>
                  <a:gd name="T39" fmla="*/ 40 h 46"/>
                  <a:gd name="T40" fmla="*/ 27 w 44"/>
                  <a:gd name="T41" fmla="*/ 35 h 46"/>
                  <a:gd name="T42" fmla="*/ 31 w 44"/>
                  <a:gd name="T43" fmla="*/ 37 h 46"/>
                  <a:gd name="T44" fmla="*/ 31 w 44"/>
                  <a:gd name="T45" fmla="*/ 37 h 46"/>
                  <a:gd name="T46" fmla="*/ 34 w 44"/>
                  <a:gd name="T47" fmla="*/ 34 h 46"/>
                  <a:gd name="T48" fmla="*/ 31 w 44"/>
                  <a:gd name="T49" fmla="*/ 32 h 46"/>
                  <a:gd name="T50" fmla="*/ 35 w 44"/>
                  <a:gd name="T51" fmla="*/ 27 h 46"/>
                  <a:gd name="T52" fmla="*/ 38 w 44"/>
                  <a:gd name="T53" fmla="*/ 29 h 46"/>
                  <a:gd name="T54" fmla="*/ 44 w 44"/>
                  <a:gd name="T55" fmla="*/ 23 h 46"/>
                  <a:gd name="T56" fmla="*/ 16 w 44"/>
                  <a:gd name="T57" fmla="*/ 2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4" h="46">
                    <a:moveTo>
                      <a:pt x="16" y="2"/>
                    </a:moveTo>
                    <a:cubicBezTo>
                      <a:pt x="14" y="5"/>
                      <a:pt x="12" y="10"/>
                      <a:pt x="12" y="10"/>
                    </a:cubicBezTo>
                    <a:cubicBezTo>
                      <a:pt x="15" y="12"/>
                      <a:pt x="15" y="12"/>
                      <a:pt x="15" y="12"/>
                    </a:cubicBezTo>
                    <a:cubicBezTo>
                      <a:pt x="11" y="17"/>
                      <a:pt x="11" y="17"/>
                      <a:pt x="11" y="17"/>
                    </a:cubicBezTo>
                    <a:cubicBezTo>
                      <a:pt x="8" y="15"/>
                      <a:pt x="8" y="15"/>
                      <a:pt x="8" y="15"/>
                    </a:cubicBezTo>
                    <a:cubicBezTo>
                      <a:pt x="6" y="18"/>
                      <a:pt x="6" y="18"/>
                      <a:pt x="6" y="18"/>
                    </a:cubicBezTo>
                    <a:cubicBezTo>
                      <a:pt x="6" y="19"/>
                      <a:pt x="6" y="19"/>
                      <a:pt x="6" y="19"/>
                    </a:cubicBezTo>
                    <a:cubicBezTo>
                      <a:pt x="10" y="22"/>
                      <a:pt x="10" y="22"/>
                      <a:pt x="10" y="22"/>
                    </a:cubicBezTo>
                    <a:cubicBezTo>
                      <a:pt x="6" y="27"/>
                      <a:pt x="6" y="27"/>
                      <a:pt x="6" y="27"/>
                    </a:cubicBezTo>
                    <a:cubicBezTo>
                      <a:pt x="3" y="25"/>
                      <a:pt x="3" y="25"/>
                      <a:pt x="3" y="25"/>
                    </a:cubicBezTo>
                    <a:cubicBezTo>
                      <a:pt x="0" y="28"/>
                      <a:pt x="0" y="28"/>
                      <a:pt x="0" y="28"/>
                    </a:cubicBezTo>
                    <a:cubicBezTo>
                      <a:pt x="0" y="29"/>
                      <a:pt x="0" y="29"/>
                      <a:pt x="0" y="29"/>
                    </a:cubicBezTo>
                    <a:cubicBezTo>
                      <a:pt x="4" y="32"/>
                      <a:pt x="4" y="32"/>
                      <a:pt x="4" y="32"/>
                    </a:cubicBezTo>
                    <a:cubicBezTo>
                      <a:pt x="2" y="34"/>
                      <a:pt x="2" y="34"/>
                      <a:pt x="2" y="34"/>
                    </a:cubicBezTo>
                    <a:cubicBezTo>
                      <a:pt x="17" y="45"/>
                      <a:pt x="17" y="45"/>
                      <a:pt x="17" y="45"/>
                    </a:cubicBezTo>
                    <a:cubicBezTo>
                      <a:pt x="19" y="43"/>
                      <a:pt x="19" y="43"/>
                      <a:pt x="19" y="43"/>
                    </a:cubicBezTo>
                    <a:cubicBezTo>
                      <a:pt x="23" y="45"/>
                      <a:pt x="23" y="45"/>
                      <a:pt x="23" y="45"/>
                    </a:cubicBezTo>
                    <a:cubicBezTo>
                      <a:pt x="23" y="46"/>
                      <a:pt x="23" y="46"/>
                      <a:pt x="23" y="46"/>
                    </a:cubicBezTo>
                    <a:cubicBezTo>
                      <a:pt x="26" y="42"/>
                      <a:pt x="26" y="42"/>
                      <a:pt x="26" y="42"/>
                    </a:cubicBezTo>
                    <a:cubicBezTo>
                      <a:pt x="23" y="40"/>
                      <a:pt x="23" y="40"/>
                      <a:pt x="23" y="40"/>
                    </a:cubicBezTo>
                    <a:cubicBezTo>
                      <a:pt x="27" y="35"/>
                      <a:pt x="27" y="35"/>
                      <a:pt x="27" y="35"/>
                    </a:cubicBezTo>
                    <a:cubicBezTo>
                      <a:pt x="31" y="37"/>
                      <a:pt x="31" y="37"/>
                      <a:pt x="31" y="37"/>
                    </a:cubicBezTo>
                    <a:cubicBezTo>
                      <a:pt x="31" y="37"/>
                      <a:pt x="31" y="37"/>
                      <a:pt x="31" y="37"/>
                    </a:cubicBezTo>
                    <a:cubicBezTo>
                      <a:pt x="34" y="34"/>
                      <a:pt x="34" y="34"/>
                      <a:pt x="34" y="34"/>
                    </a:cubicBezTo>
                    <a:cubicBezTo>
                      <a:pt x="31" y="32"/>
                      <a:pt x="31" y="32"/>
                      <a:pt x="31" y="32"/>
                    </a:cubicBezTo>
                    <a:cubicBezTo>
                      <a:pt x="35" y="27"/>
                      <a:pt x="35" y="27"/>
                      <a:pt x="35" y="27"/>
                    </a:cubicBezTo>
                    <a:cubicBezTo>
                      <a:pt x="38" y="29"/>
                      <a:pt x="38" y="29"/>
                      <a:pt x="38" y="29"/>
                    </a:cubicBezTo>
                    <a:cubicBezTo>
                      <a:pt x="38" y="29"/>
                      <a:pt x="43" y="24"/>
                      <a:pt x="44" y="23"/>
                    </a:cubicBezTo>
                    <a:cubicBezTo>
                      <a:pt x="34" y="18"/>
                      <a:pt x="25" y="0"/>
                      <a:pt x="16" y="2"/>
                    </a:cubicBezTo>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Medium"/>
                  <a:ea typeface="+mn-ea"/>
                  <a:cs typeface="+mn-cs"/>
                </a:endParaRPr>
              </a:p>
            </p:txBody>
          </p:sp>
        </p:grpSp>
        <p:grpSp>
          <p:nvGrpSpPr>
            <p:cNvPr id="227" name="Groupe 226">
              <a:extLst>
                <a:ext uri="{FF2B5EF4-FFF2-40B4-BE49-F238E27FC236}">
                  <a16:creationId xmlns:a16="http://schemas.microsoft.com/office/drawing/2014/main" id="{04583161-7BB1-461C-955B-D8EF0B19C4BA}"/>
                </a:ext>
              </a:extLst>
            </p:cNvPr>
            <p:cNvGrpSpPr/>
            <p:nvPr/>
          </p:nvGrpSpPr>
          <p:grpSpPr>
            <a:xfrm>
              <a:off x="2399506" y="5628329"/>
              <a:ext cx="233175" cy="252512"/>
              <a:chOff x="2290875" y="5652393"/>
              <a:chExt cx="233175" cy="252512"/>
            </a:xfrm>
            <a:solidFill>
              <a:srgbClr val="C8FF16"/>
            </a:solidFill>
          </p:grpSpPr>
          <p:sp>
            <p:nvSpPr>
              <p:cNvPr id="228" name="Freeform 37">
                <a:extLst>
                  <a:ext uri="{FF2B5EF4-FFF2-40B4-BE49-F238E27FC236}">
                    <a16:creationId xmlns:a16="http://schemas.microsoft.com/office/drawing/2014/main" id="{10F41B36-98AB-4CFA-8D81-4BE7560F8826}"/>
                  </a:ext>
                </a:extLst>
              </p:cNvPr>
              <p:cNvSpPr>
                <a:spLocks/>
              </p:cNvSpPr>
              <p:nvPr/>
            </p:nvSpPr>
            <p:spPr bwMode="auto">
              <a:xfrm>
                <a:off x="2290875" y="5713815"/>
                <a:ext cx="208152" cy="191090"/>
              </a:xfrm>
              <a:custGeom>
                <a:avLst/>
                <a:gdLst>
                  <a:gd name="T0" fmla="*/ 86 w 86"/>
                  <a:gd name="T1" fmla="*/ 49 h 78"/>
                  <a:gd name="T2" fmla="*/ 80 w 86"/>
                  <a:gd name="T3" fmla="*/ 25 h 78"/>
                  <a:gd name="T4" fmla="*/ 46 w 86"/>
                  <a:gd name="T5" fmla="*/ 0 h 78"/>
                  <a:gd name="T6" fmla="*/ 21 w 86"/>
                  <a:gd name="T7" fmla="*/ 1 h 78"/>
                  <a:gd name="T8" fmla="*/ 0 w 86"/>
                  <a:gd name="T9" fmla="*/ 29 h 78"/>
                  <a:gd name="T10" fmla="*/ 65 w 86"/>
                  <a:gd name="T11" fmla="*/ 78 h 78"/>
                  <a:gd name="T12" fmla="*/ 86 w 86"/>
                  <a:gd name="T13" fmla="*/ 49 h 78"/>
                </a:gdLst>
                <a:ahLst/>
                <a:cxnLst>
                  <a:cxn ang="0">
                    <a:pos x="T0" y="T1"/>
                  </a:cxn>
                  <a:cxn ang="0">
                    <a:pos x="T2" y="T3"/>
                  </a:cxn>
                  <a:cxn ang="0">
                    <a:pos x="T4" y="T5"/>
                  </a:cxn>
                  <a:cxn ang="0">
                    <a:pos x="T6" y="T7"/>
                  </a:cxn>
                  <a:cxn ang="0">
                    <a:pos x="T8" y="T9"/>
                  </a:cxn>
                  <a:cxn ang="0">
                    <a:pos x="T10" y="T11"/>
                  </a:cxn>
                  <a:cxn ang="0">
                    <a:pos x="T12" y="T13"/>
                  </a:cxn>
                </a:cxnLst>
                <a:rect l="0" t="0" r="r" b="b"/>
                <a:pathLst>
                  <a:path w="86" h="78">
                    <a:moveTo>
                      <a:pt x="86" y="49"/>
                    </a:moveTo>
                    <a:cubicBezTo>
                      <a:pt x="86" y="49"/>
                      <a:pt x="82" y="33"/>
                      <a:pt x="80" y="25"/>
                    </a:cubicBezTo>
                    <a:cubicBezTo>
                      <a:pt x="67" y="22"/>
                      <a:pt x="56" y="3"/>
                      <a:pt x="46" y="0"/>
                    </a:cubicBezTo>
                    <a:cubicBezTo>
                      <a:pt x="39" y="0"/>
                      <a:pt x="21" y="1"/>
                      <a:pt x="21" y="1"/>
                    </a:cubicBezTo>
                    <a:cubicBezTo>
                      <a:pt x="0" y="29"/>
                      <a:pt x="0" y="29"/>
                      <a:pt x="0" y="29"/>
                    </a:cubicBezTo>
                    <a:cubicBezTo>
                      <a:pt x="65" y="78"/>
                      <a:pt x="65" y="78"/>
                      <a:pt x="65" y="78"/>
                    </a:cubicBezTo>
                    <a:lnTo>
                      <a:pt x="86" y="49"/>
                    </a:lnTo>
                    <a:close/>
                  </a:path>
                </a:pathLst>
              </a:custGeom>
              <a:solidFill>
                <a:srgbClr val="12ABDB">
                  <a:lumMod val="60000"/>
                  <a:lumOff val="4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Medium"/>
                  <a:ea typeface="+mn-ea"/>
                  <a:cs typeface="+mn-cs"/>
                </a:endParaRPr>
              </a:p>
            </p:txBody>
          </p:sp>
          <p:sp>
            <p:nvSpPr>
              <p:cNvPr id="229" name="Freeform 38">
                <a:extLst>
                  <a:ext uri="{FF2B5EF4-FFF2-40B4-BE49-F238E27FC236}">
                    <a16:creationId xmlns:a16="http://schemas.microsoft.com/office/drawing/2014/main" id="{14558C73-1F69-4AA3-B0B5-0B8C78E0F2D2}"/>
                  </a:ext>
                </a:extLst>
              </p:cNvPr>
              <p:cNvSpPr>
                <a:spLocks/>
              </p:cNvSpPr>
              <p:nvPr/>
            </p:nvSpPr>
            <p:spPr bwMode="auto">
              <a:xfrm>
                <a:off x="2417130" y="5652393"/>
                <a:ext cx="106920" cy="112607"/>
              </a:xfrm>
              <a:custGeom>
                <a:avLst/>
                <a:gdLst>
                  <a:gd name="T0" fmla="*/ 28 w 44"/>
                  <a:gd name="T1" fmla="*/ 44 h 46"/>
                  <a:gd name="T2" fmla="*/ 32 w 44"/>
                  <a:gd name="T3" fmla="*/ 36 h 46"/>
                  <a:gd name="T4" fmla="*/ 29 w 44"/>
                  <a:gd name="T5" fmla="*/ 34 h 46"/>
                  <a:gd name="T6" fmla="*/ 33 w 44"/>
                  <a:gd name="T7" fmla="*/ 29 h 46"/>
                  <a:gd name="T8" fmla="*/ 36 w 44"/>
                  <a:gd name="T9" fmla="*/ 31 h 46"/>
                  <a:gd name="T10" fmla="*/ 37 w 44"/>
                  <a:gd name="T11" fmla="*/ 28 h 46"/>
                  <a:gd name="T12" fmla="*/ 38 w 44"/>
                  <a:gd name="T13" fmla="*/ 27 h 46"/>
                  <a:gd name="T14" fmla="*/ 34 w 44"/>
                  <a:gd name="T15" fmla="*/ 24 h 46"/>
                  <a:gd name="T16" fmla="*/ 38 w 44"/>
                  <a:gd name="T17" fmla="*/ 19 h 46"/>
                  <a:gd name="T18" fmla="*/ 41 w 44"/>
                  <a:gd name="T19" fmla="*/ 21 h 46"/>
                  <a:gd name="T20" fmla="*/ 44 w 44"/>
                  <a:gd name="T21" fmla="*/ 17 h 46"/>
                  <a:gd name="T22" fmla="*/ 43 w 44"/>
                  <a:gd name="T23" fmla="*/ 17 h 46"/>
                  <a:gd name="T24" fmla="*/ 39 w 44"/>
                  <a:gd name="T25" fmla="*/ 14 h 46"/>
                  <a:gd name="T26" fmla="*/ 42 w 44"/>
                  <a:gd name="T27" fmla="*/ 12 h 46"/>
                  <a:gd name="T28" fmla="*/ 27 w 44"/>
                  <a:gd name="T29" fmla="*/ 1 h 46"/>
                  <a:gd name="T30" fmla="*/ 25 w 44"/>
                  <a:gd name="T31" fmla="*/ 3 h 46"/>
                  <a:gd name="T32" fmla="*/ 21 w 44"/>
                  <a:gd name="T33" fmla="*/ 1 h 46"/>
                  <a:gd name="T34" fmla="*/ 20 w 44"/>
                  <a:gd name="T35" fmla="*/ 0 h 46"/>
                  <a:gd name="T36" fmla="*/ 18 w 44"/>
                  <a:gd name="T37" fmla="*/ 4 h 46"/>
                  <a:gd name="T38" fmla="*/ 21 w 44"/>
                  <a:gd name="T39" fmla="*/ 6 h 46"/>
                  <a:gd name="T40" fmla="*/ 17 w 44"/>
                  <a:gd name="T41" fmla="*/ 11 h 46"/>
                  <a:gd name="T42" fmla="*/ 13 w 44"/>
                  <a:gd name="T43" fmla="*/ 9 h 46"/>
                  <a:gd name="T44" fmla="*/ 13 w 44"/>
                  <a:gd name="T45" fmla="*/ 9 h 46"/>
                  <a:gd name="T46" fmla="*/ 10 w 44"/>
                  <a:gd name="T47" fmla="*/ 12 h 46"/>
                  <a:gd name="T48" fmla="*/ 13 w 44"/>
                  <a:gd name="T49" fmla="*/ 14 h 46"/>
                  <a:gd name="T50" fmla="*/ 9 w 44"/>
                  <a:gd name="T51" fmla="*/ 19 h 46"/>
                  <a:gd name="T52" fmla="*/ 6 w 44"/>
                  <a:gd name="T53" fmla="*/ 17 h 46"/>
                  <a:gd name="T54" fmla="*/ 0 w 44"/>
                  <a:gd name="T55" fmla="*/ 23 h 46"/>
                  <a:gd name="T56" fmla="*/ 28 w 44"/>
                  <a:gd name="T57" fmla="*/ 4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44" h="46">
                    <a:moveTo>
                      <a:pt x="28" y="44"/>
                    </a:moveTo>
                    <a:cubicBezTo>
                      <a:pt x="29" y="41"/>
                      <a:pt x="32" y="36"/>
                      <a:pt x="32" y="36"/>
                    </a:cubicBezTo>
                    <a:cubicBezTo>
                      <a:pt x="29" y="34"/>
                      <a:pt x="29" y="34"/>
                      <a:pt x="29" y="34"/>
                    </a:cubicBezTo>
                    <a:cubicBezTo>
                      <a:pt x="33" y="29"/>
                      <a:pt x="33" y="29"/>
                      <a:pt x="33" y="29"/>
                    </a:cubicBezTo>
                    <a:cubicBezTo>
                      <a:pt x="36" y="31"/>
                      <a:pt x="36" y="31"/>
                      <a:pt x="36" y="31"/>
                    </a:cubicBezTo>
                    <a:cubicBezTo>
                      <a:pt x="37" y="28"/>
                      <a:pt x="37" y="28"/>
                      <a:pt x="37" y="28"/>
                    </a:cubicBezTo>
                    <a:cubicBezTo>
                      <a:pt x="38" y="27"/>
                      <a:pt x="38" y="27"/>
                      <a:pt x="38" y="27"/>
                    </a:cubicBezTo>
                    <a:cubicBezTo>
                      <a:pt x="34" y="24"/>
                      <a:pt x="34" y="24"/>
                      <a:pt x="34" y="24"/>
                    </a:cubicBezTo>
                    <a:cubicBezTo>
                      <a:pt x="38" y="19"/>
                      <a:pt x="38" y="19"/>
                      <a:pt x="38" y="19"/>
                    </a:cubicBezTo>
                    <a:cubicBezTo>
                      <a:pt x="41" y="21"/>
                      <a:pt x="41" y="21"/>
                      <a:pt x="41" y="21"/>
                    </a:cubicBezTo>
                    <a:cubicBezTo>
                      <a:pt x="44" y="17"/>
                      <a:pt x="44" y="17"/>
                      <a:pt x="44" y="17"/>
                    </a:cubicBezTo>
                    <a:cubicBezTo>
                      <a:pt x="43" y="17"/>
                      <a:pt x="43" y="17"/>
                      <a:pt x="43" y="17"/>
                    </a:cubicBezTo>
                    <a:cubicBezTo>
                      <a:pt x="39" y="14"/>
                      <a:pt x="39" y="14"/>
                      <a:pt x="39" y="14"/>
                    </a:cubicBezTo>
                    <a:cubicBezTo>
                      <a:pt x="42" y="12"/>
                      <a:pt x="42" y="12"/>
                      <a:pt x="42" y="12"/>
                    </a:cubicBezTo>
                    <a:cubicBezTo>
                      <a:pt x="27" y="1"/>
                      <a:pt x="27" y="1"/>
                      <a:pt x="27" y="1"/>
                    </a:cubicBezTo>
                    <a:cubicBezTo>
                      <a:pt x="25" y="3"/>
                      <a:pt x="25" y="3"/>
                      <a:pt x="25" y="3"/>
                    </a:cubicBezTo>
                    <a:cubicBezTo>
                      <a:pt x="21" y="1"/>
                      <a:pt x="21" y="1"/>
                      <a:pt x="21" y="1"/>
                    </a:cubicBezTo>
                    <a:cubicBezTo>
                      <a:pt x="20" y="0"/>
                      <a:pt x="20" y="0"/>
                      <a:pt x="20" y="0"/>
                    </a:cubicBezTo>
                    <a:cubicBezTo>
                      <a:pt x="18" y="4"/>
                      <a:pt x="18" y="4"/>
                      <a:pt x="18" y="4"/>
                    </a:cubicBezTo>
                    <a:cubicBezTo>
                      <a:pt x="21" y="6"/>
                      <a:pt x="21" y="6"/>
                      <a:pt x="21" y="6"/>
                    </a:cubicBezTo>
                    <a:cubicBezTo>
                      <a:pt x="17" y="11"/>
                      <a:pt x="17" y="11"/>
                      <a:pt x="17" y="11"/>
                    </a:cubicBezTo>
                    <a:cubicBezTo>
                      <a:pt x="13" y="9"/>
                      <a:pt x="13" y="9"/>
                      <a:pt x="13" y="9"/>
                    </a:cubicBezTo>
                    <a:cubicBezTo>
                      <a:pt x="13" y="9"/>
                      <a:pt x="13" y="9"/>
                      <a:pt x="13" y="9"/>
                    </a:cubicBezTo>
                    <a:cubicBezTo>
                      <a:pt x="10" y="12"/>
                      <a:pt x="10" y="12"/>
                      <a:pt x="10" y="12"/>
                    </a:cubicBezTo>
                    <a:cubicBezTo>
                      <a:pt x="13" y="14"/>
                      <a:pt x="13" y="14"/>
                      <a:pt x="13" y="14"/>
                    </a:cubicBezTo>
                    <a:cubicBezTo>
                      <a:pt x="9" y="19"/>
                      <a:pt x="9" y="19"/>
                      <a:pt x="9" y="19"/>
                    </a:cubicBezTo>
                    <a:cubicBezTo>
                      <a:pt x="6" y="17"/>
                      <a:pt x="6" y="17"/>
                      <a:pt x="6" y="17"/>
                    </a:cubicBezTo>
                    <a:cubicBezTo>
                      <a:pt x="6" y="17"/>
                      <a:pt x="1" y="22"/>
                      <a:pt x="0" y="23"/>
                    </a:cubicBezTo>
                    <a:cubicBezTo>
                      <a:pt x="10" y="28"/>
                      <a:pt x="19" y="46"/>
                      <a:pt x="28" y="44"/>
                    </a:cubicBezTo>
                  </a:path>
                </a:pathLst>
              </a:custGeom>
              <a:solidFill>
                <a:srgbClr val="12ABDB">
                  <a:lumMod val="60000"/>
                  <a:lumOff val="4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Medium"/>
                  <a:ea typeface="+mn-ea"/>
                  <a:cs typeface="+mn-cs"/>
                </a:endParaRPr>
              </a:p>
            </p:txBody>
          </p:sp>
        </p:grpSp>
      </p:grpSp>
      <p:grpSp>
        <p:nvGrpSpPr>
          <p:cNvPr id="234" name="Groupe 233">
            <a:extLst>
              <a:ext uri="{FF2B5EF4-FFF2-40B4-BE49-F238E27FC236}">
                <a16:creationId xmlns:a16="http://schemas.microsoft.com/office/drawing/2014/main" id="{C7B63DDF-658A-4496-BC85-4FB751D10AD6}"/>
              </a:ext>
            </a:extLst>
          </p:cNvPr>
          <p:cNvGrpSpPr>
            <a:grpSpLocks noChangeAspect="1"/>
          </p:cNvGrpSpPr>
          <p:nvPr/>
        </p:nvGrpSpPr>
        <p:grpSpPr>
          <a:xfrm>
            <a:off x="3320893" y="4068198"/>
            <a:ext cx="614780" cy="576000"/>
            <a:chOff x="7634288" y="2700338"/>
            <a:chExt cx="855663" cy="801687"/>
          </a:xfrm>
        </p:grpSpPr>
        <p:sp>
          <p:nvSpPr>
            <p:cNvPr id="235" name="Freeform 169">
              <a:extLst>
                <a:ext uri="{FF2B5EF4-FFF2-40B4-BE49-F238E27FC236}">
                  <a16:creationId xmlns:a16="http://schemas.microsoft.com/office/drawing/2014/main" id="{1B90D0D6-3663-48CF-9DAF-475AD7DB59C9}"/>
                </a:ext>
              </a:extLst>
            </p:cNvPr>
            <p:cNvSpPr>
              <a:spLocks/>
            </p:cNvSpPr>
            <p:nvPr/>
          </p:nvSpPr>
          <p:spPr bwMode="auto">
            <a:xfrm>
              <a:off x="7634288" y="2700338"/>
              <a:ext cx="855663" cy="801687"/>
            </a:xfrm>
            <a:custGeom>
              <a:avLst/>
              <a:gdLst>
                <a:gd name="T0" fmla="*/ 30 w 253"/>
                <a:gd name="T1" fmla="*/ 171 h 236"/>
                <a:gd name="T2" fmla="*/ 74 w 253"/>
                <a:gd name="T3" fmla="*/ 28 h 236"/>
                <a:gd name="T4" fmla="*/ 224 w 253"/>
                <a:gd name="T5" fmla="*/ 71 h 236"/>
                <a:gd name="T6" fmla="*/ 176 w 253"/>
                <a:gd name="T7" fmla="*/ 208 h 236"/>
                <a:gd name="T8" fmla="*/ 30 w 253"/>
                <a:gd name="T9" fmla="*/ 171 h 236"/>
              </a:gdLst>
              <a:ahLst/>
              <a:cxnLst>
                <a:cxn ang="0">
                  <a:pos x="T0" y="T1"/>
                </a:cxn>
                <a:cxn ang="0">
                  <a:pos x="T2" y="T3"/>
                </a:cxn>
                <a:cxn ang="0">
                  <a:pos x="T4" y="T5"/>
                </a:cxn>
                <a:cxn ang="0">
                  <a:pos x="T6" y="T7"/>
                </a:cxn>
                <a:cxn ang="0">
                  <a:pos x="T8" y="T9"/>
                </a:cxn>
              </a:cxnLst>
              <a:rect l="0" t="0" r="r" b="b"/>
              <a:pathLst>
                <a:path w="253" h="236">
                  <a:moveTo>
                    <a:pt x="30" y="171"/>
                  </a:moveTo>
                  <a:cubicBezTo>
                    <a:pt x="0" y="120"/>
                    <a:pt x="20" y="56"/>
                    <a:pt x="74" y="28"/>
                  </a:cubicBezTo>
                  <a:cubicBezTo>
                    <a:pt x="127" y="0"/>
                    <a:pt x="194" y="19"/>
                    <a:pt x="224" y="71"/>
                  </a:cubicBezTo>
                  <a:cubicBezTo>
                    <a:pt x="253" y="122"/>
                    <a:pt x="230" y="180"/>
                    <a:pt x="176" y="208"/>
                  </a:cubicBezTo>
                  <a:cubicBezTo>
                    <a:pt x="123" y="236"/>
                    <a:pt x="59" y="223"/>
                    <a:pt x="30" y="171"/>
                  </a:cubicBezTo>
                </a:path>
              </a:pathLst>
            </a:custGeom>
            <a:solidFill>
              <a:srgbClr val="0070AD"/>
            </a:solidFill>
            <a:ln w="38100">
              <a:solidFill>
                <a:sysClr val="window" lastClr="FFFFF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Medium"/>
                <a:ea typeface="+mn-ea"/>
                <a:cs typeface="+mn-cs"/>
              </a:endParaRPr>
            </a:p>
          </p:txBody>
        </p:sp>
        <p:grpSp>
          <p:nvGrpSpPr>
            <p:cNvPr id="236" name="Groupe 235">
              <a:extLst>
                <a:ext uri="{FF2B5EF4-FFF2-40B4-BE49-F238E27FC236}">
                  <a16:creationId xmlns:a16="http://schemas.microsoft.com/office/drawing/2014/main" id="{DFC46304-F4B1-4F4D-A28E-1629EB3A2D3F}"/>
                </a:ext>
              </a:extLst>
            </p:cNvPr>
            <p:cNvGrpSpPr/>
            <p:nvPr/>
          </p:nvGrpSpPr>
          <p:grpSpPr>
            <a:xfrm>
              <a:off x="7813675" y="2846388"/>
              <a:ext cx="500063" cy="503237"/>
              <a:chOff x="7813675" y="2846388"/>
              <a:chExt cx="500063" cy="503237"/>
            </a:xfrm>
          </p:grpSpPr>
          <p:sp>
            <p:nvSpPr>
              <p:cNvPr id="237" name="Freeform 170">
                <a:extLst>
                  <a:ext uri="{FF2B5EF4-FFF2-40B4-BE49-F238E27FC236}">
                    <a16:creationId xmlns:a16="http://schemas.microsoft.com/office/drawing/2014/main" id="{D2F324D8-FEC3-4C68-9BA6-7ED99C9BA104}"/>
                  </a:ext>
                </a:extLst>
              </p:cNvPr>
              <p:cNvSpPr>
                <a:spLocks/>
              </p:cNvSpPr>
              <p:nvPr/>
            </p:nvSpPr>
            <p:spPr bwMode="auto">
              <a:xfrm>
                <a:off x="7813675" y="2846388"/>
                <a:ext cx="500063" cy="503237"/>
              </a:xfrm>
              <a:custGeom>
                <a:avLst/>
                <a:gdLst>
                  <a:gd name="T0" fmla="*/ 9 w 148"/>
                  <a:gd name="T1" fmla="*/ 59 h 148"/>
                  <a:gd name="T2" fmla="*/ 89 w 148"/>
                  <a:gd name="T3" fmla="*/ 9 h 148"/>
                  <a:gd name="T4" fmla="*/ 139 w 148"/>
                  <a:gd name="T5" fmla="*/ 89 h 148"/>
                  <a:gd name="T6" fmla="*/ 59 w 148"/>
                  <a:gd name="T7" fmla="*/ 139 h 148"/>
                  <a:gd name="T8" fmla="*/ 9 w 148"/>
                  <a:gd name="T9" fmla="*/ 59 h 148"/>
                </a:gdLst>
                <a:ahLst/>
                <a:cxnLst>
                  <a:cxn ang="0">
                    <a:pos x="T0" y="T1"/>
                  </a:cxn>
                  <a:cxn ang="0">
                    <a:pos x="T2" y="T3"/>
                  </a:cxn>
                  <a:cxn ang="0">
                    <a:pos x="T4" y="T5"/>
                  </a:cxn>
                  <a:cxn ang="0">
                    <a:pos x="T6" y="T7"/>
                  </a:cxn>
                  <a:cxn ang="0">
                    <a:pos x="T8" y="T9"/>
                  </a:cxn>
                </a:cxnLst>
                <a:rect l="0" t="0" r="r" b="b"/>
                <a:pathLst>
                  <a:path w="148" h="148">
                    <a:moveTo>
                      <a:pt x="9" y="59"/>
                    </a:moveTo>
                    <a:cubicBezTo>
                      <a:pt x="17" y="23"/>
                      <a:pt x="53" y="0"/>
                      <a:pt x="89" y="9"/>
                    </a:cubicBezTo>
                    <a:cubicBezTo>
                      <a:pt x="125" y="17"/>
                      <a:pt x="148" y="53"/>
                      <a:pt x="139" y="89"/>
                    </a:cubicBezTo>
                    <a:cubicBezTo>
                      <a:pt x="131" y="125"/>
                      <a:pt x="95" y="148"/>
                      <a:pt x="59" y="139"/>
                    </a:cubicBezTo>
                    <a:cubicBezTo>
                      <a:pt x="23" y="131"/>
                      <a:pt x="0" y="95"/>
                      <a:pt x="9" y="59"/>
                    </a:cubicBezTo>
                    <a:close/>
                  </a:path>
                </a:pathLst>
              </a:custGeom>
              <a:solidFill>
                <a:srgbClr val="FFFFFF"/>
              </a:solidFill>
              <a:ln w="28575">
                <a:solidFill>
                  <a:srgbClr val="12ABDB">
                    <a:lumMod val="60000"/>
                    <a:lumOff val="40000"/>
                  </a:srgbClr>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Medium"/>
                  <a:ea typeface="+mn-ea"/>
                  <a:cs typeface="+mn-cs"/>
                </a:endParaRPr>
              </a:p>
            </p:txBody>
          </p:sp>
          <p:sp>
            <p:nvSpPr>
              <p:cNvPr id="238" name="Freeform 172">
                <a:extLst>
                  <a:ext uri="{FF2B5EF4-FFF2-40B4-BE49-F238E27FC236}">
                    <a16:creationId xmlns:a16="http://schemas.microsoft.com/office/drawing/2014/main" id="{B05AD024-A599-4745-A08C-981D4DC65829}"/>
                  </a:ext>
                </a:extLst>
              </p:cNvPr>
              <p:cNvSpPr>
                <a:spLocks/>
              </p:cNvSpPr>
              <p:nvPr/>
            </p:nvSpPr>
            <p:spPr bwMode="auto">
              <a:xfrm>
                <a:off x="8040688" y="2927350"/>
                <a:ext cx="30163" cy="47625"/>
              </a:xfrm>
              <a:custGeom>
                <a:avLst/>
                <a:gdLst>
                  <a:gd name="T0" fmla="*/ 5 w 9"/>
                  <a:gd name="T1" fmla="*/ 0 h 14"/>
                  <a:gd name="T2" fmla="*/ 1 w 9"/>
                  <a:gd name="T3" fmla="*/ 1 h 14"/>
                  <a:gd name="T4" fmla="*/ 3 w 9"/>
                  <a:gd name="T5" fmla="*/ 14 h 14"/>
                  <a:gd name="T6" fmla="*/ 7 w 9"/>
                  <a:gd name="T7" fmla="*/ 1 h 14"/>
                  <a:gd name="T8" fmla="*/ 5 w 9"/>
                  <a:gd name="T9" fmla="*/ 0 h 14"/>
                </a:gdLst>
                <a:ahLst/>
                <a:cxnLst>
                  <a:cxn ang="0">
                    <a:pos x="T0" y="T1"/>
                  </a:cxn>
                  <a:cxn ang="0">
                    <a:pos x="T2" y="T3"/>
                  </a:cxn>
                  <a:cxn ang="0">
                    <a:pos x="T4" y="T5"/>
                  </a:cxn>
                  <a:cxn ang="0">
                    <a:pos x="T6" y="T7"/>
                  </a:cxn>
                  <a:cxn ang="0">
                    <a:pos x="T8" y="T9"/>
                  </a:cxn>
                </a:cxnLst>
                <a:rect l="0" t="0" r="r" b="b"/>
                <a:pathLst>
                  <a:path w="9" h="14">
                    <a:moveTo>
                      <a:pt x="5" y="0"/>
                    </a:moveTo>
                    <a:cubicBezTo>
                      <a:pt x="3" y="0"/>
                      <a:pt x="3" y="1"/>
                      <a:pt x="1" y="1"/>
                    </a:cubicBezTo>
                    <a:cubicBezTo>
                      <a:pt x="2" y="5"/>
                      <a:pt x="0" y="11"/>
                      <a:pt x="3" y="14"/>
                    </a:cubicBezTo>
                    <a:cubicBezTo>
                      <a:pt x="9" y="14"/>
                      <a:pt x="6" y="6"/>
                      <a:pt x="7" y="1"/>
                    </a:cubicBezTo>
                    <a:cubicBezTo>
                      <a:pt x="6" y="1"/>
                      <a:pt x="5" y="0"/>
                      <a:pt x="5" y="0"/>
                    </a:cubicBezTo>
                    <a:close/>
                  </a:path>
                </a:pathLst>
              </a:custGeom>
              <a:solidFill>
                <a:srgbClr val="006D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Medium"/>
                  <a:ea typeface="+mn-ea"/>
                  <a:cs typeface="+mn-cs"/>
                </a:endParaRPr>
              </a:p>
            </p:txBody>
          </p:sp>
          <p:sp>
            <p:nvSpPr>
              <p:cNvPr id="239" name="Freeform 173">
                <a:extLst>
                  <a:ext uri="{FF2B5EF4-FFF2-40B4-BE49-F238E27FC236}">
                    <a16:creationId xmlns:a16="http://schemas.microsoft.com/office/drawing/2014/main" id="{3E1AE60F-01BF-43D2-A5C2-0C8A06C46576}"/>
                  </a:ext>
                </a:extLst>
              </p:cNvPr>
              <p:cNvSpPr>
                <a:spLocks/>
              </p:cNvSpPr>
              <p:nvPr/>
            </p:nvSpPr>
            <p:spPr bwMode="auto">
              <a:xfrm>
                <a:off x="8107363" y="2947988"/>
                <a:ext cx="44450" cy="41275"/>
              </a:xfrm>
              <a:custGeom>
                <a:avLst/>
                <a:gdLst>
                  <a:gd name="T0" fmla="*/ 10 w 13"/>
                  <a:gd name="T1" fmla="*/ 0 h 12"/>
                  <a:gd name="T2" fmla="*/ 2 w 13"/>
                  <a:gd name="T3" fmla="*/ 12 h 12"/>
                  <a:gd name="T4" fmla="*/ 10 w 13"/>
                  <a:gd name="T5" fmla="*/ 0 h 12"/>
                </a:gdLst>
                <a:ahLst/>
                <a:cxnLst>
                  <a:cxn ang="0">
                    <a:pos x="T0" y="T1"/>
                  </a:cxn>
                  <a:cxn ang="0">
                    <a:pos x="T2" y="T3"/>
                  </a:cxn>
                  <a:cxn ang="0">
                    <a:pos x="T4" y="T5"/>
                  </a:cxn>
                </a:cxnLst>
                <a:rect l="0" t="0" r="r" b="b"/>
                <a:pathLst>
                  <a:path w="13" h="12">
                    <a:moveTo>
                      <a:pt x="10" y="0"/>
                    </a:moveTo>
                    <a:cubicBezTo>
                      <a:pt x="4" y="1"/>
                      <a:pt x="0" y="7"/>
                      <a:pt x="2" y="12"/>
                    </a:cubicBezTo>
                    <a:cubicBezTo>
                      <a:pt x="8" y="12"/>
                      <a:pt x="13" y="4"/>
                      <a:pt x="10" y="0"/>
                    </a:cubicBezTo>
                    <a:close/>
                  </a:path>
                </a:pathLst>
              </a:custGeom>
              <a:solidFill>
                <a:srgbClr val="006D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Medium"/>
                  <a:ea typeface="+mn-ea"/>
                  <a:cs typeface="+mn-cs"/>
                </a:endParaRPr>
              </a:p>
            </p:txBody>
          </p:sp>
          <p:sp>
            <p:nvSpPr>
              <p:cNvPr id="240" name="Freeform 174">
                <a:extLst>
                  <a:ext uri="{FF2B5EF4-FFF2-40B4-BE49-F238E27FC236}">
                    <a16:creationId xmlns:a16="http://schemas.microsoft.com/office/drawing/2014/main" id="{2354EF98-7B60-408C-84D5-C130CB336B0A}"/>
                  </a:ext>
                </a:extLst>
              </p:cNvPr>
              <p:cNvSpPr>
                <a:spLocks/>
              </p:cNvSpPr>
              <p:nvPr/>
            </p:nvSpPr>
            <p:spPr bwMode="auto">
              <a:xfrm>
                <a:off x="7962900" y="2938463"/>
                <a:ext cx="36513" cy="50800"/>
              </a:xfrm>
              <a:custGeom>
                <a:avLst/>
                <a:gdLst>
                  <a:gd name="T0" fmla="*/ 0 w 11"/>
                  <a:gd name="T1" fmla="*/ 5 h 15"/>
                  <a:gd name="T2" fmla="*/ 9 w 11"/>
                  <a:gd name="T3" fmla="*/ 15 h 15"/>
                  <a:gd name="T4" fmla="*/ 0 w 11"/>
                  <a:gd name="T5" fmla="*/ 5 h 15"/>
                </a:gdLst>
                <a:ahLst/>
                <a:cxnLst>
                  <a:cxn ang="0">
                    <a:pos x="T0" y="T1"/>
                  </a:cxn>
                  <a:cxn ang="0">
                    <a:pos x="T2" y="T3"/>
                  </a:cxn>
                  <a:cxn ang="0">
                    <a:pos x="T4" y="T5"/>
                  </a:cxn>
                </a:cxnLst>
                <a:rect l="0" t="0" r="r" b="b"/>
                <a:pathLst>
                  <a:path w="11" h="15">
                    <a:moveTo>
                      <a:pt x="0" y="5"/>
                    </a:moveTo>
                    <a:cubicBezTo>
                      <a:pt x="2" y="9"/>
                      <a:pt x="2" y="15"/>
                      <a:pt x="9" y="15"/>
                    </a:cubicBezTo>
                    <a:cubicBezTo>
                      <a:pt x="11" y="10"/>
                      <a:pt x="5" y="0"/>
                      <a:pt x="0" y="5"/>
                    </a:cubicBezTo>
                    <a:close/>
                  </a:path>
                </a:pathLst>
              </a:custGeom>
              <a:solidFill>
                <a:srgbClr val="006D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Medium"/>
                  <a:ea typeface="+mn-ea"/>
                  <a:cs typeface="+mn-cs"/>
                </a:endParaRPr>
              </a:p>
            </p:txBody>
          </p:sp>
          <p:sp>
            <p:nvSpPr>
              <p:cNvPr id="241" name="Freeform 175">
                <a:extLst>
                  <a:ext uri="{FF2B5EF4-FFF2-40B4-BE49-F238E27FC236}">
                    <a16:creationId xmlns:a16="http://schemas.microsoft.com/office/drawing/2014/main" id="{D6AED631-3312-4D41-81C9-ECE4C472118F}"/>
                  </a:ext>
                </a:extLst>
              </p:cNvPr>
              <p:cNvSpPr>
                <a:spLocks/>
              </p:cNvSpPr>
              <p:nvPr/>
            </p:nvSpPr>
            <p:spPr bwMode="auto">
              <a:xfrm>
                <a:off x="8020050" y="2998788"/>
                <a:ext cx="128588" cy="125412"/>
              </a:xfrm>
              <a:custGeom>
                <a:avLst/>
                <a:gdLst>
                  <a:gd name="T0" fmla="*/ 38 w 38"/>
                  <a:gd name="T1" fmla="*/ 1 h 37"/>
                  <a:gd name="T2" fmla="*/ 37 w 38"/>
                  <a:gd name="T3" fmla="*/ 2 h 37"/>
                  <a:gd name="T4" fmla="*/ 17 w 38"/>
                  <a:gd name="T5" fmla="*/ 13 h 37"/>
                  <a:gd name="T6" fmla="*/ 1 w 38"/>
                  <a:gd name="T7" fmla="*/ 30 h 37"/>
                  <a:gd name="T8" fmla="*/ 10 w 38"/>
                  <a:gd name="T9" fmla="*/ 37 h 37"/>
                  <a:gd name="T10" fmla="*/ 38 w 38"/>
                  <a:gd name="T11" fmla="*/ 1 h 37"/>
                </a:gdLst>
                <a:ahLst/>
                <a:cxnLst>
                  <a:cxn ang="0">
                    <a:pos x="T0" y="T1"/>
                  </a:cxn>
                  <a:cxn ang="0">
                    <a:pos x="T2" y="T3"/>
                  </a:cxn>
                  <a:cxn ang="0">
                    <a:pos x="T4" y="T5"/>
                  </a:cxn>
                  <a:cxn ang="0">
                    <a:pos x="T6" y="T7"/>
                  </a:cxn>
                  <a:cxn ang="0">
                    <a:pos x="T8" y="T9"/>
                  </a:cxn>
                  <a:cxn ang="0">
                    <a:pos x="T10" y="T11"/>
                  </a:cxn>
                </a:cxnLst>
                <a:rect l="0" t="0" r="r" b="b"/>
                <a:pathLst>
                  <a:path w="38" h="37">
                    <a:moveTo>
                      <a:pt x="38" y="1"/>
                    </a:moveTo>
                    <a:cubicBezTo>
                      <a:pt x="37" y="0"/>
                      <a:pt x="37" y="1"/>
                      <a:pt x="37" y="2"/>
                    </a:cubicBezTo>
                    <a:cubicBezTo>
                      <a:pt x="30" y="5"/>
                      <a:pt x="25" y="8"/>
                      <a:pt x="17" y="13"/>
                    </a:cubicBezTo>
                    <a:cubicBezTo>
                      <a:pt x="11" y="17"/>
                      <a:pt x="0" y="22"/>
                      <a:pt x="1" y="30"/>
                    </a:cubicBezTo>
                    <a:cubicBezTo>
                      <a:pt x="2" y="34"/>
                      <a:pt x="6" y="37"/>
                      <a:pt x="10" y="37"/>
                    </a:cubicBezTo>
                    <a:cubicBezTo>
                      <a:pt x="20" y="36"/>
                      <a:pt x="32" y="9"/>
                      <a:pt x="38" y="1"/>
                    </a:cubicBezTo>
                    <a:close/>
                  </a:path>
                </a:pathLst>
              </a:custGeom>
              <a:solidFill>
                <a:srgbClr val="006D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Medium"/>
                  <a:ea typeface="+mn-ea"/>
                  <a:cs typeface="+mn-cs"/>
                </a:endParaRPr>
              </a:p>
            </p:txBody>
          </p:sp>
          <p:sp>
            <p:nvSpPr>
              <p:cNvPr id="242" name="Freeform 176">
                <a:extLst>
                  <a:ext uri="{FF2B5EF4-FFF2-40B4-BE49-F238E27FC236}">
                    <a16:creationId xmlns:a16="http://schemas.microsoft.com/office/drawing/2014/main" id="{AD4108DA-72D9-470F-8897-081AC230DF7D}"/>
                  </a:ext>
                </a:extLst>
              </p:cNvPr>
              <p:cNvSpPr>
                <a:spLocks/>
              </p:cNvSpPr>
              <p:nvPr/>
            </p:nvSpPr>
            <p:spPr bwMode="auto">
              <a:xfrm>
                <a:off x="8161338" y="3001963"/>
                <a:ext cx="44450" cy="47625"/>
              </a:xfrm>
              <a:custGeom>
                <a:avLst/>
                <a:gdLst>
                  <a:gd name="T0" fmla="*/ 0 w 13"/>
                  <a:gd name="T1" fmla="*/ 7 h 14"/>
                  <a:gd name="T2" fmla="*/ 13 w 13"/>
                  <a:gd name="T3" fmla="*/ 2 h 14"/>
                  <a:gd name="T4" fmla="*/ 0 w 13"/>
                  <a:gd name="T5" fmla="*/ 7 h 14"/>
                </a:gdLst>
                <a:ahLst/>
                <a:cxnLst>
                  <a:cxn ang="0">
                    <a:pos x="T0" y="T1"/>
                  </a:cxn>
                  <a:cxn ang="0">
                    <a:pos x="T2" y="T3"/>
                  </a:cxn>
                  <a:cxn ang="0">
                    <a:pos x="T4" y="T5"/>
                  </a:cxn>
                </a:cxnLst>
                <a:rect l="0" t="0" r="r" b="b"/>
                <a:pathLst>
                  <a:path w="13" h="14">
                    <a:moveTo>
                      <a:pt x="0" y="7"/>
                    </a:moveTo>
                    <a:cubicBezTo>
                      <a:pt x="2" y="14"/>
                      <a:pt x="13" y="8"/>
                      <a:pt x="13" y="2"/>
                    </a:cubicBezTo>
                    <a:cubicBezTo>
                      <a:pt x="8" y="0"/>
                      <a:pt x="3" y="4"/>
                      <a:pt x="0" y="7"/>
                    </a:cubicBezTo>
                    <a:close/>
                  </a:path>
                </a:pathLst>
              </a:custGeom>
              <a:solidFill>
                <a:srgbClr val="006D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Medium"/>
                  <a:ea typeface="+mn-ea"/>
                  <a:cs typeface="+mn-cs"/>
                </a:endParaRPr>
              </a:p>
            </p:txBody>
          </p:sp>
          <p:sp>
            <p:nvSpPr>
              <p:cNvPr id="243" name="Freeform 177">
                <a:extLst>
                  <a:ext uri="{FF2B5EF4-FFF2-40B4-BE49-F238E27FC236}">
                    <a16:creationId xmlns:a16="http://schemas.microsoft.com/office/drawing/2014/main" id="{69DE35BD-FF02-4E70-88B6-281FC745588F}"/>
                  </a:ext>
                </a:extLst>
              </p:cNvPr>
              <p:cNvSpPr>
                <a:spLocks/>
              </p:cNvSpPr>
              <p:nvPr/>
            </p:nvSpPr>
            <p:spPr bwMode="auto">
              <a:xfrm>
                <a:off x="7900988" y="3001963"/>
                <a:ext cx="44450" cy="38100"/>
              </a:xfrm>
              <a:custGeom>
                <a:avLst/>
                <a:gdLst>
                  <a:gd name="T0" fmla="*/ 0 w 13"/>
                  <a:gd name="T1" fmla="*/ 2 h 11"/>
                  <a:gd name="T2" fmla="*/ 11 w 13"/>
                  <a:gd name="T3" fmla="*/ 11 h 11"/>
                  <a:gd name="T4" fmla="*/ 13 w 13"/>
                  <a:gd name="T5" fmla="*/ 8 h 11"/>
                  <a:gd name="T6" fmla="*/ 0 w 13"/>
                  <a:gd name="T7" fmla="*/ 2 h 11"/>
                </a:gdLst>
                <a:ahLst/>
                <a:cxnLst>
                  <a:cxn ang="0">
                    <a:pos x="T0" y="T1"/>
                  </a:cxn>
                  <a:cxn ang="0">
                    <a:pos x="T2" y="T3"/>
                  </a:cxn>
                  <a:cxn ang="0">
                    <a:pos x="T4" y="T5"/>
                  </a:cxn>
                  <a:cxn ang="0">
                    <a:pos x="T6" y="T7"/>
                  </a:cxn>
                </a:cxnLst>
                <a:rect l="0" t="0" r="r" b="b"/>
                <a:pathLst>
                  <a:path w="13" h="11">
                    <a:moveTo>
                      <a:pt x="0" y="2"/>
                    </a:moveTo>
                    <a:cubicBezTo>
                      <a:pt x="1" y="8"/>
                      <a:pt x="6" y="9"/>
                      <a:pt x="11" y="11"/>
                    </a:cubicBezTo>
                    <a:cubicBezTo>
                      <a:pt x="12" y="9"/>
                      <a:pt x="13" y="9"/>
                      <a:pt x="13" y="8"/>
                    </a:cubicBezTo>
                    <a:cubicBezTo>
                      <a:pt x="11" y="4"/>
                      <a:pt x="6" y="0"/>
                      <a:pt x="0" y="2"/>
                    </a:cubicBezTo>
                    <a:close/>
                  </a:path>
                </a:pathLst>
              </a:custGeom>
              <a:solidFill>
                <a:srgbClr val="006D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Medium"/>
                  <a:ea typeface="+mn-ea"/>
                  <a:cs typeface="+mn-cs"/>
                </a:endParaRPr>
              </a:p>
            </p:txBody>
          </p:sp>
          <p:sp>
            <p:nvSpPr>
              <p:cNvPr id="244" name="Freeform 178">
                <a:extLst>
                  <a:ext uri="{FF2B5EF4-FFF2-40B4-BE49-F238E27FC236}">
                    <a16:creationId xmlns:a16="http://schemas.microsoft.com/office/drawing/2014/main" id="{9A2685F6-4A0B-4219-A49D-3FA566ABB5E0}"/>
                  </a:ext>
                </a:extLst>
              </p:cNvPr>
              <p:cNvSpPr>
                <a:spLocks/>
              </p:cNvSpPr>
              <p:nvPr/>
            </p:nvSpPr>
            <p:spPr bwMode="auto">
              <a:xfrm>
                <a:off x="8175625" y="3076575"/>
                <a:ext cx="57150" cy="28575"/>
              </a:xfrm>
              <a:custGeom>
                <a:avLst/>
                <a:gdLst>
                  <a:gd name="T0" fmla="*/ 1 w 17"/>
                  <a:gd name="T1" fmla="*/ 7 h 8"/>
                  <a:gd name="T2" fmla="*/ 15 w 17"/>
                  <a:gd name="T3" fmla="*/ 7 h 8"/>
                  <a:gd name="T4" fmla="*/ 1 w 17"/>
                  <a:gd name="T5" fmla="*/ 7 h 8"/>
                </a:gdLst>
                <a:ahLst/>
                <a:cxnLst>
                  <a:cxn ang="0">
                    <a:pos x="T0" y="T1"/>
                  </a:cxn>
                  <a:cxn ang="0">
                    <a:pos x="T2" y="T3"/>
                  </a:cxn>
                  <a:cxn ang="0">
                    <a:pos x="T4" y="T5"/>
                  </a:cxn>
                </a:cxnLst>
                <a:rect l="0" t="0" r="r" b="b"/>
                <a:pathLst>
                  <a:path w="17" h="8">
                    <a:moveTo>
                      <a:pt x="1" y="7"/>
                    </a:moveTo>
                    <a:cubicBezTo>
                      <a:pt x="4" y="8"/>
                      <a:pt x="12" y="8"/>
                      <a:pt x="15" y="7"/>
                    </a:cubicBezTo>
                    <a:cubicBezTo>
                      <a:pt x="17" y="0"/>
                      <a:pt x="0" y="0"/>
                      <a:pt x="1" y="7"/>
                    </a:cubicBezTo>
                    <a:close/>
                  </a:path>
                </a:pathLst>
              </a:custGeom>
              <a:solidFill>
                <a:srgbClr val="006D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Medium"/>
                  <a:ea typeface="+mn-ea"/>
                  <a:cs typeface="+mn-cs"/>
                </a:endParaRPr>
              </a:p>
            </p:txBody>
          </p:sp>
          <p:sp>
            <p:nvSpPr>
              <p:cNvPr id="245" name="Freeform 179">
                <a:extLst>
                  <a:ext uri="{FF2B5EF4-FFF2-40B4-BE49-F238E27FC236}">
                    <a16:creationId xmlns:a16="http://schemas.microsoft.com/office/drawing/2014/main" id="{5306E7DB-AB13-43B0-A900-32EA0E0A35C7}"/>
                  </a:ext>
                </a:extLst>
              </p:cNvPr>
              <p:cNvSpPr>
                <a:spLocks/>
              </p:cNvSpPr>
              <p:nvPr/>
            </p:nvSpPr>
            <p:spPr bwMode="auto">
              <a:xfrm>
                <a:off x="7877175" y="3076575"/>
                <a:ext cx="53975" cy="28575"/>
              </a:xfrm>
              <a:custGeom>
                <a:avLst/>
                <a:gdLst>
                  <a:gd name="T0" fmla="*/ 1 w 16"/>
                  <a:gd name="T1" fmla="*/ 7 h 8"/>
                  <a:gd name="T2" fmla="*/ 15 w 16"/>
                  <a:gd name="T3" fmla="*/ 7 h 8"/>
                  <a:gd name="T4" fmla="*/ 1 w 16"/>
                  <a:gd name="T5" fmla="*/ 7 h 8"/>
                </a:gdLst>
                <a:ahLst/>
                <a:cxnLst>
                  <a:cxn ang="0">
                    <a:pos x="T0" y="T1"/>
                  </a:cxn>
                  <a:cxn ang="0">
                    <a:pos x="T2" y="T3"/>
                  </a:cxn>
                  <a:cxn ang="0">
                    <a:pos x="T4" y="T5"/>
                  </a:cxn>
                </a:cxnLst>
                <a:rect l="0" t="0" r="r" b="b"/>
                <a:pathLst>
                  <a:path w="16" h="8">
                    <a:moveTo>
                      <a:pt x="1" y="7"/>
                    </a:moveTo>
                    <a:cubicBezTo>
                      <a:pt x="4" y="8"/>
                      <a:pt x="12" y="8"/>
                      <a:pt x="15" y="7"/>
                    </a:cubicBezTo>
                    <a:cubicBezTo>
                      <a:pt x="16" y="0"/>
                      <a:pt x="0" y="0"/>
                      <a:pt x="1" y="7"/>
                    </a:cubicBezTo>
                    <a:close/>
                  </a:path>
                </a:pathLst>
              </a:custGeom>
              <a:solidFill>
                <a:srgbClr val="006DA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Medium"/>
                  <a:ea typeface="+mn-ea"/>
                  <a:cs typeface="+mn-cs"/>
                </a:endParaRPr>
              </a:p>
            </p:txBody>
          </p:sp>
        </p:grpSp>
      </p:grpSp>
      <p:grpSp>
        <p:nvGrpSpPr>
          <p:cNvPr id="252" name="Groupe 251">
            <a:extLst>
              <a:ext uri="{FF2B5EF4-FFF2-40B4-BE49-F238E27FC236}">
                <a16:creationId xmlns:a16="http://schemas.microsoft.com/office/drawing/2014/main" id="{00C91530-904C-4EAA-96E1-492DF4587BD9}"/>
              </a:ext>
            </a:extLst>
          </p:cNvPr>
          <p:cNvGrpSpPr>
            <a:grpSpLocks noChangeAspect="1"/>
          </p:cNvGrpSpPr>
          <p:nvPr/>
        </p:nvGrpSpPr>
        <p:grpSpPr>
          <a:xfrm>
            <a:off x="8768198" y="2603697"/>
            <a:ext cx="614016" cy="576000"/>
            <a:chOff x="3345099" y="5337792"/>
            <a:chExt cx="914962" cy="858313"/>
          </a:xfrm>
        </p:grpSpPr>
        <p:sp>
          <p:nvSpPr>
            <p:cNvPr id="253" name="Freeform 78">
              <a:extLst>
                <a:ext uri="{FF2B5EF4-FFF2-40B4-BE49-F238E27FC236}">
                  <a16:creationId xmlns:a16="http://schemas.microsoft.com/office/drawing/2014/main" id="{926896F2-7C0B-4ADC-9AAC-C2E53ED5F0E7}"/>
                </a:ext>
              </a:extLst>
            </p:cNvPr>
            <p:cNvSpPr>
              <a:spLocks/>
            </p:cNvSpPr>
            <p:nvPr/>
          </p:nvSpPr>
          <p:spPr bwMode="auto">
            <a:xfrm>
              <a:off x="3345099" y="5337792"/>
              <a:ext cx="914962" cy="858313"/>
            </a:xfrm>
            <a:custGeom>
              <a:avLst/>
              <a:gdLst>
                <a:gd name="T0" fmla="*/ 52 w 441"/>
                <a:gd name="T1" fmla="*/ 298 h 410"/>
                <a:gd name="T2" fmla="*/ 128 w 441"/>
                <a:gd name="T3" fmla="*/ 48 h 410"/>
                <a:gd name="T4" fmla="*/ 390 w 441"/>
                <a:gd name="T5" fmla="*/ 122 h 410"/>
                <a:gd name="T6" fmla="*/ 307 w 441"/>
                <a:gd name="T7" fmla="*/ 362 h 410"/>
                <a:gd name="T8" fmla="*/ 52 w 441"/>
                <a:gd name="T9" fmla="*/ 298 h 410"/>
              </a:gdLst>
              <a:ahLst/>
              <a:cxnLst>
                <a:cxn ang="0">
                  <a:pos x="T0" y="T1"/>
                </a:cxn>
                <a:cxn ang="0">
                  <a:pos x="T2" y="T3"/>
                </a:cxn>
                <a:cxn ang="0">
                  <a:pos x="T4" y="T5"/>
                </a:cxn>
                <a:cxn ang="0">
                  <a:pos x="T6" y="T7"/>
                </a:cxn>
                <a:cxn ang="0">
                  <a:pos x="T8" y="T9"/>
                </a:cxn>
              </a:cxnLst>
              <a:rect l="0" t="0" r="r" b="b"/>
              <a:pathLst>
                <a:path w="441" h="410">
                  <a:moveTo>
                    <a:pt x="52" y="298"/>
                  </a:moveTo>
                  <a:cubicBezTo>
                    <a:pt x="0" y="209"/>
                    <a:pt x="35" y="97"/>
                    <a:pt x="128" y="48"/>
                  </a:cubicBezTo>
                  <a:cubicBezTo>
                    <a:pt x="222" y="0"/>
                    <a:pt x="339" y="33"/>
                    <a:pt x="390" y="122"/>
                  </a:cubicBezTo>
                  <a:cubicBezTo>
                    <a:pt x="441" y="212"/>
                    <a:pt x="401" y="313"/>
                    <a:pt x="307" y="362"/>
                  </a:cubicBezTo>
                  <a:cubicBezTo>
                    <a:pt x="214" y="410"/>
                    <a:pt x="103" y="388"/>
                    <a:pt x="52" y="298"/>
                  </a:cubicBezTo>
                </a:path>
              </a:pathLst>
            </a:custGeom>
            <a:solidFill>
              <a:srgbClr val="0070AD"/>
            </a:solidFill>
            <a:ln w="38100">
              <a:solidFill>
                <a:sysClr val="window" lastClr="FFFFFF"/>
              </a:solidFill>
            </a:ln>
          </p:spPr>
          <p:txBody>
            <a:bodyPr vert="horz" wrap="square" lIns="74295" tIns="37148" rIns="74295" bIns="37148" numCol="1" anchor="t" anchorCtr="0" compatLnSpc="1">
              <a:prstTxWarp prst="textNoShape">
                <a:avLst/>
              </a:prstTxWarp>
            </a:bodyPr>
            <a:lstStyle/>
            <a:p>
              <a:pPr marL="0" marR="0" lvl="0" indent="0" algn="l" defTabSz="74295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Ubuntu Medium"/>
                <a:ea typeface="+mn-ea"/>
                <a:cs typeface="+mn-cs"/>
              </a:endParaRPr>
            </a:p>
          </p:txBody>
        </p:sp>
        <p:sp>
          <p:nvSpPr>
            <p:cNvPr id="254" name="Freeform 53">
              <a:extLst>
                <a:ext uri="{FF2B5EF4-FFF2-40B4-BE49-F238E27FC236}">
                  <a16:creationId xmlns:a16="http://schemas.microsoft.com/office/drawing/2014/main" id="{AC8AA527-7C36-4A3D-96C7-DD793594884D}"/>
                </a:ext>
              </a:extLst>
            </p:cNvPr>
            <p:cNvSpPr>
              <a:spLocks noEditPoints="1"/>
            </p:cNvSpPr>
            <p:nvPr/>
          </p:nvSpPr>
          <p:spPr bwMode="auto">
            <a:xfrm>
              <a:off x="3582032" y="5529867"/>
              <a:ext cx="428276" cy="263735"/>
            </a:xfrm>
            <a:custGeom>
              <a:avLst/>
              <a:gdLst>
                <a:gd name="T0" fmla="*/ 152 w 166"/>
                <a:gd name="T1" fmla="*/ 0 h 107"/>
                <a:gd name="T2" fmla="*/ 15 w 166"/>
                <a:gd name="T3" fmla="*/ 0 h 107"/>
                <a:gd name="T4" fmla="*/ 0 w 166"/>
                <a:gd name="T5" fmla="*/ 14 h 107"/>
                <a:gd name="T6" fmla="*/ 0 w 166"/>
                <a:gd name="T7" fmla="*/ 93 h 107"/>
                <a:gd name="T8" fmla="*/ 15 w 166"/>
                <a:gd name="T9" fmla="*/ 107 h 107"/>
                <a:gd name="T10" fmla="*/ 99 w 166"/>
                <a:gd name="T11" fmla="*/ 107 h 107"/>
                <a:gd name="T12" fmla="*/ 99 w 166"/>
                <a:gd name="T13" fmla="*/ 74 h 107"/>
                <a:gd name="T14" fmla="*/ 55 w 166"/>
                <a:gd name="T15" fmla="*/ 51 h 107"/>
                <a:gd name="T16" fmla="*/ 54 w 166"/>
                <a:gd name="T17" fmla="*/ 38 h 107"/>
                <a:gd name="T18" fmla="*/ 68 w 166"/>
                <a:gd name="T19" fmla="*/ 37 h 107"/>
                <a:gd name="T20" fmla="*/ 81 w 166"/>
                <a:gd name="T21" fmla="*/ 47 h 107"/>
                <a:gd name="T22" fmla="*/ 100 w 166"/>
                <a:gd name="T23" fmla="*/ 55 h 107"/>
                <a:gd name="T24" fmla="*/ 121 w 166"/>
                <a:gd name="T25" fmla="*/ 56 h 107"/>
                <a:gd name="T26" fmla="*/ 135 w 166"/>
                <a:gd name="T27" fmla="*/ 71 h 107"/>
                <a:gd name="T28" fmla="*/ 135 w 166"/>
                <a:gd name="T29" fmla="*/ 107 h 107"/>
                <a:gd name="T30" fmla="*/ 152 w 166"/>
                <a:gd name="T31" fmla="*/ 107 h 107"/>
                <a:gd name="T32" fmla="*/ 166 w 166"/>
                <a:gd name="T33" fmla="*/ 93 h 107"/>
                <a:gd name="T34" fmla="*/ 166 w 166"/>
                <a:gd name="T35" fmla="*/ 14 h 107"/>
                <a:gd name="T36" fmla="*/ 152 w 166"/>
                <a:gd name="T37" fmla="*/ 0 h 107"/>
                <a:gd name="T38" fmla="*/ 118 w 166"/>
                <a:gd name="T39" fmla="*/ 51 h 107"/>
                <a:gd name="T40" fmla="*/ 100 w 166"/>
                <a:gd name="T41" fmla="*/ 33 h 107"/>
                <a:gd name="T42" fmla="*/ 118 w 166"/>
                <a:gd name="T43" fmla="*/ 15 h 107"/>
                <a:gd name="T44" fmla="*/ 136 w 166"/>
                <a:gd name="T45" fmla="*/ 33 h 107"/>
                <a:gd name="T46" fmla="*/ 118 w 166"/>
                <a:gd name="T47" fmla="*/ 51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6" h="107">
                  <a:moveTo>
                    <a:pt x="152" y="0"/>
                  </a:moveTo>
                  <a:cubicBezTo>
                    <a:pt x="15" y="0"/>
                    <a:pt x="15" y="0"/>
                    <a:pt x="15" y="0"/>
                  </a:cubicBezTo>
                  <a:cubicBezTo>
                    <a:pt x="7" y="0"/>
                    <a:pt x="0" y="6"/>
                    <a:pt x="0" y="14"/>
                  </a:cubicBezTo>
                  <a:cubicBezTo>
                    <a:pt x="0" y="93"/>
                    <a:pt x="0" y="93"/>
                    <a:pt x="0" y="93"/>
                  </a:cubicBezTo>
                  <a:cubicBezTo>
                    <a:pt x="0" y="101"/>
                    <a:pt x="7" y="107"/>
                    <a:pt x="15" y="107"/>
                  </a:cubicBezTo>
                  <a:cubicBezTo>
                    <a:pt x="99" y="107"/>
                    <a:pt x="99" y="107"/>
                    <a:pt x="99" y="107"/>
                  </a:cubicBezTo>
                  <a:cubicBezTo>
                    <a:pt x="99" y="74"/>
                    <a:pt x="99" y="74"/>
                    <a:pt x="99" y="74"/>
                  </a:cubicBezTo>
                  <a:cubicBezTo>
                    <a:pt x="89" y="72"/>
                    <a:pt x="74" y="67"/>
                    <a:pt x="55" y="51"/>
                  </a:cubicBezTo>
                  <a:cubicBezTo>
                    <a:pt x="51" y="48"/>
                    <a:pt x="51" y="42"/>
                    <a:pt x="54" y="38"/>
                  </a:cubicBezTo>
                  <a:cubicBezTo>
                    <a:pt x="58" y="34"/>
                    <a:pt x="64" y="34"/>
                    <a:pt x="68" y="37"/>
                  </a:cubicBezTo>
                  <a:cubicBezTo>
                    <a:pt x="72" y="41"/>
                    <a:pt x="76" y="44"/>
                    <a:pt x="81" y="47"/>
                  </a:cubicBezTo>
                  <a:cubicBezTo>
                    <a:pt x="87" y="51"/>
                    <a:pt x="93" y="54"/>
                    <a:pt x="100" y="55"/>
                  </a:cubicBezTo>
                  <a:cubicBezTo>
                    <a:pt x="107" y="57"/>
                    <a:pt x="114" y="56"/>
                    <a:pt x="121" y="56"/>
                  </a:cubicBezTo>
                  <a:cubicBezTo>
                    <a:pt x="129" y="56"/>
                    <a:pt x="135" y="63"/>
                    <a:pt x="135" y="71"/>
                  </a:cubicBezTo>
                  <a:cubicBezTo>
                    <a:pt x="135" y="107"/>
                    <a:pt x="135" y="107"/>
                    <a:pt x="135" y="107"/>
                  </a:cubicBezTo>
                  <a:cubicBezTo>
                    <a:pt x="152" y="107"/>
                    <a:pt x="152" y="107"/>
                    <a:pt x="152" y="107"/>
                  </a:cubicBezTo>
                  <a:cubicBezTo>
                    <a:pt x="159" y="107"/>
                    <a:pt x="166" y="101"/>
                    <a:pt x="166" y="93"/>
                  </a:cubicBezTo>
                  <a:cubicBezTo>
                    <a:pt x="166" y="14"/>
                    <a:pt x="166" y="14"/>
                    <a:pt x="166" y="14"/>
                  </a:cubicBezTo>
                  <a:cubicBezTo>
                    <a:pt x="166" y="6"/>
                    <a:pt x="159" y="0"/>
                    <a:pt x="152" y="0"/>
                  </a:cubicBezTo>
                  <a:close/>
                  <a:moveTo>
                    <a:pt x="118" y="51"/>
                  </a:moveTo>
                  <a:cubicBezTo>
                    <a:pt x="108" y="51"/>
                    <a:pt x="100" y="43"/>
                    <a:pt x="100" y="33"/>
                  </a:cubicBezTo>
                  <a:cubicBezTo>
                    <a:pt x="100" y="23"/>
                    <a:pt x="108" y="15"/>
                    <a:pt x="118" y="15"/>
                  </a:cubicBezTo>
                  <a:cubicBezTo>
                    <a:pt x="128" y="15"/>
                    <a:pt x="136" y="23"/>
                    <a:pt x="136" y="33"/>
                  </a:cubicBezTo>
                  <a:cubicBezTo>
                    <a:pt x="136" y="43"/>
                    <a:pt x="128" y="51"/>
                    <a:pt x="118" y="51"/>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latin typeface="Ubuntu Medium"/>
                <a:ea typeface="+mn-ea"/>
                <a:cs typeface="+mn-cs"/>
              </a:endParaRPr>
            </a:p>
          </p:txBody>
        </p:sp>
        <p:sp>
          <p:nvSpPr>
            <p:cNvPr id="255" name="Freeform 54">
              <a:extLst>
                <a:ext uri="{FF2B5EF4-FFF2-40B4-BE49-F238E27FC236}">
                  <a16:creationId xmlns:a16="http://schemas.microsoft.com/office/drawing/2014/main" id="{1BEBB481-FB39-4113-8773-7FA4A65D9A3F}"/>
                </a:ext>
              </a:extLst>
            </p:cNvPr>
            <p:cNvSpPr>
              <a:spLocks/>
            </p:cNvSpPr>
            <p:nvPr/>
          </p:nvSpPr>
          <p:spPr bwMode="auto">
            <a:xfrm>
              <a:off x="3538218" y="5823832"/>
              <a:ext cx="102962" cy="186595"/>
            </a:xfrm>
            <a:custGeom>
              <a:avLst/>
              <a:gdLst>
                <a:gd name="T0" fmla="*/ 27 w 40"/>
                <a:gd name="T1" fmla="*/ 31 h 76"/>
                <a:gd name="T2" fmla="*/ 36 w 40"/>
                <a:gd name="T3" fmla="*/ 16 h 76"/>
                <a:gd name="T4" fmla="*/ 20 w 40"/>
                <a:gd name="T5" fmla="*/ 0 h 76"/>
                <a:gd name="T6" fmla="*/ 4 w 40"/>
                <a:gd name="T7" fmla="*/ 16 h 76"/>
                <a:gd name="T8" fmla="*/ 13 w 40"/>
                <a:gd name="T9" fmla="*/ 31 h 76"/>
                <a:gd name="T10" fmla="*/ 0 w 40"/>
                <a:gd name="T11" fmla="*/ 50 h 76"/>
                <a:gd name="T12" fmla="*/ 0 w 40"/>
                <a:gd name="T13" fmla="*/ 76 h 76"/>
                <a:gd name="T14" fmla="*/ 40 w 40"/>
                <a:gd name="T15" fmla="*/ 76 h 76"/>
                <a:gd name="T16" fmla="*/ 40 w 40"/>
                <a:gd name="T17" fmla="*/ 50 h 76"/>
                <a:gd name="T18" fmla="*/ 27 w 40"/>
                <a:gd name="T19"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 h="76">
                  <a:moveTo>
                    <a:pt x="27" y="31"/>
                  </a:moveTo>
                  <a:cubicBezTo>
                    <a:pt x="32" y="28"/>
                    <a:pt x="36" y="23"/>
                    <a:pt x="36" y="16"/>
                  </a:cubicBezTo>
                  <a:cubicBezTo>
                    <a:pt x="36" y="8"/>
                    <a:pt x="29" y="0"/>
                    <a:pt x="20" y="0"/>
                  </a:cubicBezTo>
                  <a:cubicBezTo>
                    <a:pt x="11" y="0"/>
                    <a:pt x="4" y="8"/>
                    <a:pt x="4" y="16"/>
                  </a:cubicBezTo>
                  <a:cubicBezTo>
                    <a:pt x="4" y="23"/>
                    <a:pt x="8" y="28"/>
                    <a:pt x="13" y="31"/>
                  </a:cubicBezTo>
                  <a:cubicBezTo>
                    <a:pt x="5" y="34"/>
                    <a:pt x="0" y="41"/>
                    <a:pt x="0" y="50"/>
                  </a:cubicBezTo>
                  <a:cubicBezTo>
                    <a:pt x="0" y="76"/>
                    <a:pt x="0" y="76"/>
                    <a:pt x="0" y="76"/>
                  </a:cubicBezTo>
                  <a:cubicBezTo>
                    <a:pt x="40" y="76"/>
                    <a:pt x="40" y="76"/>
                    <a:pt x="40" y="76"/>
                  </a:cubicBezTo>
                  <a:cubicBezTo>
                    <a:pt x="40" y="50"/>
                    <a:pt x="40" y="50"/>
                    <a:pt x="40" y="50"/>
                  </a:cubicBezTo>
                  <a:cubicBezTo>
                    <a:pt x="40" y="41"/>
                    <a:pt x="34" y="34"/>
                    <a:pt x="27" y="31"/>
                  </a:cubicBezTo>
                  <a:close/>
                </a:path>
              </a:pathLst>
            </a:custGeom>
            <a:solidFill>
              <a:srgbClr val="12ABDB"/>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latin typeface="Ubuntu Medium"/>
                <a:ea typeface="+mn-ea"/>
                <a:cs typeface="+mn-cs"/>
              </a:endParaRPr>
            </a:p>
          </p:txBody>
        </p:sp>
        <p:sp>
          <p:nvSpPr>
            <p:cNvPr id="256" name="Freeform 55">
              <a:extLst>
                <a:ext uri="{FF2B5EF4-FFF2-40B4-BE49-F238E27FC236}">
                  <a16:creationId xmlns:a16="http://schemas.microsoft.com/office/drawing/2014/main" id="{2B740352-36F5-485C-BB80-3557C2286EE2}"/>
                </a:ext>
              </a:extLst>
            </p:cNvPr>
            <p:cNvSpPr>
              <a:spLocks/>
            </p:cNvSpPr>
            <p:nvPr/>
          </p:nvSpPr>
          <p:spPr bwMode="auto">
            <a:xfrm>
              <a:off x="3675135" y="5823832"/>
              <a:ext cx="105152" cy="186595"/>
            </a:xfrm>
            <a:custGeom>
              <a:avLst/>
              <a:gdLst>
                <a:gd name="T0" fmla="*/ 27 w 41"/>
                <a:gd name="T1" fmla="*/ 31 h 76"/>
                <a:gd name="T2" fmla="*/ 36 w 41"/>
                <a:gd name="T3" fmla="*/ 16 h 76"/>
                <a:gd name="T4" fmla="*/ 20 w 41"/>
                <a:gd name="T5" fmla="*/ 0 h 76"/>
                <a:gd name="T6" fmla="*/ 4 w 41"/>
                <a:gd name="T7" fmla="*/ 16 h 76"/>
                <a:gd name="T8" fmla="*/ 14 w 41"/>
                <a:gd name="T9" fmla="*/ 31 h 76"/>
                <a:gd name="T10" fmla="*/ 0 w 41"/>
                <a:gd name="T11" fmla="*/ 50 h 76"/>
                <a:gd name="T12" fmla="*/ 0 w 41"/>
                <a:gd name="T13" fmla="*/ 76 h 76"/>
                <a:gd name="T14" fmla="*/ 41 w 41"/>
                <a:gd name="T15" fmla="*/ 76 h 76"/>
                <a:gd name="T16" fmla="*/ 41 w 41"/>
                <a:gd name="T17" fmla="*/ 50 h 76"/>
                <a:gd name="T18" fmla="*/ 27 w 41"/>
                <a:gd name="T19"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76">
                  <a:moveTo>
                    <a:pt x="27" y="31"/>
                  </a:moveTo>
                  <a:cubicBezTo>
                    <a:pt x="33" y="28"/>
                    <a:pt x="36" y="23"/>
                    <a:pt x="36" y="16"/>
                  </a:cubicBezTo>
                  <a:cubicBezTo>
                    <a:pt x="36" y="8"/>
                    <a:pt x="29" y="0"/>
                    <a:pt x="20" y="0"/>
                  </a:cubicBezTo>
                  <a:cubicBezTo>
                    <a:pt x="11" y="0"/>
                    <a:pt x="4" y="8"/>
                    <a:pt x="4" y="16"/>
                  </a:cubicBezTo>
                  <a:cubicBezTo>
                    <a:pt x="4" y="23"/>
                    <a:pt x="8" y="28"/>
                    <a:pt x="14" y="31"/>
                  </a:cubicBezTo>
                  <a:cubicBezTo>
                    <a:pt x="6" y="34"/>
                    <a:pt x="0" y="41"/>
                    <a:pt x="0" y="50"/>
                  </a:cubicBezTo>
                  <a:cubicBezTo>
                    <a:pt x="0" y="76"/>
                    <a:pt x="0" y="76"/>
                    <a:pt x="0" y="76"/>
                  </a:cubicBezTo>
                  <a:cubicBezTo>
                    <a:pt x="41" y="76"/>
                    <a:pt x="41" y="76"/>
                    <a:pt x="41" y="76"/>
                  </a:cubicBezTo>
                  <a:cubicBezTo>
                    <a:pt x="41" y="50"/>
                    <a:pt x="41" y="50"/>
                    <a:pt x="41" y="50"/>
                  </a:cubicBezTo>
                  <a:cubicBezTo>
                    <a:pt x="41" y="41"/>
                    <a:pt x="35" y="34"/>
                    <a:pt x="27" y="31"/>
                  </a:cubicBezTo>
                  <a:close/>
                </a:path>
              </a:pathLst>
            </a:custGeom>
            <a:solidFill>
              <a:srgbClr val="12ABDB"/>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latin typeface="Ubuntu Medium"/>
                <a:ea typeface="+mn-ea"/>
                <a:cs typeface="+mn-cs"/>
              </a:endParaRPr>
            </a:p>
          </p:txBody>
        </p:sp>
        <p:sp>
          <p:nvSpPr>
            <p:cNvPr id="257" name="Freeform 56">
              <a:extLst>
                <a:ext uri="{FF2B5EF4-FFF2-40B4-BE49-F238E27FC236}">
                  <a16:creationId xmlns:a16="http://schemas.microsoft.com/office/drawing/2014/main" id="{C25072BE-8ACA-4184-80CA-7323F56F29CB}"/>
                </a:ext>
              </a:extLst>
            </p:cNvPr>
            <p:cNvSpPr>
              <a:spLocks/>
            </p:cNvSpPr>
            <p:nvPr/>
          </p:nvSpPr>
          <p:spPr bwMode="auto">
            <a:xfrm>
              <a:off x="3814243" y="5823832"/>
              <a:ext cx="102962" cy="186595"/>
            </a:xfrm>
            <a:custGeom>
              <a:avLst/>
              <a:gdLst>
                <a:gd name="T0" fmla="*/ 27 w 40"/>
                <a:gd name="T1" fmla="*/ 31 h 76"/>
                <a:gd name="T2" fmla="*/ 36 w 40"/>
                <a:gd name="T3" fmla="*/ 16 h 76"/>
                <a:gd name="T4" fmla="*/ 20 w 40"/>
                <a:gd name="T5" fmla="*/ 0 h 76"/>
                <a:gd name="T6" fmla="*/ 4 w 40"/>
                <a:gd name="T7" fmla="*/ 16 h 76"/>
                <a:gd name="T8" fmla="*/ 13 w 40"/>
                <a:gd name="T9" fmla="*/ 31 h 76"/>
                <a:gd name="T10" fmla="*/ 0 w 40"/>
                <a:gd name="T11" fmla="*/ 50 h 76"/>
                <a:gd name="T12" fmla="*/ 0 w 40"/>
                <a:gd name="T13" fmla="*/ 76 h 76"/>
                <a:gd name="T14" fmla="*/ 40 w 40"/>
                <a:gd name="T15" fmla="*/ 76 h 76"/>
                <a:gd name="T16" fmla="*/ 40 w 40"/>
                <a:gd name="T17" fmla="*/ 50 h 76"/>
                <a:gd name="T18" fmla="*/ 27 w 40"/>
                <a:gd name="T19"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 h="76">
                  <a:moveTo>
                    <a:pt x="27" y="31"/>
                  </a:moveTo>
                  <a:cubicBezTo>
                    <a:pt x="32" y="28"/>
                    <a:pt x="36" y="23"/>
                    <a:pt x="36" y="16"/>
                  </a:cubicBezTo>
                  <a:cubicBezTo>
                    <a:pt x="36" y="8"/>
                    <a:pt x="29" y="0"/>
                    <a:pt x="20" y="0"/>
                  </a:cubicBezTo>
                  <a:cubicBezTo>
                    <a:pt x="11" y="0"/>
                    <a:pt x="4" y="8"/>
                    <a:pt x="4" y="16"/>
                  </a:cubicBezTo>
                  <a:cubicBezTo>
                    <a:pt x="4" y="23"/>
                    <a:pt x="8" y="28"/>
                    <a:pt x="13" y="31"/>
                  </a:cubicBezTo>
                  <a:cubicBezTo>
                    <a:pt x="5" y="34"/>
                    <a:pt x="0" y="41"/>
                    <a:pt x="0" y="50"/>
                  </a:cubicBezTo>
                  <a:cubicBezTo>
                    <a:pt x="0" y="76"/>
                    <a:pt x="0" y="76"/>
                    <a:pt x="0" y="76"/>
                  </a:cubicBezTo>
                  <a:cubicBezTo>
                    <a:pt x="40" y="76"/>
                    <a:pt x="40" y="76"/>
                    <a:pt x="40" y="76"/>
                  </a:cubicBezTo>
                  <a:cubicBezTo>
                    <a:pt x="40" y="50"/>
                    <a:pt x="40" y="50"/>
                    <a:pt x="40" y="50"/>
                  </a:cubicBezTo>
                  <a:cubicBezTo>
                    <a:pt x="40" y="41"/>
                    <a:pt x="34" y="34"/>
                    <a:pt x="27" y="31"/>
                  </a:cubicBezTo>
                  <a:close/>
                </a:path>
              </a:pathLst>
            </a:custGeom>
            <a:solidFill>
              <a:srgbClr val="12ABDB"/>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latin typeface="Ubuntu Medium"/>
                <a:ea typeface="+mn-ea"/>
                <a:cs typeface="+mn-cs"/>
              </a:endParaRPr>
            </a:p>
          </p:txBody>
        </p:sp>
        <p:sp>
          <p:nvSpPr>
            <p:cNvPr id="258" name="Freeform 57">
              <a:extLst>
                <a:ext uri="{FF2B5EF4-FFF2-40B4-BE49-F238E27FC236}">
                  <a16:creationId xmlns:a16="http://schemas.microsoft.com/office/drawing/2014/main" id="{D03B9D1D-FBAE-43FF-B488-67FEA82F4B58}"/>
                </a:ext>
              </a:extLst>
            </p:cNvPr>
            <p:cNvSpPr>
              <a:spLocks/>
            </p:cNvSpPr>
            <p:nvPr/>
          </p:nvSpPr>
          <p:spPr bwMode="auto">
            <a:xfrm>
              <a:off x="3951160" y="5823832"/>
              <a:ext cx="105152" cy="186595"/>
            </a:xfrm>
            <a:custGeom>
              <a:avLst/>
              <a:gdLst>
                <a:gd name="T0" fmla="*/ 27 w 41"/>
                <a:gd name="T1" fmla="*/ 31 h 76"/>
                <a:gd name="T2" fmla="*/ 36 w 41"/>
                <a:gd name="T3" fmla="*/ 16 h 76"/>
                <a:gd name="T4" fmla="*/ 21 w 41"/>
                <a:gd name="T5" fmla="*/ 0 h 76"/>
                <a:gd name="T6" fmla="*/ 5 w 41"/>
                <a:gd name="T7" fmla="*/ 16 h 76"/>
                <a:gd name="T8" fmla="*/ 14 w 41"/>
                <a:gd name="T9" fmla="*/ 31 h 76"/>
                <a:gd name="T10" fmla="*/ 0 w 41"/>
                <a:gd name="T11" fmla="*/ 50 h 76"/>
                <a:gd name="T12" fmla="*/ 0 w 41"/>
                <a:gd name="T13" fmla="*/ 76 h 76"/>
                <a:gd name="T14" fmla="*/ 41 w 41"/>
                <a:gd name="T15" fmla="*/ 76 h 76"/>
                <a:gd name="T16" fmla="*/ 41 w 41"/>
                <a:gd name="T17" fmla="*/ 50 h 76"/>
                <a:gd name="T18" fmla="*/ 27 w 41"/>
                <a:gd name="T19"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76">
                  <a:moveTo>
                    <a:pt x="27" y="31"/>
                  </a:moveTo>
                  <a:cubicBezTo>
                    <a:pt x="33" y="28"/>
                    <a:pt x="36" y="23"/>
                    <a:pt x="36" y="16"/>
                  </a:cubicBezTo>
                  <a:cubicBezTo>
                    <a:pt x="36" y="8"/>
                    <a:pt x="29" y="0"/>
                    <a:pt x="21" y="0"/>
                  </a:cubicBezTo>
                  <a:cubicBezTo>
                    <a:pt x="12" y="0"/>
                    <a:pt x="5" y="8"/>
                    <a:pt x="5" y="16"/>
                  </a:cubicBezTo>
                  <a:cubicBezTo>
                    <a:pt x="5" y="23"/>
                    <a:pt x="8" y="28"/>
                    <a:pt x="14" y="31"/>
                  </a:cubicBezTo>
                  <a:cubicBezTo>
                    <a:pt x="6" y="34"/>
                    <a:pt x="0" y="41"/>
                    <a:pt x="0" y="50"/>
                  </a:cubicBezTo>
                  <a:cubicBezTo>
                    <a:pt x="0" y="76"/>
                    <a:pt x="0" y="76"/>
                    <a:pt x="0" y="76"/>
                  </a:cubicBezTo>
                  <a:cubicBezTo>
                    <a:pt x="41" y="76"/>
                    <a:pt x="41" y="76"/>
                    <a:pt x="41" y="76"/>
                  </a:cubicBezTo>
                  <a:cubicBezTo>
                    <a:pt x="41" y="50"/>
                    <a:pt x="41" y="50"/>
                    <a:pt x="41" y="50"/>
                  </a:cubicBezTo>
                  <a:cubicBezTo>
                    <a:pt x="41" y="41"/>
                    <a:pt x="35" y="34"/>
                    <a:pt x="27" y="31"/>
                  </a:cubicBezTo>
                  <a:close/>
                </a:path>
              </a:pathLst>
            </a:custGeom>
            <a:solidFill>
              <a:srgbClr val="12ABDB"/>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latin typeface="Ubuntu Medium"/>
                <a:ea typeface="+mn-ea"/>
                <a:cs typeface="+mn-cs"/>
              </a:endParaRPr>
            </a:p>
          </p:txBody>
        </p:sp>
      </p:grpSp>
      <p:grpSp>
        <p:nvGrpSpPr>
          <p:cNvPr id="259" name="Groupe 258">
            <a:extLst>
              <a:ext uri="{FF2B5EF4-FFF2-40B4-BE49-F238E27FC236}">
                <a16:creationId xmlns:a16="http://schemas.microsoft.com/office/drawing/2014/main" id="{FC03E881-FA10-4B9C-8DD8-A8C847D6A331}"/>
              </a:ext>
            </a:extLst>
          </p:cNvPr>
          <p:cNvGrpSpPr>
            <a:grpSpLocks noChangeAspect="1"/>
          </p:cNvGrpSpPr>
          <p:nvPr/>
        </p:nvGrpSpPr>
        <p:grpSpPr>
          <a:xfrm>
            <a:off x="5392969" y="2603697"/>
            <a:ext cx="617064" cy="576000"/>
            <a:chOff x="2840281" y="-36418"/>
            <a:chExt cx="1642577" cy="1533268"/>
          </a:xfrm>
        </p:grpSpPr>
        <p:sp>
          <p:nvSpPr>
            <p:cNvPr id="260" name="Freeform 86">
              <a:extLst>
                <a:ext uri="{FF2B5EF4-FFF2-40B4-BE49-F238E27FC236}">
                  <a16:creationId xmlns:a16="http://schemas.microsoft.com/office/drawing/2014/main" id="{67BB200C-9066-4AFF-B943-46F220EF40B6}"/>
                </a:ext>
              </a:extLst>
            </p:cNvPr>
            <p:cNvSpPr>
              <a:spLocks/>
            </p:cNvSpPr>
            <p:nvPr/>
          </p:nvSpPr>
          <p:spPr bwMode="auto">
            <a:xfrm>
              <a:off x="2840281" y="-36418"/>
              <a:ext cx="1642577" cy="1533268"/>
            </a:xfrm>
            <a:custGeom>
              <a:avLst/>
              <a:gdLst>
                <a:gd name="T0" fmla="*/ 34 w 235"/>
                <a:gd name="T1" fmla="*/ 172 h 219"/>
                <a:gd name="T2" fmla="*/ 56 w 235"/>
                <a:gd name="T3" fmla="*/ 33 h 219"/>
                <a:gd name="T4" fmla="*/ 201 w 235"/>
                <a:gd name="T5" fmla="*/ 53 h 219"/>
                <a:gd name="T6" fmla="*/ 175 w 235"/>
                <a:gd name="T7" fmla="*/ 187 h 219"/>
                <a:gd name="T8" fmla="*/ 34 w 235"/>
                <a:gd name="T9" fmla="*/ 172 h 219"/>
              </a:gdLst>
              <a:ahLst/>
              <a:cxnLst>
                <a:cxn ang="0">
                  <a:pos x="T0" y="T1"/>
                </a:cxn>
                <a:cxn ang="0">
                  <a:pos x="T2" y="T3"/>
                </a:cxn>
                <a:cxn ang="0">
                  <a:pos x="T4" y="T5"/>
                </a:cxn>
                <a:cxn ang="0">
                  <a:pos x="T6" y="T7"/>
                </a:cxn>
                <a:cxn ang="0">
                  <a:pos x="T8" y="T9"/>
                </a:cxn>
              </a:cxnLst>
              <a:rect l="0" t="0" r="r" b="b"/>
              <a:pathLst>
                <a:path w="235" h="219">
                  <a:moveTo>
                    <a:pt x="34" y="172"/>
                  </a:moveTo>
                  <a:cubicBezTo>
                    <a:pt x="0" y="128"/>
                    <a:pt x="10" y="66"/>
                    <a:pt x="56" y="33"/>
                  </a:cubicBezTo>
                  <a:cubicBezTo>
                    <a:pt x="102" y="0"/>
                    <a:pt x="167" y="9"/>
                    <a:pt x="201" y="53"/>
                  </a:cubicBezTo>
                  <a:cubicBezTo>
                    <a:pt x="235" y="97"/>
                    <a:pt x="221" y="154"/>
                    <a:pt x="175" y="187"/>
                  </a:cubicBezTo>
                  <a:cubicBezTo>
                    <a:pt x="128" y="219"/>
                    <a:pt x="67" y="216"/>
                    <a:pt x="34" y="172"/>
                  </a:cubicBezTo>
                </a:path>
              </a:pathLst>
            </a:custGeom>
            <a:solidFill>
              <a:srgbClr val="0070AD"/>
            </a:solidFill>
            <a:ln w="38100">
              <a:solidFill>
                <a:sysClr val="window" lastClr="FFFFFF"/>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black"/>
                </a:solidFill>
                <a:effectLst/>
                <a:uLnTx/>
                <a:uFillTx/>
                <a:latin typeface="Ubuntu Medium"/>
                <a:ea typeface="+mn-ea"/>
                <a:cs typeface="+mn-cs"/>
              </a:endParaRPr>
            </a:p>
          </p:txBody>
        </p:sp>
        <p:grpSp>
          <p:nvGrpSpPr>
            <p:cNvPr id="261" name="Groupe 260">
              <a:extLst>
                <a:ext uri="{FF2B5EF4-FFF2-40B4-BE49-F238E27FC236}">
                  <a16:creationId xmlns:a16="http://schemas.microsoft.com/office/drawing/2014/main" id="{AD9EBB71-E212-46C1-920B-6D86F730E337}"/>
                </a:ext>
              </a:extLst>
            </p:cNvPr>
            <p:cNvGrpSpPr>
              <a:grpSpLocks noChangeAspect="1"/>
            </p:cNvGrpSpPr>
            <p:nvPr/>
          </p:nvGrpSpPr>
          <p:grpSpPr>
            <a:xfrm rot="20004553">
              <a:off x="3093902" y="508287"/>
              <a:ext cx="1058075" cy="520061"/>
              <a:chOff x="3361563" y="660166"/>
              <a:chExt cx="471356" cy="231679"/>
            </a:xfrm>
          </p:grpSpPr>
          <p:sp>
            <p:nvSpPr>
              <p:cNvPr id="262" name="Freeform 87">
                <a:extLst>
                  <a:ext uri="{FF2B5EF4-FFF2-40B4-BE49-F238E27FC236}">
                    <a16:creationId xmlns:a16="http://schemas.microsoft.com/office/drawing/2014/main" id="{32FF842C-5639-4780-BECE-6C10D6B562C8}"/>
                  </a:ext>
                </a:extLst>
              </p:cNvPr>
              <p:cNvSpPr>
                <a:spLocks/>
              </p:cNvSpPr>
              <p:nvPr/>
            </p:nvSpPr>
            <p:spPr bwMode="auto">
              <a:xfrm>
                <a:off x="3611347" y="660166"/>
                <a:ext cx="221572" cy="224525"/>
              </a:xfrm>
              <a:custGeom>
                <a:avLst/>
                <a:gdLst>
                  <a:gd name="T0" fmla="*/ 27 w 32"/>
                  <a:gd name="T1" fmla="*/ 15 h 32"/>
                  <a:gd name="T2" fmla="*/ 29 w 32"/>
                  <a:gd name="T3" fmla="*/ 16 h 32"/>
                  <a:gd name="T4" fmla="*/ 31 w 32"/>
                  <a:gd name="T5" fmla="*/ 17 h 32"/>
                  <a:gd name="T6" fmla="*/ 32 w 32"/>
                  <a:gd name="T7" fmla="*/ 15 h 32"/>
                  <a:gd name="T8" fmla="*/ 32 w 32"/>
                  <a:gd name="T9" fmla="*/ 10 h 32"/>
                  <a:gd name="T10" fmla="*/ 30 w 32"/>
                  <a:gd name="T11" fmla="*/ 9 h 32"/>
                  <a:gd name="T12" fmla="*/ 24 w 32"/>
                  <a:gd name="T13" fmla="*/ 9 h 32"/>
                  <a:gd name="T14" fmla="*/ 22 w 32"/>
                  <a:gd name="T15" fmla="*/ 8 h 32"/>
                  <a:gd name="T16" fmla="*/ 23 w 32"/>
                  <a:gd name="T17" fmla="*/ 6 h 32"/>
                  <a:gd name="T18" fmla="*/ 24 w 32"/>
                  <a:gd name="T19" fmla="*/ 4 h 32"/>
                  <a:gd name="T20" fmla="*/ 20 w 32"/>
                  <a:gd name="T21" fmla="*/ 0 h 32"/>
                  <a:gd name="T22" fmla="*/ 20 w 32"/>
                  <a:gd name="T23" fmla="*/ 0 h 32"/>
                  <a:gd name="T24" fmla="*/ 17 w 32"/>
                  <a:gd name="T25" fmla="*/ 4 h 32"/>
                  <a:gd name="T26" fmla="*/ 17 w 32"/>
                  <a:gd name="T27" fmla="*/ 6 h 32"/>
                  <a:gd name="T28" fmla="*/ 19 w 32"/>
                  <a:gd name="T29" fmla="*/ 7 h 32"/>
                  <a:gd name="T30" fmla="*/ 17 w 32"/>
                  <a:gd name="T31" fmla="*/ 9 h 32"/>
                  <a:gd name="T32" fmla="*/ 10 w 32"/>
                  <a:gd name="T33" fmla="*/ 9 h 32"/>
                  <a:gd name="T34" fmla="*/ 9 w 32"/>
                  <a:gd name="T35" fmla="*/ 10 h 32"/>
                  <a:gd name="T36" fmla="*/ 9 w 32"/>
                  <a:gd name="T37" fmla="*/ 16 h 32"/>
                  <a:gd name="T38" fmla="*/ 8 w 32"/>
                  <a:gd name="T39" fmla="*/ 17 h 32"/>
                  <a:gd name="T40" fmla="*/ 6 w 32"/>
                  <a:gd name="T41" fmla="*/ 16 h 32"/>
                  <a:gd name="T42" fmla="*/ 4 w 32"/>
                  <a:gd name="T43" fmla="*/ 15 h 32"/>
                  <a:gd name="T44" fmla="*/ 0 w 32"/>
                  <a:gd name="T45" fmla="*/ 19 h 32"/>
                  <a:gd name="T46" fmla="*/ 4 w 32"/>
                  <a:gd name="T47" fmla="*/ 22 h 32"/>
                  <a:gd name="T48" fmla="*/ 6 w 32"/>
                  <a:gd name="T49" fmla="*/ 22 h 32"/>
                  <a:gd name="T50" fmla="*/ 8 w 32"/>
                  <a:gd name="T51" fmla="*/ 20 h 32"/>
                  <a:gd name="T52" fmla="*/ 9 w 32"/>
                  <a:gd name="T53" fmla="*/ 22 h 32"/>
                  <a:gd name="T54" fmla="*/ 9 w 32"/>
                  <a:gd name="T55" fmla="*/ 31 h 32"/>
                  <a:gd name="T56" fmla="*/ 10 w 32"/>
                  <a:gd name="T57" fmla="*/ 32 h 32"/>
                  <a:gd name="T58" fmla="*/ 17 w 32"/>
                  <a:gd name="T59" fmla="*/ 32 h 32"/>
                  <a:gd name="T60" fmla="*/ 19 w 32"/>
                  <a:gd name="T61" fmla="*/ 31 h 32"/>
                  <a:gd name="T62" fmla="*/ 17 w 32"/>
                  <a:gd name="T63" fmla="*/ 29 h 32"/>
                  <a:gd name="T64" fmla="*/ 17 w 32"/>
                  <a:gd name="T65" fmla="*/ 27 h 32"/>
                  <a:gd name="T66" fmla="*/ 20 w 32"/>
                  <a:gd name="T67" fmla="*/ 23 h 32"/>
                  <a:gd name="T68" fmla="*/ 20 w 32"/>
                  <a:gd name="T69" fmla="*/ 23 h 32"/>
                  <a:gd name="T70" fmla="*/ 24 w 32"/>
                  <a:gd name="T71" fmla="*/ 27 h 32"/>
                  <a:gd name="T72" fmla="*/ 23 w 32"/>
                  <a:gd name="T73" fmla="*/ 29 h 32"/>
                  <a:gd name="T74" fmla="*/ 22 w 32"/>
                  <a:gd name="T75" fmla="*/ 31 h 32"/>
                  <a:gd name="T76" fmla="*/ 24 w 32"/>
                  <a:gd name="T77" fmla="*/ 32 h 32"/>
                  <a:gd name="T78" fmla="*/ 30 w 32"/>
                  <a:gd name="T79" fmla="*/ 32 h 32"/>
                  <a:gd name="T80" fmla="*/ 32 w 32"/>
                  <a:gd name="T81" fmla="*/ 31 h 32"/>
                  <a:gd name="T82" fmla="*/ 32 w 32"/>
                  <a:gd name="T83" fmla="*/ 22 h 32"/>
                  <a:gd name="T84" fmla="*/ 31 w 32"/>
                  <a:gd name="T85" fmla="*/ 20 h 32"/>
                  <a:gd name="T86" fmla="*/ 29 w 32"/>
                  <a:gd name="T87" fmla="*/ 22 h 32"/>
                  <a:gd name="T88" fmla="*/ 27 w 32"/>
                  <a:gd name="T89" fmla="*/ 22 h 32"/>
                  <a:gd name="T90" fmla="*/ 23 w 32"/>
                  <a:gd name="T91" fmla="*/ 19 h 32"/>
                  <a:gd name="T92" fmla="*/ 27 w 32"/>
                  <a:gd name="T93"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2" h="32">
                    <a:moveTo>
                      <a:pt x="27" y="15"/>
                    </a:moveTo>
                    <a:cubicBezTo>
                      <a:pt x="28" y="15"/>
                      <a:pt x="29" y="16"/>
                      <a:pt x="29" y="16"/>
                    </a:cubicBezTo>
                    <a:cubicBezTo>
                      <a:pt x="29" y="16"/>
                      <a:pt x="30" y="17"/>
                      <a:pt x="31" y="17"/>
                    </a:cubicBezTo>
                    <a:cubicBezTo>
                      <a:pt x="31" y="17"/>
                      <a:pt x="32" y="16"/>
                      <a:pt x="32" y="15"/>
                    </a:cubicBezTo>
                    <a:cubicBezTo>
                      <a:pt x="32" y="10"/>
                      <a:pt x="32" y="10"/>
                      <a:pt x="32" y="10"/>
                    </a:cubicBezTo>
                    <a:cubicBezTo>
                      <a:pt x="32" y="9"/>
                      <a:pt x="31" y="9"/>
                      <a:pt x="30" y="9"/>
                    </a:cubicBezTo>
                    <a:cubicBezTo>
                      <a:pt x="24" y="9"/>
                      <a:pt x="24" y="9"/>
                      <a:pt x="24" y="9"/>
                    </a:cubicBezTo>
                    <a:cubicBezTo>
                      <a:pt x="23" y="9"/>
                      <a:pt x="22" y="8"/>
                      <a:pt x="22" y="8"/>
                    </a:cubicBezTo>
                    <a:cubicBezTo>
                      <a:pt x="22" y="8"/>
                      <a:pt x="23" y="6"/>
                      <a:pt x="23" y="6"/>
                    </a:cubicBezTo>
                    <a:cubicBezTo>
                      <a:pt x="23" y="6"/>
                      <a:pt x="24" y="5"/>
                      <a:pt x="24" y="4"/>
                    </a:cubicBezTo>
                    <a:cubicBezTo>
                      <a:pt x="24" y="1"/>
                      <a:pt x="22" y="0"/>
                      <a:pt x="20" y="0"/>
                    </a:cubicBezTo>
                    <a:cubicBezTo>
                      <a:pt x="20" y="0"/>
                      <a:pt x="20" y="0"/>
                      <a:pt x="20" y="0"/>
                    </a:cubicBezTo>
                    <a:cubicBezTo>
                      <a:pt x="18" y="0"/>
                      <a:pt x="17" y="2"/>
                      <a:pt x="17" y="4"/>
                    </a:cubicBezTo>
                    <a:cubicBezTo>
                      <a:pt x="17" y="5"/>
                      <a:pt x="17" y="6"/>
                      <a:pt x="17" y="6"/>
                    </a:cubicBezTo>
                    <a:cubicBezTo>
                      <a:pt x="18" y="6"/>
                      <a:pt x="18" y="7"/>
                      <a:pt x="19" y="7"/>
                    </a:cubicBezTo>
                    <a:cubicBezTo>
                      <a:pt x="19" y="8"/>
                      <a:pt x="18" y="9"/>
                      <a:pt x="17" y="9"/>
                    </a:cubicBezTo>
                    <a:cubicBezTo>
                      <a:pt x="10" y="9"/>
                      <a:pt x="10" y="9"/>
                      <a:pt x="10" y="9"/>
                    </a:cubicBezTo>
                    <a:cubicBezTo>
                      <a:pt x="9" y="9"/>
                      <a:pt x="9" y="9"/>
                      <a:pt x="9" y="10"/>
                    </a:cubicBezTo>
                    <a:cubicBezTo>
                      <a:pt x="9" y="16"/>
                      <a:pt x="9" y="16"/>
                      <a:pt x="9" y="16"/>
                    </a:cubicBezTo>
                    <a:cubicBezTo>
                      <a:pt x="9" y="16"/>
                      <a:pt x="8" y="17"/>
                      <a:pt x="8" y="17"/>
                    </a:cubicBezTo>
                    <a:cubicBezTo>
                      <a:pt x="8" y="17"/>
                      <a:pt x="7" y="16"/>
                      <a:pt x="6" y="16"/>
                    </a:cubicBezTo>
                    <a:cubicBezTo>
                      <a:pt x="6" y="16"/>
                      <a:pt x="5" y="15"/>
                      <a:pt x="4" y="15"/>
                    </a:cubicBezTo>
                    <a:cubicBezTo>
                      <a:pt x="2" y="15"/>
                      <a:pt x="0" y="17"/>
                      <a:pt x="0" y="19"/>
                    </a:cubicBezTo>
                    <a:cubicBezTo>
                      <a:pt x="0" y="21"/>
                      <a:pt x="2" y="22"/>
                      <a:pt x="4" y="22"/>
                    </a:cubicBezTo>
                    <a:cubicBezTo>
                      <a:pt x="5" y="22"/>
                      <a:pt x="6" y="22"/>
                      <a:pt x="6" y="22"/>
                    </a:cubicBezTo>
                    <a:cubicBezTo>
                      <a:pt x="7" y="21"/>
                      <a:pt x="7" y="21"/>
                      <a:pt x="8" y="20"/>
                    </a:cubicBezTo>
                    <a:cubicBezTo>
                      <a:pt x="8" y="20"/>
                      <a:pt x="9" y="21"/>
                      <a:pt x="9" y="22"/>
                    </a:cubicBezTo>
                    <a:cubicBezTo>
                      <a:pt x="9" y="31"/>
                      <a:pt x="9" y="31"/>
                      <a:pt x="9" y="31"/>
                    </a:cubicBezTo>
                    <a:cubicBezTo>
                      <a:pt x="9" y="31"/>
                      <a:pt x="9" y="32"/>
                      <a:pt x="10" y="32"/>
                    </a:cubicBezTo>
                    <a:cubicBezTo>
                      <a:pt x="17" y="32"/>
                      <a:pt x="17" y="32"/>
                      <a:pt x="17" y="32"/>
                    </a:cubicBezTo>
                    <a:cubicBezTo>
                      <a:pt x="18" y="32"/>
                      <a:pt x="18" y="32"/>
                      <a:pt x="19" y="31"/>
                    </a:cubicBezTo>
                    <a:cubicBezTo>
                      <a:pt x="19" y="31"/>
                      <a:pt x="18" y="30"/>
                      <a:pt x="17" y="29"/>
                    </a:cubicBezTo>
                    <a:cubicBezTo>
                      <a:pt x="17" y="29"/>
                      <a:pt x="17" y="28"/>
                      <a:pt x="17" y="27"/>
                    </a:cubicBezTo>
                    <a:cubicBezTo>
                      <a:pt x="17" y="25"/>
                      <a:pt x="18" y="23"/>
                      <a:pt x="20" y="23"/>
                    </a:cubicBezTo>
                    <a:cubicBezTo>
                      <a:pt x="20" y="23"/>
                      <a:pt x="20" y="23"/>
                      <a:pt x="20" y="23"/>
                    </a:cubicBezTo>
                    <a:cubicBezTo>
                      <a:pt x="22" y="23"/>
                      <a:pt x="24" y="25"/>
                      <a:pt x="24" y="27"/>
                    </a:cubicBezTo>
                    <a:cubicBezTo>
                      <a:pt x="24" y="28"/>
                      <a:pt x="23" y="29"/>
                      <a:pt x="23" y="29"/>
                    </a:cubicBezTo>
                    <a:cubicBezTo>
                      <a:pt x="23" y="30"/>
                      <a:pt x="22" y="30"/>
                      <a:pt x="22" y="31"/>
                    </a:cubicBezTo>
                    <a:cubicBezTo>
                      <a:pt x="22" y="31"/>
                      <a:pt x="23" y="32"/>
                      <a:pt x="24" y="32"/>
                    </a:cubicBezTo>
                    <a:cubicBezTo>
                      <a:pt x="30" y="32"/>
                      <a:pt x="30" y="32"/>
                      <a:pt x="30" y="32"/>
                    </a:cubicBezTo>
                    <a:cubicBezTo>
                      <a:pt x="31" y="32"/>
                      <a:pt x="32" y="31"/>
                      <a:pt x="32" y="31"/>
                    </a:cubicBezTo>
                    <a:cubicBezTo>
                      <a:pt x="32" y="22"/>
                      <a:pt x="32" y="22"/>
                      <a:pt x="32" y="22"/>
                    </a:cubicBezTo>
                    <a:cubicBezTo>
                      <a:pt x="32" y="21"/>
                      <a:pt x="32" y="21"/>
                      <a:pt x="31" y="20"/>
                    </a:cubicBezTo>
                    <a:cubicBezTo>
                      <a:pt x="31" y="20"/>
                      <a:pt x="29" y="21"/>
                      <a:pt x="29" y="22"/>
                    </a:cubicBezTo>
                    <a:cubicBezTo>
                      <a:pt x="29" y="22"/>
                      <a:pt x="28" y="22"/>
                      <a:pt x="27" y="22"/>
                    </a:cubicBezTo>
                    <a:cubicBezTo>
                      <a:pt x="25" y="22"/>
                      <a:pt x="23" y="21"/>
                      <a:pt x="23" y="19"/>
                    </a:cubicBezTo>
                    <a:cubicBezTo>
                      <a:pt x="23" y="17"/>
                      <a:pt x="25" y="15"/>
                      <a:pt x="27" y="15"/>
                    </a:cubicBezTo>
                    <a:close/>
                  </a:path>
                </a:pathLst>
              </a:custGeom>
              <a:solidFill>
                <a:srgbClr val="12ABDB">
                  <a:lumMod val="60000"/>
                  <a:lumOff val="4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black"/>
                  </a:solidFill>
                  <a:effectLst/>
                  <a:uLnTx/>
                  <a:uFillTx/>
                  <a:latin typeface="Ubuntu Medium"/>
                  <a:ea typeface="+mn-ea"/>
                  <a:cs typeface="+mn-cs"/>
                </a:endParaRPr>
              </a:p>
            </p:txBody>
          </p:sp>
          <p:sp>
            <p:nvSpPr>
              <p:cNvPr id="263" name="Freeform 91">
                <a:extLst>
                  <a:ext uri="{FF2B5EF4-FFF2-40B4-BE49-F238E27FC236}">
                    <a16:creationId xmlns:a16="http://schemas.microsoft.com/office/drawing/2014/main" id="{0E2F8A31-A106-4BBD-8D8C-612DD1F4A0A6}"/>
                  </a:ext>
                </a:extLst>
              </p:cNvPr>
              <p:cNvSpPr>
                <a:spLocks/>
              </p:cNvSpPr>
              <p:nvPr/>
            </p:nvSpPr>
            <p:spPr bwMode="auto">
              <a:xfrm>
                <a:off x="3361563" y="667320"/>
                <a:ext cx="221572" cy="224525"/>
              </a:xfrm>
              <a:custGeom>
                <a:avLst/>
                <a:gdLst>
                  <a:gd name="T0" fmla="*/ 26 w 32"/>
                  <a:gd name="T1" fmla="*/ 15 h 32"/>
                  <a:gd name="T2" fmla="*/ 28 w 32"/>
                  <a:gd name="T3" fmla="*/ 16 h 32"/>
                  <a:gd name="T4" fmla="*/ 30 w 32"/>
                  <a:gd name="T5" fmla="*/ 17 h 32"/>
                  <a:gd name="T6" fmla="*/ 32 w 32"/>
                  <a:gd name="T7" fmla="*/ 15 h 32"/>
                  <a:gd name="T8" fmla="*/ 32 w 32"/>
                  <a:gd name="T9" fmla="*/ 10 h 32"/>
                  <a:gd name="T10" fmla="*/ 30 w 32"/>
                  <a:gd name="T11" fmla="*/ 9 h 32"/>
                  <a:gd name="T12" fmla="*/ 23 w 32"/>
                  <a:gd name="T13" fmla="*/ 9 h 32"/>
                  <a:gd name="T14" fmla="*/ 22 w 32"/>
                  <a:gd name="T15" fmla="*/ 8 h 32"/>
                  <a:gd name="T16" fmla="*/ 23 w 32"/>
                  <a:gd name="T17" fmla="*/ 6 h 32"/>
                  <a:gd name="T18" fmla="*/ 24 w 32"/>
                  <a:gd name="T19" fmla="*/ 4 h 32"/>
                  <a:gd name="T20" fmla="*/ 20 w 32"/>
                  <a:gd name="T21" fmla="*/ 0 h 32"/>
                  <a:gd name="T22" fmla="*/ 20 w 32"/>
                  <a:gd name="T23" fmla="*/ 0 h 32"/>
                  <a:gd name="T24" fmla="*/ 16 w 32"/>
                  <a:gd name="T25" fmla="*/ 4 h 32"/>
                  <a:gd name="T26" fmla="*/ 17 w 32"/>
                  <a:gd name="T27" fmla="*/ 6 h 32"/>
                  <a:gd name="T28" fmla="*/ 18 w 32"/>
                  <a:gd name="T29" fmla="*/ 7 h 32"/>
                  <a:gd name="T30" fmla="*/ 17 w 32"/>
                  <a:gd name="T31" fmla="*/ 9 h 32"/>
                  <a:gd name="T32" fmla="*/ 10 w 32"/>
                  <a:gd name="T33" fmla="*/ 9 h 32"/>
                  <a:gd name="T34" fmla="*/ 8 w 32"/>
                  <a:gd name="T35" fmla="*/ 10 h 32"/>
                  <a:gd name="T36" fmla="*/ 8 w 32"/>
                  <a:gd name="T37" fmla="*/ 16 h 32"/>
                  <a:gd name="T38" fmla="*/ 8 w 32"/>
                  <a:gd name="T39" fmla="*/ 17 h 32"/>
                  <a:gd name="T40" fmla="*/ 6 w 32"/>
                  <a:gd name="T41" fmla="*/ 16 h 32"/>
                  <a:gd name="T42" fmla="*/ 3 w 32"/>
                  <a:gd name="T43" fmla="*/ 15 h 32"/>
                  <a:gd name="T44" fmla="*/ 0 w 32"/>
                  <a:gd name="T45" fmla="*/ 19 h 32"/>
                  <a:gd name="T46" fmla="*/ 3 w 32"/>
                  <a:gd name="T47" fmla="*/ 22 h 32"/>
                  <a:gd name="T48" fmla="*/ 6 w 32"/>
                  <a:gd name="T49" fmla="*/ 22 h 32"/>
                  <a:gd name="T50" fmla="*/ 7 w 32"/>
                  <a:gd name="T51" fmla="*/ 20 h 32"/>
                  <a:gd name="T52" fmla="*/ 8 w 32"/>
                  <a:gd name="T53" fmla="*/ 22 h 32"/>
                  <a:gd name="T54" fmla="*/ 8 w 32"/>
                  <a:gd name="T55" fmla="*/ 31 h 32"/>
                  <a:gd name="T56" fmla="*/ 10 w 32"/>
                  <a:gd name="T57" fmla="*/ 32 h 32"/>
                  <a:gd name="T58" fmla="*/ 17 w 32"/>
                  <a:gd name="T59" fmla="*/ 32 h 32"/>
                  <a:gd name="T60" fmla="*/ 18 w 32"/>
                  <a:gd name="T61" fmla="*/ 31 h 32"/>
                  <a:gd name="T62" fmla="*/ 17 w 32"/>
                  <a:gd name="T63" fmla="*/ 29 h 32"/>
                  <a:gd name="T64" fmla="*/ 16 w 32"/>
                  <a:gd name="T65" fmla="*/ 27 h 32"/>
                  <a:gd name="T66" fmla="*/ 20 w 32"/>
                  <a:gd name="T67" fmla="*/ 23 h 32"/>
                  <a:gd name="T68" fmla="*/ 20 w 32"/>
                  <a:gd name="T69" fmla="*/ 23 h 32"/>
                  <a:gd name="T70" fmla="*/ 24 w 32"/>
                  <a:gd name="T71" fmla="*/ 27 h 32"/>
                  <a:gd name="T72" fmla="*/ 23 w 32"/>
                  <a:gd name="T73" fmla="*/ 29 h 32"/>
                  <a:gd name="T74" fmla="*/ 22 w 32"/>
                  <a:gd name="T75" fmla="*/ 31 h 32"/>
                  <a:gd name="T76" fmla="*/ 23 w 32"/>
                  <a:gd name="T77" fmla="*/ 32 h 32"/>
                  <a:gd name="T78" fmla="*/ 30 w 32"/>
                  <a:gd name="T79" fmla="*/ 32 h 32"/>
                  <a:gd name="T80" fmla="*/ 32 w 32"/>
                  <a:gd name="T81" fmla="*/ 31 h 32"/>
                  <a:gd name="T82" fmla="*/ 32 w 32"/>
                  <a:gd name="T83" fmla="*/ 22 h 32"/>
                  <a:gd name="T84" fmla="*/ 31 w 32"/>
                  <a:gd name="T85" fmla="*/ 20 h 32"/>
                  <a:gd name="T86" fmla="*/ 28 w 32"/>
                  <a:gd name="T87" fmla="*/ 22 h 32"/>
                  <a:gd name="T88" fmla="*/ 26 w 32"/>
                  <a:gd name="T89" fmla="*/ 22 h 32"/>
                  <a:gd name="T90" fmla="*/ 23 w 32"/>
                  <a:gd name="T91" fmla="*/ 19 h 32"/>
                  <a:gd name="T92" fmla="*/ 26 w 32"/>
                  <a:gd name="T93" fmla="*/ 15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2" h="32">
                    <a:moveTo>
                      <a:pt x="26" y="15"/>
                    </a:moveTo>
                    <a:cubicBezTo>
                      <a:pt x="28" y="15"/>
                      <a:pt x="28" y="16"/>
                      <a:pt x="28" y="16"/>
                    </a:cubicBezTo>
                    <a:cubicBezTo>
                      <a:pt x="29" y="16"/>
                      <a:pt x="30" y="17"/>
                      <a:pt x="30" y="17"/>
                    </a:cubicBezTo>
                    <a:cubicBezTo>
                      <a:pt x="31" y="17"/>
                      <a:pt x="32" y="16"/>
                      <a:pt x="32" y="15"/>
                    </a:cubicBezTo>
                    <a:cubicBezTo>
                      <a:pt x="32" y="10"/>
                      <a:pt x="32" y="10"/>
                      <a:pt x="32" y="10"/>
                    </a:cubicBezTo>
                    <a:cubicBezTo>
                      <a:pt x="32" y="9"/>
                      <a:pt x="31" y="9"/>
                      <a:pt x="30" y="9"/>
                    </a:cubicBezTo>
                    <a:cubicBezTo>
                      <a:pt x="23" y="9"/>
                      <a:pt x="23" y="9"/>
                      <a:pt x="23" y="9"/>
                    </a:cubicBezTo>
                    <a:cubicBezTo>
                      <a:pt x="23" y="9"/>
                      <a:pt x="22" y="8"/>
                      <a:pt x="22" y="8"/>
                    </a:cubicBezTo>
                    <a:cubicBezTo>
                      <a:pt x="21" y="8"/>
                      <a:pt x="22" y="6"/>
                      <a:pt x="23" y="6"/>
                    </a:cubicBezTo>
                    <a:cubicBezTo>
                      <a:pt x="23" y="6"/>
                      <a:pt x="24" y="5"/>
                      <a:pt x="24" y="4"/>
                    </a:cubicBezTo>
                    <a:cubicBezTo>
                      <a:pt x="24" y="1"/>
                      <a:pt x="22" y="0"/>
                      <a:pt x="20" y="0"/>
                    </a:cubicBezTo>
                    <a:cubicBezTo>
                      <a:pt x="20" y="0"/>
                      <a:pt x="20" y="0"/>
                      <a:pt x="20" y="0"/>
                    </a:cubicBezTo>
                    <a:cubicBezTo>
                      <a:pt x="18" y="0"/>
                      <a:pt x="16" y="1"/>
                      <a:pt x="16" y="4"/>
                    </a:cubicBezTo>
                    <a:cubicBezTo>
                      <a:pt x="16" y="5"/>
                      <a:pt x="17" y="6"/>
                      <a:pt x="17" y="6"/>
                    </a:cubicBezTo>
                    <a:cubicBezTo>
                      <a:pt x="18" y="6"/>
                      <a:pt x="18" y="7"/>
                      <a:pt x="18" y="7"/>
                    </a:cubicBezTo>
                    <a:cubicBezTo>
                      <a:pt x="18" y="8"/>
                      <a:pt x="17" y="9"/>
                      <a:pt x="17" y="9"/>
                    </a:cubicBezTo>
                    <a:cubicBezTo>
                      <a:pt x="10" y="9"/>
                      <a:pt x="10" y="9"/>
                      <a:pt x="10" y="9"/>
                    </a:cubicBezTo>
                    <a:cubicBezTo>
                      <a:pt x="9" y="9"/>
                      <a:pt x="8" y="9"/>
                      <a:pt x="8" y="10"/>
                    </a:cubicBezTo>
                    <a:cubicBezTo>
                      <a:pt x="8" y="16"/>
                      <a:pt x="8" y="16"/>
                      <a:pt x="8" y="16"/>
                    </a:cubicBezTo>
                    <a:cubicBezTo>
                      <a:pt x="8" y="16"/>
                      <a:pt x="8" y="17"/>
                      <a:pt x="8" y="17"/>
                    </a:cubicBezTo>
                    <a:cubicBezTo>
                      <a:pt x="7" y="17"/>
                      <a:pt x="6" y="16"/>
                      <a:pt x="6" y="16"/>
                    </a:cubicBezTo>
                    <a:cubicBezTo>
                      <a:pt x="6" y="16"/>
                      <a:pt x="5" y="15"/>
                      <a:pt x="3" y="15"/>
                    </a:cubicBezTo>
                    <a:cubicBezTo>
                      <a:pt x="1" y="15"/>
                      <a:pt x="0" y="17"/>
                      <a:pt x="0" y="19"/>
                    </a:cubicBezTo>
                    <a:cubicBezTo>
                      <a:pt x="0" y="21"/>
                      <a:pt x="1" y="22"/>
                      <a:pt x="3" y="22"/>
                    </a:cubicBezTo>
                    <a:cubicBezTo>
                      <a:pt x="5" y="22"/>
                      <a:pt x="6" y="22"/>
                      <a:pt x="6" y="22"/>
                    </a:cubicBezTo>
                    <a:cubicBezTo>
                      <a:pt x="6" y="21"/>
                      <a:pt x="7" y="21"/>
                      <a:pt x="7" y="20"/>
                    </a:cubicBezTo>
                    <a:cubicBezTo>
                      <a:pt x="7" y="20"/>
                      <a:pt x="8" y="21"/>
                      <a:pt x="8" y="22"/>
                    </a:cubicBezTo>
                    <a:cubicBezTo>
                      <a:pt x="8" y="31"/>
                      <a:pt x="8" y="31"/>
                      <a:pt x="8" y="31"/>
                    </a:cubicBezTo>
                    <a:cubicBezTo>
                      <a:pt x="8" y="31"/>
                      <a:pt x="9" y="32"/>
                      <a:pt x="10" y="32"/>
                    </a:cubicBezTo>
                    <a:cubicBezTo>
                      <a:pt x="17" y="32"/>
                      <a:pt x="17" y="32"/>
                      <a:pt x="17" y="32"/>
                    </a:cubicBezTo>
                    <a:cubicBezTo>
                      <a:pt x="17" y="32"/>
                      <a:pt x="18" y="32"/>
                      <a:pt x="18" y="31"/>
                    </a:cubicBezTo>
                    <a:cubicBezTo>
                      <a:pt x="18" y="31"/>
                      <a:pt x="18" y="30"/>
                      <a:pt x="17" y="29"/>
                    </a:cubicBezTo>
                    <a:cubicBezTo>
                      <a:pt x="17" y="29"/>
                      <a:pt x="16" y="28"/>
                      <a:pt x="16" y="27"/>
                    </a:cubicBezTo>
                    <a:cubicBezTo>
                      <a:pt x="16" y="25"/>
                      <a:pt x="18" y="23"/>
                      <a:pt x="20" y="23"/>
                    </a:cubicBezTo>
                    <a:cubicBezTo>
                      <a:pt x="20" y="23"/>
                      <a:pt x="20" y="23"/>
                      <a:pt x="20" y="23"/>
                    </a:cubicBezTo>
                    <a:cubicBezTo>
                      <a:pt x="22" y="23"/>
                      <a:pt x="24" y="25"/>
                      <a:pt x="24" y="27"/>
                    </a:cubicBezTo>
                    <a:cubicBezTo>
                      <a:pt x="24" y="28"/>
                      <a:pt x="23" y="29"/>
                      <a:pt x="23" y="29"/>
                    </a:cubicBezTo>
                    <a:cubicBezTo>
                      <a:pt x="22" y="30"/>
                      <a:pt x="22" y="30"/>
                      <a:pt x="22" y="31"/>
                    </a:cubicBezTo>
                    <a:cubicBezTo>
                      <a:pt x="21" y="31"/>
                      <a:pt x="23" y="32"/>
                      <a:pt x="23" y="32"/>
                    </a:cubicBezTo>
                    <a:cubicBezTo>
                      <a:pt x="30" y="32"/>
                      <a:pt x="30" y="32"/>
                      <a:pt x="30" y="32"/>
                    </a:cubicBezTo>
                    <a:cubicBezTo>
                      <a:pt x="31" y="32"/>
                      <a:pt x="32" y="31"/>
                      <a:pt x="32" y="31"/>
                    </a:cubicBezTo>
                    <a:cubicBezTo>
                      <a:pt x="32" y="22"/>
                      <a:pt x="32" y="22"/>
                      <a:pt x="32" y="22"/>
                    </a:cubicBezTo>
                    <a:cubicBezTo>
                      <a:pt x="32" y="21"/>
                      <a:pt x="31" y="21"/>
                      <a:pt x="31" y="20"/>
                    </a:cubicBezTo>
                    <a:cubicBezTo>
                      <a:pt x="30" y="20"/>
                      <a:pt x="29" y="21"/>
                      <a:pt x="28" y="22"/>
                    </a:cubicBezTo>
                    <a:cubicBezTo>
                      <a:pt x="28" y="22"/>
                      <a:pt x="28" y="22"/>
                      <a:pt x="26" y="22"/>
                    </a:cubicBezTo>
                    <a:cubicBezTo>
                      <a:pt x="24" y="22"/>
                      <a:pt x="23" y="21"/>
                      <a:pt x="23" y="19"/>
                    </a:cubicBezTo>
                    <a:cubicBezTo>
                      <a:pt x="23" y="17"/>
                      <a:pt x="24" y="15"/>
                      <a:pt x="26" y="15"/>
                    </a:cubicBezTo>
                    <a:close/>
                  </a:path>
                </a:pathLst>
              </a:custGeom>
              <a:solidFill>
                <a:sysClr val="window" lastClr="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black"/>
                  </a:solidFill>
                  <a:effectLst/>
                  <a:uLnTx/>
                  <a:uFillTx/>
                  <a:latin typeface="Ubuntu Medium"/>
                  <a:ea typeface="+mn-ea"/>
                  <a:cs typeface="+mn-cs"/>
                </a:endParaRPr>
              </a:p>
            </p:txBody>
          </p:sp>
        </p:grpSp>
      </p:grpSp>
      <p:grpSp>
        <p:nvGrpSpPr>
          <p:cNvPr id="264" name="Groupe 263">
            <a:extLst>
              <a:ext uri="{FF2B5EF4-FFF2-40B4-BE49-F238E27FC236}">
                <a16:creationId xmlns:a16="http://schemas.microsoft.com/office/drawing/2014/main" id="{958AEEDE-9931-4D15-96FA-8F9DC94195E8}"/>
              </a:ext>
            </a:extLst>
          </p:cNvPr>
          <p:cNvGrpSpPr>
            <a:grpSpLocks noChangeAspect="1"/>
          </p:cNvGrpSpPr>
          <p:nvPr/>
        </p:nvGrpSpPr>
        <p:grpSpPr>
          <a:xfrm>
            <a:off x="139434" y="1420869"/>
            <a:ext cx="1037700" cy="972000"/>
            <a:chOff x="9068846" y="5126103"/>
            <a:chExt cx="768669" cy="720000"/>
          </a:xfrm>
        </p:grpSpPr>
        <p:sp>
          <p:nvSpPr>
            <p:cNvPr id="265" name="Freeform 157">
              <a:extLst>
                <a:ext uri="{FF2B5EF4-FFF2-40B4-BE49-F238E27FC236}">
                  <a16:creationId xmlns:a16="http://schemas.microsoft.com/office/drawing/2014/main" id="{4FA4627F-41CA-4E4D-A7C7-EDDEAC528446}"/>
                </a:ext>
              </a:extLst>
            </p:cNvPr>
            <p:cNvSpPr>
              <a:spLocks/>
            </p:cNvSpPr>
            <p:nvPr/>
          </p:nvSpPr>
          <p:spPr bwMode="auto">
            <a:xfrm>
              <a:off x="9068846" y="5126103"/>
              <a:ext cx="768669" cy="720000"/>
            </a:xfrm>
            <a:custGeom>
              <a:avLst/>
              <a:gdLst>
                <a:gd name="T0" fmla="*/ 36 w 252"/>
                <a:gd name="T1" fmla="*/ 185 h 235"/>
                <a:gd name="T2" fmla="*/ 61 w 252"/>
                <a:gd name="T3" fmla="*/ 35 h 235"/>
                <a:gd name="T4" fmla="*/ 216 w 252"/>
                <a:gd name="T5" fmla="*/ 57 h 235"/>
                <a:gd name="T6" fmla="*/ 188 w 252"/>
                <a:gd name="T7" fmla="*/ 200 h 235"/>
                <a:gd name="T8" fmla="*/ 36 w 252"/>
                <a:gd name="T9" fmla="*/ 185 h 235"/>
              </a:gdLst>
              <a:ahLst/>
              <a:cxnLst>
                <a:cxn ang="0">
                  <a:pos x="T0" y="T1"/>
                </a:cxn>
                <a:cxn ang="0">
                  <a:pos x="T2" y="T3"/>
                </a:cxn>
                <a:cxn ang="0">
                  <a:pos x="T4" y="T5"/>
                </a:cxn>
                <a:cxn ang="0">
                  <a:pos x="T6" y="T7"/>
                </a:cxn>
                <a:cxn ang="0">
                  <a:pos x="T8" y="T9"/>
                </a:cxn>
              </a:cxnLst>
              <a:rect l="0" t="0" r="r" b="b"/>
              <a:pathLst>
                <a:path w="252" h="235">
                  <a:moveTo>
                    <a:pt x="36" y="185"/>
                  </a:moveTo>
                  <a:cubicBezTo>
                    <a:pt x="0" y="137"/>
                    <a:pt x="11" y="71"/>
                    <a:pt x="61" y="35"/>
                  </a:cubicBezTo>
                  <a:cubicBezTo>
                    <a:pt x="110" y="0"/>
                    <a:pt x="180" y="10"/>
                    <a:pt x="216" y="57"/>
                  </a:cubicBezTo>
                  <a:cubicBezTo>
                    <a:pt x="252" y="104"/>
                    <a:pt x="237" y="165"/>
                    <a:pt x="188" y="200"/>
                  </a:cubicBezTo>
                  <a:cubicBezTo>
                    <a:pt x="138" y="235"/>
                    <a:pt x="73" y="231"/>
                    <a:pt x="36" y="185"/>
                  </a:cubicBezTo>
                </a:path>
              </a:pathLst>
            </a:custGeom>
            <a:solidFill>
              <a:schemeClr val="bg2">
                <a:lumMod val="50000"/>
              </a:schemeClr>
            </a:solidFill>
            <a:ln w="38100">
              <a:solidFill>
                <a:sysClr val="window" lastClr="FFFFF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Ubuntu Medium"/>
                <a:ea typeface="+mn-ea"/>
                <a:cs typeface="+mn-cs"/>
              </a:endParaRPr>
            </a:p>
          </p:txBody>
        </p:sp>
        <p:grpSp>
          <p:nvGrpSpPr>
            <p:cNvPr id="266" name="Group 833">
              <a:extLst>
                <a:ext uri="{FF2B5EF4-FFF2-40B4-BE49-F238E27FC236}">
                  <a16:creationId xmlns:a16="http://schemas.microsoft.com/office/drawing/2014/main" id="{93970568-24B3-4994-9AB8-CDF1204E989D}"/>
                </a:ext>
              </a:extLst>
            </p:cNvPr>
            <p:cNvGrpSpPr/>
            <p:nvPr/>
          </p:nvGrpSpPr>
          <p:grpSpPr>
            <a:xfrm>
              <a:off x="9302538" y="5294088"/>
              <a:ext cx="405818" cy="437272"/>
              <a:chOff x="8477038" y="4549194"/>
              <a:chExt cx="405818" cy="437272"/>
            </a:xfrm>
          </p:grpSpPr>
          <p:sp>
            <p:nvSpPr>
              <p:cNvPr id="267" name="Freeform 21">
                <a:extLst>
                  <a:ext uri="{FF2B5EF4-FFF2-40B4-BE49-F238E27FC236}">
                    <a16:creationId xmlns:a16="http://schemas.microsoft.com/office/drawing/2014/main" id="{E93F9FEE-1F70-442E-81B2-CDBFA0B74F43}"/>
                  </a:ext>
                </a:extLst>
              </p:cNvPr>
              <p:cNvSpPr>
                <a:spLocks/>
              </p:cNvSpPr>
              <p:nvPr/>
            </p:nvSpPr>
            <p:spPr bwMode="auto">
              <a:xfrm>
                <a:off x="8477038" y="4549194"/>
                <a:ext cx="55940" cy="437272"/>
              </a:xfrm>
              <a:custGeom>
                <a:avLst/>
                <a:gdLst>
                  <a:gd name="T0" fmla="*/ 126 w 129"/>
                  <a:gd name="T1" fmla="*/ 972 h 1010"/>
                  <a:gd name="T2" fmla="*/ 75 w 129"/>
                  <a:gd name="T3" fmla="*/ 976 h 1010"/>
                  <a:gd name="T4" fmla="*/ 1 w 129"/>
                  <a:gd name="T5" fmla="*/ 28 h 1010"/>
                  <a:gd name="T6" fmla="*/ 25 w 129"/>
                  <a:gd name="T7" fmla="*/ 1 h 1010"/>
                  <a:gd name="T8" fmla="*/ 53 w 129"/>
                  <a:gd name="T9" fmla="*/ 25 h 1010"/>
                  <a:gd name="T10" fmla="*/ 126 w 129"/>
                  <a:gd name="T11" fmla="*/ 972 h 1010"/>
                </a:gdLst>
                <a:ahLst/>
                <a:cxnLst>
                  <a:cxn ang="0">
                    <a:pos x="T0" y="T1"/>
                  </a:cxn>
                  <a:cxn ang="0">
                    <a:pos x="T2" y="T3"/>
                  </a:cxn>
                  <a:cxn ang="0">
                    <a:pos x="T4" y="T5"/>
                  </a:cxn>
                  <a:cxn ang="0">
                    <a:pos x="T6" y="T7"/>
                  </a:cxn>
                  <a:cxn ang="0">
                    <a:pos x="T8" y="T9"/>
                  </a:cxn>
                  <a:cxn ang="0">
                    <a:pos x="T10" y="T11"/>
                  </a:cxn>
                </a:cxnLst>
                <a:rect l="0" t="0" r="r" b="b"/>
                <a:pathLst>
                  <a:path w="129" h="1010">
                    <a:moveTo>
                      <a:pt x="126" y="972"/>
                    </a:moveTo>
                    <a:cubicBezTo>
                      <a:pt x="129" y="1005"/>
                      <a:pt x="78" y="1010"/>
                      <a:pt x="75" y="976"/>
                    </a:cubicBezTo>
                    <a:cubicBezTo>
                      <a:pt x="1" y="28"/>
                      <a:pt x="1" y="28"/>
                      <a:pt x="1" y="28"/>
                    </a:cubicBezTo>
                    <a:cubicBezTo>
                      <a:pt x="0" y="13"/>
                      <a:pt x="11" y="1"/>
                      <a:pt x="25" y="1"/>
                    </a:cubicBezTo>
                    <a:cubicBezTo>
                      <a:pt x="39" y="0"/>
                      <a:pt x="52" y="11"/>
                      <a:pt x="53" y="25"/>
                    </a:cubicBezTo>
                    <a:cubicBezTo>
                      <a:pt x="77" y="341"/>
                      <a:pt x="102" y="656"/>
                      <a:pt x="126" y="972"/>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latin typeface="Ubuntu Medium"/>
                  <a:ea typeface="+mn-ea"/>
                  <a:cs typeface="+mn-cs"/>
                </a:endParaRPr>
              </a:p>
            </p:txBody>
          </p:sp>
          <p:sp>
            <p:nvSpPr>
              <p:cNvPr id="268" name="Freeform 22">
                <a:extLst>
                  <a:ext uri="{FF2B5EF4-FFF2-40B4-BE49-F238E27FC236}">
                    <a16:creationId xmlns:a16="http://schemas.microsoft.com/office/drawing/2014/main" id="{125C198F-7218-4DDD-B794-FEA37D6C7A07}"/>
                  </a:ext>
                </a:extLst>
              </p:cNvPr>
              <p:cNvSpPr>
                <a:spLocks noEditPoints="1"/>
              </p:cNvSpPr>
              <p:nvPr/>
            </p:nvSpPr>
            <p:spPr bwMode="auto">
              <a:xfrm>
                <a:off x="8521790" y="4559293"/>
                <a:ext cx="361066" cy="261555"/>
              </a:xfrm>
              <a:custGeom>
                <a:avLst/>
                <a:gdLst>
                  <a:gd name="T0" fmla="*/ 515 w 829"/>
                  <a:gd name="T1" fmla="*/ 574 h 603"/>
                  <a:gd name="T2" fmla="*/ 634 w 829"/>
                  <a:gd name="T3" fmla="*/ 573 h 603"/>
                  <a:gd name="T4" fmla="*/ 558 w 829"/>
                  <a:gd name="T5" fmla="*/ 455 h 603"/>
                  <a:gd name="T6" fmla="*/ 521 w 829"/>
                  <a:gd name="T7" fmla="*/ 267 h 603"/>
                  <a:gd name="T8" fmla="*/ 560 w 829"/>
                  <a:gd name="T9" fmla="*/ 142 h 603"/>
                  <a:gd name="T10" fmla="*/ 495 w 829"/>
                  <a:gd name="T11" fmla="*/ 134 h 603"/>
                  <a:gd name="T12" fmla="*/ 579 w 829"/>
                  <a:gd name="T13" fmla="*/ 113 h 603"/>
                  <a:gd name="T14" fmla="*/ 699 w 829"/>
                  <a:gd name="T15" fmla="*/ 88 h 603"/>
                  <a:gd name="T16" fmla="*/ 716 w 829"/>
                  <a:gd name="T17" fmla="*/ 101 h 603"/>
                  <a:gd name="T18" fmla="*/ 826 w 829"/>
                  <a:gd name="T19" fmla="*/ 547 h 603"/>
                  <a:gd name="T20" fmla="*/ 819 w 829"/>
                  <a:gd name="T21" fmla="*/ 566 h 603"/>
                  <a:gd name="T22" fmla="*/ 347 w 829"/>
                  <a:gd name="T23" fmla="*/ 581 h 603"/>
                  <a:gd name="T24" fmla="*/ 322 w 829"/>
                  <a:gd name="T25" fmla="*/ 484 h 603"/>
                  <a:gd name="T26" fmla="*/ 508 w 829"/>
                  <a:gd name="T27" fmla="*/ 520 h 603"/>
                  <a:gd name="T28" fmla="*/ 634 w 829"/>
                  <a:gd name="T29" fmla="*/ 421 h 603"/>
                  <a:gd name="T30" fmla="*/ 718 w 829"/>
                  <a:gd name="T31" fmla="*/ 405 h 603"/>
                  <a:gd name="T32" fmla="*/ 679 w 829"/>
                  <a:gd name="T33" fmla="*/ 332 h 603"/>
                  <a:gd name="T34" fmla="*/ 682 w 829"/>
                  <a:gd name="T35" fmla="*/ 269 h 603"/>
                  <a:gd name="T36" fmla="*/ 163 w 829"/>
                  <a:gd name="T37" fmla="*/ 159 h 603"/>
                  <a:gd name="T38" fmla="*/ 47 w 829"/>
                  <a:gd name="T39" fmla="*/ 321 h 603"/>
                  <a:gd name="T40" fmla="*/ 174 w 829"/>
                  <a:gd name="T41" fmla="*/ 293 h 603"/>
                  <a:gd name="T42" fmla="*/ 456 w 829"/>
                  <a:gd name="T43" fmla="*/ 307 h 603"/>
                  <a:gd name="T44" fmla="*/ 332 w 829"/>
                  <a:gd name="T45" fmla="*/ 163 h 603"/>
                  <a:gd name="T46" fmla="*/ 456 w 829"/>
                  <a:gd name="T47" fmla="*/ 307 h 603"/>
                  <a:gd name="T48" fmla="*/ 325 w 829"/>
                  <a:gd name="T49" fmla="*/ 307 h 603"/>
                  <a:gd name="T50" fmla="*/ 211 w 829"/>
                  <a:gd name="T51" fmla="*/ 420 h 603"/>
                  <a:gd name="T52" fmla="*/ 178 w 829"/>
                  <a:gd name="T53" fmla="*/ 41 h 603"/>
                  <a:gd name="T54" fmla="*/ 302 w 829"/>
                  <a:gd name="T55" fmla="*/ 132 h 603"/>
                  <a:gd name="T56" fmla="*/ 192 w 829"/>
                  <a:gd name="T57" fmla="*/ 40 h 603"/>
                  <a:gd name="T58" fmla="*/ 0 w 829"/>
                  <a:gd name="T59" fmla="*/ 28 h 603"/>
                  <a:gd name="T60" fmla="*/ 437 w 829"/>
                  <a:gd name="T61" fmla="*/ 51 h 603"/>
                  <a:gd name="T62" fmla="*/ 448 w 829"/>
                  <a:gd name="T63" fmla="*/ 64 h 603"/>
                  <a:gd name="T64" fmla="*/ 511 w 829"/>
                  <a:gd name="T65" fmla="*/ 486 h 603"/>
                  <a:gd name="T66" fmla="*/ 109 w 829"/>
                  <a:gd name="T67" fmla="*/ 479 h 603"/>
                  <a:gd name="T68" fmla="*/ 0 w 829"/>
                  <a:gd name="T69" fmla="*/ 28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29" h="603">
                    <a:moveTo>
                      <a:pt x="508" y="520"/>
                    </a:moveTo>
                    <a:cubicBezTo>
                      <a:pt x="515" y="574"/>
                      <a:pt x="515" y="574"/>
                      <a:pt x="515" y="574"/>
                    </a:cubicBezTo>
                    <a:cubicBezTo>
                      <a:pt x="546" y="576"/>
                      <a:pt x="578" y="576"/>
                      <a:pt x="609" y="574"/>
                    </a:cubicBezTo>
                    <a:cubicBezTo>
                      <a:pt x="617" y="574"/>
                      <a:pt x="626" y="573"/>
                      <a:pt x="634" y="573"/>
                    </a:cubicBezTo>
                    <a:cubicBezTo>
                      <a:pt x="613" y="450"/>
                      <a:pt x="613" y="450"/>
                      <a:pt x="613" y="450"/>
                    </a:cubicBezTo>
                    <a:cubicBezTo>
                      <a:pt x="595" y="452"/>
                      <a:pt x="577" y="454"/>
                      <a:pt x="558" y="455"/>
                    </a:cubicBezTo>
                    <a:cubicBezTo>
                      <a:pt x="553" y="428"/>
                      <a:pt x="553" y="428"/>
                      <a:pt x="553" y="428"/>
                    </a:cubicBezTo>
                    <a:cubicBezTo>
                      <a:pt x="521" y="267"/>
                      <a:pt x="521" y="267"/>
                      <a:pt x="521" y="267"/>
                    </a:cubicBezTo>
                    <a:cubicBezTo>
                      <a:pt x="539" y="266"/>
                      <a:pt x="559" y="264"/>
                      <a:pt x="580" y="261"/>
                    </a:cubicBezTo>
                    <a:cubicBezTo>
                      <a:pt x="560" y="142"/>
                      <a:pt x="560" y="142"/>
                      <a:pt x="560" y="142"/>
                    </a:cubicBezTo>
                    <a:cubicBezTo>
                      <a:pt x="537" y="145"/>
                      <a:pt x="516" y="147"/>
                      <a:pt x="498" y="147"/>
                    </a:cubicBezTo>
                    <a:cubicBezTo>
                      <a:pt x="495" y="134"/>
                      <a:pt x="495" y="134"/>
                      <a:pt x="495" y="134"/>
                    </a:cubicBezTo>
                    <a:cubicBezTo>
                      <a:pt x="493" y="122"/>
                      <a:pt x="493" y="122"/>
                      <a:pt x="493" y="122"/>
                    </a:cubicBezTo>
                    <a:cubicBezTo>
                      <a:pt x="516" y="122"/>
                      <a:pt x="547" y="118"/>
                      <a:pt x="579" y="113"/>
                    </a:cubicBezTo>
                    <a:cubicBezTo>
                      <a:pt x="626" y="106"/>
                      <a:pt x="674" y="96"/>
                      <a:pt x="699" y="88"/>
                    </a:cubicBezTo>
                    <a:cubicBezTo>
                      <a:pt x="699" y="88"/>
                      <a:pt x="699" y="88"/>
                      <a:pt x="699" y="88"/>
                    </a:cubicBezTo>
                    <a:cubicBezTo>
                      <a:pt x="701" y="88"/>
                      <a:pt x="702" y="87"/>
                      <a:pt x="704" y="87"/>
                    </a:cubicBezTo>
                    <a:cubicBezTo>
                      <a:pt x="711" y="88"/>
                      <a:pt x="716" y="94"/>
                      <a:pt x="716" y="101"/>
                    </a:cubicBezTo>
                    <a:cubicBezTo>
                      <a:pt x="710" y="221"/>
                      <a:pt x="710" y="232"/>
                      <a:pt x="705" y="330"/>
                    </a:cubicBezTo>
                    <a:cubicBezTo>
                      <a:pt x="784" y="473"/>
                      <a:pt x="729" y="373"/>
                      <a:pt x="826" y="547"/>
                    </a:cubicBezTo>
                    <a:cubicBezTo>
                      <a:pt x="826" y="548"/>
                      <a:pt x="827" y="549"/>
                      <a:pt x="827" y="550"/>
                    </a:cubicBezTo>
                    <a:cubicBezTo>
                      <a:pt x="829" y="557"/>
                      <a:pt x="825" y="564"/>
                      <a:pt x="819" y="566"/>
                    </a:cubicBezTo>
                    <a:cubicBezTo>
                      <a:pt x="772" y="580"/>
                      <a:pt x="694" y="595"/>
                      <a:pt x="610" y="600"/>
                    </a:cubicBezTo>
                    <a:cubicBezTo>
                      <a:pt x="547" y="603"/>
                      <a:pt x="404" y="595"/>
                      <a:pt x="347" y="581"/>
                    </a:cubicBezTo>
                    <a:cubicBezTo>
                      <a:pt x="342" y="580"/>
                      <a:pt x="338" y="576"/>
                      <a:pt x="337" y="571"/>
                    </a:cubicBezTo>
                    <a:cubicBezTo>
                      <a:pt x="322" y="484"/>
                      <a:pt x="322" y="484"/>
                      <a:pt x="322" y="484"/>
                    </a:cubicBezTo>
                    <a:cubicBezTo>
                      <a:pt x="374" y="485"/>
                      <a:pt x="428" y="494"/>
                      <a:pt x="489" y="517"/>
                    </a:cubicBezTo>
                    <a:cubicBezTo>
                      <a:pt x="495" y="519"/>
                      <a:pt x="501" y="520"/>
                      <a:pt x="508" y="520"/>
                    </a:cubicBezTo>
                    <a:close/>
                    <a:moveTo>
                      <a:pt x="610" y="283"/>
                    </a:moveTo>
                    <a:cubicBezTo>
                      <a:pt x="634" y="421"/>
                      <a:pt x="634" y="421"/>
                      <a:pt x="634" y="421"/>
                    </a:cubicBezTo>
                    <a:cubicBezTo>
                      <a:pt x="644" y="420"/>
                      <a:pt x="653" y="418"/>
                      <a:pt x="663" y="416"/>
                    </a:cubicBezTo>
                    <a:cubicBezTo>
                      <a:pt x="682" y="413"/>
                      <a:pt x="700" y="409"/>
                      <a:pt x="718" y="405"/>
                    </a:cubicBezTo>
                    <a:cubicBezTo>
                      <a:pt x="681" y="339"/>
                      <a:pt x="681" y="339"/>
                      <a:pt x="681" y="339"/>
                    </a:cubicBezTo>
                    <a:cubicBezTo>
                      <a:pt x="680" y="337"/>
                      <a:pt x="679" y="335"/>
                      <a:pt x="679" y="332"/>
                    </a:cubicBezTo>
                    <a:cubicBezTo>
                      <a:pt x="679" y="332"/>
                      <a:pt x="679" y="332"/>
                      <a:pt x="679" y="332"/>
                    </a:cubicBezTo>
                    <a:cubicBezTo>
                      <a:pt x="682" y="269"/>
                      <a:pt x="682" y="269"/>
                      <a:pt x="682" y="269"/>
                    </a:cubicBezTo>
                    <a:cubicBezTo>
                      <a:pt x="661" y="274"/>
                      <a:pt x="635" y="279"/>
                      <a:pt x="610" y="283"/>
                    </a:cubicBezTo>
                    <a:close/>
                    <a:moveTo>
                      <a:pt x="163" y="159"/>
                    </a:moveTo>
                    <a:cubicBezTo>
                      <a:pt x="122" y="164"/>
                      <a:pt x="80" y="172"/>
                      <a:pt x="37" y="181"/>
                    </a:cubicBezTo>
                    <a:cubicBezTo>
                      <a:pt x="47" y="321"/>
                      <a:pt x="47" y="321"/>
                      <a:pt x="47" y="321"/>
                    </a:cubicBezTo>
                    <a:cubicBezTo>
                      <a:pt x="66" y="317"/>
                      <a:pt x="85" y="313"/>
                      <a:pt x="104" y="309"/>
                    </a:cubicBezTo>
                    <a:cubicBezTo>
                      <a:pt x="127" y="303"/>
                      <a:pt x="151" y="298"/>
                      <a:pt x="174" y="293"/>
                    </a:cubicBezTo>
                    <a:cubicBezTo>
                      <a:pt x="163" y="159"/>
                      <a:pt x="163" y="159"/>
                      <a:pt x="163" y="159"/>
                    </a:cubicBezTo>
                    <a:close/>
                    <a:moveTo>
                      <a:pt x="456" y="307"/>
                    </a:moveTo>
                    <a:cubicBezTo>
                      <a:pt x="434" y="195"/>
                      <a:pt x="434" y="195"/>
                      <a:pt x="434" y="195"/>
                    </a:cubicBezTo>
                    <a:cubicBezTo>
                      <a:pt x="399" y="179"/>
                      <a:pt x="365" y="169"/>
                      <a:pt x="332" y="163"/>
                    </a:cubicBezTo>
                    <a:cubicBezTo>
                      <a:pt x="348" y="284"/>
                      <a:pt x="348" y="284"/>
                      <a:pt x="348" y="284"/>
                    </a:cubicBezTo>
                    <a:cubicBezTo>
                      <a:pt x="382" y="287"/>
                      <a:pt x="417" y="295"/>
                      <a:pt x="456" y="307"/>
                    </a:cubicBezTo>
                    <a:close/>
                    <a:moveTo>
                      <a:pt x="340" y="413"/>
                    </a:moveTo>
                    <a:cubicBezTo>
                      <a:pt x="325" y="307"/>
                      <a:pt x="325" y="307"/>
                      <a:pt x="325" y="307"/>
                    </a:cubicBezTo>
                    <a:cubicBezTo>
                      <a:pt x="282" y="304"/>
                      <a:pt x="241" y="308"/>
                      <a:pt x="202" y="314"/>
                    </a:cubicBezTo>
                    <a:cubicBezTo>
                      <a:pt x="211" y="420"/>
                      <a:pt x="211" y="420"/>
                      <a:pt x="211" y="420"/>
                    </a:cubicBezTo>
                    <a:cubicBezTo>
                      <a:pt x="252" y="414"/>
                      <a:pt x="294" y="410"/>
                      <a:pt x="340" y="413"/>
                    </a:cubicBezTo>
                    <a:close/>
                    <a:moveTo>
                      <a:pt x="178" y="41"/>
                    </a:moveTo>
                    <a:cubicBezTo>
                      <a:pt x="186" y="131"/>
                      <a:pt x="186" y="131"/>
                      <a:pt x="186" y="131"/>
                    </a:cubicBezTo>
                    <a:cubicBezTo>
                      <a:pt x="225" y="128"/>
                      <a:pt x="263" y="128"/>
                      <a:pt x="302" y="132"/>
                    </a:cubicBezTo>
                    <a:cubicBezTo>
                      <a:pt x="290" y="46"/>
                      <a:pt x="290" y="46"/>
                      <a:pt x="290" y="46"/>
                    </a:cubicBezTo>
                    <a:cubicBezTo>
                      <a:pt x="257" y="41"/>
                      <a:pt x="225" y="39"/>
                      <a:pt x="192" y="40"/>
                    </a:cubicBezTo>
                    <a:cubicBezTo>
                      <a:pt x="187" y="40"/>
                      <a:pt x="183" y="40"/>
                      <a:pt x="178" y="41"/>
                    </a:cubicBezTo>
                    <a:close/>
                    <a:moveTo>
                      <a:pt x="0" y="28"/>
                    </a:moveTo>
                    <a:cubicBezTo>
                      <a:pt x="65" y="15"/>
                      <a:pt x="127" y="4"/>
                      <a:pt x="191" y="2"/>
                    </a:cubicBezTo>
                    <a:cubicBezTo>
                      <a:pt x="271" y="0"/>
                      <a:pt x="352" y="11"/>
                      <a:pt x="437" y="51"/>
                    </a:cubicBezTo>
                    <a:cubicBezTo>
                      <a:pt x="443" y="53"/>
                      <a:pt x="446" y="59"/>
                      <a:pt x="448" y="64"/>
                    </a:cubicBezTo>
                    <a:cubicBezTo>
                      <a:pt x="448" y="64"/>
                      <a:pt x="448" y="64"/>
                      <a:pt x="448" y="64"/>
                    </a:cubicBezTo>
                    <a:cubicBezTo>
                      <a:pt x="526" y="464"/>
                      <a:pt x="526" y="464"/>
                      <a:pt x="526" y="464"/>
                    </a:cubicBezTo>
                    <a:cubicBezTo>
                      <a:pt x="528" y="474"/>
                      <a:pt x="521" y="484"/>
                      <a:pt x="511" y="486"/>
                    </a:cubicBezTo>
                    <a:cubicBezTo>
                      <a:pt x="507" y="487"/>
                      <a:pt x="504" y="487"/>
                      <a:pt x="500" y="485"/>
                    </a:cubicBezTo>
                    <a:cubicBezTo>
                      <a:pt x="343" y="427"/>
                      <a:pt x="227" y="453"/>
                      <a:pt x="109" y="479"/>
                    </a:cubicBezTo>
                    <a:cubicBezTo>
                      <a:pt x="85" y="484"/>
                      <a:pt x="60" y="490"/>
                      <a:pt x="35" y="495"/>
                    </a:cubicBezTo>
                    <a:cubicBezTo>
                      <a:pt x="23" y="339"/>
                      <a:pt x="12" y="183"/>
                      <a:pt x="0" y="28"/>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latin typeface="Ubuntu Medium"/>
                  <a:ea typeface="+mn-ea"/>
                  <a:cs typeface="+mn-cs"/>
                </a:endParaRPr>
              </a:p>
            </p:txBody>
          </p:sp>
        </p:grpSp>
      </p:grpSp>
      <p:sp>
        <p:nvSpPr>
          <p:cNvPr id="269" name="Rectangle 268">
            <a:extLst>
              <a:ext uri="{FF2B5EF4-FFF2-40B4-BE49-F238E27FC236}">
                <a16:creationId xmlns:a16="http://schemas.microsoft.com/office/drawing/2014/main" id="{6D6F48B9-2628-43B4-A432-0ACE5F13C1BF}"/>
              </a:ext>
            </a:extLst>
          </p:cNvPr>
          <p:cNvSpPr/>
          <p:nvPr/>
        </p:nvSpPr>
        <p:spPr>
          <a:xfrm>
            <a:off x="641341" y="5910992"/>
            <a:ext cx="180000" cy="396000"/>
          </a:xfrm>
          <a:prstGeom prst="rect">
            <a:avLst/>
          </a:prstGeom>
          <a:solidFill>
            <a:srgbClr val="12ABDB"/>
          </a:solidFill>
          <a:ln w="38100" cap="flat" cmpd="sng" algn="ctr">
            <a:solidFill>
              <a:sysClr val="window" lastClr="FFFFFF"/>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Ubuntu Medium"/>
              <a:ea typeface="+mn-ea"/>
              <a:cs typeface="+mn-cs"/>
            </a:endParaRPr>
          </a:p>
        </p:txBody>
      </p:sp>
      <p:sp>
        <p:nvSpPr>
          <p:cNvPr id="270" name="ZoneTexte 269">
            <a:extLst>
              <a:ext uri="{FF2B5EF4-FFF2-40B4-BE49-F238E27FC236}">
                <a16:creationId xmlns:a16="http://schemas.microsoft.com/office/drawing/2014/main" id="{9019832D-69D8-485C-A7C3-738C213EDFF3}"/>
              </a:ext>
            </a:extLst>
          </p:cNvPr>
          <p:cNvSpPr txBox="1"/>
          <p:nvPr/>
        </p:nvSpPr>
        <p:spPr>
          <a:xfrm>
            <a:off x="883814" y="5997998"/>
            <a:ext cx="1023472" cy="230832"/>
          </a:xfrm>
          <a:prstGeom prst="rect">
            <a:avLst/>
          </a:prstGeom>
          <a:noFill/>
        </p:spPr>
        <p:txBody>
          <a:bodyPr wrap="square" lIns="0" r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0070AD"/>
                </a:solidFill>
                <a:effectLst/>
                <a:uLnTx/>
                <a:uFillTx/>
                <a:latin typeface="Ubuntu Medium"/>
                <a:ea typeface="+mn-ea"/>
                <a:cs typeface="+mn-cs"/>
              </a:rPr>
              <a:t>Sweden team tasks </a:t>
            </a:r>
          </a:p>
        </p:txBody>
      </p:sp>
      <p:sp>
        <p:nvSpPr>
          <p:cNvPr id="271" name="Rectangle 270">
            <a:extLst>
              <a:ext uri="{FF2B5EF4-FFF2-40B4-BE49-F238E27FC236}">
                <a16:creationId xmlns:a16="http://schemas.microsoft.com/office/drawing/2014/main" id="{84436408-C8A5-44C9-9729-429440AE97E8}"/>
              </a:ext>
            </a:extLst>
          </p:cNvPr>
          <p:cNvSpPr/>
          <p:nvPr/>
        </p:nvSpPr>
        <p:spPr>
          <a:xfrm>
            <a:off x="2371755" y="5910992"/>
            <a:ext cx="180000" cy="396000"/>
          </a:xfrm>
          <a:prstGeom prst="rect">
            <a:avLst/>
          </a:prstGeom>
          <a:solidFill>
            <a:schemeClr val="bg2">
              <a:lumMod val="25000"/>
            </a:schemeClr>
          </a:solidFill>
          <a:ln w="38100" cap="flat" cmpd="sng" algn="ctr">
            <a:solidFill>
              <a:sysClr val="window" lastClr="FFFFF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Ubuntu Medium"/>
              <a:ea typeface="+mn-ea"/>
              <a:cs typeface="+mn-cs"/>
            </a:endParaRPr>
          </a:p>
        </p:txBody>
      </p:sp>
      <p:sp>
        <p:nvSpPr>
          <p:cNvPr id="272" name="ZoneTexte 271">
            <a:extLst>
              <a:ext uri="{FF2B5EF4-FFF2-40B4-BE49-F238E27FC236}">
                <a16:creationId xmlns:a16="http://schemas.microsoft.com/office/drawing/2014/main" id="{7E34C89D-87A6-4D4B-A1AB-50FDCDC07288}"/>
              </a:ext>
            </a:extLst>
          </p:cNvPr>
          <p:cNvSpPr txBox="1"/>
          <p:nvPr/>
        </p:nvSpPr>
        <p:spPr>
          <a:xfrm>
            <a:off x="2645479" y="5997998"/>
            <a:ext cx="1023472" cy="230832"/>
          </a:xfrm>
          <a:prstGeom prst="rect">
            <a:avLst/>
          </a:prstGeom>
          <a:noFill/>
        </p:spPr>
        <p:txBody>
          <a:bodyPr wrap="square" lIns="0" r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3B3B3B"/>
                </a:solidFill>
                <a:effectLst/>
                <a:uLnTx/>
                <a:uFillTx/>
                <a:latin typeface="Ubuntu Medium"/>
                <a:ea typeface="+mn-ea"/>
                <a:cs typeface="+mn-cs"/>
              </a:rPr>
              <a:t>Indian team tasks  </a:t>
            </a:r>
          </a:p>
        </p:txBody>
      </p:sp>
      <p:grpSp>
        <p:nvGrpSpPr>
          <p:cNvPr id="273" name="Groupe 272">
            <a:extLst>
              <a:ext uri="{FF2B5EF4-FFF2-40B4-BE49-F238E27FC236}">
                <a16:creationId xmlns:a16="http://schemas.microsoft.com/office/drawing/2014/main" id="{6747A664-31ED-4337-A7A3-35BB901616CA}"/>
              </a:ext>
            </a:extLst>
          </p:cNvPr>
          <p:cNvGrpSpPr/>
          <p:nvPr/>
        </p:nvGrpSpPr>
        <p:grpSpPr>
          <a:xfrm>
            <a:off x="4133420" y="5910992"/>
            <a:ext cx="2176343" cy="402041"/>
            <a:chOff x="3741287" y="6038764"/>
            <a:chExt cx="2176343" cy="402041"/>
          </a:xfrm>
        </p:grpSpPr>
        <p:sp>
          <p:nvSpPr>
            <p:cNvPr id="274" name="Rectangle 273">
              <a:extLst>
                <a:ext uri="{FF2B5EF4-FFF2-40B4-BE49-F238E27FC236}">
                  <a16:creationId xmlns:a16="http://schemas.microsoft.com/office/drawing/2014/main" id="{D6545DF3-850E-4680-A3C7-9E287AA21587}"/>
                </a:ext>
              </a:extLst>
            </p:cNvPr>
            <p:cNvSpPr/>
            <p:nvPr/>
          </p:nvSpPr>
          <p:spPr>
            <a:xfrm>
              <a:off x="3741287" y="6038764"/>
              <a:ext cx="180000" cy="396000"/>
            </a:xfrm>
            <a:prstGeom prst="rect">
              <a:avLst/>
            </a:prstGeom>
            <a:pattFill prst="dkUpDiag">
              <a:fgClr>
                <a:sysClr val="window" lastClr="FFFFFF"/>
              </a:fgClr>
              <a:bgClr>
                <a:srgbClr val="000000"/>
              </a:bgClr>
            </a:pattFill>
            <a:ln w="38100" cap="flat" cmpd="sng" algn="ctr">
              <a:solidFill>
                <a:sysClr val="window" lastClr="FFFFF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Ubuntu Medium"/>
                <a:ea typeface="+mn-ea"/>
                <a:cs typeface="+mn-cs"/>
              </a:endParaRPr>
            </a:p>
          </p:txBody>
        </p:sp>
        <p:sp>
          <p:nvSpPr>
            <p:cNvPr id="275" name="ZoneTexte 274">
              <a:extLst>
                <a:ext uri="{FF2B5EF4-FFF2-40B4-BE49-F238E27FC236}">
                  <a16:creationId xmlns:a16="http://schemas.microsoft.com/office/drawing/2014/main" id="{489FDC60-AF3B-4A0A-AFEF-149DD8A6A1F5}"/>
                </a:ext>
              </a:extLst>
            </p:cNvPr>
            <p:cNvSpPr txBox="1"/>
            <p:nvPr/>
          </p:nvSpPr>
          <p:spPr>
            <a:xfrm>
              <a:off x="4045630" y="6071473"/>
              <a:ext cx="1872000" cy="369332"/>
            </a:xfrm>
            <a:prstGeom prst="rect">
              <a:avLst/>
            </a:prstGeom>
            <a:noFill/>
          </p:spPr>
          <p:txBody>
            <a:bodyPr wrap="square" lIns="0" r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prstClr val="black"/>
                  </a:solidFill>
                  <a:effectLst/>
                  <a:uLnTx/>
                  <a:uFillTx/>
                  <a:latin typeface="Ubuntu Medium"/>
                  <a:ea typeface="+mn-ea"/>
                  <a:cs typeface="+mn-cs"/>
                </a:rPr>
                <a:t>Tasks shifted progressively from Sweden to Indian team </a:t>
              </a:r>
              <a:r>
                <a:rPr kumimoji="0" lang="fr-FR" sz="900" b="0" i="0" u="none" strike="noStrike" kern="0" cap="none" spc="0" normalizeH="0" baseline="0" noProof="0">
                  <a:ln>
                    <a:noFill/>
                  </a:ln>
                  <a:solidFill>
                    <a:prstClr val="black"/>
                  </a:solidFill>
                  <a:effectLst/>
                  <a:uLnTx/>
                  <a:uFillTx/>
                  <a:latin typeface="Ubuntu Medium"/>
                  <a:ea typeface="+mn-ea"/>
                  <a:cs typeface="+mn-cs"/>
                </a:rPr>
                <a:t>  </a:t>
              </a:r>
            </a:p>
          </p:txBody>
        </p:sp>
      </p:grpSp>
      <p:grpSp>
        <p:nvGrpSpPr>
          <p:cNvPr id="276" name="Groupe 275">
            <a:extLst>
              <a:ext uri="{FF2B5EF4-FFF2-40B4-BE49-F238E27FC236}">
                <a16:creationId xmlns:a16="http://schemas.microsoft.com/office/drawing/2014/main" id="{ECDB636F-A9CA-465E-A7A5-09B8E328DCF5}"/>
              </a:ext>
            </a:extLst>
          </p:cNvPr>
          <p:cNvGrpSpPr/>
          <p:nvPr/>
        </p:nvGrpSpPr>
        <p:grpSpPr>
          <a:xfrm>
            <a:off x="6939085" y="5996596"/>
            <a:ext cx="2236617" cy="230832"/>
            <a:chOff x="5494452" y="6140673"/>
            <a:chExt cx="2236617" cy="230832"/>
          </a:xfrm>
        </p:grpSpPr>
        <p:sp>
          <p:nvSpPr>
            <p:cNvPr id="277" name="Rectangle 276">
              <a:extLst>
                <a:ext uri="{FF2B5EF4-FFF2-40B4-BE49-F238E27FC236}">
                  <a16:creationId xmlns:a16="http://schemas.microsoft.com/office/drawing/2014/main" id="{030AC987-E17D-4EDF-94D8-4AE6A9CDC0BD}"/>
                </a:ext>
              </a:extLst>
            </p:cNvPr>
            <p:cNvSpPr/>
            <p:nvPr/>
          </p:nvSpPr>
          <p:spPr>
            <a:xfrm>
              <a:off x="5494452" y="6220089"/>
              <a:ext cx="792000" cy="72000"/>
            </a:xfrm>
            <a:prstGeom prst="rect">
              <a:avLst/>
            </a:prstGeom>
            <a:solidFill>
              <a:srgbClr val="FF0000"/>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black"/>
                </a:solidFill>
                <a:effectLst/>
                <a:uLnTx/>
                <a:uFillTx/>
                <a:latin typeface="Ubuntu Medium"/>
                <a:ea typeface="+mn-ea"/>
                <a:cs typeface="+mn-cs"/>
              </a:endParaRPr>
            </a:p>
          </p:txBody>
        </p:sp>
        <p:sp>
          <p:nvSpPr>
            <p:cNvPr id="278" name="ZoneTexte 277">
              <a:extLst>
                <a:ext uri="{FF2B5EF4-FFF2-40B4-BE49-F238E27FC236}">
                  <a16:creationId xmlns:a16="http://schemas.microsoft.com/office/drawing/2014/main" id="{2645F18D-001E-428D-B1D8-4AB509ECADDE}"/>
                </a:ext>
              </a:extLst>
            </p:cNvPr>
            <p:cNvSpPr txBox="1"/>
            <p:nvPr/>
          </p:nvSpPr>
          <p:spPr>
            <a:xfrm>
              <a:off x="6414051" y="6140673"/>
              <a:ext cx="1317018" cy="230832"/>
            </a:xfrm>
            <a:prstGeom prst="rect">
              <a:avLst/>
            </a:prstGeom>
            <a:noFill/>
          </p:spPr>
          <p:txBody>
            <a:bodyPr wrap="square" lIns="0" r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900" b="0" i="0" u="none" strike="noStrike" kern="0" cap="none" spc="0" normalizeH="0" baseline="0" noProof="0">
                  <a:ln>
                    <a:noFill/>
                  </a:ln>
                  <a:solidFill>
                    <a:srgbClr val="0070AD"/>
                  </a:solidFill>
                  <a:effectLst/>
                  <a:uLnTx/>
                  <a:uFillTx/>
                  <a:latin typeface="Ubuntu Medium"/>
                  <a:ea typeface="+mn-ea"/>
                  <a:cs typeface="+mn-cs"/>
                </a:rPr>
                <a:t>Local </a:t>
              </a:r>
              <a:r>
                <a:rPr kumimoji="0" lang="fr-FR" sz="900" b="0" i="0" u="none" strike="noStrike" kern="0" cap="none" spc="0" normalizeH="0" baseline="0" noProof="0" err="1">
                  <a:ln>
                    <a:noFill/>
                  </a:ln>
                  <a:solidFill>
                    <a:srgbClr val="0070AD"/>
                  </a:solidFill>
                  <a:effectLst/>
                  <a:uLnTx/>
                  <a:uFillTx/>
                  <a:latin typeface="Ubuntu Medium"/>
                  <a:ea typeface="+mn-ea"/>
                  <a:cs typeface="+mn-cs"/>
                </a:rPr>
                <a:t>Sweden</a:t>
              </a:r>
              <a:r>
                <a:rPr kumimoji="0" lang="fr-FR" sz="900" b="0" i="0" u="none" strike="noStrike" kern="0" cap="none" spc="0" normalizeH="0" baseline="0" noProof="0">
                  <a:ln>
                    <a:noFill/>
                  </a:ln>
                  <a:solidFill>
                    <a:srgbClr val="0070AD"/>
                  </a:solidFill>
                  <a:effectLst/>
                  <a:uLnTx/>
                  <a:uFillTx/>
                  <a:latin typeface="Ubuntu Medium"/>
                  <a:ea typeface="+mn-ea"/>
                  <a:cs typeface="+mn-cs"/>
                </a:rPr>
                <a:t> Team</a:t>
              </a:r>
            </a:p>
          </p:txBody>
        </p:sp>
      </p:grpSp>
      <p:grpSp>
        <p:nvGrpSpPr>
          <p:cNvPr id="279" name="Groupe 278">
            <a:extLst>
              <a:ext uri="{FF2B5EF4-FFF2-40B4-BE49-F238E27FC236}">
                <a16:creationId xmlns:a16="http://schemas.microsoft.com/office/drawing/2014/main" id="{FA76A161-38D9-4B05-BC4D-6700DE8777BE}"/>
              </a:ext>
            </a:extLst>
          </p:cNvPr>
          <p:cNvGrpSpPr/>
          <p:nvPr/>
        </p:nvGrpSpPr>
        <p:grpSpPr>
          <a:xfrm>
            <a:off x="9805022" y="5996596"/>
            <a:ext cx="2223917" cy="230832"/>
            <a:chOff x="8085388" y="6140673"/>
            <a:chExt cx="2223917" cy="230832"/>
          </a:xfrm>
        </p:grpSpPr>
        <p:sp>
          <p:nvSpPr>
            <p:cNvPr id="280" name="Rectangle 279">
              <a:extLst>
                <a:ext uri="{FF2B5EF4-FFF2-40B4-BE49-F238E27FC236}">
                  <a16:creationId xmlns:a16="http://schemas.microsoft.com/office/drawing/2014/main" id="{34FA624D-9D45-47CC-8E17-8326D687D99C}"/>
                </a:ext>
              </a:extLst>
            </p:cNvPr>
            <p:cNvSpPr/>
            <p:nvPr/>
          </p:nvSpPr>
          <p:spPr>
            <a:xfrm>
              <a:off x="8085388" y="6220089"/>
              <a:ext cx="792000" cy="72000"/>
            </a:xfrm>
            <a:prstGeom prst="rect">
              <a:avLst/>
            </a:prstGeom>
            <a:solidFill>
              <a:schemeClr val="accent6"/>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black"/>
                </a:solidFill>
                <a:effectLst/>
                <a:uLnTx/>
                <a:uFillTx/>
                <a:latin typeface="Ubuntu Medium"/>
                <a:ea typeface="+mn-ea"/>
                <a:cs typeface="+mn-cs"/>
              </a:endParaRPr>
            </a:p>
          </p:txBody>
        </p:sp>
        <p:sp>
          <p:nvSpPr>
            <p:cNvPr id="281" name="ZoneTexte 280">
              <a:extLst>
                <a:ext uri="{FF2B5EF4-FFF2-40B4-BE49-F238E27FC236}">
                  <a16:creationId xmlns:a16="http://schemas.microsoft.com/office/drawing/2014/main" id="{4247CD3F-FE2A-4151-BFF2-06B53C98EB18}"/>
                </a:ext>
              </a:extLst>
            </p:cNvPr>
            <p:cNvSpPr txBox="1"/>
            <p:nvPr/>
          </p:nvSpPr>
          <p:spPr>
            <a:xfrm>
              <a:off x="8992287" y="6140673"/>
              <a:ext cx="1317018" cy="230832"/>
            </a:xfrm>
            <a:prstGeom prst="rect">
              <a:avLst/>
            </a:prstGeom>
            <a:noFill/>
          </p:spPr>
          <p:txBody>
            <a:bodyPr wrap="square" lIns="0" r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0F878A"/>
                  </a:solidFill>
                  <a:effectLst/>
                  <a:uLnTx/>
                  <a:uFillTx/>
                  <a:latin typeface="Ubuntu Medium"/>
                  <a:ea typeface="+mn-ea"/>
                  <a:cs typeface="+mn-cs"/>
                </a:rPr>
                <a:t>India Team</a:t>
              </a:r>
              <a:endParaRPr kumimoji="0" lang="fr-FR" sz="900" b="0" i="0" u="none" strike="noStrike" kern="0" cap="none" spc="0" normalizeH="0" baseline="0" noProof="0">
                <a:ln>
                  <a:noFill/>
                </a:ln>
                <a:solidFill>
                  <a:srgbClr val="0F878A"/>
                </a:solidFill>
                <a:effectLst/>
                <a:uLnTx/>
                <a:uFillTx/>
                <a:latin typeface="Ubuntu Medium"/>
                <a:ea typeface="+mn-ea"/>
                <a:cs typeface="+mn-cs"/>
              </a:endParaRPr>
            </a:p>
          </p:txBody>
        </p:sp>
      </p:grpSp>
      <p:cxnSp>
        <p:nvCxnSpPr>
          <p:cNvPr id="282" name="Connecteur droit 281">
            <a:extLst>
              <a:ext uri="{FF2B5EF4-FFF2-40B4-BE49-F238E27FC236}">
                <a16:creationId xmlns:a16="http://schemas.microsoft.com/office/drawing/2014/main" id="{11B5CEDB-1E6E-4CF3-AEB8-00644133D6C3}"/>
              </a:ext>
            </a:extLst>
          </p:cNvPr>
          <p:cNvCxnSpPr/>
          <p:nvPr/>
        </p:nvCxnSpPr>
        <p:spPr>
          <a:xfrm>
            <a:off x="399497" y="5792473"/>
            <a:ext cx="11340000" cy="0"/>
          </a:xfrm>
          <a:prstGeom prst="line">
            <a:avLst/>
          </a:prstGeom>
          <a:noFill/>
          <a:ln w="6350" cap="flat" cmpd="sng" algn="ctr">
            <a:solidFill>
              <a:srgbClr val="000000"/>
            </a:solidFill>
            <a:prstDash val="dash"/>
            <a:miter lim="800000"/>
          </a:ln>
          <a:effectLst/>
        </p:spPr>
      </p:cxnSp>
      <p:sp>
        <p:nvSpPr>
          <p:cNvPr id="283" name="Rectangle 282">
            <a:extLst>
              <a:ext uri="{FF2B5EF4-FFF2-40B4-BE49-F238E27FC236}">
                <a16:creationId xmlns:a16="http://schemas.microsoft.com/office/drawing/2014/main" id="{95CE837D-A030-47CF-BF93-24DA831B6A47}"/>
              </a:ext>
            </a:extLst>
          </p:cNvPr>
          <p:cNvSpPr/>
          <p:nvPr/>
        </p:nvSpPr>
        <p:spPr>
          <a:xfrm>
            <a:off x="5791936" y="4805381"/>
            <a:ext cx="5076000" cy="72000"/>
          </a:xfrm>
          <a:prstGeom prst="rect">
            <a:avLst/>
          </a:prstGeom>
          <a:solidFill>
            <a:schemeClr val="accent6"/>
          </a:solid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prstClr val="black"/>
              </a:solidFill>
              <a:effectLst/>
              <a:uLnTx/>
              <a:uFillTx/>
              <a:latin typeface="Ubuntu Medium"/>
              <a:ea typeface="+mn-ea"/>
              <a:cs typeface="+mn-cs"/>
            </a:endParaRPr>
          </a:p>
        </p:txBody>
      </p:sp>
      <p:sp>
        <p:nvSpPr>
          <p:cNvPr id="284" name="Rectangle 283">
            <a:extLst>
              <a:ext uri="{FF2B5EF4-FFF2-40B4-BE49-F238E27FC236}">
                <a16:creationId xmlns:a16="http://schemas.microsoft.com/office/drawing/2014/main" id="{9C69CEDF-3AEC-4378-990D-9024C7CA1569}"/>
              </a:ext>
            </a:extLst>
          </p:cNvPr>
          <p:cNvSpPr/>
          <p:nvPr/>
        </p:nvSpPr>
        <p:spPr>
          <a:xfrm>
            <a:off x="5686299" y="4589436"/>
            <a:ext cx="180000" cy="504000"/>
          </a:xfrm>
          <a:prstGeom prst="rect">
            <a:avLst/>
          </a:prstGeom>
          <a:pattFill prst="dkUpDiag">
            <a:fgClr>
              <a:sysClr val="window" lastClr="FFFFFF"/>
            </a:fgClr>
            <a:bgClr>
              <a:srgbClr val="000000"/>
            </a:bgClr>
          </a:pattFill>
          <a:ln w="38100" cap="flat" cmpd="sng" algn="ctr">
            <a:solidFill>
              <a:sysClr val="window" lastClr="FFFFF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Ubuntu Medium"/>
              <a:ea typeface="+mn-ea"/>
              <a:cs typeface="+mn-cs"/>
            </a:endParaRPr>
          </a:p>
        </p:txBody>
      </p:sp>
      <p:sp>
        <p:nvSpPr>
          <p:cNvPr id="285" name="Rectangle 284">
            <a:extLst>
              <a:ext uri="{FF2B5EF4-FFF2-40B4-BE49-F238E27FC236}">
                <a16:creationId xmlns:a16="http://schemas.microsoft.com/office/drawing/2014/main" id="{99EC2B48-CBBC-4445-9D27-0389BAC805A7}"/>
              </a:ext>
            </a:extLst>
          </p:cNvPr>
          <p:cNvSpPr/>
          <p:nvPr/>
        </p:nvSpPr>
        <p:spPr>
          <a:xfrm>
            <a:off x="7856423" y="4589436"/>
            <a:ext cx="180000" cy="504000"/>
          </a:xfrm>
          <a:prstGeom prst="rect">
            <a:avLst/>
          </a:prstGeom>
          <a:pattFill prst="dkUpDiag">
            <a:fgClr>
              <a:sysClr val="window" lastClr="FFFFFF"/>
            </a:fgClr>
            <a:bgClr>
              <a:srgbClr val="000000"/>
            </a:bgClr>
          </a:pattFill>
          <a:ln w="38100" cap="flat" cmpd="sng" algn="ctr">
            <a:solidFill>
              <a:sysClr val="window" lastClr="FFFFF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Ubuntu Medium"/>
              <a:ea typeface="+mn-ea"/>
              <a:cs typeface="+mn-cs"/>
            </a:endParaRPr>
          </a:p>
        </p:txBody>
      </p:sp>
      <p:sp>
        <p:nvSpPr>
          <p:cNvPr id="286" name="Rectangle 285">
            <a:extLst>
              <a:ext uri="{FF2B5EF4-FFF2-40B4-BE49-F238E27FC236}">
                <a16:creationId xmlns:a16="http://schemas.microsoft.com/office/drawing/2014/main" id="{B8F1A11D-D0CA-406D-B1CC-6B8F04ED5DE2}"/>
              </a:ext>
            </a:extLst>
          </p:cNvPr>
          <p:cNvSpPr/>
          <p:nvPr/>
        </p:nvSpPr>
        <p:spPr>
          <a:xfrm>
            <a:off x="10026547" y="4589436"/>
            <a:ext cx="180000" cy="504000"/>
          </a:xfrm>
          <a:prstGeom prst="rect">
            <a:avLst/>
          </a:prstGeom>
          <a:pattFill prst="dkUpDiag">
            <a:fgClr>
              <a:sysClr val="window" lastClr="FFFFFF"/>
            </a:fgClr>
            <a:bgClr>
              <a:srgbClr val="000000"/>
            </a:bgClr>
          </a:pattFill>
          <a:ln w="38100" cap="flat" cmpd="sng" algn="ctr">
            <a:solidFill>
              <a:sysClr val="window" lastClr="FFFFF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Ubuntu Medium"/>
              <a:ea typeface="+mn-ea"/>
              <a:cs typeface="+mn-cs"/>
            </a:endParaRPr>
          </a:p>
        </p:txBody>
      </p:sp>
      <p:sp>
        <p:nvSpPr>
          <p:cNvPr id="287" name="Triangle isocèle 286">
            <a:extLst>
              <a:ext uri="{FF2B5EF4-FFF2-40B4-BE49-F238E27FC236}">
                <a16:creationId xmlns:a16="http://schemas.microsoft.com/office/drawing/2014/main" id="{EE97F728-73F8-4501-9EBD-EFCE53797124}"/>
              </a:ext>
            </a:extLst>
          </p:cNvPr>
          <p:cNvSpPr/>
          <p:nvPr/>
        </p:nvSpPr>
        <p:spPr>
          <a:xfrm rot="5400000">
            <a:off x="10542740" y="4697381"/>
            <a:ext cx="684000" cy="288000"/>
          </a:xfrm>
          <a:prstGeom prst="triangle">
            <a:avLst/>
          </a:prstGeom>
          <a:solidFill>
            <a:srgbClr val="0070AD"/>
          </a:solidFill>
          <a:ln w="38100" cap="flat" cmpd="sng" algn="ctr">
            <a:solidFill>
              <a:sysClr val="window" lastClr="FFFFFF"/>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0" cap="none" spc="0" normalizeH="0" baseline="0" noProof="0">
              <a:ln>
                <a:noFill/>
              </a:ln>
              <a:solidFill>
                <a:srgbClr val="FFFFFF"/>
              </a:solidFill>
              <a:effectLst/>
              <a:uLnTx/>
              <a:uFillTx/>
              <a:latin typeface="Ubuntu Medium"/>
              <a:ea typeface="+mn-ea"/>
              <a:cs typeface="+mn-cs"/>
            </a:endParaRPr>
          </a:p>
        </p:txBody>
      </p:sp>
      <p:grpSp>
        <p:nvGrpSpPr>
          <p:cNvPr id="288" name="Groupe 287">
            <a:extLst>
              <a:ext uri="{FF2B5EF4-FFF2-40B4-BE49-F238E27FC236}">
                <a16:creationId xmlns:a16="http://schemas.microsoft.com/office/drawing/2014/main" id="{3C0A1D84-06E3-46F8-8434-71942E2D1405}"/>
              </a:ext>
            </a:extLst>
          </p:cNvPr>
          <p:cNvGrpSpPr>
            <a:grpSpLocks noChangeAspect="1"/>
          </p:cNvGrpSpPr>
          <p:nvPr/>
        </p:nvGrpSpPr>
        <p:grpSpPr>
          <a:xfrm>
            <a:off x="7652925" y="4068198"/>
            <a:ext cx="612865" cy="576000"/>
            <a:chOff x="1661393" y="5291640"/>
            <a:chExt cx="913245" cy="858313"/>
          </a:xfrm>
        </p:grpSpPr>
        <p:sp>
          <p:nvSpPr>
            <p:cNvPr id="289" name="Freeform 41">
              <a:extLst>
                <a:ext uri="{FF2B5EF4-FFF2-40B4-BE49-F238E27FC236}">
                  <a16:creationId xmlns:a16="http://schemas.microsoft.com/office/drawing/2014/main" id="{AFB32548-CFE2-4257-AADE-8F43F4D19379}"/>
                </a:ext>
              </a:extLst>
            </p:cNvPr>
            <p:cNvSpPr>
              <a:spLocks/>
            </p:cNvSpPr>
            <p:nvPr/>
          </p:nvSpPr>
          <p:spPr bwMode="auto">
            <a:xfrm>
              <a:off x="1661393" y="5291640"/>
              <a:ext cx="913245" cy="858313"/>
            </a:xfrm>
            <a:custGeom>
              <a:avLst/>
              <a:gdLst>
                <a:gd name="T0" fmla="*/ 51 w 440"/>
                <a:gd name="T1" fmla="*/ 298 h 410"/>
                <a:gd name="T2" fmla="*/ 128 w 440"/>
                <a:gd name="T3" fmla="*/ 48 h 410"/>
                <a:gd name="T4" fmla="*/ 389 w 440"/>
                <a:gd name="T5" fmla="*/ 122 h 410"/>
                <a:gd name="T6" fmla="*/ 307 w 440"/>
                <a:gd name="T7" fmla="*/ 362 h 410"/>
                <a:gd name="T8" fmla="*/ 51 w 440"/>
                <a:gd name="T9" fmla="*/ 298 h 410"/>
              </a:gdLst>
              <a:ahLst/>
              <a:cxnLst>
                <a:cxn ang="0">
                  <a:pos x="T0" y="T1"/>
                </a:cxn>
                <a:cxn ang="0">
                  <a:pos x="T2" y="T3"/>
                </a:cxn>
                <a:cxn ang="0">
                  <a:pos x="T4" y="T5"/>
                </a:cxn>
                <a:cxn ang="0">
                  <a:pos x="T6" y="T7"/>
                </a:cxn>
                <a:cxn ang="0">
                  <a:pos x="T8" y="T9"/>
                </a:cxn>
              </a:cxnLst>
              <a:rect l="0" t="0" r="r" b="b"/>
              <a:pathLst>
                <a:path w="440" h="410">
                  <a:moveTo>
                    <a:pt x="51" y="298"/>
                  </a:moveTo>
                  <a:cubicBezTo>
                    <a:pt x="0" y="209"/>
                    <a:pt x="34" y="97"/>
                    <a:pt x="128" y="48"/>
                  </a:cubicBezTo>
                  <a:cubicBezTo>
                    <a:pt x="221" y="0"/>
                    <a:pt x="338" y="33"/>
                    <a:pt x="389" y="122"/>
                  </a:cubicBezTo>
                  <a:cubicBezTo>
                    <a:pt x="440" y="212"/>
                    <a:pt x="401" y="313"/>
                    <a:pt x="307" y="362"/>
                  </a:cubicBezTo>
                  <a:cubicBezTo>
                    <a:pt x="214" y="410"/>
                    <a:pt x="102" y="388"/>
                    <a:pt x="51" y="298"/>
                  </a:cubicBezTo>
                </a:path>
              </a:pathLst>
            </a:custGeom>
            <a:solidFill>
              <a:srgbClr val="0070AD"/>
            </a:solidFill>
            <a:ln w="38100">
              <a:solidFill>
                <a:sysClr val="window" lastClr="FFFFFF"/>
              </a:solidFill>
            </a:ln>
          </p:spPr>
          <p:txBody>
            <a:bodyPr vert="horz" wrap="square" lIns="74295" tIns="37148" rIns="74295" bIns="37148" numCol="1" anchor="t" anchorCtr="0" compatLnSpc="1">
              <a:prstTxWarp prst="textNoShape">
                <a:avLst/>
              </a:prstTxWarp>
            </a:bodyPr>
            <a:lstStyle/>
            <a:p>
              <a:pPr marL="0" marR="0" lvl="0" indent="0" algn="l" defTabSz="74295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Ubuntu Medium"/>
                <a:ea typeface="+mn-ea"/>
                <a:cs typeface="+mn-cs"/>
              </a:endParaRPr>
            </a:p>
          </p:txBody>
        </p:sp>
        <p:sp>
          <p:nvSpPr>
            <p:cNvPr id="290" name="Freeform 12">
              <a:extLst>
                <a:ext uri="{FF2B5EF4-FFF2-40B4-BE49-F238E27FC236}">
                  <a16:creationId xmlns:a16="http://schemas.microsoft.com/office/drawing/2014/main" id="{392507B7-DD28-4CCC-8457-7E19446AE394}"/>
                </a:ext>
              </a:extLst>
            </p:cNvPr>
            <p:cNvSpPr>
              <a:spLocks noEditPoints="1"/>
            </p:cNvSpPr>
            <p:nvPr/>
          </p:nvSpPr>
          <p:spPr bwMode="auto">
            <a:xfrm rot="2181418">
              <a:off x="1979933" y="5459413"/>
              <a:ext cx="276399" cy="562730"/>
            </a:xfrm>
            <a:custGeom>
              <a:avLst/>
              <a:gdLst>
                <a:gd name="T0" fmla="*/ 202 w 402"/>
                <a:gd name="T1" fmla="*/ 814 h 814"/>
                <a:gd name="T2" fmla="*/ 179 w 402"/>
                <a:gd name="T3" fmla="*/ 751 h 814"/>
                <a:gd name="T4" fmla="*/ 163 w 402"/>
                <a:gd name="T5" fmla="*/ 706 h 814"/>
                <a:gd name="T6" fmla="*/ 173 w 402"/>
                <a:gd name="T7" fmla="*/ 683 h 814"/>
                <a:gd name="T8" fmla="*/ 202 w 402"/>
                <a:gd name="T9" fmla="*/ 699 h 814"/>
                <a:gd name="T10" fmla="*/ 230 w 402"/>
                <a:gd name="T11" fmla="*/ 683 h 814"/>
                <a:gd name="T12" fmla="*/ 241 w 402"/>
                <a:gd name="T13" fmla="*/ 706 h 814"/>
                <a:gd name="T14" fmla="*/ 225 w 402"/>
                <a:gd name="T15" fmla="*/ 751 h 814"/>
                <a:gd name="T16" fmla="*/ 202 w 402"/>
                <a:gd name="T17" fmla="*/ 814 h 814"/>
                <a:gd name="T18" fmla="*/ 353 w 402"/>
                <a:gd name="T19" fmla="*/ 683 h 814"/>
                <a:gd name="T20" fmla="*/ 285 w 402"/>
                <a:gd name="T21" fmla="*/ 628 h 814"/>
                <a:gd name="T22" fmla="*/ 308 w 402"/>
                <a:gd name="T23" fmla="*/ 494 h 814"/>
                <a:gd name="T24" fmla="*/ 353 w 402"/>
                <a:gd name="T25" fmla="*/ 683 h 814"/>
                <a:gd name="T26" fmla="*/ 50 w 402"/>
                <a:gd name="T27" fmla="*/ 683 h 814"/>
                <a:gd name="T28" fmla="*/ 98 w 402"/>
                <a:gd name="T29" fmla="*/ 492 h 814"/>
                <a:gd name="T30" fmla="*/ 119 w 402"/>
                <a:gd name="T31" fmla="*/ 628 h 814"/>
                <a:gd name="T32" fmla="*/ 50 w 402"/>
                <a:gd name="T33" fmla="*/ 683 h 814"/>
                <a:gd name="T34" fmla="*/ 213 w 402"/>
                <a:gd name="T35" fmla="*/ 646 h 814"/>
                <a:gd name="T36" fmla="*/ 213 w 402"/>
                <a:gd name="T37" fmla="*/ 505 h 814"/>
                <a:gd name="T38" fmla="*/ 202 w 402"/>
                <a:gd name="T39" fmla="*/ 482 h 814"/>
                <a:gd name="T40" fmla="*/ 190 w 402"/>
                <a:gd name="T41" fmla="*/ 505 h 814"/>
                <a:gd name="T42" fmla="*/ 190 w 402"/>
                <a:gd name="T43" fmla="*/ 646 h 814"/>
                <a:gd name="T44" fmla="*/ 157 w 402"/>
                <a:gd name="T45" fmla="*/ 646 h 814"/>
                <a:gd name="T46" fmla="*/ 94 w 402"/>
                <a:gd name="T47" fmla="*/ 189 h 814"/>
                <a:gd name="T48" fmla="*/ 202 w 402"/>
                <a:gd name="T49" fmla="*/ 0 h 814"/>
                <a:gd name="T50" fmla="*/ 310 w 402"/>
                <a:gd name="T51" fmla="*/ 189 h 814"/>
                <a:gd name="T52" fmla="*/ 247 w 402"/>
                <a:gd name="T53" fmla="*/ 646 h 814"/>
                <a:gd name="T54" fmla="*/ 213 w 402"/>
                <a:gd name="T55" fmla="*/ 646 h 814"/>
                <a:gd name="T56" fmla="*/ 202 w 402"/>
                <a:gd name="T57" fmla="*/ 120 h 814"/>
                <a:gd name="T58" fmla="*/ 154 w 402"/>
                <a:gd name="T59" fmla="*/ 167 h 814"/>
                <a:gd name="T60" fmla="*/ 202 w 402"/>
                <a:gd name="T61" fmla="*/ 215 h 814"/>
                <a:gd name="T62" fmla="*/ 249 w 402"/>
                <a:gd name="T63" fmla="*/ 167 h 814"/>
                <a:gd name="T64" fmla="*/ 202 w 402"/>
                <a:gd name="T65" fmla="*/ 120 h 8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02" h="814">
                  <a:moveTo>
                    <a:pt x="202" y="814"/>
                  </a:moveTo>
                  <a:cubicBezTo>
                    <a:pt x="195" y="792"/>
                    <a:pt x="186" y="770"/>
                    <a:pt x="179" y="751"/>
                  </a:cubicBezTo>
                  <a:cubicBezTo>
                    <a:pt x="171" y="732"/>
                    <a:pt x="163" y="713"/>
                    <a:pt x="163" y="706"/>
                  </a:cubicBezTo>
                  <a:cubicBezTo>
                    <a:pt x="163" y="697"/>
                    <a:pt x="167" y="689"/>
                    <a:pt x="173" y="683"/>
                  </a:cubicBezTo>
                  <a:cubicBezTo>
                    <a:pt x="178" y="692"/>
                    <a:pt x="189" y="699"/>
                    <a:pt x="202" y="699"/>
                  </a:cubicBezTo>
                  <a:cubicBezTo>
                    <a:pt x="214" y="699"/>
                    <a:pt x="225" y="692"/>
                    <a:pt x="230" y="683"/>
                  </a:cubicBezTo>
                  <a:cubicBezTo>
                    <a:pt x="237" y="689"/>
                    <a:pt x="241" y="697"/>
                    <a:pt x="241" y="706"/>
                  </a:cubicBezTo>
                  <a:cubicBezTo>
                    <a:pt x="241" y="713"/>
                    <a:pt x="233" y="732"/>
                    <a:pt x="225" y="751"/>
                  </a:cubicBezTo>
                  <a:cubicBezTo>
                    <a:pt x="217" y="770"/>
                    <a:pt x="208" y="792"/>
                    <a:pt x="202" y="814"/>
                  </a:cubicBezTo>
                  <a:close/>
                  <a:moveTo>
                    <a:pt x="353" y="683"/>
                  </a:moveTo>
                  <a:cubicBezTo>
                    <a:pt x="335" y="657"/>
                    <a:pt x="312" y="638"/>
                    <a:pt x="285" y="628"/>
                  </a:cubicBezTo>
                  <a:cubicBezTo>
                    <a:pt x="290" y="600"/>
                    <a:pt x="299" y="550"/>
                    <a:pt x="308" y="494"/>
                  </a:cubicBezTo>
                  <a:cubicBezTo>
                    <a:pt x="351" y="532"/>
                    <a:pt x="402" y="600"/>
                    <a:pt x="353" y="683"/>
                  </a:cubicBezTo>
                  <a:close/>
                  <a:moveTo>
                    <a:pt x="50" y="683"/>
                  </a:moveTo>
                  <a:cubicBezTo>
                    <a:pt x="0" y="597"/>
                    <a:pt x="60" y="526"/>
                    <a:pt x="98" y="492"/>
                  </a:cubicBezTo>
                  <a:cubicBezTo>
                    <a:pt x="107" y="548"/>
                    <a:pt x="115" y="599"/>
                    <a:pt x="119" y="628"/>
                  </a:cubicBezTo>
                  <a:cubicBezTo>
                    <a:pt x="92" y="638"/>
                    <a:pt x="69" y="657"/>
                    <a:pt x="50" y="683"/>
                  </a:cubicBezTo>
                  <a:close/>
                  <a:moveTo>
                    <a:pt x="213" y="646"/>
                  </a:moveTo>
                  <a:cubicBezTo>
                    <a:pt x="213" y="505"/>
                    <a:pt x="213" y="505"/>
                    <a:pt x="213" y="505"/>
                  </a:cubicBezTo>
                  <a:cubicBezTo>
                    <a:pt x="202" y="482"/>
                    <a:pt x="202" y="482"/>
                    <a:pt x="202" y="482"/>
                  </a:cubicBezTo>
                  <a:cubicBezTo>
                    <a:pt x="190" y="505"/>
                    <a:pt x="190" y="505"/>
                    <a:pt x="190" y="505"/>
                  </a:cubicBezTo>
                  <a:cubicBezTo>
                    <a:pt x="190" y="646"/>
                    <a:pt x="190" y="646"/>
                    <a:pt x="190" y="646"/>
                  </a:cubicBezTo>
                  <a:cubicBezTo>
                    <a:pt x="157" y="646"/>
                    <a:pt x="157" y="646"/>
                    <a:pt x="157" y="646"/>
                  </a:cubicBezTo>
                  <a:cubicBezTo>
                    <a:pt x="149" y="595"/>
                    <a:pt x="94" y="242"/>
                    <a:pt x="94" y="189"/>
                  </a:cubicBezTo>
                  <a:cubicBezTo>
                    <a:pt x="94" y="95"/>
                    <a:pt x="181" y="17"/>
                    <a:pt x="202" y="0"/>
                  </a:cubicBezTo>
                  <a:cubicBezTo>
                    <a:pt x="223" y="17"/>
                    <a:pt x="310" y="96"/>
                    <a:pt x="310" y="189"/>
                  </a:cubicBezTo>
                  <a:cubicBezTo>
                    <a:pt x="310" y="290"/>
                    <a:pt x="255" y="599"/>
                    <a:pt x="247" y="646"/>
                  </a:cubicBezTo>
                  <a:lnTo>
                    <a:pt x="213" y="646"/>
                  </a:lnTo>
                  <a:close/>
                  <a:moveTo>
                    <a:pt x="202" y="120"/>
                  </a:moveTo>
                  <a:cubicBezTo>
                    <a:pt x="176" y="120"/>
                    <a:pt x="154" y="141"/>
                    <a:pt x="154" y="167"/>
                  </a:cubicBezTo>
                  <a:cubicBezTo>
                    <a:pt x="154" y="193"/>
                    <a:pt x="176" y="215"/>
                    <a:pt x="202" y="215"/>
                  </a:cubicBezTo>
                  <a:cubicBezTo>
                    <a:pt x="228" y="215"/>
                    <a:pt x="249" y="193"/>
                    <a:pt x="249" y="167"/>
                  </a:cubicBezTo>
                  <a:cubicBezTo>
                    <a:pt x="249" y="141"/>
                    <a:pt x="228" y="120"/>
                    <a:pt x="202" y="120"/>
                  </a:cubicBezTo>
                  <a:close/>
                </a:path>
              </a:pathLst>
            </a:custGeom>
            <a:solidFill>
              <a:sysClr val="window" lastClr="FFFFFF"/>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Ubuntu Medium"/>
                <a:ea typeface="+mn-ea"/>
                <a:cs typeface="+mn-cs"/>
              </a:endParaRPr>
            </a:p>
          </p:txBody>
        </p:sp>
      </p:grpSp>
      <p:grpSp>
        <p:nvGrpSpPr>
          <p:cNvPr id="291" name="Groupe 290">
            <a:extLst>
              <a:ext uri="{FF2B5EF4-FFF2-40B4-BE49-F238E27FC236}">
                <a16:creationId xmlns:a16="http://schemas.microsoft.com/office/drawing/2014/main" id="{78F48419-C7DA-44BD-BCB0-23F5EFBC6460}"/>
              </a:ext>
            </a:extLst>
          </p:cNvPr>
          <p:cNvGrpSpPr>
            <a:grpSpLocks noChangeAspect="1"/>
          </p:cNvGrpSpPr>
          <p:nvPr/>
        </p:nvGrpSpPr>
        <p:grpSpPr>
          <a:xfrm>
            <a:off x="9820847" y="4068198"/>
            <a:ext cx="611192" cy="576000"/>
            <a:chOff x="9581933" y="-28523"/>
            <a:chExt cx="912796" cy="860237"/>
          </a:xfrm>
        </p:grpSpPr>
        <p:sp>
          <p:nvSpPr>
            <p:cNvPr id="292" name="Freeform 213">
              <a:extLst>
                <a:ext uri="{FF2B5EF4-FFF2-40B4-BE49-F238E27FC236}">
                  <a16:creationId xmlns:a16="http://schemas.microsoft.com/office/drawing/2014/main" id="{22F154E8-18AE-4654-B863-0EC9445C77C0}"/>
                </a:ext>
              </a:extLst>
            </p:cNvPr>
            <p:cNvSpPr>
              <a:spLocks/>
            </p:cNvSpPr>
            <p:nvPr/>
          </p:nvSpPr>
          <p:spPr bwMode="auto">
            <a:xfrm>
              <a:off x="9581933" y="-28523"/>
              <a:ext cx="912796" cy="860237"/>
            </a:xfrm>
            <a:custGeom>
              <a:avLst/>
              <a:gdLst>
                <a:gd name="T0" fmla="*/ 61 w 430"/>
                <a:gd name="T1" fmla="*/ 315 h 402"/>
                <a:gd name="T2" fmla="*/ 103 w 430"/>
                <a:gd name="T3" fmla="*/ 60 h 402"/>
                <a:gd name="T4" fmla="*/ 368 w 430"/>
                <a:gd name="T5" fmla="*/ 98 h 402"/>
                <a:gd name="T6" fmla="*/ 320 w 430"/>
                <a:gd name="T7" fmla="*/ 342 h 402"/>
                <a:gd name="T8" fmla="*/ 61 w 430"/>
                <a:gd name="T9" fmla="*/ 315 h 402"/>
              </a:gdLst>
              <a:ahLst/>
              <a:cxnLst>
                <a:cxn ang="0">
                  <a:pos x="T0" y="T1"/>
                </a:cxn>
                <a:cxn ang="0">
                  <a:pos x="T2" y="T3"/>
                </a:cxn>
                <a:cxn ang="0">
                  <a:pos x="T4" y="T5"/>
                </a:cxn>
                <a:cxn ang="0">
                  <a:pos x="T6" y="T7"/>
                </a:cxn>
                <a:cxn ang="0">
                  <a:pos x="T8" y="T9"/>
                </a:cxn>
              </a:cxnLst>
              <a:rect l="0" t="0" r="r" b="b"/>
              <a:pathLst>
                <a:path w="430" h="402">
                  <a:moveTo>
                    <a:pt x="61" y="315"/>
                  </a:moveTo>
                  <a:cubicBezTo>
                    <a:pt x="0" y="234"/>
                    <a:pt x="18" y="120"/>
                    <a:pt x="103" y="60"/>
                  </a:cubicBezTo>
                  <a:cubicBezTo>
                    <a:pt x="187" y="0"/>
                    <a:pt x="306" y="17"/>
                    <a:pt x="368" y="98"/>
                  </a:cubicBezTo>
                  <a:cubicBezTo>
                    <a:pt x="430" y="178"/>
                    <a:pt x="405" y="282"/>
                    <a:pt x="320" y="342"/>
                  </a:cubicBezTo>
                  <a:cubicBezTo>
                    <a:pt x="235" y="402"/>
                    <a:pt x="123" y="395"/>
                    <a:pt x="61" y="315"/>
                  </a:cubicBezTo>
                </a:path>
              </a:pathLst>
            </a:custGeom>
            <a:solidFill>
              <a:srgbClr val="0070AD"/>
            </a:solidFill>
            <a:ln w="38100">
              <a:solidFill>
                <a:sysClr val="window" lastClr="FFFFFF"/>
              </a:solidFill>
            </a:ln>
          </p:spPr>
          <p:txBody>
            <a:bodyPr vert="horz" wrap="square" lIns="74295" tIns="37148" rIns="74295" bIns="37148" numCol="1" anchor="t" anchorCtr="0" compatLnSpc="1">
              <a:prstTxWarp prst="textNoShape">
                <a:avLst/>
              </a:prstTxWarp>
            </a:bodyPr>
            <a:lstStyle/>
            <a:p>
              <a:pPr marL="0" marR="0" lvl="0" indent="0" algn="l" defTabSz="742950" rtl="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000000"/>
                </a:solidFill>
                <a:effectLst/>
                <a:uLnTx/>
                <a:uFillTx/>
                <a:latin typeface="Ubuntu Medium"/>
                <a:ea typeface="+mn-ea"/>
                <a:cs typeface="+mn-cs"/>
              </a:endParaRPr>
            </a:p>
          </p:txBody>
        </p:sp>
        <p:grpSp>
          <p:nvGrpSpPr>
            <p:cNvPr id="293" name="Groupe 292">
              <a:extLst>
                <a:ext uri="{FF2B5EF4-FFF2-40B4-BE49-F238E27FC236}">
                  <a16:creationId xmlns:a16="http://schemas.microsoft.com/office/drawing/2014/main" id="{FE170C37-6527-4467-BB9A-0CBA6DECD34E}"/>
                </a:ext>
              </a:extLst>
            </p:cNvPr>
            <p:cNvGrpSpPr/>
            <p:nvPr/>
          </p:nvGrpSpPr>
          <p:grpSpPr>
            <a:xfrm>
              <a:off x="9666879" y="245213"/>
              <a:ext cx="638090" cy="327988"/>
              <a:chOff x="9666879" y="245213"/>
              <a:chExt cx="638090" cy="327988"/>
            </a:xfrm>
          </p:grpSpPr>
          <p:sp>
            <p:nvSpPr>
              <p:cNvPr id="294" name="Freeform 54">
                <a:extLst>
                  <a:ext uri="{FF2B5EF4-FFF2-40B4-BE49-F238E27FC236}">
                    <a16:creationId xmlns:a16="http://schemas.microsoft.com/office/drawing/2014/main" id="{F73DDCF4-65F4-4D9D-9FC7-9FBDA45191D2}"/>
                  </a:ext>
                </a:extLst>
              </p:cNvPr>
              <p:cNvSpPr>
                <a:spLocks noEditPoints="1"/>
              </p:cNvSpPr>
              <p:nvPr/>
            </p:nvSpPr>
            <p:spPr bwMode="auto">
              <a:xfrm>
                <a:off x="9666879" y="245213"/>
                <a:ext cx="638090" cy="278293"/>
              </a:xfrm>
              <a:custGeom>
                <a:avLst/>
                <a:gdLst>
                  <a:gd name="T0" fmla="*/ 1945 w 2065"/>
                  <a:gd name="T1" fmla="*/ 517 h 901"/>
                  <a:gd name="T2" fmla="*/ 1699 w 2065"/>
                  <a:gd name="T3" fmla="*/ 203 h 901"/>
                  <a:gd name="T4" fmla="*/ 1496 w 2065"/>
                  <a:gd name="T5" fmla="*/ 215 h 901"/>
                  <a:gd name="T6" fmla="*/ 1484 w 2065"/>
                  <a:gd name="T7" fmla="*/ 687 h 901"/>
                  <a:gd name="T8" fmla="*/ 1426 w 2065"/>
                  <a:gd name="T9" fmla="*/ 687 h 901"/>
                  <a:gd name="T10" fmla="*/ 1414 w 2065"/>
                  <a:gd name="T11" fmla="*/ 13 h 901"/>
                  <a:gd name="T12" fmla="*/ 225 w 2065"/>
                  <a:gd name="T13" fmla="*/ 0 h 901"/>
                  <a:gd name="T14" fmla="*/ 191 w 2065"/>
                  <a:gd name="T15" fmla="*/ 32 h 901"/>
                  <a:gd name="T16" fmla="*/ 225 w 2065"/>
                  <a:gd name="T17" fmla="*/ 69 h 901"/>
                  <a:gd name="T18" fmla="*/ 481 w 2065"/>
                  <a:gd name="T19" fmla="*/ 189 h 901"/>
                  <a:gd name="T20" fmla="*/ 355 w 2065"/>
                  <a:gd name="T21" fmla="*/ 289 h 901"/>
                  <a:gd name="T22" fmla="*/ 97 w 2065"/>
                  <a:gd name="T23" fmla="*/ 320 h 901"/>
                  <a:gd name="T24" fmla="*/ 128 w 2065"/>
                  <a:gd name="T25" fmla="*/ 356 h 901"/>
                  <a:gd name="T26" fmla="*/ 529 w 2065"/>
                  <a:gd name="T27" fmla="*/ 384 h 901"/>
                  <a:gd name="T28" fmla="*/ 355 w 2065"/>
                  <a:gd name="T29" fmla="*/ 478 h 901"/>
                  <a:gd name="T30" fmla="*/ 35 w 2065"/>
                  <a:gd name="T31" fmla="*/ 578 h 901"/>
                  <a:gd name="T32" fmla="*/ 1 w 2065"/>
                  <a:gd name="T33" fmla="*/ 610 h 901"/>
                  <a:gd name="T34" fmla="*/ 35 w 2065"/>
                  <a:gd name="T35" fmla="*/ 647 h 901"/>
                  <a:gd name="T36" fmla="*/ 487 w 2065"/>
                  <a:gd name="T37" fmla="*/ 767 h 901"/>
                  <a:gd name="T38" fmla="*/ 355 w 2065"/>
                  <a:gd name="T39" fmla="*/ 859 h 901"/>
                  <a:gd name="T40" fmla="*/ 397 w 2065"/>
                  <a:gd name="T41" fmla="*/ 901 h 901"/>
                  <a:gd name="T42" fmla="*/ 621 w 2065"/>
                  <a:gd name="T43" fmla="*/ 894 h 901"/>
                  <a:gd name="T44" fmla="*/ 830 w 2065"/>
                  <a:gd name="T45" fmla="*/ 695 h 901"/>
                  <a:gd name="T46" fmla="*/ 1039 w 2065"/>
                  <a:gd name="T47" fmla="*/ 894 h 901"/>
                  <a:gd name="T48" fmla="*/ 1546 w 2065"/>
                  <a:gd name="T49" fmla="*/ 900 h 901"/>
                  <a:gd name="T50" fmla="*/ 1609 w 2065"/>
                  <a:gd name="T51" fmla="*/ 755 h 901"/>
                  <a:gd name="T52" fmla="*/ 1756 w 2065"/>
                  <a:gd name="T53" fmla="*/ 695 h 901"/>
                  <a:gd name="T54" fmla="*/ 1902 w 2065"/>
                  <a:gd name="T55" fmla="*/ 755 h 901"/>
                  <a:gd name="T56" fmla="*/ 1965 w 2065"/>
                  <a:gd name="T57" fmla="*/ 900 h 901"/>
                  <a:gd name="T58" fmla="*/ 2048 w 2065"/>
                  <a:gd name="T59" fmla="*/ 883 h 901"/>
                  <a:gd name="T60" fmla="*/ 2065 w 2065"/>
                  <a:gd name="T61" fmla="*/ 658 h 901"/>
                  <a:gd name="T62" fmla="*/ 670 w 2065"/>
                  <a:gd name="T63" fmla="*/ 419 h 901"/>
                  <a:gd name="T64" fmla="*/ 825 w 2065"/>
                  <a:gd name="T65" fmla="*/ 284 h 901"/>
                  <a:gd name="T66" fmla="*/ 708 w 2065"/>
                  <a:gd name="T67" fmla="*/ 315 h 901"/>
                  <a:gd name="T68" fmla="*/ 773 w 2065"/>
                  <a:gd name="T69" fmla="*/ 151 h 901"/>
                  <a:gd name="T70" fmla="*/ 809 w 2065"/>
                  <a:gd name="T71" fmla="*/ 416 h 901"/>
                  <a:gd name="T72" fmla="*/ 925 w 2065"/>
                  <a:gd name="T73" fmla="*/ 469 h 901"/>
                  <a:gd name="T74" fmla="*/ 608 w 2065"/>
                  <a:gd name="T75" fmla="*/ 551 h 901"/>
                  <a:gd name="T76" fmla="*/ 1297 w 2065"/>
                  <a:gd name="T77" fmla="*/ 463 h 901"/>
                  <a:gd name="T78" fmla="*/ 1245 w 2065"/>
                  <a:gd name="T79" fmla="*/ 551 h 901"/>
                  <a:gd name="T80" fmla="*/ 1149 w 2065"/>
                  <a:gd name="T81" fmla="*/ 463 h 901"/>
                  <a:gd name="T82" fmla="*/ 976 w 2065"/>
                  <a:gd name="T83" fmla="*/ 373 h 901"/>
                  <a:gd name="T84" fmla="*/ 1245 w 2065"/>
                  <a:gd name="T85" fmla="*/ 156 h 901"/>
                  <a:gd name="T86" fmla="*/ 1297 w 2065"/>
                  <a:gd name="T87" fmla="*/ 381 h 901"/>
                  <a:gd name="T88" fmla="*/ 1617 w 2065"/>
                  <a:gd name="T89" fmla="*/ 532 h 901"/>
                  <a:gd name="T90" fmla="*/ 1699 w 2065"/>
                  <a:gd name="T91" fmla="*/ 322 h 901"/>
                  <a:gd name="T92" fmla="*/ 1827 w 2065"/>
                  <a:gd name="T93" fmla="*/ 532 h 9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065" h="901">
                    <a:moveTo>
                      <a:pt x="2035" y="589"/>
                    </a:moveTo>
                    <a:cubicBezTo>
                      <a:pt x="2008" y="559"/>
                      <a:pt x="1970" y="534"/>
                      <a:pt x="1945" y="517"/>
                    </a:cubicBezTo>
                    <a:cubicBezTo>
                      <a:pt x="1941" y="465"/>
                      <a:pt x="1928" y="403"/>
                      <a:pt x="1899" y="344"/>
                    </a:cubicBezTo>
                    <a:cubicBezTo>
                      <a:pt x="1867" y="275"/>
                      <a:pt x="1800" y="203"/>
                      <a:pt x="1699" y="203"/>
                    </a:cubicBezTo>
                    <a:cubicBezTo>
                      <a:pt x="1520" y="203"/>
                      <a:pt x="1520" y="203"/>
                      <a:pt x="1520" y="203"/>
                    </a:cubicBezTo>
                    <a:cubicBezTo>
                      <a:pt x="1511" y="204"/>
                      <a:pt x="1502" y="209"/>
                      <a:pt x="1496" y="215"/>
                    </a:cubicBezTo>
                    <a:cubicBezTo>
                      <a:pt x="1489" y="222"/>
                      <a:pt x="1485" y="231"/>
                      <a:pt x="1484" y="240"/>
                    </a:cubicBezTo>
                    <a:cubicBezTo>
                      <a:pt x="1484" y="687"/>
                      <a:pt x="1484" y="687"/>
                      <a:pt x="1484" y="687"/>
                    </a:cubicBezTo>
                    <a:cubicBezTo>
                      <a:pt x="1484" y="703"/>
                      <a:pt x="1471" y="716"/>
                      <a:pt x="1455" y="716"/>
                    </a:cubicBezTo>
                    <a:cubicBezTo>
                      <a:pt x="1439" y="716"/>
                      <a:pt x="1426" y="703"/>
                      <a:pt x="1426" y="687"/>
                    </a:cubicBezTo>
                    <a:cubicBezTo>
                      <a:pt x="1426" y="43"/>
                      <a:pt x="1426" y="43"/>
                      <a:pt x="1426" y="43"/>
                    </a:cubicBezTo>
                    <a:cubicBezTo>
                      <a:pt x="1426" y="32"/>
                      <a:pt x="1422" y="21"/>
                      <a:pt x="1414" y="13"/>
                    </a:cubicBezTo>
                    <a:cubicBezTo>
                      <a:pt x="1406" y="5"/>
                      <a:pt x="1395" y="1"/>
                      <a:pt x="1384" y="1"/>
                    </a:cubicBezTo>
                    <a:cubicBezTo>
                      <a:pt x="225" y="0"/>
                      <a:pt x="225" y="0"/>
                      <a:pt x="225" y="0"/>
                    </a:cubicBezTo>
                    <a:cubicBezTo>
                      <a:pt x="208" y="0"/>
                      <a:pt x="193" y="13"/>
                      <a:pt x="191" y="31"/>
                    </a:cubicBezTo>
                    <a:cubicBezTo>
                      <a:pt x="191" y="31"/>
                      <a:pt x="191" y="32"/>
                      <a:pt x="191" y="32"/>
                    </a:cubicBezTo>
                    <a:cubicBezTo>
                      <a:pt x="189" y="51"/>
                      <a:pt x="204" y="67"/>
                      <a:pt x="223" y="69"/>
                    </a:cubicBezTo>
                    <a:cubicBezTo>
                      <a:pt x="225" y="69"/>
                      <a:pt x="225" y="69"/>
                      <a:pt x="225" y="69"/>
                    </a:cubicBezTo>
                    <a:cubicBezTo>
                      <a:pt x="529" y="89"/>
                      <a:pt x="529" y="89"/>
                      <a:pt x="529" y="89"/>
                    </a:cubicBezTo>
                    <a:cubicBezTo>
                      <a:pt x="481" y="189"/>
                      <a:pt x="481" y="189"/>
                      <a:pt x="481" y="189"/>
                    </a:cubicBezTo>
                    <a:cubicBezTo>
                      <a:pt x="355" y="189"/>
                      <a:pt x="355" y="189"/>
                      <a:pt x="355" y="189"/>
                    </a:cubicBezTo>
                    <a:cubicBezTo>
                      <a:pt x="355" y="289"/>
                      <a:pt x="355" y="289"/>
                      <a:pt x="355" y="289"/>
                    </a:cubicBezTo>
                    <a:cubicBezTo>
                      <a:pt x="130" y="289"/>
                      <a:pt x="130" y="289"/>
                      <a:pt x="130" y="289"/>
                    </a:cubicBezTo>
                    <a:cubicBezTo>
                      <a:pt x="113" y="289"/>
                      <a:pt x="98" y="302"/>
                      <a:pt x="97" y="320"/>
                    </a:cubicBezTo>
                    <a:cubicBezTo>
                      <a:pt x="97" y="320"/>
                      <a:pt x="97" y="320"/>
                      <a:pt x="97" y="320"/>
                    </a:cubicBezTo>
                    <a:cubicBezTo>
                      <a:pt x="95" y="339"/>
                      <a:pt x="109" y="355"/>
                      <a:pt x="128" y="356"/>
                    </a:cubicBezTo>
                    <a:cubicBezTo>
                      <a:pt x="130" y="356"/>
                      <a:pt x="130" y="356"/>
                      <a:pt x="130" y="356"/>
                    </a:cubicBezTo>
                    <a:cubicBezTo>
                      <a:pt x="529" y="384"/>
                      <a:pt x="529" y="384"/>
                      <a:pt x="529" y="384"/>
                    </a:cubicBezTo>
                    <a:cubicBezTo>
                      <a:pt x="484" y="478"/>
                      <a:pt x="484" y="478"/>
                      <a:pt x="484" y="478"/>
                    </a:cubicBezTo>
                    <a:cubicBezTo>
                      <a:pt x="355" y="478"/>
                      <a:pt x="355" y="478"/>
                      <a:pt x="355" y="478"/>
                    </a:cubicBezTo>
                    <a:cubicBezTo>
                      <a:pt x="355" y="578"/>
                      <a:pt x="355" y="578"/>
                      <a:pt x="355" y="578"/>
                    </a:cubicBezTo>
                    <a:cubicBezTo>
                      <a:pt x="35" y="578"/>
                      <a:pt x="35" y="578"/>
                      <a:pt x="35" y="578"/>
                    </a:cubicBezTo>
                    <a:cubicBezTo>
                      <a:pt x="18" y="578"/>
                      <a:pt x="3" y="591"/>
                      <a:pt x="1" y="609"/>
                    </a:cubicBezTo>
                    <a:cubicBezTo>
                      <a:pt x="1" y="609"/>
                      <a:pt x="1" y="610"/>
                      <a:pt x="1" y="610"/>
                    </a:cubicBezTo>
                    <a:cubicBezTo>
                      <a:pt x="0" y="629"/>
                      <a:pt x="14" y="645"/>
                      <a:pt x="33" y="646"/>
                    </a:cubicBezTo>
                    <a:cubicBezTo>
                      <a:pt x="35" y="647"/>
                      <a:pt x="35" y="647"/>
                      <a:pt x="35" y="647"/>
                    </a:cubicBezTo>
                    <a:cubicBezTo>
                      <a:pt x="531" y="676"/>
                      <a:pt x="531" y="676"/>
                      <a:pt x="531" y="676"/>
                    </a:cubicBezTo>
                    <a:cubicBezTo>
                      <a:pt x="487" y="767"/>
                      <a:pt x="487" y="767"/>
                      <a:pt x="487" y="767"/>
                    </a:cubicBezTo>
                    <a:cubicBezTo>
                      <a:pt x="355" y="767"/>
                      <a:pt x="355" y="767"/>
                      <a:pt x="355" y="767"/>
                    </a:cubicBezTo>
                    <a:cubicBezTo>
                      <a:pt x="355" y="859"/>
                      <a:pt x="355" y="859"/>
                      <a:pt x="355" y="859"/>
                    </a:cubicBezTo>
                    <a:cubicBezTo>
                      <a:pt x="355" y="870"/>
                      <a:pt x="360" y="881"/>
                      <a:pt x="368" y="889"/>
                    </a:cubicBezTo>
                    <a:cubicBezTo>
                      <a:pt x="375" y="897"/>
                      <a:pt x="386" y="901"/>
                      <a:pt x="397" y="901"/>
                    </a:cubicBezTo>
                    <a:cubicBezTo>
                      <a:pt x="620" y="901"/>
                      <a:pt x="620" y="901"/>
                      <a:pt x="620" y="901"/>
                    </a:cubicBezTo>
                    <a:cubicBezTo>
                      <a:pt x="621" y="898"/>
                      <a:pt x="621" y="896"/>
                      <a:pt x="621" y="894"/>
                    </a:cubicBezTo>
                    <a:cubicBezTo>
                      <a:pt x="626" y="783"/>
                      <a:pt x="718" y="695"/>
                      <a:pt x="830" y="695"/>
                    </a:cubicBezTo>
                    <a:cubicBezTo>
                      <a:pt x="830" y="695"/>
                      <a:pt x="830" y="695"/>
                      <a:pt x="830" y="695"/>
                    </a:cubicBezTo>
                    <a:cubicBezTo>
                      <a:pt x="830" y="695"/>
                      <a:pt x="830" y="695"/>
                      <a:pt x="830" y="695"/>
                    </a:cubicBezTo>
                    <a:cubicBezTo>
                      <a:pt x="942" y="695"/>
                      <a:pt x="1033" y="782"/>
                      <a:pt x="1039" y="894"/>
                    </a:cubicBezTo>
                    <a:cubicBezTo>
                      <a:pt x="1039" y="896"/>
                      <a:pt x="1039" y="898"/>
                      <a:pt x="1039" y="901"/>
                    </a:cubicBezTo>
                    <a:cubicBezTo>
                      <a:pt x="1546" y="900"/>
                      <a:pt x="1546" y="900"/>
                      <a:pt x="1546" y="900"/>
                    </a:cubicBezTo>
                    <a:cubicBezTo>
                      <a:pt x="1546" y="899"/>
                      <a:pt x="1546" y="898"/>
                      <a:pt x="1546" y="897"/>
                    </a:cubicBezTo>
                    <a:cubicBezTo>
                      <a:pt x="1549" y="843"/>
                      <a:pt x="1571" y="792"/>
                      <a:pt x="1609" y="755"/>
                    </a:cubicBezTo>
                    <a:cubicBezTo>
                      <a:pt x="1649" y="716"/>
                      <a:pt x="1700" y="695"/>
                      <a:pt x="1755" y="695"/>
                    </a:cubicBezTo>
                    <a:cubicBezTo>
                      <a:pt x="1756" y="695"/>
                      <a:pt x="1756" y="695"/>
                      <a:pt x="1756" y="695"/>
                    </a:cubicBezTo>
                    <a:cubicBezTo>
                      <a:pt x="1756" y="695"/>
                      <a:pt x="1756" y="695"/>
                      <a:pt x="1756" y="695"/>
                    </a:cubicBezTo>
                    <a:cubicBezTo>
                      <a:pt x="1811" y="695"/>
                      <a:pt x="1862" y="716"/>
                      <a:pt x="1902" y="755"/>
                    </a:cubicBezTo>
                    <a:cubicBezTo>
                      <a:pt x="1940" y="792"/>
                      <a:pt x="1962" y="843"/>
                      <a:pt x="1965" y="896"/>
                    </a:cubicBezTo>
                    <a:cubicBezTo>
                      <a:pt x="1965" y="897"/>
                      <a:pt x="1965" y="899"/>
                      <a:pt x="1965" y="900"/>
                    </a:cubicBezTo>
                    <a:cubicBezTo>
                      <a:pt x="2006" y="900"/>
                      <a:pt x="2006" y="900"/>
                      <a:pt x="2006" y="900"/>
                    </a:cubicBezTo>
                    <a:cubicBezTo>
                      <a:pt x="2021" y="900"/>
                      <a:pt x="2037" y="894"/>
                      <a:pt x="2048" y="883"/>
                    </a:cubicBezTo>
                    <a:cubicBezTo>
                      <a:pt x="2059" y="872"/>
                      <a:pt x="2065" y="857"/>
                      <a:pt x="2065" y="841"/>
                    </a:cubicBezTo>
                    <a:cubicBezTo>
                      <a:pt x="2065" y="658"/>
                      <a:pt x="2065" y="658"/>
                      <a:pt x="2065" y="658"/>
                    </a:cubicBezTo>
                    <a:cubicBezTo>
                      <a:pt x="2064" y="623"/>
                      <a:pt x="2048" y="605"/>
                      <a:pt x="2035" y="589"/>
                    </a:cubicBezTo>
                    <a:close/>
                    <a:moveTo>
                      <a:pt x="670" y="419"/>
                    </a:moveTo>
                    <a:cubicBezTo>
                      <a:pt x="704" y="390"/>
                      <a:pt x="743" y="369"/>
                      <a:pt x="773" y="350"/>
                    </a:cubicBezTo>
                    <a:cubicBezTo>
                      <a:pt x="803" y="330"/>
                      <a:pt x="825" y="311"/>
                      <a:pt x="825" y="284"/>
                    </a:cubicBezTo>
                    <a:cubicBezTo>
                      <a:pt x="825" y="254"/>
                      <a:pt x="804" y="235"/>
                      <a:pt x="774" y="235"/>
                    </a:cubicBezTo>
                    <a:cubicBezTo>
                      <a:pt x="723" y="235"/>
                      <a:pt x="709" y="272"/>
                      <a:pt x="708" y="315"/>
                    </a:cubicBezTo>
                    <a:cubicBezTo>
                      <a:pt x="618" y="315"/>
                      <a:pt x="618" y="315"/>
                      <a:pt x="618" y="315"/>
                    </a:cubicBezTo>
                    <a:cubicBezTo>
                      <a:pt x="612" y="217"/>
                      <a:pt x="675" y="151"/>
                      <a:pt x="773" y="151"/>
                    </a:cubicBezTo>
                    <a:cubicBezTo>
                      <a:pt x="851" y="151"/>
                      <a:pt x="921" y="192"/>
                      <a:pt x="921" y="276"/>
                    </a:cubicBezTo>
                    <a:cubicBezTo>
                      <a:pt x="921" y="352"/>
                      <a:pt x="867" y="380"/>
                      <a:pt x="809" y="416"/>
                    </a:cubicBezTo>
                    <a:cubicBezTo>
                      <a:pt x="779" y="435"/>
                      <a:pt x="763" y="444"/>
                      <a:pt x="738" y="469"/>
                    </a:cubicBezTo>
                    <a:cubicBezTo>
                      <a:pt x="925" y="469"/>
                      <a:pt x="925" y="469"/>
                      <a:pt x="925" y="469"/>
                    </a:cubicBezTo>
                    <a:cubicBezTo>
                      <a:pt x="925" y="551"/>
                      <a:pt x="925" y="551"/>
                      <a:pt x="925" y="551"/>
                    </a:cubicBezTo>
                    <a:cubicBezTo>
                      <a:pt x="608" y="551"/>
                      <a:pt x="608" y="551"/>
                      <a:pt x="608" y="551"/>
                    </a:cubicBezTo>
                    <a:cubicBezTo>
                      <a:pt x="609" y="500"/>
                      <a:pt x="631" y="453"/>
                      <a:pt x="670" y="419"/>
                    </a:cubicBezTo>
                    <a:close/>
                    <a:moveTo>
                      <a:pt x="1297" y="463"/>
                    </a:moveTo>
                    <a:cubicBezTo>
                      <a:pt x="1245" y="463"/>
                      <a:pt x="1245" y="463"/>
                      <a:pt x="1245" y="463"/>
                    </a:cubicBezTo>
                    <a:cubicBezTo>
                      <a:pt x="1245" y="551"/>
                      <a:pt x="1245" y="551"/>
                      <a:pt x="1245" y="551"/>
                    </a:cubicBezTo>
                    <a:cubicBezTo>
                      <a:pt x="1149" y="551"/>
                      <a:pt x="1149" y="551"/>
                      <a:pt x="1149" y="551"/>
                    </a:cubicBezTo>
                    <a:cubicBezTo>
                      <a:pt x="1149" y="463"/>
                      <a:pt x="1149" y="463"/>
                      <a:pt x="1149" y="463"/>
                    </a:cubicBezTo>
                    <a:cubicBezTo>
                      <a:pt x="976" y="463"/>
                      <a:pt x="976" y="463"/>
                      <a:pt x="976" y="463"/>
                    </a:cubicBezTo>
                    <a:cubicBezTo>
                      <a:pt x="976" y="373"/>
                      <a:pt x="976" y="373"/>
                      <a:pt x="976" y="373"/>
                    </a:cubicBezTo>
                    <a:cubicBezTo>
                      <a:pt x="1153" y="156"/>
                      <a:pt x="1153" y="156"/>
                      <a:pt x="1153" y="156"/>
                    </a:cubicBezTo>
                    <a:cubicBezTo>
                      <a:pt x="1245" y="156"/>
                      <a:pt x="1245" y="156"/>
                      <a:pt x="1245" y="156"/>
                    </a:cubicBezTo>
                    <a:cubicBezTo>
                      <a:pt x="1245" y="381"/>
                      <a:pt x="1245" y="381"/>
                      <a:pt x="1245" y="381"/>
                    </a:cubicBezTo>
                    <a:cubicBezTo>
                      <a:pt x="1297" y="381"/>
                      <a:pt x="1297" y="381"/>
                      <a:pt x="1297" y="381"/>
                    </a:cubicBezTo>
                    <a:lnTo>
                      <a:pt x="1297" y="463"/>
                    </a:lnTo>
                    <a:close/>
                    <a:moveTo>
                      <a:pt x="1617" y="532"/>
                    </a:moveTo>
                    <a:cubicBezTo>
                      <a:pt x="1617" y="322"/>
                      <a:pt x="1617" y="322"/>
                      <a:pt x="1617" y="322"/>
                    </a:cubicBezTo>
                    <a:cubicBezTo>
                      <a:pt x="1699" y="322"/>
                      <a:pt x="1699" y="322"/>
                      <a:pt x="1699" y="322"/>
                    </a:cubicBezTo>
                    <a:cubicBezTo>
                      <a:pt x="1740" y="322"/>
                      <a:pt x="1767" y="346"/>
                      <a:pt x="1793" y="396"/>
                    </a:cubicBezTo>
                    <a:cubicBezTo>
                      <a:pt x="1814" y="438"/>
                      <a:pt x="1824" y="493"/>
                      <a:pt x="1827" y="532"/>
                    </a:cubicBezTo>
                    <a:lnTo>
                      <a:pt x="1617" y="532"/>
                    </a:lnTo>
                    <a:close/>
                  </a:path>
                </a:pathLst>
              </a:custGeom>
              <a:solidFill>
                <a:srgbClr val="12ABDB">
                  <a:lumMod val="60000"/>
                  <a:lumOff val="40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latin typeface="Ubuntu Medium"/>
                  <a:ea typeface="+mn-ea"/>
                  <a:cs typeface="+mn-cs"/>
                </a:endParaRPr>
              </a:p>
            </p:txBody>
          </p:sp>
          <p:sp>
            <p:nvSpPr>
              <p:cNvPr id="295" name="Freeform 55">
                <a:extLst>
                  <a:ext uri="{FF2B5EF4-FFF2-40B4-BE49-F238E27FC236}">
                    <a16:creationId xmlns:a16="http://schemas.microsoft.com/office/drawing/2014/main" id="{411894A7-4188-44C7-94B6-F76FA16E5576}"/>
                  </a:ext>
                </a:extLst>
              </p:cNvPr>
              <p:cNvSpPr>
                <a:spLocks/>
              </p:cNvSpPr>
              <p:nvPr/>
            </p:nvSpPr>
            <p:spPr bwMode="auto">
              <a:xfrm>
                <a:off x="9991888" y="323731"/>
                <a:ext cx="30812" cy="38762"/>
              </a:xfrm>
              <a:custGeom>
                <a:avLst/>
                <a:gdLst>
                  <a:gd name="T0" fmla="*/ 0 w 31"/>
                  <a:gd name="T1" fmla="*/ 39 h 39"/>
                  <a:gd name="T2" fmla="*/ 31 w 31"/>
                  <a:gd name="T3" fmla="*/ 39 h 39"/>
                  <a:gd name="T4" fmla="*/ 31 w 31"/>
                  <a:gd name="T5" fmla="*/ 0 h 39"/>
                  <a:gd name="T6" fmla="*/ 31 w 31"/>
                  <a:gd name="T7" fmla="*/ 0 h 39"/>
                  <a:gd name="T8" fmla="*/ 0 w 31"/>
                  <a:gd name="T9" fmla="*/ 39 h 39"/>
                </a:gdLst>
                <a:ahLst/>
                <a:cxnLst>
                  <a:cxn ang="0">
                    <a:pos x="T0" y="T1"/>
                  </a:cxn>
                  <a:cxn ang="0">
                    <a:pos x="T2" y="T3"/>
                  </a:cxn>
                  <a:cxn ang="0">
                    <a:pos x="T4" y="T5"/>
                  </a:cxn>
                  <a:cxn ang="0">
                    <a:pos x="T6" y="T7"/>
                  </a:cxn>
                  <a:cxn ang="0">
                    <a:pos x="T8" y="T9"/>
                  </a:cxn>
                </a:cxnLst>
                <a:rect l="0" t="0" r="r" b="b"/>
                <a:pathLst>
                  <a:path w="31" h="39">
                    <a:moveTo>
                      <a:pt x="0" y="39"/>
                    </a:moveTo>
                    <a:lnTo>
                      <a:pt x="31" y="39"/>
                    </a:lnTo>
                    <a:lnTo>
                      <a:pt x="31" y="0"/>
                    </a:lnTo>
                    <a:lnTo>
                      <a:pt x="31" y="0"/>
                    </a:lnTo>
                    <a:lnTo>
                      <a:pt x="0" y="39"/>
                    </a:lnTo>
                    <a:close/>
                  </a:path>
                </a:pathLst>
              </a:custGeom>
              <a:solidFill>
                <a:srgbClr val="12ABDB">
                  <a:lumMod val="60000"/>
                  <a:lumOff val="40000"/>
                </a:srgbClr>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latin typeface="Ubuntu Medium"/>
                  <a:ea typeface="+mn-ea"/>
                  <a:cs typeface="+mn-cs"/>
                </a:endParaRPr>
              </a:p>
            </p:txBody>
          </p:sp>
          <p:sp>
            <p:nvSpPr>
              <p:cNvPr id="296" name="Freeform 56">
                <a:extLst>
                  <a:ext uri="{FF2B5EF4-FFF2-40B4-BE49-F238E27FC236}">
                    <a16:creationId xmlns:a16="http://schemas.microsoft.com/office/drawing/2014/main" id="{20F192C1-4B2F-4739-A631-639C5AC5F949}"/>
                  </a:ext>
                </a:extLst>
              </p:cNvPr>
              <p:cNvSpPr>
                <a:spLocks noEditPoints="1"/>
              </p:cNvSpPr>
              <p:nvPr/>
            </p:nvSpPr>
            <p:spPr bwMode="auto">
              <a:xfrm>
                <a:off x="10160852" y="475799"/>
                <a:ext cx="96410" cy="97402"/>
              </a:xfrm>
              <a:custGeom>
                <a:avLst/>
                <a:gdLst>
                  <a:gd name="T0" fmla="*/ 157 w 313"/>
                  <a:gd name="T1" fmla="*/ 0 h 314"/>
                  <a:gd name="T2" fmla="*/ 0 w 313"/>
                  <a:gd name="T3" fmla="*/ 152 h 314"/>
                  <a:gd name="T4" fmla="*/ 0 w 313"/>
                  <a:gd name="T5" fmla="*/ 157 h 314"/>
                  <a:gd name="T6" fmla="*/ 157 w 313"/>
                  <a:gd name="T7" fmla="*/ 314 h 314"/>
                  <a:gd name="T8" fmla="*/ 313 w 313"/>
                  <a:gd name="T9" fmla="*/ 157 h 314"/>
                  <a:gd name="T10" fmla="*/ 313 w 313"/>
                  <a:gd name="T11" fmla="*/ 152 h 314"/>
                  <a:gd name="T12" fmla="*/ 157 w 313"/>
                  <a:gd name="T13" fmla="*/ 0 h 314"/>
                  <a:gd name="T14" fmla="*/ 221 w 313"/>
                  <a:gd name="T15" fmla="*/ 157 h 314"/>
                  <a:gd name="T16" fmla="*/ 157 w 313"/>
                  <a:gd name="T17" fmla="*/ 221 h 314"/>
                  <a:gd name="T18" fmla="*/ 92 w 313"/>
                  <a:gd name="T19" fmla="*/ 157 h 314"/>
                  <a:gd name="T20" fmla="*/ 93 w 313"/>
                  <a:gd name="T21" fmla="*/ 150 h 314"/>
                  <a:gd name="T22" fmla="*/ 157 w 313"/>
                  <a:gd name="T23" fmla="*/ 92 h 314"/>
                  <a:gd name="T24" fmla="*/ 220 w 313"/>
                  <a:gd name="T25" fmla="*/ 150 h 314"/>
                  <a:gd name="T26" fmla="*/ 221 w 313"/>
                  <a:gd name="T27" fmla="*/ 157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3" h="314">
                    <a:moveTo>
                      <a:pt x="157" y="0"/>
                    </a:moveTo>
                    <a:cubicBezTo>
                      <a:pt x="71" y="0"/>
                      <a:pt x="2" y="68"/>
                      <a:pt x="0" y="152"/>
                    </a:cubicBezTo>
                    <a:cubicBezTo>
                      <a:pt x="0" y="154"/>
                      <a:pt x="0" y="155"/>
                      <a:pt x="0" y="157"/>
                    </a:cubicBezTo>
                    <a:cubicBezTo>
                      <a:pt x="0" y="243"/>
                      <a:pt x="70" y="313"/>
                      <a:pt x="157" y="314"/>
                    </a:cubicBezTo>
                    <a:cubicBezTo>
                      <a:pt x="243" y="313"/>
                      <a:pt x="313" y="243"/>
                      <a:pt x="313" y="157"/>
                    </a:cubicBezTo>
                    <a:cubicBezTo>
                      <a:pt x="313" y="155"/>
                      <a:pt x="313" y="154"/>
                      <a:pt x="313" y="152"/>
                    </a:cubicBezTo>
                    <a:cubicBezTo>
                      <a:pt x="311" y="68"/>
                      <a:pt x="242" y="0"/>
                      <a:pt x="157" y="0"/>
                    </a:cubicBezTo>
                    <a:close/>
                    <a:moveTo>
                      <a:pt x="221" y="157"/>
                    </a:moveTo>
                    <a:cubicBezTo>
                      <a:pt x="221" y="192"/>
                      <a:pt x="192" y="221"/>
                      <a:pt x="157" y="221"/>
                    </a:cubicBezTo>
                    <a:cubicBezTo>
                      <a:pt x="121" y="221"/>
                      <a:pt x="92" y="192"/>
                      <a:pt x="92" y="157"/>
                    </a:cubicBezTo>
                    <a:cubicBezTo>
                      <a:pt x="92" y="154"/>
                      <a:pt x="93" y="151"/>
                      <a:pt x="93" y="150"/>
                    </a:cubicBezTo>
                    <a:cubicBezTo>
                      <a:pt x="96" y="117"/>
                      <a:pt x="124" y="92"/>
                      <a:pt x="157" y="92"/>
                    </a:cubicBezTo>
                    <a:cubicBezTo>
                      <a:pt x="189" y="92"/>
                      <a:pt x="217" y="117"/>
                      <a:pt x="220" y="150"/>
                    </a:cubicBezTo>
                    <a:cubicBezTo>
                      <a:pt x="221" y="151"/>
                      <a:pt x="221" y="154"/>
                      <a:pt x="221" y="157"/>
                    </a:cubicBezTo>
                    <a:close/>
                  </a:path>
                </a:pathLst>
              </a:custGeom>
              <a:solidFill>
                <a:sysClr val="window" lastClr="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latin typeface="Ubuntu Medium"/>
                  <a:ea typeface="+mn-ea"/>
                  <a:cs typeface="+mn-cs"/>
                </a:endParaRPr>
              </a:p>
            </p:txBody>
          </p:sp>
          <p:sp>
            <p:nvSpPr>
              <p:cNvPr id="297" name="Freeform 57">
                <a:extLst>
                  <a:ext uri="{FF2B5EF4-FFF2-40B4-BE49-F238E27FC236}">
                    <a16:creationId xmlns:a16="http://schemas.microsoft.com/office/drawing/2014/main" id="{4F33CF6E-F4AE-4EAE-A88F-2CB83C66DB46}"/>
                  </a:ext>
                </a:extLst>
              </p:cNvPr>
              <p:cNvSpPr>
                <a:spLocks noEditPoints="1"/>
              </p:cNvSpPr>
              <p:nvPr/>
            </p:nvSpPr>
            <p:spPr bwMode="auto">
              <a:xfrm>
                <a:off x="9874606" y="475799"/>
                <a:ext cx="97403" cy="97402"/>
              </a:xfrm>
              <a:custGeom>
                <a:avLst/>
                <a:gdLst>
                  <a:gd name="T0" fmla="*/ 313 w 314"/>
                  <a:gd name="T1" fmla="*/ 150 h 314"/>
                  <a:gd name="T2" fmla="*/ 157 w 314"/>
                  <a:gd name="T3" fmla="*/ 0 h 314"/>
                  <a:gd name="T4" fmla="*/ 1 w 314"/>
                  <a:gd name="T5" fmla="*/ 150 h 314"/>
                  <a:gd name="T6" fmla="*/ 0 w 314"/>
                  <a:gd name="T7" fmla="*/ 157 h 314"/>
                  <a:gd name="T8" fmla="*/ 157 w 314"/>
                  <a:gd name="T9" fmla="*/ 314 h 314"/>
                  <a:gd name="T10" fmla="*/ 314 w 314"/>
                  <a:gd name="T11" fmla="*/ 157 h 314"/>
                  <a:gd name="T12" fmla="*/ 313 w 314"/>
                  <a:gd name="T13" fmla="*/ 150 h 314"/>
                  <a:gd name="T14" fmla="*/ 157 w 314"/>
                  <a:gd name="T15" fmla="*/ 221 h 314"/>
                  <a:gd name="T16" fmla="*/ 92 w 314"/>
                  <a:gd name="T17" fmla="*/ 157 h 314"/>
                  <a:gd name="T18" fmla="*/ 93 w 314"/>
                  <a:gd name="T19" fmla="*/ 149 h 314"/>
                  <a:gd name="T20" fmla="*/ 94 w 314"/>
                  <a:gd name="T21" fmla="*/ 148 h 314"/>
                  <a:gd name="T22" fmla="*/ 157 w 314"/>
                  <a:gd name="T23" fmla="*/ 92 h 314"/>
                  <a:gd name="T24" fmla="*/ 220 w 314"/>
                  <a:gd name="T25" fmla="*/ 148 h 314"/>
                  <a:gd name="T26" fmla="*/ 220 w 314"/>
                  <a:gd name="T27" fmla="*/ 149 h 314"/>
                  <a:gd name="T28" fmla="*/ 222 w 314"/>
                  <a:gd name="T29" fmla="*/ 157 h 314"/>
                  <a:gd name="T30" fmla="*/ 157 w 314"/>
                  <a:gd name="T31" fmla="*/ 221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4" h="314">
                    <a:moveTo>
                      <a:pt x="313" y="150"/>
                    </a:moveTo>
                    <a:cubicBezTo>
                      <a:pt x="310" y="67"/>
                      <a:pt x="241" y="0"/>
                      <a:pt x="157" y="0"/>
                    </a:cubicBezTo>
                    <a:cubicBezTo>
                      <a:pt x="72" y="0"/>
                      <a:pt x="4" y="67"/>
                      <a:pt x="1" y="150"/>
                    </a:cubicBezTo>
                    <a:cubicBezTo>
                      <a:pt x="0" y="152"/>
                      <a:pt x="0" y="154"/>
                      <a:pt x="0" y="157"/>
                    </a:cubicBezTo>
                    <a:cubicBezTo>
                      <a:pt x="0" y="243"/>
                      <a:pt x="70" y="313"/>
                      <a:pt x="157" y="314"/>
                    </a:cubicBezTo>
                    <a:cubicBezTo>
                      <a:pt x="244" y="313"/>
                      <a:pt x="314" y="243"/>
                      <a:pt x="314" y="157"/>
                    </a:cubicBezTo>
                    <a:cubicBezTo>
                      <a:pt x="314" y="154"/>
                      <a:pt x="313" y="152"/>
                      <a:pt x="313" y="150"/>
                    </a:cubicBezTo>
                    <a:close/>
                    <a:moveTo>
                      <a:pt x="157" y="221"/>
                    </a:moveTo>
                    <a:cubicBezTo>
                      <a:pt x="121" y="221"/>
                      <a:pt x="92" y="192"/>
                      <a:pt x="92" y="157"/>
                    </a:cubicBezTo>
                    <a:cubicBezTo>
                      <a:pt x="92" y="153"/>
                      <a:pt x="93" y="151"/>
                      <a:pt x="93" y="149"/>
                    </a:cubicBezTo>
                    <a:cubicBezTo>
                      <a:pt x="94" y="149"/>
                      <a:pt x="94" y="148"/>
                      <a:pt x="94" y="148"/>
                    </a:cubicBezTo>
                    <a:cubicBezTo>
                      <a:pt x="98" y="116"/>
                      <a:pt x="125" y="92"/>
                      <a:pt x="157" y="92"/>
                    </a:cubicBezTo>
                    <a:cubicBezTo>
                      <a:pt x="189" y="92"/>
                      <a:pt x="216" y="116"/>
                      <a:pt x="220" y="148"/>
                    </a:cubicBezTo>
                    <a:cubicBezTo>
                      <a:pt x="220" y="149"/>
                      <a:pt x="220" y="149"/>
                      <a:pt x="220" y="149"/>
                    </a:cubicBezTo>
                    <a:cubicBezTo>
                      <a:pt x="221" y="151"/>
                      <a:pt x="222" y="153"/>
                      <a:pt x="222" y="157"/>
                    </a:cubicBezTo>
                    <a:cubicBezTo>
                      <a:pt x="221" y="192"/>
                      <a:pt x="192" y="221"/>
                      <a:pt x="157" y="221"/>
                    </a:cubicBezTo>
                    <a:close/>
                  </a:path>
                </a:pathLst>
              </a:custGeom>
              <a:solidFill>
                <a:sysClr val="window" lastClr="FFFFFF"/>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latin typeface="Ubuntu Medium"/>
                  <a:ea typeface="+mn-ea"/>
                  <a:cs typeface="+mn-cs"/>
                </a:endParaRPr>
              </a:p>
            </p:txBody>
          </p:sp>
        </p:grpSp>
      </p:grpSp>
      <p:grpSp>
        <p:nvGrpSpPr>
          <p:cNvPr id="298" name="Groupe 297">
            <a:extLst>
              <a:ext uri="{FF2B5EF4-FFF2-40B4-BE49-F238E27FC236}">
                <a16:creationId xmlns:a16="http://schemas.microsoft.com/office/drawing/2014/main" id="{D74DD468-1C67-428E-940D-149F5719316E}"/>
              </a:ext>
            </a:extLst>
          </p:cNvPr>
          <p:cNvGrpSpPr>
            <a:grpSpLocks noChangeAspect="1"/>
          </p:cNvGrpSpPr>
          <p:nvPr/>
        </p:nvGrpSpPr>
        <p:grpSpPr>
          <a:xfrm>
            <a:off x="5467516" y="4068198"/>
            <a:ext cx="614102" cy="576000"/>
            <a:chOff x="8035926" y="582613"/>
            <a:chExt cx="869950" cy="815975"/>
          </a:xfrm>
        </p:grpSpPr>
        <p:sp>
          <p:nvSpPr>
            <p:cNvPr id="299" name="Freeform 117">
              <a:extLst>
                <a:ext uri="{FF2B5EF4-FFF2-40B4-BE49-F238E27FC236}">
                  <a16:creationId xmlns:a16="http://schemas.microsoft.com/office/drawing/2014/main" id="{296CB222-E097-45E8-9BD5-CDFB40056BCA}"/>
                </a:ext>
              </a:extLst>
            </p:cNvPr>
            <p:cNvSpPr>
              <a:spLocks/>
            </p:cNvSpPr>
            <p:nvPr/>
          </p:nvSpPr>
          <p:spPr bwMode="auto">
            <a:xfrm>
              <a:off x="8035926" y="582613"/>
              <a:ext cx="869950" cy="815975"/>
            </a:xfrm>
            <a:custGeom>
              <a:avLst/>
              <a:gdLst>
                <a:gd name="T0" fmla="*/ 34 w 232"/>
                <a:gd name="T1" fmla="*/ 170 h 217"/>
                <a:gd name="T2" fmla="*/ 56 w 232"/>
                <a:gd name="T3" fmla="*/ 33 h 217"/>
                <a:gd name="T4" fmla="*/ 199 w 232"/>
                <a:gd name="T5" fmla="*/ 53 h 217"/>
                <a:gd name="T6" fmla="*/ 173 w 232"/>
                <a:gd name="T7" fmla="*/ 185 h 217"/>
                <a:gd name="T8" fmla="*/ 34 w 232"/>
                <a:gd name="T9" fmla="*/ 170 h 217"/>
              </a:gdLst>
              <a:ahLst/>
              <a:cxnLst>
                <a:cxn ang="0">
                  <a:pos x="T0" y="T1"/>
                </a:cxn>
                <a:cxn ang="0">
                  <a:pos x="T2" y="T3"/>
                </a:cxn>
                <a:cxn ang="0">
                  <a:pos x="T4" y="T5"/>
                </a:cxn>
                <a:cxn ang="0">
                  <a:pos x="T6" y="T7"/>
                </a:cxn>
                <a:cxn ang="0">
                  <a:pos x="T8" y="T9"/>
                </a:cxn>
              </a:cxnLst>
              <a:rect l="0" t="0" r="r" b="b"/>
              <a:pathLst>
                <a:path w="232" h="217">
                  <a:moveTo>
                    <a:pt x="34" y="170"/>
                  </a:moveTo>
                  <a:cubicBezTo>
                    <a:pt x="0" y="126"/>
                    <a:pt x="10" y="65"/>
                    <a:pt x="56" y="33"/>
                  </a:cubicBezTo>
                  <a:cubicBezTo>
                    <a:pt x="102" y="0"/>
                    <a:pt x="166" y="9"/>
                    <a:pt x="199" y="53"/>
                  </a:cubicBezTo>
                  <a:cubicBezTo>
                    <a:pt x="232" y="96"/>
                    <a:pt x="219" y="152"/>
                    <a:pt x="173" y="185"/>
                  </a:cubicBezTo>
                  <a:cubicBezTo>
                    <a:pt x="127" y="217"/>
                    <a:pt x="67" y="213"/>
                    <a:pt x="34" y="170"/>
                  </a:cubicBezTo>
                </a:path>
              </a:pathLst>
            </a:custGeom>
            <a:solidFill>
              <a:srgbClr val="0075B1"/>
            </a:solidFill>
            <a:ln w="38100">
              <a:solidFill>
                <a:sysClr val="window" lastClr="FFFFF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black"/>
                </a:solidFill>
                <a:effectLst/>
                <a:uLnTx/>
                <a:uFillTx/>
                <a:latin typeface="Ubuntu Medium"/>
                <a:ea typeface="+mn-ea"/>
                <a:cs typeface="+mn-cs"/>
              </a:endParaRPr>
            </a:p>
          </p:txBody>
        </p:sp>
        <p:grpSp>
          <p:nvGrpSpPr>
            <p:cNvPr id="300" name="Groupe 299">
              <a:extLst>
                <a:ext uri="{FF2B5EF4-FFF2-40B4-BE49-F238E27FC236}">
                  <a16:creationId xmlns:a16="http://schemas.microsoft.com/office/drawing/2014/main" id="{621F7829-00F6-498E-B4D1-F86C234C221D}"/>
                </a:ext>
              </a:extLst>
            </p:cNvPr>
            <p:cNvGrpSpPr/>
            <p:nvPr/>
          </p:nvGrpSpPr>
          <p:grpSpPr>
            <a:xfrm>
              <a:off x="8237538" y="722313"/>
              <a:ext cx="469900" cy="557212"/>
              <a:chOff x="8237538" y="722313"/>
              <a:chExt cx="469900" cy="557212"/>
            </a:xfrm>
          </p:grpSpPr>
          <p:sp>
            <p:nvSpPr>
              <p:cNvPr id="301" name="Freeform 118">
                <a:extLst>
                  <a:ext uri="{FF2B5EF4-FFF2-40B4-BE49-F238E27FC236}">
                    <a16:creationId xmlns:a16="http://schemas.microsoft.com/office/drawing/2014/main" id="{84D1ADFF-7978-4334-B87E-823068145E8B}"/>
                  </a:ext>
                </a:extLst>
              </p:cNvPr>
              <p:cNvSpPr>
                <a:spLocks noEditPoints="1"/>
              </p:cNvSpPr>
              <p:nvPr/>
            </p:nvSpPr>
            <p:spPr bwMode="auto">
              <a:xfrm>
                <a:off x="8237538" y="1054100"/>
                <a:ext cx="469900" cy="225425"/>
              </a:xfrm>
              <a:custGeom>
                <a:avLst/>
                <a:gdLst>
                  <a:gd name="T0" fmla="*/ 103 w 125"/>
                  <a:gd name="T1" fmla="*/ 4 h 60"/>
                  <a:gd name="T2" fmla="*/ 95 w 125"/>
                  <a:gd name="T3" fmla="*/ 3 h 60"/>
                  <a:gd name="T4" fmla="*/ 68 w 125"/>
                  <a:gd name="T5" fmla="*/ 16 h 60"/>
                  <a:gd name="T6" fmla="*/ 70 w 125"/>
                  <a:gd name="T7" fmla="*/ 23 h 60"/>
                  <a:gd name="T8" fmla="*/ 103 w 125"/>
                  <a:gd name="T9" fmla="*/ 4 h 60"/>
                  <a:gd name="T10" fmla="*/ 121 w 125"/>
                  <a:gd name="T11" fmla="*/ 5 h 60"/>
                  <a:gd name="T12" fmla="*/ 105 w 125"/>
                  <a:gd name="T13" fmla="*/ 6 h 60"/>
                  <a:gd name="T14" fmla="*/ 70 w 125"/>
                  <a:gd name="T15" fmla="*/ 26 h 60"/>
                  <a:gd name="T16" fmla="*/ 69 w 125"/>
                  <a:gd name="T17" fmla="*/ 28 h 60"/>
                  <a:gd name="T18" fmla="*/ 61 w 125"/>
                  <a:gd name="T19" fmla="*/ 35 h 60"/>
                  <a:gd name="T20" fmla="*/ 52 w 125"/>
                  <a:gd name="T21" fmla="*/ 34 h 60"/>
                  <a:gd name="T22" fmla="*/ 34 w 125"/>
                  <a:gd name="T23" fmla="*/ 25 h 60"/>
                  <a:gd name="T24" fmla="*/ 34 w 125"/>
                  <a:gd name="T25" fmla="*/ 22 h 60"/>
                  <a:gd name="T26" fmla="*/ 54 w 125"/>
                  <a:gd name="T27" fmla="*/ 32 h 60"/>
                  <a:gd name="T28" fmla="*/ 59 w 125"/>
                  <a:gd name="T29" fmla="*/ 32 h 60"/>
                  <a:gd name="T30" fmla="*/ 60 w 125"/>
                  <a:gd name="T31" fmla="*/ 32 h 60"/>
                  <a:gd name="T32" fmla="*/ 60 w 125"/>
                  <a:gd name="T33" fmla="*/ 32 h 60"/>
                  <a:gd name="T34" fmla="*/ 65 w 125"/>
                  <a:gd name="T35" fmla="*/ 29 h 60"/>
                  <a:gd name="T36" fmla="*/ 66 w 125"/>
                  <a:gd name="T37" fmla="*/ 27 h 60"/>
                  <a:gd name="T38" fmla="*/ 67 w 125"/>
                  <a:gd name="T39" fmla="*/ 24 h 60"/>
                  <a:gd name="T40" fmla="*/ 65 w 125"/>
                  <a:gd name="T41" fmla="*/ 17 h 60"/>
                  <a:gd name="T42" fmla="*/ 62 w 125"/>
                  <a:gd name="T43" fmla="*/ 14 h 60"/>
                  <a:gd name="T44" fmla="*/ 33 w 125"/>
                  <a:gd name="T45" fmla="*/ 1 h 60"/>
                  <a:gd name="T46" fmla="*/ 23 w 125"/>
                  <a:gd name="T47" fmla="*/ 1 h 60"/>
                  <a:gd name="T48" fmla="*/ 3 w 125"/>
                  <a:gd name="T49" fmla="*/ 5 h 60"/>
                  <a:gd name="T50" fmla="*/ 0 w 125"/>
                  <a:gd name="T51" fmla="*/ 39 h 60"/>
                  <a:gd name="T52" fmla="*/ 3 w 125"/>
                  <a:gd name="T53" fmla="*/ 44 h 60"/>
                  <a:gd name="T54" fmla="*/ 17 w 125"/>
                  <a:gd name="T55" fmla="*/ 44 h 60"/>
                  <a:gd name="T56" fmla="*/ 20 w 125"/>
                  <a:gd name="T57" fmla="*/ 44 h 60"/>
                  <a:gd name="T58" fmla="*/ 22 w 125"/>
                  <a:gd name="T59" fmla="*/ 45 h 60"/>
                  <a:gd name="T60" fmla="*/ 59 w 125"/>
                  <a:gd name="T61" fmla="*/ 59 h 60"/>
                  <a:gd name="T62" fmla="*/ 64 w 125"/>
                  <a:gd name="T63" fmla="*/ 59 h 60"/>
                  <a:gd name="T64" fmla="*/ 66 w 125"/>
                  <a:gd name="T65" fmla="*/ 58 h 60"/>
                  <a:gd name="T66" fmla="*/ 116 w 125"/>
                  <a:gd name="T67" fmla="*/ 21 h 60"/>
                  <a:gd name="T68" fmla="*/ 121 w 125"/>
                  <a:gd name="T69" fmla="*/ 5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5" h="60">
                    <a:moveTo>
                      <a:pt x="103" y="4"/>
                    </a:moveTo>
                    <a:cubicBezTo>
                      <a:pt x="100" y="2"/>
                      <a:pt x="97" y="1"/>
                      <a:pt x="95" y="3"/>
                    </a:cubicBezTo>
                    <a:cubicBezTo>
                      <a:pt x="68" y="16"/>
                      <a:pt x="68" y="16"/>
                      <a:pt x="68" y="16"/>
                    </a:cubicBezTo>
                    <a:cubicBezTo>
                      <a:pt x="69" y="18"/>
                      <a:pt x="70" y="20"/>
                      <a:pt x="70" y="23"/>
                    </a:cubicBezTo>
                    <a:lnTo>
                      <a:pt x="103" y="4"/>
                    </a:lnTo>
                    <a:close/>
                    <a:moveTo>
                      <a:pt x="121" y="5"/>
                    </a:moveTo>
                    <a:cubicBezTo>
                      <a:pt x="118" y="1"/>
                      <a:pt x="111" y="2"/>
                      <a:pt x="105" y="6"/>
                    </a:cubicBezTo>
                    <a:cubicBezTo>
                      <a:pt x="94" y="12"/>
                      <a:pt x="70" y="26"/>
                      <a:pt x="70" y="26"/>
                    </a:cubicBezTo>
                    <a:cubicBezTo>
                      <a:pt x="69" y="27"/>
                      <a:pt x="69" y="28"/>
                      <a:pt x="69" y="28"/>
                    </a:cubicBezTo>
                    <a:cubicBezTo>
                      <a:pt x="67" y="32"/>
                      <a:pt x="64" y="34"/>
                      <a:pt x="61" y="35"/>
                    </a:cubicBezTo>
                    <a:cubicBezTo>
                      <a:pt x="58" y="36"/>
                      <a:pt x="55" y="36"/>
                      <a:pt x="52" y="34"/>
                    </a:cubicBezTo>
                    <a:cubicBezTo>
                      <a:pt x="34" y="25"/>
                      <a:pt x="34" y="25"/>
                      <a:pt x="34" y="25"/>
                    </a:cubicBezTo>
                    <a:cubicBezTo>
                      <a:pt x="34" y="22"/>
                      <a:pt x="34" y="22"/>
                      <a:pt x="34" y="22"/>
                    </a:cubicBezTo>
                    <a:cubicBezTo>
                      <a:pt x="54" y="32"/>
                      <a:pt x="54" y="32"/>
                      <a:pt x="54" y="32"/>
                    </a:cubicBezTo>
                    <a:cubicBezTo>
                      <a:pt x="55" y="32"/>
                      <a:pt x="57" y="33"/>
                      <a:pt x="59" y="32"/>
                    </a:cubicBezTo>
                    <a:cubicBezTo>
                      <a:pt x="59" y="32"/>
                      <a:pt x="59" y="32"/>
                      <a:pt x="60" y="32"/>
                    </a:cubicBezTo>
                    <a:cubicBezTo>
                      <a:pt x="60" y="32"/>
                      <a:pt x="60" y="32"/>
                      <a:pt x="60" y="32"/>
                    </a:cubicBezTo>
                    <a:cubicBezTo>
                      <a:pt x="62" y="32"/>
                      <a:pt x="63" y="31"/>
                      <a:pt x="65" y="29"/>
                    </a:cubicBezTo>
                    <a:cubicBezTo>
                      <a:pt x="65" y="29"/>
                      <a:pt x="66" y="28"/>
                      <a:pt x="66" y="27"/>
                    </a:cubicBezTo>
                    <a:cubicBezTo>
                      <a:pt x="67" y="26"/>
                      <a:pt x="67" y="25"/>
                      <a:pt x="67" y="24"/>
                    </a:cubicBezTo>
                    <a:cubicBezTo>
                      <a:pt x="67" y="22"/>
                      <a:pt x="67" y="19"/>
                      <a:pt x="65" y="17"/>
                    </a:cubicBezTo>
                    <a:cubicBezTo>
                      <a:pt x="64" y="16"/>
                      <a:pt x="63" y="15"/>
                      <a:pt x="62" y="14"/>
                    </a:cubicBezTo>
                    <a:cubicBezTo>
                      <a:pt x="62" y="14"/>
                      <a:pt x="40" y="4"/>
                      <a:pt x="33" y="1"/>
                    </a:cubicBezTo>
                    <a:cubicBezTo>
                      <a:pt x="30" y="0"/>
                      <a:pt x="27" y="1"/>
                      <a:pt x="23" y="1"/>
                    </a:cubicBezTo>
                    <a:cubicBezTo>
                      <a:pt x="19" y="2"/>
                      <a:pt x="3" y="5"/>
                      <a:pt x="3" y="5"/>
                    </a:cubicBezTo>
                    <a:cubicBezTo>
                      <a:pt x="8" y="10"/>
                      <a:pt x="2" y="28"/>
                      <a:pt x="0" y="39"/>
                    </a:cubicBezTo>
                    <a:cubicBezTo>
                      <a:pt x="0" y="43"/>
                      <a:pt x="1" y="44"/>
                      <a:pt x="3" y="44"/>
                    </a:cubicBezTo>
                    <a:cubicBezTo>
                      <a:pt x="17" y="44"/>
                      <a:pt x="17" y="44"/>
                      <a:pt x="17" y="44"/>
                    </a:cubicBezTo>
                    <a:cubicBezTo>
                      <a:pt x="17" y="44"/>
                      <a:pt x="19" y="44"/>
                      <a:pt x="20" y="44"/>
                    </a:cubicBezTo>
                    <a:cubicBezTo>
                      <a:pt x="21" y="44"/>
                      <a:pt x="22" y="45"/>
                      <a:pt x="22" y="45"/>
                    </a:cubicBezTo>
                    <a:cubicBezTo>
                      <a:pt x="59" y="59"/>
                      <a:pt x="59" y="59"/>
                      <a:pt x="59" y="59"/>
                    </a:cubicBezTo>
                    <a:cubicBezTo>
                      <a:pt x="60" y="60"/>
                      <a:pt x="62" y="60"/>
                      <a:pt x="64" y="59"/>
                    </a:cubicBezTo>
                    <a:cubicBezTo>
                      <a:pt x="64" y="59"/>
                      <a:pt x="65" y="59"/>
                      <a:pt x="66" y="58"/>
                    </a:cubicBezTo>
                    <a:cubicBezTo>
                      <a:pt x="77" y="51"/>
                      <a:pt x="112" y="24"/>
                      <a:pt x="116" y="21"/>
                    </a:cubicBezTo>
                    <a:cubicBezTo>
                      <a:pt x="125" y="14"/>
                      <a:pt x="124" y="9"/>
                      <a:pt x="121" y="5"/>
                    </a:cubicBezTo>
                    <a:close/>
                  </a:path>
                </a:pathLst>
              </a:custGeom>
              <a:solidFill>
                <a:srgbClr val="FE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black"/>
                  </a:solidFill>
                  <a:effectLst/>
                  <a:uLnTx/>
                  <a:uFillTx/>
                  <a:latin typeface="Ubuntu Medium"/>
                  <a:ea typeface="+mn-ea"/>
                  <a:cs typeface="+mn-cs"/>
                </a:endParaRPr>
              </a:p>
            </p:txBody>
          </p:sp>
          <p:sp>
            <p:nvSpPr>
              <p:cNvPr id="302" name="Freeform 119">
                <a:extLst>
                  <a:ext uri="{FF2B5EF4-FFF2-40B4-BE49-F238E27FC236}">
                    <a16:creationId xmlns:a16="http://schemas.microsoft.com/office/drawing/2014/main" id="{12543BF4-CABF-45E3-B1AD-DAD02F87E9D9}"/>
                  </a:ext>
                </a:extLst>
              </p:cNvPr>
              <p:cNvSpPr>
                <a:spLocks/>
              </p:cNvSpPr>
              <p:nvPr/>
            </p:nvSpPr>
            <p:spPr bwMode="auto">
              <a:xfrm>
                <a:off x="8347076" y="722313"/>
                <a:ext cx="250825" cy="247650"/>
              </a:xfrm>
              <a:custGeom>
                <a:avLst/>
                <a:gdLst>
                  <a:gd name="T0" fmla="*/ 66 w 67"/>
                  <a:gd name="T1" fmla="*/ 27 h 66"/>
                  <a:gd name="T2" fmla="*/ 65 w 67"/>
                  <a:gd name="T3" fmla="*/ 22 h 66"/>
                  <a:gd name="T4" fmla="*/ 61 w 67"/>
                  <a:gd name="T5" fmla="*/ 20 h 66"/>
                  <a:gd name="T6" fmla="*/ 61 w 67"/>
                  <a:gd name="T7" fmla="*/ 20 h 66"/>
                  <a:gd name="T8" fmla="*/ 57 w 67"/>
                  <a:gd name="T9" fmla="*/ 26 h 66"/>
                  <a:gd name="T10" fmla="*/ 58 w 67"/>
                  <a:gd name="T11" fmla="*/ 33 h 66"/>
                  <a:gd name="T12" fmla="*/ 33 w 67"/>
                  <a:gd name="T13" fmla="*/ 57 h 66"/>
                  <a:gd name="T14" fmla="*/ 9 w 67"/>
                  <a:gd name="T15" fmla="*/ 33 h 66"/>
                  <a:gd name="T16" fmla="*/ 33 w 67"/>
                  <a:gd name="T17" fmla="*/ 8 h 66"/>
                  <a:gd name="T18" fmla="*/ 47 w 67"/>
                  <a:gd name="T19" fmla="*/ 13 h 66"/>
                  <a:gd name="T20" fmla="*/ 51 w 67"/>
                  <a:gd name="T21" fmla="*/ 8 h 66"/>
                  <a:gd name="T22" fmla="*/ 46 w 67"/>
                  <a:gd name="T23" fmla="*/ 5 h 66"/>
                  <a:gd name="T24" fmla="*/ 44 w 67"/>
                  <a:gd name="T25" fmla="*/ 2 h 66"/>
                  <a:gd name="T26" fmla="*/ 40 w 67"/>
                  <a:gd name="T27" fmla="*/ 0 h 66"/>
                  <a:gd name="T28" fmla="*/ 36 w 67"/>
                  <a:gd name="T29" fmla="*/ 2 h 66"/>
                  <a:gd name="T30" fmla="*/ 30 w 67"/>
                  <a:gd name="T31" fmla="*/ 2 h 66"/>
                  <a:gd name="T32" fmla="*/ 27 w 67"/>
                  <a:gd name="T33" fmla="*/ 0 h 66"/>
                  <a:gd name="T34" fmla="*/ 23 w 67"/>
                  <a:gd name="T35" fmla="*/ 2 h 66"/>
                  <a:gd name="T36" fmla="*/ 20 w 67"/>
                  <a:gd name="T37" fmla="*/ 5 h 66"/>
                  <a:gd name="T38" fmla="*/ 16 w 67"/>
                  <a:gd name="T39" fmla="*/ 8 h 66"/>
                  <a:gd name="T40" fmla="*/ 12 w 67"/>
                  <a:gd name="T41" fmla="*/ 8 h 66"/>
                  <a:gd name="T42" fmla="*/ 8 w 67"/>
                  <a:gd name="T43" fmla="*/ 11 h 66"/>
                  <a:gd name="T44" fmla="*/ 8 w 67"/>
                  <a:gd name="T45" fmla="*/ 15 h 66"/>
                  <a:gd name="T46" fmla="*/ 5 w 67"/>
                  <a:gd name="T47" fmla="*/ 20 h 66"/>
                  <a:gd name="T48" fmla="*/ 2 w 67"/>
                  <a:gd name="T49" fmla="*/ 22 h 66"/>
                  <a:gd name="T50" fmla="*/ 1 w 67"/>
                  <a:gd name="T51" fmla="*/ 27 h 66"/>
                  <a:gd name="T52" fmla="*/ 3 w 67"/>
                  <a:gd name="T53" fmla="*/ 30 h 66"/>
                  <a:gd name="T54" fmla="*/ 3 w 67"/>
                  <a:gd name="T55" fmla="*/ 36 h 66"/>
                  <a:gd name="T56" fmla="*/ 1 w 67"/>
                  <a:gd name="T57" fmla="*/ 39 h 66"/>
                  <a:gd name="T58" fmla="*/ 2 w 67"/>
                  <a:gd name="T59" fmla="*/ 44 h 66"/>
                  <a:gd name="T60" fmla="*/ 5 w 67"/>
                  <a:gd name="T61" fmla="*/ 46 h 66"/>
                  <a:gd name="T62" fmla="*/ 8 w 67"/>
                  <a:gd name="T63" fmla="*/ 51 h 66"/>
                  <a:gd name="T64" fmla="*/ 8 w 67"/>
                  <a:gd name="T65" fmla="*/ 54 h 66"/>
                  <a:gd name="T66" fmla="*/ 12 w 67"/>
                  <a:gd name="T67" fmla="*/ 58 h 66"/>
                  <a:gd name="T68" fmla="*/ 16 w 67"/>
                  <a:gd name="T69" fmla="*/ 58 h 66"/>
                  <a:gd name="T70" fmla="*/ 20 w 67"/>
                  <a:gd name="T71" fmla="*/ 61 h 66"/>
                  <a:gd name="T72" fmla="*/ 23 w 67"/>
                  <a:gd name="T73" fmla="*/ 64 h 66"/>
                  <a:gd name="T74" fmla="*/ 27 w 67"/>
                  <a:gd name="T75" fmla="*/ 65 h 66"/>
                  <a:gd name="T76" fmla="*/ 30 w 67"/>
                  <a:gd name="T77" fmla="*/ 64 h 66"/>
                  <a:gd name="T78" fmla="*/ 36 w 67"/>
                  <a:gd name="T79" fmla="*/ 64 h 66"/>
                  <a:gd name="T80" fmla="*/ 40 w 67"/>
                  <a:gd name="T81" fmla="*/ 65 h 66"/>
                  <a:gd name="T82" fmla="*/ 44 w 67"/>
                  <a:gd name="T83" fmla="*/ 64 h 66"/>
                  <a:gd name="T84" fmla="*/ 46 w 67"/>
                  <a:gd name="T85" fmla="*/ 61 h 66"/>
                  <a:gd name="T86" fmla="*/ 51 w 67"/>
                  <a:gd name="T87" fmla="*/ 58 h 66"/>
                  <a:gd name="T88" fmla="*/ 55 w 67"/>
                  <a:gd name="T89" fmla="*/ 58 h 66"/>
                  <a:gd name="T90" fmla="*/ 58 w 67"/>
                  <a:gd name="T91" fmla="*/ 54 h 66"/>
                  <a:gd name="T92" fmla="*/ 59 w 67"/>
                  <a:gd name="T93" fmla="*/ 51 h 66"/>
                  <a:gd name="T94" fmla="*/ 61 w 67"/>
                  <a:gd name="T95" fmla="*/ 46 h 66"/>
                  <a:gd name="T96" fmla="*/ 65 w 67"/>
                  <a:gd name="T97" fmla="*/ 44 h 66"/>
                  <a:gd name="T98" fmla="*/ 66 w 67"/>
                  <a:gd name="T99" fmla="*/ 39 h 66"/>
                  <a:gd name="T100" fmla="*/ 64 w 67"/>
                  <a:gd name="T101" fmla="*/ 36 h 66"/>
                  <a:gd name="T102" fmla="*/ 64 w 67"/>
                  <a:gd name="T103" fmla="*/ 30 h 66"/>
                  <a:gd name="T104" fmla="*/ 66 w 67"/>
                  <a:gd name="T105" fmla="*/ 27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7" h="66">
                    <a:moveTo>
                      <a:pt x="66" y="27"/>
                    </a:moveTo>
                    <a:cubicBezTo>
                      <a:pt x="67" y="25"/>
                      <a:pt x="66" y="23"/>
                      <a:pt x="65" y="22"/>
                    </a:cubicBezTo>
                    <a:cubicBezTo>
                      <a:pt x="61" y="20"/>
                      <a:pt x="61" y="20"/>
                      <a:pt x="61" y="20"/>
                    </a:cubicBezTo>
                    <a:cubicBezTo>
                      <a:pt x="61" y="20"/>
                      <a:pt x="61" y="20"/>
                      <a:pt x="61" y="20"/>
                    </a:cubicBezTo>
                    <a:cubicBezTo>
                      <a:pt x="57" y="26"/>
                      <a:pt x="57" y="26"/>
                      <a:pt x="57" y="26"/>
                    </a:cubicBezTo>
                    <a:cubicBezTo>
                      <a:pt x="57" y="28"/>
                      <a:pt x="58" y="30"/>
                      <a:pt x="58" y="33"/>
                    </a:cubicBezTo>
                    <a:cubicBezTo>
                      <a:pt x="58" y="46"/>
                      <a:pt x="47" y="57"/>
                      <a:pt x="33" y="57"/>
                    </a:cubicBezTo>
                    <a:cubicBezTo>
                      <a:pt x="20" y="57"/>
                      <a:pt x="9" y="46"/>
                      <a:pt x="9" y="33"/>
                    </a:cubicBezTo>
                    <a:cubicBezTo>
                      <a:pt x="9" y="19"/>
                      <a:pt x="20" y="8"/>
                      <a:pt x="33" y="8"/>
                    </a:cubicBezTo>
                    <a:cubicBezTo>
                      <a:pt x="38" y="8"/>
                      <a:pt x="43" y="10"/>
                      <a:pt x="47" y="13"/>
                    </a:cubicBezTo>
                    <a:cubicBezTo>
                      <a:pt x="51" y="8"/>
                      <a:pt x="51" y="8"/>
                      <a:pt x="51" y="8"/>
                    </a:cubicBezTo>
                    <a:cubicBezTo>
                      <a:pt x="49" y="7"/>
                      <a:pt x="47" y="6"/>
                      <a:pt x="46" y="5"/>
                    </a:cubicBezTo>
                    <a:cubicBezTo>
                      <a:pt x="44" y="2"/>
                      <a:pt x="44" y="2"/>
                      <a:pt x="44" y="2"/>
                    </a:cubicBezTo>
                    <a:cubicBezTo>
                      <a:pt x="43" y="0"/>
                      <a:pt x="41" y="0"/>
                      <a:pt x="40" y="0"/>
                    </a:cubicBezTo>
                    <a:cubicBezTo>
                      <a:pt x="36" y="2"/>
                      <a:pt x="36" y="2"/>
                      <a:pt x="36" y="2"/>
                    </a:cubicBezTo>
                    <a:cubicBezTo>
                      <a:pt x="35" y="3"/>
                      <a:pt x="32" y="3"/>
                      <a:pt x="30" y="2"/>
                    </a:cubicBezTo>
                    <a:cubicBezTo>
                      <a:pt x="27" y="0"/>
                      <a:pt x="27" y="0"/>
                      <a:pt x="27" y="0"/>
                    </a:cubicBezTo>
                    <a:cubicBezTo>
                      <a:pt x="26" y="0"/>
                      <a:pt x="23" y="0"/>
                      <a:pt x="23" y="2"/>
                    </a:cubicBezTo>
                    <a:cubicBezTo>
                      <a:pt x="20" y="5"/>
                      <a:pt x="20" y="5"/>
                      <a:pt x="20" y="5"/>
                    </a:cubicBezTo>
                    <a:cubicBezTo>
                      <a:pt x="19" y="6"/>
                      <a:pt x="17" y="8"/>
                      <a:pt x="16" y="8"/>
                    </a:cubicBezTo>
                    <a:cubicBezTo>
                      <a:pt x="12" y="8"/>
                      <a:pt x="12" y="8"/>
                      <a:pt x="12" y="8"/>
                    </a:cubicBezTo>
                    <a:cubicBezTo>
                      <a:pt x="10" y="8"/>
                      <a:pt x="8" y="9"/>
                      <a:pt x="8" y="11"/>
                    </a:cubicBezTo>
                    <a:cubicBezTo>
                      <a:pt x="8" y="15"/>
                      <a:pt x="8" y="15"/>
                      <a:pt x="8" y="15"/>
                    </a:cubicBezTo>
                    <a:cubicBezTo>
                      <a:pt x="8" y="17"/>
                      <a:pt x="7" y="19"/>
                      <a:pt x="5" y="20"/>
                    </a:cubicBezTo>
                    <a:cubicBezTo>
                      <a:pt x="2" y="22"/>
                      <a:pt x="2" y="22"/>
                      <a:pt x="2" y="22"/>
                    </a:cubicBezTo>
                    <a:cubicBezTo>
                      <a:pt x="1" y="23"/>
                      <a:pt x="0" y="25"/>
                      <a:pt x="1" y="27"/>
                    </a:cubicBezTo>
                    <a:cubicBezTo>
                      <a:pt x="3" y="30"/>
                      <a:pt x="3" y="30"/>
                      <a:pt x="3" y="30"/>
                    </a:cubicBezTo>
                    <a:cubicBezTo>
                      <a:pt x="3" y="32"/>
                      <a:pt x="3" y="34"/>
                      <a:pt x="3" y="36"/>
                    </a:cubicBezTo>
                    <a:cubicBezTo>
                      <a:pt x="1" y="39"/>
                      <a:pt x="1" y="39"/>
                      <a:pt x="1" y="39"/>
                    </a:cubicBezTo>
                    <a:cubicBezTo>
                      <a:pt x="0" y="41"/>
                      <a:pt x="1" y="43"/>
                      <a:pt x="2" y="44"/>
                    </a:cubicBezTo>
                    <a:cubicBezTo>
                      <a:pt x="5" y="46"/>
                      <a:pt x="5" y="46"/>
                      <a:pt x="5" y="46"/>
                    </a:cubicBezTo>
                    <a:cubicBezTo>
                      <a:pt x="7" y="47"/>
                      <a:pt x="8" y="49"/>
                      <a:pt x="8" y="51"/>
                    </a:cubicBezTo>
                    <a:cubicBezTo>
                      <a:pt x="8" y="54"/>
                      <a:pt x="8" y="54"/>
                      <a:pt x="8" y="54"/>
                    </a:cubicBezTo>
                    <a:cubicBezTo>
                      <a:pt x="8" y="56"/>
                      <a:pt x="10" y="58"/>
                      <a:pt x="12" y="58"/>
                    </a:cubicBezTo>
                    <a:cubicBezTo>
                      <a:pt x="16" y="58"/>
                      <a:pt x="16" y="58"/>
                      <a:pt x="16" y="58"/>
                    </a:cubicBezTo>
                    <a:cubicBezTo>
                      <a:pt x="17" y="58"/>
                      <a:pt x="19" y="59"/>
                      <a:pt x="20" y="61"/>
                    </a:cubicBezTo>
                    <a:cubicBezTo>
                      <a:pt x="23" y="64"/>
                      <a:pt x="23" y="64"/>
                      <a:pt x="23" y="64"/>
                    </a:cubicBezTo>
                    <a:cubicBezTo>
                      <a:pt x="23" y="66"/>
                      <a:pt x="26" y="66"/>
                      <a:pt x="27" y="65"/>
                    </a:cubicBezTo>
                    <a:cubicBezTo>
                      <a:pt x="30" y="64"/>
                      <a:pt x="30" y="64"/>
                      <a:pt x="30" y="64"/>
                    </a:cubicBezTo>
                    <a:cubicBezTo>
                      <a:pt x="32" y="63"/>
                      <a:pt x="35" y="63"/>
                      <a:pt x="36" y="64"/>
                    </a:cubicBezTo>
                    <a:cubicBezTo>
                      <a:pt x="40" y="65"/>
                      <a:pt x="40" y="65"/>
                      <a:pt x="40" y="65"/>
                    </a:cubicBezTo>
                    <a:cubicBezTo>
                      <a:pt x="41" y="66"/>
                      <a:pt x="43" y="66"/>
                      <a:pt x="44" y="64"/>
                    </a:cubicBezTo>
                    <a:cubicBezTo>
                      <a:pt x="46" y="61"/>
                      <a:pt x="46" y="61"/>
                      <a:pt x="46" y="61"/>
                    </a:cubicBezTo>
                    <a:cubicBezTo>
                      <a:pt x="47" y="59"/>
                      <a:pt x="49" y="58"/>
                      <a:pt x="51" y="58"/>
                    </a:cubicBezTo>
                    <a:cubicBezTo>
                      <a:pt x="55" y="58"/>
                      <a:pt x="55" y="58"/>
                      <a:pt x="55" y="58"/>
                    </a:cubicBezTo>
                    <a:cubicBezTo>
                      <a:pt x="57" y="58"/>
                      <a:pt x="58" y="56"/>
                      <a:pt x="58" y="54"/>
                    </a:cubicBezTo>
                    <a:cubicBezTo>
                      <a:pt x="59" y="51"/>
                      <a:pt x="59" y="51"/>
                      <a:pt x="59" y="51"/>
                    </a:cubicBezTo>
                    <a:cubicBezTo>
                      <a:pt x="59" y="49"/>
                      <a:pt x="60" y="47"/>
                      <a:pt x="61" y="46"/>
                    </a:cubicBezTo>
                    <a:cubicBezTo>
                      <a:pt x="65" y="44"/>
                      <a:pt x="65" y="44"/>
                      <a:pt x="65" y="44"/>
                    </a:cubicBezTo>
                    <a:cubicBezTo>
                      <a:pt x="66" y="43"/>
                      <a:pt x="67" y="41"/>
                      <a:pt x="66" y="39"/>
                    </a:cubicBezTo>
                    <a:cubicBezTo>
                      <a:pt x="64" y="36"/>
                      <a:pt x="64" y="36"/>
                      <a:pt x="64" y="36"/>
                    </a:cubicBezTo>
                    <a:cubicBezTo>
                      <a:pt x="63" y="34"/>
                      <a:pt x="63" y="32"/>
                      <a:pt x="64" y="30"/>
                    </a:cubicBezTo>
                    <a:lnTo>
                      <a:pt x="66" y="27"/>
                    </a:lnTo>
                    <a:close/>
                  </a:path>
                </a:pathLst>
              </a:custGeom>
              <a:solidFill>
                <a:srgbClr val="FE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black"/>
                  </a:solidFill>
                  <a:effectLst/>
                  <a:uLnTx/>
                  <a:uFillTx/>
                  <a:latin typeface="Ubuntu Medium"/>
                  <a:ea typeface="+mn-ea"/>
                  <a:cs typeface="+mn-cs"/>
                </a:endParaRPr>
              </a:p>
            </p:txBody>
          </p:sp>
          <p:sp>
            <p:nvSpPr>
              <p:cNvPr id="303" name="Freeform 120">
                <a:extLst>
                  <a:ext uri="{FF2B5EF4-FFF2-40B4-BE49-F238E27FC236}">
                    <a16:creationId xmlns:a16="http://schemas.microsoft.com/office/drawing/2014/main" id="{26A3FB19-374D-4942-8164-57F6392F6ABF}"/>
                  </a:ext>
                </a:extLst>
              </p:cNvPr>
              <p:cNvSpPr>
                <a:spLocks/>
              </p:cNvSpPr>
              <p:nvPr/>
            </p:nvSpPr>
            <p:spPr bwMode="auto">
              <a:xfrm>
                <a:off x="8366126" y="947738"/>
                <a:ext cx="101600" cy="93662"/>
              </a:xfrm>
              <a:custGeom>
                <a:avLst/>
                <a:gdLst>
                  <a:gd name="T0" fmla="*/ 23 w 27"/>
                  <a:gd name="T1" fmla="*/ 7 h 25"/>
                  <a:gd name="T2" fmla="*/ 21 w 27"/>
                  <a:gd name="T3" fmla="*/ 7 h 25"/>
                  <a:gd name="T4" fmla="*/ 16 w 27"/>
                  <a:gd name="T5" fmla="*/ 5 h 25"/>
                  <a:gd name="T6" fmla="*/ 14 w 27"/>
                  <a:gd name="T7" fmla="*/ 1 h 25"/>
                  <a:gd name="T8" fmla="*/ 11 w 27"/>
                  <a:gd name="T9" fmla="*/ 0 h 25"/>
                  <a:gd name="T10" fmla="*/ 8 w 27"/>
                  <a:gd name="T11" fmla="*/ 0 h 25"/>
                  <a:gd name="T12" fmla="*/ 0 w 27"/>
                  <a:gd name="T13" fmla="*/ 18 h 25"/>
                  <a:gd name="T14" fmla="*/ 1 w 27"/>
                  <a:gd name="T15" fmla="*/ 18 h 25"/>
                  <a:gd name="T16" fmla="*/ 11 w 27"/>
                  <a:gd name="T17" fmla="*/ 18 h 25"/>
                  <a:gd name="T18" fmla="*/ 19 w 27"/>
                  <a:gd name="T19" fmla="*/ 25 h 25"/>
                  <a:gd name="T20" fmla="*/ 19 w 27"/>
                  <a:gd name="T21" fmla="*/ 25 h 25"/>
                  <a:gd name="T22" fmla="*/ 27 w 27"/>
                  <a:gd name="T23" fmla="*/ 5 h 25"/>
                  <a:gd name="T24" fmla="*/ 27 w 27"/>
                  <a:gd name="T25" fmla="*/ 5 h 25"/>
                  <a:gd name="T26" fmla="*/ 23 w 27"/>
                  <a:gd name="T27" fmla="*/ 7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 h="25">
                    <a:moveTo>
                      <a:pt x="23" y="7"/>
                    </a:moveTo>
                    <a:cubicBezTo>
                      <a:pt x="23" y="7"/>
                      <a:pt x="22" y="7"/>
                      <a:pt x="21" y="7"/>
                    </a:cubicBezTo>
                    <a:cubicBezTo>
                      <a:pt x="19" y="7"/>
                      <a:pt x="17" y="6"/>
                      <a:pt x="16" y="5"/>
                    </a:cubicBezTo>
                    <a:cubicBezTo>
                      <a:pt x="14" y="1"/>
                      <a:pt x="14" y="1"/>
                      <a:pt x="14" y="1"/>
                    </a:cubicBezTo>
                    <a:cubicBezTo>
                      <a:pt x="13" y="1"/>
                      <a:pt x="12" y="0"/>
                      <a:pt x="11" y="0"/>
                    </a:cubicBezTo>
                    <a:cubicBezTo>
                      <a:pt x="8" y="0"/>
                      <a:pt x="8" y="0"/>
                      <a:pt x="8" y="0"/>
                    </a:cubicBezTo>
                    <a:cubicBezTo>
                      <a:pt x="0" y="18"/>
                      <a:pt x="0" y="18"/>
                      <a:pt x="0" y="18"/>
                    </a:cubicBezTo>
                    <a:cubicBezTo>
                      <a:pt x="1" y="18"/>
                      <a:pt x="1" y="18"/>
                      <a:pt x="1" y="18"/>
                    </a:cubicBezTo>
                    <a:cubicBezTo>
                      <a:pt x="11" y="18"/>
                      <a:pt x="11" y="18"/>
                      <a:pt x="11" y="18"/>
                    </a:cubicBezTo>
                    <a:cubicBezTo>
                      <a:pt x="19" y="25"/>
                      <a:pt x="19" y="25"/>
                      <a:pt x="19" y="25"/>
                    </a:cubicBezTo>
                    <a:cubicBezTo>
                      <a:pt x="19" y="25"/>
                      <a:pt x="19" y="25"/>
                      <a:pt x="19" y="25"/>
                    </a:cubicBezTo>
                    <a:cubicBezTo>
                      <a:pt x="27" y="5"/>
                      <a:pt x="27" y="5"/>
                      <a:pt x="27" y="5"/>
                    </a:cubicBezTo>
                    <a:cubicBezTo>
                      <a:pt x="27" y="5"/>
                      <a:pt x="27" y="5"/>
                      <a:pt x="27" y="5"/>
                    </a:cubicBezTo>
                    <a:lnTo>
                      <a:pt x="23" y="7"/>
                    </a:lnTo>
                    <a:close/>
                  </a:path>
                </a:pathLst>
              </a:custGeom>
              <a:solidFill>
                <a:srgbClr val="FE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black"/>
                  </a:solidFill>
                  <a:effectLst/>
                  <a:uLnTx/>
                  <a:uFillTx/>
                  <a:latin typeface="Ubuntu Medium"/>
                  <a:ea typeface="+mn-ea"/>
                  <a:cs typeface="+mn-cs"/>
                </a:endParaRPr>
              </a:p>
            </p:txBody>
          </p:sp>
          <p:sp>
            <p:nvSpPr>
              <p:cNvPr id="304" name="Freeform 121">
                <a:extLst>
                  <a:ext uri="{FF2B5EF4-FFF2-40B4-BE49-F238E27FC236}">
                    <a16:creationId xmlns:a16="http://schemas.microsoft.com/office/drawing/2014/main" id="{DE5518D8-8A0A-4AD5-BF18-ADF2EB06CB83}"/>
                  </a:ext>
                </a:extLst>
              </p:cNvPr>
              <p:cNvSpPr>
                <a:spLocks/>
              </p:cNvSpPr>
              <p:nvPr/>
            </p:nvSpPr>
            <p:spPr bwMode="auto">
              <a:xfrm>
                <a:off x="8474076" y="947738"/>
                <a:ext cx="101600" cy="93662"/>
              </a:xfrm>
              <a:custGeom>
                <a:avLst/>
                <a:gdLst>
                  <a:gd name="T0" fmla="*/ 17 w 27"/>
                  <a:gd name="T1" fmla="*/ 0 h 25"/>
                  <a:gd name="T2" fmla="*/ 14 w 27"/>
                  <a:gd name="T3" fmla="*/ 1 h 25"/>
                  <a:gd name="T4" fmla="*/ 12 w 27"/>
                  <a:gd name="T5" fmla="*/ 5 h 25"/>
                  <a:gd name="T6" fmla="*/ 7 w 27"/>
                  <a:gd name="T7" fmla="*/ 7 h 25"/>
                  <a:gd name="T8" fmla="*/ 4 w 27"/>
                  <a:gd name="T9" fmla="*/ 7 h 25"/>
                  <a:gd name="T10" fmla="*/ 1 w 27"/>
                  <a:gd name="T11" fmla="*/ 5 h 25"/>
                  <a:gd name="T12" fmla="*/ 0 w 27"/>
                  <a:gd name="T13" fmla="*/ 5 h 25"/>
                  <a:gd name="T14" fmla="*/ 9 w 27"/>
                  <a:gd name="T15" fmla="*/ 25 h 25"/>
                  <a:gd name="T16" fmla="*/ 9 w 27"/>
                  <a:gd name="T17" fmla="*/ 25 h 25"/>
                  <a:gd name="T18" fmla="*/ 16 w 27"/>
                  <a:gd name="T19" fmla="*/ 18 h 25"/>
                  <a:gd name="T20" fmla="*/ 27 w 27"/>
                  <a:gd name="T21" fmla="*/ 18 h 25"/>
                  <a:gd name="T22" fmla="*/ 27 w 27"/>
                  <a:gd name="T23" fmla="*/ 18 h 25"/>
                  <a:gd name="T24" fmla="*/ 20 w 27"/>
                  <a:gd name="T25" fmla="*/ 0 h 25"/>
                  <a:gd name="T26" fmla="*/ 17 w 27"/>
                  <a:gd name="T27" fmla="*/ 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7" h="25">
                    <a:moveTo>
                      <a:pt x="17" y="0"/>
                    </a:moveTo>
                    <a:cubicBezTo>
                      <a:pt x="16" y="0"/>
                      <a:pt x="15" y="1"/>
                      <a:pt x="14" y="1"/>
                    </a:cubicBezTo>
                    <a:cubicBezTo>
                      <a:pt x="12" y="5"/>
                      <a:pt x="12" y="5"/>
                      <a:pt x="12" y="5"/>
                    </a:cubicBezTo>
                    <a:cubicBezTo>
                      <a:pt x="11" y="6"/>
                      <a:pt x="9" y="7"/>
                      <a:pt x="7" y="7"/>
                    </a:cubicBezTo>
                    <a:cubicBezTo>
                      <a:pt x="6" y="7"/>
                      <a:pt x="5" y="7"/>
                      <a:pt x="4" y="7"/>
                    </a:cubicBezTo>
                    <a:cubicBezTo>
                      <a:pt x="1" y="5"/>
                      <a:pt x="1" y="5"/>
                      <a:pt x="1" y="5"/>
                    </a:cubicBezTo>
                    <a:cubicBezTo>
                      <a:pt x="1" y="5"/>
                      <a:pt x="1" y="5"/>
                      <a:pt x="0" y="5"/>
                    </a:cubicBezTo>
                    <a:cubicBezTo>
                      <a:pt x="9" y="25"/>
                      <a:pt x="9" y="25"/>
                      <a:pt x="9" y="25"/>
                    </a:cubicBezTo>
                    <a:cubicBezTo>
                      <a:pt x="9" y="25"/>
                      <a:pt x="9" y="25"/>
                      <a:pt x="9" y="25"/>
                    </a:cubicBezTo>
                    <a:cubicBezTo>
                      <a:pt x="16" y="18"/>
                      <a:pt x="16" y="18"/>
                      <a:pt x="16" y="18"/>
                    </a:cubicBezTo>
                    <a:cubicBezTo>
                      <a:pt x="27" y="18"/>
                      <a:pt x="27" y="18"/>
                      <a:pt x="27" y="18"/>
                    </a:cubicBezTo>
                    <a:cubicBezTo>
                      <a:pt x="27" y="18"/>
                      <a:pt x="27" y="18"/>
                      <a:pt x="27" y="18"/>
                    </a:cubicBezTo>
                    <a:cubicBezTo>
                      <a:pt x="20" y="0"/>
                      <a:pt x="20" y="0"/>
                      <a:pt x="20" y="0"/>
                    </a:cubicBezTo>
                    <a:lnTo>
                      <a:pt x="17" y="0"/>
                    </a:lnTo>
                    <a:close/>
                  </a:path>
                </a:pathLst>
              </a:custGeom>
              <a:solidFill>
                <a:srgbClr val="FE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black"/>
                  </a:solidFill>
                  <a:effectLst/>
                  <a:uLnTx/>
                  <a:uFillTx/>
                  <a:latin typeface="Ubuntu Medium"/>
                  <a:ea typeface="+mn-ea"/>
                  <a:cs typeface="+mn-cs"/>
                </a:endParaRPr>
              </a:p>
            </p:txBody>
          </p:sp>
          <p:sp>
            <p:nvSpPr>
              <p:cNvPr id="305" name="Freeform 122">
                <a:extLst>
                  <a:ext uri="{FF2B5EF4-FFF2-40B4-BE49-F238E27FC236}">
                    <a16:creationId xmlns:a16="http://schemas.microsoft.com/office/drawing/2014/main" id="{B0E3EAB3-0664-4174-8D9C-838C525BF78C}"/>
                  </a:ext>
                </a:extLst>
              </p:cNvPr>
              <p:cNvSpPr>
                <a:spLocks/>
              </p:cNvSpPr>
              <p:nvPr/>
            </p:nvSpPr>
            <p:spPr bwMode="auto">
              <a:xfrm>
                <a:off x="8410576" y="749300"/>
                <a:ext cx="169863" cy="153987"/>
              </a:xfrm>
              <a:custGeom>
                <a:avLst/>
                <a:gdLst>
                  <a:gd name="T0" fmla="*/ 16 w 45"/>
                  <a:gd name="T1" fmla="*/ 29 h 41"/>
                  <a:gd name="T2" fmla="*/ 9 w 45"/>
                  <a:gd name="T3" fmla="*/ 20 h 41"/>
                  <a:gd name="T4" fmla="*/ 3 w 45"/>
                  <a:gd name="T5" fmla="*/ 20 h 41"/>
                  <a:gd name="T6" fmla="*/ 2 w 45"/>
                  <a:gd name="T7" fmla="*/ 26 h 41"/>
                  <a:gd name="T8" fmla="*/ 13 w 45"/>
                  <a:gd name="T9" fmla="*/ 39 h 41"/>
                  <a:gd name="T10" fmla="*/ 16 w 45"/>
                  <a:gd name="T11" fmla="*/ 41 h 41"/>
                  <a:gd name="T12" fmla="*/ 16 w 45"/>
                  <a:gd name="T13" fmla="*/ 41 h 41"/>
                  <a:gd name="T14" fmla="*/ 20 w 45"/>
                  <a:gd name="T15" fmla="*/ 39 h 41"/>
                  <a:gd name="T16" fmla="*/ 36 w 45"/>
                  <a:gd name="T17" fmla="*/ 18 h 41"/>
                  <a:gd name="T18" fmla="*/ 38 w 45"/>
                  <a:gd name="T19" fmla="*/ 15 h 41"/>
                  <a:gd name="T20" fmla="*/ 40 w 45"/>
                  <a:gd name="T21" fmla="*/ 13 h 41"/>
                  <a:gd name="T22" fmla="*/ 42 w 45"/>
                  <a:gd name="T23" fmla="*/ 10 h 41"/>
                  <a:gd name="T24" fmla="*/ 44 w 45"/>
                  <a:gd name="T25" fmla="*/ 8 h 41"/>
                  <a:gd name="T26" fmla="*/ 43 w 45"/>
                  <a:gd name="T27" fmla="*/ 1 h 41"/>
                  <a:gd name="T28" fmla="*/ 38 w 45"/>
                  <a:gd name="T29" fmla="*/ 1 h 41"/>
                  <a:gd name="T30" fmla="*/ 36 w 45"/>
                  <a:gd name="T31" fmla="*/ 2 h 41"/>
                  <a:gd name="T32" fmla="*/ 34 w 45"/>
                  <a:gd name="T33" fmla="*/ 5 h 41"/>
                  <a:gd name="T34" fmla="*/ 32 w 45"/>
                  <a:gd name="T35" fmla="*/ 7 h 41"/>
                  <a:gd name="T36" fmla="*/ 30 w 45"/>
                  <a:gd name="T37" fmla="*/ 10 h 41"/>
                  <a:gd name="T38" fmla="*/ 16 w 45"/>
                  <a:gd name="T39" fmla="*/ 29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5" h="41">
                    <a:moveTo>
                      <a:pt x="16" y="29"/>
                    </a:moveTo>
                    <a:cubicBezTo>
                      <a:pt x="9" y="20"/>
                      <a:pt x="9" y="20"/>
                      <a:pt x="9" y="20"/>
                    </a:cubicBezTo>
                    <a:cubicBezTo>
                      <a:pt x="8" y="18"/>
                      <a:pt x="5" y="18"/>
                      <a:pt x="3" y="20"/>
                    </a:cubicBezTo>
                    <a:cubicBezTo>
                      <a:pt x="1" y="21"/>
                      <a:pt x="0" y="24"/>
                      <a:pt x="2" y="26"/>
                    </a:cubicBezTo>
                    <a:cubicBezTo>
                      <a:pt x="13" y="39"/>
                      <a:pt x="13" y="39"/>
                      <a:pt x="13" y="39"/>
                    </a:cubicBezTo>
                    <a:cubicBezTo>
                      <a:pt x="14" y="40"/>
                      <a:pt x="15" y="41"/>
                      <a:pt x="16" y="41"/>
                    </a:cubicBezTo>
                    <a:cubicBezTo>
                      <a:pt x="16" y="41"/>
                      <a:pt x="16" y="41"/>
                      <a:pt x="16" y="41"/>
                    </a:cubicBezTo>
                    <a:cubicBezTo>
                      <a:pt x="18" y="41"/>
                      <a:pt x="19" y="40"/>
                      <a:pt x="20" y="39"/>
                    </a:cubicBezTo>
                    <a:cubicBezTo>
                      <a:pt x="36" y="18"/>
                      <a:pt x="36" y="18"/>
                      <a:pt x="36" y="18"/>
                    </a:cubicBezTo>
                    <a:cubicBezTo>
                      <a:pt x="38" y="15"/>
                      <a:pt x="38" y="15"/>
                      <a:pt x="38" y="15"/>
                    </a:cubicBezTo>
                    <a:cubicBezTo>
                      <a:pt x="40" y="13"/>
                      <a:pt x="40" y="13"/>
                      <a:pt x="40" y="13"/>
                    </a:cubicBezTo>
                    <a:cubicBezTo>
                      <a:pt x="42" y="10"/>
                      <a:pt x="42" y="10"/>
                      <a:pt x="42" y="10"/>
                    </a:cubicBezTo>
                    <a:cubicBezTo>
                      <a:pt x="44" y="8"/>
                      <a:pt x="44" y="8"/>
                      <a:pt x="44" y="8"/>
                    </a:cubicBezTo>
                    <a:cubicBezTo>
                      <a:pt x="45" y="6"/>
                      <a:pt x="45" y="3"/>
                      <a:pt x="43" y="1"/>
                    </a:cubicBezTo>
                    <a:cubicBezTo>
                      <a:pt x="42" y="0"/>
                      <a:pt x="40" y="0"/>
                      <a:pt x="38" y="1"/>
                    </a:cubicBezTo>
                    <a:cubicBezTo>
                      <a:pt x="38" y="1"/>
                      <a:pt x="37" y="2"/>
                      <a:pt x="36" y="2"/>
                    </a:cubicBezTo>
                    <a:cubicBezTo>
                      <a:pt x="34" y="5"/>
                      <a:pt x="34" y="5"/>
                      <a:pt x="34" y="5"/>
                    </a:cubicBezTo>
                    <a:cubicBezTo>
                      <a:pt x="32" y="7"/>
                      <a:pt x="32" y="7"/>
                      <a:pt x="32" y="7"/>
                    </a:cubicBezTo>
                    <a:cubicBezTo>
                      <a:pt x="30" y="10"/>
                      <a:pt x="30" y="10"/>
                      <a:pt x="30" y="10"/>
                    </a:cubicBezTo>
                    <a:lnTo>
                      <a:pt x="16" y="29"/>
                    </a:lnTo>
                    <a:close/>
                  </a:path>
                </a:pathLst>
              </a:custGeom>
              <a:solidFill>
                <a:srgbClr val="12ABDB">
                  <a:lumMod val="60000"/>
                  <a:lumOff val="40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black"/>
                  </a:solidFill>
                  <a:effectLst/>
                  <a:uLnTx/>
                  <a:uFillTx/>
                  <a:latin typeface="Ubuntu Medium"/>
                  <a:ea typeface="+mn-ea"/>
                  <a:cs typeface="+mn-cs"/>
                </a:endParaRPr>
              </a:p>
            </p:txBody>
          </p:sp>
        </p:grpSp>
      </p:grpSp>
      <p:sp>
        <p:nvSpPr>
          <p:cNvPr id="183" name="ZoneTexte 182">
            <a:extLst>
              <a:ext uri="{FF2B5EF4-FFF2-40B4-BE49-F238E27FC236}">
                <a16:creationId xmlns:a16="http://schemas.microsoft.com/office/drawing/2014/main" id="{13FC007B-F669-4478-8B88-9951B6E6BA67}"/>
              </a:ext>
            </a:extLst>
          </p:cNvPr>
          <p:cNvSpPr txBox="1"/>
          <p:nvPr/>
        </p:nvSpPr>
        <p:spPr>
          <a:xfrm>
            <a:off x="9174916" y="5069139"/>
            <a:ext cx="1779186" cy="253916"/>
          </a:xfrm>
          <a:prstGeom prst="rect">
            <a:avLst/>
          </a:prstGeom>
          <a:noFill/>
        </p:spPr>
        <p:txBody>
          <a:bodyPr wrap="square" lIns="0" r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0" normalizeH="0" baseline="0" noProof="0">
                <a:ln>
                  <a:noFill/>
                </a:ln>
                <a:solidFill>
                  <a:prstClr val="black"/>
                </a:solidFill>
                <a:effectLst/>
                <a:uLnTx/>
                <a:uFillTx/>
                <a:latin typeface="Ubuntu Medium"/>
                <a:ea typeface="+mn-ea"/>
                <a:cs typeface="+mn-cs"/>
              </a:rPr>
              <a:t>Run support </a:t>
            </a:r>
            <a:r>
              <a:rPr kumimoji="0" lang="en-US" sz="1000" b="1" i="0" u="none" strike="noStrike" kern="0" cap="none" spc="0" normalizeH="0" baseline="0" noProof="0">
                <a:ln>
                  <a:noFill/>
                </a:ln>
                <a:solidFill>
                  <a:prstClr val="black"/>
                </a:solidFill>
                <a:effectLst/>
                <a:uLnTx/>
                <a:uFillTx/>
                <a:latin typeface="Ubuntu Medium"/>
                <a:ea typeface="+mn-ea"/>
                <a:cs typeface="+mn-cs"/>
              </a:rPr>
              <a:t>(not in scope)</a:t>
            </a:r>
            <a:endParaRPr kumimoji="0" lang="en-US" sz="1050" b="1" i="0" u="none" strike="noStrike" kern="0" cap="none" spc="0" normalizeH="0" baseline="0" noProof="0">
              <a:ln>
                <a:noFill/>
              </a:ln>
              <a:solidFill>
                <a:prstClr val="black"/>
              </a:solidFill>
              <a:effectLst/>
              <a:uLnTx/>
              <a:uFillTx/>
              <a:latin typeface="Ubuntu Medium"/>
              <a:ea typeface="+mn-ea"/>
              <a:cs typeface="+mn-cs"/>
            </a:endParaRPr>
          </a:p>
        </p:txBody>
      </p:sp>
      <p:sp>
        <p:nvSpPr>
          <p:cNvPr id="171" name="ZoneTexte 271">
            <a:extLst>
              <a:ext uri="{FF2B5EF4-FFF2-40B4-BE49-F238E27FC236}">
                <a16:creationId xmlns:a16="http://schemas.microsoft.com/office/drawing/2014/main" id="{F2C8730C-96A8-4018-B30F-9DC8A333A310}"/>
              </a:ext>
            </a:extLst>
          </p:cNvPr>
          <p:cNvSpPr txBox="1"/>
          <p:nvPr/>
        </p:nvSpPr>
        <p:spPr>
          <a:xfrm>
            <a:off x="2400481" y="6497854"/>
            <a:ext cx="6230479" cy="369332"/>
          </a:xfrm>
          <a:prstGeom prst="rect">
            <a:avLst/>
          </a:prstGeom>
          <a:noFill/>
        </p:spPr>
        <p:txBody>
          <a:bodyPr wrap="square" lIns="0" r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rgbClr val="3B3B3B"/>
                </a:solidFill>
                <a:effectLst/>
                <a:uLnTx/>
                <a:uFillTx/>
                <a:latin typeface="Ubuntu Medium"/>
                <a:ea typeface="+mn-ea"/>
                <a:cs typeface="+mn-cs"/>
              </a:rPr>
              <a:t>Note: Some areas of scope will have LF at lead and will need Capgemini to support, and the detailed RACI will be defined at Inception to have right owners &amp; focus</a:t>
            </a:r>
          </a:p>
        </p:txBody>
      </p:sp>
      <p:pic>
        <p:nvPicPr>
          <p:cNvPr id="248" name="Picture 247">
            <a:extLst>
              <a:ext uri="{FF2B5EF4-FFF2-40B4-BE49-F238E27FC236}">
                <a16:creationId xmlns:a16="http://schemas.microsoft.com/office/drawing/2014/main" id="{DA9F9BB1-630B-40E9-BF79-588B478C4853}"/>
              </a:ext>
            </a:extLst>
          </p:cNvPr>
          <p:cNvPicPr>
            <a:picLocks noChangeAspect="1"/>
          </p:cNvPicPr>
          <p:nvPr/>
        </p:nvPicPr>
        <p:blipFill>
          <a:blip r:embed="rId3"/>
          <a:stretch>
            <a:fillRect/>
          </a:stretch>
        </p:blipFill>
        <p:spPr>
          <a:xfrm>
            <a:off x="10571040" y="87984"/>
            <a:ext cx="1440000" cy="689886"/>
          </a:xfrm>
          <a:prstGeom prst="rect">
            <a:avLst/>
          </a:prstGeom>
        </p:spPr>
      </p:pic>
      <p:sp>
        <p:nvSpPr>
          <p:cNvPr id="249" name="Oval 248">
            <a:extLst>
              <a:ext uri="{FF2B5EF4-FFF2-40B4-BE49-F238E27FC236}">
                <a16:creationId xmlns:a16="http://schemas.microsoft.com/office/drawing/2014/main" id="{0BEB5D65-CA72-4DB8-8FAB-1EF7E4B49320}"/>
              </a:ext>
            </a:extLst>
          </p:cNvPr>
          <p:cNvSpPr/>
          <p:nvPr/>
        </p:nvSpPr>
        <p:spPr>
          <a:xfrm>
            <a:off x="11777664" y="94536"/>
            <a:ext cx="328326" cy="335526"/>
          </a:xfrm>
          <a:prstGeom prst="ellipse">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Ubuntu"/>
                <a:ea typeface="+mn-ea"/>
                <a:cs typeface="+mn-cs"/>
              </a:rPr>
              <a:t>c</a:t>
            </a:r>
          </a:p>
        </p:txBody>
      </p:sp>
    </p:spTree>
    <p:extLst>
      <p:ext uri="{BB962C8B-B14F-4D97-AF65-F5344CB8AC3E}">
        <p14:creationId xmlns:p14="http://schemas.microsoft.com/office/powerpoint/2010/main" val="390935848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0.xml><?xml version="1.0" encoding="utf-8"?>
<p:tagLst xmlns:a="http://schemas.openxmlformats.org/drawingml/2006/main" xmlns:r="http://schemas.openxmlformats.org/officeDocument/2006/relationships" xmlns:p="http://schemas.openxmlformats.org/presentationml/2006/main">
  <p:tag name="EE4P_HIDDEN_MASTER_SHAPE" val="1"/>
</p:tagLst>
</file>

<file path=ppt/tags/tag21.xml><?xml version="1.0" encoding="utf-8"?>
<p:tagLst xmlns:a="http://schemas.openxmlformats.org/drawingml/2006/main" xmlns:r="http://schemas.openxmlformats.org/officeDocument/2006/relationships" xmlns:p="http://schemas.openxmlformats.org/presentationml/2006/main">
  <p:tag name="EE4P_HIDDEN_MASTER_SHAPE" val="1"/>
</p:tagLst>
</file>

<file path=ppt/tags/tag22.xml><?xml version="1.0" encoding="utf-8"?>
<p:tagLst xmlns:a="http://schemas.openxmlformats.org/drawingml/2006/main" xmlns:r="http://schemas.openxmlformats.org/officeDocument/2006/relationships" xmlns:p="http://schemas.openxmlformats.org/presentationml/2006/main">
  <p:tag name="EE4P_HIDDEN_MASTER_SHAPE" val="1"/>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16_t1hs1Tj.vBL_kaSt1Ig"/>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29.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30.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BwF19EMQokum.6aJ5rEROA"/>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raClrScheme>
      <a:clrScheme name="">
        <a:dk1>
          <a:srgbClr val="000000"/>
        </a:dk1>
        <a:lt1>
          <a:srgbClr val="FFFFFF"/>
        </a:lt1>
        <a:dk2>
          <a:srgbClr val="263147"/>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résentation11" id="{18B0FA0E-52BA-4F3F-B2FD-88B4C8061DF8}" vid="{6634CB38-2CA3-42B5-9F43-E11F89D9B245}"/>
    </a:ext>
  </a:extLst>
</a:theme>
</file>

<file path=ppt/theme/theme3.xml><?xml version="1.0" encoding="utf-8"?>
<a:theme xmlns:a="http://schemas.openxmlformats.org/drawingml/2006/main" name="5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7" id="{76B067EA-FD90-43C9-9707-1FE07CAB5CA4}" vid="{02F4BFDB-6216-4E82-99CD-FCF5D4909630}"/>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1495FEC1CD6F941B8BE3B537DCFC6FF" ma:contentTypeVersion="10" ma:contentTypeDescription="Create a new document." ma:contentTypeScope="" ma:versionID="d6d1f02ff7955b5a74455c81c0826e63">
  <xsd:schema xmlns:xsd="http://www.w3.org/2001/XMLSchema" xmlns:xs="http://www.w3.org/2001/XMLSchema" xmlns:p="http://schemas.microsoft.com/office/2006/metadata/properties" xmlns:ns2="e2f04ce6-5625-4773-b511-ff6e32fd78d6" xmlns:ns3="886d0db5-4d18-497d-97ce-51cb0d7fa060" targetNamespace="http://schemas.microsoft.com/office/2006/metadata/properties" ma:root="true" ma:fieldsID="0e1ee9358fcf16fc9680f5c3c1684deb" ns2:_="" ns3:_="">
    <xsd:import namespace="e2f04ce6-5625-4773-b511-ff6e32fd78d6"/>
    <xsd:import namespace="886d0db5-4d18-497d-97ce-51cb0d7fa06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f04ce6-5625-4773-b511-ff6e32fd78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86d0db5-4d18-497d-97ce-51cb0d7fa06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6C1C260-B30F-4994-884A-CE4585DA20AC}">
  <ds:schemaRefs>
    <ds:schemaRef ds:uri="http://schemas.microsoft.com/sharepoint/v3/contenttype/forms"/>
  </ds:schemaRefs>
</ds:datastoreItem>
</file>

<file path=customXml/itemProps2.xml><?xml version="1.0" encoding="utf-8"?>
<ds:datastoreItem xmlns:ds="http://schemas.openxmlformats.org/officeDocument/2006/customXml" ds:itemID="{DE6029E7-8D1C-4B11-BA73-F82D18452846}"/>
</file>

<file path=customXml/itemProps3.xml><?xml version="1.0" encoding="utf-8"?>
<ds:datastoreItem xmlns:ds="http://schemas.openxmlformats.org/officeDocument/2006/customXml" ds:itemID="{BC0C8236-E89E-49B1-9F77-85912B01AC5A}">
  <ds:schemaRefs>
    <ds:schemaRef ds:uri="http://www.w3.org/XML/1998/namespace"/>
    <ds:schemaRef ds:uri="http://schemas.microsoft.com/office/2006/metadata/properties"/>
    <ds:schemaRef ds:uri="http://schemas.microsoft.com/office/2006/documentManagement/types"/>
    <ds:schemaRef ds:uri="http://schemas.openxmlformats.org/package/2006/metadata/core-properties"/>
    <ds:schemaRef ds:uri="e2f04ce6-5625-4773-b511-ff6e32fd78d6"/>
    <ds:schemaRef ds:uri="http://purl.org/dc/elements/1.1/"/>
    <ds:schemaRef ds:uri="886d0db5-4d18-497d-97ce-51cb0d7fa060"/>
    <ds:schemaRef ds:uri="http://purl.org/dc/terms/"/>
    <ds:schemaRef ds:uri="http://schemas.microsoft.com/office/infopath/2007/PartnerControls"/>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8</TotalTime>
  <Words>3555</Words>
  <Application>Microsoft Office PowerPoint</Application>
  <PresentationFormat>Widescreen</PresentationFormat>
  <Paragraphs>843</Paragraphs>
  <Slides>18</Slides>
  <Notes>17</Notes>
  <HiddenSlides>0</HiddenSlides>
  <MMClips>0</MMClips>
  <ScaleCrop>false</ScaleCrop>
  <HeadingPairs>
    <vt:vector size="8" baseType="variant">
      <vt:variant>
        <vt:lpstr>Fonts Used</vt:lpstr>
      </vt:variant>
      <vt:variant>
        <vt:i4>12</vt:i4>
      </vt:variant>
      <vt:variant>
        <vt:lpstr>Theme</vt:lpstr>
      </vt:variant>
      <vt:variant>
        <vt:i4>3</vt:i4>
      </vt:variant>
      <vt:variant>
        <vt:lpstr>Embedded OLE Servers</vt:lpstr>
      </vt:variant>
      <vt:variant>
        <vt:i4>1</vt:i4>
      </vt:variant>
      <vt:variant>
        <vt:lpstr>Slide Titles</vt:lpstr>
      </vt:variant>
      <vt:variant>
        <vt:i4>18</vt:i4>
      </vt:variant>
    </vt:vector>
  </HeadingPairs>
  <TitlesOfParts>
    <vt:vector size="34" baseType="lpstr">
      <vt:lpstr>Aptos</vt:lpstr>
      <vt:lpstr>Aptos Display</vt:lpstr>
      <vt:lpstr>Arial</vt:lpstr>
      <vt:lpstr>Avenir Next LT Pro</vt:lpstr>
      <vt:lpstr>Calibri</vt:lpstr>
      <vt:lpstr>System Font Regular</vt:lpstr>
      <vt:lpstr>Ubuntu</vt:lpstr>
      <vt:lpstr>Ubuntu Light</vt:lpstr>
      <vt:lpstr>Ubuntu Medium</vt:lpstr>
      <vt:lpstr>Verdana</vt:lpstr>
      <vt:lpstr>Wingdings</vt:lpstr>
      <vt:lpstr>Wingdings,Sans-Serif</vt:lpstr>
      <vt:lpstr>Office Theme</vt:lpstr>
      <vt:lpstr>Capgemini Master 2021</vt:lpstr>
      <vt:lpstr>5_Capgemini Master 2021</vt:lpstr>
      <vt:lpstr>think-cell Slide</vt:lpstr>
      <vt:lpstr>PowerPoint Presentation</vt:lpstr>
      <vt:lpstr>High level understanding of track-2 activities across program phases </vt:lpstr>
      <vt:lpstr>Track-2 HIGH-LEVEL programme Inception activities 12-week accelerated plan to Define the solution for LÄNSFÖRSÄKRINGAR</vt:lpstr>
      <vt:lpstr>Track-2 assumes natural synergies of Track-1 deliverables to build core</vt:lpstr>
      <vt:lpstr>PowerPoint Presentation</vt:lpstr>
      <vt:lpstr>Programme Inception phase helps create the foundation &amp; vision of the Transformation</vt:lpstr>
      <vt:lpstr>Inception for Track-2 – Is to align the TECHNICAL solution to Business and defining the backlog for LF mapped to Business objectives</vt:lpstr>
      <vt:lpstr>“Adopt vs. Adapt” is the Key Principle for a successful implementation of Guidewire Platform for Länsförsäkringar to meet Business Objectives</vt:lpstr>
      <vt:lpstr>PowerPoint Presentation</vt:lpstr>
      <vt:lpstr>Deliver project as Hybrid SAFe agile for Platform Implementation build, test early, test often &amp; early business testing (EBT) </vt:lpstr>
      <vt:lpstr>A mixed approach to the build phase between Platform Configuration &amp; Integration tracks…</vt:lpstr>
      <vt:lpstr>Overview Stream Configuration</vt:lpstr>
      <vt:lpstr>Overview Stream Integration</vt:lpstr>
      <vt:lpstr>Risk and Success Factors from our Experience</vt:lpstr>
      <vt:lpstr>One team with parallel focus areas</vt:lpstr>
      <vt:lpstr>A lean governance structure to support delivery</vt:lpstr>
      <vt:lpstr>An One-team that also comes together in a Structure to Deliver</vt:lpstr>
      <vt:lpstr>Our India team will progressively take part to the program and increase the involvement level… (Indicative – to be refined at Inception)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RaghunathaChari, Ashwin</dc:creator>
  <cp:lastModifiedBy>Gudla, Natraj</cp:lastModifiedBy>
  <cp:revision>1</cp:revision>
  <dcterms:created xsi:type="dcterms:W3CDTF">2024-03-12T07:35:16Z</dcterms:created>
  <dcterms:modified xsi:type="dcterms:W3CDTF">2024-03-12T09:23:16Z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0x01010021495FEC1CD6F941B8BE3B537DCFC6FF</vt:lpwstr>
  </property>
</Properties>
</file>
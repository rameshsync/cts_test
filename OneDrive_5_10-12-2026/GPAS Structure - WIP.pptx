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2" r:id="rId4"/>
  </p:sldMasterIdLst>
  <p:notesMasterIdLst>
    <p:notesMasterId r:id="rId10"/>
  </p:notesMasterIdLst>
  <p:sldIdLst>
    <p:sldId id="263" r:id="rId5"/>
    <p:sldId id="264" r:id="rId6"/>
    <p:sldId id="265" r:id="rId7"/>
    <p:sldId id="266" r:id="rId8"/>
    <p:sldId id="267" r:id="rId9"/>
  </p:sldIdLst>
  <p:sldSz cx="12192000" cy="6858000"/>
  <p:notesSz cx="6858000" cy="9144000"/>
  <p:embeddedFontLst>
    <p:embeddedFont>
      <p:font typeface="Calibri" panose="020F0502020204030204"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hnlKGJy8oi3PHrbRsrsV7Axi3j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8C7"/>
    <a:srgbClr val="DC199B"/>
    <a:srgbClr val="78C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35C8E9-E3BA-4F1D-B0C7-4A246E68C8D5}" v="11" dt="2024-03-19T13:55:48.571"/>
  </p1510:revLst>
</p1510:revInfo>
</file>

<file path=ppt/tableStyles.xml><?xml version="1.0" encoding="utf-8"?>
<a:tblStyleLst xmlns:a="http://schemas.openxmlformats.org/drawingml/2006/main" def="{319EA6DE-A95E-4E92-A87A-17BF801CBB11}">
  <a:tblStyle styleId="{319EA6DE-A95E-4E92-A87A-17BF801CBB11}"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53FB247-D5D5-4E59-807B-093C0921E153}"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05ECBD0-CEFC-4DD3-9C0F-E35A8A74D5EC}" styleName="Table_2">
    <a:wholeTbl>
      <a:tcTxStyle b="off" i="off">
        <a:font>
          <a:latin typeface="Arial"/>
          <a:ea typeface="Arial"/>
          <a:cs typeface="Arial"/>
        </a:font>
        <a:srgbClr val="000000"/>
      </a:tcTxStyle>
      <a:tcStyle>
        <a:tcBdr>
          <a:left>
            <a:ln w="9525" cap="flat" cmpd="sng">
              <a:solidFill>
                <a:srgbClr val="DC199B"/>
              </a:solidFill>
              <a:prstDash val="solid"/>
              <a:round/>
              <a:headEnd type="none" w="sm" len="sm"/>
              <a:tailEnd type="none" w="sm" len="sm"/>
            </a:ln>
          </a:left>
          <a:right>
            <a:ln w="9525" cap="flat" cmpd="sng">
              <a:solidFill>
                <a:srgbClr val="DC199B"/>
              </a:solidFill>
              <a:prstDash val="solid"/>
              <a:round/>
              <a:headEnd type="none" w="sm" len="sm"/>
              <a:tailEnd type="none" w="sm" len="sm"/>
            </a:ln>
          </a:right>
          <a:top>
            <a:ln w="9525" cap="flat" cmpd="sng">
              <a:solidFill>
                <a:srgbClr val="DC199B"/>
              </a:solidFill>
              <a:prstDash val="solid"/>
              <a:round/>
              <a:headEnd type="none" w="sm" len="sm"/>
              <a:tailEnd type="none" w="sm" len="sm"/>
            </a:ln>
          </a:top>
          <a:bottom>
            <a:ln w="9525" cap="flat" cmpd="sng">
              <a:solidFill>
                <a:srgbClr val="DC199B"/>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op>
            <a:ln w="9525" cap="flat" cmpd="sng">
              <a:solidFill>
                <a:srgbClr val="DC199B"/>
              </a:solidFill>
              <a:prstDash val="solid"/>
              <a:round/>
              <a:headEnd type="none" w="sm" len="sm"/>
              <a:tailEnd type="none" w="sm" len="sm"/>
            </a:ln>
          </a:top>
          <a:bottom>
            <a:ln w="9525" cap="flat" cmpd="sng">
              <a:solidFill>
                <a:srgbClr val="DC199B"/>
              </a:solidFill>
              <a:prstDash val="solid"/>
              <a:round/>
              <a:headEnd type="none" w="sm" len="sm"/>
              <a:tailEnd type="none" w="sm" len="sm"/>
            </a:ln>
          </a:bottom>
        </a:tcBdr>
      </a:tcStyle>
    </a:band1H>
    <a:band2H>
      <a:tcTxStyle b="off" i="off"/>
      <a:tcStyle>
        <a:tcBdr/>
      </a:tcStyle>
    </a:band2H>
    <a:band1V>
      <a:tcTxStyle b="off" i="off"/>
      <a:tcStyle>
        <a:tcBdr>
          <a:left>
            <a:ln w="9525" cap="flat" cmpd="sng">
              <a:solidFill>
                <a:srgbClr val="DC199B"/>
              </a:solidFill>
              <a:prstDash val="solid"/>
              <a:round/>
              <a:headEnd type="none" w="sm" len="sm"/>
              <a:tailEnd type="none" w="sm" len="sm"/>
            </a:ln>
          </a:left>
          <a:right>
            <a:ln w="9525" cap="flat" cmpd="sng">
              <a:solidFill>
                <a:srgbClr val="DC199B"/>
              </a:solidFill>
              <a:prstDash val="solid"/>
              <a:round/>
              <a:headEnd type="none" w="sm" len="sm"/>
              <a:tailEnd type="none" w="sm" len="sm"/>
            </a:ln>
          </a:right>
        </a:tcBdr>
      </a:tcStyle>
    </a:band1V>
    <a:band2V>
      <a:tcTxStyle b="off" i="off"/>
      <a:tcStyle>
        <a:tcBdr>
          <a:left>
            <a:ln w="9525" cap="flat" cmpd="sng">
              <a:solidFill>
                <a:srgbClr val="DC199B"/>
              </a:solidFill>
              <a:prstDash val="solid"/>
              <a:round/>
              <a:headEnd type="none" w="sm" len="sm"/>
              <a:tailEnd type="none" w="sm" len="sm"/>
            </a:ln>
          </a:left>
          <a:right>
            <a:ln w="9525" cap="flat" cmpd="sng">
              <a:solidFill>
                <a:srgbClr val="DC199B"/>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rgbClr val="DC199B"/>
              </a:solidFill>
              <a:prstDash val="solid"/>
              <a:round/>
              <a:headEnd type="none" w="sm" len="sm"/>
              <a:tailEnd type="none" w="sm" len="sm"/>
            </a:ln>
          </a:top>
        </a:tcBdr>
      </a:tcStyle>
    </a:lastRow>
    <a:seCell>
      <a:tcTxStyle b="off" i="off"/>
      <a:tcStyle>
        <a:tcBdr/>
      </a:tcStyle>
    </a:seCell>
    <a:swCell>
      <a:tcTxStyle b="off" i="off"/>
      <a:tcStyle>
        <a:tcBdr/>
      </a:tcStyle>
    </a:swCell>
    <a:firstRow>
      <a:tcTxStyle b="on" i="off">
        <a:font>
          <a:latin typeface="Arial"/>
          <a:ea typeface="Arial"/>
          <a:cs typeface="Arial"/>
        </a:font>
        <a:srgbClr val="FFFFFF"/>
      </a:tcTxStyle>
      <a:tcStyle>
        <a:tcBdr/>
        <a:fill>
          <a:solidFill>
            <a:srgbClr val="DC199B"/>
          </a:solidFill>
        </a:fill>
      </a:tcStyle>
    </a:firstRow>
    <a:neCell>
      <a:tcTxStyle b="off" i="off"/>
      <a:tcStyle>
        <a:tcBdr/>
      </a:tcStyle>
    </a:neCell>
    <a:nwCell>
      <a:tcTxStyle b="off" i="off"/>
      <a:tcStyle>
        <a:tcBdr/>
      </a:tcStyle>
    </a:nwCell>
  </a:tblStyle>
  <a:tblStyle styleId="{FC69FD7B-7670-4331-A2A5-2605464D8DBA}" styleName="Table_3">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21" autoAdjust="0"/>
    <p:restoredTop sz="94660"/>
  </p:normalViewPr>
  <p:slideViewPr>
    <p:cSldViewPr snapToGrid="0">
      <p:cViewPr varScale="1">
        <p:scale>
          <a:sx n="103" d="100"/>
          <a:sy n="103" d="100"/>
        </p:scale>
        <p:origin x="119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3.fntdata"/><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font" Target="fonts/font2.fntdata"/><Relationship Id="rId59" Type="http://schemas.openxmlformats.org/officeDocument/2006/relationships/theme" Target="theme/theme1.xml"/><Relationship Id="rId2" Type="http://schemas.openxmlformats.org/officeDocument/2006/relationships/customXml" Target="../customXml/item2.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1.fntdata"/><Relationship Id="rId58" Type="http://schemas.openxmlformats.org/officeDocument/2006/relationships/viewProps" Target="viewProps.xml"/><Relationship Id="rId5" Type="http://schemas.openxmlformats.org/officeDocument/2006/relationships/slide" Target="slides/slide1.xml"/><Relationship Id="rId57" Type="http://schemas.openxmlformats.org/officeDocument/2006/relationships/presProps" Target="presProps.xml"/><Relationship Id="rId61" Type="http://schemas.microsoft.com/office/2016/11/relationships/changesInfo" Target="changesInfos/changesInfo1.xml"/><Relationship Id="rId10" Type="http://schemas.openxmlformats.org/officeDocument/2006/relationships/notesMaster" Target="notesMasters/notesMaster1.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4.fntdata"/><Relationship Id="rId56"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twright, Max" userId="4fdaca64-157b-4f34-aebd-58f672b6a20c" providerId="ADAL" clId="{829B3FE3-71D5-4749-9958-BB8E0F1E4F5E}"/>
    <pc:docChg chg="undo custSel addSld delSld modSld delMainMaster">
      <pc:chgData name="Cartwright, Max" userId="4fdaca64-157b-4f34-aebd-58f672b6a20c" providerId="ADAL" clId="{829B3FE3-71D5-4749-9958-BB8E0F1E4F5E}" dt="2024-03-18T21:06:40.377" v="4083" actId="1036"/>
      <pc:docMkLst>
        <pc:docMk/>
      </pc:docMkLst>
      <pc:sldChg chg="del">
        <pc:chgData name="Cartwright, Max" userId="4fdaca64-157b-4f34-aebd-58f672b6a20c" providerId="ADAL" clId="{829B3FE3-71D5-4749-9958-BB8E0F1E4F5E}" dt="2024-03-18T12:59:11.883" v="0" actId="47"/>
        <pc:sldMkLst>
          <pc:docMk/>
          <pc:sldMk cId="0" sldId="256"/>
        </pc:sldMkLst>
      </pc:sldChg>
      <pc:sldChg chg="del">
        <pc:chgData name="Cartwright, Max" userId="4fdaca64-157b-4f34-aebd-58f672b6a20c" providerId="ADAL" clId="{829B3FE3-71D5-4749-9958-BB8E0F1E4F5E}" dt="2024-03-18T12:59:11.883" v="0" actId="47"/>
        <pc:sldMkLst>
          <pc:docMk/>
          <pc:sldMk cId="0" sldId="257"/>
        </pc:sldMkLst>
      </pc:sldChg>
      <pc:sldChg chg="del">
        <pc:chgData name="Cartwright, Max" userId="4fdaca64-157b-4f34-aebd-58f672b6a20c" providerId="ADAL" clId="{829B3FE3-71D5-4749-9958-BB8E0F1E4F5E}" dt="2024-03-18T12:59:11.883" v="0" actId="47"/>
        <pc:sldMkLst>
          <pc:docMk/>
          <pc:sldMk cId="0" sldId="258"/>
        </pc:sldMkLst>
      </pc:sldChg>
      <pc:sldChg chg="del">
        <pc:chgData name="Cartwright, Max" userId="4fdaca64-157b-4f34-aebd-58f672b6a20c" providerId="ADAL" clId="{829B3FE3-71D5-4749-9958-BB8E0F1E4F5E}" dt="2024-03-18T12:59:11.883" v="0" actId="47"/>
        <pc:sldMkLst>
          <pc:docMk/>
          <pc:sldMk cId="0" sldId="259"/>
        </pc:sldMkLst>
      </pc:sldChg>
      <pc:sldChg chg="del">
        <pc:chgData name="Cartwright, Max" userId="4fdaca64-157b-4f34-aebd-58f672b6a20c" providerId="ADAL" clId="{829B3FE3-71D5-4749-9958-BB8E0F1E4F5E}" dt="2024-03-18T12:59:11.883" v="0" actId="47"/>
        <pc:sldMkLst>
          <pc:docMk/>
          <pc:sldMk cId="0" sldId="260"/>
        </pc:sldMkLst>
      </pc:sldChg>
      <pc:sldChg chg="del">
        <pc:chgData name="Cartwright, Max" userId="4fdaca64-157b-4f34-aebd-58f672b6a20c" providerId="ADAL" clId="{829B3FE3-71D5-4749-9958-BB8E0F1E4F5E}" dt="2024-03-18T12:59:11.883" v="0" actId="47"/>
        <pc:sldMkLst>
          <pc:docMk/>
          <pc:sldMk cId="0" sldId="261"/>
        </pc:sldMkLst>
      </pc:sldChg>
      <pc:sldChg chg="del">
        <pc:chgData name="Cartwright, Max" userId="4fdaca64-157b-4f34-aebd-58f672b6a20c" providerId="ADAL" clId="{829B3FE3-71D5-4749-9958-BB8E0F1E4F5E}" dt="2024-03-18T12:59:11.883" v="0" actId="47"/>
        <pc:sldMkLst>
          <pc:docMk/>
          <pc:sldMk cId="0" sldId="262"/>
        </pc:sldMkLst>
      </pc:sldChg>
      <pc:sldChg chg="addSp delSp modSp mod">
        <pc:chgData name="Cartwright, Max" userId="4fdaca64-157b-4f34-aebd-58f672b6a20c" providerId="ADAL" clId="{829B3FE3-71D5-4749-9958-BB8E0F1E4F5E}" dt="2024-03-18T21:06:40.377" v="4083" actId="1036"/>
        <pc:sldMkLst>
          <pc:docMk/>
          <pc:sldMk cId="0" sldId="263"/>
        </pc:sldMkLst>
        <pc:spChg chg="del mod">
          <ac:chgData name="Cartwright, Max" userId="4fdaca64-157b-4f34-aebd-58f672b6a20c" providerId="ADAL" clId="{829B3FE3-71D5-4749-9958-BB8E0F1E4F5E}" dt="2024-03-18T16:27:01.825" v="1417" actId="478"/>
          <ac:spMkLst>
            <pc:docMk/>
            <pc:sldMk cId="0" sldId="263"/>
            <ac:spMk id="2" creationId="{4F838DB4-C21C-1BEE-E7F6-69DD0D5DC173}"/>
          </ac:spMkLst>
        </pc:spChg>
        <pc:spChg chg="add mod">
          <ac:chgData name="Cartwright, Max" userId="4fdaca64-157b-4f34-aebd-58f672b6a20c" providerId="ADAL" clId="{829B3FE3-71D5-4749-9958-BB8E0F1E4F5E}" dt="2024-03-18T21:06:40.377" v="4083" actId="1036"/>
          <ac:spMkLst>
            <pc:docMk/>
            <pc:sldMk cId="0" sldId="263"/>
            <ac:spMk id="2" creationId="{B9B72905-D04F-205D-940B-04CA10597A59}"/>
          </ac:spMkLst>
        </pc:spChg>
        <pc:spChg chg="add del mod">
          <ac:chgData name="Cartwright, Max" userId="4fdaca64-157b-4f34-aebd-58f672b6a20c" providerId="ADAL" clId="{829B3FE3-71D5-4749-9958-BB8E0F1E4F5E}" dt="2024-03-18T18:08:00.803" v="1722"/>
          <ac:spMkLst>
            <pc:docMk/>
            <pc:sldMk cId="0" sldId="263"/>
            <ac:spMk id="3" creationId="{A139476A-D45A-4D64-A486-B33032A37A1D}"/>
          </ac:spMkLst>
        </pc:spChg>
        <pc:spChg chg="add mod">
          <ac:chgData name="Cartwright, Max" userId="4fdaca64-157b-4f34-aebd-58f672b6a20c" providerId="ADAL" clId="{829B3FE3-71D5-4749-9958-BB8E0F1E4F5E}" dt="2024-03-18T20:40:15.731" v="3718" actId="14100"/>
          <ac:spMkLst>
            <pc:docMk/>
            <pc:sldMk cId="0" sldId="263"/>
            <ac:spMk id="3" creationId="{CD4BB31B-FDF8-DC00-5296-D504EA9C62F1}"/>
          </ac:spMkLst>
        </pc:spChg>
        <pc:spChg chg="del mod">
          <ac:chgData name="Cartwright, Max" userId="4fdaca64-157b-4f34-aebd-58f672b6a20c" providerId="ADAL" clId="{829B3FE3-71D5-4749-9958-BB8E0F1E4F5E}" dt="2024-03-18T16:27:01.825" v="1417" actId="478"/>
          <ac:spMkLst>
            <pc:docMk/>
            <pc:sldMk cId="0" sldId="263"/>
            <ac:spMk id="3" creationId="{DEA0B895-76AD-60E0-123A-7A4DD888DF97}"/>
          </ac:spMkLst>
        </pc:spChg>
        <pc:spChg chg="add del mod">
          <ac:chgData name="Cartwright, Max" userId="4fdaca64-157b-4f34-aebd-58f672b6a20c" providerId="ADAL" clId="{829B3FE3-71D5-4749-9958-BB8E0F1E4F5E}" dt="2024-03-18T18:08:00.803" v="1722"/>
          <ac:spMkLst>
            <pc:docMk/>
            <pc:sldMk cId="0" sldId="263"/>
            <ac:spMk id="4" creationId="{83ABEB04-B8C3-C517-46D4-98974C05BF95}"/>
          </ac:spMkLst>
        </pc:spChg>
        <pc:spChg chg="add mod">
          <ac:chgData name="Cartwright, Max" userId="4fdaca64-157b-4f34-aebd-58f672b6a20c" providerId="ADAL" clId="{829B3FE3-71D5-4749-9958-BB8E0F1E4F5E}" dt="2024-03-18T20:28:52.557" v="3565" actId="14100"/>
          <ac:spMkLst>
            <pc:docMk/>
            <pc:sldMk cId="0" sldId="263"/>
            <ac:spMk id="4" creationId="{98FE1F5D-077C-1F28-D8BB-04423B69DC4C}"/>
          </ac:spMkLst>
        </pc:spChg>
        <pc:spChg chg="add mod">
          <ac:chgData name="Cartwright, Max" userId="4fdaca64-157b-4f34-aebd-58f672b6a20c" providerId="ADAL" clId="{829B3FE3-71D5-4749-9958-BB8E0F1E4F5E}" dt="2024-03-18T18:01:13.819" v="1642" actId="1035"/>
          <ac:spMkLst>
            <pc:docMk/>
            <pc:sldMk cId="0" sldId="263"/>
            <ac:spMk id="5" creationId="{90AEB16E-C3D0-1CBF-D61C-7579DACABCEE}"/>
          </ac:spMkLst>
        </pc:spChg>
        <pc:spChg chg="add mod">
          <ac:chgData name="Cartwright, Max" userId="4fdaca64-157b-4f34-aebd-58f672b6a20c" providerId="ADAL" clId="{829B3FE3-71D5-4749-9958-BB8E0F1E4F5E}" dt="2024-03-18T20:28:47.479" v="3564" actId="14100"/>
          <ac:spMkLst>
            <pc:docMk/>
            <pc:sldMk cId="0" sldId="263"/>
            <ac:spMk id="6" creationId="{DA5C355D-4C03-E6DC-1A50-DE7ED909F9E9}"/>
          </ac:spMkLst>
        </pc:spChg>
        <pc:spChg chg="add mod">
          <ac:chgData name="Cartwright, Max" userId="4fdaca64-157b-4f34-aebd-58f672b6a20c" providerId="ADAL" clId="{829B3FE3-71D5-4749-9958-BB8E0F1E4F5E}" dt="2024-03-18T20:29:33.590" v="3575" actId="14100"/>
          <ac:spMkLst>
            <pc:docMk/>
            <pc:sldMk cId="0" sldId="263"/>
            <ac:spMk id="7" creationId="{3D0BFC1F-C5B4-8845-9B2F-A9B957768B20}"/>
          </ac:spMkLst>
        </pc:spChg>
        <pc:spChg chg="del mod">
          <ac:chgData name="Cartwright, Max" userId="4fdaca64-157b-4f34-aebd-58f672b6a20c" providerId="ADAL" clId="{829B3FE3-71D5-4749-9958-BB8E0F1E4F5E}" dt="2024-03-18T16:27:01.825" v="1417" actId="478"/>
          <ac:spMkLst>
            <pc:docMk/>
            <pc:sldMk cId="0" sldId="263"/>
            <ac:spMk id="7" creationId="{80E3FA4E-E244-0855-EDBC-1EFD2FD17FC8}"/>
          </ac:spMkLst>
        </pc:spChg>
        <pc:spChg chg="add del mod">
          <ac:chgData name="Cartwright, Max" userId="4fdaca64-157b-4f34-aebd-58f672b6a20c" providerId="ADAL" clId="{829B3FE3-71D5-4749-9958-BB8E0F1E4F5E}" dt="2024-03-18T18:08:00.803" v="1722"/>
          <ac:spMkLst>
            <pc:docMk/>
            <pc:sldMk cId="0" sldId="263"/>
            <ac:spMk id="7" creationId="{9C35E069-17FF-389D-8F8E-0F5A8D3D9B21}"/>
          </ac:spMkLst>
        </pc:spChg>
        <pc:spChg chg="add mod">
          <ac:chgData name="Cartwright, Max" userId="4fdaca64-157b-4f34-aebd-58f672b6a20c" providerId="ADAL" clId="{829B3FE3-71D5-4749-9958-BB8E0F1E4F5E}" dt="2024-03-18T18:21:58.607" v="2387" actId="1036"/>
          <ac:spMkLst>
            <pc:docMk/>
            <pc:sldMk cId="0" sldId="263"/>
            <ac:spMk id="8" creationId="{6B94823D-2DBC-6259-3754-78B20B4ECFF9}"/>
          </ac:spMkLst>
        </pc:spChg>
        <pc:spChg chg="add mod">
          <ac:chgData name="Cartwright, Max" userId="4fdaca64-157b-4f34-aebd-58f672b6a20c" providerId="ADAL" clId="{829B3FE3-71D5-4749-9958-BB8E0F1E4F5E}" dt="2024-03-18T18:26:14.448" v="2492" actId="20577"/>
          <ac:spMkLst>
            <pc:docMk/>
            <pc:sldMk cId="0" sldId="263"/>
            <ac:spMk id="9" creationId="{07C1E2B6-E39C-DF09-67DD-AF5BB70377FE}"/>
          </ac:spMkLst>
        </pc:spChg>
        <pc:spChg chg="add del mod">
          <ac:chgData name="Cartwright, Max" userId="4fdaca64-157b-4f34-aebd-58f672b6a20c" providerId="ADAL" clId="{829B3FE3-71D5-4749-9958-BB8E0F1E4F5E}" dt="2024-03-18T18:08:00.803" v="1722"/>
          <ac:spMkLst>
            <pc:docMk/>
            <pc:sldMk cId="0" sldId="263"/>
            <ac:spMk id="10" creationId="{01A33584-2FB1-48A0-5CCD-0D1C0BB975AE}"/>
          </ac:spMkLst>
        </pc:spChg>
        <pc:spChg chg="add mod">
          <ac:chgData name="Cartwright, Max" userId="4fdaca64-157b-4f34-aebd-58f672b6a20c" providerId="ADAL" clId="{829B3FE3-71D5-4749-9958-BB8E0F1E4F5E}" dt="2024-03-18T20:30:39.695" v="3595" actId="14100"/>
          <ac:spMkLst>
            <pc:docMk/>
            <pc:sldMk cId="0" sldId="263"/>
            <ac:spMk id="10" creationId="{4EB075B7-6A28-F541-D6F5-45CA278E5F62}"/>
          </ac:spMkLst>
        </pc:spChg>
        <pc:spChg chg="add del mod">
          <ac:chgData name="Cartwright, Max" userId="4fdaca64-157b-4f34-aebd-58f672b6a20c" providerId="ADAL" clId="{829B3FE3-71D5-4749-9958-BB8E0F1E4F5E}" dt="2024-03-18T16:38:15.716" v="1598" actId="478"/>
          <ac:spMkLst>
            <pc:docMk/>
            <pc:sldMk cId="0" sldId="263"/>
            <ac:spMk id="10" creationId="{53227E1E-D662-C5CF-7202-A760C70BCAA0}"/>
          </ac:spMkLst>
        </pc:spChg>
        <pc:spChg chg="add mod topLvl">
          <ac:chgData name="Cartwright, Max" userId="4fdaca64-157b-4f34-aebd-58f672b6a20c" providerId="ADAL" clId="{829B3FE3-71D5-4749-9958-BB8E0F1E4F5E}" dt="2024-03-18T20:25:44.621" v="3547" actId="12788"/>
          <ac:spMkLst>
            <pc:docMk/>
            <pc:sldMk cId="0" sldId="263"/>
            <ac:spMk id="12" creationId="{302DE8FA-9836-1586-3323-28E50DED1B1C}"/>
          </ac:spMkLst>
        </pc:spChg>
        <pc:spChg chg="add del mod">
          <ac:chgData name="Cartwright, Max" userId="4fdaca64-157b-4f34-aebd-58f672b6a20c" providerId="ADAL" clId="{829B3FE3-71D5-4749-9958-BB8E0F1E4F5E}" dt="2024-03-18T13:02:02.153" v="16" actId="478"/>
          <ac:spMkLst>
            <pc:docMk/>
            <pc:sldMk cId="0" sldId="263"/>
            <ac:spMk id="13" creationId="{EE60B2B8-CCF4-2ACF-F8F0-51DF5E6C267A}"/>
          </ac:spMkLst>
        </pc:spChg>
        <pc:spChg chg="mod">
          <ac:chgData name="Cartwright, Max" userId="4fdaca64-157b-4f34-aebd-58f672b6a20c" providerId="ADAL" clId="{829B3FE3-71D5-4749-9958-BB8E0F1E4F5E}" dt="2024-03-18T18:07:53.956" v="1721"/>
          <ac:spMkLst>
            <pc:docMk/>
            <pc:sldMk cId="0" sldId="263"/>
            <ac:spMk id="14" creationId="{E8A383B8-7E8A-202F-A10A-9AEC1A81DAD7}"/>
          </ac:spMkLst>
        </pc:spChg>
        <pc:spChg chg="add del mod">
          <ac:chgData name="Cartwright, Max" userId="4fdaca64-157b-4f34-aebd-58f672b6a20c" providerId="ADAL" clId="{829B3FE3-71D5-4749-9958-BB8E0F1E4F5E}" dt="2024-03-18T13:02:00.426" v="15" actId="478"/>
          <ac:spMkLst>
            <pc:docMk/>
            <pc:sldMk cId="0" sldId="263"/>
            <ac:spMk id="14" creationId="{FEB87967-7B4E-8A27-03B3-931F221D22F4}"/>
          </ac:spMkLst>
        </pc:spChg>
        <pc:spChg chg="add mod topLvl">
          <ac:chgData name="Cartwright, Max" userId="4fdaca64-157b-4f34-aebd-58f672b6a20c" providerId="ADAL" clId="{829B3FE3-71D5-4749-9958-BB8E0F1E4F5E}" dt="2024-03-18T20:40:19.118" v="3719" actId="208"/>
          <ac:spMkLst>
            <pc:docMk/>
            <pc:sldMk cId="0" sldId="263"/>
            <ac:spMk id="15" creationId="{00B28477-6496-A66B-EF94-7C198FF02185}"/>
          </ac:spMkLst>
        </pc:spChg>
        <pc:spChg chg="mod">
          <ac:chgData name="Cartwright, Max" userId="4fdaca64-157b-4f34-aebd-58f672b6a20c" providerId="ADAL" clId="{829B3FE3-71D5-4749-9958-BB8E0F1E4F5E}" dt="2024-03-18T18:07:53.956" v="1721"/>
          <ac:spMkLst>
            <pc:docMk/>
            <pc:sldMk cId="0" sldId="263"/>
            <ac:spMk id="16" creationId="{F66D0F66-705A-6BDA-B578-25B0009A4A13}"/>
          </ac:spMkLst>
        </pc:spChg>
        <pc:spChg chg="mod">
          <ac:chgData name="Cartwright, Max" userId="4fdaca64-157b-4f34-aebd-58f672b6a20c" providerId="ADAL" clId="{829B3FE3-71D5-4749-9958-BB8E0F1E4F5E}" dt="2024-03-18T18:07:53.956" v="1721"/>
          <ac:spMkLst>
            <pc:docMk/>
            <pc:sldMk cId="0" sldId="263"/>
            <ac:spMk id="17" creationId="{B0BE5D6F-0842-763D-7B6F-A0A495767D85}"/>
          </ac:spMkLst>
        </pc:spChg>
        <pc:spChg chg="mod topLvl">
          <ac:chgData name="Cartwright, Max" userId="4fdaca64-157b-4f34-aebd-58f672b6a20c" providerId="ADAL" clId="{829B3FE3-71D5-4749-9958-BB8E0F1E4F5E}" dt="2024-03-18T20:26:05.811" v="3550" actId="12788"/>
          <ac:spMkLst>
            <pc:docMk/>
            <pc:sldMk cId="0" sldId="263"/>
            <ac:spMk id="18" creationId="{3F0A3E4D-D077-DE92-594D-6B8B5EF6FE4B}"/>
          </ac:spMkLst>
        </pc:spChg>
        <pc:spChg chg="mod topLvl">
          <ac:chgData name="Cartwright, Max" userId="4fdaca64-157b-4f34-aebd-58f672b6a20c" providerId="ADAL" clId="{829B3FE3-71D5-4749-9958-BB8E0F1E4F5E}" dt="2024-03-18T20:40:02.151" v="3715" actId="208"/>
          <ac:spMkLst>
            <pc:docMk/>
            <pc:sldMk cId="0" sldId="263"/>
            <ac:spMk id="19" creationId="{7944E31C-CF33-246B-DE9C-B7034EFEE4CA}"/>
          </ac:spMkLst>
        </pc:spChg>
        <pc:spChg chg="add mod">
          <ac:chgData name="Cartwright, Max" userId="4fdaca64-157b-4f34-aebd-58f672b6a20c" providerId="ADAL" clId="{829B3FE3-71D5-4749-9958-BB8E0F1E4F5E}" dt="2024-03-18T21:05:24.231" v="4067" actId="207"/>
          <ac:spMkLst>
            <pc:docMk/>
            <pc:sldMk cId="0" sldId="263"/>
            <ac:spMk id="20" creationId="{415002E1-0AED-1D80-C293-9F05C8DA67C3}"/>
          </ac:spMkLst>
        </pc:spChg>
        <pc:spChg chg="mod">
          <ac:chgData name="Cartwright, Max" userId="4fdaca64-157b-4f34-aebd-58f672b6a20c" providerId="ADAL" clId="{829B3FE3-71D5-4749-9958-BB8E0F1E4F5E}" dt="2024-03-18T18:07:53.956" v="1721"/>
          <ac:spMkLst>
            <pc:docMk/>
            <pc:sldMk cId="0" sldId="263"/>
            <ac:spMk id="20" creationId="{79C8EA9E-AE86-D9C9-BE75-0F5CAD48EB62}"/>
          </ac:spMkLst>
        </pc:spChg>
        <pc:spChg chg="mod topLvl">
          <ac:chgData name="Cartwright, Max" userId="4fdaca64-157b-4f34-aebd-58f672b6a20c" providerId="ADAL" clId="{829B3FE3-71D5-4749-9958-BB8E0F1E4F5E}" dt="2024-03-18T20:25:44.621" v="3547" actId="12788"/>
          <ac:spMkLst>
            <pc:docMk/>
            <pc:sldMk cId="0" sldId="263"/>
            <ac:spMk id="21" creationId="{97AECA90-4A90-3373-EA83-2362216BE281}"/>
          </ac:spMkLst>
        </pc:spChg>
        <pc:spChg chg="mod topLvl">
          <ac:chgData name="Cartwright, Max" userId="4fdaca64-157b-4f34-aebd-58f672b6a20c" providerId="ADAL" clId="{829B3FE3-71D5-4749-9958-BB8E0F1E4F5E}" dt="2024-03-18T20:40:02.151" v="3715" actId="208"/>
          <ac:spMkLst>
            <pc:docMk/>
            <pc:sldMk cId="0" sldId="263"/>
            <ac:spMk id="22" creationId="{961906AC-CAAC-F23A-ACD2-C49A238054A7}"/>
          </ac:spMkLst>
        </pc:spChg>
        <pc:spChg chg="add mod">
          <ac:chgData name="Cartwright, Max" userId="4fdaca64-157b-4f34-aebd-58f672b6a20c" providerId="ADAL" clId="{829B3FE3-71D5-4749-9958-BB8E0F1E4F5E}" dt="2024-03-18T21:02:25.399" v="4034" actId="12789"/>
          <ac:spMkLst>
            <pc:docMk/>
            <pc:sldMk cId="0" sldId="263"/>
            <ac:spMk id="23" creationId="{2DD1599B-ED66-2CAA-0038-541B871904DE}"/>
          </ac:spMkLst>
        </pc:spChg>
        <pc:spChg chg="add del mod">
          <ac:chgData name="Cartwright, Max" userId="4fdaca64-157b-4f34-aebd-58f672b6a20c" providerId="ADAL" clId="{829B3FE3-71D5-4749-9958-BB8E0F1E4F5E}" dt="2024-03-18T18:08:00.803" v="1722"/>
          <ac:spMkLst>
            <pc:docMk/>
            <pc:sldMk cId="0" sldId="263"/>
            <ac:spMk id="23" creationId="{991AC82A-C11C-AF4C-72BE-146977807C86}"/>
          </ac:spMkLst>
        </pc:spChg>
        <pc:spChg chg="mod">
          <ac:chgData name="Cartwright, Max" userId="4fdaca64-157b-4f34-aebd-58f672b6a20c" providerId="ADAL" clId="{829B3FE3-71D5-4749-9958-BB8E0F1E4F5E}" dt="2024-03-18T13:06:00.859" v="211" actId="571"/>
          <ac:spMkLst>
            <pc:docMk/>
            <pc:sldMk cId="0" sldId="263"/>
            <ac:spMk id="24" creationId="{5AD675F8-A190-47F5-1FAB-B37D875B99F8}"/>
          </ac:spMkLst>
        </pc:spChg>
        <pc:spChg chg="add del mod">
          <ac:chgData name="Cartwright, Max" userId="4fdaca64-157b-4f34-aebd-58f672b6a20c" providerId="ADAL" clId="{829B3FE3-71D5-4749-9958-BB8E0F1E4F5E}" dt="2024-03-18T18:08:00.803" v="1722"/>
          <ac:spMkLst>
            <pc:docMk/>
            <pc:sldMk cId="0" sldId="263"/>
            <ac:spMk id="24" creationId="{9AED572C-5BFD-5351-29BC-B34BB9C2257C}"/>
          </ac:spMkLst>
        </pc:spChg>
        <pc:spChg chg="add mod">
          <ac:chgData name="Cartwright, Max" userId="4fdaca64-157b-4f34-aebd-58f672b6a20c" providerId="ADAL" clId="{829B3FE3-71D5-4749-9958-BB8E0F1E4F5E}" dt="2024-03-18T21:01:32.284" v="4024" actId="1076"/>
          <ac:spMkLst>
            <pc:docMk/>
            <pc:sldMk cId="0" sldId="263"/>
            <ac:spMk id="24" creationId="{A4A62038-A37A-9E9C-1B63-1C4A6CA58E46}"/>
          </ac:spMkLst>
        </pc:spChg>
        <pc:spChg chg="add del mod">
          <ac:chgData name="Cartwright, Max" userId="4fdaca64-157b-4f34-aebd-58f672b6a20c" providerId="ADAL" clId="{829B3FE3-71D5-4749-9958-BB8E0F1E4F5E}" dt="2024-03-18T18:08:00.803" v="1722"/>
          <ac:spMkLst>
            <pc:docMk/>
            <pc:sldMk cId="0" sldId="263"/>
            <ac:spMk id="25" creationId="{1D48DD0E-C830-C767-54F7-D74C32E8DB4C}"/>
          </ac:spMkLst>
        </pc:spChg>
        <pc:spChg chg="mod">
          <ac:chgData name="Cartwright, Max" userId="4fdaca64-157b-4f34-aebd-58f672b6a20c" providerId="ADAL" clId="{829B3FE3-71D5-4749-9958-BB8E0F1E4F5E}" dt="2024-03-18T13:21:53.736" v="746" actId="20577"/>
          <ac:spMkLst>
            <pc:docMk/>
            <pc:sldMk cId="0" sldId="263"/>
            <ac:spMk id="25" creationId="{AFD702DC-88C3-3056-94F3-D428188D71F9}"/>
          </ac:spMkLst>
        </pc:spChg>
        <pc:spChg chg="add mod">
          <ac:chgData name="Cartwright, Max" userId="4fdaca64-157b-4f34-aebd-58f672b6a20c" providerId="ADAL" clId="{829B3FE3-71D5-4749-9958-BB8E0F1E4F5E}" dt="2024-03-18T21:03:42.056" v="4051" actId="208"/>
          <ac:spMkLst>
            <pc:docMk/>
            <pc:sldMk cId="0" sldId="263"/>
            <ac:spMk id="25" creationId="{B83017E7-A357-8CDC-F395-14F04C5126A4}"/>
          </ac:spMkLst>
        </pc:spChg>
        <pc:spChg chg="add del mod">
          <ac:chgData name="Cartwright, Max" userId="4fdaca64-157b-4f34-aebd-58f672b6a20c" providerId="ADAL" clId="{829B3FE3-71D5-4749-9958-BB8E0F1E4F5E}" dt="2024-03-18T18:08:00.803" v="1722"/>
          <ac:spMkLst>
            <pc:docMk/>
            <pc:sldMk cId="0" sldId="263"/>
            <ac:spMk id="26" creationId="{20DC1F07-03D1-AE16-172C-DE19871F26D0}"/>
          </ac:spMkLst>
        </pc:spChg>
        <pc:spChg chg="mod topLvl">
          <ac:chgData name="Cartwright, Max" userId="4fdaca64-157b-4f34-aebd-58f672b6a20c" providerId="ADAL" clId="{829B3FE3-71D5-4749-9958-BB8E0F1E4F5E}" dt="2024-03-18T20:25:56.748" v="3549" actId="12788"/>
          <ac:spMkLst>
            <pc:docMk/>
            <pc:sldMk cId="0" sldId="263"/>
            <ac:spMk id="27" creationId="{D14E66A4-5F78-34E0-00B1-7082031E446E}"/>
          </ac:spMkLst>
        </pc:spChg>
        <pc:spChg chg="mod topLvl">
          <ac:chgData name="Cartwright, Max" userId="4fdaca64-157b-4f34-aebd-58f672b6a20c" providerId="ADAL" clId="{829B3FE3-71D5-4749-9958-BB8E0F1E4F5E}" dt="2024-03-18T20:39:50.404" v="3714" actId="208"/>
          <ac:spMkLst>
            <pc:docMk/>
            <pc:sldMk cId="0" sldId="263"/>
            <ac:spMk id="28" creationId="{1E7D8624-3592-2919-1239-1AB11BC0222D}"/>
          </ac:spMkLst>
        </pc:spChg>
        <pc:spChg chg="add del mod">
          <ac:chgData name="Cartwright, Max" userId="4fdaca64-157b-4f34-aebd-58f672b6a20c" providerId="ADAL" clId="{829B3FE3-71D5-4749-9958-BB8E0F1E4F5E}" dt="2024-03-18T18:08:00.803" v="1722"/>
          <ac:spMkLst>
            <pc:docMk/>
            <pc:sldMk cId="0" sldId="263"/>
            <ac:spMk id="29" creationId="{4EB44AFE-DF0D-80E7-778A-12C6B32693BA}"/>
          </ac:spMkLst>
        </pc:spChg>
        <pc:spChg chg="mod topLvl">
          <ac:chgData name="Cartwright, Max" userId="4fdaca64-157b-4f34-aebd-58f672b6a20c" providerId="ADAL" clId="{829B3FE3-71D5-4749-9958-BB8E0F1E4F5E}" dt="2024-03-18T21:06:40.377" v="4083" actId="1036"/>
          <ac:spMkLst>
            <pc:docMk/>
            <pc:sldMk cId="0" sldId="263"/>
            <ac:spMk id="30" creationId="{1D851B08-9385-DEDD-0A8A-3A54D781489F}"/>
          </ac:spMkLst>
        </pc:spChg>
        <pc:spChg chg="mod topLvl">
          <ac:chgData name="Cartwright, Max" userId="4fdaca64-157b-4f34-aebd-58f672b6a20c" providerId="ADAL" clId="{829B3FE3-71D5-4749-9958-BB8E0F1E4F5E}" dt="2024-03-18T21:06:40.377" v="4083" actId="1036"/>
          <ac:spMkLst>
            <pc:docMk/>
            <pc:sldMk cId="0" sldId="263"/>
            <ac:spMk id="31" creationId="{7D03B130-F6B8-D2A9-F210-08FEDC3CAC70}"/>
          </ac:spMkLst>
        </pc:spChg>
        <pc:spChg chg="mod topLvl">
          <ac:chgData name="Cartwright, Max" userId="4fdaca64-157b-4f34-aebd-58f672b6a20c" providerId="ADAL" clId="{829B3FE3-71D5-4749-9958-BB8E0F1E4F5E}" dt="2024-03-18T21:06:40.377" v="4083" actId="1036"/>
          <ac:spMkLst>
            <pc:docMk/>
            <pc:sldMk cId="0" sldId="263"/>
            <ac:spMk id="832" creationId="{F596B990-B3EA-CE9F-405C-DEA501620E5D}"/>
          </ac:spMkLst>
        </pc:spChg>
        <pc:spChg chg="mod topLvl">
          <ac:chgData name="Cartwright, Max" userId="4fdaca64-157b-4f34-aebd-58f672b6a20c" providerId="ADAL" clId="{829B3FE3-71D5-4749-9958-BB8E0F1E4F5E}" dt="2024-03-18T21:06:40.377" v="4083" actId="1036"/>
          <ac:spMkLst>
            <pc:docMk/>
            <pc:sldMk cId="0" sldId="263"/>
            <ac:spMk id="833" creationId="{1491CEC2-5DBB-FC24-2DB0-99D0A4066674}"/>
          </ac:spMkLst>
        </pc:spChg>
        <pc:spChg chg="add mod">
          <ac:chgData name="Cartwright, Max" userId="4fdaca64-157b-4f34-aebd-58f672b6a20c" providerId="ADAL" clId="{829B3FE3-71D5-4749-9958-BB8E0F1E4F5E}" dt="2024-03-18T21:06:40.377" v="4083" actId="1036"/>
          <ac:spMkLst>
            <pc:docMk/>
            <pc:sldMk cId="0" sldId="263"/>
            <ac:spMk id="834" creationId="{8E98F09E-44A2-6536-5776-E97971566734}"/>
          </ac:spMkLst>
        </pc:spChg>
        <pc:spChg chg="add mod">
          <ac:chgData name="Cartwright, Max" userId="4fdaca64-157b-4f34-aebd-58f672b6a20c" providerId="ADAL" clId="{829B3FE3-71D5-4749-9958-BB8E0F1E4F5E}" dt="2024-03-18T21:06:40.377" v="4083" actId="1036"/>
          <ac:spMkLst>
            <pc:docMk/>
            <pc:sldMk cId="0" sldId="263"/>
            <ac:spMk id="835" creationId="{CF6D0639-9471-0AC5-F015-BCECFDCF0A2C}"/>
          </ac:spMkLst>
        </pc:spChg>
        <pc:spChg chg="add del mod">
          <ac:chgData name="Cartwright, Max" userId="4fdaca64-157b-4f34-aebd-58f672b6a20c" providerId="ADAL" clId="{829B3FE3-71D5-4749-9958-BB8E0F1E4F5E}" dt="2024-03-18T18:18:37.667" v="2158" actId="478"/>
          <ac:spMkLst>
            <pc:docMk/>
            <pc:sldMk cId="0" sldId="263"/>
            <ac:spMk id="836" creationId="{8BD2972E-A095-EE4B-4E56-51D97E273E78}"/>
          </ac:spMkLst>
        </pc:spChg>
        <pc:spChg chg="add del mod">
          <ac:chgData name="Cartwright, Max" userId="4fdaca64-157b-4f34-aebd-58f672b6a20c" providerId="ADAL" clId="{829B3FE3-71D5-4749-9958-BB8E0F1E4F5E}" dt="2024-03-18T13:24:15.360" v="857" actId="478"/>
          <ac:spMkLst>
            <pc:docMk/>
            <pc:sldMk cId="0" sldId="263"/>
            <ac:spMk id="837" creationId="{34AFA914-0D8E-0B0B-288C-340A9441100B}"/>
          </ac:spMkLst>
        </pc:spChg>
        <pc:spChg chg="add mod">
          <ac:chgData name="Cartwright, Max" userId="4fdaca64-157b-4f34-aebd-58f672b6a20c" providerId="ADAL" clId="{829B3FE3-71D5-4749-9958-BB8E0F1E4F5E}" dt="2024-03-18T21:06:40.377" v="4083" actId="1036"/>
          <ac:spMkLst>
            <pc:docMk/>
            <pc:sldMk cId="0" sldId="263"/>
            <ac:spMk id="837" creationId="{82FDEEFE-2EB7-3A5A-63A6-39FA9CDD5B90}"/>
          </ac:spMkLst>
        </pc:spChg>
        <pc:spChg chg="add mod">
          <ac:chgData name="Cartwright, Max" userId="4fdaca64-157b-4f34-aebd-58f672b6a20c" providerId="ADAL" clId="{829B3FE3-71D5-4749-9958-BB8E0F1E4F5E}" dt="2024-03-18T20:39:50.404" v="3714" actId="208"/>
          <ac:spMkLst>
            <pc:docMk/>
            <pc:sldMk cId="0" sldId="263"/>
            <ac:spMk id="838" creationId="{767D2905-0126-F693-AF6B-6F7108AE426A}"/>
          </ac:spMkLst>
        </pc:spChg>
        <pc:spChg chg="add del mod">
          <ac:chgData name="Cartwright, Max" userId="4fdaca64-157b-4f34-aebd-58f672b6a20c" providerId="ADAL" clId="{829B3FE3-71D5-4749-9958-BB8E0F1E4F5E}" dt="2024-03-18T13:24:13.951" v="856" actId="478"/>
          <ac:spMkLst>
            <pc:docMk/>
            <pc:sldMk cId="0" sldId="263"/>
            <ac:spMk id="839" creationId="{0ABA6864-8D22-BE61-C370-9932CF027D53}"/>
          </ac:spMkLst>
        </pc:spChg>
        <pc:spChg chg="add mod">
          <ac:chgData name="Cartwright, Max" userId="4fdaca64-157b-4f34-aebd-58f672b6a20c" providerId="ADAL" clId="{829B3FE3-71D5-4749-9958-BB8E0F1E4F5E}" dt="2024-03-18T21:06:40.377" v="4083" actId="1036"/>
          <ac:spMkLst>
            <pc:docMk/>
            <pc:sldMk cId="0" sldId="263"/>
            <ac:spMk id="839" creationId="{B447D194-BDB6-7BFF-0131-480DF885A398}"/>
          </ac:spMkLst>
        </pc:spChg>
        <pc:spChg chg="add mod">
          <ac:chgData name="Cartwright, Max" userId="4fdaca64-157b-4f34-aebd-58f672b6a20c" providerId="ADAL" clId="{829B3FE3-71D5-4749-9958-BB8E0F1E4F5E}" dt="2024-03-18T20:39:50.404" v="3714" actId="208"/>
          <ac:spMkLst>
            <pc:docMk/>
            <pc:sldMk cId="0" sldId="263"/>
            <ac:spMk id="840" creationId="{3D07D657-56A3-B6A4-AB34-937077B27D95}"/>
          </ac:spMkLst>
        </pc:spChg>
        <pc:spChg chg="add mod">
          <ac:chgData name="Cartwright, Max" userId="4fdaca64-157b-4f34-aebd-58f672b6a20c" providerId="ADAL" clId="{829B3FE3-71D5-4749-9958-BB8E0F1E4F5E}" dt="2024-03-18T21:06:40.377" v="4083" actId="1036"/>
          <ac:spMkLst>
            <pc:docMk/>
            <pc:sldMk cId="0" sldId="263"/>
            <ac:spMk id="841" creationId="{DE10CE88-929D-1740-942C-3AABF3A3EB7D}"/>
          </ac:spMkLst>
        </pc:spChg>
        <pc:spChg chg="add mod">
          <ac:chgData name="Cartwright, Max" userId="4fdaca64-157b-4f34-aebd-58f672b6a20c" providerId="ADAL" clId="{829B3FE3-71D5-4749-9958-BB8E0F1E4F5E}" dt="2024-03-18T21:06:40.377" v="4083" actId="1036"/>
          <ac:spMkLst>
            <pc:docMk/>
            <pc:sldMk cId="0" sldId="263"/>
            <ac:spMk id="842" creationId="{7AD350BC-F775-B8EB-6E99-6356C31AFBF1}"/>
          </ac:spMkLst>
        </pc:spChg>
        <pc:spChg chg="add mod">
          <ac:chgData name="Cartwright, Max" userId="4fdaca64-157b-4f34-aebd-58f672b6a20c" providerId="ADAL" clId="{829B3FE3-71D5-4749-9958-BB8E0F1E4F5E}" dt="2024-03-18T21:06:40.377" v="4083" actId="1036"/>
          <ac:spMkLst>
            <pc:docMk/>
            <pc:sldMk cId="0" sldId="263"/>
            <ac:spMk id="843" creationId="{A22A3FF7-7D10-A5B8-6E94-4A344CD7AAEE}"/>
          </ac:spMkLst>
        </pc:spChg>
        <pc:spChg chg="add mod">
          <ac:chgData name="Cartwright, Max" userId="4fdaca64-157b-4f34-aebd-58f672b6a20c" providerId="ADAL" clId="{829B3FE3-71D5-4749-9958-BB8E0F1E4F5E}" dt="2024-03-18T20:25:56.748" v="3549" actId="12788"/>
          <ac:spMkLst>
            <pc:docMk/>
            <pc:sldMk cId="0" sldId="263"/>
            <ac:spMk id="844" creationId="{BBA4DD06-C61E-0E5B-9DCA-F08E940C2C33}"/>
          </ac:spMkLst>
        </pc:spChg>
        <pc:spChg chg="add mod">
          <ac:chgData name="Cartwright, Max" userId="4fdaca64-157b-4f34-aebd-58f672b6a20c" providerId="ADAL" clId="{829B3FE3-71D5-4749-9958-BB8E0F1E4F5E}" dt="2024-03-18T20:29:28.512" v="3574" actId="1035"/>
          <ac:spMkLst>
            <pc:docMk/>
            <pc:sldMk cId="0" sldId="263"/>
            <ac:spMk id="845" creationId="{6D45F9B9-2384-8625-CF05-69C2D2848444}"/>
          </ac:spMkLst>
        </pc:spChg>
        <pc:spChg chg="add mod">
          <ac:chgData name="Cartwright, Max" userId="4fdaca64-157b-4f34-aebd-58f672b6a20c" providerId="ADAL" clId="{829B3FE3-71D5-4749-9958-BB8E0F1E4F5E}" dt="2024-03-18T20:39:50.404" v="3714" actId="208"/>
          <ac:spMkLst>
            <pc:docMk/>
            <pc:sldMk cId="0" sldId="263"/>
            <ac:spMk id="846" creationId="{0E4DC9BA-64F7-7142-8540-5B8A0829FE7B}"/>
          </ac:spMkLst>
        </pc:spChg>
        <pc:spChg chg="add mod">
          <ac:chgData name="Cartwright, Max" userId="4fdaca64-157b-4f34-aebd-58f672b6a20c" providerId="ADAL" clId="{829B3FE3-71D5-4749-9958-BB8E0F1E4F5E}" dt="2024-03-18T20:40:02.151" v="3715" actId="208"/>
          <ac:spMkLst>
            <pc:docMk/>
            <pc:sldMk cId="0" sldId="263"/>
            <ac:spMk id="847" creationId="{69D726B5-FB2C-A9C8-3F49-CA5C75E57B7F}"/>
          </ac:spMkLst>
        </pc:spChg>
        <pc:spChg chg="add mod">
          <ac:chgData name="Cartwright, Max" userId="4fdaca64-157b-4f34-aebd-58f672b6a20c" providerId="ADAL" clId="{829B3FE3-71D5-4749-9958-BB8E0F1E4F5E}" dt="2024-03-18T20:40:02.151" v="3715" actId="208"/>
          <ac:spMkLst>
            <pc:docMk/>
            <pc:sldMk cId="0" sldId="263"/>
            <ac:spMk id="848" creationId="{FA3317EC-6662-982F-52D6-35200739FE88}"/>
          </ac:spMkLst>
        </pc:spChg>
        <pc:spChg chg="add mod">
          <ac:chgData name="Cartwright, Max" userId="4fdaca64-157b-4f34-aebd-58f672b6a20c" providerId="ADAL" clId="{829B3FE3-71D5-4749-9958-BB8E0F1E4F5E}" dt="2024-03-18T20:26:05.811" v="3550" actId="12788"/>
          <ac:spMkLst>
            <pc:docMk/>
            <pc:sldMk cId="0" sldId="263"/>
            <ac:spMk id="849" creationId="{6F9FFF8F-A955-8096-C920-98988A664F1C}"/>
          </ac:spMkLst>
        </pc:spChg>
        <pc:spChg chg="add mod">
          <ac:chgData name="Cartwright, Max" userId="4fdaca64-157b-4f34-aebd-58f672b6a20c" providerId="ADAL" clId="{829B3FE3-71D5-4749-9958-BB8E0F1E4F5E}" dt="2024-03-18T21:06:40.377" v="4083" actId="1036"/>
          <ac:spMkLst>
            <pc:docMk/>
            <pc:sldMk cId="0" sldId="263"/>
            <ac:spMk id="850" creationId="{CCAC17CC-B71F-5FB9-7523-CB43945A4052}"/>
          </ac:spMkLst>
        </pc:spChg>
        <pc:spChg chg="del mod">
          <ac:chgData name="Cartwright, Max" userId="4fdaca64-157b-4f34-aebd-58f672b6a20c" providerId="ADAL" clId="{829B3FE3-71D5-4749-9958-BB8E0F1E4F5E}" dt="2024-03-18T16:27:01.825" v="1417" actId="478"/>
          <ac:spMkLst>
            <pc:docMk/>
            <pc:sldMk cId="0" sldId="263"/>
            <ac:spMk id="851" creationId="{00000000-0000-0000-0000-000000000000}"/>
          </ac:spMkLst>
        </pc:spChg>
        <pc:spChg chg="add mod">
          <ac:chgData name="Cartwright, Max" userId="4fdaca64-157b-4f34-aebd-58f672b6a20c" providerId="ADAL" clId="{829B3FE3-71D5-4749-9958-BB8E0F1E4F5E}" dt="2024-03-18T21:06:40.377" v="4083" actId="1036"/>
          <ac:spMkLst>
            <pc:docMk/>
            <pc:sldMk cId="0" sldId="263"/>
            <ac:spMk id="851" creationId="{EEA78BB7-FBDC-2DCE-BF2B-6F8094C74307}"/>
          </ac:spMkLst>
        </pc:spChg>
        <pc:spChg chg="del mod">
          <ac:chgData name="Cartwright, Max" userId="4fdaca64-157b-4f34-aebd-58f672b6a20c" providerId="ADAL" clId="{829B3FE3-71D5-4749-9958-BB8E0F1E4F5E}" dt="2024-03-18T16:27:01.825" v="1417" actId="478"/>
          <ac:spMkLst>
            <pc:docMk/>
            <pc:sldMk cId="0" sldId="263"/>
            <ac:spMk id="852" creationId="{00000000-0000-0000-0000-000000000000}"/>
          </ac:spMkLst>
        </pc:spChg>
        <pc:spChg chg="add mod">
          <ac:chgData name="Cartwright, Max" userId="4fdaca64-157b-4f34-aebd-58f672b6a20c" providerId="ADAL" clId="{829B3FE3-71D5-4749-9958-BB8E0F1E4F5E}" dt="2024-03-18T21:06:40.377" v="4083" actId="1036"/>
          <ac:spMkLst>
            <pc:docMk/>
            <pc:sldMk cId="0" sldId="263"/>
            <ac:spMk id="852" creationId="{F47BBC94-64A1-12D6-F92D-E082C3431B1A}"/>
          </ac:spMkLst>
        </pc:spChg>
        <pc:spChg chg="del mod">
          <ac:chgData name="Cartwright, Max" userId="4fdaca64-157b-4f34-aebd-58f672b6a20c" providerId="ADAL" clId="{829B3FE3-71D5-4749-9958-BB8E0F1E4F5E}" dt="2024-03-18T16:27:19.053" v="1418" actId="478"/>
          <ac:spMkLst>
            <pc:docMk/>
            <pc:sldMk cId="0" sldId="263"/>
            <ac:spMk id="853" creationId="{00000000-0000-0000-0000-000000000000}"/>
          </ac:spMkLst>
        </pc:spChg>
        <pc:spChg chg="add mod">
          <ac:chgData name="Cartwright, Max" userId="4fdaca64-157b-4f34-aebd-58f672b6a20c" providerId="ADAL" clId="{829B3FE3-71D5-4749-9958-BB8E0F1E4F5E}" dt="2024-03-18T21:06:40.377" v="4083" actId="1036"/>
          <ac:spMkLst>
            <pc:docMk/>
            <pc:sldMk cId="0" sldId="263"/>
            <ac:spMk id="853" creationId="{CF5A6DC7-91CF-4E10-93EE-084AA4F240AC}"/>
          </ac:spMkLst>
        </pc:spChg>
        <pc:spChg chg="del mod">
          <ac:chgData name="Cartwright, Max" userId="4fdaca64-157b-4f34-aebd-58f672b6a20c" providerId="ADAL" clId="{829B3FE3-71D5-4749-9958-BB8E0F1E4F5E}" dt="2024-03-18T16:27:19.053" v="1418" actId="478"/>
          <ac:spMkLst>
            <pc:docMk/>
            <pc:sldMk cId="0" sldId="263"/>
            <ac:spMk id="854" creationId="{00000000-0000-0000-0000-000000000000}"/>
          </ac:spMkLst>
        </pc:spChg>
        <pc:spChg chg="add mod">
          <ac:chgData name="Cartwright, Max" userId="4fdaca64-157b-4f34-aebd-58f672b6a20c" providerId="ADAL" clId="{829B3FE3-71D5-4749-9958-BB8E0F1E4F5E}" dt="2024-03-18T21:06:40.377" v="4083" actId="1036"/>
          <ac:spMkLst>
            <pc:docMk/>
            <pc:sldMk cId="0" sldId="263"/>
            <ac:spMk id="854" creationId="{A98FA6FC-9CE3-8850-E35A-85497D80ACDF}"/>
          </ac:spMkLst>
        </pc:spChg>
        <pc:spChg chg="del mod">
          <ac:chgData name="Cartwright, Max" userId="4fdaca64-157b-4f34-aebd-58f672b6a20c" providerId="ADAL" clId="{829B3FE3-71D5-4749-9958-BB8E0F1E4F5E}" dt="2024-03-18T16:27:19.053" v="1418" actId="478"/>
          <ac:spMkLst>
            <pc:docMk/>
            <pc:sldMk cId="0" sldId="263"/>
            <ac:spMk id="855" creationId="{00000000-0000-0000-0000-000000000000}"/>
          </ac:spMkLst>
        </pc:spChg>
        <pc:spChg chg="add mod">
          <ac:chgData name="Cartwright, Max" userId="4fdaca64-157b-4f34-aebd-58f672b6a20c" providerId="ADAL" clId="{829B3FE3-71D5-4749-9958-BB8E0F1E4F5E}" dt="2024-03-18T21:06:40.377" v="4083" actId="1036"/>
          <ac:spMkLst>
            <pc:docMk/>
            <pc:sldMk cId="0" sldId="263"/>
            <ac:spMk id="855" creationId="{A4486976-88A6-A8E4-BF71-279505A4C2DD}"/>
          </ac:spMkLst>
        </pc:spChg>
        <pc:spChg chg="del mod">
          <ac:chgData name="Cartwright, Max" userId="4fdaca64-157b-4f34-aebd-58f672b6a20c" providerId="ADAL" clId="{829B3FE3-71D5-4749-9958-BB8E0F1E4F5E}" dt="2024-03-18T16:27:19.053" v="1418" actId="478"/>
          <ac:spMkLst>
            <pc:docMk/>
            <pc:sldMk cId="0" sldId="263"/>
            <ac:spMk id="856" creationId="{00000000-0000-0000-0000-000000000000}"/>
          </ac:spMkLst>
        </pc:spChg>
        <pc:spChg chg="add mod">
          <ac:chgData name="Cartwright, Max" userId="4fdaca64-157b-4f34-aebd-58f672b6a20c" providerId="ADAL" clId="{829B3FE3-71D5-4749-9958-BB8E0F1E4F5E}" dt="2024-03-18T21:06:40.377" v="4083" actId="1036"/>
          <ac:spMkLst>
            <pc:docMk/>
            <pc:sldMk cId="0" sldId="263"/>
            <ac:spMk id="856" creationId="{EF1734EA-875A-80CE-DCB4-63D57BA312D9}"/>
          </ac:spMkLst>
        </pc:spChg>
        <pc:spChg chg="del mod">
          <ac:chgData name="Cartwright, Max" userId="4fdaca64-157b-4f34-aebd-58f672b6a20c" providerId="ADAL" clId="{829B3FE3-71D5-4749-9958-BB8E0F1E4F5E}" dt="2024-03-18T16:27:19.053" v="1418" actId="478"/>
          <ac:spMkLst>
            <pc:docMk/>
            <pc:sldMk cId="0" sldId="263"/>
            <ac:spMk id="857" creationId="{00000000-0000-0000-0000-000000000000}"/>
          </ac:spMkLst>
        </pc:spChg>
        <pc:spChg chg="add mod">
          <ac:chgData name="Cartwright, Max" userId="4fdaca64-157b-4f34-aebd-58f672b6a20c" providerId="ADAL" clId="{829B3FE3-71D5-4749-9958-BB8E0F1E4F5E}" dt="2024-03-18T21:06:40.377" v="4083" actId="1036"/>
          <ac:spMkLst>
            <pc:docMk/>
            <pc:sldMk cId="0" sldId="263"/>
            <ac:spMk id="857" creationId="{8423E7BA-9850-B9A5-BCBC-AEBE9A0F5F9A}"/>
          </ac:spMkLst>
        </pc:spChg>
        <pc:spChg chg="del mod">
          <ac:chgData name="Cartwright, Max" userId="4fdaca64-157b-4f34-aebd-58f672b6a20c" providerId="ADAL" clId="{829B3FE3-71D5-4749-9958-BB8E0F1E4F5E}" dt="2024-03-18T16:27:19.053" v="1418" actId="478"/>
          <ac:spMkLst>
            <pc:docMk/>
            <pc:sldMk cId="0" sldId="263"/>
            <ac:spMk id="858" creationId="{00000000-0000-0000-0000-000000000000}"/>
          </ac:spMkLst>
        </pc:spChg>
        <pc:spChg chg="add mod">
          <ac:chgData name="Cartwright, Max" userId="4fdaca64-157b-4f34-aebd-58f672b6a20c" providerId="ADAL" clId="{829B3FE3-71D5-4749-9958-BB8E0F1E4F5E}" dt="2024-03-18T21:06:35.730" v="4078" actId="1076"/>
          <ac:spMkLst>
            <pc:docMk/>
            <pc:sldMk cId="0" sldId="263"/>
            <ac:spMk id="858" creationId="{153EAD49-6D34-FDE3-62E1-07527C938D2C}"/>
          </ac:spMkLst>
        </pc:spChg>
        <pc:spChg chg="del mod">
          <ac:chgData name="Cartwright, Max" userId="4fdaca64-157b-4f34-aebd-58f672b6a20c" providerId="ADAL" clId="{829B3FE3-71D5-4749-9958-BB8E0F1E4F5E}" dt="2024-03-18T16:27:19.053" v="1418" actId="478"/>
          <ac:spMkLst>
            <pc:docMk/>
            <pc:sldMk cId="0" sldId="263"/>
            <ac:spMk id="859"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60"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61"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62"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63"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64"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65"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66"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67"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68"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69"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70" creationId="{00000000-0000-0000-0000-000000000000}"/>
          </ac:spMkLst>
        </pc:spChg>
        <pc:spChg chg="del">
          <ac:chgData name="Cartwright, Max" userId="4fdaca64-157b-4f34-aebd-58f672b6a20c" providerId="ADAL" clId="{829B3FE3-71D5-4749-9958-BB8E0F1E4F5E}" dt="2024-03-18T13:44:44.191" v="1281" actId="478"/>
          <ac:spMkLst>
            <pc:docMk/>
            <pc:sldMk cId="0" sldId="263"/>
            <ac:spMk id="871"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72"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73"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74"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75"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76"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77"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78"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79"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80"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81"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82"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83"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84"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85"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86"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87"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88"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89"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90"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91"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92"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893" creationId="{00000000-0000-0000-0000-000000000000}"/>
          </ac:spMkLst>
        </pc:spChg>
        <pc:spChg chg="del mod">
          <ac:chgData name="Cartwright, Max" userId="4fdaca64-157b-4f34-aebd-58f672b6a20c" providerId="ADAL" clId="{829B3FE3-71D5-4749-9958-BB8E0F1E4F5E}" dt="2024-03-18T16:27:01.825" v="1417" actId="478"/>
          <ac:spMkLst>
            <pc:docMk/>
            <pc:sldMk cId="0" sldId="263"/>
            <ac:spMk id="894" creationId="{00000000-0000-0000-0000-000000000000}"/>
          </ac:spMkLst>
        </pc:spChg>
        <pc:spChg chg="del mod">
          <ac:chgData name="Cartwright, Max" userId="4fdaca64-157b-4f34-aebd-58f672b6a20c" providerId="ADAL" clId="{829B3FE3-71D5-4749-9958-BB8E0F1E4F5E}" dt="2024-03-18T16:27:01.825" v="1417" actId="478"/>
          <ac:spMkLst>
            <pc:docMk/>
            <pc:sldMk cId="0" sldId="263"/>
            <ac:spMk id="895" creationId="{00000000-0000-0000-0000-000000000000}"/>
          </ac:spMkLst>
        </pc:spChg>
        <pc:spChg chg="del mod">
          <ac:chgData name="Cartwright, Max" userId="4fdaca64-157b-4f34-aebd-58f672b6a20c" providerId="ADAL" clId="{829B3FE3-71D5-4749-9958-BB8E0F1E4F5E}" dt="2024-03-18T16:27:01.825" v="1417" actId="478"/>
          <ac:spMkLst>
            <pc:docMk/>
            <pc:sldMk cId="0" sldId="263"/>
            <ac:spMk id="896"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896" creationId="{1FD39499-E304-D30D-C2E6-8977A4B1B7E4}"/>
          </ac:spMkLst>
        </pc:spChg>
        <pc:spChg chg="del mod">
          <ac:chgData name="Cartwright, Max" userId="4fdaca64-157b-4f34-aebd-58f672b6a20c" providerId="ADAL" clId="{829B3FE3-71D5-4749-9958-BB8E0F1E4F5E}" dt="2024-03-18T16:27:01.825" v="1417" actId="478"/>
          <ac:spMkLst>
            <pc:docMk/>
            <pc:sldMk cId="0" sldId="263"/>
            <ac:spMk id="897"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897" creationId="{BF184F3D-FB44-C131-4E35-5A785D1110F4}"/>
          </ac:spMkLst>
        </pc:spChg>
        <pc:spChg chg="del mod">
          <ac:chgData name="Cartwright, Max" userId="4fdaca64-157b-4f34-aebd-58f672b6a20c" providerId="ADAL" clId="{829B3FE3-71D5-4749-9958-BB8E0F1E4F5E}" dt="2024-03-18T16:27:01.825" v="1417" actId="478"/>
          <ac:spMkLst>
            <pc:docMk/>
            <pc:sldMk cId="0" sldId="263"/>
            <ac:spMk id="898"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898" creationId="{3A763ABD-7042-7BC2-8473-E6FD847788D2}"/>
          </ac:spMkLst>
        </pc:spChg>
        <pc:spChg chg="del mod">
          <ac:chgData name="Cartwright, Max" userId="4fdaca64-157b-4f34-aebd-58f672b6a20c" providerId="ADAL" clId="{829B3FE3-71D5-4749-9958-BB8E0F1E4F5E}" dt="2024-03-18T16:27:01.825" v="1417" actId="478"/>
          <ac:spMkLst>
            <pc:docMk/>
            <pc:sldMk cId="0" sldId="263"/>
            <ac:spMk id="899"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899" creationId="{2BFA24C1-A99A-E461-41D6-29791B331B6C}"/>
          </ac:spMkLst>
        </pc:spChg>
        <pc:spChg chg="del mod">
          <ac:chgData name="Cartwright, Max" userId="4fdaca64-157b-4f34-aebd-58f672b6a20c" providerId="ADAL" clId="{829B3FE3-71D5-4749-9958-BB8E0F1E4F5E}" dt="2024-03-18T16:27:01.825" v="1417" actId="478"/>
          <ac:spMkLst>
            <pc:docMk/>
            <pc:sldMk cId="0" sldId="263"/>
            <ac:spMk id="900" creationId="{00000000-0000-0000-0000-000000000000}"/>
          </ac:spMkLst>
        </pc:spChg>
        <pc:spChg chg="del mod">
          <ac:chgData name="Cartwright, Max" userId="4fdaca64-157b-4f34-aebd-58f672b6a20c" providerId="ADAL" clId="{829B3FE3-71D5-4749-9958-BB8E0F1E4F5E}" dt="2024-03-18T16:27:01.825" v="1417" actId="478"/>
          <ac:spMkLst>
            <pc:docMk/>
            <pc:sldMk cId="0" sldId="263"/>
            <ac:spMk id="901"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01" creationId="{04A8C5D8-5842-A39E-765D-9D762DD6A6FE}"/>
          </ac:spMkLst>
        </pc:spChg>
        <pc:spChg chg="del mod">
          <ac:chgData name="Cartwright, Max" userId="4fdaca64-157b-4f34-aebd-58f672b6a20c" providerId="ADAL" clId="{829B3FE3-71D5-4749-9958-BB8E0F1E4F5E}" dt="2024-03-18T16:27:01.825" v="1417" actId="478"/>
          <ac:spMkLst>
            <pc:docMk/>
            <pc:sldMk cId="0" sldId="263"/>
            <ac:spMk id="902"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02" creationId="{214AE321-EE72-A60D-DC1A-14D2B846D1BD}"/>
          </ac:spMkLst>
        </pc:spChg>
        <pc:spChg chg="del mod">
          <ac:chgData name="Cartwright, Max" userId="4fdaca64-157b-4f34-aebd-58f672b6a20c" providerId="ADAL" clId="{829B3FE3-71D5-4749-9958-BB8E0F1E4F5E}" dt="2024-03-18T16:27:01.825" v="1417" actId="478"/>
          <ac:spMkLst>
            <pc:docMk/>
            <pc:sldMk cId="0" sldId="263"/>
            <ac:spMk id="903"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03" creationId="{94538072-6174-395E-17B6-DC1F5E394522}"/>
          </ac:spMkLst>
        </pc:spChg>
        <pc:spChg chg="del mod">
          <ac:chgData name="Cartwright, Max" userId="4fdaca64-157b-4f34-aebd-58f672b6a20c" providerId="ADAL" clId="{829B3FE3-71D5-4749-9958-BB8E0F1E4F5E}" dt="2024-03-18T16:27:01.825" v="1417" actId="478"/>
          <ac:spMkLst>
            <pc:docMk/>
            <pc:sldMk cId="0" sldId="263"/>
            <ac:spMk id="904"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04" creationId="{0F5A4F72-05FE-DA7D-090F-9A11630EFAA7}"/>
          </ac:spMkLst>
        </pc:spChg>
        <pc:spChg chg="del mod">
          <ac:chgData name="Cartwright, Max" userId="4fdaca64-157b-4f34-aebd-58f672b6a20c" providerId="ADAL" clId="{829B3FE3-71D5-4749-9958-BB8E0F1E4F5E}" dt="2024-03-18T16:27:01.825" v="1417" actId="478"/>
          <ac:spMkLst>
            <pc:docMk/>
            <pc:sldMk cId="0" sldId="263"/>
            <ac:spMk id="905"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05" creationId="{1D7EA22E-C703-C81D-D084-3AF2F0D0C8AF}"/>
          </ac:spMkLst>
        </pc:spChg>
        <pc:spChg chg="del mod">
          <ac:chgData name="Cartwright, Max" userId="4fdaca64-157b-4f34-aebd-58f672b6a20c" providerId="ADAL" clId="{829B3FE3-71D5-4749-9958-BB8E0F1E4F5E}" dt="2024-03-18T16:27:01.825" v="1417" actId="478"/>
          <ac:spMkLst>
            <pc:docMk/>
            <pc:sldMk cId="0" sldId="263"/>
            <ac:spMk id="906"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06" creationId="{1D12B99E-DDA9-1374-C3C0-C958FE75EA06}"/>
          </ac:spMkLst>
        </pc:spChg>
        <pc:spChg chg="del mod">
          <ac:chgData name="Cartwright, Max" userId="4fdaca64-157b-4f34-aebd-58f672b6a20c" providerId="ADAL" clId="{829B3FE3-71D5-4749-9958-BB8E0F1E4F5E}" dt="2024-03-18T16:27:01.825" v="1417" actId="478"/>
          <ac:spMkLst>
            <pc:docMk/>
            <pc:sldMk cId="0" sldId="263"/>
            <ac:spMk id="907"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07" creationId="{986CEE7A-EE70-12B5-20B4-D418730E8152}"/>
          </ac:spMkLst>
        </pc:spChg>
        <pc:spChg chg="del mod">
          <ac:chgData name="Cartwright, Max" userId="4fdaca64-157b-4f34-aebd-58f672b6a20c" providerId="ADAL" clId="{829B3FE3-71D5-4749-9958-BB8E0F1E4F5E}" dt="2024-03-18T16:27:19.053" v="1418" actId="478"/>
          <ac:spMkLst>
            <pc:docMk/>
            <pc:sldMk cId="0" sldId="263"/>
            <ac:spMk id="908"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08" creationId="{6327A437-E3F2-96E5-8EDD-2DD8335ACE43}"/>
          </ac:spMkLst>
        </pc:spChg>
        <pc:spChg chg="del mod">
          <ac:chgData name="Cartwright, Max" userId="4fdaca64-157b-4f34-aebd-58f672b6a20c" providerId="ADAL" clId="{829B3FE3-71D5-4749-9958-BB8E0F1E4F5E}" dt="2024-03-18T16:27:19.053" v="1418" actId="478"/>
          <ac:spMkLst>
            <pc:docMk/>
            <pc:sldMk cId="0" sldId="263"/>
            <ac:spMk id="909"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09" creationId="{A1CF825C-6049-803E-DE8A-E8EC877ECC0D}"/>
          </ac:spMkLst>
        </pc:spChg>
        <pc:spChg chg="del mod">
          <ac:chgData name="Cartwright, Max" userId="4fdaca64-157b-4f34-aebd-58f672b6a20c" providerId="ADAL" clId="{829B3FE3-71D5-4749-9958-BB8E0F1E4F5E}" dt="2024-03-18T16:27:19.053" v="1418" actId="478"/>
          <ac:spMkLst>
            <pc:docMk/>
            <pc:sldMk cId="0" sldId="263"/>
            <ac:spMk id="910"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10" creationId="{AF89BA41-2B78-14DE-B75D-51B1EDF4A79D}"/>
          </ac:spMkLst>
        </pc:spChg>
        <pc:spChg chg="del mod">
          <ac:chgData name="Cartwright, Max" userId="4fdaca64-157b-4f34-aebd-58f672b6a20c" providerId="ADAL" clId="{829B3FE3-71D5-4749-9958-BB8E0F1E4F5E}" dt="2024-03-18T16:27:19.053" v="1418" actId="478"/>
          <ac:spMkLst>
            <pc:docMk/>
            <pc:sldMk cId="0" sldId="263"/>
            <ac:spMk id="911"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11" creationId="{6752DE87-6064-B7D4-FB21-244CA5127D04}"/>
          </ac:spMkLst>
        </pc:spChg>
        <pc:spChg chg="del mod">
          <ac:chgData name="Cartwright, Max" userId="4fdaca64-157b-4f34-aebd-58f672b6a20c" providerId="ADAL" clId="{829B3FE3-71D5-4749-9958-BB8E0F1E4F5E}" dt="2024-03-18T16:27:19.053" v="1418" actId="478"/>
          <ac:spMkLst>
            <pc:docMk/>
            <pc:sldMk cId="0" sldId="263"/>
            <ac:spMk id="912"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12" creationId="{8D1E188C-E38B-02E7-D4B7-2DF0F9BC2BEC}"/>
          </ac:spMkLst>
        </pc:spChg>
        <pc:spChg chg="del mod">
          <ac:chgData name="Cartwright, Max" userId="4fdaca64-157b-4f34-aebd-58f672b6a20c" providerId="ADAL" clId="{829B3FE3-71D5-4749-9958-BB8E0F1E4F5E}" dt="2024-03-18T16:27:19.053" v="1418" actId="478"/>
          <ac:spMkLst>
            <pc:docMk/>
            <pc:sldMk cId="0" sldId="263"/>
            <ac:spMk id="913"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13" creationId="{666AAACF-6951-6B79-2D1E-E2E9678E353C}"/>
          </ac:spMkLst>
        </pc:spChg>
        <pc:spChg chg="del mod">
          <ac:chgData name="Cartwright, Max" userId="4fdaca64-157b-4f34-aebd-58f672b6a20c" providerId="ADAL" clId="{829B3FE3-71D5-4749-9958-BB8E0F1E4F5E}" dt="2024-03-18T16:27:19.053" v="1418" actId="478"/>
          <ac:spMkLst>
            <pc:docMk/>
            <pc:sldMk cId="0" sldId="263"/>
            <ac:spMk id="914"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14" creationId="{3CD34D11-5D40-A9D2-B9D7-90BC7FA1E665}"/>
          </ac:spMkLst>
        </pc:spChg>
        <pc:spChg chg="add del mod">
          <ac:chgData name="Cartwright, Max" userId="4fdaca64-157b-4f34-aebd-58f672b6a20c" providerId="ADAL" clId="{829B3FE3-71D5-4749-9958-BB8E0F1E4F5E}" dt="2024-03-18T18:08:00.803" v="1722"/>
          <ac:spMkLst>
            <pc:docMk/>
            <pc:sldMk cId="0" sldId="263"/>
            <ac:spMk id="915" creationId="{F1A66197-AA8A-3F31-1229-944107264DD3}"/>
          </ac:spMkLst>
        </pc:spChg>
        <pc:spChg chg="add del mod">
          <ac:chgData name="Cartwright, Max" userId="4fdaca64-157b-4f34-aebd-58f672b6a20c" providerId="ADAL" clId="{829B3FE3-71D5-4749-9958-BB8E0F1E4F5E}" dt="2024-03-18T18:08:00.803" v="1722"/>
          <ac:spMkLst>
            <pc:docMk/>
            <pc:sldMk cId="0" sldId="263"/>
            <ac:spMk id="916" creationId="{2B9462FB-D83C-C576-40E8-DA17B02F4E3F}"/>
          </ac:spMkLst>
        </pc:spChg>
        <pc:spChg chg="del mod">
          <ac:chgData name="Cartwright, Max" userId="4fdaca64-157b-4f34-aebd-58f672b6a20c" providerId="ADAL" clId="{829B3FE3-71D5-4749-9958-BB8E0F1E4F5E}" dt="2024-03-18T16:27:01.825" v="1417" actId="478"/>
          <ac:spMkLst>
            <pc:docMk/>
            <pc:sldMk cId="0" sldId="263"/>
            <ac:spMk id="917"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17" creationId="{283690A5-C26C-22B5-8A55-2D0E56A6853F}"/>
          </ac:spMkLst>
        </pc:spChg>
        <pc:spChg chg="del mod">
          <ac:chgData name="Cartwright, Max" userId="4fdaca64-157b-4f34-aebd-58f672b6a20c" providerId="ADAL" clId="{829B3FE3-71D5-4749-9958-BB8E0F1E4F5E}" dt="2024-03-18T16:27:01.825" v="1417" actId="478"/>
          <ac:spMkLst>
            <pc:docMk/>
            <pc:sldMk cId="0" sldId="263"/>
            <ac:spMk id="918" creationId="{00000000-0000-0000-0000-000000000000}"/>
          </ac:spMkLst>
        </pc:spChg>
        <pc:spChg chg="add del mod">
          <ac:chgData name="Cartwright, Max" userId="4fdaca64-157b-4f34-aebd-58f672b6a20c" providerId="ADAL" clId="{829B3FE3-71D5-4749-9958-BB8E0F1E4F5E}" dt="2024-03-18T18:08:00.803" v="1722"/>
          <ac:spMkLst>
            <pc:docMk/>
            <pc:sldMk cId="0" sldId="263"/>
            <ac:spMk id="918" creationId="{083CDD02-0ECA-A8F5-9FD9-C79D0E6ADC6B}"/>
          </ac:spMkLst>
        </pc:spChg>
        <pc:spChg chg="del mod">
          <ac:chgData name="Cartwright, Max" userId="4fdaca64-157b-4f34-aebd-58f672b6a20c" providerId="ADAL" clId="{829B3FE3-71D5-4749-9958-BB8E0F1E4F5E}" dt="2024-03-18T16:27:01.825" v="1417" actId="478"/>
          <ac:spMkLst>
            <pc:docMk/>
            <pc:sldMk cId="0" sldId="263"/>
            <ac:spMk id="919" creationId="{00000000-0000-0000-0000-000000000000}"/>
          </ac:spMkLst>
        </pc:spChg>
        <pc:spChg chg="add mod">
          <ac:chgData name="Cartwright, Max" userId="4fdaca64-157b-4f34-aebd-58f672b6a20c" providerId="ADAL" clId="{829B3FE3-71D5-4749-9958-BB8E0F1E4F5E}" dt="2024-03-18T21:06:12.700" v="4075" actId="207"/>
          <ac:spMkLst>
            <pc:docMk/>
            <pc:sldMk cId="0" sldId="263"/>
            <ac:spMk id="919" creationId="{43DD2AF1-E4EA-602E-C430-5A127881A1AA}"/>
          </ac:spMkLst>
        </pc:spChg>
        <pc:spChg chg="del mod">
          <ac:chgData name="Cartwright, Max" userId="4fdaca64-157b-4f34-aebd-58f672b6a20c" providerId="ADAL" clId="{829B3FE3-71D5-4749-9958-BB8E0F1E4F5E}" dt="2024-03-18T16:27:01.825" v="1417" actId="478"/>
          <ac:spMkLst>
            <pc:docMk/>
            <pc:sldMk cId="0" sldId="263"/>
            <ac:spMk id="920" creationId="{00000000-0000-0000-0000-000000000000}"/>
          </ac:spMkLst>
        </pc:spChg>
        <pc:spChg chg="add mod">
          <ac:chgData name="Cartwright, Max" userId="4fdaca64-157b-4f34-aebd-58f672b6a20c" providerId="ADAL" clId="{829B3FE3-71D5-4749-9958-BB8E0F1E4F5E}" dt="2024-03-18T20:35:43.215" v="3665" actId="1035"/>
          <ac:spMkLst>
            <pc:docMk/>
            <pc:sldMk cId="0" sldId="263"/>
            <ac:spMk id="920" creationId="{81FBE873-1F99-F342-6176-D753720ABCD4}"/>
          </ac:spMkLst>
        </pc:spChg>
        <pc:spChg chg="del mod">
          <ac:chgData name="Cartwright, Max" userId="4fdaca64-157b-4f34-aebd-58f672b6a20c" providerId="ADAL" clId="{829B3FE3-71D5-4749-9958-BB8E0F1E4F5E}" dt="2024-03-18T16:27:01.825" v="1417" actId="478"/>
          <ac:spMkLst>
            <pc:docMk/>
            <pc:sldMk cId="0" sldId="263"/>
            <ac:spMk id="921" creationId="{00000000-0000-0000-0000-000000000000}"/>
          </ac:spMkLst>
        </pc:spChg>
        <pc:spChg chg="add del mod">
          <ac:chgData name="Cartwright, Max" userId="4fdaca64-157b-4f34-aebd-58f672b6a20c" providerId="ADAL" clId="{829B3FE3-71D5-4749-9958-BB8E0F1E4F5E}" dt="2024-03-18T18:57:23.016" v="2973" actId="478"/>
          <ac:spMkLst>
            <pc:docMk/>
            <pc:sldMk cId="0" sldId="263"/>
            <ac:spMk id="921" creationId="{764E43D1-E20D-4325-37D4-EA640EA9DFF7}"/>
          </ac:spMkLst>
        </pc:spChg>
        <pc:spChg chg="add mod">
          <ac:chgData name="Cartwright, Max" userId="4fdaca64-157b-4f34-aebd-58f672b6a20c" providerId="ADAL" clId="{829B3FE3-71D5-4749-9958-BB8E0F1E4F5E}" dt="2024-03-18T20:35:43.215" v="3665" actId="1035"/>
          <ac:spMkLst>
            <pc:docMk/>
            <pc:sldMk cId="0" sldId="263"/>
            <ac:spMk id="922" creationId="{46760372-9D09-AC64-BE09-FD58759F2837}"/>
          </ac:spMkLst>
        </pc:spChg>
        <pc:spChg chg="del mod">
          <ac:chgData name="Cartwright, Max" userId="4fdaca64-157b-4f34-aebd-58f672b6a20c" providerId="ADAL" clId="{829B3FE3-71D5-4749-9958-BB8E0F1E4F5E}" dt="2024-03-18T16:27:19.053" v="1418" actId="478"/>
          <ac:spMkLst>
            <pc:docMk/>
            <pc:sldMk cId="0" sldId="263"/>
            <ac:spMk id="925" creationId="{00000000-0000-0000-0000-000000000000}"/>
          </ac:spMkLst>
        </pc:spChg>
        <pc:spChg chg="mod">
          <ac:chgData name="Cartwright, Max" userId="4fdaca64-157b-4f34-aebd-58f672b6a20c" providerId="ADAL" clId="{829B3FE3-71D5-4749-9958-BB8E0F1E4F5E}" dt="2024-03-18T18:08:00.852" v="1723"/>
          <ac:spMkLst>
            <pc:docMk/>
            <pc:sldMk cId="0" sldId="263"/>
            <ac:spMk id="925" creationId="{F8592C4F-D7AF-6774-E791-5ED5A0B47C63}"/>
          </ac:spMkLst>
        </pc:spChg>
        <pc:spChg chg="mod">
          <ac:chgData name="Cartwright, Max" userId="4fdaca64-157b-4f34-aebd-58f672b6a20c" providerId="ADAL" clId="{829B3FE3-71D5-4749-9958-BB8E0F1E4F5E}" dt="2024-03-18T21:02:07.456" v="4030" actId="1076"/>
          <ac:spMkLst>
            <pc:docMk/>
            <pc:sldMk cId="0" sldId="263"/>
            <ac:spMk id="926" creationId="{00000000-0000-0000-0000-000000000000}"/>
          </ac:spMkLst>
        </pc:spChg>
        <pc:spChg chg="mod">
          <ac:chgData name="Cartwright, Max" userId="4fdaca64-157b-4f34-aebd-58f672b6a20c" providerId="ADAL" clId="{829B3FE3-71D5-4749-9958-BB8E0F1E4F5E}" dt="2024-03-18T21:02:25.399" v="4034" actId="12789"/>
          <ac:spMkLst>
            <pc:docMk/>
            <pc:sldMk cId="0" sldId="263"/>
            <ac:spMk id="927" creationId="{00000000-0000-0000-0000-000000000000}"/>
          </ac:spMkLst>
        </pc:spChg>
        <pc:spChg chg="mod">
          <ac:chgData name="Cartwright, Max" userId="4fdaca64-157b-4f34-aebd-58f672b6a20c" providerId="ADAL" clId="{829B3FE3-71D5-4749-9958-BB8E0F1E4F5E}" dt="2024-03-18T21:02:25.399" v="4034" actId="12789"/>
          <ac:spMkLst>
            <pc:docMk/>
            <pc:sldMk cId="0" sldId="263"/>
            <ac:spMk id="928" creationId="{00000000-0000-0000-0000-000000000000}"/>
          </ac:spMkLst>
        </pc:spChg>
        <pc:spChg chg="del mod">
          <ac:chgData name="Cartwright, Max" userId="4fdaca64-157b-4f34-aebd-58f672b6a20c" providerId="ADAL" clId="{829B3FE3-71D5-4749-9958-BB8E0F1E4F5E}" dt="2024-03-18T16:27:01.825" v="1417" actId="478"/>
          <ac:spMkLst>
            <pc:docMk/>
            <pc:sldMk cId="0" sldId="263"/>
            <ac:spMk id="929" creationId="{00000000-0000-0000-0000-000000000000}"/>
          </ac:spMkLst>
        </pc:spChg>
        <pc:spChg chg="mod">
          <ac:chgData name="Cartwright, Max" userId="4fdaca64-157b-4f34-aebd-58f672b6a20c" providerId="ADAL" clId="{829B3FE3-71D5-4749-9958-BB8E0F1E4F5E}" dt="2024-03-18T18:08:00.852" v="1723"/>
          <ac:spMkLst>
            <pc:docMk/>
            <pc:sldMk cId="0" sldId="263"/>
            <ac:spMk id="929" creationId="{20DBDD8C-9EC0-A089-60DA-9ECAC2750252}"/>
          </ac:spMkLst>
        </pc:spChg>
        <pc:spChg chg="del mod">
          <ac:chgData name="Cartwright, Max" userId="4fdaca64-157b-4f34-aebd-58f672b6a20c" providerId="ADAL" clId="{829B3FE3-71D5-4749-9958-BB8E0F1E4F5E}" dt="2024-03-18T16:27:01.825" v="1417" actId="478"/>
          <ac:spMkLst>
            <pc:docMk/>
            <pc:sldMk cId="0" sldId="263"/>
            <ac:spMk id="930" creationId="{00000000-0000-0000-0000-000000000000}"/>
          </ac:spMkLst>
        </pc:spChg>
        <pc:spChg chg="mod">
          <ac:chgData name="Cartwright, Max" userId="4fdaca64-157b-4f34-aebd-58f672b6a20c" providerId="ADAL" clId="{829B3FE3-71D5-4749-9958-BB8E0F1E4F5E}" dt="2024-03-18T18:08:00.852" v="1723"/>
          <ac:spMkLst>
            <pc:docMk/>
            <pc:sldMk cId="0" sldId="263"/>
            <ac:spMk id="930" creationId="{CE367835-46EF-99E5-82F8-D3EAC0DCEFD0}"/>
          </ac:spMkLst>
        </pc:spChg>
        <pc:spChg chg="del mod">
          <ac:chgData name="Cartwright, Max" userId="4fdaca64-157b-4f34-aebd-58f672b6a20c" providerId="ADAL" clId="{829B3FE3-71D5-4749-9958-BB8E0F1E4F5E}" dt="2024-03-18T16:27:01.825" v="1417" actId="478"/>
          <ac:spMkLst>
            <pc:docMk/>
            <pc:sldMk cId="0" sldId="263"/>
            <ac:spMk id="931" creationId="{00000000-0000-0000-0000-000000000000}"/>
          </ac:spMkLst>
        </pc:spChg>
        <pc:spChg chg="mod">
          <ac:chgData name="Cartwright, Max" userId="4fdaca64-157b-4f34-aebd-58f672b6a20c" providerId="ADAL" clId="{829B3FE3-71D5-4749-9958-BB8E0F1E4F5E}" dt="2024-03-18T18:08:00.852" v="1723"/>
          <ac:spMkLst>
            <pc:docMk/>
            <pc:sldMk cId="0" sldId="263"/>
            <ac:spMk id="931" creationId="{543FD07C-D777-9059-BCFB-B63911E30130}"/>
          </ac:spMkLst>
        </pc:spChg>
        <pc:spChg chg="del mod">
          <ac:chgData name="Cartwright, Max" userId="4fdaca64-157b-4f34-aebd-58f672b6a20c" providerId="ADAL" clId="{829B3FE3-71D5-4749-9958-BB8E0F1E4F5E}" dt="2024-03-18T16:27:01.825" v="1417" actId="478"/>
          <ac:spMkLst>
            <pc:docMk/>
            <pc:sldMk cId="0" sldId="263"/>
            <ac:spMk id="932" creationId="{00000000-0000-0000-0000-000000000000}"/>
          </ac:spMkLst>
        </pc:spChg>
        <pc:spChg chg="add mod">
          <ac:chgData name="Cartwright, Max" userId="4fdaca64-157b-4f34-aebd-58f672b6a20c" providerId="ADAL" clId="{829B3FE3-71D5-4749-9958-BB8E0F1E4F5E}" dt="2024-03-18T20:35:43.215" v="3665" actId="1035"/>
          <ac:spMkLst>
            <pc:docMk/>
            <pc:sldMk cId="0" sldId="263"/>
            <ac:spMk id="932" creationId="{DD5F3BF4-35F4-35C1-1170-96F20A155572}"/>
          </ac:spMkLst>
        </pc:spChg>
        <pc:spChg chg="del mod">
          <ac:chgData name="Cartwright, Max" userId="4fdaca64-157b-4f34-aebd-58f672b6a20c" providerId="ADAL" clId="{829B3FE3-71D5-4749-9958-BB8E0F1E4F5E}" dt="2024-03-18T16:27:19.053" v="1418" actId="478"/>
          <ac:spMkLst>
            <pc:docMk/>
            <pc:sldMk cId="0" sldId="263"/>
            <ac:spMk id="933" creationId="{00000000-0000-0000-0000-000000000000}"/>
          </ac:spMkLst>
        </pc:spChg>
        <pc:spChg chg="add mod">
          <ac:chgData name="Cartwright, Max" userId="4fdaca64-157b-4f34-aebd-58f672b6a20c" providerId="ADAL" clId="{829B3FE3-71D5-4749-9958-BB8E0F1E4F5E}" dt="2024-03-18T18:21:58.607" v="2387" actId="1036"/>
          <ac:spMkLst>
            <pc:docMk/>
            <pc:sldMk cId="0" sldId="263"/>
            <ac:spMk id="933" creationId="{09A78593-A2CE-DB08-A883-0D627CF5EFF1}"/>
          </ac:spMkLst>
        </pc:spChg>
        <pc:spChg chg="del mod">
          <ac:chgData name="Cartwright, Max" userId="4fdaca64-157b-4f34-aebd-58f672b6a20c" providerId="ADAL" clId="{829B3FE3-71D5-4749-9958-BB8E0F1E4F5E}" dt="2024-03-18T16:27:19.053" v="1418" actId="478"/>
          <ac:spMkLst>
            <pc:docMk/>
            <pc:sldMk cId="0" sldId="263"/>
            <ac:spMk id="934" creationId="{00000000-0000-0000-0000-000000000000}"/>
          </ac:spMkLst>
        </pc:spChg>
        <pc:spChg chg="add mod">
          <ac:chgData name="Cartwright, Max" userId="4fdaca64-157b-4f34-aebd-58f672b6a20c" providerId="ADAL" clId="{829B3FE3-71D5-4749-9958-BB8E0F1E4F5E}" dt="2024-03-18T18:19:49.475" v="2195" actId="1037"/>
          <ac:spMkLst>
            <pc:docMk/>
            <pc:sldMk cId="0" sldId="263"/>
            <ac:spMk id="934" creationId="{0979304A-FC80-2B6E-EDCB-57B77260AE98}"/>
          </ac:spMkLst>
        </pc:spChg>
        <pc:spChg chg="del mod">
          <ac:chgData name="Cartwright, Max" userId="4fdaca64-157b-4f34-aebd-58f672b6a20c" providerId="ADAL" clId="{829B3FE3-71D5-4749-9958-BB8E0F1E4F5E}" dt="2024-03-18T16:27:19.053" v="1418" actId="478"/>
          <ac:spMkLst>
            <pc:docMk/>
            <pc:sldMk cId="0" sldId="263"/>
            <ac:spMk id="935" creationId="{00000000-0000-0000-0000-000000000000}"/>
          </ac:spMkLst>
        </pc:spChg>
        <pc:spChg chg="add mod">
          <ac:chgData name="Cartwright, Max" userId="4fdaca64-157b-4f34-aebd-58f672b6a20c" providerId="ADAL" clId="{829B3FE3-71D5-4749-9958-BB8E0F1E4F5E}" dt="2024-03-18T20:33:37.435" v="3646" actId="14100"/>
          <ac:spMkLst>
            <pc:docMk/>
            <pc:sldMk cId="0" sldId="263"/>
            <ac:spMk id="935" creationId="{84026126-094C-5DF1-5F1E-70DD18DF9982}"/>
          </ac:spMkLst>
        </pc:spChg>
        <pc:spChg chg="del mod">
          <ac:chgData name="Cartwright, Max" userId="4fdaca64-157b-4f34-aebd-58f672b6a20c" providerId="ADAL" clId="{829B3FE3-71D5-4749-9958-BB8E0F1E4F5E}" dt="2024-03-18T16:27:19.053" v="1418" actId="478"/>
          <ac:spMkLst>
            <pc:docMk/>
            <pc:sldMk cId="0" sldId="263"/>
            <ac:spMk id="936" creationId="{00000000-0000-0000-0000-000000000000}"/>
          </ac:spMkLst>
        </pc:spChg>
        <pc:spChg chg="add mod">
          <ac:chgData name="Cartwright, Max" userId="4fdaca64-157b-4f34-aebd-58f672b6a20c" providerId="ADAL" clId="{829B3FE3-71D5-4749-9958-BB8E0F1E4F5E}" dt="2024-03-18T20:34:30.244" v="3655" actId="14100"/>
          <ac:spMkLst>
            <pc:docMk/>
            <pc:sldMk cId="0" sldId="263"/>
            <ac:spMk id="936" creationId="{0755209E-BAE9-1417-FBC0-F9F21DA6CB4B}"/>
          </ac:spMkLst>
        </pc:spChg>
        <pc:spChg chg="del mod">
          <ac:chgData name="Cartwright, Max" userId="4fdaca64-157b-4f34-aebd-58f672b6a20c" providerId="ADAL" clId="{829B3FE3-71D5-4749-9958-BB8E0F1E4F5E}" dt="2024-03-18T16:27:19.053" v="1418" actId="478"/>
          <ac:spMkLst>
            <pc:docMk/>
            <pc:sldMk cId="0" sldId="263"/>
            <ac:spMk id="937" creationId="{00000000-0000-0000-0000-000000000000}"/>
          </ac:spMkLst>
        </pc:spChg>
        <pc:spChg chg="add mod">
          <ac:chgData name="Cartwright, Max" userId="4fdaca64-157b-4f34-aebd-58f672b6a20c" providerId="ADAL" clId="{829B3FE3-71D5-4749-9958-BB8E0F1E4F5E}" dt="2024-03-18T21:06:22.533" v="4077" actId="6549"/>
          <ac:spMkLst>
            <pc:docMk/>
            <pc:sldMk cId="0" sldId="263"/>
            <ac:spMk id="937" creationId="{3ACCBBB7-3109-32B7-844B-D3709E3FF15F}"/>
          </ac:spMkLst>
        </pc:spChg>
        <pc:spChg chg="del mod">
          <ac:chgData name="Cartwright, Max" userId="4fdaca64-157b-4f34-aebd-58f672b6a20c" providerId="ADAL" clId="{829B3FE3-71D5-4749-9958-BB8E0F1E4F5E}" dt="2024-03-18T16:27:19.053" v="1418" actId="478"/>
          <ac:spMkLst>
            <pc:docMk/>
            <pc:sldMk cId="0" sldId="263"/>
            <ac:spMk id="938" creationId="{00000000-0000-0000-0000-000000000000}"/>
          </ac:spMkLst>
        </pc:spChg>
        <pc:spChg chg="add del mod">
          <ac:chgData name="Cartwright, Max" userId="4fdaca64-157b-4f34-aebd-58f672b6a20c" providerId="ADAL" clId="{829B3FE3-71D5-4749-9958-BB8E0F1E4F5E}" dt="2024-03-18T18:08:56.255" v="1872" actId="478"/>
          <ac:spMkLst>
            <pc:docMk/>
            <pc:sldMk cId="0" sldId="263"/>
            <ac:spMk id="938" creationId="{EAAF7593-7176-02FD-F05D-46111B4A5CEA}"/>
          </ac:spMkLst>
        </pc:spChg>
        <pc:spChg chg="del mod">
          <ac:chgData name="Cartwright, Max" userId="4fdaca64-157b-4f34-aebd-58f672b6a20c" providerId="ADAL" clId="{829B3FE3-71D5-4749-9958-BB8E0F1E4F5E}" dt="2024-03-18T16:27:19.053" v="1418" actId="478"/>
          <ac:spMkLst>
            <pc:docMk/>
            <pc:sldMk cId="0" sldId="263"/>
            <ac:spMk id="939" creationId="{00000000-0000-0000-0000-000000000000}"/>
          </ac:spMkLst>
        </pc:spChg>
        <pc:spChg chg="add mod">
          <ac:chgData name="Cartwright, Max" userId="4fdaca64-157b-4f34-aebd-58f672b6a20c" providerId="ADAL" clId="{829B3FE3-71D5-4749-9958-BB8E0F1E4F5E}" dt="2024-03-18T20:58:49.356" v="3937" actId="2085"/>
          <ac:spMkLst>
            <pc:docMk/>
            <pc:sldMk cId="0" sldId="263"/>
            <ac:spMk id="939" creationId="{3A85A14C-0EF4-198C-E23F-9282150AF974}"/>
          </ac:spMkLst>
        </pc:spChg>
        <pc:spChg chg="mod">
          <ac:chgData name="Cartwright, Max" userId="4fdaca64-157b-4f34-aebd-58f672b6a20c" providerId="ADAL" clId="{829B3FE3-71D5-4749-9958-BB8E0F1E4F5E}" dt="2024-03-18T18:21:58.607" v="2387" actId="1036"/>
          <ac:spMkLst>
            <pc:docMk/>
            <pc:sldMk cId="0" sldId="263"/>
            <ac:spMk id="940" creationId="{00000000-0000-0000-0000-000000000000}"/>
          </ac:spMkLst>
        </pc:spChg>
        <pc:spChg chg="del mod">
          <ac:chgData name="Cartwright, Max" userId="4fdaca64-157b-4f34-aebd-58f672b6a20c" providerId="ADAL" clId="{829B3FE3-71D5-4749-9958-BB8E0F1E4F5E}" dt="2024-03-18T16:27:19.053" v="1418" actId="478"/>
          <ac:spMkLst>
            <pc:docMk/>
            <pc:sldMk cId="0" sldId="263"/>
            <ac:spMk id="941" creationId="{00000000-0000-0000-0000-000000000000}"/>
          </ac:spMkLst>
        </pc:spChg>
        <pc:spChg chg="add mod">
          <ac:chgData name="Cartwright, Max" userId="4fdaca64-157b-4f34-aebd-58f672b6a20c" providerId="ADAL" clId="{829B3FE3-71D5-4749-9958-BB8E0F1E4F5E}" dt="2024-03-18T20:58:49.356" v="3937" actId="2085"/>
          <ac:spMkLst>
            <pc:docMk/>
            <pc:sldMk cId="0" sldId="263"/>
            <ac:spMk id="941" creationId="{29F2ADEA-02E3-1F4F-DA91-11DF140C0687}"/>
          </ac:spMkLst>
        </pc:spChg>
        <pc:spChg chg="del mod">
          <ac:chgData name="Cartwright, Max" userId="4fdaca64-157b-4f34-aebd-58f672b6a20c" providerId="ADAL" clId="{829B3FE3-71D5-4749-9958-BB8E0F1E4F5E}" dt="2024-03-18T16:27:19.053" v="1418" actId="478"/>
          <ac:spMkLst>
            <pc:docMk/>
            <pc:sldMk cId="0" sldId="263"/>
            <ac:spMk id="942" creationId="{00000000-0000-0000-0000-000000000000}"/>
          </ac:spMkLst>
        </pc:spChg>
        <pc:spChg chg="add mod">
          <ac:chgData name="Cartwright, Max" userId="4fdaca64-157b-4f34-aebd-58f672b6a20c" providerId="ADAL" clId="{829B3FE3-71D5-4749-9958-BB8E0F1E4F5E}" dt="2024-03-18T18:21:58.607" v="2387" actId="1036"/>
          <ac:spMkLst>
            <pc:docMk/>
            <pc:sldMk cId="0" sldId="263"/>
            <ac:spMk id="943" creationId="{E0961D12-0C58-FEF3-943E-83DC2FCED295}"/>
          </ac:spMkLst>
        </pc:spChg>
        <pc:spChg chg="mod topLvl">
          <ac:chgData name="Cartwright, Max" userId="4fdaca64-157b-4f34-aebd-58f672b6a20c" providerId="ADAL" clId="{829B3FE3-71D5-4749-9958-BB8E0F1E4F5E}" dt="2024-03-18T20:25:44.621" v="3547" actId="12788"/>
          <ac:spMkLst>
            <pc:docMk/>
            <pc:sldMk cId="0" sldId="263"/>
            <ac:spMk id="944" creationId="{F5749439-B36A-433D-F810-BBFC650B4B96}"/>
          </ac:spMkLst>
        </pc:spChg>
        <pc:spChg chg="mod topLvl">
          <ac:chgData name="Cartwright, Max" userId="4fdaca64-157b-4f34-aebd-58f672b6a20c" providerId="ADAL" clId="{829B3FE3-71D5-4749-9958-BB8E0F1E4F5E}" dt="2024-03-18T20:40:02.151" v="3715" actId="208"/>
          <ac:spMkLst>
            <pc:docMk/>
            <pc:sldMk cId="0" sldId="263"/>
            <ac:spMk id="945" creationId="{AD2CBC71-CDD7-1676-E9E8-752D0EDC1391}"/>
          </ac:spMkLst>
        </pc:spChg>
        <pc:spChg chg="add mod">
          <ac:chgData name="Cartwright, Max" userId="4fdaca64-157b-4f34-aebd-58f672b6a20c" providerId="ADAL" clId="{829B3FE3-71D5-4749-9958-BB8E0F1E4F5E}" dt="2024-03-18T20:40:02.151" v="3715" actId="208"/>
          <ac:spMkLst>
            <pc:docMk/>
            <pc:sldMk cId="0" sldId="263"/>
            <ac:spMk id="946" creationId="{0D5B4D6F-181C-C605-F6CA-5457D33C7198}"/>
          </ac:spMkLst>
        </pc:spChg>
        <pc:spChg chg="add mod">
          <ac:chgData name="Cartwright, Max" userId="4fdaca64-157b-4f34-aebd-58f672b6a20c" providerId="ADAL" clId="{829B3FE3-71D5-4749-9958-BB8E0F1E4F5E}" dt="2024-03-18T20:25:50.240" v="3548" actId="12788"/>
          <ac:spMkLst>
            <pc:docMk/>
            <pc:sldMk cId="0" sldId="263"/>
            <ac:spMk id="947" creationId="{276D7BE6-3DC4-9C59-FF9F-FE5F43EE2DE2}"/>
          </ac:spMkLst>
        </pc:spChg>
        <pc:spChg chg="add mod">
          <ac:chgData name="Cartwright, Max" userId="4fdaca64-157b-4f34-aebd-58f672b6a20c" providerId="ADAL" clId="{829B3FE3-71D5-4749-9958-BB8E0F1E4F5E}" dt="2024-03-18T20:40:02.151" v="3715" actId="208"/>
          <ac:spMkLst>
            <pc:docMk/>
            <pc:sldMk cId="0" sldId="263"/>
            <ac:spMk id="948" creationId="{5420B4F8-4BCD-D5A6-E8D4-C592DA6BF265}"/>
          </ac:spMkLst>
        </pc:spChg>
        <pc:spChg chg="add mod">
          <ac:chgData name="Cartwright, Max" userId="4fdaca64-157b-4f34-aebd-58f672b6a20c" providerId="ADAL" clId="{829B3FE3-71D5-4749-9958-BB8E0F1E4F5E}" dt="2024-03-18T20:40:02.151" v="3715" actId="208"/>
          <ac:spMkLst>
            <pc:docMk/>
            <pc:sldMk cId="0" sldId="263"/>
            <ac:spMk id="949" creationId="{CD5A2B5C-C64F-C49C-CA2E-D244CC68809A}"/>
          </ac:spMkLst>
        </pc:spChg>
        <pc:spChg chg="add mod">
          <ac:chgData name="Cartwright, Max" userId="4fdaca64-157b-4f34-aebd-58f672b6a20c" providerId="ADAL" clId="{829B3FE3-71D5-4749-9958-BB8E0F1E4F5E}" dt="2024-03-18T21:06:40.377" v="4083" actId="1036"/>
          <ac:spMkLst>
            <pc:docMk/>
            <pc:sldMk cId="0" sldId="263"/>
            <ac:spMk id="950" creationId="{348E270E-2884-B0D2-C629-4DFBCED8281B}"/>
          </ac:spMkLst>
        </pc:spChg>
        <pc:spChg chg="add mod">
          <ac:chgData name="Cartwright, Max" userId="4fdaca64-157b-4f34-aebd-58f672b6a20c" providerId="ADAL" clId="{829B3FE3-71D5-4749-9958-BB8E0F1E4F5E}" dt="2024-03-18T21:06:40.377" v="4083" actId="1036"/>
          <ac:spMkLst>
            <pc:docMk/>
            <pc:sldMk cId="0" sldId="263"/>
            <ac:spMk id="951" creationId="{0315869A-6180-063A-91F1-094BA7F40B9F}"/>
          </ac:spMkLst>
        </pc:spChg>
        <pc:spChg chg="add mod">
          <ac:chgData name="Cartwright, Max" userId="4fdaca64-157b-4f34-aebd-58f672b6a20c" providerId="ADAL" clId="{829B3FE3-71D5-4749-9958-BB8E0F1E4F5E}" dt="2024-03-18T21:06:40.377" v="4083" actId="1036"/>
          <ac:spMkLst>
            <pc:docMk/>
            <pc:sldMk cId="0" sldId="263"/>
            <ac:spMk id="952" creationId="{F856E8DF-CDC7-D532-B846-5A766AA568D8}"/>
          </ac:spMkLst>
        </pc:spChg>
        <pc:spChg chg="add mod">
          <ac:chgData name="Cartwright, Max" userId="4fdaca64-157b-4f34-aebd-58f672b6a20c" providerId="ADAL" clId="{829B3FE3-71D5-4749-9958-BB8E0F1E4F5E}" dt="2024-03-18T21:06:40.377" v="4083" actId="1036"/>
          <ac:spMkLst>
            <pc:docMk/>
            <pc:sldMk cId="0" sldId="263"/>
            <ac:spMk id="953" creationId="{F47B2A84-67F1-D91B-8106-E98A161C9E62}"/>
          </ac:spMkLst>
        </pc:spChg>
        <pc:spChg chg="add mod">
          <ac:chgData name="Cartwright, Max" userId="4fdaca64-157b-4f34-aebd-58f672b6a20c" providerId="ADAL" clId="{829B3FE3-71D5-4749-9958-BB8E0F1E4F5E}" dt="2024-03-18T21:06:40.377" v="4083" actId="1036"/>
          <ac:spMkLst>
            <pc:docMk/>
            <pc:sldMk cId="0" sldId="263"/>
            <ac:spMk id="954" creationId="{86602B55-6166-406D-36FF-5C0361B14F40}"/>
          </ac:spMkLst>
        </pc:spChg>
        <pc:spChg chg="add mod">
          <ac:chgData name="Cartwright, Max" userId="4fdaca64-157b-4f34-aebd-58f672b6a20c" providerId="ADAL" clId="{829B3FE3-71D5-4749-9958-BB8E0F1E4F5E}" dt="2024-03-18T21:06:40.377" v="4083" actId="1036"/>
          <ac:spMkLst>
            <pc:docMk/>
            <pc:sldMk cId="0" sldId="263"/>
            <ac:spMk id="955" creationId="{F1ACF85E-FA94-38BF-28D4-8871CA5E70B4}"/>
          </ac:spMkLst>
        </pc:spChg>
        <pc:spChg chg="add mod">
          <ac:chgData name="Cartwright, Max" userId="4fdaca64-157b-4f34-aebd-58f672b6a20c" providerId="ADAL" clId="{829B3FE3-71D5-4749-9958-BB8E0F1E4F5E}" dt="2024-03-18T18:21:58.607" v="2387" actId="1036"/>
          <ac:spMkLst>
            <pc:docMk/>
            <pc:sldMk cId="0" sldId="263"/>
            <ac:spMk id="956" creationId="{39BA74A3-3C2B-6CDC-1CF1-DADDC69CFEFB}"/>
          </ac:spMkLst>
        </pc:spChg>
        <pc:spChg chg="mod topLvl">
          <ac:chgData name="Cartwright, Max" userId="4fdaca64-157b-4f34-aebd-58f672b6a20c" providerId="ADAL" clId="{829B3FE3-71D5-4749-9958-BB8E0F1E4F5E}" dt="2024-03-18T20:25:50.240" v="3548" actId="12788"/>
          <ac:spMkLst>
            <pc:docMk/>
            <pc:sldMk cId="0" sldId="263"/>
            <ac:spMk id="957" creationId="{3A43BBE0-8ADD-FEE5-8EF3-DFB995B2BFB7}"/>
          </ac:spMkLst>
        </pc:spChg>
        <pc:spChg chg="mod topLvl">
          <ac:chgData name="Cartwright, Max" userId="4fdaca64-157b-4f34-aebd-58f672b6a20c" providerId="ADAL" clId="{829B3FE3-71D5-4749-9958-BB8E0F1E4F5E}" dt="2024-03-18T20:40:19.118" v="3719" actId="208"/>
          <ac:spMkLst>
            <pc:docMk/>
            <pc:sldMk cId="0" sldId="263"/>
            <ac:spMk id="958" creationId="{B2176C95-85A4-394C-C28E-0A1859AE1C8B}"/>
          </ac:spMkLst>
        </pc:spChg>
        <pc:spChg chg="add del mod">
          <ac:chgData name="Cartwright, Max" userId="4fdaca64-157b-4f34-aebd-58f672b6a20c" providerId="ADAL" clId="{829B3FE3-71D5-4749-9958-BB8E0F1E4F5E}" dt="2024-03-18T18:11:12.325" v="1945" actId="478"/>
          <ac:spMkLst>
            <pc:docMk/>
            <pc:sldMk cId="0" sldId="263"/>
            <ac:spMk id="959" creationId="{1750BE3A-2FD2-A532-879F-0CC31D677878}"/>
          </ac:spMkLst>
        </pc:spChg>
        <pc:spChg chg="add mod">
          <ac:chgData name="Cartwright, Max" userId="4fdaca64-157b-4f34-aebd-58f672b6a20c" providerId="ADAL" clId="{829B3FE3-71D5-4749-9958-BB8E0F1E4F5E}" dt="2024-03-18T20:26:05.811" v="3550" actId="12788"/>
          <ac:spMkLst>
            <pc:docMk/>
            <pc:sldMk cId="0" sldId="263"/>
            <ac:spMk id="960" creationId="{40BE3179-05A7-D6B4-2872-993B997A63DB}"/>
          </ac:spMkLst>
        </pc:spChg>
        <pc:spChg chg="add mod">
          <ac:chgData name="Cartwright, Max" userId="4fdaca64-157b-4f34-aebd-58f672b6a20c" providerId="ADAL" clId="{829B3FE3-71D5-4749-9958-BB8E0F1E4F5E}" dt="2024-03-18T20:26:05.811" v="3550" actId="12788"/>
          <ac:spMkLst>
            <pc:docMk/>
            <pc:sldMk cId="0" sldId="263"/>
            <ac:spMk id="961" creationId="{83667437-610F-C997-0BA5-3282DF7DB1F8}"/>
          </ac:spMkLst>
        </pc:spChg>
        <pc:spChg chg="add mod">
          <ac:chgData name="Cartwright, Max" userId="4fdaca64-157b-4f34-aebd-58f672b6a20c" providerId="ADAL" clId="{829B3FE3-71D5-4749-9958-BB8E0F1E4F5E}" dt="2024-03-18T20:40:02.151" v="3715" actId="208"/>
          <ac:spMkLst>
            <pc:docMk/>
            <pc:sldMk cId="0" sldId="263"/>
            <ac:spMk id="962" creationId="{C7A49277-9DD9-6860-BD4D-97AED7D3936D}"/>
          </ac:spMkLst>
        </pc:spChg>
        <pc:spChg chg="add mod">
          <ac:chgData name="Cartwright, Max" userId="4fdaca64-157b-4f34-aebd-58f672b6a20c" providerId="ADAL" clId="{829B3FE3-71D5-4749-9958-BB8E0F1E4F5E}" dt="2024-03-18T20:25:44.621" v="3547" actId="12788"/>
          <ac:spMkLst>
            <pc:docMk/>
            <pc:sldMk cId="0" sldId="263"/>
            <ac:spMk id="963" creationId="{13BECDC8-DC4C-5772-4F37-7AB97BA3BD4F}"/>
          </ac:spMkLst>
        </pc:spChg>
        <pc:spChg chg="add del mod">
          <ac:chgData name="Cartwright, Max" userId="4fdaca64-157b-4f34-aebd-58f672b6a20c" providerId="ADAL" clId="{829B3FE3-71D5-4749-9958-BB8E0F1E4F5E}" dt="2024-03-18T18:08:58.942" v="1873" actId="478"/>
          <ac:spMkLst>
            <pc:docMk/>
            <pc:sldMk cId="0" sldId="263"/>
            <ac:spMk id="964" creationId="{1037B164-AF7B-EF5C-1D32-A8C5F9255A9E}"/>
          </ac:spMkLst>
        </pc:spChg>
        <pc:spChg chg="add mod">
          <ac:chgData name="Cartwright, Max" userId="4fdaca64-157b-4f34-aebd-58f672b6a20c" providerId="ADAL" clId="{829B3FE3-71D5-4749-9958-BB8E0F1E4F5E}" dt="2024-03-18T21:05:52.624" v="4072" actId="207"/>
          <ac:spMkLst>
            <pc:docMk/>
            <pc:sldMk cId="0" sldId="263"/>
            <ac:spMk id="965" creationId="{600B64E9-5196-422E-952D-7C2A2C528987}"/>
          </ac:spMkLst>
        </pc:spChg>
        <pc:spChg chg="add mod">
          <ac:chgData name="Cartwright, Max" userId="4fdaca64-157b-4f34-aebd-58f672b6a20c" providerId="ADAL" clId="{829B3FE3-71D5-4749-9958-BB8E0F1E4F5E}" dt="2024-03-18T20:34:27.229" v="3654" actId="14100"/>
          <ac:spMkLst>
            <pc:docMk/>
            <pc:sldMk cId="0" sldId="263"/>
            <ac:spMk id="966" creationId="{A661A4A6-98AA-549A-A63D-90C9F927BFF9}"/>
          </ac:spMkLst>
        </pc:spChg>
        <pc:spChg chg="add mod">
          <ac:chgData name="Cartwright, Max" userId="4fdaca64-157b-4f34-aebd-58f672b6a20c" providerId="ADAL" clId="{829B3FE3-71D5-4749-9958-BB8E0F1E4F5E}" dt="2024-03-18T20:34:21.423" v="3652" actId="14100"/>
          <ac:spMkLst>
            <pc:docMk/>
            <pc:sldMk cId="0" sldId="263"/>
            <ac:spMk id="967" creationId="{E474EA41-BB7E-4DFF-2991-CF65BE77A2F0}"/>
          </ac:spMkLst>
        </pc:spChg>
        <pc:spChg chg="add mod">
          <ac:chgData name="Cartwright, Max" userId="4fdaca64-157b-4f34-aebd-58f672b6a20c" providerId="ADAL" clId="{829B3FE3-71D5-4749-9958-BB8E0F1E4F5E}" dt="2024-03-18T18:21:58.607" v="2387" actId="1036"/>
          <ac:spMkLst>
            <pc:docMk/>
            <pc:sldMk cId="0" sldId="263"/>
            <ac:spMk id="968" creationId="{6E3AC883-C1AC-F530-CB34-1091DC167BB6}"/>
          </ac:spMkLst>
        </pc:spChg>
        <pc:spChg chg="add mod">
          <ac:chgData name="Cartwright, Max" userId="4fdaca64-157b-4f34-aebd-58f672b6a20c" providerId="ADAL" clId="{829B3FE3-71D5-4749-9958-BB8E0F1E4F5E}" dt="2024-03-18T20:33:51.266" v="3650" actId="14100"/>
          <ac:spMkLst>
            <pc:docMk/>
            <pc:sldMk cId="0" sldId="263"/>
            <ac:spMk id="969" creationId="{F4658E67-CFC9-01EC-1511-3C6F00C4E17A}"/>
          </ac:spMkLst>
        </pc:spChg>
        <pc:spChg chg="add mod">
          <ac:chgData name="Cartwright, Max" userId="4fdaca64-157b-4f34-aebd-58f672b6a20c" providerId="ADAL" clId="{829B3FE3-71D5-4749-9958-BB8E0F1E4F5E}" dt="2024-03-18T20:58:49.356" v="3937" actId="2085"/>
          <ac:spMkLst>
            <pc:docMk/>
            <pc:sldMk cId="0" sldId="263"/>
            <ac:spMk id="970" creationId="{111913B9-5DC9-83EC-D744-BA77C0BF8A9D}"/>
          </ac:spMkLst>
        </pc:spChg>
        <pc:spChg chg="add mod">
          <ac:chgData name="Cartwright, Max" userId="4fdaca64-157b-4f34-aebd-58f672b6a20c" providerId="ADAL" clId="{829B3FE3-71D5-4749-9958-BB8E0F1E4F5E}" dt="2024-03-18T21:06:02.726" v="4073" actId="207"/>
          <ac:spMkLst>
            <pc:docMk/>
            <pc:sldMk cId="0" sldId="263"/>
            <ac:spMk id="971" creationId="{8FA17ACF-FF17-CB9D-07B9-38D7E5F18297}"/>
          </ac:spMkLst>
        </pc:spChg>
        <pc:spChg chg="add mod">
          <ac:chgData name="Cartwright, Max" userId="4fdaca64-157b-4f34-aebd-58f672b6a20c" providerId="ADAL" clId="{829B3FE3-71D5-4749-9958-BB8E0F1E4F5E}" dt="2024-03-18T20:58:49.356" v="3937" actId="2085"/>
          <ac:spMkLst>
            <pc:docMk/>
            <pc:sldMk cId="0" sldId="263"/>
            <ac:spMk id="972" creationId="{AE86FB56-19BD-D13D-4584-C6838A7B866A}"/>
          </ac:spMkLst>
        </pc:spChg>
        <pc:spChg chg="add del mod">
          <ac:chgData name="Cartwright, Max" userId="4fdaca64-157b-4f34-aebd-58f672b6a20c" providerId="ADAL" clId="{829B3FE3-71D5-4749-9958-BB8E0F1E4F5E}" dt="2024-03-18T20:55:25.454" v="3761" actId="478"/>
          <ac:spMkLst>
            <pc:docMk/>
            <pc:sldMk cId="0" sldId="263"/>
            <ac:spMk id="973" creationId="{89D08740-B95D-DCA9-960D-2A6324527B7A}"/>
          </ac:spMkLst>
        </pc:spChg>
        <pc:spChg chg="add mod">
          <ac:chgData name="Cartwright, Max" userId="4fdaca64-157b-4f34-aebd-58f672b6a20c" providerId="ADAL" clId="{829B3FE3-71D5-4749-9958-BB8E0F1E4F5E}" dt="2024-03-18T20:33:19.485" v="3639" actId="14100"/>
          <ac:spMkLst>
            <pc:docMk/>
            <pc:sldMk cId="0" sldId="263"/>
            <ac:spMk id="974" creationId="{5E984A70-4EDA-6B76-17AD-5F0F032678D8}"/>
          </ac:spMkLst>
        </pc:spChg>
        <pc:spChg chg="add del mod">
          <ac:chgData name="Cartwright, Max" userId="4fdaca64-157b-4f34-aebd-58f672b6a20c" providerId="ADAL" clId="{829B3FE3-71D5-4749-9958-BB8E0F1E4F5E}" dt="2024-03-18T20:59:09.473" v="3939" actId="478"/>
          <ac:spMkLst>
            <pc:docMk/>
            <pc:sldMk cId="0" sldId="263"/>
            <ac:spMk id="975" creationId="{0DD13DDF-B5CF-A68D-9E9B-A9BF6B013760}"/>
          </ac:spMkLst>
        </pc:spChg>
        <pc:spChg chg="add mod">
          <ac:chgData name="Cartwright, Max" userId="4fdaca64-157b-4f34-aebd-58f672b6a20c" providerId="ADAL" clId="{829B3FE3-71D5-4749-9958-BB8E0F1E4F5E}" dt="2024-03-18T20:58:49.356" v="3937" actId="2085"/>
          <ac:spMkLst>
            <pc:docMk/>
            <pc:sldMk cId="0" sldId="263"/>
            <ac:spMk id="976" creationId="{2FCC43F6-F208-2E6B-4062-3AFAC25794D8}"/>
          </ac:spMkLst>
        </pc:spChg>
        <pc:spChg chg="add mod">
          <ac:chgData name="Cartwright, Max" userId="4fdaca64-157b-4f34-aebd-58f672b6a20c" providerId="ADAL" clId="{829B3FE3-71D5-4749-9958-BB8E0F1E4F5E}" dt="2024-03-18T21:06:09.506" v="4074" actId="207"/>
          <ac:spMkLst>
            <pc:docMk/>
            <pc:sldMk cId="0" sldId="263"/>
            <ac:spMk id="977" creationId="{75E232AA-8A3A-1DF6-8964-8A30E1E4FF8C}"/>
          </ac:spMkLst>
        </pc:spChg>
        <pc:spChg chg="add mod">
          <ac:chgData name="Cartwright, Max" userId="4fdaca64-157b-4f34-aebd-58f672b6a20c" providerId="ADAL" clId="{829B3FE3-71D5-4749-9958-BB8E0F1E4F5E}" dt="2024-03-18T20:33:48.174" v="3649" actId="14100"/>
          <ac:spMkLst>
            <pc:docMk/>
            <pc:sldMk cId="0" sldId="263"/>
            <ac:spMk id="978" creationId="{C9CA072B-1D08-6A7C-B3D7-4FDBF3351CD5}"/>
          </ac:spMkLst>
        </pc:spChg>
        <pc:spChg chg="add mod ord">
          <ac:chgData name="Cartwright, Max" userId="4fdaca64-157b-4f34-aebd-58f672b6a20c" providerId="ADAL" clId="{829B3FE3-71D5-4749-9958-BB8E0F1E4F5E}" dt="2024-03-18T20:35:43.215" v="3665" actId="1035"/>
          <ac:spMkLst>
            <pc:docMk/>
            <pc:sldMk cId="0" sldId="263"/>
            <ac:spMk id="979" creationId="{84E34DAF-5598-0EA5-9BF6-20201FFFC4DA}"/>
          </ac:spMkLst>
        </pc:spChg>
        <pc:spChg chg="add del mod">
          <ac:chgData name="Cartwright, Max" userId="4fdaca64-157b-4f34-aebd-58f672b6a20c" providerId="ADAL" clId="{829B3FE3-71D5-4749-9958-BB8E0F1E4F5E}" dt="2024-03-18T20:34:41.437" v="3657" actId="478"/>
          <ac:spMkLst>
            <pc:docMk/>
            <pc:sldMk cId="0" sldId="263"/>
            <ac:spMk id="981" creationId="{6DAA3AC8-82CE-DB98-F48D-0162D9494A3F}"/>
          </ac:spMkLst>
        </pc:spChg>
        <pc:spChg chg="add mod">
          <ac:chgData name="Cartwright, Max" userId="4fdaca64-157b-4f34-aebd-58f672b6a20c" providerId="ADAL" clId="{829B3FE3-71D5-4749-9958-BB8E0F1E4F5E}" dt="2024-03-18T20:58:59.498" v="3938" actId="14100"/>
          <ac:spMkLst>
            <pc:docMk/>
            <pc:sldMk cId="0" sldId="263"/>
            <ac:spMk id="982" creationId="{4C5C5F45-7ADB-3DC8-A698-93BED8FA8088}"/>
          </ac:spMkLst>
        </pc:spChg>
        <pc:spChg chg="add del mod">
          <ac:chgData name="Cartwright, Max" userId="4fdaca64-157b-4f34-aebd-58f672b6a20c" providerId="ADAL" clId="{829B3FE3-71D5-4749-9958-BB8E0F1E4F5E}" dt="2024-03-18T18:21:46.079" v="2376" actId="478"/>
          <ac:spMkLst>
            <pc:docMk/>
            <pc:sldMk cId="0" sldId="263"/>
            <ac:spMk id="984" creationId="{03BFA2E0-2030-C0BC-1BAF-6940985D8ACD}"/>
          </ac:spMkLst>
        </pc:spChg>
        <pc:spChg chg="add mod">
          <ac:chgData name="Cartwright, Max" userId="4fdaca64-157b-4f34-aebd-58f672b6a20c" providerId="ADAL" clId="{829B3FE3-71D5-4749-9958-BB8E0F1E4F5E}" dt="2024-03-18T18:46:36.765" v="2741" actId="20577"/>
          <ac:spMkLst>
            <pc:docMk/>
            <pc:sldMk cId="0" sldId="263"/>
            <ac:spMk id="985" creationId="{72F60A4C-F595-419A-4288-C1334C79E607}"/>
          </ac:spMkLst>
        </pc:spChg>
        <pc:spChg chg="add mod">
          <ac:chgData name="Cartwright, Max" userId="4fdaca64-157b-4f34-aebd-58f672b6a20c" providerId="ADAL" clId="{829B3FE3-71D5-4749-9958-BB8E0F1E4F5E}" dt="2024-03-18T20:39:50.404" v="3714" actId="208"/>
          <ac:spMkLst>
            <pc:docMk/>
            <pc:sldMk cId="0" sldId="263"/>
            <ac:spMk id="986" creationId="{EA420B40-85A7-C8F9-C97F-80F371DA8777}"/>
          </ac:spMkLst>
        </pc:spChg>
        <pc:spChg chg="add mod">
          <ac:chgData name="Cartwright, Max" userId="4fdaca64-157b-4f34-aebd-58f672b6a20c" providerId="ADAL" clId="{829B3FE3-71D5-4749-9958-BB8E0F1E4F5E}" dt="2024-03-18T21:06:40.377" v="4083" actId="1036"/>
          <ac:spMkLst>
            <pc:docMk/>
            <pc:sldMk cId="0" sldId="263"/>
            <ac:spMk id="987" creationId="{E367E28D-687C-4A4B-D0A3-473A59604938}"/>
          </ac:spMkLst>
        </pc:spChg>
        <pc:spChg chg="add del mod">
          <ac:chgData name="Cartwright, Max" userId="4fdaca64-157b-4f34-aebd-58f672b6a20c" providerId="ADAL" clId="{829B3FE3-71D5-4749-9958-BB8E0F1E4F5E}" dt="2024-03-18T18:55:00.047" v="2944" actId="478"/>
          <ac:spMkLst>
            <pc:docMk/>
            <pc:sldMk cId="0" sldId="263"/>
            <ac:spMk id="988" creationId="{4430A824-9E85-5C74-9708-7A562D087319}"/>
          </ac:spMkLst>
        </pc:spChg>
        <pc:spChg chg="add mod">
          <ac:chgData name="Cartwright, Max" userId="4fdaca64-157b-4f34-aebd-58f672b6a20c" providerId="ADAL" clId="{829B3FE3-71D5-4749-9958-BB8E0F1E4F5E}" dt="2024-03-18T21:06:40.377" v="4083" actId="1036"/>
          <ac:spMkLst>
            <pc:docMk/>
            <pc:sldMk cId="0" sldId="263"/>
            <ac:spMk id="989" creationId="{8C60D923-BD05-F601-D904-1F2A3EDBD731}"/>
          </ac:spMkLst>
        </pc:spChg>
        <pc:spChg chg="add del mod">
          <ac:chgData name="Cartwright, Max" userId="4fdaca64-157b-4f34-aebd-58f672b6a20c" providerId="ADAL" clId="{829B3FE3-71D5-4749-9958-BB8E0F1E4F5E}" dt="2024-03-18T18:55:00.047" v="2944" actId="478"/>
          <ac:spMkLst>
            <pc:docMk/>
            <pc:sldMk cId="0" sldId="263"/>
            <ac:spMk id="990" creationId="{096DE246-C62F-6108-E3CC-CE5394125F6F}"/>
          </ac:spMkLst>
        </pc:spChg>
        <pc:spChg chg="add del mod">
          <ac:chgData name="Cartwright, Max" userId="4fdaca64-157b-4f34-aebd-58f672b6a20c" providerId="ADAL" clId="{829B3FE3-71D5-4749-9958-BB8E0F1E4F5E}" dt="2024-03-18T21:06:40.377" v="4083" actId="1036"/>
          <ac:spMkLst>
            <pc:docMk/>
            <pc:sldMk cId="0" sldId="263"/>
            <ac:spMk id="991" creationId="{E7978FA5-43FD-F36B-C942-BCF88821F0BC}"/>
          </ac:spMkLst>
        </pc:spChg>
        <pc:grpChg chg="add del mod">
          <ac:chgData name="Cartwright, Max" userId="4fdaca64-157b-4f34-aebd-58f672b6a20c" providerId="ADAL" clId="{829B3FE3-71D5-4749-9958-BB8E0F1E4F5E}" dt="2024-03-18T18:08:00.803" v="1722"/>
          <ac:grpSpMkLst>
            <pc:docMk/>
            <pc:sldMk cId="0" sldId="263"/>
            <ac:grpSpMk id="11" creationId="{902E998C-7AA3-B06C-C9AC-9B943C923DEA}"/>
          </ac:grpSpMkLst>
        </pc:grpChg>
        <pc:grpChg chg="add del mod">
          <ac:chgData name="Cartwright, Max" userId="4fdaca64-157b-4f34-aebd-58f672b6a20c" providerId="ADAL" clId="{829B3FE3-71D5-4749-9958-BB8E0F1E4F5E}" dt="2024-03-18T15:57:00.857" v="1332" actId="165"/>
          <ac:grpSpMkLst>
            <pc:docMk/>
            <pc:sldMk cId="0" sldId="263"/>
            <ac:grpSpMk id="16" creationId="{04D874C9-629C-E8EC-F1FA-4BD28F787AA8}"/>
          </ac:grpSpMkLst>
        </pc:grpChg>
        <pc:grpChg chg="add del mod">
          <ac:chgData name="Cartwright, Max" userId="4fdaca64-157b-4f34-aebd-58f672b6a20c" providerId="ADAL" clId="{829B3FE3-71D5-4749-9958-BB8E0F1E4F5E}" dt="2024-03-18T13:41:14.807" v="1236" actId="165"/>
          <ac:grpSpMkLst>
            <pc:docMk/>
            <pc:sldMk cId="0" sldId="263"/>
            <ac:grpSpMk id="17" creationId="{F5FF2195-186E-76FE-E06D-A81C13EA1175}"/>
          </ac:grpSpMkLst>
        </pc:grpChg>
        <pc:grpChg chg="add del mod">
          <ac:chgData name="Cartwright, Max" userId="4fdaca64-157b-4f34-aebd-58f672b6a20c" providerId="ADAL" clId="{829B3FE3-71D5-4749-9958-BB8E0F1E4F5E}" dt="2024-03-18T13:40:36.718" v="1215" actId="165"/>
          <ac:grpSpMkLst>
            <pc:docMk/>
            <pc:sldMk cId="0" sldId="263"/>
            <ac:grpSpMk id="20" creationId="{DB705E75-96EA-67E6-72AD-8DA43109F7A6}"/>
          </ac:grpSpMkLst>
        </pc:grpChg>
        <pc:grpChg chg="add del mod">
          <ac:chgData name="Cartwright, Max" userId="4fdaca64-157b-4f34-aebd-58f672b6a20c" providerId="ADAL" clId="{829B3FE3-71D5-4749-9958-BB8E0F1E4F5E}" dt="2024-03-18T13:45:46.622" v="1288" actId="478"/>
          <ac:grpSpMkLst>
            <pc:docMk/>
            <pc:sldMk cId="0" sldId="263"/>
            <ac:grpSpMk id="23" creationId="{A1B29748-2AFA-0FF5-58DF-0814381B7FB7}"/>
          </ac:grpSpMkLst>
        </pc:grpChg>
        <pc:grpChg chg="add del mod">
          <ac:chgData name="Cartwright, Max" userId="4fdaca64-157b-4f34-aebd-58f672b6a20c" providerId="ADAL" clId="{829B3FE3-71D5-4749-9958-BB8E0F1E4F5E}" dt="2024-03-18T15:56:48.993" v="1330" actId="165"/>
          <ac:grpSpMkLst>
            <pc:docMk/>
            <pc:sldMk cId="0" sldId="263"/>
            <ac:grpSpMk id="26" creationId="{612E49C5-3DE8-993C-EB3D-BB64F7461248}"/>
          </ac:grpSpMkLst>
        </pc:grpChg>
        <pc:grpChg chg="add del mod">
          <ac:chgData name="Cartwright, Max" userId="4fdaca64-157b-4f34-aebd-58f672b6a20c" providerId="ADAL" clId="{829B3FE3-71D5-4749-9958-BB8E0F1E4F5E}" dt="2024-03-18T15:57:27.219" v="1334" actId="165"/>
          <ac:grpSpMkLst>
            <pc:docMk/>
            <pc:sldMk cId="0" sldId="263"/>
            <ac:grpSpMk id="29" creationId="{8B1E77FF-B100-43DF-FF44-84542A120753}"/>
          </ac:grpSpMkLst>
        </pc:grpChg>
        <pc:grpChg chg="add del mod">
          <ac:chgData name="Cartwright, Max" userId="4fdaca64-157b-4f34-aebd-58f672b6a20c" providerId="ADAL" clId="{829B3FE3-71D5-4749-9958-BB8E0F1E4F5E}" dt="2024-03-18T18:19:23.724" v="2161" actId="478"/>
          <ac:grpSpMkLst>
            <pc:docMk/>
            <pc:sldMk cId="0" sldId="263"/>
            <ac:grpSpMk id="923" creationId="{167AC198-835A-5CBA-EBC1-0F1D3675000C}"/>
          </ac:grpSpMkLst>
        </pc:grpChg>
        <pc:grpChg chg="add del mod">
          <ac:chgData name="Cartwright, Max" userId="4fdaca64-157b-4f34-aebd-58f672b6a20c" providerId="ADAL" clId="{829B3FE3-71D5-4749-9958-BB8E0F1E4F5E}" dt="2024-03-18T13:11:30.017" v="361" actId="165"/>
          <ac:grpSpMkLst>
            <pc:docMk/>
            <pc:sldMk cId="0" sldId="263"/>
            <ac:grpSpMk id="943" creationId="{85A199DD-B627-0CC8-3DF5-42DE20C31BF1}"/>
          </ac:grpSpMkLst>
        </pc:grpChg>
        <pc:grpChg chg="add del mod">
          <ac:chgData name="Cartwright, Max" userId="4fdaca64-157b-4f34-aebd-58f672b6a20c" providerId="ADAL" clId="{829B3FE3-71D5-4749-9958-BB8E0F1E4F5E}" dt="2024-03-18T15:56:54.740" v="1331" actId="165"/>
          <ac:grpSpMkLst>
            <pc:docMk/>
            <pc:sldMk cId="0" sldId="263"/>
            <ac:grpSpMk id="956" creationId="{1DDBF598-C4D9-9469-51BB-1ACAFBFDD320}"/>
          </ac:grpSpMkLst>
        </pc:grpChg>
        <pc:grpChg chg="add del mod">
          <ac:chgData name="Cartwright, Max" userId="4fdaca64-157b-4f34-aebd-58f672b6a20c" providerId="ADAL" clId="{829B3FE3-71D5-4749-9958-BB8E0F1E4F5E}" dt="2024-03-18T15:57:09.948" v="1333" actId="165"/>
          <ac:grpSpMkLst>
            <pc:docMk/>
            <pc:sldMk cId="0" sldId="263"/>
            <ac:grpSpMk id="959" creationId="{0BC2C249-6074-C678-77AF-7EFCABC02082}"/>
          </ac:grpSpMkLst>
        </pc:grpChg>
        <pc:picChg chg="mod">
          <ac:chgData name="Cartwright, Max" userId="4fdaca64-157b-4f34-aebd-58f672b6a20c" providerId="ADAL" clId="{829B3FE3-71D5-4749-9958-BB8E0F1E4F5E}" dt="2024-03-18T18:07:53.956" v="1721"/>
          <ac:picMkLst>
            <pc:docMk/>
            <pc:sldMk cId="0" sldId="263"/>
            <ac:picMk id="13" creationId="{4BD52846-F4E0-FE85-0110-A65CC82ADDBE}"/>
          </ac:picMkLst>
        </pc:picChg>
        <pc:picChg chg="mod">
          <ac:chgData name="Cartwright, Max" userId="4fdaca64-157b-4f34-aebd-58f672b6a20c" providerId="ADAL" clId="{829B3FE3-71D5-4749-9958-BB8E0F1E4F5E}" dt="2024-03-18T18:08:00.852" v="1723"/>
          <ac:picMkLst>
            <pc:docMk/>
            <pc:sldMk cId="0" sldId="263"/>
            <ac:picMk id="924" creationId="{DB47005E-C13D-E209-C3EE-800D539E4CB8}"/>
          </ac:picMkLst>
        </pc:picChg>
        <pc:cxnChg chg="del mod">
          <ac:chgData name="Cartwright, Max" userId="4fdaca64-157b-4f34-aebd-58f672b6a20c" providerId="ADAL" clId="{829B3FE3-71D5-4749-9958-BB8E0F1E4F5E}" dt="2024-03-18T16:27:01.825" v="1417" actId="478"/>
          <ac:cxnSpMkLst>
            <pc:docMk/>
            <pc:sldMk cId="0" sldId="263"/>
            <ac:cxnSpMk id="4" creationId="{14F48EBA-844D-5789-08E0-D1792BEC8333}"/>
          </ac:cxnSpMkLst>
        </pc:cxnChg>
        <pc:cxnChg chg="add mod">
          <ac:chgData name="Cartwright, Max" userId="4fdaca64-157b-4f34-aebd-58f672b6a20c" providerId="ADAL" clId="{829B3FE3-71D5-4749-9958-BB8E0F1E4F5E}" dt="2024-03-18T21:06:40.377" v="4083" actId="1036"/>
          <ac:cxnSpMkLst>
            <pc:docMk/>
            <pc:sldMk cId="0" sldId="263"/>
            <ac:cxnSpMk id="13" creationId="{638629FA-4FD7-B1A9-6CB2-009966B73FAD}"/>
          </ac:cxnSpMkLst>
        </pc:cxnChg>
        <pc:cxnChg chg="add mod">
          <ac:chgData name="Cartwright, Max" userId="4fdaca64-157b-4f34-aebd-58f672b6a20c" providerId="ADAL" clId="{829B3FE3-71D5-4749-9958-BB8E0F1E4F5E}" dt="2024-03-18T21:06:40.377" v="4083" actId="1036"/>
          <ac:cxnSpMkLst>
            <pc:docMk/>
            <pc:sldMk cId="0" sldId="263"/>
            <ac:cxnSpMk id="14" creationId="{CA3EFAF0-FE5E-C5C1-0716-5FAC42101B9F}"/>
          </ac:cxnSpMkLst>
        </pc:cxnChg>
        <pc:cxnChg chg="add mod">
          <ac:chgData name="Cartwright, Max" userId="4fdaca64-157b-4f34-aebd-58f672b6a20c" providerId="ADAL" clId="{829B3FE3-71D5-4749-9958-BB8E0F1E4F5E}" dt="2024-03-18T21:06:40.377" v="4083" actId="1036"/>
          <ac:cxnSpMkLst>
            <pc:docMk/>
            <pc:sldMk cId="0" sldId="263"/>
            <ac:cxnSpMk id="16" creationId="{0F6082EE-AC9C-7D3D-99AC-B6F008084216}"/>
          </ac:cxnSpMkLst>
        </pc:cxnChg>
        <pc:cxnChg chg="add mod">
          <ac:chgData name="Cartwright, Max" userId="4fdaca64-157b-4f34-aebd-58f672b6a20c" providerId="ADAL" clId="{829B3FE3-71D5-4749-9958-BB8E0F1E4F5E}" dt="2024-03-18T21:06:40.377" v="4083" actId="1036"/>
          <ac:cxnSpMkLst>
            <pc:docMk/>
            <pc:sldMk cId="0" sldId="263"/>
            <ac:cxnSpMk id="17" creationId="{C3114084-1547-FD0A-9D9A-96D2481289C9}"/>
          </ac:cxnSpMkLst>
        </pc:cxnChg>
        <pc:cxnChg chg="add del mod">
          <ac:chgData name="Cartwright, Max" userId="4fdaca64-157b-4f34-aebd-58f672b6a20c" providerId="ADAL" clId="{829B3FE3-71D5-4749-9958-BB8E0F1E4F5E}" dt="2024-03-18T18:08:00.803" v="1722"/>
          <ac:cxnSpMkLst>
            <pc:docMk/>
            <pc:sldMk cId="0" sldId="263"/>
            <ac:cxnSpMk id="900" creationId="{69B2A109-F5E5-5C8F-0716-425455C74448}"/>
          </ac:cxnSpMkLst>
        </pc:cxnChg>
        <pc:cxnChg chg="del mod">
          <ac:chgData name="Cartwright, Max" userId="4fdaca64-157b-4f34-aebd-58f672b6a20c" providerId="ADAL" clId="{829B3FE3-71D5-4749-9958-BB8E0F1E4F5E}" dt="2024-03-18T16:27:01.825" v="1417" actId="478"/>
          <ac:cxnSpMkLst>
            <pc:docMk/>
            <pc:sldMk cId="0" sldId="263"/>
            <ac:cxnSpMk id="915" creationId="{00000000-0000-0000-0000-000000000000}"/>
          </ac:cxnSpMkLst>
        </pc:cxnChg>
        <pc:cxnChg chg="del mod">
          <ac:chgData name="Cartwright, Max" userId="4fdaca64-157b-4f34-aebd-58f672b6a20c" providerId="ADAL" clId="{829B3FE3-71D5-4749-9958-BB8E0F1E4F5E}" dt="2024-03-18T16:27:01.825" v="1417" actId="478"/>
          <ac:cxnSpMkLst>
            <pc:docMk/>
            <pc:sldMk cId="0" sldId="263"/>
            <ac:cxnSpMk id="916" creationId="{00000000-0000-0000-0000-000000000000}"/>
          </ac:cxnSpMkLst>
        </pc:cxnChg>
        <pc:cxnChg chg="del mod">
          <ac:chgData name="Cartwright, Max" userId="4fdaca64-157b-4f34-aebd-58f672b6a20c" providerId="ADAL" clId="{829B3FE3-71D5-4749-9958-BB8E0F1E4F5E}" dt="2024-03-18T16:27:01.825" v="1417" actId="478"/>
          <ac:cxnSpMkLst>
            <pc:docMk/>
            <pc:sldMk cId="0" sldId="263"/>
            <ac:cxnSpMk id="922" creationId="{00000000-0000-0000-0000-000000000000}"/>
          </ac:cxnSpMkLst>
        </pc:cxnChg>
        <pc:cxnChg chg="del mod">
          <ac:chgData name="Cartwright, Max" userId="4fdaca64-157b-4f34-aebd-58f672b6a20c" providerId="ADAL" clId="{829B3FE3-71D5-4749-9958-BB8E0F1E4F5E}" dt="2024-03-18T16:27:01.825" v="1417" actId="478"/>
          <ac:cxnSpMkLst>
            <pc:docMk/>
            <pc:sldMk cId="0" sldId="263"/>
            <ac:cxnSpMk id="923" creationId="{00000000-0000-0000-0000-000000000000}"/>
          </ac:cxnSpMkLst>
        </pc:cxnChg>
        <pc:cxnChg chg="del mod">
          <ac:chgData name="Cartwright, Max" userId="4fdaca64-157b-4f34-aebd-58f672b6a20c" providerId="ADAL" clId="{829B3FE3-71D5-4749-9958-BB8E0F1E4F5E}" dt="2024-03-18T16:27:01.825" v="1417" actId="478"/>
          <ac:cxnSpMkLst>
            <pc:docMk/>
            <pc:sldMk cId="0" sldId="263"/>
            <ac:cxnSpMk id="924" creationId="{00000000-0000-0000-0000-000000000000}"/>
          </ac:cxnSpMkLst>
        </pc:cxnChg>
        <pc:cxnChg chg="add mod">
          <ac:chgData name="Cartwright, Max" userId="4fdaca64-157b-4f34-aebd-58f672b6a20c" providerId="ADAL" clId="{829B3FE3-71D5-4749-9958-BB8E0F1E4F5E}" dt="2024-03-18T18:21:58.607" v="2387" actId="1036"/>
          <ac:cxnSpMkLst>
            <pc:docMk/>
            <pc:sldMk cId="0" sldId="263"/>
            <ac:cxnSpMk id="942" creationId="{02799B83-C25F-032B-3FC0-60B093E2FABC}"/>
          </ac:cxnSpMkLst>
        </pc:cxnChg>
      </pc:sldChg>
      <pc:sldChg chg="del">
        <pc:chgData name="Cartwright, Max" userId="4fdaca64-157b-4f34-aebd-58f672b6a20c" providerId="ADAL" clId="{829B3FE3-71D5-4749-9958-BB8E0F1E4F5E}" dt="2024-03-18T12:59:11.883" v="0" actId="47"/>
        <pc:sldMkLst>
          <pc:docMk/>
          <pc:sldMk cId="3073197035" sldId="264"/>
        </pc:sldMkLst>
      </pc:sldChg>
      <pc:sldChg chg="del">
        <pc:chgData name="Cartwright, Max" userId="4fdaca64-157b-4f34-aebd-58f672b6a20c" providerId="ADAL" clId="{829B3FE3-71D5-4749-9958-BB8E0F1E4F5E}" dt="2024-03-18T12:59:16.018" v="1" actId="47"/>
        <pc:sldMkLst>
          <pc:docMk/>
          <pc:sldMk cId="2417608452" sldId="265"/>
        </pc:sldMkLst>
      </pc:sldChg>
      <pc:sldChg chg="del">
        <pc:chgData name="Cartwright, Max" userId="4fdaca64-157b-4f34-aebd-58f672b6a20c" providerId="ADAL" clId="{829B3FE3-71D5-4749-9958-BB8E0F1E4F5E}" dt="2024-03-18T12:59:16.018" v="1" actId="47"/>
        <pc:sldMkLst>
          <pc:docMk/>
          <pc:sldMk cId="1975996711" sldId="266"/>
        </pc:sldMkLst>
      </pc:sldChg>
      <pc:sldChg chg="del">
        <pc:chgData name="Cartwright, Max" userId="4fdaca64-157b-4f34-aebd-58f672b6a20c" providerId="ADAL" clId="{829B3FE3-71D5-4749-9958-BB8E0F1E4F5E}" dt="2024-03-18T12:59:16.018" v="1" actId="47"/>
        <pc:sldMkLst>
          <pc:docMk/>
          <pc:sldMk cId="622049686" sldId="267"/>
        </pc:sldMkLst>
      </pc:sldChg>
      <pc:sldChg chg="del">
        <pc:chgData name="Cartwright, Max" userId="4fdaca64-157b-4f34-aebd-58f672b6a20c" providerId="ADAL" clId="{829B3FE3-71D5-4749-9958-BB8E0F1E4F5E}" dt="2024-03-18T12:59:16.018" v="1" actId="47"/>
        <pc:sldMkLst>
          <pc:docMk/>
          <pc:sldMk cId="0" sldId="268"/>
        </pc:sldMkLst>
      </pc:sldChg>
      <pc:sldChg chg="del">
        <pc:chgData name="Cartwright, Max" userId="4fdaca64-157b-4f34-aebd-58f672b6a20c" providerId="ADAL" clId="{829B3FE3-71D5-4749-9958-BB8E0F1E4F5E}" dt="2024-03-18T12:59:16.018" v="1" actId="47"/>
        <pc:sldMkLst>
          <pc:docMk/>
          <pc:sldMk cId="0" sldId="269"/>
        </pc:sldMkLst>
      </pc:sldChg>
      <pc:sldChg chg="del">
        <pc:chgData name="Cartwright, Max" userId="4fdaca64-157b-4f34-aebd-58f672b6a20c" providerId="ADAL" clId="{829B3FE3-71D5-4749-9958-BB8E0F1E4F5E}" dt="2024-03-18T12:59:16.018" v="1" actId="47"/>
        <pc:sldMkLst>
          <pc:docMk/>
          <pc:sldMk cId="0" sldId="270"/>
        </pc:sldMkLst>
      </pc:sldChg>
      <pc:sldChg chg="del">
        <pc:chgData name="Cartwright, Max" userId="4fdaca64-157b-4f34-aebd-58f672b6a20c" providerId="ADAL" clId="{829B3FE3-71D5-4749-9958-BB8E0F1E4F5E}" dt="2024-03-18T12:59:16.018" v="1" actId="47"/>
        <pc:sldMkLst>
          <pc:docMk/>
          <pc:sldMk cId="0" sldId="271"/>
        </pc:sldMkLst>
      </pc:sldChg>
      <pc:sldChg chg="del">
        <pc:chgData name="Cartwright, Max" userId="4fdaca64-157b-4f34-aebd-58f672b6a20c" providerId="ADAL" clId="{829B3FE3-71D5-4749-9958-BB8E0F1E4F5E}" dt="2024-03-18T12:59:16.018" v="1" actId="47"/>
        <pc:sldMkLst>
          <pc:docMk/>
          <pc:sldMk cId="0" sldId="272"/>
        </pc:sldMkLst>
      </pc:sldChg>
      <pc:sldChg chg="del">
        <pc:chgData name="Cartwright, Max" userId="4fdaca64-157b-4f34-aebd-58f672b6a20c" providerId="ADAL" clId="{829B3FE3-71D5-4749-9958-BB8E0F1E4F5E}" dt="2024-03-18T12:59:16.018" v="1" actId="47"/>
        <pc:sldMkLst>
          <pc:docMk/>
          <pc:sldMk cId="0" sldId="273"/>
        </pc:sldMkLst>
      </pc:sldChg>
      <pc:sldChg chg="del">
        <pc:chgData name="Cartwright, Max" userId="4fdaca64-157b-4f34-aebd-58f672b6a20c" providerId="ADAL" clId="{829B3FE3-71D5-4749-9958-BB8E0F1E4F5E}" dt="2024-03-18T12:59:16.018" v="1" actId="47"/>
        <pc:sldMkLst>
          <pc:docMk/>
          <pc:sldMk cId="0" sldId="274"/>
        </pc:sldMkLst>
      </pc:sldChg>
      <pc:sldChg chg="del">
        <pc:chgData name="Cartwright, Max" userId="4fdaca64-157b-4f34-aebd-58f672b6a20c" providerId="ADAL" clId="{829B3FE3-71D5-4749-9958-BB8E0F1E4F5E}" dt="2024-03-18T12:59:16.018" v="1" actId="47"/>
        <pc:sldMkLst>
          <pc:docMk/>
          <pc:sldMk cId="0" sldId="275"/>
        </pc:sldMkLst>
      </pc:sldChg>
      <pc:sldChg chg="del">
        <pc:chgData name="Cartwright, Max" userId="4fdaca64-157b-4f34-aebd-58f672b6a20c" providerId="ADAL" clId="{829B3FE3-71D5-4749-9958-BB8E0F1E4F5E}" dt="2024-03-18T12:59:16.018" v="1" actId="47"/>
        <pc:sldMkLst>
          <pc:docMk/>
          <pc:sldMk cId="2711692352" sldId="2147480156"/>
        </pc:sldMkLst>
      </pc:sldChg>
      <pc:sldMasterChg chg="del delSldLayout">
        <pc:chgData name="Cartwright, Max" userId="4fdaca64-157b-4f34-aebd-58f672b6a20c" providerId="ADAL" clId="{829B3FE3-71D5-4749-9958-BB8E0F1E4F5E}" dt="2024-03-18T12:59:16.018" v="1" actId="47"/>
        <pc:sldMasterMkLst>
          <pc:docMk/>
          <pc:sldMasterMk cId="0" sldId="2147483648"/>
        </pc:sldMasterMkLst>
        <pc:sldLayoutChg chg="del">
          <pc:chgData name="Cartwright, Max" userId="4fdaca64-157b-4f34-aebd-58f672b6a20c" providerId="ADAL" clId="{829B3FE3-71D5-4749-9958-BB8E0F1E4F5E}" dt="2024-03-18T12:59:11.883" v="0" actId="47"/>
          <pc:sldLayoutMkLst>
            <pc:docMk/>
            <pc:sldMasterMk cId="0" sldId="2147483648"/>
            <pc:sldLayoutMk cId="0" sldId="2147483649"/>
          </pc:sldLayoutMkLst>
        </pc:sldLayoutChg>
        <pc:sldLayoutChg chg="del">
          <pc:chgData name="Cartwright, Max" userId="4fdaca64-157b-4f34-aebd-58f672b6a20c" providerId="ADAL" clId="{829B3FE3-71D5-4749-9958-BB8E0F1E4F5E}" dt="2024-03-18T12:59:16.018" v="1" actId="47"/>
          <pc:sldLayoutMkLst>
            <pc:docMk/>
            <pc:sldMasterMk cId="0" sldId="2147483648"/>
            <pc:sldLayoutMk cId="0" sldId="2147483650"/>
          </pc:sldLayoutMkLst>
        </pc:sldLayoutChg>
        <pc:sldLayoutChg chg="del">
          <pc:chgData name="Cartwright, Max" userId="4fdaca64-157b-4f34-aebd-58f672b6a20c" providerId="ADAL" clId="{829B3FE3-71D5-4749-9958-BB8E0F1E4F5E}" dt="2024-03-18T12:59:11.883" v="0" actId="47"/>
          <pc:sldLayoutMkLst>
            <pc:docMk/>
            <pc:sldMasterMk cId="0" sldId="2147483648"/>
            <pc:sldLayoutMk cId="0" sldId="2147483651"/>
          </pc:sldLayoutMkLst>
        </pc:sldLayoutChg>
      </pc:sldMasterChg>
      <pc:sldMasterChg chg="delSldLayout">
        <pc:chgData name="Cartwright, Max" userId="4fdaca64-157b-4f34-aebd-58f672b6a20c" providerId="ADAL" clId="{829B3FE3-71D5-4749-9958-BB8E0F1E4F5E}" dt="2024-03-18T12:59:16.018" v="1" actId="47"/>
        <pc:sldMasterMkLst>
          <pc:docMk/>
          <pc:sldMasterMk cId="0" sldId="2147483652"/>
        </pc:sldMasterMkLst>
        <pc:sldLayoutChg chg="del">
          <pc:chgData name="Cartwright, Max" userId="4fdaca64-157b-4f34-aebd-58f672b6a20c" providerId="ADAL" clId="{829B3FE3-71D5-4749-9958-BB8E0F1E4F5E}" dt="2024-03-18T12:59:11.883" v="0" actId="47"/>
          <pc:sldLayoutMkLst>
            <pc:docMk/>
            <pc:sldMasterMk cId="0" sldId="2147483652"/>
            <pc:sldLayoutMk cId="0" sldId="2147483653"/>
          </pc:sldLayoutMkLst>
        </pc:sldLayoutChg>
        <pc:sldLayoutChg chg="del">
          <pc:chgData name="Cartwright, Max" userId="4fdaca64-157b-4f34-aebd-58f672b6a20c" providerId="ADAL" clId="{829B3FE3-71D5-4749-9958-BB8E0F1E4F5E}" dt="2024-03-18T12:59:16.018" v="1" actId="47"/>
          <pc:sldLayoutMkLst>
            <pc:docMk/>
            <pc:sldMasterMk cId="0" sldId="2147483652"/>
            <pc:sldLayoutMk cId="0" sldId="2147483654"/>
          </pc:sldLayoutMkLst>
        </pc:sldLayoutChg>
        <pc:sldLayoutChg chg="del">
          <pc:chgData name="Cartwright, Max" userId="4fdaca64-157b-4f34-aebd-58f672b6a20c" providerId="ADAL" clId="{829B3FE3-71D5-4749-9958-BB8E0F1E4F5E}" dt="2024-03-18T12:59:11.883" v="0" actId="47"/>
          <pc:sldLayoutMkLst>
            <pc:docMk/>
            <pc:sldMasterMk cId="0" sldId="2147483652"/>
            <pc:sldLayoutMk cId="0" sldId="2147483655"/>
          </pc:sldLayoutMkLst>
        </pc:sldLayoutChg>
        <pc:sldLayoutChg chg="del">
          <pc:chgData name="Cartwright, Max" userId="4fdaca64-157b-4f34-aebd-58f672b6a20c" providerId="ADAL" clId="{829B3FE3-71D5-4749-9958-BB8E0F1E4F5E}" dt="2024-03-18T12:59:16.018" v="1" actId="47"/>
          <pc:sldLayoutMkLst>
            <pc:docMk/>
            <pc:sldMasterMk cId="0" sldId="2147483652"/>
            <pc:sldLayoutMk cId="0" sldId="2147483656"/>
          </pc:sldLayoutMkLst>
        </pc:sldLayoutChg>
        <pc:sldLayoutChg chg="del">
          <pc:chgData name="Cartwright, Max" userId="4fdaca64-157b-4f34-aebd-58f672b6a20c" providerId="ADAL" clId="{829B3FE3-71D5-4749-9958-BB8E0F1E4F5E}" dt="2024-03-18T12:59:11.883" v="0" actId="47"/>
          <pc:sldLayoutMkLst>
            <pc:docMk/>
            <pc:sldMasterMk cId="0" sldId="2147483652"/>
            <pc:sldLayoutMk cId="0" sldId="2147483693"/>
          </pc:sldLayoutMkLst>
        </pc:sldLayoutChg>
        <pc:sldLayoutChg chg="del">
          <pc:chgData name="Cartwright, Max" userId="4fdaca64-157b-4f34-aebd-58f672b6a20c" providerId="ADAL" clId="{829B3FE3-71D5-4749-9958-BB8E0F1E4F5E}" dt="2024-03-18T12:59:16.018" v="1" actId="47"/>
          <pc:sldLayoutMkLst>
            <pc:docMk/>
            <pc:sldMasterMk cId="0" sldId="2147483652"/>
            <pc:sldLayoutMk cId="0" sldId="2147483715"/>
          </pc:sldLayoutMkLst>
        </pc:sldLayoutChg>
      </pc:sldMasterChg>
      <pc:sldMasterChg chg="del delSldLayout">
        <pc:chgData name="Cartwright, Max" userId="4fdaca64-157b-4f34-aebd-58f672b6a20c" providerId="ADAL" clId="{829B3FE3-71D5-4749-9958-BB8E0F1E4F5E}" dt="2024-03-18T12:59:16.018" v="1" actId="47"/>
        <pc:sldMasterMkLst>
          <pc:docMk/>
          <pc:sldMasterMk cId="2897729424" sldId="2147483716"/>
        </pc:sldMasterMkLst>
        <pc:sldLayoutChg chg="del">
          <pc:chgData name="Cartwright, Max" userId="4fdaca64-157b-4f34-aebd-58f672b6a20c" providerId="ADAL" clId="{829B3FE3-71D5-4749-9958-BB8E0F1E4F5E}" dt="2024-03-18T12:59:16.018" v="1" actId="47"/>
          <pc:sldLayoutMkLst>
            <pc:docMk/>
            <pc:sldMasterMk cId="2897729424" sldId="2147483716"/>
            <pc:sldLayoutMk cId="2774322041" sldId="2147483717"/>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495645518" sldId="2147483718"/>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4077201191" sldId="2147483719"/>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191380169" sldId="2147483720"/>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329616134" sldId="2147483721"/>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688031683" sldId="2147483722"/>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713898764" sldId="2147483723"/>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530799989" sldId="2147483724"/>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968689139" sldId="2147483725"/>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63186084" sldId="2147483726"/>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677934654" sldId="2147483727"/>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842057510" sldId="2147483728"/>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117160194" sldId="2147483729"/>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616603014" sldId="2147483730"/>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59993263" sldId="2147483731"/>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519862810" sldId="2147483732"/>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318313966" sldId="2147483733"/>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756471271" sldId="2147483734"/>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016715974" sldId="2147483735"/>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225037305" sldId="2147483736"/>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008429569" sldId="2147483737"/>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562069681" sldId="2147483738"/>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166387299" sldId="2147483739"/>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772561846" sldId="2147483740"/>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842147837" sldId="2147483741"/>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409847993" sldId="2147483742"/>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114643369" sldId="2147483743"/>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693220997" sldId="2147483744"/>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758987556" sldId="2147483745"/>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901531783" sldId="2147483746"/>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452033260" sldId="2147483747"/>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338421650" sldId="2147483748"/>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380059898" sldId="2147483749"/>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196644344" sldId="2147483750"/>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278347595" sldId="2147483751"/>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4288213608" sldId="2147483752"/>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972355128" sldId="2147483753"/>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4096064730" sldId="2147483754"/>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659122939" sldId="2147483755"/>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642316690" sldId="2147483756"/>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612094021" sldId="2147483757"/>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481779833" sldId="2147483758"/>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470157125" sldId="2147483759"/>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544676753" sldId="2147483760"/>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390474383" sldId="2147483761"/>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353123758" sldId="2147483762"/>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940814310" sldId="2147483763"/>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032574798" sldId="2147483764"/>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780107995" sldId="2147483765"/>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647377646" sldId="2147483766"/>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399334619" sldId="2147483767"/>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760453199" sldId="2147483768"/>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7688328" sldId="2147483769"/>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931241079" sldId="2147483770"/>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604809875" sldId="2147483771"/>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824064417" sldId="2147483772"/>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095318700" sldId="2147483773"/>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314087155" sldId="2147483774"/>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146732093" sldId="2147483775"/>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052184729" sldId="2147483776"/>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537020540" sldId="2147483777"/>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4208580883" sldId="2147483778"/>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446844953" sldId="2147483779"/>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620326547" sldId="2147483780"/>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975790523" sldId="2147483781"/>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531581429" sldId="2147483782"/>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630458957" sldId="2147483783"/>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417184891" sldId="2147483784"/>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547992009" sldId="2147483785"/>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988741135" sldId="2147483786"/>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336328409" sldId="2147483787"/>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193581051" sldId="2147483788"/>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574454299" sldId="2147483789"/>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59631845" sldId="2147483790"/>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865384557" sldId="2147483791"/>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945557594" sldId="2147483792"/>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717212638" sldId="2147483793"/>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727025650" sldId="2147483794"/>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429070513" sldId="2147483795"/>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425504920" sldId="2147483796"/>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963515802" sldId="2147483797"/>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021272836" sldId="2147483798"/>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757791438" sldId="2147483799"/>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377444773" sldId="2147483800"/>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743949013" sldId="2147483801"/>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680471128" sldId="2147483802"/>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018620108" sldId="2147483803"/>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307546796" sldId="2147483804"/>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924254567" sldId="2147483805"/>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806610844" sldId="2147483806"/>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619585541" sldId="2147483807"/>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695842199" sldId="2147483808"/>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831998542" sldId="2147483809"/>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969532681" sldId="2147483810"/>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821425499" sldId="2147483811"/>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403830324" sldId="2147483812"/>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3817499421" sldId="2147483813"/>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138023492" sldId="2147483814"/>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394037114" sldId="2147483815"/>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152775919" sldId="2147483816"/>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742450660" sldId="2147483817"/>
          </pc:sldLayoutMkLst>
        </pc:sldLayoutChg>
        <pc:sldLayoutChg chg="del">
          <pc:chgData name="Cartwright, Max" userId="4fdaca64-157b-4f34-aebd-58f672b6a20c" providerId="ADAL" clId="{829B3FE3-71D5-4749-9958-BB8E0F1E4F5E}" dt="2024-03-18T12:59:16.018" v="1" actId="47"/>
          <pc:sldLayoutMkLst>
            <pc:docMk/>
            <pc:sldMasterMk cId="2897729424" sldId="2147483716"/>
            <pc:sldLayoutMk cId="2418061769" sldId="2147483818"/>
          </pc:sldLayoutMkLst>
        </pc:sldLayoutChg>
      </pc:sldMasterChg>
    </pc:docChg>
  </pc:docChgLst>
  <pc:docChgLst>
    <pc:chgData name="Cartwright, Max" userId="4fdaca64-157b-4f34-aebd-58f672b6a20c" providerId="ADAL" clId="{FC35C8E9-E3BA-4F1D-B0C7-4A246E68C8D5}"/>
    <pc:docChg chg="undo custSel addSld modSld">
      <pc:chgData name="Cartwright, Max" userId="4fdaca64-157b-4f34-aebd-58f672b6a20c" providerId="ADAL" clId="{FC35C8E9-E3BA-4F1D-B0C7-4A246E68C8D5}" dt="2024-03-19T14:51:04.316" v="1302" actId="14100"/>
      <pc:docMkLst>
        <pc:docMk/>
      </pc:docMkLst>
      <pc:sldChg chg="addSp delSp modSp mod">
        <pc:chgData name="Cartwright, Max" userId="4fdaca64-157b-4f34-aebd-58f672b6a20c" providerId="ADAL" clId="{FC35C8E9-E3BA-4F1D-B0C7-4A246E68C8D5}" dt="2024-03-19T14:51:04.316" v="1302" actId="14100"/>
        <pc:sldMkLst>
          <pc:docMk/>
          <pc:sldMk cId="0" sldId="263"/>
        </pc:sldMkLst>
        <pc:spChg chg="mod">
          <ac:chgData name="Cartwright, Max" userId="4fdaca64-157b-4f34-aebd-58f672b6a20c" providerId="ADAL" clId="{FC35C8E9-E3BA-4F1D-B0C7-4A246E68C8D5}" dt="2024-03-19T13:56:06.737" v="1246" actId="208"/>
          <ac:spMkLst>
            <pc:docMk/>
            <pc:sldMk cId="0" sldId="263"/>
            <ac:spMk id="2" creationId="{B9B72905-D04F-205D-940B-04CA10597A59}"/>
          </ac:spMkLst>
        </pc:spChg>
        <pc:spChg chg="mod">
          <ac:chgData name="Cartwright, Max" userId="4fdaca64-157b-4f34-aebd-58f672b6a20c" providerId="ADAL" clId="{FC35C8E9-E3BA-4F1D-B0C7-4A246E68C8D5}" dt="2024-03-19T13:56:28.764" v="1262" actId="1038"/>
          <ac:spMkLst>
            <pc:docMk/>
            <pc:sldMk cId="0" sldId="263"/>
            <ac:spMk id="3" creationId="{CD4BB31B-FDF8-DC00-5296-D504EA9C62F1}"/>
          </ac:spMkLst>
        </pc:spChg>
        <pc:spChg chg="mod">
          <ac:chgData name="Cartwright, Max" userId="4fdaca64-157b-4f34-aebd-58f672b6a20c" providerId="ADAL" clId="{FC35C8E9-E3BA-4F1D-B0C7-4A246E68C8D5}" dt="2024-03-19T13:56:28.764" v="1262" actId="1038"/>
          <ac:spMkLst>
            <pc:docMk/>
            <pc:sldMk cId="0" sldId="263"/>
            <ac:spMk id="4" creationId="{98FE1F5D-077C-1F28-D8BB-04423B69DC4C}"/>
          </ac:spMkLst>
        </pc:spChg>
        <pc:spChg chg="mod">
          <ac:chgData name="Cartwright, Max" userId="4fdaca64-157b-4f34-aebd-58f672b6a20c" providerId="ADAL" clId="{FC35C8E9-E3BA-4F1D-B0C7-4A246E68C8D5}" dt="2024-03-19T13:56:28.764" v="1262" actId="1038"/>
          <ac:spMkLst>
            <pc:docMk/>
            <pc:sldMk cId="0" sldId="263"/>
            <ac:spMk id="5" creationId="{90AEB16E-C3D0-1CBF-D61C-7579DACABCEE}"/>
          </ac:spMkLst>
        </pc:spChg>
        <pc:spChg chg="mod">
          <ac:chgData name="Cartwright, Max" userId="4fdaca64-157b-4f34-aebd-58f672b6a20c" providerId="ADAL" clId="{FC35C8E9-E3BA-4F1D-B0C7-4A246E68C8D5}" dt="2024-03-19T13:56:28.764" v="1262" actId="1038"/>
          <ac:spMkLst>
            <pc:docMk/>
            <pc:sldMk cId="0" sldId="263"/>
            <ac:spMk id="6" creationId="{DA5C355D-4C03-E6DC-1A50-DE7ED909F9E9}"/>
          </ac:spMkLst>
        </pc:spChg>
        <pc:spChg chg="mod">
          <ac:chgData name="Cartwright, Max" userId="4fdaca64-157b-4f34-aebd-58f672b6a20c" providerId="ADAL" clId="{FC35C8E9-E3BA-4F1D-B0C7-4A246E68C8D5}" dt="2024-03-19T13:56:28.764" v="1262" actId="1038"/>
          <ac:spMkLst>
            <pc:docMk/>
            <pc:sldMk cId="0" sldId="263"/>
            <ac:spMk id="7" creationId="{3D0BFC1F-C5B4-8845-9B2F-A9B957768B20}"/>
          </ac:spMkLst>
        </pc:spChg>
        <pc:spChg chg="mod">
          <ac:chgData name="Cartwright, Max" userId="4fdaca64-157b-4f34-aebd-58f672b6a20c" providerId="ADAL" clId="{FC35C8E9-E3BA-4F1D-B0C7-4A246E68C8D5}" dt="2024-03-19T13:56:28.764" v="1262" actId="1038"/>
          <ac:spMkLst>
            <pc:docMk/>
            <pc:sldMk cId="0" sldId="263"/>
            <ac:spMk id="8" creationId="{6B94823D-2DBC-6259-3754-78B20B4ECFF9}"/>
          </ac:spMkLst>
        </pc:spChg>
        <pc:spChg chg="mod">
          <ac:chgData name="Cartwright, Max" userId="4fdaca64-157b-4f34-aebd-58f672b6a20c" providerId="ADAL" clId="{FC35C8E9-E3BA-4F1D-B0C7-4A246E68C8D5}" dt="2024-03-19T13:56:28.764" v="1262" actId="1038"/>
          <ac:spMkLst>
            <pc:docMk/>
            <pc:sldMk cId="0" sldId="263"/>
            <ac:spMk id="9" creationId="{07C1E2B6-E39C-DF09-67DD-AF5BB70377FE}"/>
          </ac:spMkLst>
        </pc:spChg>
        <pc:spChg chg="mod">
          <ac:chgData name="Cartwright, Max" userId="4fdaca64-157b-4f34-aebd-58f672b6a20c" providerId="ADAL" clId="{FC35C8E9-E3BA-4F1D-B0C7-4A246E68C8D5}" dt="2024-03-19T13:56:28.764" v="1262" actId="1038"/>
          <ac:spMkLst>
            <pc:docMk/>
            <pc:sldMk cId="0" sldId="263"/>
            <ac:spMk id="10" creationId="{4EB075B7-6A28-F541-D6F5-45CA278E5F62}"/>
          </ac:spMkLst>
        </pc:spChg>
        <pc:spChg chg="add mod">
          <ac:chgData name="Cartwright, Max" userId="4fdaca64-157b-4f34-aebd-58f672b6a20c" providerId="ADAL" clId="{FC35C8E9-E3BA-4F1D-B0C7-4A246E68C8D5}" dt="2024-03-19T13:56:28.764" v="1262" actId="1038"/>
          <ac:spMkLst>
            <pc:docMk/>
            <pc:sldMk cId="0" sldId="263"/>
            <ac:spMk id="11" creationId="{23378F48-3438-ABB6-5A7D-C7203B66D0F9}"/>
          </ac:spMkLst>
        </pc:spChg>
        <pc:spChg chg="mod">
          <ac:chgData name="Cartwright, Max" userId="4fdaca64-157b-4f34-aebd-58f672b6a20c" providerId="ADAL" clId="{FC35C8E9-E3BA-4F1D-B0C7-4A246E68C8D5}" dt="2024-03-19T13:56:28.764" v="1262" actId="1038"/>
          <ac:spMkLst>
            <pc:docMk/>
            <pc:sldMk cId="0" sldId="263"/>
            <ac:spMk id="12" creationId="{302DE8FA-9836-1586-3323-28E50DED1B1C}"/>
          </ac:spMkLst>
        </pc:spChg>
        <pc:spChg chg="mod">
          <ac:chgData name="Cartwright, Max" userId="4fdaca64-157b-4f34-aebd-58f672b6a20c" providerId="ADAL" clId="{FC35C8E9-E3BA-4F1D-B0C7-4A246E68C8D5}" dt="2024-03-19T13:56:28.764" v="1262" actId="1038"/>
          <ac:spMkLst>
            <pc:docMk/>
            <pc:sldMk cId="0" sldId="263"/>
            <ac:spMk id="15" creationId="{00B28477-6496-A66B-EF94-7C198FF02185}"/>
          </ac:spMkLst>
        </pc:spChg>
        <pc:spChg chg="mod">
          <ac:chgData name="Cartwright, Max" userId="4fdaca64-157b-4f34-aebd-58f672b6a20c" providerId="ADAL" clId="{FC35C8E9-E3BA-4F1D-B0C7-4A246E68C8D5}" dt="2024-03-19T13:56:28.764" v="1262" actId="1038"/>
          <ac:spMkLst>
            <pc:docMk/>
            <pc:sldMk cId="0" sldId="263"/>
            <ac:spMk id="18" creationId="{3F0A3E4D-D077-DE92-594D-6B8B5EF6FE4B}"/>
          </ac:spMkLst>
        </pc:spChg>
        <pc:spChg chg="mod">
          <ac:chgData name="Cartwright, Max" userId="4fdaca64-157b-4f34-aebd-58f672b6a20c" providerId="ADAL" clId="{FC35C8E9-E3BA-4F1D-B0C7-4A246E68C8D5}" dt="2024-03-19T13:56:28.764" v="1262" actId="1038"/>
          <ac:spMkLst>
            <pc:docMk/>
            <pc:sldMk cId="0" sldId="263"/>
            <ac:spMk id="19" creationId="{7944E31C-CF33-246B-DE9C-B7034EFEE4CA}"/>
          </ac:spMkLst>
        </pc:spChg>
        <pc:spChg chg="mod">
          <ac:chgData name="Cartwright, Max" userId="4fdaca64-157b-4f34-aebd-58f672b6a20c" providerId="ADAL" clId="{FC35C8E9-E3BA-4F1D-B0C7-4A246E68C8D5}" dt="2024-03-19T13:56:28.764" v="1262" actId="1038"/>
          <ac:spMkLst>
            <pc:docMk/>
            <pc:sldMk cId="0" sldId="263"/>
            <ac:spMk id="20" creationId="{415002E1-0AED-1D80-C293-9F05C8DA67C3}"/>
          </ac:spMkLst>
        </pc:spChg>
        <pc:spChg chg="mod">
          <ac:chgData name="Cartwright, Max" userId="4fdaca64-157b-4f34-aebd-58f672b6a20c" providerId="ADAL" clId="{FC35C8E9-E3BA-4F1D-B0C7-4A246E68C8D5}" dt="2024-03-19T13:56:28.764" v="1262" actId="1038"/>
          <ac:spMkLst>
            <pc:docMk/>
            <pc:sldMk cId="0" sldId="263"/>
            <ac:spMk id="21" creationId="{97AECA90-4A90-3373-EA83-2362216BE281}"/>
          </ac:spMkLst>
        </pc:spChg>
        <pc:spChg chg="mod">
          <ac:chgData name="Cartwright, Max" userId="4fdaca64-157b-4f34-aebd-58f672b6a20c" providerId="ADAL" clId="{FC35C8E9-E3BA-4F1D-B0C7-4A246E68C8D5}" dt="2024-03-19T13:56:28.764" v="1262" actId="1038"/>
          <ac:spMkLst>
            <pc:docMk/>
            <pc:sldMk cId="0" sldId="263"/>
            <ac:spMk id="22" creationId="{961906AC-CAAC-F23A-ACD2-C49A238054A7}"/>
          </ac:spMkLst>
        </pc:spChg>
        <pc:spChg chg="mod">
          <ac:chgData name="Cartwright, Max" userId="4fdaca64-157b-4f34-aebd-58f672b6a20c" providerId="ADAL" clId="{FC35C8E9-E3BA-4F1D-B0C7-4A246E68C8D5}" dt="2024-03-19T13:56:37.822" v="1294" actId="1037"/>
          <ac:spMkLst>
            <pc:docMk/>
            <pc:sldMk cId="0" sldId="263"/>
            <ac:spMk id="23" creationId="{2DD1599B-ED66-2CAA-0038-541B871904DE}"/>
          </ac:spMkLst>
        </pc:spChg>
        <pc:spChg chg="mod">
          <ac:chgData name="Cartwright, Max" userId="4fdaca64-157b-4f34-aebd-58f672b6a20c" providerId="ADAL" clId="{FC35C8E9-E3BA-4F1D-B0C7-4A246E68C8D5}" dt="2024-03-19T13:56:43.205" v="1295" actId="14100"/>
          <ac:spMkLst>
            <pc:docMk/>
            <pc:sldMk cId="0" sldId="263"/>
            <ac:spMk id="24" creationId="{A4A62038-A37A-9E9C-1B63-1C4A6CA58E46}"/>
          </ac:spMkLst>
        </pc:spChg>
        <pc:spChg chg="mod">
          <ac:chgData name="Cartwright, Max" userId="4fdaca64-157b-4f34-aebd-58f672b6a20c" providerId="ADAL" clId="{FC35C8E9-E3BA-4F1D-B0C7-4A246E68C8D5}" dt="2024-03-19T13:56:37.822" v="1294" actId="1037"/>
          <ac:spMkLst>
            <pc:docMk/>
            <pc:sldMk cId="0" sldId="263"/>
            <ac:spMk id="25" creationId="{B83017E7-A357-8CDC-F395-14F04C5126A4}"/>
          </ac:spMkLst>
        </pc:spChg>
        <pc:spChg chg="add del mod ord">
          <ac:chgData name="Cartwright, Max" userId="4fdaca64-157b-4f34-aebd-58f672b6a20c" providerId="ADAL" clId="{FC35C8E9-E3BA-4F1D-B0C7-4A246E68C8D5}" dt="2024-03-19T10:32:13.620" v="545" actId="478"/>
          <ac:spMkLst>
            <pc:docMk/>
            <pc:sldMk cId="0" sldId="263"/>
            <ac:spMk id="26" creationId="{4EB0BC8C-331B-B52A-D8E0-8A7BD0BF0655}"/>
          </ac:spMkLst>
        </pc:spChg>
        <pc:spChg chg="add mod">
          <ac:chgData name="Cartwright, Max" userId="4fdaca64-157b-4f34-aebd-58f672b6a20c" providerId="ADAL" clId="{FC35C8E9-E3BA-4F1D-B0C7-4A246E68C8D5}" dt="2024-03-19T13:52:47.398" v="1038" actId="1035"/>
          <ac:spMkLst>
            <pc:docMk/>
            <pc:sldMk cId="0" sldId="263"/>
            <ac:spMk id="26" creationId="{FC90B086-47B1-C13A-CC46-A95E88028C1F}"/>
          </ac:spMkLst>
        </pc:spChg>
        <pc:spChg chg="mod">
          <ac:chgData name="Cartwright, Max" userId="4fdaca64-157b-4f34-aebd-58f672b6a20c" providerId="ADAL" clId="{FC35C8E9-E3BA-4F1D-B0C7-4A246E68C8D5}" dt="2024-03-19T13:56:28.764" v="1262" actId="1038"/>
          <ac:spMkLst>
            <pc:docMk/>
            <pc:sldMk cId="0" sldId="263"/>
            <ac:spMk id="27" creationId="{D14E66A4-5F78-34E0-00B1-7082031E446E}"/>
          </ac:spMkLst>
        </pc:spChg>
        <pc:spChg chg="mod">
          <ac:chgData name="Cartwright, Max" userId="4fdaca64-157b-4f34-aebd-58f672b6a20c" providerId="ADAL" clId="{FC35C8E9-E3BA-4F1D-B0C7-4A246E68C8D5}" dt="2024-03-19T13:56:28.764" v="1262" actId="1038"/>
          <ac:spMkLst>
            <pc:docMk/>
            <pc:sldMk cId="0" sldId="263"/>
            <ac:spMk id="28" creationId="{1E7D8624-3592-2919-1239-1AB11BC0222D}"/>
          </ac:spMkLst>
        </pc:spChg>
        <pc:spChg chg="add mod">
          <ac:chgData name="Cartwright, Max" userId="4fdaca64-157b-4f34-aebd-58f672b6a20c" providerId="ADAL" clId="{FC35C8E9-E3BA-4F1D-B0C7-4A246E68C8D5}" dt="2024-03-19T13:52:47.398" v="1038" actId="1035"/>
          <ac:spMkLst>
            <pc:docMk/>
            <pc:sldMk cId="0" sldId="263"/>
            <ac:spMk id="29" creationId="{1B714586-DD35-A263-C162-77C7A36B5652}"/>
          </ac:spMkLst>
        </pc:spChg>
        <pc:spChg chg="add del mod ord">
          <ac:chgData name="Cartwright, Max" userId="4fdaca64-157b-4f34-aebd-58f672b6a20c" providerId="ADAL" clId="{FC35C8E9-E3BA-4F1D-B0C7-4A246E68C8D5}" dt="2024-03-19T10:32:13.620" v="545" actId="478"/>
          <ac:spMkLst>
            <pc:docMk/>
            <pc:sldMk cId="0" sldId="263"/>
            <ac:spMk id="29" creationId="{1C1B2784-67B8-4DAA-C8DB-174C04C0547D}"/>
          </ac:spMkLst>
        </pc:spChg>
        <pc:spChg chg="mod">
          <ac:chgData name="Cartwright, Max" userId="4fdaca64-157b-4f34-aebd-58f672b6a20c" providerId="ADAL" clId="{FC35C8E9-E3BA-4F1D-B0C7-4A246E68C8D5}" dt="2024-03-19T13:56:06.737" v="1246" actId="208"/>
          <ac:spMkLst>
            <pc:docMk/>
            <pc:sldMk cId="0" sldId="263"/>
            <ac:spMk id="30" creationId="{1D851B08-9385-DEDD-0A8A-3A54D781489F}"/>
          </ac:spMkLst>
        </pc:spChg>
        <pc:spChg chg="mod">
          <ac:chgData name="Cartwright, Max" userId="4fdaca64-157b-4f34-aebd-58f672b6a20c" providerId="ADAL" clId="{FC35C8E9-E3BA-4F1D-B0C7-4A246E68C8D5}" dt="2024-03-19T13:56:06.737" v="1246" actId="208"/>
          <ac:spMkLst>
            <pc:docMk/>
            <pc:sldMk cId="0" sldId="263"/>
            <ac:spMk id="31" creationId="{7D03B130-F6B8-D2A9-F210-08FEDC3CAC70}"/>
          </ac:spMkLst>
        </pc:spChg>
        <pc:spChg chg="mod">
          <ac:chgData name="Cartwright, Max" userId="4fdaca64-157b-4f34-aebd-58f672b6a20c" providerId="ADAL" clId="{FC35C8E9-E3BA-4F1D-B0C7-4A246E68C8D5}" dt="2024-03-19T13:56:06.737" v="1246" actId="208"/>
          <ac:spMkLst>
            <pc:docMk/>
            <pc:sldMk cId="0" sldId="263"/>
            <ac:spMk id="832" creationId="{F596B990-B3EA-CE9F-405C-DEA501620E5D}"/>
          </ac:spMkLst>
        </pc:spChg>
        <pc:spChg chg="mod">
          <ac:chgData name="Cartwright, Max" userId="4fdaca64-157b-4f34-aebd-58f672b6a20c" providerId="ADAL" clId="{FC35C8E9-E3BA-4F1D-B0C7-4A246E68C8D5}" dt="2024-03-19T13:56:06.737" v="1246" actId="208"/>
          <ac:spMkLst>
            <pc:docMk/>
            <pc:sldMk cId="0" sldId="263"/>
            <ac:spMk id="833" creationId="{1491CEC2-5DBB-FC24-2DB0-99D0A4066674}"/>
          </ac:spMkLst>
        </pc:spChg>
        <pc:spChg chg="mod">
          <ac:chgData name="Cartwright, Max" userId="4fdaca64-157b-4f34-aebd-58f672b6a20c" providerId="ADAL" clId="{FC35C8E9-E3BA-4F1D-B0C7-4A246E68C8D5}" dt="2024-03-19T13:56:06.737" v="1246" actId="208"/>
          <ac:spMkLst>
            <pc:docMk/>
            <pc:sldMk cId="0" sldId="263"/>
            <ac:spMk id="834" creationId="{8E98F09E-44A2-6536-5776-E97971566734}"/>
          </ac:spMkLst>
        </pc:spChg>
        <pc:spChg chg="mod">
          <ac:chgData name="Cartwright, Max" userId="4fdaca64-157b-4f34-aebd-58f672b6a20c" providerId="ADAL" clId="{FC35C8E9-E3BA-4F1D-B0C7-4A246E68C8D5}" dt="2024-03-19T13:56:06.737" v="1246" actId="208"/>
          <ac:spMkLst>
            <pc:docMk/>
            <pc:sldMk cId="0" sldId="263"/>
            <ac:spMk id="835" creationId="{CF6D0639-9471-0AC5-F015-BCECFDCF0A2C}"/>
          </ac:spMkLst>
        </pc:spChg>
        <pc:spChg chg="mod">
          <ac:chgData name="Cartwright, Max" userId="4fdaca64-157b-4f34-aebd-58f672b6a20c" providerId="ADAL" clId="{FC35C8E9-E3BA-4F1D-B0C7-4A246E68C8D5}" dt="2024-03-19T13:52:47.398" v="1038" actId="1035"/>
          <ac:spMkLst>
            <pc:docMk/>
            <pc:sldMk cId="0" sldId="263"/>
            <ac:spMk id="837" creationId="{82FDEEFE-2EB7-3A5A-63A6-39FA9CDD5B90}"/>
          </ac:spMkLst>
        </pc:spChg>
        <pc:spChg chg="mod">
          <ac:chgData name="Cartwright, Max" userId="4fdaca64-157b-4f34-aebd-58f672b6a20c" providerId="ADAL" clId="{FC35C8E9-E3BA-4F1D-B0C7-4A246E68C8D5}" dt="2024-03-19T13:56:28.764" v="1262" actId="1038"/>
          <ac:spMkLst>
            <pc:docMk/>
            <pc:sldMk cId="0" sldId="263"/>
            <ac:spMk id="838" creationId="{767D2905-0126-F693-AF6B-6F7108AE426A}"/>
          </ac:spMkLst>
        </pc:spChg>
        <pc:spChg chg="mod">
          <ac:chgData name="Cartwright, Max" userId="4fdaca64-157b-4f34-aebd-58f672b6a20c" providerId="ADAL" clId="{FC35C8E9-E3BA-4F1D-B0C7-4A246E68C8D5}" dt="2024-03-19T13:52:47.398" v="1038" actId="1035"/>
          <ac:spMkLst>
            <pc:docMk/>
            <pc:sldMk cId="0" sldId="263"/>
            <ac:spMk id="839" creationId="{B447D194-BDB6-7BFF-0131-480DF885A398}"/>
          </ac:spMkLst>
        </pc:spChg>
        <pc:spChg chg="mod">
          <ac:chgData name="Cartwright, Max" userId="4fdaca64-157b-4f34-aebd-58f672b6a20c" providerId="ADAL" clId="{FC35C8E9-E3BA-4F1D-B0C7-4A246E68C8D5}" dt="2024-03-19T13:56:28.764" v="1262" actId="1038"/>
          <ac:spMkLst>
            <pc:docMk/>
            <pc:sldMk cId="0" sldId="263"/>
            <ac:spMk id="840" creationId="{3D07D657-56A3-B6A4-AB34-937077B27D95}"/>
          </ac:spMkLst>
        </pc:spChg>
        <pc:spChg chg="mod">
          <ac:chgData name="Cartwright, Max" userId="4fdaca64-157b-4f34-aebd-58f672b6a20c" providerId="ADAL" clId="{FC35C8E9-E3BA-4F1D-B0C7-4A246E68C8D5}" dt="2024-03-19T13:56:06.737" v="1246" actId="208"/>
          <ac:spMkLst>
            <pc:docMk/>
            <pc:sldMk cId="0" sldId="263"/>
            <ac:spMk id="841" creationId="{DE10CE88-929D-1740-942C-3AABF3A3EB7D}"/>
          </ac:spMkLst>
        </pc:spChg>
        <pc:spChg chg="mod">
          <ac:chgData name="Cartwright, Max" userId="4fdaca64-157b-4f34-aebd-58f672b6a20c" providerId="ADAL" clId="{FC35C8E9-E3BA-4F1D-B0C7-4A246E68C8D5}" dt="2024-03-19T13:56:06.737" v="1246" actId="208"/>
          <ac:spMkLst>
            <pc:docMk/>
            <pc:sldMk cId="0" sldId="263"/>
            <ac:spMk id="842" creationId="{7AD350BC-F775-B8EB-6E99-6356C31AFBF1}"/>
          </ac:spMkLst>
        </pc:spChg>
        <pc:spChg chg="mod">
          <ac:chgData name="Cartwright, Max" userId="4fdaca64-157b-4f34-aebd-58f672b6a20c" providerId="ADAL" clId="{FC35C8E9-E3BA-4F1D-B0C7-4A246E68C8D5}" dt="2024-03-19T13:56:06.737" v="1246" actId="208"/>
          <ac:spMkLst>
            <pc:docMk/>
            <pc:sldMk cId="0" sldId="263"/>
            <ac:spMk id="843" creationId="{A22A3FF7-7D10-A5B8-6E94-4A344CD7AAEE}"/>
          </ac:spMkLst>
        </pc:spChg>
        <pc:spChg chg="mod">
          <ac:chgData name="Cartwright, Max" userId="4fdaca64-157b-4f34-aebd-58f672b6a20c" providerId="ADAL" clId="{FC35C8E9-E3BA-4F1D-B0C7-4A246E68C8D5}" dt="2024-03-19T13:56:28.764" v="1262" actId="1038"/>
          <ac:spMkLst>
            <pc:docMk/>
            <pc:sldMk cId="0" sldId="263"/>
            <ac:spMk id="844" creationId="{BBA4DD06-C61E-0E5B-9DCA-F08E940C2C33}"/>
          </ac:spMkLst>
        </pc:spChg>
        <pc:spChg chg="mod">
          <ac:chgData name="Cartwright, Max" userId="4fdaca64-157b-4f34-aebd-58f672b6a20c" providerId="ADAL" clId="{FC35C8E9-E3BA-4F1D-B0C7-4A246E68C8D5}" dt="2024-03-19T13:56:28.764" v="1262" actId="1038"/>
          <ac:spMkLst>
            <pc:docMk/>
            <pc:sldMk cId="0" sldId="263"/>
            <ac:spMk id="845" creationId="{6D45F9B9-2384-8625-CF05-69C2D2848444}"/>
          </ac:spMkLst>
        </pc:spChg>
        <pc:spChg chg="mod">
          <ac:chgData name="Cartwright, Max" userId="4fdaca64-157b-4f34-aebd-58f672b6a20c" providerId="ADAL" clId="{FC35C8E9-E3BA-4F1D-B0C7-4A246E68C8D5}" dt="2024-03-19T13:56:28.764" v="1262" actId="1038"/>
          <ac:spMkLst>
            <pc:docMk/>
            <pc:sldMk cId="0" sldId="263"/>
            <ac:spMk id="846" creationId="{0E4DC9BA-64F7-7142-8540-5B8A0829FE7B}"/>
          </ac:spMkLst>
        </pc:spChg>
        <pc:spChg chg="mod">
          <ac:chgData name="Cartwright, Max" userId="4fdaca64-157b-4f34-aebd-58f672b6a20c" providerId="ADAL" clId="{FC35C8E9-E3BA-4F1D-B0C7-4A246E68C8D5}" dt="2024-03-19T13:56:28.764" v="1262" actId="1038"/>
          <ac:spMkLst>
            <pc:docMk/>
            <pc:sldMk cId="0" sldId="263"/>
            <ac:spMk id="847" creationId="{69D726B5-FB2C-A9C8-3F49-CA5C75E57B7F}"/>
          </ac:spMkLst>
        </pc:spChg>
        <pc:spChg chg="mod">
          <ac:chgData name="Cartwright, Max" userId="4fdaca64-157b-4f34-aebd-58f672b6a20c" providerId="ADAL" clId="{FC35C8E9-E3BA-4F1D-B0C7-4A246E68C8D5}" dt="2024-03-19T13:56:28.764" v="1262" actId="1038"/>
          <ac:spMkLst>
            <pc:docMk/>
            <pc:sldMk cId="0" sldId="263"/>
            <ac:spMk id="848" creationId="{FA3317EC-6662-982F-52D6-35200739FE88}"/>
          </ac:spMkLst>
        </pc:spChg>
        <pc:spChg chg="mod">
          <ac:chgData name="Cartwright, Max" userId="4fdaca64-157b-4f34-aebd-58f672b6a20c" providerId="ADAL" clId="{FC35C8E9-E3BA-4F1D-B0C7-4A246E68C8D5}" dt="2024-03-19T13:56:28.764" v="1262" actId="1038"/>
          <ac:spMkLst>
            <pc:docMk/>
            <pc:sldMk cId="0" sldId="263"/>
            <ac:spMk id="849" creationId="{6F9FFF8F-A955-8096-C920-98988A664F1C}"/>
          </ac:spMkLst>
        </pc:spChg>
        <pc:spChg chg="mod">
          <ac:chgData name="Cartwright, Max" userId="4fdaca64-157b-4f34-aebd-58f672b6a20c" providerId="ADAL" clId="{FC35C8E9-E3BA-4F1D-B0C7-4A246E68C8D5}" dt="2024-03-19T13:56:06.737" v="1246" actId="208"/>
          <ac:spMkLst>
            <pc:docMk/>
            <pc:sldMk cId="0" sldId="263"/>
            <ac:spMk id="850" creationId="{CCAC17CC-B71F-5FB9-7523-CB43945A4052}"/>
          </ac:spMkLst>
        </pc:spChg>
        <pc:spChg chg="mod">
          <ac:chgData name="Cartwright, Max" userId="4fdaca64-157b-4f34-aebd-58f672b6a20c" providerId="ADAL" clId="{FC35C8E9-E3BA-4F1D-B0C7-4A246E68C8D5}" dt="2024-03-19T13:52:47.398" v="1038" actId="1035"/>
          <ac:spMkLst>
            <pc:docMk/>
            <pc:sldMk cId="0" sldId="263"/>
            <ac:spMk id="851" creationId="{EEA78BB7-FBDC-2DCE-BF2B-6F8094C74307}"/>
          </ac:spMkLst>
        </pc:spChg>
        <pc:spChg chg="mod">
          <ac:chgData name="Cartwright, Max" userId="4fdaca64-157b-4f34-aebd-58f672b6a20c" providerId="ADAL" clId="{FC35C8E9-E3BA-4F1D-B0C7-4A246E68C8D5}" dt="2024-03-19T13:52:47.398" v="1038" actId="1035"/>
          <ac:spMkLst>
            <pc:docMk/>
            <pc:sldMk cId="0" sldId="263"/>
            <ac:spMk id="852" creationId="{F47BBC94-64A1-12D6-F92D-E082C3431B1A}"/>
          </ac:spMkLst>
        </pc:spChg>
        <pc:spChg chg="mod">
          <ac:chgData name="Cartwright, Max" userId="4fdaca64-157b-4f34-aebd-58f672b6a20c" providerId="ADAL" clId="{FC35C8E9-E3BA-4F1D-B0C7-4A246E68C8D5}" dt="2024-03-19T13:52:47.398" v="1038" actId="1035"/>
          <ac:spMkLst>
            <pc:docMk/>
            <pc:sldMk cId="0" sldId="263"/>
            <ac:spMk id="853" creationId="{CF5A6DC7-91CF-4E10-93EE-084AA4F240AC}"/>
          </ac:spMkLst>
        </pc:spChg>
        <pc:spChg chg="mod">
          <ac:chgData name="Cartwright, Max" userId="4fdaca64-157b-4f34-aebd-58f672b6a20c" providerId="ADAL" clId="{FC35C8E9-E3BA-4F1D-B0C7-4A246E68C8D5}" dt="2024-03-19T13:52:47.398" v="1038" actId="1035"/>
          <ac:spMkLst>
            <pc:docMk/>
            <pc:sldMk cId="0" sldId="263"/>
            <ac:spMk id="854" creationId="{A98FA6FC-9CE3-8850-E35A-85497D80ACDF}"/>
          </ac:spMkLst>
        </pc:spChg>
        <pc:spChg chg="mod">
          <ac:chgData name="Cartwright, Max" userId="4fdaca64-157b-4f34-aebd-58f672b6a20c" providerId="ADAL" clId="{FC35C8E9-E3BA-4F1D-B0C7-4A246E68C8D5}" dt="2024-03-19T13:52:47.398" v="1038" actId="1035"/>
          <ac:spMkLst>
            <pc:docMk/>
            <pc:sldMk cId="0" sldId="263"/>
            <ac:spMk id="855" creationId="{A4486976-88A6-A8E4-BF71-279505A4C2DD}"/>
          </ac:spMkLst>
        </pc:spChg>
        <pc:spChg chg="mod">
          <ac:chgData name="Cartwright, Max" userId="4fdaca64-157b-4f34-aebd-58f672b6a20c" providerId="ADAL" clId="{FC35C8E9-E3BA-4F1D-B0C7-4A246E68C8D5}" dt="2024-03-19T13:52:47.398" v="1038" actId="1035"/>
          <ac:spMkLst>
            <pc:docMk/>
            <pc:sldMk cId="0" sldId="263"/>
            <ac:spMk id="856" creationId="{EF1734EA-875A-80CE-DCB4-63D57BA312D9}"/>
          </ac:spMkLst>
        </pc:spChg>
        <pc:spChg chg="mod">
          <ac:chgData name="Cartwright, Max" userId="4fdaca64-157b-4f34-aebd-58f672b6a20c" providerId="ADAL" clId="{FC35C8E9-E3BA-4F1D-B0C7-4A246E68C8D5}" dt="2024-03-19T13:52:47.398" v="1038" actId="1035"/>
          <ac:spMkLst>
            <pc:docMk/>
            <pc:sldMk cId="0" sldId="263"/>
            <ac:spMk id="857" creationId="{8423E7BA-9850-B9A5-BCBC-AEBE9A0F5F9A}"/>
          </ac:spMkLst>
        </pc:spChg>
        <pc:spChg chg="mod">
          <ac:chgData name="Cartwright, Max" userId="4fdaca64-157b-4f34-aebd-58f672b6a20c" providerId="ADAL" clId="{FC35C8E9-E3BA-4F1D-B0C7-4A246E68C8D5}" dt="2024-03-19T13:52:40.962" v="1022" actId="1038"/>
          <ac:spMkLst>
            <pc:docMk/>
            <pc:sldMk cId="0" sldId="263"/>
            <ac:spMk id="858" creationId="{153EAD49-6D34-FDE3-62E1-07527C938D2C}"/>
          </ac:spMkLst>
        </pc:spChg>
        <pc:spChg chg="add mod">
          <ac:chgData name="Cartwright, Max" userId="4fdaca64-157b-4f34-aebd-58f672b6a20c" providerId="ADAL" clId="{FC35C8E9-E3BA-4F1D-B0C7-4A246E68C8D5}" dt="2024-03-19T13:56:06.737" v="1246" actId="208"/>
          <ac:spMkLst>
            <pc:docMk/>
            <pc:sldMk cId="0" sldId="263"/>
            <ac:spMk id="896" creationId="{2737E4B6-B972-B2B5-7B7F-5365236F065B}"/>
          </ac:spMkLst>
        </pc:spChg>
        <pc:spChg chg="add mod">
          <ac:chgData name="Cartwright, Max" userId="4fdaca64-157b-4f34-aebd-58f672b6a20c" providerId="ADAL" clId="{FC35C8E9-E3BA-4F1D-B0C7-4A246E68C8D5}" dt="2024-03-19T13:56:06.737" v="1246" actId="208"/>
          <ac:spMkLst>
            <pc:docMk/>
            <pc:sldMk cId="0" sldId="263"/>
            <ac:spMk id="897" creationId="{8845B570-0252-C9F1-C818-4ACB8373E86A}"/>
          </ac:spMkLst>
        </pc:spChg>
        <pc:spChg chg="add del mod">
          <ac:chgData name="Cartwright, Max" userId="4fdaca64-157b-4f34-aebd-58f672b6a20c" providerId="ADAL" clId="{FC35C8E9-E3BA-4F1D-B0C7-4A246E68C8D5}" dt="2024-03-19T13:53:27.899" v="1045" actId="478"/>
          <ac:spMkLst>
            <pc:docMk/>
            <pc:sldMk cId="0" sldId="263"/>
            <ac:spMk id="898" creationId="{0A666A72-A405-25CB-2DE1-E8D0EA48B93D}"/>
          </ac:spMkLst>
        </pc:spChg>
        <pc:spChg chg="add mod">
          <ac:chgData name="Cartwright, Max" userId="4fdaca64-157b-4f34-aebd-58f672b6a20c" providerId="ADAL" clId="{FC35C8E9-E3BA-4F1D-B0C7-4A246E68C8D5}" dt="2024-03-19T13:55:48.571" v="1245" actId="571"/>
          <ac:spMkLst>
            <pc:docMk/>
            <pc:sldMk cId="0" sldId="263"/>
            <ac:spMk id="900" creationId="{14AAB2F3-2905-CC80-9EA5-5498F2C2A434}"/>
          </ac:spMkLst>
        </pc:spChg>
        <pc:spChg chg="add mod">
          <ac:chgData name="Cartwright, Max" userId="4fdaca64-157b-4f34-aebd-58f672b6a20c" providerId="ADAL" clId="{FC35C8E9-E3BA-4F1D-B0C7-4A246E68C8D5}" dt="2024-03-19T13:55:48.571" v="1245" actId="571"/>
          <ac:spMkLst>
            <pc:docMk/>
            <pc:sldMk cId="0" sldId="263"/>
            <ac:spMk id="901" creationId="{09758E06-80A1-54C3-8992-B20CF02B3FFF}"/>
          </ac:spMkLst>
        </pc:spChg>
        <pc:spChg chg="add mod">
          <ac:chgData name="Cartwright, Max" userId="4fdaca64-157b-4f34-aebd-58f672b6a20c" providerId="ADAL" clId="{FC35C8E9-E3BA-4F1D-B0C7-4A246E68C8D5}" dt="2024-03-19T13:55:48.571" v="1245" actId="571"/>
          <ac:spMkLst>
            <pc:docMk/>
            <pc:sldMk cId="0" sldId="263"/>
            <ac:spMk id="902" creationId="{F09B0B55-23CA-214F-C5AF-C4014B85E023}"/>
          </ac:spMkLst>
        </pc:spChg>
        <pc:spChg chg="add mod">
          <ac:chgData name="Cartwright, Max" userId="4fdaca64-157b-4f34-aebd-58f672b6a20c" providerId="ADAL" clId="{FC35C8E9-E3BA-4F1D-B0C7-4A246E68C8D5}" dt="2024-03-19T13:55:48.571" v="1245" actId="571"/>
          <ac:spMkLst>
            <pc:docMk/>
            <pc:sldMk cId="0" sldId="263"/>
            <ac:spMk id="903" creationId="{CC28D589-C710-79C2-B30E-9CD4DD7832EF}"/>
          </ac:spMkLst>
        </pc:spChg>
        <pc:spChg chg="add mod">
          <ac:chgData name="Cartwright, Max" userId="4fdaca64-157b-4f34-aebd-58f672b6a20c" providerId="ADAL" clId="{FC35C8E9-E3BA-4F1D-B0C7-4A246E68C8D5}" dt="2024-03-19T13:55:48.571" v="1245" actId="571"/>
          <ac:spMkLst>
            <pc:docMk/>
            <pc:sldMk cId="0" sldId="263"/>
            <ac:spMk id="904" creationId="{BE77091F-AD14-2816-962A-4FBD056FAD7C}"/>
          </ac:spMkLst>
        </pc:spChg>
        <pc:spChg chg="add mod">
          <ac:chgData name="Cartwright, Max" userId="4fdaca64-157b-4f34-aebd-58f672b6a20c" providerId="ADAL" clId="{FC35C8E9-E3BA-4F1D-B0C7-4A246E68C8D5}" dt="2024-03-19T13:55:48.571" v="1245" actId="571"/>
          <ac:spMkLst>
            <pc:docMk/>
            <pc:sldMk cId="0" sldId="263"/>
            <ac:spMk id="905" creationId="{6477B8A7-AB19-0EC3-DFE8-8CCD17554F85}"/>
          </ac:spMkLst>
        </pc:spChg>
        <pc:spChg chg="add mod">
          <ac:chgData name="Cartwright, Max" userId="4fdaca64-157b-4f34-aebd-58f672b6a20c" providerId="ADAL" clId="{FC35C8E9-E3BA-4F1D-B0C7-4A246E68C8D5}" dt="2024-03-19T14:51:04.316" v="1302" actId="14100"/>
          <ac:spMkLst>
            <pc:docMk/>
            <pc:sldMk cId="0" sldId="263"/>
            <ac:spMk id="906" creationId="{5ECBF880-0EE1-A68A-05CE-582466C6582B}"/>
          </ac:spMkLst>
        </pc:spChg>
        <pc:spChg chg="mod">
          <ac:chgData name="Cartwright, Max" userId="4fdaca64-157b-4f34-aebd-58f672b6a20c" providerId="ADAL" clId="{FC35C8E9-E3BA-4F1D-B0C7-4A246E68C8D5}" dt="2024-03-19T13:56:28.764" v="1262" actId="1038"/>
          <ac:spMkLst>
            <pc:docMk/>
            <pc:sldMk cId="0" sldId="263"/>
            <ac:spMk id="919" creationId="{43DD2AF1-E4EA-602E-C430-5A127881A1AA}"/>
          </ac:spMkLst>
        </pc:spChg>
        <pc:spChg chg="del mod">
          <ac:chgData name="Cartwright, Max" userId="4fdaca64-157b-4f34-aebd-58f672b6a20c" providerId="ADAL" clId="{FC35C8E9-E3BA-4F1D-B0C7-4A246E68C8D5}" dt="2024-03-19T10:32:13.620" v="545" actId="478"/>
          <ac:spMkLst>
            <pc:docMk/>
            <pc:sldMk cId="0" sldId="263"/>
            <ac:spMk id="920" creationId="{81FBE873-1F99-F342-6176-D753720ABCD4}"/>
          </ac:spMkLst>
        </pc:spChg>
        <pc:spChg chg="del mod">
          <ac:chgData name="Cartwright, Max" userId="4fdaca64-157b-4f34-aebd-58f672b6a20c" providerId="ADAL" clId="{FC35C8E9-E3BA-4F1D-B0C7-4A246E68C8D5}" dt="2024-03-19T10:32:13.620" v="545" actId="478"/>
          <ac:spMkLst>
            <pc:docMk/>
            <pc:sldMk cId="0" sldId="263"/>
            <ac:spMk id="922" creationId="{46760372-9D09-AC64-BE09-FD58759F2837}"/>
          </ac:spMkLst>
        </pc:spChg>
        <pc:spChg chg="mod">
          <ac:chgData name="Cartwright, Max" userId="4fdaca64-157b-4f34-aebd-58f672b6a20c" providerId="ADAL" clId="{FC35C8E9-E3BA-4F1D-B0C7-4A246E68C8D5}" dt="2024-03-19T13:56:37.822" v="1294" actId="1037"/>
          <ac:spMkLst>
            <pc:docMk/>
            <pc:sldMk cId="0" sldId="263"/>
            <ac:spMk id="926" creationId="{00000000-0000-0000-0000-000000000000}"/>
          </ac:spMkLst>
        </pc:spChg>
        <pc:spChg chg="mod">
          <ac:chgData name="Cartwright, Max" userId="4fdaca64-157b-4f34-aebd-58f672b6a20c" providerId="ADAL" clId="{FC35C8E9-E3BA-4F1D-B0C7-4A246E68C8D5}" dt="2024-03-19T13:56:37.822" v="1294" actId="1037"/>
          <ac:spMkLst>
            <pc:docMk/>
            <pc:sldMk cId="0" sldId="263"/>
            <ac:spMk id="927" creationId="{00000000-0000-0000-0000-000000000000}"/>
          </ac:spMkLst>
        </pc:spChg>
        <pc:spChg chg="mod">
          <ac:chgData name="Cartwright, Max" userId="4fdaca64-157b-4f34-aebd-58f672b6a20c" providerId="ADAL" clId="{FC35C8E9-E3BA-4F1D-B0C7-4A246E68C8D5}" dt="2024-03-19T13:56:37.822" v="1294" actId="1037"/>
          <ac:spMkLst>
            <pc:docMk/>
            <pc:sldMk cId="0" sldId="263"/>
            <ac:spMk id="928" creationId="{00000000-0000-0000-0000-000000000000}"/>
          </ac:spMkLst>
        </pc:spChg>
        <pc:spChg chg="del mod">
          <ac:chgData name="Cartwright, Max" userId="4fdaca64-157b-4f34-aebd-58f672b6a20c" providerId="ADAL" clId="{FC35C8E9-E3BA-4F1D-B0C7-4A246E68C8D5}" dt="2024-03-19T10:32:13.620" v="545" actId="478"/>
          <ac:spMkLst>
            <pc:docMk/>
            <pc:sldMk cId="0" sldId="263"/>
            <ac:spMk id="932" creationId="{DD5F3BF4-35F4-35C1-1170-96F20A155572}"/>
          </ac:spMkLst>
        </pc:spChg>
        <pc:spChg chg="mod">
          <ac:chgData name="Cartwright, Max" userId="4fdaca64-157b-4f34-aebd-58f672b6a20c" providerId="ADAL" clId="{FC35C8E9-E3BA-4F1D-B0C7-4A246E68C8D5}" dt="2024-03-19T13:56:28.764" v="1262" actId="1038"/>
          <ac:spMkLst>
            <pc:docMk/>
            <pc:sldMk cId="0" sldId="263"/>
            <ac:spMk id="933" creationId="{09A78593-A2CE-DB08-A883-0D627CF5EFF1}"/>
          </ac:spMkLst>
        </pc:spChg>
        <pc:spChg chg="mod">
          <ac:chgData name="Cartwright, Max" userId="4fdaca64-157b-4f34-aebd-58f672b6a20c" providerId="ADAL" clId="{FC35C8E9-E3BA-4F1D-B0C7-4A246E68C8D5}" dt="2024-03-19T13:52:47.398" v="1038" actId="1035"/>
          <ac:spMkLst>
            <pc:docMk/>
            <pc:sldMk cId="0" sldId="263"/>
            <ac:spMk id="934" creationId="{0979304A-FC80-2B6E-EDCB-57B77260AE98}"/>
          </ac:spMkLst>
        </pc:spChg>
        <pc:spChg chg="mod">
          <ac:chgData name="Cartwright, Max" userId="4fdaca64-157b-4f34-aebd-58f672b6a20c" providerId="ADAL" clId="{FC35C8E9-E3BA-4F1D-B0C7-4A246E68C8D5}" dt="2024-03-19T13:56:28.764" v="1262" actId="1038"/>
          <ac:spMkLst>
            <pc:docMk/>
            <pc:sldMk cId="0" sldId="263"/>
            <ac:spMk id="935" creationId="{84026126-094C-5DF1-5F1E-70DD18DF9982}"/>
          </ac:spMkLst>
        </pc:spChg>
        <pc:spChg chg="mod">
          <ac:chgData name="Cartwright, Max" userId="4fdaca64-157b-4f34-aebd-58f672b6a20c" providerId="ADAL" clId="{FC35C8E9-E3BA-4F1D-B0C7-4A246E68C8D5}" dt="2024-03-19T13:56:28.764" v="1262" actId="1038"/>
          <ac:spMkLst>
            <pc:docMk/>
            <pc:sldMk cId="0" sldId="263"/>
            <ac:spMk id="936" creationId="{0755209E-BAE9-1417-FBC0-F9F21DA6CB4B}"/>
          </ac:spMkLst>
        </pc:spChg>
        <pc:spChg chg="mod">
          <ac:chgData name="Cartwright, Max" userId="4fdaca64-157b-4f34-aebd-58f672b6a20c" providerId="ADAL" clId="{FC35C8E9-E3BA-4F1D-B0C7-4A246E68C8D5}" dt="2024-03-19T13:56:28.764" v="1262" actId="1038"/>
          <ac:spMkLst>
            <pc:docMk/>
            <pc:sldMk cId="0" sldId="263"/>
            <ac:spMk id="937" creationId="{3ACCBBB7-3109-32B7-844B-D3709E3FF15F}"/>
          </ac:spMkLst>
        </pc:spChg>
        <pc:spChg chg="del">
          <ac:chgData name="Cartwright, Max" userId="4fdaca64-157b-4f34-aebd-58f672b6a20c" providerId="ADAL" clId="{FC35C8E9-E3BA-4F1D-B0C7-4A246E68C8D5}" dt="2024-03-18T21:10:41.714" v="47" actId="478"/>
          <ac:spMkLst>
            <pc:docMk/>
            <pc:sldMk cId="0" sldId="263"/>
            <ac:spMk id="939" creationId="{3A85A14C-0EF4-198C-E23F-9282150AF974}"/>
          </ac:spMkLst>
        </pc:spChg>
        <pc:spChg chg="del">
          <ac:chgData name="Cartwright, Max" userId="4fdaca64-157b-4f34-aebd-58f672b6a20c" providerId="ADAL" clId="{FC35C8E9-E3BA-4F1D-B0C7-4A246E68C8D5}" dt="2024-03-18T21:10:50.423" v="66" actId="478"/>
          <ac:spMkLst>
            <pc:docMk/>
            <pc:sldMk cId="0" sldId="263"/>
            <ac:spMk id="940" creationId="{00000000-0000-0000-0000-000000000000}"/>
          </ac:spMkLst>
        </pc:spChg>
        <pc:spChg chg="del">
          <ac:chgData name="Cartwright, Max" userId="4fdaca64-157b-4f34-aebd-58f672b6a20c" providerId="ADAL" clId="{FC35C8E9-E3BA-4F1D-B0C7-4A246E68C8D5}" dt="2024-03-18T21:10:41.714" v="47" actId="478"/>
          <ac:spMkLst>
            <pc:docMk/>
            <pc:sldMk cId="0" sldId="263"/>
            <ac:spMk id="941" creationId="{29F2ADEA-02E3-1F4F-DA91-11DF140C0687}"/>
          </ac:spMkLst>
        </pc:spChg>
        <pc:spChg chg="mod">
          <ac:chgData name="Cartwright, Max" userId="4fdaca64-157b-4f34-aebd-58f672b6a20c" providerId="ADAL" clId="{FC35C8E9-E3BA-4F1D-B0C7-4A246E68C8D5}" dt="2024-03-19T13:56:28.764" v="1262" actId="1038"/>
          <ac:spMkLst>
            <pc:docMk/>
            <pc:sldMk cId="0" sldId="263"/>
            <ac:spMk id="943" creationId="{E0961D12-0C58-FEF3-943E-83DC2FCED295}"/>
          </ac:spMkLst>
        </pc:spChg>
        <pc:spChg chg="mod">
          <ac:chgData name="Cartwright, Max" userId="4fdaca64-157b-4f34-aebd-58f672b6a20c" providerId="ADAL" clId="{FC35C8E9-E3BA-4F1D-B0C7-4A246E68C8D5}" dt="2024-03-19T13:56:28.764" v="1262" actId="1038"/>
          <ac:spMkLst>
            <pc:docMk/>
            <pc:sldMk cId="0" sldId="263"/>
            <ac:spMk id="944" creationId="{F5749439-B36A-433D-F810-BBFC650B4B96}"/>
          </ac:spMkLst>
        </pc:spChg>
        <pc:spChg chg="mod">
          <ac:chgData name="Cartwright, Max" userId="4fdaca64-157b-4f34-aebd-58f672b6a20c" providerId="ADAL" clId="{FC35C8E9-E3BA-4F1D-B0C7-4A246E68C8D5}" dt="2024-03-19T13:56:28.764" v="1262" actId="1038"/>
          <ac:spMkLst>
            <pc:docMk/>
            <pc:sldMk cId="0" sldId="263"/>
            <ac:spMk id="945" creationId="{AD2CBC71-CDD7-1676-E9E8-752D0EDC1391}"/>
          </ac:spMkLst>
        </pc:spChg>
        <pc:spChg chg="mod">
          <ac:chgData name="Cartwright, Max" userId="4fdaca64-157b-4f34-aebd-58f672b6a20c" providerId="ADAL" clId="{FC35C8E9-E3BA-4F1D-B0C7-4A246E68C8D5}" dt="2024-03-19T13:56:28.764" v="1262" actId="1038"/>
          <ac:spMkLst>
            <pc:docMk/>
            <pc:sldMk cId="0" sldId="263"/>
            <ac:spMk id="946" creationId="{0D5B4D6F-181C-C605-F6CA-5457D33C7198}"/>
          </ac:spMkLst>
        </pc:spChg>
        <pc:spChg chg="mod">
          <ac:chgData name="Cartwright, Max" userId="4fdaca64-157b-4f34-aebd-58f672b6a20c" providerId="ADAL" clId="{FC35C8E9-E3BA-4F1D-B0C7-4A246E68C8D5}" dt="2024-03-19T13:56:28.764" v="1262" actId="1038"/>
          <ac:spMkLst>
            <pc:docMk/>
            <pc:sldMk cId="0" sldId="263"/>
            <ac:spMk id="947" creationId="{276D7BE6-3DC4-9C59-FF9F-FE5F43EE2DE2}"/>
          </ac:spMkLst>
        </pc:spChg>
        <pc:spChg chg="mod">
          <ac:chgData name="Cartwright, Max" userId="4fdaca64-157b-4f34-aebd-58f672b6a20c" providerId="ADAL" clId="{FC35C8E9-E3BA-4F1D-B0C7-4A246E68C8D5}" dt="2024-03-19T13:56:28.764" v="1262" actId="1038"/>
          <ac:spMkLst>
            <pc:docMk/>
            <pc:sldMk cId="0" sldId="263"/>
            <ac:spMk id="948" creationId="{5420B4F8-4BCD-D5A6-E8D4-C592DA6BF265}"/>
          </ac:spMkLst>
        </pc:spChg>
        <pc:spChg chg="mod">
          <ac:chgData name="Cartwright, Max" userId="4fdaca64-157b-4f34-aebd-58f672b6a20c" providerId="ADAL" clId="{FC35C8E9-E3BA-4F1D-B0C7-4A246E68C8D5}" dt="2024-03-19T13:56:28.764" v="1262" actId="1038"/>
          <ac:spMkLst>
            <pc:docMk/>
            <pc:sldMk cId="0" sldId="263"/>
            <ac:spMk id="949" creationId="{CD5A2B5C-C64F-C49C-CA2E-D244CC68809A}"/>
          </ac:spMkLst>
        </pc:spChg>
        <pc:spChg chg="mod">
          <ac:chgData name="Cartwright, Max" userId="4fdaca64-157b-4f34-aebd-58f672b6a20c" providerId="ADAL" clId="{FC35C8E9-E3BA-4F1D-B0C7-4A246E68C8D5}" dt="2024-03-19T13:56:06.737" v="1246" actId="208"/>
          <ac:spMkLst>
            <pc:docMk/>
            <pc:sldMk cId="0" sldId="263"/>
            <ac:spMk id="950" creationId="{348E270E-2884-B0D2-C629-4DFBCED8281B}"/>
          </ac:spMkLst>
        </pc:spChg>
        <pc:spChg chg="mod">
          <ac:chgData name="Cartwright, Max" userId="4fdaca64-157b-4f34-aebd-58f672b6a20c" providerId="ADAL" clId="{FC35C8E9-E3BA-4F1D-B0C7-4A246E68C8D5}" dt="2024-03-19T13:56:06.737" v="1246" actId="208"/>
          <ac:spMkLst>
            <pc:docMk/>
            <pc:sldMk cId="0" sldId="263"/>
            <ac:spMk id="951" creationId="{0315869A-6180-063A-91F1-094BA7F40B9F}"/>
          </ac:spMkLst>
        </pc:spChg>
        <pc:spChg chg="mod">
          <ac:chgData name="Cartwright, Max" userId="4fdaca64-157b-4f34-aebd-58f672b6a20c" providerId="ADAL" clId="{FC35C8E9-E3BA-4F1D-B0C7-4A246E68C8D5}" dt="2024-03-19T13:56:06.737" v="1246" actId="208"/>
          <ac:spMkLst>
            <pc:docMk/>
            <pc:sldMk cId="0" sldId="263"/>
            <ac:spMk id="952" creationId="{F856E8DF-CDC7-D532-B846-5A766AA568D8}"/>
          </ac:spMkLst>
        </pc:spChg>
        <pc:spChg chg="mod">
          <ac:chgData name="Cartwright, Max" userId="4fdaca64-157b-4f34-aebd-58f672b6a20c" providerId="ADAL" clId="{FC35C8E9-E3BA-4F1D-B0C7-4A246E68C8D5}" dt="2024-03-19T13:56:06.737" v="1246" actId="208"/>
          <ac:spMkLst>
            <pc:docMk/>
            <pc:sldMk cId="0" sldId="263"/>
            <ac:spMk id="953" creationId="{F47B2A84-67F1-D91B-8106-E98A161C9E62}"/>
          </ac:spMkLst>
        </pc:spChg>
        <pc:spChg chg="mod">
          <ac:chgData name="Cartwright, Max" userId="4fdaca64-157b-4f34-aebd-58f672b6a20c" providerId="ADAL" clId="{FC35C8E9-E3BA-4F1D-B0C7-4A246E68C8D5}" dt="2024-03-19T13:56:06.737" v="1246" actId="208"/>
          <ac:spMkLst>
            <pc:docMk/>
            <pc:sldMk cId="0" sldId="263"/>
            <ac:spMk id="954" creationId="{86602B55-6166-406D-36FF-5C0361B14F40}"/>
          </ac:spMkLst>
        </pc:spChg>
        <pc:spChg chg="mod">
          <ac:chgData name="Cartwright, Max" userId="4fdaca64-157b-4f34-aebd-58f672b6a20c" providerId="ADAL" clId="{FC35C8E9-E3BA-4F1D-B0C7-4A246E68C8D5}" dt="2024-03-19T13:56:06.737" v="1246" actId="208"/>
          <ac:spMkLst>
            <pc:docMk/>
            <pc:sldMk cId="0" sldId="263"/>
            <ac:spMk id="955" creationId="{F1ACF85E-FA94-38BF-28D4-8871CA5E70B4}"/>
          </ac:spMkLst>
        </pc:spChg>
        <pc:spChg chg="mod">
          <ac:chgData name="Cartwright, Max" userId="4fdaca64-157b-4f34-aebd-58f672b6a20c" providerId="ADAL" clId="{FC35C8E9-E3BA-4F1D-B0C7-4A246E68C8D5}" dt="2024-03-19T13:56:28.764" v="1262" actId="1038"/>
          <ac:spMkLst>
            <pc:docMk/>
            <pc:sldMk cId="0" sldId="263"/>
            <ac:spMk id="956" creationId="{39BA74A3-3C2B-6CDC-1CF1-DADDC69CFEFB}"/>
          </ac:spMkLst>
        </pc:spChg>
        <pc:spChg chg="mod">
          <ac:chgData name="Cartwright, Max" userId="4fdaca64-157b-4f34-aebd-58f672b6a20c" providerId="ADAL" clId="{FC35C8E9-E3BA-4F1D-B0C7-4A246E68C8D5}" dt="2024-03-19T13:56:28.764" v="1262" actId="1038"/>
          <ac:spMkLst>
            <pc:docMk/>
            <pc:sldMk cId="0" sldId="263"/>
            <ac:spMk id="957" creationId="{3A43BBE0-8ADD-FEE5-8EF3-DFB995B2BFB7}"/>
          </ac:spMkLst>
        </pc:spChg>
        <pc:spChg chg="mod">
          <ac:chgData name="Cartwright, Max" userId="4fdaca64-157b-4f34-aebd-58f672b6a20c" providerId="ADAL" clId="{FC35C8E9-E3BA-4F1D-B0C7-4A246E68C8D5}" dt="2024-03-19T13:56:28.764" v="1262" actId="1038"/>
          <ac:spMkLst>
            <pc:docMk/>
            <pc:sldMk cId="0" sldId="263"/>
            <ac:spMk id="958" creationId="{B2176C95-85A4-394C-C28E-0A1859AE1C8B}"/>
          </ac:spMkLst>
        </pc:spChg>
        <pc:spChg chg="mod">
          <ac:chgData name="Cartwright, Max" userId="4fdaca64-157b-4f34-aebd-58f672b6a20c" providerId="ADAL" clId="{FC35C8E9-E3BA-4F1D-B0C7-4A246E68C8D5}" dt="2024-03-19T13:56:28.764" v="1262" actId="1038"/>
          <ac:spMkLst>
            <pc:docMk/>
            <pc:sldMk cId="0" sldId="263"/>
            <ac:spMk id="960" creationId="{40BE3179-05A7-D6B4-2872-993B997A63DB}"/>
          </ac:spMkLst>
        </pc:spChg>
        <pc:spChg chg="mod">
          <ac:chgData name="Cartwright, Max" userId="4fdaca64-157b-4f34-aebd-58f672b6a20c" providerId="ADAL" clId="{FC35C8E9-E3BA-4F1D-B0C7-4A246E68C8D5}" dt="2024-03-19T13:56:28.764" v="1262" actId="1038"/>
          <ac:spMkLst>
            <pc:docMk/>
            <pc:sldMk cId="0" sldId="263"/>
            <ac:spMk id="961" creationId="{83667437-610F-C997-0BA5-3282DF7DB1F8}"/>
          </ac:spMkLst>
        </pc:spChg>
        <pc:spChg chg="mod">
          <ac:chgData name="Cartwright, Max" userId="4fdaca64-157b-4f34-aebd-58f672b6a20c" providerId="ADAL" clId="{FC35C8E9-E3BA-4F1D-B0C7-4A246E68C8D5}" dt="2024-03-19T13:56:28.764" v="1262" actId="1038"/>
          <ac:spMkLst>
            <pc:docMk/>
            <pc:sldMk cId="0" sldId="263"/>
            <ac:spMk id="962" creationId="{C7A49277-9DD9-6860-BD4D-97AED7D3936D}"/>
          </ac:spMkLst>
        </pc:spChg>
        <pc:spChg chg="mod">
          <ac:chgData name="Cartwright, Max" userId="4fdaca64-157b-4f34-aebd-58f672b6a20c" providerId="ADAL" clId="{FC35C8E9-E3BA-4F1D-B0C7-4A246E68C8D5}" dt="2024-03-19T13:56:28.764" v="1262" actId="1038"/>
          <ac:spMkLst>
            <pc:docMk/>
            <pc:sldMk cId="0" sldId="263"/>
            <ac:spMk id="963" creationId="{13BECDC8-DC4C-5772-4F37-7AB97BA3BD4F}"/>
          </ac:spMkLst>
        </pc:spChg>
        <pc:spChg chg="del mod">
          <ac:chgData name="Cartwright, Max" userId="4fdaca64-157b-4f34-aebd-58f672b6a20c" providerId="ADAL" clId="{FC35C8E9-E3BA-4F1D-B0C7-4A246E68C8D5}" dt="2024-03-19T10:44:34.153" v="738" actId="478"/>
          <ac:spMkLst>
            <pc:docMk/>
            <pc:sldMk cId="0" sldId="263"/>
            <ac:spMk id="965" creationId="{600B64E9-5196-422E-952D-7C2A2C528987}"/>
          </ac:spMkLst>
        </pc:spChg>
        <pc:spChg chg="mod">
          <ac:chgData name="Cartwright, Max" userId="4fdaca64-157b-4f34-aebd-58f672b6a20c" providerId="ADAL" clId="{FC35C8E9-E3BA-4F1D-B0C7-4A246E68C8D5}" dt="2024-03-19T13:56:28.764" v="1262" actId="1038"/>
          <ac:spMkLst>
            <pc:docMk/>
            <pc:sldMk cId="0" sldId="263"/>
            <ac:spMk id="966" creationId="{A661A4A6-98AA-549A-A63D-90C9F927BFF9}"/>
          </ac:spMkLst>
        </pc:spChg>
        <pc:spChg chg="mod">
          <ac:chgData name="Cartwright, Max" userId="4fdaca64-157b-4f34-aebd-58f672b6a20c" providerId="ADAL" clId="{FC35C8E9-E3BA-4F1D-B0C7-4A246E68C8D5}" dt="2024-03-19T13:56:28.764" v="1262" actId="1038"/>
          <ac:spMkLst>
            <pc:docMk/>
            <pc:sldMk cId="0" sldId="263"/>
            <ac:spMk id="967" creationId="{E474EA41-BB7E-4DFF-2991-CF65BE77A2F0}"/>
          </ac:spMkLst>
        </pc:spChg>
        <pc:spChg chg="del">
          <ac:chgData name="Cartwright, Max" userId="4fdaca64-157b-4f34-aebd-58f672b6a20c" providerId="ADAL" clId="{FC35C8E9-E3BA-4F1D-B0C7-4A246E68C8D5}" dt="2024-03-18T21:10:30.673" v="46" actId="478"/>
          <ac:spMkLst>
            <pc:docMk/>
            <pc:sldMk cId="0" sldId="263"/>
            <ac:spMk id="968" creationId="{6E3AC883-C1AC-F530-CB34-1091DC167BB6}"/>
          </ac:spMkLst>
        </pc:spChg>
        <pc:spChg chg="del mod">
          <ac:chgData name="Cartwright, Max" userId="4fdaca64-157b-4f34-aebd-58f672b6a20c" providerId="ADAL" clId="{FC35C8E9-E3BA-4F1D-B0C7-4A246E68C8D5}" dt="2024-03-19T10:44:34.153" v="738" actId="478"/>
          <ac:spMkLst>
            <pc:docMk/>
            <pc:sldMk cId="0" sldId="263"/>
            <ac:spMk id="969" creationId="{F4658E67-CFC9-01EC-1511-3C6F00C4E17A}"/>
          </ac:spMkLst>
        </pc:spChg>
        <pc:spChg chg="del">
          <ac:chgData name="Cartwright, Max" userId="4fdaca64-157b-4f34-aebd-58f672b6a20c" providerId="ADAL" clId="{FC35C8E9-E3BA-4F1D-B0C7-4A246E68C8D5}" dt="2024-03-18T21:10:41.714" v="47" actId="478"/>
          <ac:spMkLst>
            <pc:docMk/>
            <pc:sldMk cId="0" sldId="263"/>
            <ac:spMk id="970" creationId="{111913B9-5DC9-83EC-D744-BA77C0BF8A9D}"/>
          </ac:spMkLst>
        </pc:spChg>
        <pc:spChg chg="mod">
          <ac:chgData name="Cartwright, Max" userId="4fdaca64-157b-4f34-aebd-58f672b6a20c" providerId="ADAL" clId="{FC35C8E9-E3BA-4F1D-B0C7-4A246E68C8D5}" dt="2024-03-19T13:56:28.764" v="1262" actId="1038"/>
          <ac:spMkLst>
            <pc:docMk/>
            <pc:sldMk cId="0" sldId="263"/>
            <ac:spMk id="971" creationId="{8FA17ACF-FF17-CB9D-07B9-38D7E5F18297}"/>
          </ac:spMkLst>
        </pc:spChg>
        <pc:spChg chg="del">
          <ac:chgData name="Cartwright, Max" userId="4fdaca64-157b-4f34-aebd-58f672b6a20c" providerId="ADAL" clId="{FC35C8E9-E3BA-4F1D-B0C7-4A246E68C8D5}" dt="2024-03-18T21:10:41.714" v="47" actId="478"/>
          <ac:spMkLst>
            <pc:docMk/>
            <pc:sldMk cId="0" sldId="263"/>
            <ac:spMk id="972" creationId="{AE86FB56-19BD-D13D-4584-C6838A7B866A}"/>
          </ac:spMkLst>
        </pc:spChg>
        <pc:spChg chg="mod">
          <ac:chgData name="Cartwright, Max" userId="4fdaca64-157b-4f34-aebd-58f672b6a20c" providerId="ADAL" clId="{FC35C8E9-E3BA-4F1D-B0C7-4A246E68C8D5}" dt="2024-03-19T13:56:28.764" v="1262" actId="1038"/>
          <ac:spMkLst>
            <pc:docMk/>
            <pc:sldMk cId="0" sldId="263"/>
            <ac:spMk id="974" creationId="{5E984A70-4EDA-6B76-17AD-5F0F032678D8}"/>
          </ac:spMkLst>
        </pc:spChg>
        <pc:spChg chg="del">
          <ac:chgData name="Cartwright, Max" userId="4fdaca64-157b-4f34-aebd-58f672b6a20c" providerId="ADAL" clId="{FC35C8E9-E3BA-4F1D-B0C7-4A246E68C8D5}" dt="2024-03-18T21:10:41.714" v="47" actId="478"/>
          <ac:spMkLst>
            <pc:docMk/>
            <pc:sldMk cId="0" sldId="263"/>
            <ac:spMk id="976" creationId="{2FCC43F6-F208-2E6B-4062-3AFAC25794D8}"/>
          </ac:spMkLst>
        </pc:spChg>
        <pc:spChg chg="mod">
          <ac:chgData name="Cartwright, Max" userId="4fdaca64-157b-4f34-aebd-58f672b6a20c" providerId="ADAL" clId="{FC35C8E9-E3BA-4F1D-B0C7-4A246E68C8D5}" dt="2024-03-19T13:56:28.764" v="1262" actId="1038"/>
          <ac:spMkLst>
            <pc:docMk/>
            <pc:sldMk cId="0" sldId="263"/>
            <ac:spMk id="977" creationId="{75E232AA-8A3A-1DF6-8964-8A30E1E4FF8C}"/>
          </ac:spMkLst>
        </pc:spChg>
        <pc:spChg chg="mod">
          <ac:chgData name="Cartwright, Max" userId="4fdaca64-157b-4f34-aebd-58f672b6a20c" providerId="ADAL" clId="{FC35C8E9-E3BA-4F1D-B0C7-4A246E68C8D5}" dt="2024-03-19T13:56:28.764" v="1262" actId="1038"/>
          <ac:spMkLst>
            <pc:docMk/>
            <pc:sldMk cId="0" sldId="263"/>
            <ac:spMk id="978" creationId="{C9CA072B-1D08-6A7C-B3D7-4FDBF3351CD5}"/>
          </ac:spMkLst>
        </pc:spChg>
        <pc:spChg chg="del mod">
          <ac:chgData name="Cartwright, Max" userId="4fdaca64-157b-4f34-aebd-58f672b6a20c" providerId="ADAL" clId="{FC35C8E9-E3BA-4F1D-B0C7-4A246E68C8D5}" dt="2024-03-19T10:32:13.620" v="545" actId="478"/>
          <ac:spMkLst>
            <pc:docMk/>
            <pc:sldMk cId="0" sldId="263"/>
            <ac:spMk id="979" creationId="{84E34DAF-5598-0EA5-9BF6-20201FFFC4DA}"/>
          </ac:spMkLst>
        </pc:spChg>
        <pc:spChg chg="del">
          <ac:chgData name="Cartwright, Max" userId="4fdaca64-157b-4f34-aebd-58f672b6a20c" providerId="ADAL" clId="{FC35C8E9-E3BA-4F1D-B0C7-4A246E68C8D5}" dt="2024-03-18T21:10:41.714" v="47" actId="478"/>
          <ac:spMkLst>
            <pc:docMk/>
            <pc:sldMk cId="0" sldId="263"/>
            <ac:spMk id="982" creationId="{4C5C5F45-7ADB-3DC8-A698-93BED8FA8088}"/>
          </ac:spMkLst>
        </pc:spChg>
        <pc:spChg chg="mod">
          <ac:chgData name="Cartwright, Max" userId="4fdaca64-157b-4f34-aebd-58f672b6a20c" providerId="ADAL" clId="{FC35C8E9-E3BA-4F1D-B0C7-4A246E68C8D5}" dt="2024-03-19T13:56:28.764" v="1262" actId="1038"/>
          <ac:spMkLst>
            <pc:docMk/>
            <pc:sldMk cId="0" sldId="263"/>
            <ac:spMk id="985" creationId="{72F60A4C-F595-419A-4288-C1334C79E607}"/>
          </ac:spMkLst>
        </pc:spChg>
        <pc:spChg chg="mod">
          <ac:chgData name="Cartwright, Max" userId="4fdaca64-157b-4f34-aebd-58f672b6a20c" providerId="ADAL" clId="{FC35C8E9-E3BA-4F1D-B0C7-4A246E68C8D5}" dt="2024-03-19T13:56:28.764" v="1262" actId="1038"/>
          <ac:spMkLst>
            <pc:docMk/>
            <pc:sldMk cId="0" sldId="263"/>
            <ac:spMk id="986" creationId="{EA420B40-85A7-C8F9-C97F-80F371DA8777}"/>
          </ac:spMkLst>
        </pc:spChg>
        <pc:spChg chg="mod">
          <ac:chgData name="Cartwright, Max" userId="4fdaca64-157b-4f34-aebd-58f672b6a20c" providerId="ADAL" clId="{FC35C8E9-E3BA-4F1D-B0C7-4A246E68C8D5}" dt="2024-03-19T13:56:06.737" v="1246" actId="208"/>
          <ac:spMkLst>
            <pc:docMk/>
            <pc:sldMk cId="0" sldId="263"/>
            <ac:spMk id="987" creationId="{E367E28D-687C-4A4B-D0A3-473A59604938}"/>
          </ac:spMkLst>
        </pc:spChg>
        <pc:spChg chg="mod">
          <ac:chgData name="Cartwright, Max" userId="4fdaca64-157b-4f34-aebd-58f672b6a20c" providerId="ADAL" clId="{FC35C8E9-E3BA-4F1D-B0C7-4A246E68C8D5}" dt="2024-03-19T13:56:06.737" v="1246" actId="208"/>
          <ac:spMkLst>
            <pc:docMk/>
            <pc:sldMk cId="0" sldId="263"/>
            <ac:spMk id="989" creationId="{8C60D923-BD05-F601-D904-1F2A3EDBD731}"/>
          </ac:spMkLst>
        </pc:spChg>
        <pc:spChg chg="mod">
          <ac:chgData name="Cartwright, Max" userId="4fdaca64-157b-4f34-aebd-58f672b6a20c" providerId="ADAL" clId="{FC35C8E9-E3BA-4F1D-B0C7-4A246E68C8D5}" dt="2024-03-19T13:52:47.398" v="1038" actId="1035"/>
          <ac:spMkLst>
            <pc:docMk/>
            <pc:sldMk cId="0" sldId="263"/>
            <ac:spMk id="991" creationId="{E7978FA5-43FD-F36B-C942-BCF88821F0BC}"/>
          </ac:spMkLst>
        </pc:spChg>
        <pc:cxnChg chg="del mod">
          <ac:chgData name="Cartwright, Max" userId="4fdaca64-157b-4f34-aebd-58f672b6a20c" providerId="ADAL" clId="{FC35C8E9-E3BA-4F1D-B0C7-4A246E68C8D5}" dt="2024-03-19T13:48:47.852" v="893" actId="478"/>
          <ac:cxnSpMkLst>
            <pc:docMk/>
            <pc:sldMk cId="0" sldId="263"/>
            <ac:cxnSpMk id="13" creationId="{638629FA-4FD7-B1A9-6CB2-009966B73FAD}"/>
          </ac:cxnSpMkLst>
        </pc:cxnChg>
        <pc:cxnChg chg="del mod">
          <ac:chgData name="Cartwright, Max" userId="4fdaca64-157b-4f34-aebd-58f672b6a20c" providerId="ADAL" clId="{FC35C8E9-E3BA-4F1D-B0C7-4A246E68C8D5}" dt="2024-03-19T13:48:12.660" v="874" actId="478"/>
          <ac:cxnSpMkLst>
            <pc:docMk/>
            <pc:sldMk cId="0" sldId="263"/>
            <ac:cxnSpMk id="14" creationId="{CA3EFAF0-FE5E-C5C1-0716-5FAC42101B9F}"/>
          </ac:cxnSpMkLst>
        </pc:cxnChg>
        <pc:cxnChg chg="del mod">
          <ac:chgData name="Cartwright, Max" userId="4fdaca64-157b-4f34-aebd-58f672b6a20c" providerId="ADAL" clId="{FC35C8E9-E3BA-4F1D-B0C7-4A246E68C8D5}" dt="2024-03-19T13:48:12.660" v="874" actId="478"/>
          <ac:cxnSpMkLst>
            <pc:docMk/>
            <pc:sldMk cId="0" sldId="263"/>
            <ac:cxnSpMk id="16" creationId="{0F6082EE-AC9C-7D3D-99AC-B6F008084216}"/>
          </ac:cxnSpMkLst>
        </pc:cxnChg>
        <pc:cxnChg chg="del mod">
          <ac:chgData name="Cartwright, Max" userId="4fdaca64-157b-4f34-aebd-58f672b6a20c" providerId="ADAL" clId="{FC35C8E9-E3BA-4F1D-B0C7-4A246E68C8D5}" dt="2024-03-19T13:48:46.091" v="892" actId="478"/>
          <ac:cxnSpMkLst>
            <pc:docMk/>
            <pc:sldMk cId="0" sldId="263"/>
            <ac:cxnSpMk id="17" creationId="{C3114084-1547-FD0A-9D9A-96D2481289C9}"/>
          </ac:cxnSpMkLst>
        </pc:cxnChg>
        <pc:cxnChg chg="add del mod">
          <ac:chgData name="Cartwright, Max" userId="4fdaca64-157b-4f34-aebd-58f672b6a20c" providerId="ADAL" clId="{FC35C8E9-E3BA-4F1D-B0C7-4A246E68C8D5}" dt="2024-03-19T10:34:23.136" v="688" actId="478"/>
          <ac:cxnSpMkLst>
            <pc:docMk/>
            <pc:sldMk cId="0" sldId="263"/>
            <ac:cxnSpMk id="899" creationId="{0C3F6EF9-6015-720B-5200-3FAAB9483BA6}"/>
          </ac:cxnSpMkLst>
        </pc:cxnChg>
        <pc:cxnChg chg="add mod">
          <ac:chgData name="Cartwright, Max" userId="4fdaca64-157b-4f34-aebd-58f672b6a20c" providerId="ADAL" clId="{FC35C8E9-E3BA-4F1D-B0C7-4A246E68C8D5}" dt="2024-03-19T13:56:28.764" v="1262" actId="1038"/>
          <ac:cxnSpMkLst>
            <pc:docMk/>
            <pc:sldMk cId="0" sldId="263"/>
            <ac:cxnSpMk id="899" creationId="{457DE920-E533-F3E8-98C7-58544CEC1B38}"/>
          </ac:cxnSpMkLst>
        </pc:cxnChg>
        <pc:cxnChg chg="del mod">
          <ac:chgData name="Cartwright, Max" userId="4fdaca64-157b-4f34-aebd-58f672b6a20c" providerId="ADAL" clId="{FC35C8E9-E3BA-4F1D-B0C7-4A246E68C8D5}" dt="2024-03-19T10:45:03.679" v="781" actId="478"/>
          <ac:cxnSpMkLst>
            <pc:docMk/>
            <pc:sldMk cId="0" sldId="263"/>
            <ac:cxnSpMk id="942" creationId="{02799B83-C25F-032B-3FC0-60B093E2FABC}"/>
          </ac:cxnSpMkLst>
        </pc:cxnChg>
      </pc:sldChg>
      <pc:sldChg chg="modSp new mod">
        <pc:chgData name="Cartwright, Max" userId="4fdaca64-157b-4f34-aebd-58f672b6a20c" providerId="ADAL" clId="{FC35C8E9-E3BA-4F1D-B0C7-4A246E68C8D5}" dt="2024-03-19T13:30:29.062" v="853"/>
        <pc:sldMkLst>
          <pc:docMk/>
          <pc:sldMk cId="2417608452" sldId="265"/>
        </pc:sldMkLst>
        <pc:spChg chg="mod">
          <ac:chgData name="Cartwright, Max" userId="4fdaca64-157b-4f34-aebd-58f672b6a20c" providerId="ADAL" clId="{FC35C8E9-E3BA-4F1D-B0C7-4A246E68C8D5}" dt="2024-03-19T13:30:29.062" v="853"/>
          <ac:spMkLst>
            <pc:docMk/>
            <pc:sldMk cId="2417608452" sldId="265"/>
            <ac:spMk id="2" creationId="{1C6ACEEA-CA10-AD3F-3003-EFB826EF7ED4}"/>
          </ac:spMkLst>
        </pc:spChg>
      </pc:sldChg>
      <pc:sldChg chg="add">
        <pc:chgData name="Cartwright, Max" userId="4fdaca64-157b-4f34-aebd-58f672b6a20c" providerId="ADAL" clId="{FC35C8E9-E3BA-4F1D-B0C7-4A246E68C8D5}" dt="2024-03-19T10:44:28.712" v="737"/>
        <pc:sldMkLst>
          <pc:docMk/>
          <pc:sldMk cId="1975996711" sldId="266"/>
        </pc:sldMkLst>
      </pc:sldChg>
      <pc:sldChg chg="add">
        <pc:chgData name="Cartwright, Max" userId="4fdaca64-157b-4f34-aebd-58f672b6a20c" providerId="ADAL" clId="{FC35C8E9-E3BA-4F1D-B0C7-4A246E68C8D5}" dt="2024-03-19T13:47:45.944" v="855"/>
        <pc:sldMkLst>
          <pc:docMk/>
          <pc:sldMk cId="622049686" sldId="267"/>
        </pc:sldMkLst>
      </pc:sldChg>
    </pc:docChg>
  </pc:docChgLst>
  <pc:docChgLst>
    <pc:chgData name="Cartwright, Max" userId="4fdaca64-157b-4f34-aebd-58f672b6a20c" providerId="ADAL" clId="{943767A6-34F2-40EE-9271-0F5706704718}"/>
    <pc:docChg chg="modSld">
      <pc:chgData name="Cartwright, Max" userId="4fdaca64-157b-4f34-aebd-58f672b6a20c" providerId="ADAL" clId="{943767A6-34F2-40EE-9271-0F5706704718}" dt="2024-03-20T08:05:56.708" v="15" actId="20577"/>
      <pc:docMkLst>
        <pc:docMk/>
      </pc:docMkLst>
      <pc:sldChg chg="modSp mod">
        <pc:chgData name="Cartwright, Max" userId="4fdaca64-157b-4f34-aebd-58f672b6a20c" providerId="ADAL" clId="{943767A6-34F2-40EE-9271-0F5706704718}" dt="2024-03-20T08:05:56.708" v="15" actId="20577"/>
        <pc:sldMkLst>
          <pc:docMk/>
          <pc:sldMk cId="0" sldId="263"/>
        </pc:sldMkLst>
        <pc:spChg chg="mod">
          <ac:chgData name="Cartwright, Max" userId="4fdaca64-157b-4f34-aebd-58f672b6a20c" providerId="ADAL" clId="{943767A6-34F2-40EE-9271-0F5706704718}" dt="2024-03-20T08:05:16.215" v="0" actId="408"/>
          <ac:spMkLst>
            <pc:docMk/>
            <pc:sldMk cId="0" sldId="263"/>
            <ac:spMk id="23" creationId="{2DD1599B-ED66-2CAA-0038-541B871904DE}"/>
          </ac:spMkLst>
        </pc:spChg>
        <pc:spChg chg="mod">
          <ac:chgData name="Cartwright, Max" userId="4fdaca64-157b-4f34-aebd-58f672b6a20c" providerId="ADAL" clId="{943767A6-34F2-40EE-9271-0F5706704718}" dt="2024-03-20T08:05:56.708" v="15" actId="20577"/>
          <ac:spMkLst>
            <pc:docMk/>
            <pc:sldMk cId="0" sldId="263"/>
            <ac:spMk id="29" creationId="{1B714586-DD35-A263-C162-77C7A36B5652}"/>
          </ac:spMkLst>
        </pc:spChg>
        <pc:spChg chg="mod">
          <ac:chgData name="Cartwright, Max" userId="4fdaca64-157b-4f34-aebd-58f672b6a20c" providerId="ADAL" clId="{943767A6-34F2-40EE-9271-0F5706704718}" dt="2024-03-20T08:05:29.448" v="4" actId="1038"/>
          <ac:spMkLst>
            <pc:docMk/>
            <pc:sldMk cId="0" sldId="263"/>
            <ac:spMk id="841" creationId="{DE10CE88-929D-1740-942C-3AABF3A3EB7D}"/>
          </ac:spMkLst>
        </pc:spChg>
        <pc:spChg chg="mod">
          <ac:chgData name="Cartwright, Max" userId="4fdaca64-157b-4f34-aebd-58f672b6a20c" providerId="ADAL" clId="{943767A6-34F2-40EE-9271-0F5706704718}" dt="2024-03-20T08:05:40.741" v="5" actId="1035"/>
          <ac:spMkLst>
            <pc:docMk/>
            <pc:sldMk cId="0" sldId="263"/>
            <ac:spMk id="897" creationId="{8845B570-0252-C9F1-C818-4ACB8373E86A}"/>
          </ac:spMkLst>
        </pc:spChg>
        <pc:spChg chg="mod">
          <ac:chgData name="Cartwright, Max" userId="4fdaca64-157b-4f34-aebd-58f672b6a20c" providerId="ADAL" clId="{943767A6-34F2-40EE-9271-0F5706704718}" dt="2024-03-20T08:05:16.215" v="0" actId="408"/>
          <ac:spMkLst>
            <pc:docMk/>
            <pc:sldMk cId="0" sldId="263"/>
            <ac:spMk id="92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2f1b912626_0_1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2f1b912626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849" name="Google Shape;849;g22f1b912626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2f1b912626_0_1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2f1b912626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849" name="Google Shape;849;g22f1b912626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64270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2f1b912626_0_1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2f1b912626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849" name="Google Shape;849;g22f1b912626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4</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32181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2f1b912626_0_1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2f1b912626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849" name="Google Shape;849;g22f1b912626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5</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75123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grey">
  <p:cSld name="Two Content grey">
    <p:bg>
      <p:bgPr>
        <a:solidFill>
          <a:schemeClr val="lt2"/>
        </a:solidFill>
        <a:effectLst/>
      </p:bgPr>
    </p:bg>
    <p:spTree>
      <p:nvGrpSpPr>
        <p:cNvPr id="1" name="Shape 63"/>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dk2"/>
        </a:solidFill>
        <a:effectLst/>
      </p:bgPr>
    </p:bg>
    <p:spTree>
      <p:nvGrpSpPr>
        <p:cNvPr id="1" name="Shape 64"/>
        <p:cNvGrpSpPr/>
        <p:nvPr/>
      </p:nvGrpSpPr>
      <p:grpSpPr>
        <a:xfrm>
          <a:off x="0" y="0"/>
          <a:ext cx="0" cy="0"/>
          <a:chOff x="0" y="0"/>
          <a:chExt cx="0" cy="0"/>
        </a:xfrm>
      </p:grpSpPr>
      <p:sp>
        <p:nvSpPr>
          <p:cNvPr id="65" name="Google Shape;65;p72"/>
          <p:cNvSpPr txBox="1">
            <a:spLocks noGrp="1"/>
          </p:cNvSpPr>
          <p:nvPr>
            <p:ph type="ctrTitle"/>
          </p:nvPr>
        </p:nvSpPr>
        <p:spPr>
          <a:xfrm>
            <a:off x="965200" y="1624012"/>
            <a:ext cx="10234613" cy="2868965"/>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8000"/>
              <a:buFont typeface="Times New Roman"/>
              <a:buNone/>
              <a:defRPr sz="80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72"/>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600"/>
              <a:buNone/>
              <a:defRPr sz="1600" b="0" cap="none">
                <a:solidFill>
                  <a:schemeClr val="accent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pic>
        <p:nvPicPr>
          <p:cNvPr id="67" name="Google Shape;67;p72"/>
          <p:cNvPicPr preferRelativeResize="0"/>
          <p:nvPr/>
        </p:nvPicPr>
        <p:blipFill rotWithShape="1">
          <a:blip r:embed="rId2">
            <a:alphaModFix/>
          </a:blip>
          <a:srcRect/>
          <a:stretch/>
        </p:blipFill>
        <p:spPr>
          <a:xfrm>
            <a:off x="965200" y="687772"/>
            <a:ext cx="1080195" cy="341383"/>
          </a:xfrm>
          <a:prstGeom prst="rect">
            <a:avLst/>
          </a:prstGeom>
          <a:noFill/>
          <a:ln>
            <a:noFill/>
          </a:ln>
        </p:spPr>
      </p:pic>
      <p:sp>
        <p:nvSpPr>
          <p:cNvPr id="68" name="Google Shape;68;p72"/>
          <p:cNvSpPr txBox="1"/>
          <p:nvPr/>
        </p:nvSpPr>
        <p:spPr>
          <a:xfrm>
            <a:off x="3261872" y="72998"/>
            <a:ext cx="0" cy="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cxnSp>
        <p:nvCxnSpPr>
          <p:cNvPr id="69" name="Google Shape;69;p72"/>
          <p:cNvCxnSpPr/>
          <p:nvPr/>
        </p:nvCxnSpPr>
        <p:spPr>
          <a:xfrm>
            <a:off x="965200" y="4684898"/>
            <a:ext cx="491067"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pos="608">
          <p15:clr>
            <a:srgbClr val="FBAE40"/>
          </p15:clr>
        </p15:guide>
        <p15:guide id="2" pos="705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purple">
  <p:cSld name="Title Slide purple">
    <p:bg>
      <p:bgPr>
        <a:solidFill>
          <a:schemeClr val="accent2"/>
        </a:solidFill>
        <a:effectLst/>
      </p:bgPr>
    </p:bg>
    <p:spTree>
      <p:nvGrpSpPr>
        <p:cNvPr id="1" name="Shape 70"/>
        <p:cNvGrpSpPr/>
        <p:nvPr/>
      </p:nvGrpSpPr>
      <p:grpSpPr>
        <a:xfrm>
          <a:off x="0" y="0"/>
          <a:ext cx="0" cy="0"/>
          <a:chOff x="0" y="0"/>
          <a:chExt cx="0" cy="0"/>
        </a:xfrm>
      </p:grpSpPr>
      <p:sp>
        <p:nvSpPr>
          <p:cNvPr id="71" name="Google Shape;71;p73"/>
          <p:cNvSpPr txBox="1">
            <a:spLocks noGrp="1"/>
          </p:cNvSpPr>
          <p:nvPr>
            <p:ph type="ctrTitle"/>
          </p:nvPr>
        </p:nvSpPr>
        <p:spPr>
          <a:xfrm>
            <a:off x="965200" y="1624012"/>
            <a:ext cx="10234613" cy="2868965"/>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8000"/>
              <a:buFont typeface="Times New Roman"/>
              <a:buNone/>
              <a:defRPr sz="80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73"/>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1600"/>
              <a:buNone/>
              <a:defRPr sz="1600" b="0" cap="none">
                <a:solidFill>
                  <a:schemeClr val="dk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pic>
        <p:nvPicPr>
          <p:cNvPr id="73" name="Google Shape;73;p73"/>
          <p:cNvPicPr preferRelativeResize="0"/>
          <p:nvPr/>
        </p:nvPicPr>
        <p:blipFill rotWithShape="1">
          <a:blip r:embed="rId2">
            <a:alphaModFix/>
          </a:blip>
          <a:srcRect/>
          <a:stretch/>
        </p:blipFill>
        <p:spPr>
          <a:xfrm>
            <a:off x="965200" y="687772"/>
            <a:ext cx="1080195" cy="341383"/>
          </a:xfrm>
          <a:prstGeom prst="rect">
            <a:avLst/>
          </a:prstGeom>
          <a:noFill/>
          <a:ln>
            <a:noFill/>
          </a:ln>
        </p:spPr>
      </p:pic>
      <p:cxnSp>
        <p:nvCxnSpPr>
          <p:cNvPr id="74" name="Google Shape;74;p73"/>
          <p:cNvCxnSpPr/>
          <p:nvPr/>
        </p:nvCxnSpPr>
        <p:spPr>
          <a:xfrm>
            <a:off x="965200" y="4684898"/>
            <a:ext cx="491067"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pos="60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white">
  <p:cSld name="Title Slide white">
    <p:bg>
      <p:bgPr>
        <a:solidFill>
          <a:schemeClr val="lt2"/>
        </a:solidFill>
        <a:effectLst/>
      </p:bgPr>
    </p:bg>
    <p:spTree>
      <p:nvGrpSpPr>
        <p:cNvPr id="1" name="Shape 75"/>
        <p:cNvGrpSpPr/>
        <p:nvPr/>
      </p:nvGrpSpPr>
      <p:grpSpPr>
        <a:xfrm>
          <a:off x="0" y="0"/>
          <a:ext cx="0" cy="0"/>
          <a:chOff x="0" y="0"/>
          <a:chExt cx="0" cy="0"/>
        </a:xfrm>
      </p:grpSpPr>
      <p:sp>
        <p:nvSpPr>
          <p:cNvPr id="76" name="Google Shape;76;p74"/>
          <p:cNvSpPr txBox="1">
            <a:spLocks noGrp="1"/>
          </p:cNvSpPr>
          <p:nvPr>
            <p:ph type="ctrTitle"/>
          </p:nvPr>
        </p:nvSpPr>
        <p:spPr>
          <a:xfrm>
            <a:off x="965200" y="1624012"/>
            <a:ext cx="10234613" cy="2868965"/>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accent2"/>
              </a:buClr>
              <a:buSzPts val="8000"/>
              <a:buFont typeface="Times New Roman"/>
              <a:buNone/>
              <a:defRPr sz="80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74"/>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1600"/>
              <a:buNone/>
              <a:defRPr sz="1600" b="0" cap="none">
                <a:solidFill>
                  <a:schemeClr val="dk2"/>
                </a:solidFill>
                <a:latin typeface="Arial"/>
                <a:ea typeface="Arial"/>
                <a:cs typeface="Arial"/>
                <a:sym typeface="Arial"/>
              </a:defRPr>
            </a:lvl1pPr>
            <a:lvl2pPr lvl="1" algn="ctr">
              <a:lnSpc>
                <a:spcPct val="80000"/>
              </a:lnSpc>
              <a:spcBef>
                <a:spcPts val="600"/>
              </a:spcBef>
              <a:spcAft>
                <a:spcPts val="0"/>
              </a:spcAft>
              <a:buClr>
                <a:schemeClr val="dk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1800"/>
              </a:spcBef>
              <a:spcAft>
                <a:spcPts val="0"/>
              </a:spcAft>
              <a:buClr>
                <a:schemeClr val="dk1"/>
              </a:buClr>
              <a:buSzPts val="1600"/>
              <a:buNone/>
              <a:defRPr sz="1600"/>
            </a:lvl7pPr>
            <a:lvl8pPr lvl="7" algn="ctr">
              <a:lnSpc>
                <a:spcPct val="100000"/>
              </a:lnSpc>
              <a:spcBef>
                <a:spcPts val="600"/>
              </a:spcBef>
              <a:spcAft>
                <a:spcPts val="0"/>
              </a:spcAft>
              <a:buClr>
                <a:schemeClr val="dk1"/>
              </a:buClr>
              <a:buSzPts val="1600"/>
              <a:buNone/>
              <a:defRPr sz="1600"/>
            </a:lvl8pPr>
            <a:lvl9pPr lvl="8" algn="ctr">
              <a:lnSpc>
                <a:spcPct val="100000"/>
              </a:lnSpc>
              <a:spcBef>
                <a:spcPts val="600"/>
              </a:spcBef>
              <a:spcAft>
                <a:spcPts val="0"/>
              </a:spcAft>
              <a:buClr>
                <a:schemeClr val="dk1"/>
              </a:buClr>
              <a:buSzPts val="1600"/>
              <a:buNone/>
              <a:defRPr sz="1600"/>
            </a:lvl9pPr>
          </a:lstStyle>
          <a:p>
            <a:endParaRPr/>
          </a:p>
        </p:txBody>
      </p:sp>
      <p:pic>
        <p:nvPicPr>
          <p:cNvPr id="78" name="Google Shape;78;p74"/>
          <p:cNvPicPr preferRelativeResize="0"/>
          <p:nvPr/>
        </p:nvPicPr>
        <p:blipFill rotWithShape="1">
          <a:blip r:embed="rId2">
            <a:alphaModFix/>
          </a:blip>
          <a:srcRect/>
          <a:stretch/>
        </p:blipFill>
        <p:spPr>
          <a:xfrm>
            <a:off x="965200" y="687772"/>
            <a:ext cx="1080195" cy="341383"/>
          </a:xfrm>
          <a:prstGeom prst="rect">
            <a:avLst/>
          </a:prstGeom>
          <a:noFill/>
          <a:ln>
            <a:noFill/>
          </a:ln>
        </p:spPr>
      </p:pic>
      <p:cxnSp>
        <p:nvCxnSpPr>
          <p:cNvPr id="79" name="Google Shape;79;p74"/>
          <p:cNvCxnSpPr/>
          <p:nvPr/>
        </p:nvCxnSpPr>
        <p:spPr>
          <a:xfrm>
            <a:off x="965200" y="4684898"/>
            <a:ext cx="491067" cy="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pos="6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Longer Title Slide">
  <p:cSld name="Longer Title Slide">
    <p:bg>
      <p:bgPr>
        <a:solidFill>
          <a:schemeClr val="dk2"/>
        </a:solidFill>
        <a:effectLst/>
      </p:bgPr>
    </p:bg>
    <p:spTree>
      <p:nvGrpSpPr>
        <p:cNvPr id="1" name="Shape 80"/>
        <p:cNvGrpSpPr/>
        <p:nvPr/>
      </p:nvGrpSpPr>
      <p:grpSpPr>
        <a:xfrm>
          <a:off x="0" y="0"/>
          <a:ext cx="0" cy="0"/>
          <a:chOff x="0" y="0"/>
          <a:chExt cx="0" cy="0"/>
        </a:xfrm>
      </p:grpSpPr>
      <p:sp>
        <p:nvSpPr>
          <p:cNvPr id="81" name="Google Shape;81;p75"/>
          <p:cNvSpPr txBox="1">
            <a:spLocks noGrp="1"/>
          </p:cNvSpPr>
          <p:nvPr>
            <p:ph type="ctrTitle"/>
          </p:nvPr>
        </p:nvSpPr>
        <p:spPr>
          <a:xfrm>
            <a:off x="953830" y="1880364"/>
            <a:ext cx="6278762" cy="2352902"/>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2" name="Google Shape;82;p75"/>
          <p:cNvPicPr preferRelativeResize="0"/>
          <p:nvPr/>
        </p:nvPicPr>
        <p:blipFill rotWithShape="1">
          <a:blip r:embed="rId2">
            <a:alphaModFix/>
          </a:blip>
          <a:srcRect/>
          <a:stretch/>
        </p:blipFill>
        <p:spPr>
          <a:xfrm>
            <a:off x="7019402" y="368710"/>
            <a:ext cx="4894150" cy="6251164"/>
          </a:xfrm>
          <a:prstGeom prst="rect">
            <a:avLst/>
          </a:prstGeom>
          <a:noFill/>
          <a:ln>
            <a:noFill/>
          </a:ln>
        </p:spPr>
      </p:pic>
      <p:pic>
        <p:nvPicPr>
          <p:cNvPr id="83" name="Google Shape;83;p75"/>
          <p:cNvPicPr preferRelativeResize="0"/>
          <p:nvPr/>
        </p:nvPicPr>
        <p:blipFill rotWithShape="1">
          <a:blip r:embed="rId3">
            <a:alphaModFix/>
          </a:blip>
          <a:srcRect/>
          <a:stretch/>
        </p:blipFill>
        <p:spPr>
          <a:xfrm>
            <a:off x="965200" y="687772"/>
            <a:ext cx="1080195" cy="341383"/>
          </a:xfrm>
          <a:prstGeom prst="rect">
            <a:avLst/>
          </a:prstGeom>
          <a:noFill/>
          <a:ln>
            <a:noFill/>
          </a:ln>
        </p:spPr>
      </p:pic>
      <p:sp>
        <p:nvSpPr>
          <p:cNvPr id="84" name="Google Shape;84;p75"/>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600"/>
              <a:buNone/>
              <a:defRPr sz="1600" b="0" cap="none">
                <a:solidFill>
                  <a:schemeClr val="accent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cxnSp>
        <p:nvCxnSpPr>
          <p:cNvPr id="85" name="Google Shape;85;p75"/>
          <p:cNvCxnSpPr/>
          <p:nvPr/>
        </p:nvCxnSpPr>
        <p:spPr>
          <a:xfrm>
            <a:off x="965200" y="4684898"/>
            <a:ext cx="491067"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pos="60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3_Longer Title Slide">
  <p:cSld name="3_Longer Title Slide">
    <p:bg>
      <p:bgPr>
        <a:solidFill>
          <a:schemeClr val="lt2"/>
        </a:solidFill>
        <a:effectLst/>
      </p:bgPr>
    </p:bg>
    <p:spTree>
      <p:nvGrpSpPr>
        <p:cNvPr id="1" name="Shape 86"/>
        <p:cNvGrpSpPr/>
        <p:nvPr/>
      </p:nvGrpSpPr>
      <p:grpSpPr>
        <a:xfrm>
          <a:off x="0" y="0"/>
          <a:ext cx="0" cy="0"/>
          <a:chOff x="0" y="0"/>
          <a:chExt cx="0" cy="0"/>
        </a:xfrm>
      </p:grpSpPr>
      <p:sp>
        <p:nvSpPr>
          <p:cNvPr id="87" name="Google Shape;87;p76"/>
          <p:cNvSpPr txBox="1">
            <a:spLocks noGrp="1"/>
          </p:cNvSpPr>
          <p:nvPr>
            <p:ph type="ctrTitle"/>
          </p:nvPr>
        </p:nvSpPr>
        <p:spPr>
          <a:xfrm>
            <a:off x="953830" y="1878856"/>
            <a:ext cx="6278762" cy="2352902"/>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accent2"/>
              </a:buClr>
              <a:buSzPts val="4800"/>
              <a:buFont typeface="Times New Roman"/>
              <a:buNone/>
              <a:defRPr sz="48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8" name="Google Shape;88;p76"/>
          <p:cNvPicPr preferRelativeResize="0"/>
          <p:nvPr/>
        </p:nvPicPr>
        <p:blipFill rotWithShape="1">
          <a:blip r:embed="rId2">
            <a:alphaModFix/>
          </a:blip>
          <a:srcRect/>
          <a:stretch/>
        </p:blipFill>
        <p:spPr>
          <a:xfrm>
            <a:off x="7019402" y="368710"/>
            <a:ext cx="4894150" cy="6251164"/>
          </a:xfrm>
          <a:prstGeom prst="rect">
            <a:avLst/>
          </a:prstGeom>
          <a:noFill/>
          <a:ln>
            <a:noFill/>
          </a:ln>
        </p:spPr>
      </p:pic>
      <p:sp>
        <p:nvSpPr>
          <p:cNvPr id="89" name="Google Shape;89;p76"/>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1600"/>
              <a:buNone/>
              <a:defRPr sz="1600" b="0" cap="none">
                <a:solidFill>
                  <a:schemeClr val="dk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cxnSp>
        <p:nvCxnSpPr>
          <p:cNvPr id="90" name="Google Shape;90;p76"/>
          <p:cNvCxnSpPr/>
          <p:nvPr/>
        </p:nvCxnSpPr>
        <p:spPr>
          <a:xfrm>
            <a:off x="965200" y="4684898"/>
            <a:ext cx="491067" cy="0"/>
          </a:xfrm>
          <a:prstGeom prst="straightConnector1">
            <a:avLst/>
          </a:prstGeom>
          <a:noFill/>
          <a:ln w="9525" cap="flat" cmpd="sng">
            <a:solidFill>
              <a:schemeClr val="accent2"/>
            </a:solidFill>
            <a:prstDash val="solid"/>
            <a:miter lim="800000"/>
            <a:headEnd type="none" w="sm" len="sm"/>
            <a:tailEnd type="none" w="sm" len="sm"/>
          </a:ln>
        </p:spPr>
      </p:cxnSp>
      <p:pic>
        <p:nvPicPr>
          <p:cNvPr id="91" name="Google Shape;91;p76"/>
          <p:cNvPicPr preferRelativeResize="0"/>
          <p:nvPr/>
        </p:nvPicPr>
        <p:blipFill rotWithShape="1">
          <a:blip r:embed="rId3">
            <a:alphaModFix/>
          </a:blip>
          <a:srcRect/>
          <a:stretch/>
        </p:blipFill>
        <p:spPr>
          <a:xfrm>
            <a:off x="965200" y="687772"/>
            <a:ext cx="1080195" cy="341383"/>
          </a:xfrm>
          <a:prstGeom prst="rect">
            <a:avLst/>
          </a:prstGeom>
          <a:noFill/>
          <a:ln>
            <a:noFill/>
          </a:ln>
        </p:spPr>
      </p:pic>
    </p:spTree>
  </p:cSld>
  <p:clrMapOvr>
    <a:masterClrMapping/>
  </p:clrMapOvr>
  <p:extLst>
    <p:ext uri="{DCECCB84-F9BA-43D5-87BE-67443E8EF086}">
      <p15:sldGuideLst xmlns:p15="http://schemas.microsoft.com/office/powerpoint/2012/main">
        <p15:guide id="1" pos="60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2_Longer Title Slide">
  <p:cSld name="2_Longer Title Slide">
    <p:bg>
      <p:bgPr>
        <a:solidFill>
          <a:schemeClr val="accent2"/>
        </a:solidFill>
        <a:effectLst/>
      </p:bgPr>
    </p:bg>
    <p:spTree>
      <p:nvGrpSpPr>
        <p:cNvPr id="1" name="Shape 92"/>
        <p:cNvGrpSpPr/>
        <p:nvPr/>
      </p:nvGrpSpPr>
      <p:grpSpPr>
        <a:xfrm>
          <a:off x="0" y="0"/>
          <a:ext cx="0" cy="0"/>
          <a:chOff x="0" y="0"/>
          <a:chExt cx="0" cy="0"/>
        </a:xfrm>
      </p:grpSpPr>
      <p:sp>
        <p:nvSpPr>
          <p:cNvPr id="93" name="Google Shape;93;p63"/>
          <p:cNvSpPr txBox="1">
            <a:spLocks noGrp="1"/>
          </p:cNvSpPr>
          <p:nvPr>
            <p:ph type="ctrTitle"/>
          </p:nvPr>
        </p:nvSpPr>
        <p:spPr>
          <a:xfrm>
            <a:off x="953830" y="1878443"/>
            <a:ext cx="6278762" cy="2352902"/>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4" name="Google Shape;94;p63"/>
          <p:cNvPicPr preferRelativeResize="0"/>
          <p:nvPr/>
        </p:nvPicPr>
        <p:blipFill rotWithShape="1">
          <a:blip r:embed="rId2">
            <a:alphaModFix/>
          </a:blip>
          <a:srcRect/>
          <a:stretch/>
        </p:blipFill>
        <p:spPr>
          <a:xfrm>
            <a:off x="7019402" y="368710"/>
            <a:ext cx="4894150" cy="6251164"/>
          </a:xfrm>
          <a:prstGeom prst="rect">
            <a:avLst/>
          </a:prstGeom>
          <a:noFill/>
          <a:ln>
            <a:noFill/>
          </a:ln>
        </p:spPr>
      </p:pic>
      <p:pic>
        <p:nvPicPr>
          <p:cNvPr id="95" name="Google Shape;95;p63"/>
          <p:cNvPicPr preferRelativeResize="0"/>
          <p:nvPr/>
        </p:nvPicPr>
        <p:blipFill rotWithShape="1">
          <a:blip r:embed="rId3">
            <a:alphaModFix/>
          </a:blip>
          <a:srcRect/>
          <a:stretch/>
        </p:blipFill>
        <p:spPr>
          <a:xfrm>
            <a:off x="965200" y="687772"/>
            <a:ext cx="1080195" cy="341383"/>
          </a:xfrm>
          <a:prstGeom prst="rect">
            <a:avLst/>
          </a:prstGeom>
          <a:noFill/>
          <a:ln>
            <a:noFill/>
          </a:ln>
        </p:spPr>
      </p:pic>
      <p:sp>
        <p:nvSpPr>
          <p:cNvPr id="96" name="Google Shape;96;p63"/>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1600"/>
              <a:buNone/>
              <a:defRPr sz="1600" b="0" cap="none">
                <a:solidFill>
                  <a:schemeClr val="dk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cxnSp>
        <p:nvCxnSpPr>
          <p:cNvPr id="97" name="Google Shape;97;p63"/>
          <p:cNvCxnSpPr/>
          <p:nvPr/>
        </p:nvCxnSpPr>
        <p:spPr>
          <a:xfrm>
            <a:off x="965200" y="4684898"/>
            <a:ext cx="491067"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pos="60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1_Longer Title Slide">
  <p:cSld name="1_Longer Title Slide">
    <p:bg>
      <p:bgPr>
        <a:solidFill>
          <a:schemeClr val="dk2"/>
        </a:solidFill>
        <a:effectLst/>
      </p:bgPr>
    </p:bg>
    <p:spTree>
      <p:nvGrpSpPr>
        <p:cNvPr id="1" name="Shape 98"/>
        <p:cNvGrpSpPr/>
        <p:nvPr/>
      </p:nvGrpSpPr>
      <p:grpSpPr>
        <a:xfrm>
          <a:off x="0" y="0"/>
          <a:ext cx="0" cy="0"/>
          <a:chOff x="0" y="0"/>
          <a:chExt cx="0" cy="0"/>
        </a:xfrm>
      </p:grpSpPr>
      <p:pic>
        <p:nvPicPr>
          <p:cNvPr id="99" name="Google Shape;99;p77"/>
          <p:cNvPicPr preferRelativeResize="0"/>
          <p:nvPr/>
        </p:nvPicPr>
        <p:blipFill rotWithShape="1">
          <a:blip r:embed="rId2">
            <a:alphaModFix/>
          </a:blip>
          <a:srcRect r="10398"/>
          <a:stretch/>
        </p:blipFill>
        <p:spPr>
          <a:xfrm>
            <a:off x="6920463" y="838403"/>
            <a:ext cx="5271537" cy="5399111"/>
          </a:xfrm>
          <a:prstGeom prst="rect">
            <a:avLst/>
          </a:prstGeom>
          <a:noFill/>
          <a:ln>
            <a:noFill/>
          </a:ln>
        </p:spPr>
      </p:pic>
      <p:sp>
        <p:nvSpPr>
          <p:cNvPr id="100" name="Google Shape;100;p77"/>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600"/>
              <a:buNone/>
              <a:defRPr sz="1600" b="0" cap="none">
                <a:solidFill>
                  <a:schemeClr val="accent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cxnSp>
        <p:nvCxnSpPr>
          <p:cNvPr id="101" name="Google Shape;101;p77"/>
          <p:cNvCxnSpPr/>
          <p:nvPr/>
        </p:nvCxnSpPr>
        <p:spPr>
          <a:xfrm>
            <a:off x="965200" y="4684898"/>
            <a:ext cx="491067" cy="0"/>
          </a:xfrm>
          <a:prstGeom prst="straightConnector1">
            <a:avLst/>
          </a:prstGeom>
          <a:noFill/>
          <a:ln w="9525" cap="flat" cmpd="sng">
            <a:solidFill>
              <a:schemeClr val="lt1"/>
            </a:solidFill>
            <a:prstDash val="solid"/>
            <a:miter lim="800000"/>
            <a:headEnd type="none" w="sm" len="sm"/>
            <a:tailEnd type="none" w="sm" len="sm"/>
          </a:ln>
        </p:spPr>
      </p:cxnSp>
      <p:sp>
        <p:nvSpPr>
          <p:cNvPr id="102" name="Google Shape;102;p77"/>
          <p:cNvSpPr txBox="1">
            <a:spLocks noGrp="1"/>
          </p:cNvSpPr>
          <p:nvPr>
            <p:ph type="ctrTitle"/>
          </p:nvPr>
        </p:nvSpPr>
        <p:spPr>
          <a:xfrm>
            <a:off x="953830" y="1880364"/>
            <a:ext cx="6278762" cy="2352902"/>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3" name="Google Shape;103;p77"/>
          <p:cNvPicPr preferRelativeResize="0"/>
          <p:nvPr/>
        </p:nvPicPr>
        <p:blipFill rotWithShape="1">
          <a:blip r:embed="rId3">
            <a:alphaModFix/>
          </a:blip>
          <a:srcRect/>
          <a:stretch/>
        </p:blipFill>
        <p:spPr>
          <a:xfrm>
            <a:off x="965200" y="687772"/>
            <a:ext cx="1080195" cy="341383"/>
          </a:xfrm>
          <a:prstGeom prst="rect">
            <a:avLst/>
          </a:prstGeom>
          <a:noFill/>
          <a:ln>
            <a:noFill/>
          </a:ln>
        </p:spPr>
      </p:pic>
    </p:spTree>
  </p:cSld>
  <p:clrMapOvr>
    <a:masterClrMapping/>
  </p:clrMapOvr>
  <p:extLst>
    <p:ext uri="{DCECCB84-F9BA-43D5-87BE-67443E8EF086}">
      <p15:sldGuideLst xmlns:p15="http://schemas.microsoft.com/office/powerpoint/2012/main">
        <p15:guide id="1" pos="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4_Longer Title Slide">
  <p:cSld name="4_Longer Title Slide">
    <p:bg>
      <p:bgPr>
        <a:solidFill>
          <a:schemeClr val="accent2"/>
        </a:solidFill>
        <a:effectLst/>
      </p:bgPr>
    </p:bg>
    <p:spTree>
      <p:nvGrpSpPr>
        <p:cNvPr id="1" name="Shape 104"/>
        <p:cNvGrpSpPr/>
        <p:nvPr/>
      </p:nvGrpSpPr>
      <p:grpSpPr>
        <a:xfrm>
          <a:off x="0" y="0"/>
          <a:ext cx="0" cy="0"/>
          <a:chOff x="0" y="0"/>
          <a:chExt cx="0" cy="0"/>
        </a:xfrm>
      </p:grpSpPr>
      <p:pic>
        <p:nvPicPr>
          <p:cNvPr id="105" name="Google Shape;105;p78" descr="Shape&#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06" name="Google Shape;106;p78"/>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600"/>
              <a:buNone/>
              <a:defRPr sz="1600" b="0" cap="none">
                <a:solidFill>
                  <a:schemeClr val="lt1"/>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cxnSp>
        <p:nvCxnSpPr>
          <p:cNvPr id="107" name="Google Shape;107;p78"/>
          <p:cNvCxnSpPr/>
          <p:nvPr/>
        </p:nvCxnSpPr>
        <p:spPr>
          <a:xfrm>
            <a:off x="965200" y="4684898"/>
            <a:ext cx="491067" cy="0"/>
          </a:xfrm>
          <a:prstGeom prst="straightConnector1">
            <a:avLst/>
          </a:prstGeom>
          <a:noFill/>
          <a:ln w="9525" cap="flat" cmpd="sng">
            <a:solidFill>
              <a:schemeClr val="lt1"/>
            </a:solidFill>
            <a:prstDash val="solid"/>
            <a:miter lim="800000"/>
            <a:headEnd type="none" w="sm" len="sm"/>
            <a:tailEnd type="none" w="sm" len="sm"/>
          </a:ln>
        </p:spPr>
      </p:cxnSp>
      <p:sp>
        <p:nvSpPr>
          <p:cNvPr id="108" name="Google Shape;108;p78"/>
          <p:cNvSpPr txBox="1">
            <a:spLocks noGrp="1"/>
          </p:cNvSpPr>
          <p:nvPr>
            <p:ph type="ctrTitle"/>
          </p:nvPr>
        </p:nvSpPr>
        <p:spPr>
          <a:xfrm>
            <a:off x="953830" y="1880364"/>
            <a:ext cx="6278762" cy="2352902"/>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9" name="Google Shape;109;p78"/>
          <p:cNvPicPr preferRelativeResize="0"/>
          <p:nvPr/>
        </p:nvPicPr>
        <p:blipFill rotWithShape="1">
          <a:blip r:embed="rId3">
            <a:alphaModFix/>
          </a:blip>
          <a:srcRect/>
          <a:stretch/>
        </p:blipFill>
        <p:spPr>
          <a:xfrm>
            <a:off x="965200" y="687772"/>
            <a:ext cx="1080195" cy="341383"/>
          </a:xfrm>
          <a:prstGeom prst="rect">
            <a:avLst/>
          </a:prstGeom>
          <a:noFill/>
          <a:ln>
            <a:noFill/>
          </a:ln>
        </p:spPr>
      </p:pic>
    </p:spTree>
  </p:cSld>
  <p:clrMapOvr>
    <a:masterClrMapping/>
  </p:clrMapOvr>
  <p:extLst>
    <p:ext uri="{DCECCB84-F9BA-43D5-87BE-67443E8EF086}">
      <p15:sldGuideLst xmlns:p15="http://schemas.microsoft.com/office/powerpoint/2012/main">
        <p15:guide id="1" pos="60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5_Longer Title Slide">
  <p:cSld name="5_Longer Title Slide">
    <p:bg>
      <p:bgPr>
        <a:solidFill>
          <a:schemeClr val="lt2"/>
        </a:solidFill>
        <a:effectLst/>
      </p:bgPr>
    </p:bg>
    <p:spTree>
      <p:nvGrpSpPr>
        <p:cNvPr id="1" name="Shape 110"/>
        <p:cNvGrpSpPr/>
        <p:nvPr/>
      </p:nvGrpSpPr>
      <p:grpSpPr>
        <a:xfrm>
          <a:off x="0" y="0"/>
          <a:ext cx="0" cy="0"/>
          <a:chOff x="0" y="0"/>
          <a:chExt cx="0" cy="0"/>
        </a:xfrm>
      </p:grpSpPr>
      <p:pic>
        <p:nvPicPr>
          <p:cNvPr id="111" name="Google Shape;111;p79"/>
          <p:cNvPicPr preferRelativeResize="0"/>
          <p:nvPr/>
        </p:nvPicPr>
        <p:blipFill rotWithShape="1">
          <a:blip r:embed="rId2">
            <a:alphaModFix/>
          </a:blip>
          <a:srcRect r="10398"/>
          <a:stretch/>
        </p:blipFill>
        <p:spPr>
          <a:xfrm>
            <a:off x="6920463" y="838403"/>
            <a:ext cx="5271537" cy="5399111"/>
          </a:xfrm>
          <a:prstGeom prst="rect">
            <a:avLst/>
          </a:prstGeom>
          <a:noFill/>
          <a:ln>
            <a:noFill/>
          </a:ln>
        </p:spPr>
      </p:pic>
      <p:sp>
        <p:nvSpPr>
          <p:cNvPr id="112" name="Google Shape;112;p79"/>
          <p:cNvSpPr txBox="1">
            <a:spLocks noGrp="1"/>
          </p:cNvSpPr>
          <p:nvPr>
            <p:ph type="subTitle" idx="1"/>
          </p:nvPr>
        </p:nvSpPr>
        <p:spPr>
          <a:xfrm>
            <a:off x="965200" y="5087834"/>
            <a:ext cx="6823075" cy="9385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1600"/>
              <a:buNone/>
              <a:defRPr sz="1600" b="0" cap="none">
                <a:solidFill>
                  <a:schemeClr val="dk2"/>
                </a:solidFill>
                <a:latin typeface="Arial"/>
                <a:ea typeface="Arial"/>
                <a:cs typeface="Arial"/>
                <a:sym typeface="Arial"/>
              </a:defRPr>
            </a:lvl1pPr>
            <a:lvl2pPr lvl="1" algn="ctr">
              <a:lnSpc>
                <a:spcPct val="80000"/>
              </a:lnSpc>
              <a:spcBef>
                <a:spcPts val="600"/>
              </a:spcBef>
              <a:spcAft>
                <a:spcPts val="0"/>
              </a:spcAft>
              <a:buClr>
                <a:schemeClr val="lt1"/>
              </a:buClr>
              <a:buSzPts val="2000"/>
              <a:buNone/>
              <a:defRPr sz="2000"/>
            </a:lvl2pPr>
            <a:lvl3pPr lvl="2" algn="ctr">
              <a:lnSpc>
                <a:spcPct val="88888"/>
              </a:lnSpc>
              <a:spcBef>
                <a:spcPts val="600"/>
              </a:spcBef>
              <a:spcAft>
                <a:spcPts val="0"/>
              </a:spcAft>
              <a:buSzPts val="1800"/>
              <a:buNone/>
              <a:defRPr sz="1800"/>
            </a:lvl3pPr>
            <a:lvl4pPr lvl="3" algn="ctr">
              <a:lnSpc>
                <a:spcPct val="100000"/>
              </a:lnSpc>
              <a:spcBef>
                <a:spcPts val="10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100000"/>
              </a:lnSpc>
              <a:spcBef>
                <a:spcPts val="0"/>
              </a:spcBef>
              <a:spcAft>
                <a:spcPts val="0"/>
              </a:spcAft>
              <a:buClr>
                <a:schemeClr val="lt1"/>
              </a:buClr>
              <a:buSzPts val="1600"/>
              <a:buNone/>
              <a:defRPr sz="1600"/>
            </a:lvl6pPr>
            <a:lvl7pPr lvl="6" algn="ctr">
              <a:lnSpc>
                <a:spcPct val="100000"/>
              </a:lnSpc>
              <a:spcBef>
                <a:spcPts val="1800"/>
              </a:spcBef>
              <a:spcAft>
                <a:spcPts val="0"/>
              </a:spcAft>
              <a:buClr>
                <a:schemeClr val="lt1"/>
              </a:buClr>
              <a:buSzPts val="1600"/>
              <a:buNone/>
              <a:defRPr sz="1600"/>
            </a:lvl7pPr>
            <a:lvl8pPr lvl="7" algn="ctr">
              <a:lnSpc>
                <a:spcPct val="100000"/>
              </a:lnSpc>
              <a:spcBef>
                <a:spcPts val="600"/>
              </a:spcBef>
              <a:spcAft>
                <a:spcPts val="0"/>
              </a:spcAft>
              <a:buClr>
                <a:schemeClr val="lt1"/>
              </a:buClr>
              <a:buSzPts val="1600"/>
              <a:buNone/>
              <a:defRPr sz="1600"/>
            </a:lvl8pPr>
            <a:lvl9pPr lvl="8" algn="ctr">
              <a:lnSpc>
                <a:spcPct val="100000"/>
              </a:lnSpc>
              <a:spcBef>
                <a:spcPts val="600"/>
              </a:spcBef>
              <a:spcAft>
                <a:spcPts val="0"/>
              </a:spcAft>
              <a:buClr>
                <a:schemeClr val="lt1"/>
              </a:buClr>
              <a:buSzPts val="1600"/>
              <a:buNone/>
              <a:defRPr sz="1600"/>
            </a:lvl9pPr>
          </a:lstStyle>
          <a:p>
            <a:endParaRPr/>
          </a:p>
        </p:txBody>
      </p:sp>
      <p:cxnSp>
        <p:nvCxnSpPr>
          <p:cNvPr id="113" name="Google Shape;113;p79"/>
          <p:cNvCxnSpPr/>
          <p:nvPr/>
        </p:nvCxnSpPr>
        <p:spPr>
          <a:xfrm>
            <a:off x="965200" y="4684898"/>
            <a:ext cx="491067" cy="0"/>
          </a:xfrm>
          <a:prstGeom prst="straightConnector1">
            <a:avLst/>
          </a:prstGeom>
          <a:noFill/>
          <a:ln w="9525" cap="flat" cmpd="sng">
            <a:solidFill>
              <a:schemeClr val="accent2"/>
            </a:solidFill>
            <a:prstDash val="solid"/>
            <a:miter lim="800000"/>
            <a:headEnd type="none" w="sm" len="sm"/>
            <a:tailEnd type="none" w="sm" len="sm"/>
          </a:ln>
        </p:spPr>
      </p:cxnSp>
      <p:sp>
        <p:nvSpPr>
          <p:cNvPr id="114" name="Google Shape;114;p79"/>
          <p:cNvSpPr txBox="1">
            <a:spLocks noGrp="1"/>
          </p:cNvSpPr>
          <p:nvPr>
            <p:ph type="ctrTitle"/>
          </p:nvPr>
        </p:nvSpPr>
        <p:spPr>
          <a:xfrm>
            <a:off x="953830" y="1880364"/>
            <a:ext cx="6278762" cy="2352902"/>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accent2"/>
              </a:buClr>
              <a:buSzPts val="4800"/>
              <a:buFont typeface="Times New Roman"/>
              <a:buNone/>
              <a:defRPr sz="48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15" name="Google Shape;115;p79"/>
          <p:cNvPicPr preferRelativeResize="0"/>
          <p:nvPr/>
        </p:nvPicPr>
        <p:blipFill rotWithShape="1">
          <a:blip r:embed="rId3">
            <a:alphaModFix/>
          </a:blip>
          <a:srcRect/>
          <a:stretch/>
        </p:blipFill>
        <p:spPr>
          <a:xfrm>
            <a:off x="965200" y="687772"/>
            <a:ext cx="1080195" cy="341383"/>
          </a:xfrm>
          <a:prstGeom prst="rect">
            <a:avLst/>
          </a:prstGeom>
          <a:noFill/>
          <a:ln>
            <a:noFill/>
          </a:ln>
        </p:spPr>
      </p:pic>
    </p:spTree>
  </p:cSld>
  <p:clrMapOvr>
    <a:masterClrMapping/>
  </p:clrMapOvr>
  <p:extLst>
    <p:ext uri="{DCECCB84-F9BA-43D5-87BE-67443E8EF086}">
      <p15:sldGuideLst xmlns:p15="http://schemas.microsoft.com/office/powerpoint/2012/main">
        <p15:guide id="1" pos="60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elcome">
  <p:cSld name="Welcome">
    <p:bg>
      <p:bgPr>
        <a:solidFill>
          <a:schemeClr val="dk2"/>
        </a:solidFill>
        <a:effectLst/>
      </p:bgPr>
    </p:bg>
    <p:spTree>
      <p:nvGrpSpPr>
        <p:cNvPr id="1" name="Shape 116"/>
        <p:cNvGrpSpPr/>
        <p:nvPr/>
      </p:nvGrpSpPr>
      <p:grpSpPr>
        <a:xfrm>
          <a:off x="0" y="0"/>
          <a:ext cx="0" cy="0"/>
          <a:chOff x="0" y="0"/>
          <a:chExt cx="0" cy="0"/>
        </a:xfrm>
      </p:grpSpPr>
      <p:sp>
        <p:nvSpPr>
          <p:cNvPr id="117" name="Google Shape;117;p80"/>
          <p:cNvSpPr txBox="1">
            <a:spLocks noGrp="1"/>
          </p:cNvSpPr>
          <p:nvPr>
            <p:ph type="title"/>
          </p:nvPr>
        </p:nvSpPr>
        <p:spPr>
          <a:xfrm>
            <a:off x="479425" y="671987"/>
            <a:ext cx="11217275" cy="5347813"/>
          </a:xfrm>
          <a:prstGeom prst="rect">
            <a:avLst/>
          </a:prstGeom>
          <a:noFill/>
          <a:ln>
            <a:noFill/>
          </a:ln>
        </p:spPr>
        <p:txBody>
          <a:bodyPr spcFirstLastPara="1" wrap="square" lIns="0" tIns="0" rIns="0" bIns="0" anchor="ctr" anchorCtr="0">
            <a:noAutofit/>
          </a:bodyPr>
          <a:lstStyle>
            <a:lvl1pPr lvl="0" algn="ctr">
              <a:lnSpc>
                <a:spcPct val="80000"/>
              </a:lnSpc>
              <a:spcBef>
                <a:spcPts val="0"/>
              </a:spcBef>
              <a:spcAft>
                <a:spcPts val="0"/>
              </a:spcAft>
              <a:buClr>
                <a:schemeClr val="lt1"/>
              </a:buClr>
              <a:buSzPts val="13800"/>
              <a:buFont typeface="Times New Roman"/>
              <a:buNone/>
              <a:defRPr sz="13800" b="1">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80"/>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Welcome Purple">
  <p:cSld name="Welcome Purple">
    <p:bg>
      <p:bgPr>
        <a:solidFill>
          <a:schemeClr val="accent2"/>
        </a:solidFill>
        <a:effectLst/>
      </p:bgPr>
    </p:bg>
    <p:spTree>
      <p:nvGrpSpPr>
        <p:cNvPr id="1" name="Shape 119"/>
        <p:cNvGrpSpPr/>
        <p:nvPr/>
      </p:nvGrpSpPr>
      <p:grpSpPr>
        <a:xfrm>
          <a:off x="0" y="0"/>
          <a:ext cx="0" cy="0"/>
          <a:chOff x="0" y="0"/>
          <a:chExt cx="0" cy="0"/>
        </a:xfrm>
      </p:grpSpPr>
      <p:sp>
        <p:nvSpPr>
          <p:cNvPr id="120" name="Google Shape;120;p81"/>
          <p:cNvSpPr txBox="1">
            <a:spLocks noGrp="1"/>
          </p:cNvSpPr>
          <p:nvPr>
            <p:ph type="title"/>
          </p:nvPr>
        </p:nvSpPr>
        <p:spPr>
          <a:xfrm>
            <a:off x="479425" y="671987"/>
            <a:ext cx="11217275" cy="5347813"/>
          </a:xfrm>
          <a:prstGeom prst="rect">
            <a:avLst/>
          </a:prstGeom>
          <a:noFill/>
          <a:ln>
            <a:noFill/>
          </a:ln>
        </p:spPr>
        <p:txBody>
          <a:bodyPr spcFirstLastPara="1" wrap="square" lIns="0" tIns="0" rIns="0" bIns="0" anchor="ctr" anchorCtr="0">
            <a:noAutofit/>
          </a:bodyPr>
          <a:lstStyle>
            <a:lvl1pPr lvl="0" algn="ctr">
              <a:lnSpc>
                <a:spcPct val="80000"/>
              </a:lnSpc>
              <a:spcBef>
                <a:spcPts val="0"/>
              </a:spcBef>
              <a:spcAft>
                <a:spcPts val="0"/>
              </a:spcAft>
              <a:buClr>
                <a:schemeClr val="lt1"/>
              </a:buClr>
              <a:buSzPts val="6600"/>
              <a:buFont typeface="Times New Roman"/>
              <a:buNone/>
              <a:defRPr sz="6600" b="1">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81"/>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Welcome white">
  <p:cSld name="Welcome white">
    <p:bg>
      <p:bgPr>
        <a:solidFill>
          <a:schemeClr val="lt2"/>
        </a:solidFill>
        <a:effectLst/>
      </p:bgPr>
    </p:bg>
    <p:spTree>
      <p:nvGrpSpPr>
        <p:cNvPr id="1" name="Shape 122"/>
        <p:cNvGrpSpPr/>
        <p:nvPr/>
      </p:nvGrpSpPr>
      <p:grpSpPr>
        <a:xfrm>
          <a:off x="0" y="0"/>
          <a:ext cx="0" cy="0"/>
          <a:chOff x="0" y="0"/>
          <a:chExt cx="0" cy="0"/>
        </a:xfrm>
      </p:grpSpPr>
      <p:sp>
        <p:nvSpPr>
          <p:cNvPr id="123" name="Google Shape;123;p82"/>
          <p:cNvSpPr txBox="1">
            <a:spLocks noGrp="1"/>
          </p:cNvSpPr>
          <p:nvPr>
            <p:ph type="title"/>
          </p:nvPr>
        </p:nvSpPr>
        <p:spPr>
          <a:xfrm>
            <a:off x="479425" y="671987"/>
            <a:ext cx="11217275" cy="5347813"/>
          </a:xfrm>
          <a:prstGeom prst="rect">
            <a:avLst/>
          </a:prstGeom>
          <a:noFill/>
          <a:ln>
            <a:noFill/>
          </a:ln>
        </p:spPr>
        <p:txBody>
          <a:bodyPr spcFirstLastPara="1" wrap="square" lIns="0" tIns="0" rIns="0" bIns="0" anchor="ctr" anchorCtr="0">
            <a:noAutofit/>
          </a:bodyPr>
          <a:lstStyle>
            <a:lvl1pPr lvl="0" algn="ctr">
              <a:lnSpc>
                <a:spcPct val="80000"/>
              </a:lnSpc>
              <a:spcBef>
                <a:spcPts val="0"/>
              </a:spcBef>
              <a:spcAft>
                <a:spcPts val="0"/>
              </a:spcAft>
              <a:buClr>
                <a:schemeClr val="dk2"/>
              </a:buClr>
              <a:buSzPts val="13800"/>
              <a:buFont typeface="Times New Roman"/>
              <a:buNone/>
              <a:defRPr sz="13800" b="1">
                <a:solidFill>
                  <a:schemeClr val="dk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82"/>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pic>
        <p:nvPicPr>
          <p:cNvPr id="125" name="Google Shape;125;p82"/>
          <p:cNvPicPr preferRelativeResize="0"/>
          <p:nvPr/>
        </p:nvPicPr>
        <p:blipFill rotWithShape="1">
          <a:blip r:embed="rId2">
            <a:alphaModFix/>
          </a:blip>
          <a:srcRect/>
          <a:stretch/>
        </p:blipFill>
        <p:spPr>
          <a:xfrm>
            <a:off x="454025" y="6356100"/>
            <a:ext cx="862264" cy="27250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Key Message white">
  <p:cSld name="Key Message white">
    <p:bg>
      <p:bgPr>
        <a:solidFill>
          <a:schemeClr val="lt2"/>
        </a:solidFill>
        <a:effectLst/>
      </p:bgPr>
    </p:bg>
    <p:spTree>
      <p:nvGrpSpPr>
        <p:cNvPr id="1" name="Shape 126"/>
        <p:cNvGrpSpPr/>
        <p:nvPr/>
      </p:nvGrpSpPr>
      <p:grpSpPr>
        <a:xfrm>
          <a:off x="0" y="0"/>
          <a:ext cx="0" cy="0"/>
          <a:chOff x="0" y="0"/>
          <a:chExt cx="0" cy="0"/>
        </a:xfrm>
      </p:grpSpPr>
      <p:sp>
        <p:nvSpPr>
          <p:cNvPr id="127" name="Google Shape;127;p83"/>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cxnSp>
        <p:nvCxnSpPr>
          <p:cNvPr id="128" name="Google Shape;128;p83"/>
          <p:cNvCxnSpPr/>
          <p:nvPr/>
        </p:nvCxnSpPr>
        <p:spPr>
          <a:xfrm>
            <a:off x="474133" y="3947422"/>
            <a:ext cx="491067" cy="0"/>
          </a:xfrm>
          <a:prstGeom prst="straightConnector1">
            <a:avLst/>
          </a:prstGeom>
          <a:noFill/>
          <a:ln w="9525" cap="flat" cmpd="sng">
            <a:solidFill>
              <a:schemeClr val="dk1"/>
            </a:solidFill>
            <a:prstDash val="solid"/>
            <a:miter lim="800000"/>
            <a:headEnd type="none" w="sm" len="sm"/>
            <a:tailEnd type="none" w="sm" len="sm"/>
          </a:ln>
        </p:spPr>
      </p:cxnSp>
      <p:sp>
        <p:nvSpPr>
          <p:cNvPr id="129" name="Google Shape;129;p83"/>
          <p:cNvSpPr txBox="1">
            <a:spLocks noGrp="1"/>
          </p:cNvSpPr>
          <p:nvPr>
            <p:ph type="title"/>
          </p:nvPr>
        </p:nvSpPr>
        <p:spPr>
          <a:xfrm>
            <a:off x="479425" y="1624012"/>
            <a:ext cx="10811669" cy="1980425"/>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accent2"/>
              </a:buClr>
              <a:buSzPts val="4800"/>
              <a:buFont typeface="Times New Roman"/>
              <a:buNone/>
              <a:defRPr sz="48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83"/>
          <p:cNvSpPr txBox="1">
            <a:spLocks noGrp="1"/>
          </p:cNvSpPr>
          <p:nvPr>
            <p:ph type="body" idx="1"/>
          </p:nvPr>
        </p:nvSpPr>
        <p:spPr>
          <a:xfrm>
            <a:off x="1939925" y="4355589"/>
            <a:ext cx="2438400" cy="166421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400"/>
              <a:buNone/>
              <a:defRPr sz="1400" b="0" i="0" cap="none">
                <a:solidFill>
                  <a:schemeClr val="accent2"/>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400"/>
              <a:buNone/>
              <a:defRPr sz="1400" b="0" cap="none">
                <a:solidFill>
                  <a:schemeClr val="dk1"/>
                </a:solidFill>
                <a:latin typeface="Arial"/>
                <a:ea typeface="Arial"/>
                <a:cs typeface="Arial"/>
                <a:sym typeface="Arial"/>
              </a:defRPr>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131" name="Google Shape;131;p83"/>
          <p:cNvSpPr>
            <a:spLocks noGrp="1"/>
          </p:cNvSpPr>
          <p:nvPr>
            <p:ph type="pic" idx="2"/>
          </p:nvPr>
        </p:nvSpPr>
        <p:spPr>
          <a:xfrm>
            <a:off x="488134" y="4364298"/>
            <a:ext cx="968785" cy="968780"/>
          </a:xfrm>
          <a:prstGeom prst="ellipse">
            <a:avLst/>
          </a:prstGeom>
          <a:solidFill>
            <a:schemeClr val="accent3"/>
          </a:solidFill>
          <a:ln>
            <a:noFill/>
          </a:ln>
        </p:spPr>
      </p:sp>
      <p:grpSp>
        <p:nvGrpSpPr>
          <p:cNvPr id="132" name="Google Shape;132;p83"/>
          <p:cNvGrpSpPr/>
          <p:nvPr/>
        </p:nvGrpSpPr>
        <p:grpSpPr>
          <a:xfrm>
            <a:off x="488134" y="1007140"/>
            <a:ext cx="780607" cy="584733"/>
            <a:chOff x="3949700" y="1822450"/>
            <a:chExt cx="4288792" cy="3212624"/>
          </a:xfrm>
        </p:grpSpPr>
        <p:sp>
          <p:nvSpPr>
            <p:cNvPr id="133" name="Google Shape;133;p83"/>
            <p:cNvSpPr/>
            <p:nvPr/>
          </p:nvSpPr>
          <p:spPr>
            <a:xfrm>
              <a:off x="3949700" y="1822450"/>
              <a:ext cx="2087098" cy="3212624"/>
            </a:xfrm>
            <a:custGeom>
              <a:avLst/>
              <a:gdLst/>
              <a:ahLst/>
              <a:cxnLst/>
              <a:rect l="l" t="t" r="r" b="b"/>
              <a:pathLst>
                <a:path w="2087098" h="3212624" extrusionOk="0">
                  <a:moveTo>
                    <a:pt x="1193076" y="1397889"/>
                  </a:moveTo>
                  <a:cubicBezTo>
                    <a:pt x="1338225" y="1397889"/>
                    <a:pt x="1482042" y="1431065"/>
                    <a:pt x="1609963" y="1499605"/>
                  </a:cubicBezTo>
                  <a:cubicBezTo>
                    <a:pt x="1870660" y="1639251"/>
                    <a:pt x="2050169" y="1894493"/>
                    <a:pt x="2050169" y="2280731"/>
                  </a:cubicBezTo>
                  <a:cubicBezTo>
                    <a:pt x="2050169" y="2844734"/>
                    <a:pt x="1620528" y="3212625"/>
                    <a:pt x="1068010" y="3212625"/>
                  </a:cubicBezTo>
                  <a:cubicBezTo>
                    <a:pt x="405180" y="3212530"/>
                    <a:pt x="0" y="2685315"/>
                    <a:pt x="0" y="1937366"/>
                  </a:cubicBezTo>
                  <a:cubicBezTo>
                    <a:pt x="0" y="821527"/>
                    <a:pt x="736595" y="85841"/>
                    <a:pt x="2087098" y="0"/>
                  </a:cubicBezTo>
                  <a:lnTo>
                    <a:pt x="2087098" y="404680"/>
                  </a:lnTo>
                  <a:cubicBezTo>
                    <a:pt x="1350503" y="502784"/>
                    <a:pt x="908489" y="809264"/>
                    <a:pt x="847098" y="1397889"/>
                  </a:cubicBezTo>
                  <a:lnTo>
                    <a:pt x="1193076" y="139788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4" name="Google Shape;134;p83"/>
            <p:cNvSpPr/>
            <p:nvPr/>
          </p:nvSpPr>
          <p:spPr>
            <a:xfrm>
              <a:off x="6151394" y="1822450"/>
              <a:ext cx="2087098" cy="3212624"/>
            </a:xfrm>
            <a:custGeom>
              <a:avLst/>
              <a:gdLst/>
              <a:ahLst/>
              <a:cxnLst/>
              <a:rect l="l" t="t" r="r" b="b"/>
              <a:pathLst>
                <a:path w="2087098" h="3212624" extrusionOk="0">
                  <a:moveTo>
                    <a:pt x="1193171" y="1397889"/>
                  </a:moveTo>
                  <a:cubicBezTo>
                    <a:pt x="1338320" y="1397889"/>
                    <a:pt x="1482137" y="1431065"/>
                    <a:pt x="1610058" y="1499605"/>
                  </a:cubicBezTo>
                  <a:cubicBezTo>
                    <a:pt x="1870755" y="1639251"/>
                    <a:pt x="2050264" y="1894493"/>
                    <a:pt x="2050264" y="2280731"/>
                  </a:cubicBezTo>
                  <a:cubicBezTo>
                    <a:pt x="2050264" y="2844734"/>
                    <a:pt x="1620623" y="3212625"/>
                    <a:pt x="1068106" y="3212625"/>
                  </a:cubicBezTo>
                  <a:cubicBezTo>
                    <a:pt x="405180" y="3212625"/>
                    <a:pt x="0" y="2685315"/>
                    <a:pt x="0" y="1937366"/>
                  </a:cubicBezTo>
                  <a:cubicBezTo>
                    <a:pt x="95" y="821527"/>
                    <a:pt x="736690" y="85841"/>
                    <a:pt x="2087098" y="0"/>
                  </a:cubicBezTo>
                  <a:lnTo>
                    <a:pt x="2087098" y="404680"/>
                  </a:lnTo>
                  <a:cubicBezTo>
                    <a:pt x="1350503" y="502784"/>
                    <a:pt x="908489" y="809264"/>
                    <a:pt x="847098" y="1397889"/>
                  </a:cubicBezTo>
                  <a:lnTo>
                    <a:pt x="1193076" y="139788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Key Message white">
  <p:cSld name="1_Key Message white">
    <p:bg>
      <p:bgPr>
        <a:solidFill>
          <a:schemeClr val="dk2"/>
        </a:solidFill>
        <a:effectLst/>
      </p:bgPr>
    </p:bg>
    <p:spTree>
      <p:nvGrpSpPr>
        <p:cNvPr id="1" name="Shape 135"/>
        <p:cNvGrpSpPr/>
        <p:nvPr/>
      </p:nvGrpSpPr>
      <p:grpSpPr>
        <a:xfrm>
          <a:off x="0" y="0"/>
          <a:ext cx="0" cy="0"/>
          <a:chOff x="0" y="0"/>
          <a:chExt cx="0" cy="0"/>
        </a:xfrm>
      </p:grpSpPr>
      <p:sp>
        <p:nvSpPr>
          <p:cNvPr id="136" name="Google Shape;136;p84"/>
          <p:cNvSpPr>
            <a:spLocks noGrp="1"/>
          </p:cNvSpPr>
          <p:nvPr>
            <p:ph type="pic" idx="2"/>
          </p:nvPr>
        </p:nvSpPr>
        <p:spPr>
          <a:xfrm>
            <a:off x="8681420" y="0"/>
            <a:ext cx="3510579" cy="6858000"/>
          </a:xfrm>
          <a:prstGeom prst="rect">
            <a:avLst/>
          </a:prstGeom>
          <a:solidFill>
            <a:schemeClr val="lt2"/>
          </a:solidFill>
          <a:ln>
            <a:noFill/>
          </a:ln>
        </p:spPr>
      </p:sp>
      <p:sp>
        <p:nvSpPr>
          <p:cNvPr id="137" name="Google Shape;137;p84"/>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cxnSp>
        <p:nvCxnSpPr>
          <p:cNvPr id="138" name="Google Shape;138;p84"/>
          <p:cNvCxnSpPr/>
          <p:nvPr/>
        </p:nvCxnSpPr>
        <p:spPr>
          <a:xfrm>
            <a:off x="474133" y="4744617"/>
            <a:ext cx="491067" cy="0"/>
          </a:xfrm>
          <a:prstGeom prst="straightConnector1">
            <a:avLst/>
          </a:prstGeom>
          <a:noFill/>
          <a:ln w="9525" cap="flat" cmpd="sng">
            <a:solidFill>
              <a:schemeClr val="dk1"/>
            </a:solidFill>
            <a:prstDash val="solid"/>
            <a:miter lim="800000"/>
            <a:headEnd type="none" w="sm" len="sm"/>
            <a:tailEnd type="none" w="sm" len="sm"/>
          </a:ln>
        </p:spPr>
      </p:cxnSp>
      <p:sp>
        <p:nvSpPr>
          <p:cNvPr id="139" name="Google Shape;139;p84"/>
          <p:cNvSpPr txBox="1">
            <a:spLocks noGrp="1"/>
          </p:cNvSpPr>
          <p:nvPr>
            <p:ph type="title"/>
          </p:nvPr>
        </p:nvSpPr>
        <p:spPr>
          <a:xfrm>
            <a:off x="479426" y="1624023"/>
            <a:ext cx="7797800" cy="2777610"/>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lt2"/>
              </a:buClr>
              <a:buSzPts val="3200"/>
              <a:buFont typeface="Times New Roman"/>
              <a:buNone/>
              <a:defRPr sz="3200" b="1" cap="none">
                <a:solidFill>
                  <a:schemeClr val="l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 name="Google Shape;140;p84"/>
          <p:cNvSpPr txBox="1">
            <a:spLocks noGrp="1"/>
          </p:cNvSpPr>
          <p:nvPr>
            <p:ph type="body" idx="1"/>
          </p:nvPr>
        </p:nvSpPr>
        <p:spPr>
          <a:xfrm>
            <a:off x="488134" y="5152785"/>
            <a:ext cx="3398066" cy="87839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400"/>
              <a:buNone/>
              <a:defRPr sz="1400" b="0" i="0" cap="none">
                <a:solidFill>
                  <a:schemeClr val="accent2"/>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400"/>
              <a:buNone/>
              <a:defRPr sz="1400" b="0" cap="none">
                <a:solidFill>
                  <a:schemeClr val="dk1"/>
                </a:solidFill>
                <a:latin typeface="Arial"/>
                <a:ea typeface="Arial"/>
                <a:cs typeface="Arial"/>
                <a:sym typeface="Arial"/>
              </a:defRPr>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grpSp>
        <p:nvGrpSpPr>
          <p:cNvPr id="141" name="Google Shape;141;p84"/>
          <p:cNvGrpSpPr/>
          <p:nvPr/>
        </p:nvGrpSpPr>
        <p:grpSpPr>
          <a:xfrm>
            <a:off x="488134" y="1007140"/>
            <a:ext cx="780607" cy="584733"/>
            <a:chOff x="3949700" y="1822450"/>
            <a:chExt cx="4288792" cy="3212624"/>
          </a:xfrm>
        </p:grpSpPr>
        <p:sp>
          <p:nvSpPr>
            <p:cNvPr id="142" name="Google Shape;142;p84"/>
            <p:cNvSpPr/>
            <p:nvPr/>
          </p:nvSpPr>
          <p:spPr>
            <a:xfrm>
              <a:off x="3949700" y="1822450"/>
              <a:ext cx="2087098" cy="3212624"/>
            </a:xfrm>
            <a:custGeom>
              <a:avLst/>
              <a:gdLst/>
              <a:ahLst/>
              <a:cxnLst/>
              <a:rect l="l" t="t" r="r" b="b"/>
              <a:pathLst>
                <a:path w="2087098" h="3212624" extrusionOk="0">
                  <a:moveTo>
                    <a:pt x="1193076" y="1397889"/>
                  </a:moveTo>
                  <a:cubicBezTo>
                    <a:pt x="1338225" y="1397889"/>
                    <a:pt x="1482042" y="1431065"/>
                    <a:pt x="1609963" y="1499605"/>
                  </a:cubicBezTo>
                  <a:cubicBezTo>
                    <a:pt x="1870660" y="1639251"/>
                    <a:pt x="2050169" y="1894493"/>
                    <a:pt x="2050169" y="2280731"/>
                  </a:cubicBezTo>
                  <a:cubicBezTo>
                    <a:pt x="2050169" y="2844734"/>
                    <a:pt x="1620528" y="3212625"/>
                    <a:pt x="1068010" y="3212625"/>
                  </a:cubicBezTo>
                  <a:cubicBezTo>
                    <a:pt x="405180" y="3212530"/>
                    <a:pt x="0" y="2685315"/>
                    <a:pt x="0" y="1937366"/>
                  </a:cubicBezTo>
                  <a:cubicBezTo>
                    <a:pt x="0" y="821527"/>
                    <a:pt x="736595" y="85841"/>
                    <a:pt x="2087098" y="0"/>
                  </a:cubicBezTo>
                  <a:lnTo>
                    <a:pt x="2087098" y="404680"/>
                  </a:lnTo>
                  <a:cubicBezTo>
                    <a:pt x="1350503" y="502784"/>
                    <a:pt x="908489" y="809264"/>
                    <a:pt x="847098" y="1397889"/>
                  </a:cubicBezTo>
                  <a:lnTo>
                    <a:pt x="1193076" y="139788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3" name="Google Shape;143;p84"/>
            <p:cNvSpPr/>
            <p:nvPr/>
          </p:nvSpPr>
          <p:spPr>
            <a:xfrm>
              <a:off x="6151394" y="1822450"/>
              <a:ext cx="2087098" cy="3212624"/>
            </a:xfrm>
            <a:custGeom>
              <a:avLst/>
              <a:gdLst/>
              <a:ahLst/>
              <a:cxnLst/>
              <a:rect l="l" t="t" r="r" b="b"/>
              <a:pathLst>
                <a:path w="2087098" h="3212624" extrusionOk="0">
                  <a:moveTo>
                    <a:pt x="1193171" y="1397889"/>
                  </a:moveTo>
                  <a:cubicBezTo>
                    <a:pt x="1338320" y="1397889"/>
                    <a:pt x="1482137" y="1431065"/>
                    <a:pt x="1610058" y="1499605"/>
                  </a:cubicBezTo>
                  <a:cubicBezTo>
                    <a:pt x="1870755" y="1639251"/>
                    <a:pt x="2050264" y="1894493"/>
                    <a:pt x="2050264" y="2280731"/>
                  </a:cubicBezTo>
                  <a:cubicBezTo>
                    <a:pt x="2050264" y="2844734"/>
                    <a:pt x="1620623" y="3212625"/>
                    <a:pt x="1068106" y="3212625"/>
                  </a:cubicBezTo>
                  <a:cubicBezTo>
                    <a:pt x="405180" y="3212625"/>
                    <a:pt x="0" y="2685315"/>
                    <a:pt x="0" y="1937366"/>
                  </a:cubicBezTo>
                  <a:cubicBezTo>
                    <a:pt x="95" y="821527"/>
                    <a:pt x="736690" y="85841"/>
                    <a:pt x="2087098" y="0"/>
                  </a:cubicBezTo>
                  <a:lnTo>
                    <a:pt x="2087098" y="404680"/>
                  </a:lnTo>
                  <a:cubicBezTo>
                    <a:pt x="1350503" y="502784"/>
                    <a:pt x="908489" y="809264"/>
                    <a:pt x="847098" y="1397889"/>
                  </a:cubicBezTo>
                  <a:lnTo>
                    <a:pt x="1193076" y="139788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pic>
        <p:nvPicPr>
          <p:cNvPr id="144" name="Google Shape;144;p84"/>
          <p:cNvPicPr preferRelativeResize="0"/>
          <p:nvPr/>
        </p:nvPicPr>
        <p:blipFill rotWithShape="1">
          <a:blip r:embed="rId2">
            <a:alphaModFix/>
          </a:blip>
          <a:srcRect/>
          <a:stretch/>
        </p:blipFill>
        <p:spPr>
          <a:xfrm>
            <a:off x="454025" y="6356100"/>
            <a:ext cx="862264" cy="27250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bg>
      <p:bgPr>
        <a:solidFill>
          <a:schemeClr val="accent2"/>
        </a:solidFill>
        <a:effectLst/>
      </p:bgPr>
    </p:bg>
    <p:spTree>
      <p:nvGrpSpPr>
        <p:cNvPr id="1" name="Shape 145"/>
        <p:cNvGrpSpPr/>
        <p:nvPr/>
      </p:nvGrpSpPr>
      <p:grpSpPr>
        <a:xfrm>
          <a:off x="0" y="0"/>
          <a:ext cx="0" cy="0"/>
          <a:chOff x="0" y="0"/>
          <a:chExt cx="0" cy="0"/>
        </a:xfrm>
      </p:grpSpPr>
      <p:sp>
        <p:nvSpPr>
          <p:cNvPr id="146" name="Google Shape;146;p85"/>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7" name="Google Shape;147;p85"/>
          <p:cNvSpPr txBox="1">
            <a:spLocks noGrp="1"/>
          </p:cNvSpPr>
          <p:nvPr>
            <p:ph type="body" idx="1"/>
          </p:nvPr>
        </p:nvSpPr>
        <p:spPr>
          <a:xfrm>
            <a:off x="479426" y="275280"/>
            <a:ext cx="4086224" cy="1322084"/>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dk2"/>
              </a:buClr>
              <a:buSzPts val="8000"/>
              <a:buFont typeface="Arial"/>
              <a:buNone/>
              <a:defRPr sz="8000">
                <a:solidFill>
                  <a:schemeClr val="dk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lt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lt1"/>
              </a:buClr>
              <a:buSzPts val="1400"/>
              <a:buNone/>
              <a:defRPr sz="1400"/>
            </a:lvl4pPr>
            <a:lvl5pPr marL="2286000" lvl="4" indent="-228600" algn="r">
              <a:lnSpc>
                <a:spcPct val="80000"/>
              </a:lnSpc>
              <a:spcBef>
                <a:spcPts val="0"/>
              </a:spcBef>
              <a:spcAft>
                <a:spcPts val="0"/>
              </a:spcAft>
              <a:buClr>
                <a:schemeClr val="lt1"/>
              </a:buClr>
              <a:buSzPts val="1400"/>
              <a:buNone/>
              <a:defRPr sz="1400"/>
            </a:lvl5pPr>
            <a:lvl6pPr marL="2743200" lvl="5" indent="-342900" algn="l">
              <a:lnSpc>
                <a:spcPct val="88888"/>
              </a:lnSpc>
              <a:spcBef>
                <a:spcPts val="0"/>
              </a:spcBef>
              <a:spcAft>
                <a:spcPts val="0"/>
              </a:spcAft>
              <a:buClr>
                <a:schemeClr val="lt1"/>
              </a:buClr>
              <a:buSzPts val="1800"/>
              <a:buChar char="–"/>
              <a:defRPr/>
            </a:lvl6pPr>
            <a:lvl7pPr marL="3200400" lvl="6" indent="-228600" algn="l">
              <a:lnSpc>
                <a:spcPct val="100000"/>
              </a:lnSpc>
              <a:spcBef>
                <a:spcPts val="1800"/>
              </a:spcBef>
              <a:spcAft>
                <a:spcPts val="0"/>
              </a:spcAft>
              <a:buClr>
                <a:schemeClr val="lt1"/>
              </a:buClr>
              <a:buSzPts val="1800"/>
              <a:buNone/>
              <a:defRPr/>
            </a:lvl7pPr>
            <a:lvl8pPr marL="3657600" lvl="7" indent="-342900" algn="l">
              <a:lnSpc>
                <a:spcPct val="100000"/>
              </a:lnSpc>
              <a:spcBef>
                <a:spcPts val="600"/>
              </a:spcBef>
              <a:spcAft>
                <a:spcPts val="0"/>
              </a:spcAft>
              <a:buClr>
                <a:schemeClr val="lt1"/>
              </a:buClr>
              <a:buSzPts val="1800"/>
              <a:buChar char="•"/>
              <a:defRPr/>
            </a:lvl8pPr>
            <a:lvl9pPr marL="4114800" lvl="8" indent="-342900" algn="l">
              <a:lnSpc>
                <a:spcPct val="100000"/>
              </a:lnSpc>
              <a:spcBef>
                <a:spcPts val="600"/>
              </a:spcBef>
              <a:spcAft>
                <a:spcPts val="0"/>
              </a:spcAft>
              <a:buClr>
                <a:schemeClr val="lt1"/>
              </a:buClr>
              <a:buSzPts val="1800"/>
              <a:buChar char="–"/>
              <a:defRPr/>
            </a:lvl9pPr>
          </a:lstStyle>
          <a:p>
            <a:endParaRPr/>
          </a:p>
        </p:txBody>
      </p:sp>
      <p:sp>
        <p:nvSpPr>
          <p:cNvPr id="148" name="Google Shape;148;p85"/>
          <p:cNvSpPr txBox="1">
            <a:spLocks noGrp="1"/>
          </p:cNvSpPr>
          <p:nvPr>
            <p:ph type="title"/>
          </p:nvPr>
        </p:nvSpPr>
        <p:spPr>
          <a:xfrm>
            <a:off x="479425" y="1624014"/>
            <a:ext cx="11217275" cy="267705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2"/>
              </a:buClr>
              <a:buSzPts val="6600"/>
              <a:buFont typeface="Times New Roman"/>
              <a:buNone/>
              <a:defRPr sz="6600" b="1" cap="none">
                <a:solidFill>
                  <a:schemeClr val="l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85"/>
          <p:cNvSpPr txBox="1">
            <a:spLocks noGrp="1"/>
          </p:cNvSpPr>
          <p:nvPr>
            <p:ph type="body" idx="2"/>
          </p:nvPr>
        </p:nvSpPr>
        <p:spPr>
          <a:xfrm>
            <a:off x="479425" y="5045197"/>
            <a:ext cx="6327322" cy="4938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600"/>
              <a:buNone/>
              <a:defRPr sz="1600" b="0">
                <a:solidFill>
                  <a:schemeClr val="dk2"/>
                </a:solidFill>
              </a:defRPr>
            </a:lvl1pPr>
            <a:lvl2pPr marL="914400" lvl="1" indent="-228600" algn="l">
              <a:lnSpc>
                <a:spcPct val="80000"/>
              </a:lnSpc>
              <a:spcBef>
                <a:spcPts val="600"/>
              </a:spcBef>
              <a:spcAft>
                <a:spcPts val="0"/>
              </a:spcAft>
              <a:buClr>
                <a:schemeClr val="lt1"/>
              </a:buClr>
              <a:buSzPts val="2000"/>
              <a:buNone/>
              <a:defRPr sz="2000">
                <a:solidFill>
                  <a:schemeClr val="lt1"/>
                </a:solidFill>
              </a:defRPr>
            </a:lvl2pPr>
            <a:lvl3pPr marL="1371600" lvl="2" indent="-228600" algn="l">
              <a:lnSpc>
                <a:spcPct val="88888"/>
              </a:lnSpc>
              <a:spcBef>
                <a:spcPts val="600"/>
              </a:spcBef>
              <a:spcAft>
                <a:spcPts val="0"/>
              </a:spcAft>
              <a:buSzPts val="1800"/>
              <a:buNone/>
              <a:defRPr sz="1800">
                <a:solidFill>
                  <a:schemeClr val="lt1"/>
                </a:solidFill>
              </a:defRPr>
            </a:lvl3pPr>
            <a:lvl4pPr marL="1828800" lvl="3" indent="-228600" algn="l">
              <a:lnSpc>
                <a:spcPct val="100000"/>
              </a:lnSpc>
              <a:spcBef>
                <a:spcPts val="1000"/>
              </a:spcBef>
              <a:spcAft>
                <a:spcPts val="0"/>
              </a:spcAft>
              <a:buClr>
                <a:schemeClr val="lt1"/>
              </a:buClr>
              <a:buSzPts val="1600"/>
              <a:buNone/>
              <a:defRPr sz="1600">
                <a:solidFill>
                  <a:schemeClr val="lt1"/>
                </a:solidFill>
              </a:defRPr>
            </a:lvl4pPr>
            <a:lvl5pPr marL="2286000" lvl="4" indent="-228600" algn="l">
              <a:lnSpc>
                <a:spcPct val="100000"/>
              </a:lnSpc>
              <a:spcBef>
                <a:spcPts val="600"/>
              </a:spcBef>
              <a:spcAft>
                <a:spcPts val="0"/>
              </a:spcAft>
              <a:buClr>
                <a:schemeClr val="lt1"/>
              </a:buClr>
              <a:buSzPts val="1600"/>
              <a:buNone/>
              <a:defRPr sz="1600">
                <a:solidFill>
                  <a:schemeClr val="lt1"/>
                </a:solidFill>
              </a:defRPr>
            </a:lvl5pPr>
            <a:lvl6pPr marL="2743200" lvl="5" indent="-228600" algn="l">
              <a:lnSpc>
                <a:spcPct val="100000"/>
              </a:lnSpc>
              <a:spcBef>
                <a:spcPts val="0"/>
              </a:spcBef>
              <a:spcAft>
                <a:spcPts val="0"/>
              </a:spcAft>
              <a:buClr>
                <a:schemeClr val="lt1"/>
              </a:buClr>
              <a:buSzPts val="1600"/>
              <a:buNone/>
              <a:defRPr sz="1600">
                <a:solidFill>
                  <a:schemeClr val="lt1"/>
                </a:solidFill>
              </a:defRPr>
            </a:lvl6pPr>
            <a:lvl7pPr marL="3200400" lvl="6" indent="-228600" algn="l">
              <a:lnSpc>
                <a:spcPct val="100000"/>
              </a:lnSpc>
              <a:spcBef>
                <a:spcPts val="1800"/>
              </a:spcBef>
              <a:spcAft>
                <a:spcPts val="0"/>
              </a:spcAft>
              <a:buClr>
                <a:schemeClr val="lt1"/>
              </a:buClr>
              <a:buSzPts val="1600"/>
              <a:buNone/>
              <a:defRPr sz="1600">
                <a:solidFill>
                  <a:schemeClr val="lt1"/>
                </a:solidFill>
              </a:defRPr>
            </a:lvl7pPr>
            <a:lvl8pPr marL="3657600" lvl="7" indent="-228600" algn="l">
              <a:lnSpc>
                <a:spcPct val="100000"/>
              </a:lnSpc>
              <a:spcBef>
                <a:spcPts val="600"/>
              </a:spcBef>
              <a:spcAft>
                <a:spcPts val="0"/>
              </a:spcAft>
              <a:buClr>
                <a:schemeClr val="lt1"/>
              </a:buClr>
              <a:buSzPts val="1600"/>
              <a:buNone/>
              <a:defRPr sz="1600">
                <a:solidFill>
                  <a:schemeClr val="lt1"/>
                </a:solidFill>
              </a:defRPr>
            </a:lvl8pPr>
            <a:lvl9pPr marL="4114800" lvl="8" indent="-228600" algn="l">
              <a:lnSpc>
                <a:spcPct val="100000"/>
              </a:lnSpc>
              <a:spcBef>
                <a:spcPts val="600"/>
              </a:spcBef>
              <a:spcAft>
                <a:spcPts val="0"/>
              </a:spcAft>
              <a:buClr>
                <a:schemeClr val="lt1"/>
              </a:buClr>
              <a:buSzPts val="1600"/>
              <a:buNone/>
              <a:defRPr sz="1600">
                <a:solidFill>
                  <a:schemeClr val="lt1"/>
                </a:solidFill>
              </a:defRPr>
            </a:lvl9pPr>
          </a:lstStyle>
          <a:p>
            <a:endParaRPr/>
          </a:p>
        </p:txBody>
      </p:sp>
      <p:cxnSp>
        <p:nvCxnSpPr>
          <p:cNvPr id="150" name="Google Shape;150;p85"/>
          <p:cNvCxnSpPr/>
          <p:nvPr/>
        </p:nvCxnSpPr>
        <p:spPr>
          <a:xfrm>
            <a:off x="479425" y="4822447"/>
            <a:ext cx="491067" cy="0"/>
          </a:xfrm>
          <a:prstGeom prst="straightConnector1">
            <a:avLst/>
          </a:prstGeom>
          <a:noFill/>
          <a:ln w="9525" cap="flat" cmpd="sng">
            <a:solidFill>
              <a:schemeClr val="lt1"/>
            </a:solidFill>
            <a:prstDash val="solid"/>
            <a:miter lim="800000"/>
            <a:headEnd type="none" w="sm" len="sm"/>
            <a:tailEnd type="none" w="sm" len="sm"/>
          </a:ln>
        </p:spPr>
      </p:cxnSp>
      <p:pic>
        <p:nvPicPr>
          <p:cNvPr id="151" name="Google Shape;151;p85"/>
          <p:cNvPicPr preferRelativeResize="0"/>
          <p:nvPr/>
        </p:nvPicPr>
        <p:blipFill rotWithShape="1">
          <a:blip r:embed="rId2">
            <a:alphaModFix/>
          </a:blip>
          <a:srcRect/>
          <a:stretch/>
        </p:blipFill>
        <p:spPr>
          <a:xfrm>
            <a:off x="454025" y="6356100"/>
            <a:ext cx="862264" cy="27250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1_Section Header">
  <p:cSld name="1_Section Header">
    <p:bg>
      <p:bgPr>
        <a:solidFill>
          <a:schemeClr val="dk2"/>
        </a:solidFill>
        <a:effectLst/>
      </p:bgPr>
    </p:bg>
    <p:spTree>
      <p:nvGrpSpPr>
        <p:cNvPr id="1" name="Shape 152"/>
        <p:cNvGrpSpPr/>
        <p:nvPr/>
      </p:nvGrpSpPr>
      <p:grpSpPr>
        <a:xfrm>
          <a:off x="0" y="0"/>
          <a:ext cx="0" cy="0"/>
          <a:chOff x="0" y="0"/>
          <a:chExt cx="0" cy="0"/>
        </a:xfrm>
      </p:grpSpPr>
      <p:sp>
        <p:nvSpPr>
          <p:cNvPr id="153" name="Google Shape;153;p86"/>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54" name="Google Shape;154;p86"/>
          <p:cNvSpPr txBox="1">
            <a:spLocks noGrp="1"/>
          </p:cNvSpPr>
          <p:nvPr>
            <p:ph type="body" idx="1"/>
          </p:nvPr>
        </p:nvSpPr>
        <p:spPr>
          <a:xfrm>
            <a:off x="479426" y="275280"/>
            <a:ext cx="4086224" cy="1322084"/>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accent2"/>
              </a:buClr>
              <a:buSzPts val="8000"/>
              <a:buFont typeface="Arial"/>
              <a:buNone/>
              <a:defRPr sz="80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lt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lt1"/>
              </a:buClr>
              <a:buSzPts val="1400"/>
              <a:buNone/>
              <a:defRPr sz="1400"/>
            </a:lvl4pPr>
            <a:lvl5pPr marL="2286000" lvl="4" indent="-228600" algn="r">
              <a:lnSpc>
                <a:spcPct val="80000"/>
              </a:lnSpc>
              <a:spcBef>
                <a:spcPts val="0"/>
              </a:spcBef>
              <a:spcAft>
                <a:spcPts val="0"/>
              </a:spcAft>
              <a:buClr>
                <a:schemeClr val="lt1"/>
              </a:buClr>
              <a:buSzPts val="1400"/>
              <a:buNone/>
              <a:defRPr sz="1400"/>
            </a:lvl5pPr>
            <a:lvl6pPr marL="2743200" lvl="5" indent="-342900" algn="l">
              <a:lnSpc>
                <a:spcPct val="88888"/>
              </a:lnSpc>
              <a:spcBef>
                <a:spcPts val="0"/>
              </a:spcBef>
              <a:spcAft>
                <a:spcPts val="0"/>
              </a:spcAft>
              <a:buClr>
                <a:schemeClr val="lt1"/>
              </a:buClr>
              <a:buSzPts val="1800"/>
              <a:buChar char="–"/>
              <a:defRPr/>
            </a:lvl6pPr>
            <a:lvl7pPr marL="3200400" lvl="6" indent="-228600" algn="l">
              <a:lnSpc>
                <a:spcPct val="100000"/>
              </a:lnSpc>
              <a:spcBef>
                <a:spcPts val="1800"/>
              </a:spcBef>
              <a:spcAft>
                <a:spcPts val="0"/>
              </a:spcAft>
              <a:buClr>
                <a:schemeClr val="lt1"/>
              </a:buClr>
              <a:buSzPts val="1800"/>
              <a:buNone/>
              <a:defRPr/>
            </a:lvl7pPr>
            <a:lvl8pPr marL="3657600" lvl="7" indent="-342900" algn="l">
              <a:lnSpc>
                <a:spcPct val="100000"/>
              </a:lnSpc>
              <a:spcBef>
                <a:spcPts val="600"/>
              </a:spcBef>
              <a:spcAft>
                <a:spcPts val="0"/>
              </a:spcAft>
              <a:buClr>
                <a:schemeClr val="lt1"/>
              </a:buClr>
              <a:buSzPts val="1800"/>
              <a:buChar char="•"/>
              <a:defRPr/>
            </a:lvl8pPr>
            <a:lvl9pPr marL="4114800" lvl="8" indent="-342900" algn="l">
              <a:lnSpc>
                <a:spcPct val="100000"/>
              </a:lnSpc>
              <a:spcBef>
                <a:spcPts val="600"/>
              </a:spcBef>
              <a:spcAft>
                <a:spcPts val="0"/>
              </a:spcAft>
              <a:buClr>
                <a:schemeClr val="lt1"/>
              </a:buClr>
              <a:buSzPts val="1800"/>
              <a:buChar char="–"/>
              <a:defRPr/>
            </a:lvl9pPr>
          </a:lstStyle>
          <a:p>
            <a:endParaRPr/>
          </a:p>
        </p:txBody>
      </p:sp>
      <p:sp>
        <p:nvSpPr>
          <p:cNvPr id="155" name="Google Shape;155;p86"/>
          <p:cNvSpPr txBox="1">
            <a:spLocks noGrp="1"/>
          </p:cNvSpPr>
          <p:nvPr>
            <p:ph type="title"/>
          </p:nvPr>
        </p:nvSpPr>
        <p:spPr>
          <a:xfrm>
            <a:off x="479425" y="1624014"/>
            <a:ext cx="10811669" cy="267705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2"/>
              </a:buClr>
              <a:buSzPts val="6600"/>
              <a:buFont typeface="Times New Roman"/>
              <a:buNone/>
              <a:defRPr sz="6600" b="1" cap="none">
                <a:solidFill>
                  <a:schemeClr val="l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86"/>
          <p:cNvSpPr txBox="1">
            <a:spLocks noGrp="1"/>
          </p:cNvSpPr>
          <p:nvPr>
            <p:ph type="body" idx="2"/>
          </p:nvPr>
        </p:nvSpPr>
        <p:spPr>
          <a:xfrm>
            <a:off x="479425" y="5045197"/>
            <a:ext cx="6327322" cy="4938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600"/>
              <a:buNone/>
              <a:defRPr sz="1600" b="0">
                <a:solidFill>
                  <a:schemeClr val="lt1"/>
                </a:solidFill>
              </a:defRPr>
            </a:lvl1pPr>
            <a:lvl2pPr marL="914400" lvl="1" indent="-228600" algn="l">
              <a:lnSpc>
                <a:spcPct val="80000"/>
              </a:lnSpc>
              <a:spcBef>
                <a:spcPts val="600"/>
              </a:spcBef>
              <a:spcAft>
                <a:spcPts val="0"/>
              </a:spcAft>
              <a:buClr>
                <a:schemeClr val="lt1"/>
              </a:buClr>
              <a:buSzPts val="2000"/>
              <a:buNone/>
              <a:defRPr sz="2000">
                <a:solidFill>
                  <a:schemeClr val="lt1"/>
                </a:solidFill>
              </a:defRPr>
            </a:lvl2pPr>
            <a:lvl3pPr marL="1371600" lvl="2" indent="-228600" algn="l">
              <a:lnSpc>
                <a:spcPct val="88888"/>
              </a:lnSpc>
              <a:spcBef>
                <a:spcPts val="600"/>
              </a:spcBef>
              <a:spcAft>
                <a:spcPts val="0"/>
              </a:spcAft>
              <a:buSzPts val="1800"/>
              <a:buNone/>
              <a:defRPr sz="1800">
                <a:solidFill>
                  <a:schemeClr val="lt1"/>
                </a:solidFill>
              </a:defRPr>
            </a:lvl3pPr>
            <a:lvl4pPr marL="1828800" lvl="3" indent="-228600" algn="l">
              <a:lnSpc>
                <a:spcPct val="100000"/>
              </a:lnSpc>
              <a:spcBef>
                <a:spcPts val="1000"/>
              </a:spcBef>
              <a:spcAft>
                <a:spcPts val="0"/>
              </a:spcAft>
              <a:buClr>
                <a:schemeClr val="lt1"/>
              </a:buClr>
              <a:buSzPts val="1600"/>
              <a:buNone/>
              <a:defRPr sz="1600">
                <a:solidFill>
                  <a:schemeClr val="lt1"/>
                </a:solidFill>
              </a:defRPr>
            </a:lvl4pPr>
            <a:lvl5pPr marL="2286000" lvl="4" indent="-228600" algn="l">
              <a:lnSpc>
                <a:spcPct val="100000"/>
              </a:lnSpc>
              <a:spcBef>
                <a:spcPts val="600"/>
              </a:spcBef>
              <a:spcAft>
                <a:spcPts val="0"/>
              </a:spcAft>
              <a:buClr>
                <a:schemeClr val="lt1"/>
              </a:buClr>
              <a:buSzPts val="1600"/>
              <a:buNone/>
              <a:defRPr sz="1600">
                <a:solidFill>
                  <a:schemeClr val="lt1"/>
                </a:solidFill>
              </a:defRPr>
            </a:lvl5pPr>
            <a:lvl6pPr marL="2743200" lvl="5" indent="-228600" algn="l">
              <a:lnSpc>
                <a:spcPct val="100000"/>
              </a:lnSpc>
              <a:spcBef>
                <a:spcPts val="0"/>
              </a:spcBef>
              <a:spcAft>
                <a:spcPts val="0"/>
              </a:spcAft>
              <a:buClr>
                <a:schemeClr val="lt1"/>
              </a:buClr>
              <a:buSzPts val="1600"/>
              <a:buNone/>
              <a:defRPr sz="1600">
                <a:solidFill>
                  <a:schemeClr val="lt1"/>
                </a:solidFill>
              </a:defRPr>
            </a:lvl6pPr>
            <a:lvl7pPr marL="3200400" lvl="6" indent="-228600" algn="l">
              <a:lnSpc>
                <a:spcPct val="100000"/>
              </a:lnSpc>
              <a:spcBef>
                <a:spcPts val="1800"/>
              </a:spcBef>
              <a:spcAft>
                <a:spcPts val="0"/>
              </a:spcAft>
              <a:buClr>
                <a:schemeClr val="lt1"/>
              </a:buClr>
              <a:buSzPts val="1600"/>
              <a:buNone/>
              <a:defRPr sz="1600">
                <a:solidFill>
                  <a:schemeClr val="lt1"/>
                </a:solidFill>
              </a:defRPr>
            </a:lvl7pPr>
            <a:lvl8pPr marL="3657600" lvl="7" indent="-228600" algn="l">
              <a:lnSpc>
                <a:spcPct val="100000"/>
              </a:lnSpc>
              <a:spcBef>
                <a:spcPts val="600"/>
              </a:spcBef>
              <a:spcAft>
                <a:spcPts val="0"/>
              </a:spcAft>
              <a:buClr>
                <a:schemeClr val="lt1"/>
              </a:buClr>
              <a:buSzPts val="1600"/>
              <a:buNone/>
              <a:defRPr sz="1600">
                <a:solidFill>
                  <a:schemeClr val="lt1"/>
                </a:solidFill>
              </a:defRPr>
            </a:lvl8pPr>
            <a:lvl9pPr marL="4114800" lvl="8" indent="-228600" algn="l">
              <a:lnSpc>
                <a:spcPct val="100000"/>
              </a:lnSpc>
              <a:spcBef>
                <a:spcPts val="600"/>
              </a:spcBef>
              <a:spcAft>
                <a:spcPts val="0"/>
              </a:spcAft>
              <a:buClr>
                <a:schemeClr val="lt1"/>
              </a:buClr>
              <a:buSzPts val="1600"/>
              <a:buNone/>
              <a:defRPr sz="1600">
                <a:solidFill>
                  <a:schemeClr val="lt1"/>
                </a:solidFill>
              </a:defRPr>
            </a:lvl9pPr>
          </a:lstStyle>
          <a:p>
            <a:endParaRPr/>
          </a:p>
        </p:txBody>
      </p:sp>
      <p:pic>
        <p:nvPicPr>
          <p:cNvPr id="157" name="Google Shape;157;p86"/>
          <p:cNvPicPr preferRelativeResize="0"/>
          <p:nvPr/>
        </p:nvPicPr>
        <p:blipFill rotWithShape="1">
          <a:blip r:embed="rId2">
            <a:alphaModFix/>
          </a:blip>
          <a:srcRect/>
          <a:stretch/>
        </p:blipFill>
        <p:spPr>
          <a:xfrm>
            <a:off x="454025" y="6356100"/>
            <a:ext cx="862264" cy="272507"/>
          </a:xfrm>
          <a:prstGeom prst="rect">
            <a:avLst/>
          </a:prstGeom>
          <a:noFill/>
          <a:ln>
            <a:noFill/>
          </a:ln>
        </p:spPr>
      </p:pic>
      <p:cxnSp>
        <p:nvCxnSpPr>
          <p:cNvPr id="158" name="Google Shape;158;p86"/>
          <p:cNvCxnSpPr/>
          <p:nvPr/>
        </p:nvCxnSpPr>
        <p:spPr>
          <a:xfrm>
            <a:off x="479425" y="4822447"/>
            <a:ext cx="491067"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Section Header Image">
  <p:cSld name="Section Header Image">
    <p:bg>
      <p:bgPr>
        <a:solidFill>
          <a:schemeClr val="lt2"/>
        </a:solidFill>
        <a:effectLst/>
      </p:bgPr>
    </p:bg>
    <p:spTree>
      <p:nvGrpSpPr>
        <p:cNvPr id="1" name="Shape 159"/>
        <p:cNvGrpSpPr/>
        <p:nvPr/>
      </p:nvGrpSpPr>
      <p:grpSpPr>
        <a:xfrm>
          <a:off x="0" y="0"/>
          <a:ext cx="0" cy="0"/>
          <a:chOff x="0" y="0"/>
          <a:chExt cx="0" cy="0"/>
        </a:xfrm>
      </p:grpSpPr>
      <p:sp>
        <p:nvSpPr>
          <p:cNvPr id="160" name="Google Shape;160;p87"/>
          <p:cNvSpPr txBox="1">
            <a:spLocks noGrp="1"/>
          </p:cNvSpPr>
          <p:nvPr>
            <p:ph type="body" idx="1"/>
          </p:nvPr>
        </p:nvSpPr>
        <p:spPr>
          <a:xfrm>
            <a:off x="479426" y="275280"/>
            <a:ext cx="4086224" cy="1322084"/>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dk2"/>
              </a:buClr>
              <a:buSzPts val="8000"/>
              <a:buFont typeface="Arial"/>
              <a:buNone/>
              <a:defRPr sz="8000">
                <a:solidFill>
                  <a:schemeClr val="dk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lt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lt1"/>
              </a:buClr>
              <a:buSzPts val="1400"/>
              <a:buNone/>
              <a:defRPr sz="1400"/>
            </a:lvl4pPr>
            <a:lvl5pPr marL="2286000" lvl="4" indent="-228600" algn="r">
              <a:lnSpc>
                <a:spcPct val="80000"/>
              </a:lnSpc>
              <a:spcBef>
                <a:spcPts val="0"/>
              </a:spcBef>
              <a:spcAft>
                <a:spcPts val="0"/>
              </a:spcAft>
              <a:buClr>
                <a:schemeClr val="lt1"/>
              </a:buClr>
              <a:buSzPts val="1400"/>
              <a:buNone/>
              <a:defRPr sz="1400"/>
            </a:lvl5pPr>
            <a:lvl6pPr marL="2743200" lvl="5" indent="-342900" algn="l">
              <a:lnSpc>
                <a:spcPct val="88888"/>
              </a:lnSpc>
              <a:spcBef>
                <a:spcPts val="0"/>
              </a:spcBef>
              <a:spcAft>
                <a:spcPts val="0"/>
              </a:spcAft>
              <a:buClr>
                <a:schemeClr val="lt1"/>
              </a:buClr>
              <a:buSzPts val="1800"/>
              <a:buChar char="–"/>
              <a:defRPr/>
            </a:lvl6pPr>
            <a:lvl7pPr marL="3200400" lvl="6" indent="-228600" algn="l">
              <a:lnSpc>
                <a:spcPct val="100000"/>
              </a:lnSpc>
              <a:spcBef>
                <a:spcPts val="1800"/>
              </a:spcBef>
              <a:spcAft>
                <a:spcPts val="0"/>
              </a:spcAft>
              <a:buClr>
                <a:schemeClr val="lt1"/>
              </a:buClr>
              <a:buSzPts val="1800"/>
              <a:buNone/>
              <a:defRPr/>
            </a:lvl7pPr>
            <a:lvl8pPr marL="3657600" lvl="7" indent="-342900" algn="l">
              <a:lnSpc>
                <a:spcPct val="100000"/>
              </a:lnSpc>
              <a:spcBef>
                <a:spcPts val="600"/>
              </a:spcBef>
              <a:spcAft>
                <a:spcPts val="0"/>
              </a:spcAft>
              <a:buClr>
                <a:schemeClr val="lt1"/>
              </a:buClr>
              <a:buSzPts val="1800"/>
              <a:buChar char="•"/>
              <a:defRPr/>
            </a:lvl8pPr>
            <a:lvl9pPr marL="4114800" lvl="8" indent="-342900" algn="l">
              <a:lnSpc>
                <a:spcPct val="100000"/>
              </a:lnSpc>
              <a:spcBef>
                <a:spcPts val="600"/>
              </a:spcBef>
              <a:spcAft>
                <a:spcPts val="0"/>
              </a:spcAft>
              <a:buClr>
                <a:schemeClr val="lt1"/>
              </a:buClr>
              <a:buSzPts val="1800"/>
              <a:buChar char="–"/>
              <a:defRPr/>
            </a:lvl9pPr>
          </a:lstStyle>
          <a:p>
            <a:endParaRPr/>
          </a:p>
        </p:txBody>
      </p:sp>
      <p:sp>
        <p:nvSpPr>
          <p:cNvPr id="161" name="Google Shape;161;p87"/>
          <p:cNvSpPr txBox="1">
            <a:spLocks noGrp="1"/>
          </p:cNvSpPr>
          <p:nvPr>
            <p:ph type="body" idx="2"/>
          </p:nvPr>
        </p:nvSpPr>
        <p:spPr>
          <a:xfrm>
            <a:off x="479425" y="5045197"/>
            <a:ext cx="6327322" cy="4938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600"/>
              <a:buNone/>
              <a:defRPr sz="1600" b="0">
                <a:solidFill>
                  <a:schemeClr val="dk2"/>
                </a:solidFill>
              </a:defRPr>
            </a:lvl1pPr>
            <a:lvl2pPr marL="914400" lvl="1" indent="-228600" algn="l">
              <a:lnSpc>
                <a:spcPct val="80000"/>
              </a:lnSpc>
              <a:spcBef>
                <a:spcPts val="600"/>
              </a:spcBef>
              <a:spcAft>
                <a:spcPts val="0"/>
              </a:spcAft>
              <a:buClr>
                <a:schemeClr val="lt1"/>
              </a:buClr>
              <a:buSzPts val="2000"/>
              <a:buNone/>
              <a:defRPr sz="2000">
                <a:solidFill>
                  <a:schemeClr val="lt1"/>
                </a:solidFill>
              </a:defRPr>
            </a:lvl2pPr>
            <a:lvl3pPr marL="1371600" lvl="2" indent="-228600" algn="l">
              <a:lnSpc>
                <a:spcPct val="88888"/>
              </a:lnSpc>
              <a:spcBef>
                <a:spcPts val="600"/>
              </a:spcBef>
              <a:spcAft>
                <a:spcPts val="0"/>
              </a:spcAft>
              <a:buSzPts val="1800"/>
              <a:buNone/>
              <a:defRPr sz="1800">
                <a:solidFill>
                  <a:schemeClr val="lt1"/>
                </a:solidFill>
              </a:defRPr>
            </a:lvl3pPr>
            <a:lvl4pPr marL="1828800" lvl="3" indent="-228600" algn="l">
              <a:lnSpc>
                <a:spcPct val="100000"/>
              </a:lnSpc>
              <a:spcBef>
                <a:spcPts val="1000"/>
              </a:spcBef>
              <a:spcAft>
                <a:spcPts val="0"/>
              </a:spcAft>
              <a:buClr>
                <a:schemeClr val="lt1"/>
              </a:buClr>
              <a:buSzPts val="1600"/>
              <a:buNone/>
              <a:defRPr sz="1600">
                <a:solidFill>
                  <a:schemeClr val="lt1"/>
                </a:solidFill>
              </a:defRPr>
            </a:lvl4pPr>
            <a:lvl5pPr marL="2286000" lvl="4" indent="-228600" algn="l">
              <a:lnSpc>
                <a:spcPct val="100000"/>
              </a:lnSpc>
              <a:spcBef>
                <a:spcPts val="600"/>
              </a:spcBef>
              <a:spcAft>
                <a:spcPts val="0"/>
              </a:spcAft>
              <a:buClr>
                <a:schemeClr val="lt1"/>
              </a:buClr>
              <a:buSzPts val="1600"/>
              <a:buNone/>
              <a:defRPr sz="1600">
                <a:solidFill>
                  <a:schemeClr val="lt1"/>
                </a:solidFill>
              </a:defRPr>
            </a:lvl5pPr>
            <a:lvl6pPr marL="2743200" lvl="5" indent="-228600" algn="l">
              <a:lnSpc>
                <a:spcPct val="100000"/>
              </a:lnSpc>
              <a:spcBef>
                <a:spcPts val="0"/>
              </a:spcBef>
              <a:spcAft>
                <a:spcPts val="0"/>
              </a:spcAft>
              <a:buClr>
                <a:schemeClr val="lt1"/>
              </a:buClr>
              <a:buSzPts val="1600"/>
              <a:buNone/>
              <a:defRPr sz="1600">
                <a:solidFill>
                  <a:schemeClr val="lt1"/>
                </a:solidFill>
              </a:defRPr>
            </a:lvl6pPr>
            <a:lvl7pPr marL="3200400" lvl="6" indent="-228600" algn="l">
              <a:lnSpc>
                <a:spcPct val="100000"/>
              </a:lnSpc>
              <a:spcBef>
                <a:spcPts val="1800"/>
              </a:spcBef>
              <a:spcAft>
                <a:spcPts val="0"/>
              </a:spcAft>
              <a:buClr>
                <a:schemeClr val="lt1"/>
              </a:buClr>
              <a:buSzPts val="1600"/>
              <a:buNone/>
              <a:defRPr sz="1600">
                <a:solidFill>
                  <a:schemeClr val="lt1"/>
                </a:solidFill>
              </a:defRPr>
            </a:lvl7pPr>
            <a:lvl8pPr marL="3657600" lvl="7" indent="-228600" algn="l">
              <a:lnSpc>
                <a:spcPct val="100000"/>
              </a:lnSpc>
              <a:spcBef>
                <a:spcPts val="600"/>
              </a:spcBef>
              <a:spcAft>
                <a:spcPts val="0"/>
              </a:spcAft>
              <a:buClr>
                <a:schemeClr val="lt1"/>
              </a:buClr>
              <a:buSzPts val="1600"/>
              <a:buNone/>
              <a:defRPr sz="1600">
                <a:solidFill>
                  <a:schemeClr val="lt1"/>
                </a:solidFill>
              </a:defRPr>
            </a:lvl8pPr>
            <a:lvl9pPr marL="4114800" lvl="8" indent="-228600" algn="l">
              <a:lnSpc>
                <a:spcPct val="100000"/>
              </a:lnSpc>
              <a:spcBef>
                <a:spcPts val="600"/>
              </a:spcBef>
              <a:spcAft>
                <a:spcPts val="0"/>
              </a:spcAft>
              <a:buClr>
                <a:schemeClr val="lt1"/>
              </a:buClr>
              <a:buSzPts val="1600"/>
              <a:buNone/>
              <a:defRPr sz="1600">
                <a:solidFill>
                  <a:schemeClr val="lt1"/>
                </a:solidFill>
              </a:defRPr>
            </a:lvl9pPr>
          </a:lstStyle>
          <a:p>
            <a:endParaRPr/>
          </a:p>
        </p:txBody>
      </p:sp>
      <p:pic>
        <p:nvPicPr>
          <p:cNvPr id="162" name="Google Shape;162;p87"/>
          <p:cNvPicPr preferRelativeResize="0"/>
          <p:nvPr/>
        </p:nvPicPr>
        <p:blipFill rotWithShape="1">
          <a:blip r:embed="rId2">
            <a:alphaModFix/>
          </a:blip>
          <a:srcRect/>
          <a:stretch/>
        </p:blipFill>
        <p:spPr>
          <a:xfrm>
            <a:off x="454025" y="6356100"/>
            <a:ext cx="862264" cy="272507"/>
          </a:xfrm>
          <a:prstGeom prst="rect">
            <a:avLst/>
          </a:prstGeom>
          <a:noFill/>
          <a:ln>
            <a:noFill/>
          </a:ln>
        </p:spPr>
      </p:pic>
      <p:sp>
        <p:nvSpPr>
          <p:cNvPr id="163" name="Google Shape;163;p87"/>
          <p:cNvSpPr txBox="1">
            <a:spLocks noGrp="1"/>
          </p:cNvSpPr>
          <p:nvPr>
            <p:ph type="title"/>
          </p:nvPr>
        </p:nvSpPr>
        <p:spPr>
          <a:xfrm>
            <a:off x="479426" y="1624014"/>
            <a:ext cx="11217274" cy="267705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accent2"/>
              </a:buClr>
              <a:buSzPts val="6600"/>
              <a:buFont typeface="Times New Roman"/>
              <a:buNone/>
              <a:defRPr sz="66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64" name="Google Shape;164;p87"/>
          <p:cNvCxnSpPr/>
          <p:nvPr/>
        </p:nvCxnSpPr>
        <p:spPr>
          <a:xfrm>
            <a:off x="479425" y="4822447"/>
            <a:ext cx="491067" cy="0"/>
          </a:xfrm>
          <a:prstGeom prst="straightConnector1">
            <a:avLst/>
          </a:prstGeom>
          <a:noFill/>
          <a:ln w="9525" cap="flat" cmpd="sng">
            <a:solidFill>
              <a:schemeClr val="accent2"/>
            </a:solidFill>
            <a:prstDash val="solid"/>
            <a:miter lim="800000"/>
            <a:headEnd type="none" w="sm" len="sm"/>
            <a:tailEnd type="none" w="sm" len="sm"/>
          </a:ln>
        </p:spPr>
      </p:cxnSp>
      <p:pic>
        <p:nvPicPr>
          <p:cNvPr id="165" name="Google Shape;165;p87"/>
          <p:cNvPicPr preferRelativeResize="0"/>
          <p:nvPr/>
        </p:nvPicPr>
        <p:blipFill rotWithShape="1">
          <a:blip r:embed="rId3">
            <a:alphaModFix/>
          </a:blip>
          <a:srcRect/>
          <a:stretch/>
        </p:blipFill>
        <p:spPr>
          <a:xfrm>
            <a:off x="479425" y="6352925"/>
            <a:ext cx="862264" cy="272507"/>
          </a:xfrm>
          <a:prstGeom prst="rect">
            <a:avLst/>
          </a:prstGeom>
          <a:noFill/>
          <a:ln>
            <a:noFill/>
          </a:ln>
        </p:spPr>
      </p:pic>
      <p:sp>
        <p:nvSpPr>
          <p:cNvPr id="166" name="Google Shape;166;p87"/>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Key Message pink">
  <p:cSld name="Key Message pink">
    <p:bg>
      <p:bgPr>
        <a:solidFill>
          <a:schemeClr val="dk2"/>
        </a:solidFill>
        <a:effectLst/>
      </p:bgPr>
    </p:bg>
    <p:spTree>
      <p:nvGrpSpPr>
        <p:cNvPr id="1" name="Shape 167"/>
        <p:cNvGrpSpPr/>
        <p:nvPr/>
      </p:nvGrpSpPr>
      <p:grpSpPr>
        <a:xfrm>
          <a:off x="0" y="0"/>
          <a:ext cx="0" cy="0"/>
          <a:chOff x="0" y="0"/>
          <a:chExt cx="0" cy="0"/>
        </a:xfrm>
      </p:grpSpPr>
      <p:pic>
        <p:nvPicPr>
          <p:cNvPr id="168" name="Google Shape;168;p88" descr="Shape&#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69" name="Google Shape;169;p88"/>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0" name="Google Shape;170;p88"/>
          <p:cNvSpPr txBox="1">
            <a:spLocks noGrp="1"/>
          </p:cNvSpPr>
          <p:nvPr>
            <p:ph type="body" idx="1"/>
          </p:nvPr>
        </p:nvSpPr>
        <p:spPr>
          <a:xfrm>
            <a:off x="1939925" y="3429000"/>
            <a:ext cx="3066790" cy="1903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400"/>
              <a:buNone/>
              <a:defRPr sz="1400" b="0" i="0" cap="none">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400"/>
              <a:buNone/>
              <a:defRPr sz="1400" b="0" cap="none">
                <a:solidFill>
                  <a:schemeClr val="lt1"/>
                </a:solidFill>
                <a:latin typeface="Arial"/>
                <a:ea typeface="Arial"/>
                <a:cs typeface="Arial"/>
                <a:sym typeface="Arial"/>
              </a:defRPr>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lt1"/>
              </a:buClr>
              <a:buSzPts val="1600"/>
              <a:buNone/>
              <a:defRPr sz="1600" b="1"/>
            </a:lvl4pPr>
            <a:lvl5pPr marL="2286000" lvl="4" indent="-228600" algn="l">
              <a:lnSpc>
                <a:spcPct val="100000"/>
              </a:lnSpc>
              <a:spcBef>
                <a:spcPts val="600"/>
              </a:spcBef>
              <a:spcAft>
                <a:spcPts val="0"/>
              </a:spcAft>
              <a:buClr>
                <a:schemeClr val="lt1"/>
              </a:buClr>
              <a:buSzPts val="1600"/>
              <a:buNone/>
              <a:defRPr sz="1600" b="1"/>
            </a:lvl5pPr>
            <a:lvl6pPr marL="2743200" lvl="5" indent="-228600" algn="l">
              <a:lnSpc>
                <a:spcPct val="100000"/>
              </a:lnSpc>
              <a:spcBef>
                <a:spcPts val="0"/>
              </a:spcBef>
              <a:spcAft>
                <a:spcPts val="0"/>
              </a:spcAft>
              <a:buClr>
                <a:schemeClr val="lt1"/>
              </a:buClr>
              <a:buSzPts val="1600"/>
              <a:buNone/>
              <a:defRPr sz="1600" b="1"/>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sp>
        <p:nvSpPr>
          <p:cNvPr id="171" name="Google Shape;171;p88"/>
          <p:cNvSpPr txBox="1">
            <a:spLocks noGrp="1"/>
          </p:cNvSpPr>
          <p:nvPr>
            <p:ph type="ctrTitle"/>
          </p:nvPr>
        </p:nvSpPr>
        <p:spPr>
          <a:xfrm>
            <a:off x="535681" y="671513"/>
            <a:ext cx="5790168" cy="2352902"/>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2" name="Google Shape;172;p88"/>
          <p:cNvSpPr>
            <a:spLocks noGrp="1"/>
          </p:cNvSpPr>
          <p:nvPr>
            <p:ph type="pic" idx="2"/>
          </p:nvPr>
        </p:nvSpPr>
        <p:spPr>
          <a:xfrm>
            <a:off x="488134" y="3437709"/>
            <a:ext cx="968785" cy="968780"/>
          </a:xfrm>
          <a:prstGeom prst="ellipse">
            <a:avLst/>
          </a:prstGeom>
          <a:solidFill>
            <a:schemeClr val="accent3"/>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Key Message purple">
  <p:cSld name="Key Message purple">
    <p:bg>
      <p:bgPr>
        <a:solidFill>
          <a:schemeClr val="accent2"/>
        </a:solidFill>
        <a:effectLst/>
      </p:bgPr>
    </p:bg>
    <p:spTree>
      <p:nvGrpSpPr>
        <p:cNvPr id="1" name="Shape 173"/>
        <p:cNvGrpSpPr/>
        <p:nvPr/>
      </p:nvGrpSpPr>
      <p:grpSpPr>
        <a:xfrm>
          <a:off x="0" y="0"/>
          <a:ext cx="0" cy="0"/>
          <a:chOff x="0" y="0"/>
          <a:chExt cx="0" cy="0"/>
        </a:xfrm>
      </p:grpSpPr>
      <p:pic>
        <p:nvPicPr>
          <p:cNvPr id="174" name="Google Shape;174;p89"/>
          <p:cNvPicPr preferRelativeResize="0"/>
          <p:nvPr/>
        </p:nvPicPr>
        <p:blipFill rotWithShape="1">
          <a:blip r:embed="rId2">
            <a:alphaModFix/>
          </a:blip>
          <a:srcRect/>
          <a:stretch/>
        </p:blipFill>
        <p:spPr>
          <a:xfrm>
            <a:off x="0" y="0"/>
            <a:ext cx="12191999" cy="6858000"/>
          </a:xfrm>
          <a:prstGeom prst="rect">
            <a:avLst/>
          </a:prstGeom>
          <a:noFill/>
          <a:ln>
            <a:noFill/>
          </a:ln>
        </p:spPr>
      </p:pic>
      <p:sp>
        <p:nvSpPr>
          <p:cNvPr id="175" name="Google Shape;175;p89"/>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76" name="Google Shape;176;p89"/>
          <p:cNvPicPr preferRelativeResize="0"/>
          <p:nvPr/>
        </p:nvPicPr>
        <p:blipFill rotWithShape="1">
          <a:blip r:embed="rId3">
            <a:alphaModFix/>
          </a:blip>
          <a:srcRect/>
          <a:stretch/>
        </p:blipFill>
        <p:spPr>
          <a:xfrm>
            <a:off x="695325" y="6352925"/>
            <a:ext cx="862264" cy="272507"/>
          </a:xfrm>
          <a:prstGeom prst="rect">
            <a:avLst/>
          </a:prstGeom>
          <a:noFill/>
          <a:ln>
            <a:noFill/>
          </a:ln>
        </p:spPr>
      </p:pic>
      <p:sp>
        <p:nvSpPr>
          <p:cNvPr id="177" name="Google Shape;177;p89"/>
          <p:cNvSpPr txBox="1">
            <a:spLocks noGrp="1"/>
          </p:cNvSpPr>
          <p:nvPr>
            <p:ph type="body" idx="1"/>
          </p:nvPr>
        </p:nvSpPr>
        <p:spPr>
          <a:xfrm>
            <a:off x="1939925" y="3429000"/>
            <a:ext cx="3066790" cy="1903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400"/>
              <a:buNone/>
              <a:defRPr sz="1400" b="0" i="0" cap="none">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400"/>
              <a:buNone/>
              <a:defRPr sz="1400" b="0" cap="none">
                <a:solidFill>
                  <a:schemeClr val="lt1"/>
                </a:solidFill>
                <a:latin typeface="Arial"/>
                <a:ea typeface="Arial"/>
                <a:cs typeface="Arial"/>
                <a:sym typeface="Arial"/>
              </a:defRPr>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lt1"/>
              </a:buClr>
              <a:buSzPts val="1600"/>
              <a:buNone/>
              <a:defRPr sz="1600" b="1"/>
            </a:lvl4pPr>
            <a:lvl5pPr marL="2286000" lvl="4" indent="-228600" algn="l">
              <a:lnSpc>
                <a:spcPct val="100000"/>
              </a:lnSpc>
              <a:spcBef>
                <a:spcPts val="600"/>
              </a:spcBef>
              <a:spcAft>
                <a:spcPts val="0"/>
              </a:spcAft>
              <a:buClr>
                <a:schemeClr val="lt1"/>
              </a:buClr>
              <a:buSzPts val="1600"/>
              <a:buNone/>
              <a:defRPr sz="1600" b="1"/>
            </a:lvl5pPr>
            <a:lvl6pPr marL="2743200" lvl="5" indent="-228600" algn="l">
              <a:lnSpc>
                <a:spcPct val="100000"/>
              </a:lnSpc>
              <a:spcBef>
                <a:spcPts val="0"/>
              </a:spcBef>
              <a:spcAft>
                <a:spcPts val="0"/>
              </a:spcAft>
              <a:buClr>
                <a:schemeClr val="lt1"/>
              </a:buClr>
              <a:buSzPts val="1600"/>
              <a:buNone/>
              <a:defRPr sz="1600" b="1"/>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sp>
        <p:nvSpPr>
          <p:cNvPr id="178" name="Google Shape;178;p89"/>
          <p:cNvSpPr txBox="1">
            <a:spLocks noGrp="1"/>
          </p:cNvSpPr>
          <p:nvPr>
            <p:ph type="ctrTitle"/>
          </p:nvPr>
        </p:nvSpPr>
        <p:spPr>
          <a:xfrm>
            <a:off x="535681" y="671513"/>
            <a:ext cx="5790168" cy="2352902"/>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p89"/>
          <p:cNvSpPr>
            <a:spLocks noGrp="1"/>
          </p:cNvSpPr>
          <p:nvPr>
            <p:ph type="pic" idx="2"/>
          </p:nvPr>
        </p:nvSpPr>
        <p:spPr>
          <a:xfrm>
            <a:off x="488134" y="3437709"/>
            <a:ext cx="968785" cy="968780"/>
          </a:xfrm>
          <a:prstGeom prst="ellipse">
            <a:avLst/>
          </a:prstGeom>
          <a:solidFill>
            <a:schemeClr val="accent3"/>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_Title and Content">
  <p:cSld name="3_Title and Content">
    <p:bg>
      <p:bgPr>
        <a:solidFill>
          <a:schemeClr val="lt2"/>
        </a:solidFill>
        <a:effectLst/>
      </p:bgPr>
    </p:bg>
    <p:spTree>
      <p:nvGrpSpPr>
        <p:cNvPr id="1" name="Shape 180"/>
        <p:cNvGrpSpPr/>
        <p:nvPr/>
      </p:nvGrpSpPr>
      <p:grpSpPr>
        <a:xfrm>
          <a:off x="0" y="0"/>
          <a:ext cx="0" cy="0"/>
          <a:chOff x="0" y="0"/>
          <a:chExt cx="0" cy="0"/>
        </a:xfrm>
      </p:grpSpPr>
      <p:sp>
        <p:nvSpPr>
          <p:cNvPr id="181" name="Google Shape;181;p90"/>
          <p:cNvSpPr/>
          <p:nvPr/>
        </p:nvSpPr>
        <p:spPr>
          <a:xfrm>
            <a:off x="-1" y="0"/>
            <a:ext cx="3282687"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90"/>
          <p:cNvSpPr txBox="1">
            <a:spLocks noGrp="1"/>
          </p:cNvSpPr>
          <p:nvPr>
            <p:ph type="title"/>
          </p:nvPr>
        </p:nvSpPr>
        <p:spPr>
          <a:xfrm>
            <a:off x="479426" y="671987"/>
            <a:ext cx="2482716" cy="952026"/>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90"/>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pic>
        <p:nvPicPr>
          <p:cNvPr id="184" name="Google Shape;184;p90"/>
          <p:cNvPicPr preferRelativeResize="0"/>
          <p:nvPr/>
        </p:nvPicPr>
        <p:blipFill rotWithShape="1">
          <a:blip r:embed="rId2">
            <a:alphaModFix/>
          </a:blip>
          <a:srcRect/>
          <a:stretch/>
        </p:blipFill>
        <p:spPr>
          <a:xfrm>
            <a:off x="454025" y="6356100"/>
            <a:ext cx="862264" cy="272507"/>
          </a:xfrm>
          <a:prstGeom prst="rect">
            <a:avLst/>
          </a:prstGeom>
          <a:noFill/>
          <a:ln>
            <a:noFill/>
          </a:ln>
        </p:spPr>
      </p:pic>
      <p:sp>
        <p:nvSpPr>
          <p:cNvPr id="185" name="Google Shape;185;p90"/>
          <p:cNvSpPr txBox="1">
            <a:spLocks noGrp="1"/>
          </p:cNvSpPr>
          <p:nvPr>
            <p:ph type="body" idx="1"/>
          </p:nvPr>
        </p:nvSpPr>
        <p:spPr>
          <a:xfrm>
            <a:off x="3737506" y="982137"/>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86" name="Google Shape;186;p90"/>
          <p:cNvSpPr txBox="1">
            <a:spLocks noGrp="1"/>
          </p:cNvSpPr>
          <p:nvPr>
            <p:ph type="body" idx="2"/>
          </p:nvPr>
        </p:nvSpPr>
        <p:spPr>
          <a:xfrm>
            <a:off x="3886200" y="1624013"/>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87" name="Google Shape;187;p90"/>
          <p:cNvSpPr txBox="1">
            <a:spLocks noGrp="1"/>
          </p:cNvSpPr>
          <p:nvPr>
            <p:ph type="body" idx="3"/>
          </p:nvPr>
        </p:nvSpPr>
        <p:spPr>
          <a:xfrm>
            <a:off x="7646112" y="981663"/>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88" name="Google Shape;188;p90"/>
          <p:cNvSpPr txBox="1">
            <a:spLocks noGrp="1"/>
          </p:cNvSpPr>
          <p:nvPr>
            <p:ph type="body" idx="4"/>
          </p:nvPr>
        </p:nvSpPr>
        <p:spPr>
          <a:xfrm>
            <a:off x="7794806" y="1623539"/>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89" name="Google Shape;189;p90"/>
          <p:cNvSpPr txBox="1">
            <a:spLocks noGrp="1"/>
          </p:cNvSpPr>
          <p:nvPr>
            <p:ph type="body" idx="5"/>
          </p:nvPr>
        </p:nvSpPr>
        <p:spPr>
          <a:xfrm>
            <a:off x="3737506" y="2647274"/>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0" name="Google Shape;190;p90"/>
          <p:cNvSpPr txBox="1">
            <a:spLocks noGrp="1"/>
          </p:cNvSpPr>
          <p:nvPr>
            <p:ph type="body" idx="6"/>
          </p:nvPr>
        </p:nvSpPr>
        <p:spPr>
          <a:xfrm>
            <a:off x="3886200" y="3289150"/>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1" name="Google Shape;191;p90"/>
          <p:cNvSpPr txBox="1">
            <a:spLocks noGrp="1"/>
          </p:cNvSpPr>
          <p:nvPr>
            <p:ph type="body" idx="7"/>
          </p:nvPr>
        </p:nvSpPr>
        <p:spPr>
          <a:xfrm>
            <a:off x="7646112" y="2646800"/>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2" name="Google Shape;192;p90"/>
          <p:cNvSpPr txBox="1">
            <a:spLocks noGrp="1"/>
          </p:cNvSpPr>
          <p:nvPr>
            <p:ph type="body" idx="8"/>
          </p:nvPr>
        </p:nvSpPr>
        <p:spPr>
          <a:xfrm>
            <a:off x="7794806" y="3288676"/>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3" name="Google Shape;193;p90"/>
          <p:cNvSpPr txBox="1">
            <a:spLocks noGrp="1"/>
          </p:cNvSpPr>
          <p:nvPr>
            <p:ph type="body" idx="9"/>
          </p:nvPr>
        </p:nvSpPr>
        <p:spPr>
          <a:xfrm>
            <a:off x="3737506" y="4493373"/>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4" name="Google Shape;194;p90"/>
          <p:cNvSpPr txBox="1">
            <a:spLocks noGrp="1"/>
          </p:cNvSpPr>
          <p:nvPr>
            <p:ph type="body" idx="13"/>
          </p:nvPr>
        </p:nvSpPr>
        <p:spPr>
          <a:xfrm>
            <a:off x="3886200" y="5135249"/>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5" name="Google Shape;195;p90"/>
          <p:cNvSpPr txBox="1">
            <a:spLocks noGrp="1"/>
          </p:cNvSpPr>
          <p:nvPr>
            <p:ph type="body" idx="14"/>
          </p:nvPr>
        </p:nvSpPr>
        <p:spPr>
          <a:xfrm>
            <a:off x="7646112" y="4492899"/>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196" name="Google Shape;196;p90"/>
          <p:cNvSpPr txBox="1">
            <a:spLocks noGrp="1"/>
          </p:cNvSpPr>
          <p:nvPr>
            <p:ph type="body" idx="15"/>
          </p:nvPr>
        </p:nvSpPr>
        <p:spPr>
          <a:xfrm>
            <a:off x="7794806" y="5134775"/>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5_Title and Content">
  <p:cSld name="5_Title and Content">
    <p:bg>
      <p:bgPr>
        <a:solidFill>
          <a:srgbClr val="F2F2F2"/>
        </a:solidFill>
        <a:effectLst/>
      </p:bgPr>
    </p:bg>
    <p:spTree>
      <p:nvGrpSpPr>
        <p:cNvPr id="1" name="Shape 197"/>
        <p:cNvGrpSpPr/>
        <p:nvPr/>
      </p:nvGrpSpPr>
      <p:grpSpPr>
        <a:xfrm>
          <a:off x="0" y="0"/>
          <a:ext cx="0" cy="0"/>
          <a:chOff x="0" y="0"/>
          <a:chExt cx="0" cy="0"/>
        </a:xfrm>
      </p:grpSpPr>
      <p:sp>
        <p:nvSpPr>
          <p:cNvPr id="198" name="Google Shape;198;p91"/>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199" name="Google Shape;199;p91"/>
          <p:cNvSpPr txBox="1">
            <a:spLocks noGrp="1"/>
          </p:cNvSpPr>
          <p:nvPr>
            <p:ph type="body" idx="1"/>
          </p:nvPr>
        </p:nvSpPr>
        <p:spPr>
          <a:xfrm>
            <a:off x="330731" y="1624013"/>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0" name="Google Shape;200;p91"/>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 name="Google Shape;201;p91"/>
          <p:cNvSpPr txBox="1">
            <a:spLocks noGrp="1"/>
          </p:cNvSpPr>
          <p:nvPr>
            <p:ph type="body" idx="2"/>
          </p:nvPr>
        </p:nvSpPr>
        <p:spPr>
          <a:xfrm>
            <a:off x="4236574" y="1624013"/>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2" name="Google Shape;202;p91"/>
          <p:cNvSpPr txBox="1">
            <a:spLocks noGrp="1"/>
          </p:cNvSpPr>
          <p:nvPr>
            <p:ph type="body" idx="3"/>
          </p:nvPr>
        </p:nvSpPr>
        <p:spPr>
          <a:xfrm>
            <a:off x="8161869" y="1607734"/>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3" name="Google Shape;203;p91"/>
          <p:cNvSpPr txBox="1">
            <a:spLocks noGrp="1"/>
          </p:cNvSpPr>
          <p:nvPr>
            <p:ph type="body" idx="4"/>
          </p:nvPr>
        </p:nvSpPr>
        <p:spPr>
          <a:xfrm>
            <a:off x="335494" y="3708391"/>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4" name="Google Shape;204;p91"/>
          <p:cNvSpPr txBox="1">
            <a:spLocks noGrp="1"/>
          </p:cNvSpPr>
          <p:nvPr>
            <p:ph type="body" idx="5"/>
          </p:nvPr>
        </p:nvSpPr>
        <p:spPr>
          <a:xfrm>
            <a:off x="4241337" y="3708391"/>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5" name="Google Shape;205;p91"/>
          <p:cNvSpPr txBox="1">
            <a:spLocks noGrp="1"/>
          </p:cNvSpPr>
          <p:nvPr>
            <p:ph type="body" idx="6"/>
          </p:nvPr>
        </p:nvSpPr>
        <p:spPr>
          <a:xfrm>
            <a:off x="8166632" y="3692112"/>
            <a:ext cx="951085" cy="627397"/>
          </a:xfrm>
          <a:prstGeom prst="rect">
            <a:avLst/>
          </a:prstGeom>
          <a:noFill/>
          <a:ln>
            <a:noFill/>
          </a:ln>
        </p:spPr>
        <p:txBody>
          <a:bodyPr spcFirstLastPara="1" wrap="square" lIns="0" tIns="0" rIns="0" bIns="0" anchor="ctr" anchorCtr="0">
            <a:noAutofit/>
          </a:bodyPr>
          <a:lstStyle>
            <a:lvl1pPr marL="457200" lvl="0" indent="-228600" algn="ctr">
              <a:lnSpc>
                <a:spcPct val="103703"/>
              </a:lnSpc>
              <a:spcBef>
                <a:spcPts val="0"/>
              </a:spcBef>
              <a:spcAft>
                <a:spcPts val="0"/>
              </a:spcAft>
              <a:buClr>
                <a:schemeClr val="accent3"/>
              </a:buClr>
              <a:buSzPts val="5400"/>
              <a:buNone/>
              <a:defRPr sz="5400" b="1" i="0">
                <a:solidFill>
                  <a:schemeClr val="accent3"/>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6" name="Google Shape;206;p91"/>
          <p:cNvSpPr txBox="1">
            <a:spLocks noGrp="1"/>
          </p:cNvSpPr>
          <p:nvPr>
            <p:ph type="body" idx="7"/>
          </p:nvPr>
        </p:nvSpPr>
        <p:spPr>
          <a:xfrm>
            <a:off x="479425" y="2265889"/>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7" name="Google Shape;207;p91"/>
          <p:cNvSpPr txBox="1">
            <a:spLocks noGrp="1"/>
          </p:cNvSpPr>
          <p:nvPr>
            <p:ph type="body" idx="8"/>
          </p:nvPr>
        </p:nvSpPr>
        <p:spPr>
          <a:xfrm>
            <a:off x="4378325" y="2265889"/>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8" name="Google Shape;208;p91"/>
          <p:cNvSpPr txBox="1">
            <a:spLocks noGrp="1"/>
          </p:cNvSpPr>
          <p:nvPr>
            <p:ph type="body" idx="9"/>
          </p:nvPr>
        </p:nvSpPr>
        <p:spPr>
          <a:xfrm>
            <a:off x="8277225" y="2265889"/>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09" name="Google Shape;209;p91"/>
          <p:cNvSpPr txBox="1">
            <a:spLocks noGrp="1"/>
          </p:cNvSpPr>
          <p:nvPr>
            <p:ph type="body" idx="13"/>
          </p:nvPr>
        </p:nvSpPr>
        <p:spPr>
          <a:xfrm>
            <a:off x="492125" y="4335788"/>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10" name="Google Shape;210;p91"/>
          <p:cNvSpPr txBox="1">
            <a:spLocks noGrp="1"/>
          </p:cNvSpPr>
          <p:nvPr>
            <p:ph type="body" idx="14"/>
          </p:nvPr>
        </p:nvSpPr>
        <p:spPr>
          <a:xfrm>
            <a:off x="4391025" y="4335788"/>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11" name="Google Shape;211;p91"/>
          <p:cNvSpPr txBox="1">
            <a:spLocks noGrp="1"/>
          </p:cNvSpPr>
          <p:nvPr>
            <p:ph type="body" idx="15"/>
          </p:nvPr>
        </p:nvSpPr>
        <p:spPr>
          <a:xfrm>
            <a:off x="8289925" y="4335788"/>
            <a:ext cx="3406775" cy="900000"/>
          </a:xfrm>
          <a:prstGeom prst="rect">
            <a:avLst/>
          </a:prstGeom>
          <a:noFill/>
          <a:ln>
            <a:noFill/>
          </a:ln>
        </p:spPr>
        <p:txBody>
          <a:bodyPr spcFirstLastPara="1" wrap="square" lIns="0" tIns="0" rIns="0" bIns="0" anchor="t" anchorCtr="0">
            <a:noAutofit/>
          </a:bodyPr>
          <a:lstStyle>
            <a:lvl1pPr marL="457200" lvl="0" indent="-228600" algn="l">
              <a:lnSpc>
                <a:spcPct val="112857"/>
              </a:lnSpc>
              <a:spcBef>
                <a:spcPts val="0"/>
              </a:spcBef>
              <a:spcAft>
                <a:spcPts val="0"/>
              </a:spcAft>
              <a:buClr>
                <a:schemeClr val="dk1"/>
              </a:buClr>
              <a:buSzPts val="14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4_Title and Content">
  <p:cSld name="4_Title and Content">
    <p:bg>
      <p:bgPr>
        <a:solidFill>
          <a:schemeClr val="lt2"/>
        </a:solidFill>
        <a:effectLst/>
      </p:bgPr>
    </p:bg>
    <p:spTree>
      <p:nvGrpSpPr>
        <p:cNvPr id="1" name="Shape 212"/>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3"/>
        <p:cNvGrpSpPr/>
        <p:nvPr/>
      </p:nvGrpSpPr>
      <p:grpSpPr>
        <a:xfrm>
          <a:off x="0" y="0"/>
          <a:ext cx="0" cy="0"/>
          <a:chOff x="0" y="0"/>
          <a:chExt cx="0" cy="0"/>
        </a:xfrm>
      </p:grpSpPr>
      <p:sp>
        <p:nvSpPr>
          <p:cNvPr id="214" name="Google Shape;214;p93"/>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5" name="Google Shape;215;p93"/>
          <p:cNvSpPr txBox="1">
            <a:spLocks noGrp="1"/>
          </p:cNvSpPr>
          <p:nvPr>
            <p:ph type="body" idx="1"/>
          </p:nvPr>
        </p:nvSpPr>
        <p:spPr>
          <a:xfrm>
            <a:off x="479425" y="1627200"/>
            <a:ext cx="5309395"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16" name="Google Shape;216;p93"/>
          <p:cNvSpPr txBox="1">
            <a:spLocks noGrp="1"/>
          </p:cNvSpPr>
          <p:nvPr>
            <p:ph type="body" idx="2"/>
          </p:nvPr>
        </p:nvSpPr>
        <p:spPr>
          <a:xfrm>
            <a:off x="6096000" y="1627200"/>
            <a:ext cx="5309077"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17" name="Google Shape;217;p93"/>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8"/>
        <p:cNvGrpSpPr/>
        <p:nvPr/>
      </p:nvGrpSpPr>
      <p:grpSpPr>
        <a:xfrm>
          <a:off x="0" y="0"/>
          <a:ext cx="0" cy="0"/>
          <a:chOff x="0" y="0"/>
          <a:chExt cx="0" cy="0"/>
        </a:xfrm>
      </p:grpSpPr>
      <p:sp>
        <p:nvSpPr>
          <p:cNvPr id="219" name="Google Shape;219;p94"/>
          <p:cNvSpPr txBox="1">
            <a:spLocks noGrp="1"/>
          </p:cNvSpPr>
          <p:nvPr>
            <p:ph type="body" idx="1"/>
          </p:nvPr>
        </p:nvSpPr>
        <p:spPr>
          <a:xfrm>
            <a:off x="478820" y="1638320"/>
            <a:ext cx="5310000" cy="401495"/>
          </a:xfrm>
          <a:prstGeom prst="rect">
            <a:avLst/>
          </a:prstGeom>
          <a:noFill/>
          <a:ln>
            <a:noFill/>
          </a:ln>
        </p:spPr>
        <p:txBody>
          <a:bodyPr spcFirstLastPara="1" wrap="square" lIns="0" tIns="0" rIns="0" bIns="0" anchor="t" anchorCtr="0">
            <a:noAutofit/>
          </a:bodyPr>
          <a:lstStyle>
            <a:lvl1pPr marL="457200" lvl="0" indent="-228600" algn="l">
              <a:lnSpc>
                <a:spcPct val="80000"/>
              </a:lnSpc>
              <a:spcBef>
                <a:spcPts val="0"/>
              </a:spcBef>
              <a:spcAft>
                <a:spcPts val="0"/>
              </a:spcAft>
              <a:buClr>
                <a:schemeClr val="dk1"/>
              </a:buClr>
              <a:buSzPts val="1600"/>
              <a:buNone/>
              <a:defRPr sz="1600" b="1" i="0" cap="none">
                <a:solidFill>
                  <a:schemeClr val="dk1"/>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220" name="Google Shape;220;p94"/>
          <p:cNvSpPr txBox="1">
            <a:spLocks noGrp="1"/>
          </p:cNvSpPr>
          <p:nvPr>
            <p:ph type="body" idx="2"/>
          </p:nvPr>
        </p:nvSpPr>
        <p:spPr>
          <a:xfrm>
            <a:off x="6096000" y="1638320"/>
            <a:ext cx="5310000" cy="401495"/>
          </a:xfrm>
          <a:prstGeom prst="rect">
            <a:avLst/>
          </a:prstGeom>
          <a:noFill/>
          <a:ln>
            <a:noFill/>
          </a:ln>
        </p:spPr>
        <p:txBody>
          <a:bodyPr spcFirstLastPara="1" wrap="square" lIns="0" tIns="0" rIns="0" bIns="0" anchor="t" anchorCtr="0">
            <a:noAutofit/>
          </a:bodyPr>
          <a:lstStyle>
            <a:lvl1pPr marL="457200" lvl="0" indent="-228600" algn="l">
              <a:lnSpc>
                <a:spcPct val="80000"/>
              </a:lnSpc>
              <a:spcBef>
                <a:spcPts val="0"/>
              </a:spcBef>
              <a:spcAft>
                <a:spcPts val="0"/>
              </a:spcAft>
              <a:buClr>
                <a:schemeClr val="dk1"/>
              </a:buClr>
              <a:buSzPts val="1600"/>
              <a:buNone/>
              <a:defRPr sz="1600" b="1" i="0" cap="none">
                <a:solidFill>
                  <a:schemeClr val="dk1"/>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221" name="Google Shape;221;p94"/>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94"/>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3" name="Google Shape;223;p94"/>
          <p:cNvSpPr txBox="1">
            <a:spLocks noGrp="1"/>
          </p:cNvSpPr>
          <p:nvPr>
            <p:ph type="body" idx="3"/>
          </p:nvPr>
        </p:nvSpPr>
        <p:spPr>
          <a:xfrm>
            <a:off x="479425" y="2194560"/>
            <a:ext cx="5309395" cy="36611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b="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24" name="Google Shape;224;p94"/>
          <p:cNvSpPr txBox="1">
            <a:spLocks noGrp="1"/>
          </p:cNvSpPr>
          <p:nvPr>
            <p:ph type="body" idx="4"/>
          </p:nvPr>
        </p:nvSpPr>
        <p:spPr>
          <a:xfrm>
            <a:off x="6096000" y="2194560"/>
            <a:ext cx="5309077" cy="36611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b="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5_Two Content">
  <p:cSld name="5_Two Content">
    <p:spTree>
      <p:nvGrpSpPr>
        <p:cNvPr id="1" name="Shape 225"/>
        <p:cNvGrpSpPr/>
        <p:nvPr/>
      </p:nvGrpSpPr>
      <p:grpSpPr>
        <a:xfrm>
          <a:off x="0" y="0"/>
          <a:ext cx="0" cy="0"/>
          <a:chOff x="0" y="0"/>
          <a:chExt cx="0" cy="0"/>
        </a:xfrm>
      </p:grpSpPr>
      <p:sp>
        <p:nvSpPr>
          <p:cNvPr id="226" name="Google Shape;226;p95"/>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95"/>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28" name="Google Shape;228;p95"/>
          <p:cNvSpPr txBox="1">
            <a:spLocks noGrp="1"/>
          </p:cNvSpPr>
          <p:nvPr>
            <p:ph type="body" idx="1"/>
          </p:nvPr>
        </p:nvSpPr>
        <p:spPr>
          <a:xfrm>
            <a:off x="479424" y="1624012"/>
            <a:ext cx="3406775" cy="439572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a:lvl1pPr>
            <a:lvl2pPr marL="914400" lvl="1" indent="-228600" algn="l">
              <a:lnSpc>
                <a:spcPct val="114285"/>
              </a:lnSpc>
              <a:spcBef>
                <a:spcPts val="600"/>
              </a:spcBef>
              <a:spcAft>
                <a:spcPts val="0"/>
              </a:spcAft>
              <a:buClr>
                <a:schemeClr val="dk1"/>
              </a:buClr>
              <a:buSzPts val="1400"/>
              <a:buNone/>
              <a:defRPr/>
            </a:lvl2pPr>
            <a:lvl3pPr marL="1371600" lvl="2" indent="-317500" algn="l">
              <a:lnSpc>
                <a:spcPct val="114285"/>
              </a:lnSpc>
              <a:spcBef>
                <a:spcPts val="600"/>
              </a:spcBef>
              <a:spcAft>
                <a:spcPts val="0"/>
              </a:spcAft>
              <a:buSzPts val="14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29" name="Google Shape;229;p95"/>
          <p:cNvSpPr txBox="1">
            <a:spLocks noGrp="1"/>
          </p:cNvSpPr>
          <p:nvPr>
            <p:ph type="body" idx="2"/>
          </p:nvPr>
        </p:nvSpPr>
        <p:spPr>
          <a:xfrm>
            <a:off x="4378326" y="1624012"/>
            <a:ext cx="3409949" cy="439578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a:lvl1pPr>
            <a:lvl2pPr marL="914400" lvl="1" indent="-228600" algn="l">
              <a:lnSpc>
                <a:spcPct val="114285"/>
              </a:lnSpc>
              <a:spcBef>
                <a:spcPts val="600"/>
              </a:spcBef>
              <a:spcAft>
                <a:spcPts val="0"/>
              </a:spcAft>
              <a:buClr>
                <a:schemeClr val="dk1"/>
              </a:buClr>
              <a:buSzPts val="1400"/>
              <a:buNone/>
              <a:defRPr/>
            </a:lvl2pPr>
            <a:lvl3pPr marL="1371600" lvl="2" indent="-317500" algn="l">
              <a:lnSpc>
                <a:spcPct val="114285"/>
              </a:lnSpc>
              <a:spcBef>
                <a:spcPts val="600"/>
              </a:spcBef>
              <a:spcAft>
                <a:spcPts val="0"/>
              </a:spcAft>
              <a:buSzPts val="14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30" name="Google Shape;230;p95"/>
          <p:cNvSpPr txBox="1">
            <a:spLocks noGrp="1"/>
          </p:cNvSpPr>
          <p:nvPr>
            <p:ph type="body" idx="3"/>
          </p:nvPr>
        </p:nvSpPr>
        <p:spPr>
          <a:xfrm>
            <a:off x="8277226" y="1627344"/>
            <a:ext cx="3435350" cy="439239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a:lvl1pPr>
            <a:lvl2pPr marL="914400" lvl="1" indent="-228600" algn="l">
              <a:lnSpc>
                <a:spcPct val="114285"/>
              </a:lnSpc>
              <a:spcBef>
                <a:spcPts val="600"/>
              </a:spcBef>
              <a:spcAft>
                <a:spcPts val="0"/>
              </a:spcAft>
              <a:buClr>
                <a:schemeClr val="dk1"/>
              </a:buClr>
              <a:buSzPts val="1400"/>
              <a:buNone/>
              <a:defRPr/>
            </a:lvl2pPr>
            <a:lvl3pPr marL="1371600" lvl="2" indent="-317500" algn="l">
              <a:lnSpc>
                <a:spcPct val="114285"/>
              </a:lnSpc>
              <a:spcBef>
                <a:spcPts val="600"/>
              </a:spcBef>
              <a:spcAft>
                <a:spcPts val="0"/>
              </a:spcAft>
              <a:buSzPts val="14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6_Two Content">
  <p:cSld name="6_Two Content">
    <p:spTree>
      <p:nvGrpSpPr>
        <p:cNvPr id="1" name="Shape 231"/>
        <p:cNvGrpSpPr/>
        <p:nvPr/>
      </p:nvGrpSpPr>
      <p:grpSpPr>
        <a:xfrm>
          <a:off x="0" y="0"/>
          <a:ext cx="0" cy="0"/>
          <a:chOff x="0" y="0"/>
          <a:chExt cx="0" cy="0"/>
        </a:xfrm>
      </p:grpSpPr>
      <p:sp>
        <p:nvSpPr>
          <p:cNvPr id="232" name="Google Shape;232;p96"/>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96"/>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34" name="Google Shape;234;p96"/>
          <p:cNvSpPr txBox="1">
            <a:spLocks noGrp="1"/>
          </p:cNvSpPr>
          <p:nvPr>
            <p:ph type="body" idx="1"/>
          </p:nvPr>
        </p:nvSpPr>
        <p:spPr>
          <a:xfrm>
            <a:off x="480861" y="1624012"/>
            <a:ext cx="2359025" cy="439578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800"/>
              <a:buNone/>
              <a:defRPr/>
            </a:lvl1pPr>
            <a:lvl2pPr marL="914400" lvl="1" indent="-228600" algn="l">
              <a:lnSpc>
                <a:spcPct val="88888"/>
              </a:lnSpc>
              <a:spcBef>
                <a:spcPts val="600"/>
              </a:spcBef>
              <a:spcAft>
                <a:spcPts val="0"/>
              </a:spcAft>
              <a:buClr>
                <a:schemeClr val="dk1"/>
              </a:buClr>
              <a:buSzPts val="1800"/>
              <a:buNone/>
              <a:defRPr/>
            </a:lvl2pPr>
            <a:lvl3pPr marL="1371600" lvl="2" indent="-228600" algn="l">
              <a:lnSpc>
                <a:spcPct val="114285"/>
              </a:lnSpc>
              <a:spcBef>
                <a:spcPts val="600"/>
              </a:spcBef>
              <a:spcAft>
                <a:spcPts val="0"/>
              </a:spcAft>
              <a:buSzPts val="1400"/>
              <a:buNone/>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35" name="Google Shape;235;p96"/>
          <p:cNvSpPr txBox="1">
            <a:spLocks noGrp="1"/>
          </p:cNvSpPr>
          <p:nvPr>
            <p:ph type="body" idx="2"/>
          </p:nvPr>
        </p:nvSpPr>
        <p:spPr>
          <a:xfrm>
            <a:off x="3432074" y="1624012"/>
            <a:ext cx="2359025" cy="439578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8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36" name="Google Shape;236;p96"/>
          <p:cNvSpPr txBox="1">
            <a:spLocks noGrp="1"/>
          </p:cNvSpPr>
          <p:nvPr>
            <p:ph type="body" idx="3"/>
          </p:nvPr>
        </p:nvSpPr>
        <p:spPr>
          <a:xfrm>
            <a:off x="6383287" y="1627344"/>
            <a:ext cx="2362200" cy="439239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8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37" name="Google Shape;237;p96"/>
          <p:cNvSpPr txBox="1">
            <a:spLocks noGrp="1"/>
          </p:cNvSpPr>
          <p:nvPr>
            <p:ph type="body" idx="4"/>
          </p:nvPr>
        </p:nvSpPr>
        <p:spPr>
          <a:xfrm>
            <a:off x="9337676" y="1627187"/>
            <a:ext cx="2359024" cy="439578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8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ntent Image">
  <p:cSld name="Two Content Image">
    <p:spTree>
      <p:nvGrpSpPr>
        <p:cNvPr id="1" name="Shape 238"/>
        <p:cNvGrpSpPr/>
        <p:nvPr/>
      </p:nvGrpSpPr>
      <p:grpSpPr>
        <a:xfrm>
          <a:off x="0" y="0"/>
          <a:ext cx="0" cy="0"/>
          <a:chOff x="0" y="0"/>
          <a:chExt cx="0" cy="0"/>
        </a:xfrm>
      </p:grpSpPr>
      <p:sp>
        <p:nvSpPr>
          <p:cNvPr id="239" name="Google Shape;239;p97"/>
          <p:cNvSpPr>
            <a:spLocks noGrp="1"/>
          </p:cNvSpPr>
          <p:nvPr>
            <p:ph type="pic" idx="2"/>
          </p:nvPr>
        </p:nvSpPr>
        <p:spPr>
          <a:xfrm>
            <a:off x="6096000" y="0"/>
            <a:ext cx="6096000" cy="6858000"/>
          </a:xfrm>
          <a:prstGeom prst="rect">
            <a:avLst/>
          </a:prstGeom>
          <a:solidFill>
            <a:schemeClr val="lt2"/>
          </a:solidFill>
          <a:ln>
            <a:noFill/>
          </a:ln>
        </p:spPr>
      </p:sp>
      <p:sp>
        <p:nvSpPr>
          <p:cNvPr id="240" name="Google Shape;240;p97"/>
          <p:cNvSpPr txBox="1">
            <a:spLocks noGrp="1"/>
          </p:cNvSpPr>
          <p:nvPr>
            <p:ph type="title"/>
          </p:nvPr>
        </p:nvSpPr>
        <p:spPr>
          <a:xfrm>
            <a:off x="479425" y="671987"/>
            <a:ext cx="493200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1" name="Google Shape;241;p97"/>
          <p:cNvSpPr txBox="1">
            <a:spLocks noGrp="1"/>
          </p:cNvSpPr>
          <p:nvPr>
            <p:ph type="body" idx="1"/>
          </p:nvPr>
        </p:nvSpPr>
        <p:spPr>
          <a:xfrm>
            <a:off x="479426" y="1627200"/>
            <a:ext cx="4932000"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6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60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42" name="Google Shape;242;p97"/>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wo Content Image">
  <p:cSld name="1_Two Content Image">
    <p:spTree>
      <p:nvGrpSpPr>
        <p:cNvPr id="1" name="Shape 243"/>
        <p:cNvGrpSpPr/>
        <p:nvPr/>
      </p:nvGrpSpPr>
      <p:grpSpPr>
        <a:xfrm>
          <a:off x="0" y="0"/>
          <a:ext cx="0" cy="0"/>
          <a:chOff x="0" y="0"/>
          <a:chExt cx="0" cy="0"/>
        </a:xfrm>
      </p:grpSpPr>
      <p:sp>
        <p:nvSpPr>
          <p:cNvPr id="244" name="Google Shape;244;p98"/>
          <p:cNvSpPr txBox="1">
            <a:spLocks noGrp="1"/>
          </p:cNvSpPr>
          <p:nvPr>
            <p:ph type="body" idx="1"/>
          </p:nvPr>
        </p:nvSpPr>
        <p:spPr>
          <a:xfrm>
            <a:off x="479426" y="1627200"/>
            <a:ext cx="11217274" cy="57928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45" name="Google Shape;245;p98"/>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98"/>
          <p:cNvSpPr>
            <a:spLocks noGrp="1"/>
          </p:cNvSpPr>
          <p:nvPr>
            <p:ph type="pic" idx="2"/>
          </p:nvPr>
        </p:nvSpPr>
        <p:spPr>
          <a:xfrm>
            <a:off x="479426" y="2385391"/>
            <a:ext cx="11233148" cy="3634410"/>
          </a:xfrm>
          <a:prstGeom prst="rect">
            <a:avLst/>
          </a:prstGeom>
          <a:solidFill>
            <a:schemeClr val="lt2"/>
          </a:solidFill>
          <a:ln>
            <a:noFill/>
          </a:ln>
        </p:spPr>
      </p:sp>
      <p:sp>
        <p:nvSpPr>
          <p:cNvPr id="247" name="Google Shape;247;p98"/>
          <p:cNvSpPr txBox="1">
            <a:spLocks noGrp="1"/>
          </p:cNvSpPr>
          <p:nvPr>
            <p:ph type="body" idx="3"/>
          </p:nvPr>
        </p:nvSpPr>
        <p:spPr>
          <a:xfrm>
            <a:off x="479425" y="573075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48" name="Google Shape;248;p98"/>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2_Two Content Image">
  <p:cSld name="2_Two Content Image">
    <p:spTree>
      <p:nvGrpSpPr>
        <p:cNvPr id="1" name="Shape 249"/>
        <p:cNvGrpSpPr/>
        <p:nvPr/>
      </p:nvGrpSpPr>
      <p:grpSpPr>
        <a:xfrm>
          <a:off x="0" y="0"/>
          <a:ext cx="0" cy="0"/>
          <a:chOff x="0" y="0"/>
          <a:chExt cx="0" cy="0"/>
        </a:xfrm>
      </p:grpSpPr>
      <p:sp>
        <p:nvSpPr>
          <p:cNvPr id="250" name="Google Shape;250;p99"/>
          <p:cNvSpPr txBox="1">
            <a:spLocks noGrp="1"/>
          </p:cNvSpPr>
          <p:nvPr>
            <p:ph type="body" idx="1"/>
          </p:nvPr>
        </p:nvSpPr>
        <p:spPr>
          <a:xfrm>
            <a:off x="479426" y="1627200"/>
            <a:ext cx="3406774"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51" name="Google Shape;251;p99"/>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52" name="Google Shape;252;p99"/>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3" name="Google Shape;253;p99"/>
          <p:cNvSpPr>
            <a:spLocks noGrp="1"/>
          </p:cNvSpPr>
          <p:nvPr>
            <p:ph type="pic" idx="2"/>
          </p:nvPr>
        </p:nvSpPr>
        <p:spPr>
          <a:xfrm>
            <a:off x="4378327" y="1624013"/>
            <a:ext cx="3409948" cy="4395788"/>
          </a:xfrm>
          <a:prstGeom prst="rect">
            <a:avLst/>
          </a:prstGeom>
          <a:solidFill>
            <a:schemeClr val="lt2"/>
          </a:solidFill>
          <a:ln>
            <a:noFill/>
          </a:ln>
        </p:spPr>
      </p:sp>
      <p:sp>
        <p:nvSpPr>
          <p:cNvPr id="254" name="Google Shape;254;p99"/>
          <p:cNvSpPr>
            <a:spLocks noGrp="1"/>
          </p:cNvSpPr>
          <p:nvPr>
            <p:ph type="pic" idx="3"/>
          </p:nvPr>
        </p:nvSpPr>
        <p:spPr>
          <a:xfrm>
            <a:off x="8280402" y="1624013"/>
            <a:ext cx="3416298" cy="4395788"/>
          </a:xfrm>
          <a:prstGeom prst="rect">
            <a:avLst/>
          </a:prstGeom>
          <a:solidFill>
            <a:schemeClr val="lt2"/>
          </a:solidFill>
          <a:ln>
            <a:noFill/>
          </a:ln>
        </p:spPr>
      </p:sp>
      <p:sp>
        <p:nvSpPr>
          <p:cNvPr id="255" name="Google Shape;255;p99"/>
          <p:cNvSpPr txBox="1">
            <a:spLocks noGrp="1"/>
          </p:cNvSpPr>
          <p:nvPr>
            <p:ph type="body" idx="4"/>
          </p:nvPr>
        </p:nvSpPr>
        <p:spPr>
          <a:xfrm>
            <a:off x="4378325" y="573075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56" name="Google Shape;256;p99"/>
          <p:cNvSpPr txBox="1">
            <a:spLocks noGrp="1"/>
          </p:cNvSpPr>
          <p:nvPr>
            <p:ph type="body" idx="5"/>
          </p:nvPr>
        </p:nvSpPr>
        <p:spPr>
          <a:xfrm>
            <a:off x="8280401" y="573075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4_Two Content Image">
  <p:cSld name="4_Two Content Image">
    <p:spTree>
      <p:nvGrpSpPr>
        <p:cNvPr id="1" name="Shape 257"/>
        <p:cNvGrpSpPr/>
        <p:nvPr/>
      </p:nvGrpSpPr>
      <p:grpSpPr>
        <a:xfrm>
          <a:off x="0" y="0"/>
          <a:ext cx="0" cy="0"/>
          <a:chOff x="0" y="0"/>
          <a:chExt cx="0" cy="0"/>
        </a:xfrm>
      </p:grpSpPr>
      <p:sp>
        <p:nvSpPr>
          <p:cNvPr id="258" name="Google Shape;258;p100"/>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59" name="Google Shape;259;p100"/>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0" name="Google Shape;260;p100"/>
          <p:cNvSpPr>
            <a:spLocks noGrp="1"/>
          </p:cNvSpPr>
          <p:nvPr>
            <p:ph type="pic" idx="2"/>
          </p:nvPr>
        </p:nvSpPr>
        <p:spPr>
          <a:xfrm>
            <a:off x="4378324" y="1624013"/>
            <a:ext cx="3409951" cy="4395788"/>
          </a:xfrm>
          <a:prstGeom prst="rect">
            <a:avLst/>
          </a:prstGeom>
          <a:solidFill>
            <a:schemeClr val="lt2"/>
          </a:solidFill>
          <a:ln>
            <a:noFill/>
          </a:ln>
        </p:spPr>
      </p:sp>
      <p:sp>
        <p:nvSpPr>
          <p:cNvPr id="261" name="Google Shape;261;p100"/>
          <p:cNvSpPr>
            <a:spLocks noGrp="1"/>
          </p:cNvSpPr>
          <p:nvPr>
            <p:ph type="pic" idx="3"/>
          </p:nvPr>
        </p:nvSpPr>
        <p:spPr>
          <a:xfrm>
            <a:off x="8277224" y="1624013"/>
            <a:ext cx="3419476" cy="4395788"/>
          </a:xfrm>
          <a:prstGeom prst="rect">
            <a:avLst/>
          </a:prstGeom>
          <a:solidFill>
            <a:schemeClr val="lt2"/>
          </a:solidFill>
          <a:ln>
            <a:noFill/>
          </a:ln>
        </p:spPr>
      </p:sp>
      <p:sp>
        <p:nvSpPr>
          <p:cNvPr id="262" name="Google Shape;262;p100"/>
          <p:cNvSpPr txBox="1">
            <a:spLocks noGrp="1"/>
          </p:cNvSpPr>
          <p:nvPr>
            <p:ph type="body" idx="1"/>
          </p:nvPr>
        </p:nvSpPr>
        <p:spPr>
          <a:xfrm>
            <a:off x="4378325" y="573075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63" name="Google Shape;263;p100"/>
          <p:cNvSpPr txBox="1">
            <a:spLocks noGrp="1"/>
          </p:cNvSpPr>
          <p:nvPr>
            <p:ph type="body" idx="4"/>
          </p:nvPr>
        </p:nvSpPr>
        <p:spPr>
          <a:xfrm>
            <a:off x="8277223" y="573075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64" name="Google Shape;264;p100"/>
          <p:cNvSpPr>
            <a:spLocks noGrp="1"/>
          </p:cNvSpPr>
          <p:nvPr>
            <p:ph type="pic" idx="5"/>
          </p:nvPr>
        </p:nvSpPr>
        <p:spPr>
          <a:xfrm>
            <a:off x="479425" y="1624013"/>
            <a:ext cx="3406775" cy="4395788"/>
          </a:xfrm>
          <a:prstGeom prst="rect">
            <a:avLst/>
          </a:prstGeom>
          <a:solidFill>
            <a:schemeClr val="lt2"/>
          </a:solidFill>
          <a:ln>
            <a:noFill/>
          </a:ln>
        </p:spPr>
      </p:sp>
      <p:sp>
        <p:nvSpPr>
          <p:cNvPr id="265" name="Google Shape;265;p100"/>
          <p:cNvSpPr txBox="1">
            <a:spLocks noGrp="1"/>
          </p:cNvSpPr>
          <p:nvPr>
            <p:ph type="body" idx="6"/>
          </p:nvPr>
        </p:nvSpPr>
        <p:spPr>
          <a:xfrm>
            <a:off x="495300" y="573075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3_Two Content Image">
  <p:cSld name="3_Two Content Image">
    <p:spTree>
      <p:nvGrpSpPr>
        <p:cNvPr id="1" name="Shape 266"/>
        <p:cNvGrpSpPr/>
        <p:nvPr/>
      </p:nvGrpSpPr>
      <p:grpSpPr>
        <a:xfrm>
          <a:off x="0" y="0"/>
          <a:ext cx="0" cy="0"/>
          <a:chOff x="0" y="0"/>
          <a:chExt cx="0" cy="0"/>
        </a:xfrm>
      </p:grpSpPr>
      <p:sp>
        <p:nvSpPr>
          <p:cNvPr id="267" name="Google Shape;267;p101"/>
          <p:cNvSpPr txBox="1">
            <a:spLocks noGrp="1"/>
          </p:cNvSpPr>
          <p:nvPr>
            <p:ph type="body" idx="1"/>
          </p:nvPr>
        </p:nvSpPr>
        <p:spPr>
          <a:xfrm>
            <a:off x="479426" y="1627200"/>
            <a:ext cx="2288488"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68" name="Google Shape;268;p101"/>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69" name="Google Shape;269;p101"/>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0" name="Google Shape;270;p101"/>
          <p:cNvSpPr>
            <a:spLocks noGrp="1"/>
          </p:cNvSpPr>
          <p:nvPr>
            <p:ph type="pic" idx="2"/>
          </p:nvPr>
        </p:nvSpPr>
        <p:spPr>
          <a:xfrm>
            <a:off x="3121134" y="1627200"/>
            <a:ext cx="4111160" cy="2055114"/>
          </a:xfrm>
          <a:prstGeom prst="rect">
            <a:avLst/>
          </a:prstGeom>
          <a:solidFill>
            <a:schemeClr val="lt2"/>
          </a:solidFill>
          <a:ln>
            <a:noFill/>
          </a:ln>
        </p:spPr>
      </p:sp>
      <p:sp>
        <p:nvSpPr>
          <p:cNvPr id="271" name="Google Shape;271;p101"/>
          <p:cNvSpPr>
            <a:spLocks noGrp="1"/>
          </p:cNvSpPr>
          <p:nvPr>
            <p:ph type="pic" idx="3"/>
          </p:nvPr>
        </p:nvSpPr>
        <p:spPr>
          <a:xfrm>
            <a:off x="7585514" y="1627200"/>
            <a:ext cx="4111160" cy="2055114"/>
          </a:xfrm>
          <a:prstGeom prst="rect">
            <a:avLst/>
          </a:prstGeom>
          <a:solidFill>
            <a:schemeClr val="lt2"/>
          </a:solidFill>
          <a:ln>
            <a:noFill/>
          </a:ln>
        </p:spPr>
      </p:sp>
      <p:sp>
        <p:nvSpPr>
          <p:cNvPr id="272" name="Google Shape;272;p101"/>
          <p:cNvSpPr>
            <a:spLocks noGrp="1"/>
          </p:cNvSpPr>
          <p:nvPr>
            <p:ph type="pic" idx="4"/>
          </p:nvPr>
        </p:nvSpPr>
        <p:spPr>
          <a:xfrm>
            <a:off x="3121134" y="4003662"/>
            <a:ext cx="4111160" cy="2019059"/>
          </a:xfrm>
          <a:prstGeom prst="rect">
            <a:avLst/>
          </a:prstGeom>
          <a:solidFill>
            <a:schemeClr val="lt2"/>
          </a:solidFill>
          <a:ln>
            <a:noFill/>
          </a:ln>
        </p:spPr>
      </p:sp>
      <p:sp>
        <p:nvSpPr>
          <p:cNvPr id="273" name="Google Shape;273;p101"/>
          <p:cNvSpPr>
            <a:spLocks noGrp="1"/>
          </p:cNvSpPr>
          <p:nvPr>
            <p:ph type="pic" idx="5"/>
          </p:nvPr>
        </p:nvSpPr>
        <p:spPr>
          <a:xfrm>
            <a:off x="7585514" y="4003662"/>
            <a:ext cx="4111160" cy="2019059"/>
          </a:xfrm>
          <a:prstGeom prst="rect">
            <a:avLst/>
          </a:prstGeom>
          <a:solidFill>
            <a:schemeClr val="lt2"/>
          </a:solidFill>
          <a:ln>
            <a:noFill/>
          </a:ln>
        </p:spPr>
      </p:sp>
      <p:sp>
        <p:nvSpPr>
          <p:cNvPr id="274" name="Google Shape;274;p101"/>
          <p:cNvSpPr txBox="1">
            <a:spLocks noGrp="1"/>
          </p:cNvSpPr>
          <p:nvPr>
            <p:ph type="body" idx="6"/>
          </p:nvPr>
        </p:nvSpPr>
        <p:spPr>
          <a:xfrm>
            <a:off x="7585514" y="573367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75" name="Google Shape;275;p101"/>
          <p:cNvSpPr txBox="1">
            <a:spLocks noGrp="1"/>
          </p:cNvSpPr>
          <p:nvPr>
            <p:ph type="body" idx="7"/>
          </p:nvPr>
        </p:nvSpPr>
        <p:spPr>
          <a:xfrm>
            <a:off x="3121134" y="5730752"/>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76" name="Google Shape;276;p101"/>
          <p:cNvSpPr txBox="1">
            <a:spLocks noGrp="1"/>
          </p:cNvSpPr>
          <p:nvPr>
            <p:ph type="body" idx="8"/>
          </p:nvPr>
        </p:nvSpPr>
        <p:spPr>
          <a:xfrm>
            <a:off x="3121134" y="3393266"/>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77" name="Google Shape;277;p101"/>
          <p:cNvSpPr txBox="1">
            <a:spLocks noGrp="1"/>
          </p:cNvSpPr>
          <p:nvPr>
            <p:ph type="body" idx="9"/>
          </p:nvPr>
        </p:nvSpPr>
        <p:spPr>
          <a:xfrm>
            <a:off x="7585514" y="3393266"/>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7_Two Content Image">
  <p:cSld name="7_Two Content Image">
    <p:spTree>
      <p:nvGrpSpPr>
        <p:cNvPr id="1" name="Shape 278"/>
        <p:cNvGrpSpPr/>
        <p:nvPr/>
      </p:nvGrpSpPr>
      <p:grpSpPr>
        <a:xfrm>
          <a:off x="0" y="0"/>
          <a:ext cx="0" cy="0"/>
          <a:chOff x="0" y="0"/>
          <a:chExt cx="0" cy="0"/>
        </a:xfrm>
      </p:grpSpPr>
      <p:sp>
        <p:nvSpPr>
          <p:cNvPr id="279" name="Google Shape;279;p102"/>
          <p:cNvSpPr txBox="1">
            <a:spLocks noGrp="1"/>
          </p:cNvSpPr>
          <p:nvPr>
            <p:ph type="body" idx="1"/>
          </p:nvPr>
        </p:nvSpPr>
        <p:spPr>
          <a:xfrm>
            <a:off x="479426" y="1627200"/>
            <a:ext cx="2288488"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80" name="Google Shape;280;p102"/>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81" name="Google Shape;281;p102"/>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102"/>
          <p:cNvSpPr>
            <a:spLocks noGrp="1"/>
          </p:cNvSpPr>
          <p:nvPr>
            <p:ph type="pic" idx="2"/>
          </p:nvPr>
        </p:nvSpPr>
        <p:spPr>
          <a:xfrm>
            <a:off x="3155085" y="1627200"/>
            <a:ext cx="2590799" cy="2055114"/>
          </a:xfrm>
          <a:prstGeom prst="rect">
            <a:avLst/>
          </a:prstGeom>
          <a:solidFill>
            <a:schemeClr val="lt2"/>
          </a:solidFill>
          <a:ln>
            <a:noFill/>
          </a:ln>
        </p:spPr>
      </p:sp>
      <p:sp>
        <p:nvSpPr>
          <p:cNvPr id="283" name="Google Shape;283;p102"/>
          <p:cNvSpPr>
            <a:spLocks noGrp="1"/>
          </p:cNvSpPr>
          <p:nvPr>
            <p:ph type="pic" idx="3"/>
          </p:nvPr>
        </p:nvSpPr>
        <p:spPr>
          <a:xfrm>
            <a:off x="6127313" y="1627200"/>
            <a:ext cx="2590799" cy="2055114"/>
          </a:xfrm>
          <a:prstGeom prst="rect">
            <a:avLst/>
          </a:prstGeom>
          <a:solidFill>
            <a:schemeClr val="lt2"/>
          </a:solidFill>
          <a:ln>
            <a:noFill/>
          </a:ln>
        </p:spPr>
      </p:sp>
      <p:sp>
        <p:nvSpPr>
          <p:cNvPr id="284" name="Google Shape;284;p102"/>
          <p:cNvSpPr>
            <a:spLocks noGrp="1"/>
          </p:cNvSpPr>
          <p:nvPr>
            <p:ph type="pic" idx="4"/>
          </p:nvPr>
        </p:nvSpPr>
        <p:spPr>
          <a:xfrm>
            <a:off x="9105874" y="1627200"/>
            <a:ext cx="2590799" cy="2055114"/>
          </a:xfrm>
          <a:prstGeom prst="rect">
            <a:avLst/>
          </a:prstGeom>
          <a:solidFill>
            <a:schemeClr val="lt2"/>
          </a:solidFill>
          <a:ln>
            <a:noFill/>
          </a:ln>
        </p:spPr>
      </p:sp>
      <p:sp>
        <p:nvSpPr>
          <p:cNvPr id="285" name="Google Shape;285;p102"/>
          <p:cNvSpPr>
            <a:spLocks noGrp="1"/>
          </p:cNvSpPr>
          <p:nvPr>
            <p:ph type="pic" idx="5"/>
          </p:nvPr>
        </p:nvSpPr>
        <p:spPr>
          <a:xfrm>
            <a:off x="3155085" y="4003662"/>
            <a:ext cx="2590799" cy="2019059"/>
          </a:xfrm>
          <a:prstGeom prst="rect">
            <a:avLst/>
          </a:prstGeom>
          <a:solidFill>
            <a:schemeClr val="lt2"/>
          </a:solidFill>
          <a:ln>
            <a:noFill/>
          </a:ln>
        </p:spPr>
      </p:sp>
      <p:sp>
        <p:nvSpPr>
          <p:cNvPr id="286" name="Google Shape;286;p102"/>
          <p:cNvSpPr>
            <a:spLocks noGrp="1"/>
          </p:cNvSpPr>
          <p:nvPr>
            <p:ph type="pic" idx="6"/>
          </p:nvPr>
        </p:nvSpPr>
        <p:spPr>
          <a:xfrm>
            <a:off x="6127313" y="4003662"/>
            <a:ext cx="2590799" cy="2019059"/>
          </a:xfrm>
          <a:prstGeom prst="rect">
            <a:avLst/>
          </a:prstGeom>
          <a:solidFill>
            <a:schemeClr val="lt2"/>
          </a:solidFill>
          <a:ln>
            <a:noFill/>
          </a:ln>
        </p:spPr>
      </p:sp>
      <p:sp>
        <p:nvSpPr>
          <p:cNvPr id="287" name="Google Shape;287;p102"/>
          <p:cNvSpPr>
            <a:spLocks noGrp="1"/>
          </p:cNvSpPr>
          <p:nvPr>
            <p:ph type="pic" idx="7"/>
          </p:nvPr>
        </p:nvSpPr>
        <p:spPr>
          <a:xfrm>
            <a:off x="9105874" y="4003662"/>
            <a:ext cx="2590799" cy="2019059"/>
          </a:xfrm>
          <a:prstGeom prst="rect">
            <a:avLst/>
          </a:prstGeom>
          <a:solidFill>
            <a:schemeClr val="lt2"/>
          </a:solidFill>
          <a:ln>
            <a:noFill/>
          </a:ln>
        </p:spPr>
      </p:sp>
      <p:sp>
        <p:nvSpPr>
          <p:cNvPr id="288" name="Google Shape;288;p102"/>
          <p:cNvSpPr txBox="1">
            <a:spLocks noGrp="1"/>
          </p:cNvSpPr>
          <p:nvPr>
            <p:ph type="body" idx="8"/>
          </p:nvPr>
        </p:nvSpPr>
        <p:spPr>
          <a:xfrm>
            <a:off x="3155085" y="5730752"/>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89" name="Google Shape;289;p102"/>
          <p:cNvSpPr txBox="1">
            <a:spLocks noGrp="1"/>
          </p:cNvSpPr>
          <p:nvPr>
            <p:ph type="body" idx="9"/>
          </p:nvPr>
        </p:nvSpPr>
        <p:spPr>
          <a:xfrm>
            <a:off x="3155085" y="3393266"/>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90" name="Google Shape;290;p102"/>
          <p:cNvSpPr txBox="1">
            <a:spLocks noGrp="1"/>
          </p:cNvSpPr>
          <p:nvPr>
            <p:ph type="body" idx="13"/>
          </p:nvPr>
        </p:nvSpPr>
        <p:spPr>
          <a:xfrm>
            <a:off x="9105874" y="5733673"/>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91" name="Google Shape;291;p102"/>
          <p:cNvSpPr txBox="1">
            <a:spLocks noGrp="1"/>
          </p:cNvSpPr>
          <p:nvPr>
            <p:ph type="body" idx="14"/>
          </p:nvPr>
        </p:nvSpPr>
        <p:spPr>
          <a:xfrm>
            <a:off x="6127313" y="5730752"/>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92" name="Google Shape;292;p102"/>
          <p:cNvSpPr txBox="1">
            <a:spLocks noGrp="1"/>
          </p:cNvSpPr>
          <p:nvPr>
            <p:ph type="body" idx="15"/>
          </p:nvPr>
        </p:nvSpPr>
        <p:spPr>
          <a:xfrm>
            <a:off x="6127313" y="3393266"/>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93" name="Google Shape;293;p102"/>
          <p:cNvSpPr txBox="1">
            <a:spLocks noGrp="1"/>
          </p:cNvSpPr>
          <p:nvPr>
            <p:ph type="body" idx="16"/>
          </p:nvPr>
        </p:nvSpPr>
        <p:spPr>
          <a:xfrm>
            <a:off x="9105874" y="3393266"/>
            <a:ext cx="2106613" cy="289048"/>
          </a:xfrm>
          <a:prstGeom prst="rect">
            <a:avLst/>
          </a:prstGeom>
          <a:solidFill>
            <a:schemeClr val="accent2"/>
          </a:solidFill>
          <a:ln>
            <a:noFill/>
          </a:ln>
        </p:spPr>
        <p:txBody>
          <a:bodyPr spcFirstLastPara="1" wrap="square" lIns="36000" tIns="36000" rIns="0" bIns="0" anchor="ctr" anchorCtr="0">
            <a:normAutofit/>
          </a:bodyPr>
          <a:lstStyle>
            <a:lvl1pPr marL="457200" lvl="0" indent="-228600" algn="l">
              <a:lnSpc>
                <a:spcPct val="120000"/>
              </a:lnSpc>
              <a:spcBef>
                <a:spcPts val="0"/>
              </a:spcBef>
              <a:spcAft>
                <a:spcPts val="0"/>
              </a:spcAft>
              <a:buClr>
                <a:schemeClr val="lt1"/>
              </a:buClr>
              <a:buSzPts val="900"/>
              <a:buNone/>
              <a:defRPr sz="900" b="1" i="0">
                <a:solidFill>
                  <a:schemeClr val="lt1"/>
                </a:solidFill>
                <a:latin typeface="Arial"/>
                <a:ea typeface="Arial"/>
                <a:cs typeface="Arial"/>
                <a:sym typeface="Arial"/>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5_Two Content Image">
  <p:cSld name="5_Two Content Image">
    <p:spTree>
      <p:nvGrpSpPr>
        <p:cNvPr id="1" name="Shape 294"/>
        <p:cNvGrpSpPr/>
        <p:nvPr/>
      </p:nvGrpSpPr>
      <p:grpSpPr>
        <a:xfrm>
          <a:off x="0" y="0"/>
          <a:ext cx="0" cy="0"/>
          <a:chOff x="0" y="0"/>
          <a:chExt cx="0" cy="0"/>
        </a:xfrm>
      </p:grpSpPr>
      <p:sp>
        <p:nvSpPr>
          <p:cNvPr id="295" name="Google Shape;295;p103"/>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296" name="Google Shape;296;p103"/>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7" name="Google Shape;297;p103"/>
          <p:cNvSpPr>
            <a:spLocks noGrp="1"/>
          </p:cNvSpPr>
          <p:nvPr>
            <p:ph type="pic" idx="2"/>
          </p:nvPr>
        </p:nvSpPr>
        <p:spPr>
          <a:xfrm>
            <a:off x="3527756" y="1627200"/>
            <a:ext cx="1199108" cy="1199108"/>
          </a:xfrm>
          <a:prstGeom prst="ellipse">
            <a:avLst/>
          </a:prstGeom>
          <a:solidFill>
            <a:schemeClr val="lt2"/>
          </a:solidFill>
          <a:ln>
            <a:noFill/>
          </a:ln>
        </p:spPr>
      </p:sp>
      <p:sp>
        <p:nvSpPr>
          <p:cNvPr id="298" name="Google Shape;298;p103"/>
          <p:cNvSpPr txBox="1">
            <a:spLocks noGrp="1"/>
          </p:cNvSpPr>
          <p:nvPr>
            <p:ph type="body" idx="1"/>
          </p:nvPr>
        </p:nvSpPr>
        <p:spPr>
          <a:xfrm>
            <a:off x="3286645"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299" name="Google Shape;299;p103"/>
          <p:cNvSpPr txBox="1">
            <a:spLocks noGrp="1"/>
          </p:cNvSpPr>
          <p:nvPr>
            <p:ph type="body" idx="3"/>
          </p:nvPr>
        </p:nvSpPr>
        <p:spPr>
          <a:xfrm>
            <a:off x="3286645"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0" name="Google Shape;300;p103"/>
          <p:cNvSpPr>
            <a:spLocks noGrp="1"/>
          </p:cNvSpPr>
          <p:nvPr>
            <p:ph type="pic" idx="4"/>
          </p:nvPr>
        </p:nvSpPr>
        <p:spPr>
          <a:xfrm>
            <a:off x="5739161" y="1627200"/>
            <a:ext cx="1199108" cy="1199108"/>
          </a:xfrm>
          <a:prstGeom prst="ellipse">
            <a:avLst/>
          </a:prstGeom>
          <a:solidFill>
            <a:schemeClr val="lt2"/>
          </a:solidFill>
          <a:ln>
            <a:noFill/>
          </a:ln>
        </p:spPr>
      </p:sp>
      <p:sp>
        <p:nvSpPr>
          <p:cNvPr id="301" name="Google Shape;301;p103"/>
          <p:cNvSpPr txBox="1">
            <a:spLocks noGrp="1"/>
          </p:cNvSpPr>
          <p:nvPr>
            <p:ph type="body" idx="5"/>
          </p:nvPr>
        </p:nvSpPr>
        <p:spPr>
          <a:xfrm>
            <a:off x="5498050"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2" name="Google Shape;302;p103"/>
          <p:cNvSpPr txBox="1">
            <a:spLocks noGrp="1"/>
          </p:cNvSpPr>
          <p:nvPr>
            <p:ph type="body" idx="6"/>
          </p:nvPr>
        </p:nvSpPr>
        <p:spPr>
          <a:xfrm>
            <a:off x="5498050"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3" name="Google Shape;303;p103"/>
          <p:cNvSpPr>
            <a:spLocks noGrp="1"/>
          </p:cNvSpPr>
          <p:nvPr>
            <p:ph type="pic" idx="7"/>
          </p:nvPr>
        </p:nvSpPr>
        <p:spPr>
          <a:xfrm>
            <a:off x="7950566" y="1627200"/>
            <a:ext cx="1199108" cy="1199108"/>
          </a:xfrm>
          <a:prstGeom prst="ellipse">
            <a:avLst/>
          </a:prstGeom>
          <a:solidFill>
            <a:schemeClr val="lt2"/>
          </a:solidFill>
          <a:ln>
            <a:noFill/>
          </a:ln>
        </p:spPr>
      </p:sp>
      <p:sp>
        <p:nvSpPr>
          <p:cNvPr id="304" name="Google Shape;304;p103"/>
          <p:cNvSpPr txBox="1">
            <a:spLocks noGrp="1"/>
          </p:cNvSpPr>
          <p:nvPr>
            <p:ph type="body" idx="8"/>
          </p:nvPr>
        </p:nvSpPr>
        <p:spPr>
          <a:xfrm>
            <a:off x="7709455"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5" name="Google Shape;305;p103"/>
          <p:cNvSpPr txBox="1">
            <a:spLocks noGrp="1"/>
          </p:cNvSpPr>
          <p:nvPr>
            <p:ph type="body" idx="9"/>
          </p:nvPr>
        </p:nvSpPr>
        <p:spPr>
          <a:xfrm>
            <a:off x="7709455"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6" name="Google Shape;306;p103"/>
          <p:cNvSpPr>
            <a:spLocks noGrp="1"/>
          </p:cNvSpPr>
          <p:nvPr>
            <p:ph type="pic" idx="13"/>
          </p:nvPr>
        </p:nvSpPr>
        <p:spPr>
          <a:xfrm>
            <a:off x="10161972" y="1627200"/>
            <a:ext cx="1199108" cy="1199108"/>
          </a:xfrm>
          <a:prstGeom prst="ellipse">
            <a:avLst/>
          </a:prstGeom>
          <a:solidFill>
            <a:schemeClr val="lt2"/>
          </a:solidFill>
          <a:ln>
            <a:noFill/>
          </a:ln>
        </p:spPr>
      </p:sp>
      <p:sp>
        <p:nvSpPr>
          <p:cNvPr id="307" name="Google Shape;307;p103"/>
          <p:cNvSpPr txBox="1">
            <a:spLocks noGrp="1"/>
          </p:cNvSpPr>
          <p:nvPr>
            <p:ph type="body" idx="14"/>
          </p:nvPr>
        </p:nvSpPr>
        <p:spPr>
          <a:xfrm>
            <a:off x="9920861"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8" name="Google Shape;308;p103"/>
          <p:cNvSpPr txBox="1">
            <a:spLocks noGrp="1"/>
          </p:cNvSpPr>
          <p:nvPr>
            <p:ph type="body" idx="15"/>
          </p:nvPr>
        </p:nvSpPr>
        <p:spPr>
          <a:xfrm>
            <a:off x="9920861"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09" name="Google Shape;309;p103"/>
          <p:cNvSpPr txBox="1">
            <a:spLocks noGrp="1"/>
          </p:cNvSpPr>
          <p:nvPr>
            <p:ph type="body" idx="16"/>
          </p:nvPr>
        </p:nvSpPr>
        <p:spPr>
          <a:xfrm>
            <a:off x="479426" y="1627200"/>
            <a:ext cx="2352984"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0" name="Google Shape;310;p103"/>
          <p:cNvSpPr>
            <a:spLocks noGrp="1"/>
          </p:cNvSpPr>
          <p:nvPr>
            <p:ph type="pic" idx="17"/>
          </p:nvPr>
        </p:nvSpPr>
        <p:spPr>
          <a:xfrm>
            <a:off x="3527756" y="3918195"/>
            <a:ext cx="1199108" cy="1199108"/>
          </a:xfrm>
          <a:prstGeom prst="ellipse">
            <a:avLst/>
          </a:prstGeom>
          <a:solidFill>
            <a:schemeClr val="lt2"/>
          </a:solidFill>
          <a:ln>
            <a:noFill/>
          </a:ln>
        </p:spPr>
      </p:sp>
      <p:sp>
        <p:nvSpPr>
          <p:cNvPr id="311" name="Google Shape;311;p103"/>
          <p:cNvSpPr txBox="1">
            <a:spLocks noGrp="1"/>
          </p:cNvSpPr>
          <p:nvPr>
            <p:ph type="body" idx="18"/>
          </p:nvPr>
        </p:nvSpPr>
        <p:spPr>
          <a:xfrm>
            <a:off x="3286645"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2" name="Google Shape;312;p103"/>
          <p:cNvSpPr txBox="1">
            <a:spLocks noGrp="1"/>
          </p:cNvSpPr>
          <p:nvPr>
            <p:ph type="body" idx="19"/>
          </p:nvPr>
        </p:nvSpPr>
        <p:spPr>
          <a:xfrm>
            <a:off x="3286645"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3" name="Google Shape;313;p103"/>
          <p:cNvSpPr>
            <a:spLocks noGrp="1"/>
          </p:cNvSpPr>
          <p:nvPr>
            <p:ph type="pic" idx="20"/>
          </p:nvPr>
        </p:nvSpPr>
        <p:spPr>
          <a:xfrm>
            <a:off x="5739161" y="3918195"/>
            <a:ext cx="1199108" cy="1199108"/>
          </a:xfrm>
          <a:prstGeom prst="ellipse">
            <a:avLst/>
          </a:prstGeom>
          <a:solidFill>
            <a:schemeClr val="lt2"/>
          </a:solidFill>
          <a:ln>
            <a:noFill/>
          </a:ln>
        </p:spPr>
      </p:sp>
      <p:sp>
        <p:nvSpPr>
          <p:cNvPr id="314" name="Google Shape;314;p103"/>
          <p:cNvSpPr txBox="1">
            <a:spLocks noGrp="1"/>
          </p:cNvSpPr>
          <p:nvPr>
            <p:ph type="body" idx="21"/>
          </p:nvPr>
        </p:nvSpPr>
        <p:spPr>
          <a:xfrm>
            <a:off x="5498050"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5" name="Google Shape;315;p103"/>
          <p:cNvSpPr txBox="1">
            <a:spLocks noGrp="1"/>
          </p:cNvSpPr>
          <p:nvPr>
            <p:ph type="body" idx="22"/>
          </p:nvPr>
        </p:nvSpPr>
        <p:spPr>
          <a:xfrm>
            <a:off x="5498050"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6" name="Google Shape;316;p103"/>
          <p:cNvSpPr>
            <a:spLocks noGrp="1"/>
          </p:cNvSpPr>
          <p:nvPr>
            <p:ph type="pic" idx="23"/>
          </p:nvPr>
        </p:nvSpPr>
        <p:spPr>
          <a:xfrm>
            <a:off x="7950566" y="3918195"/>
            <a:ext cx="1199108" cy="1199108"/>
          </a:xfrm>
          <a:prstGeom prst="ellipse">
            <a:avLst/>
          </a:prstGeom>
          <a:solidFill>
            <a:schemeClr val="lt2"/>
          </a:solidFill>
          <a:ln>
            <a:noFill/>
          </a:ln>
        </p:spPr>
      </p:sp>
      <p:sp>
        <p:nvSpPr>
          <p:cNvPr id="317" name="Google Shape;317;p103"/>
          <p:cNvSpPr txBox="1">
            <a:spLocks noGrp="1"/>
          </p:cNvSpPr>
          <p:nvPr>
            <p:ph type="body" idx="24"/>
          </p:nvPr>
        </p:nvSpPr>
        <p:spPr>
          <a:xfrm>
            <a:off x="7709455"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8" name="Google Shape;318;p103"/>
          <p:cNvSpPr txBox="1">
            <a:spLocks noGrp="1"/>
          </p:cNvSpPr>
          <p:nvPr>
            <p:ph type="body" idx="25"/>
          </p:nvPr>
        </p:nvSpPr>
        <p:spPr>
          <a:xfrm>
            <a:off x="7709455"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9" name="Google Shape;319;p103"/>
          <p:cNvSpPr>
            <a:spLocks noGrp="1"/>
          </p:cNvSpPr>
          <p:nvPr>
            <p:ph type="pic" idx="26"/>
          </p:nvPr>
        </p:nvSpPr>
        <p:spPr>
          <a:xfrm>
            <a:off x="10161972" y="3918195"/>
            <a:ext cx="1199108" cy="1199108"/>
          </a:xfrm>
          <a:prstGeom prst="ellipse">
            <a:avLst/>
          </a:prstGeom>
          <a:solidFill>
            <a:schemeClr val="lt2"/>
          </a:solidFill>
          <a:ln>
            <a:noFill/>
          </a:ln>
        </p:spPr>
      </p:sp>
      <p:sp>
        <p:nvSpPr>
          <p:cNvPr id="320" name="Google Shape;320;p103"/>
          <p:cNvSpPr txBox="1">
            <a:spLocks noGrp="1"/>
          </p:cNvSpPr>
          <p:nvPr>
            <p:ph type="body" idx="27"/>
          </p:nvPr>
        </p:nvSpPr>
        <p:spPr>
          <a:xfrm>
            <a:off x="9920861"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21" name="Google Shape;321;p103"/>
          <p:cNvSpPr txBox="1">
            <a:spLocks noGrp="1"/>
          </p:cNvSpPr>
          <p:nvPr>
            <p:ph type="body" idx="28"/>
          </p:nvPr>
        </p:nvSpPr>
        <p:spPr>
          <a:xfrm>
            <a:off x="9920861"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6_Two Content Image">
  <p:cSld name="6_Two Content Image">
    <p:spTree>
      <p:nvGrpSpPr>
        <p:cNvPr id="1" name="Shape 322"/>
        <p:cNvGrpSpPr/>
        <p:nvPr/>
      </p:nvGrpSpPr>
      <p:grpSpPr>
        <a:xfrm>
          <a:off x="0" y="0"/>
          <a:ext cx="0" cy="0"/>
          <a:chOff x="0" y="0"/>
          <a:chExt cx="0" cy="0"/>
        </a:xfrm>
      </p:grpSpPr>
      <p:sp>
        <p:nvSpPr>
          <p:cNvPr id="323" name="Google Shape;323;p104"/>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324" name="Google Shape;324;p104"/>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5" name="Google Shape;325;p104"/>
          <p:cNvSpPr>
            <a:spLocks noGrp="1"/>
          </p:cNvSpPr>
          <p:nvPr>
            <p:ph type="pic" idx="2"/>
          </p:nvPr>
        </p:nvSpPr>
        <p:spPr>
          <a:xfrm>
            <a:off x="2166357" y="1627200"/>
            <a:ext cx="1199108" cy="1199108"/>
          </a:xfrm>
          <a:prstGeom prst="ellipse">
            <a:avLst/>
          </a:prstGeom>
          <a:solidFill>
            <a:schemeClr val="lt2"/>
          </a:solidFill>
          <a:ln>
            <a:noFill/>
          </a:ln>
        </p:spPr>
      </p:sp>
      <p:sp>
        <p:nvSpPr>
          <p:cNvPr id="326" name="Google Shape;326;p104"/>
          <p:cNvSpPr txBox="1">
            <a:spLocks noGrp="1"/>
          </p:cNvSpPr>
          <p:nvPr>
            <p:ph type="body" idx="1"/>
          </p:nvPr>
        </p:nvSpPr>
        <p:spPr>
          <a:xfrm>
            <a:off x="1925246"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27" name="Google Shape;327;p104"/>
          <p:cNvSpPr txBox="1">
            <a:spLocks noGrp="1"/>
          </p:cNvSpPr>
          <p:nvPr>
            <p:ph type="body" idx="3"/>
          </p:nvPr>
        </p:nvSpPr>
        <p:spPr>
          <a:xfrm>
            <a:off x="1925246"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28" name="Google Shape;328;p104"/>
          <p:cNvSpPr>
            <a:spLocks noGrp="1"/>
          </p:cNvSpPr>
          <p:nvPr>
            <p:ph type="pic" idx="4"/>
          </p:nvPr>
        </p:nvSpPr>
        <p:spPr>
          <a:xfrm>
            <a:off x="4377762" y="1627200"/>
            <a:ext cx="1199108" cy="1199108"/>
          </a:xfrm>
          <a:prstGeom prst="ellipse">
            <a:avLst/>
          </a:prstGeom>
          <a:solidFill>
            <a:schemeClr val="lt2"/>
          </a:solidFill>
          <a:ln>
            <a:noFill/>
          </a:ln>
        </p:spPr>
      </p:sp>
      <p:sp>
        <p:nvSpPr>
          <p:cNvPr id="329" name="Google Shape;329;p104"/>
          <p:cNvSpPr txBox="1">
            <a:spLocks noGrp="1"/>
          </p:cNvSpPr>
          <p:nvPr>
            <p:ph type="body" idx="5"/>
          </p:nvPr>
        </p:nvSpPr>
        <p:spPr>
          <a:xfrm>
            <a:off x="4136651"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0" name="Google Shape;330;p104"/>
          <p:cNvSpPr txBox="1">
            <a:spLocks noGrp="1"/>
          </p:cNvSpPr>
          <p:nvPr>
            <p:ph type="body" idx="6"/>
          </p:nvPr>
        </p:nvSpPr>
        <p:spPr>
          <a:xfrm>
            <a:off x="4136651"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1" name="Google Shape;331;p104"/>
          <p:cNvSpPr>
            <a:spLocks noGrp="1"/>
          </p:cNvSpPr>
          <p:nvPr>
            <p:ph type="pic" idx="7"/>
          </p:nvPr>
        </p:nvSpPr>
        <p:spPr>
          <a:xfrm>
            <a:off x="6589167" y="1627200"/>
            <a:ext cx="1199108" cy="1199108"/>
          </a:xfrm>
          <a:prstGeom prst="ellipse">
            <a:avLst/>
          </a:prstGeom>
          <a:solidFill>
            <a:schemeClr val="lt2"/>
          </a:solidFill>
          <a:ln>
            <a:noFill/>
          </a:ln>
        </p:spPr>
      </p:sp>
      <p:sp>
        <p:nvSpPr>
          <p:cNvPr id="332" name="Google Shape;332;p104"/>
          <p:cNvSpPr txBox="1">
            <a:spLocks noGrp="1"/>
          </p:cNvSpPr>
          <p:nvPr>
            <p:ph type="body" idx="8"/>
          </p:nvPr>
        </p:nvSpPr>
        <p:spPr>
          <a:xfrm>
            <a:off x="6348056"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3" name="Google Shape;333;p104"/>
          <p:cNvSpPr txBox="1">
            <a:spLocks noGrp="1"/>
          </p:cNvSpPr>
          <p:nvPr>
            <p:ph type="body" idx="9"/>
          </p:nvPr>
        </p:nvSpPr>
        <p:spPr>
          <a:xfrm>
            <a:off x="6348056"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4" name="Google Shape;334;p104"/>
          <p:cNvSpPr>
            <a:spLocks noGrp="1"/>
          </p:cNvSpPr>
          <p:nvPr>
            <p:ph type="pic" idx="13"/>
          </p:nvPr>
        </p:nvSpPr>
        <p:spPr>
          <a:xfrm>
            <a:off x="8800573" y="1627200"/>
            <a:ext cx="1199108" cy="1199108"/>
          </a:xfrm>
          <a:prstGeom prst="ellipse">
            <a:avLst/>
          </a:prstGeom>
          <a:solidFill>
            <a:schemeClr val="lt2"/>
          </a:solidFill>
          <a:ln>
            <a:noFill/>
          </a:ln>
        </p:spPr>
      </p:sp>
      <p:sp>
        <p:nvSpPr>
          <p:cNvPr id="335" name="Google Shape;335;p104"/>
          <p:cNvSpPr txBox="1">
            <a:spLocks noGrp="1"/>
          </p:cNvSpPr>
          <p:nvPr>
            <p:ph type="body" idx="14"/>
          </p:nvPr>
        </p:nvSpPr>
        <p:spPr>
          <a:xfrm>
            <a:off x="8559462" y="29657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6" name="Google Shape;336;p104"/>
          <p:cNvSpPr txBox="1">
            <a:spLocks noGrp="1"/>
          </p:cNvSpPr>
          <p:nvPr>
            <p:ph type="body" idx="15"/>
          </p:nvPr>
        </p:nvSpPr>
        <p:spPr>
          <a:xfrm>
            <a:off x="8559462" y="3373014"/>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7" name="Google Shape;337;p104"/>
          <p:cNvSpPr>
            <a:spLocks noGrp="1"/>
          </p:cNvSpPr>
          <p:nvPr>
            <p:ph type="pic" idx="16"/>
          </p:nvPr>
        </p:nvSpPr>
        <p:spPr>
          <a:xfrm>
            <a:off x="2166357" y="3918195"/>
            <a:ext cx="1199108" cy="1199108"/>
          </a:xfrm>
          <a:prstGeom prst="ellipse">
            <a:avLst/>
          </a:prstGeom>
          <a:solidFill>
            <a:schemeClr val="lt2"/>
          </a:solidFill>
          <a:ln>
            <a:noFill/>
          </a:ln>
        </p:spPr>
      </p:sp>
      <p:sp>
        <p:nvSpPr>
          <p:cNvPr id="338" name="Google Shape;338;p104"/>
          <p:cNvSpPr txBox="1">
            <a:spLocks noGrp="1"/>
          </p:cNvSpPr>
          <p:nvPr>
            <p:ph type="body" idx="17"/>
          </p:nvPr>
        </p:nvSpPr>
        <p:spPr>
          <a:xfrm>
            <a:off x="1925246"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39" name="Google Shape;339;p104"/>
          <p:cNvSpPr txBox="1">
            <a:spLocks noGrp="1"/>
          </p:cNvSpPr>
          <p:nvPr>
            <p:ph type="body" idx="18"/>
          </p:nvPr>
        </p:nvSpPr>
        <p:spPr>
          <a:xfrm>
            <a:off x="1925246"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40" name="Google Shape;340;p104"/>
          <p:cNvSpPr>
            <a:spLocks noGrp="1"/>
          </p:cNvSpPr>
          <p:nvPr>
            <p:ph type="pic" idx="19"/>
          </p:nvPr>
        </p:nvSpPr>
        <p:spPr>
          <a:xfrm>
            <a:off x="4377762" y="3918195"/>
            <a:ext cx="1199108" cy="1199108"/>
          </a:xfrm>
          <a:prstGeom prst="ellipse">
            <a:avLst/>
          </a:prstGeom>
          <a:solidFill>
            <a:schemeClr val="lt2"/>
          </a:solidFill>
          <a:ln>
            <a:noFill/>
          </a:ln>
        </p:spPr>
      </p:sp>
      <p:sp>
        <p:nvSpPr>
          <p:cNvPr id="341" name="Google Shape;341;p104"/>
          <p:cNvSpPr txBox="1">
            <a:spLocks noGrp="1"/>
          </p:cNvSpPr>
          <p:nvPr>
            <p:ph type="body" idx="20"/>
          </p:nvPr>
        </p:nvSpPr>
        <p:spPr>
          <a:xfrm>
            <a:off x="4136651"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42" name="Google Shape;342;p104"/>
          <p:cNvSpPr txBox="1">
            <a:spLocks noGrp="1"/>
          </p:cNvSpPr>
          <p:nvPr>
            <p:ph type="body" idx="21"/>
          </p:nvPr>
        </p:nvSpPr>
        <p:spPr>
          <a:xfrm>
            <a:off x="4136651"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43" name="Google Shape;343;p104"/>
          <p:cNvSpPr>
            <a:spLocks noGrp="1"/>
          </p:cNvSpPr>
          <p:nvPr>
            <p:ph type="pic" idx="22"/>
          </p:nvPr>
        </p:nvSpPr>
        <p:spPr>
          <a:xfrm>
            <a:off x="6589167" y="3918195"/>
            <a:ext cx="1199108" cy="1199108"/>
          </a:xfrm>
          <a:prstGeom prst="ellipse">
            <a:avLst/>
          </a:prstGeom>
          <a:solidFill>
            <a:schemeClr val="lt2"/>
          </a:solidFill>
          <a:ln>
            <a:noFill/>
          </a:ln>
        </p:spPr>
      </p:sp>
      <p:sp>
        <p:nvSpPr>
          <p:cNvPr id="344" name="Google Shape;344;p104"/>
          <p:cNvSpPr txBox="1">
            <a:spLocks noGrp="1"/>
          </p:cNvSpPr>
          <p:nvPr>
            <p:ph type="body" idx="23"/>
          </p:nvPr>
        </p:nvSpPr>
        <p:spPr>
          <a:xfrm>
            <a:off x="6348056"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45" name="Google Shape;345;p104"/>
          <p:cNvSpPr txBox="1">
            <a:spLocks noGrp="1"/>
          </p:cNvSpPr>
          <p:nvPr>
            <p:ph type="body" idx="24"/>
          </p:nvPr>
        </p:nvSpPr>
        <p:spPr>
          <a:xfrm>
            <a:off x="6348056"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46" name="Google Shape;346;p104"/>
          <p:cNvSpPr>
            <a:spLocks noGrp="1"/>
          </p:cNvSpPr>
          <p:nvPr>
            <p:ph type="pic" idx="25"/>
          </p:nvPr>
        </p:nvSpPr>
        <p:spPr>
          <a:xfrm>
            <a:off x="8800573" y="3918195"/>
            <a:ext cx="1199108" cy="1199108"/>
          </a:xfrm>
          <a:prstGeom prst="ellipse">
            <a:avLst/>
          </a:prstGeom>
          <a:solidFill>
            <a:schemeClr val="lt2"/>
          </a:solidFill>
          <a:ln>
            <a:noFill/>
          </a:ln>
        </p:spPr>
      </p:sp>
      <p:sp>
        <p:nvSpPr>
          <p:cNvPr id="347" name="Google Shape;347;p104"/>
          <p:cNvSpPr txBox="1">
            <a:spLocks noGrp="1"/>
          </p:cNvSpPr>
          <p:nvPr>
            <p:ph type="body" idx="26"/>
          </p:nvPr>
        </p:nvSpPr>
        <p:spPr>
          <a:xfrm>
            <a:off x="8559462" y="52567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2"/>
              </a:buClr>
              <a:buSzPts val="1400"/>
              <a:buNone/>
              <a:defRPr sz="1400" b="1">
                <a:solidFill>
                  <a:schemeClr val="accent2"/>
                </a:solidFill>
                <a:latin typeface="Arial"/>
                <a:ea typeface="Arial"/>
                <a:cs typeface="Arial"/>
                <a:sym typeface="Arial"/>
              </a:defRPr>
            </a:lvl1pPr>
            <a:lvl2pPr marL="914400" lvl="1" indent="-228600" algn="l">
              <a:lnSpc>
                <a:spcPct val="120000"/>
              </a:lnSpc>
              <a:spcBef>
                <a:spcPts val="600"/>
              </a:spcBef>
              <a:spcAft>
                <a:spcPts val="0"/>
              </a:spcAft>
              <a:buClr>
                <a:schemeClr val="dk2"/>
              </a:buClr>
              <a:buSzPts val="3200"/>
              <a:buNone/>
              <a:defRPr sz="3200" b="1">
                <a:solidFill>
                  <a:schemeClr val="dk2"/>
                </a:solidFill>
                <a:latin typeface="Arial"/>
                <a:ea typeface="Arial"/>
                <a:cs typeface="Arial"/>
                <a:sym typeface="Arial"/>
              </a:defRPr>
            </a:lvl2pPr>
            <a:lvl3pPr marL="1371600" lvl="2" indent="-228600" algn="l">
              <a:lnSpc>
                <a:spcPct val="120000"/>
              </a:lnSpc>
              <a:spcBef>
                <a:spcPts val="0"/>
              </a:spcBef>
              <a:spcAft>
                <a:spcPts val="0"/>
              </a:spcAft>
              <a:buSzPts val="3200"/>
              <a:buNone/>
              <a:defRPr sz="3200" b="1">
                <a:solidFill>
                  <a:schemeClr val="dk2"/>
                </a:solidFill>
                <a:latin typeface="Arial"/>
                <a:ea typeface="Arial"/>
                <a:cs typeface="Arial"/>
                <a:sym typeface="Arial"/>
              </a:defRPr>
            </a:lvl3pPr>
            <a:lvl4pPr marL="1828800" lvl="3"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4pPr>
            <a:lvl5pPr marL="2286000" lvl="4" indent="-228600" algn="l">
              <a:lnSpc>
                <a:spcPct val="120000"/>
              </a:lnSpc>
              <a:spcBef>
                <a:spcPts val="0"/>
              </a:spcBef>
              <a:spcAft>
                <a:spcPts val="0"/>
              </a:spcAft>
              <a:buClr>
                <a:schemeClr val="dk2"/>
              </a:buClr>
              <a:buSzPts val="3200"/>
              <a:buNone/>
              <a:defRPr sz="3200" b="1">
                <a:solidFill>
                  <a:schemeClr val="dk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48" name="Google Shape;348;p104"/>
          <p:cNvSpPr txBox="1">
            <a:spLocks noGrp="1"/>
          </p:cNvSpPr>
          <p:nvPr>
            <p:ph type="body" idx="27"/>
          </p:nvPr>
        </p:nvSpPr>
        <p:spPr>
          <a:xfrm>
            <a:off x="8559462" y="5664009"/>
            <a:ext cx="1681331" cy="349682"/>
          </a:xfrm>
          <a:prstGeom prst="rect">
            <a:avLst/>
          </a:prstGeom>
          <a:noFill/>
          <a:ln>
            <a:noFill/>
          </a:ln>
        </p:spPr>
        <p:txBody>
          <a:bodyPr spcFirstLastPara="1" wrap="square" lIns="0" tIns="0" rIns="0" bIns="0" anchor="t" anchorCtr="0">
            <a:noAutofit/>
          </a:bodyPr>
          <a:lstStyle>
            <a:lvl1pPr marL="457200" lvl="0" indent="-228600" algn="ctr">
              <a:lnSpc>
                <a:spcPct val="122222"/>
              </a:lnSpc>
              <a:spcBef>
                <a:spcPts val="0"/>
              </a:spcBef>
              <a:spcAft>
                <a:spcPts val="0"/>
              </a:spcAft>
              <a:buClr>
                <a:srgbClr val="7F7F7F"/>
              </a:buClr>
              <a:buSzPts val="900"/>
              <a:buNone/>
              <a:defRPr sz="900" b="0">
                <a:solidFill>
                  <a:srgbClr val="7F7F7F"/>
                </a:solidFill>
                <a:latin typeface="Arial"/>
                <a:ea typeface="Arial"/>
                <a:cs typeface="Arial"/>
                <a:sym typeface="Arial"/>
              </a:defRPr>
            </a:lvl1pPr>
            <a:lvl2pPr marL="914400" lvl="1" indent="-228600" algn="l">
              <a:lnSpc>
                <a:spcPct val="100000"/>
              </a:lnSpc>
              <a:spcBef>
                <a:spcPts val="600"/>
              </a:spcBef>
              <a:spcAft>
                <a:spcPts val="0"/>
              </a:spcAft>
              <a:buClr>
                <a:schemeClr val="accent2"/>
              </a:buClr>
              <a:buSzPts val="1400"/>
              <a:buNone/>
              <a:defRPr sz="1400" b="0">
                <a:solidFill>
                  <a:schemeClr val="accent2"/>
                </a:solidFill>
                <a:latin typeface="Arial"/>
                <a:ea typeface="Arial"/>
                <a:cs typeface="Arial"/>
                <a:sym typeface="Arial"/>
              </a:defRPr>
            </a:lvl2pPr>
            <a:lvl3pPr marL="1371600" lvl="2" indent="-228600" algn="l">
              <a:lnSpc>
                <a:spcPct val="100000"/>
              </a:lnSpc>
              <a:spcBef>
                <a:spcPts val="0"/>
              </a:spcBef>
              <a:spcAft>
                <a:spcPts val="0"/>
              </a:spcAft>
              <a:buSzPts val="1400"/>
              <a:buNone/>
              <a:defRPr sz="1400" b="0">
                <a:solidFill>
                  <a:schemeClr val="accent2"/>
                </a:solidFill>
                <a:latin typeface="Arial"/>
                <a:ea typeface="Arial"/>
                <a:cs typeface="Arial"/>
                <a:sym typeface="Arial"/>
              </a:defRPr>
            </a:lvl3pPr>
            <a:lvl4pPr marL="1828800" lvl="3"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4pPr>
            <a:lvl5pPr marL="2286000" lvl="4" indent="-228600" algn="l">
              <a:lnSpc>
                <a:spcPct val="100000"/>
              </a:lnSpc>
              <a:spcBef>
                <a:spcPts val="0"/>
              </a:spcBef>
              <a:spcAft>
                <a:spcPts val="0"/>
              </a:spcAft>
              <a:buClr>
                <a:schemeClr val="accent2"/>
              </a:buClr>
              <a:buSzPts val="1400"/>
              <a:buNone/>
              <a:defRPr sz="1400" b="0">
                <a:solidFill>
                  <a:schemeClr val="accent2"/>
                </a:solidFill>
                <a:latin typeface="Arial"/>
                <a:ea typeface="Arial"/>
                <a:cs typeface="Arial"/>
                <a:sym typeface="Arial"/>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Two Content Image purple">
  <p:cSld name="Two Content Image purple">
    <p:bg>
      <p:bgPr>
        <a:solidFill>
          <a:schemeClr val="accent2"/>
        </a:solidFill>
        <a:effectLst/>
      </p:bgPr>
    </p:bg>
    <p:spTree>
      <p:nvGrpSpPr>
        <p:cNvPr id="1" name="Shape 349"/>
        <p:cNvGrpSpPr/>
        <p:nvPr/>
      </p:nvGrpSpPr>
      <p:grpSpPr>
        <a:xfrm>
          <a:off x="0" y="0"/>
          <a:ext cx="0" cy="0"/>
          <a:chOff x="0" y="0"/>
          <a:chExt cx="0" cy="0"/>
        </a:xfrm>
      </p:grpSpPr>
      <p:sp>
        <p:nvSpPr>
          <p:cNvPr id="350" name="Google Shape;350;p105"/>
          <p:cNvSpPr txBox="1"/>
          <p:nvPr/>
        </p:nvSpPr>
        <p:spPr>
          <a:xfrm>
            <a:off x="6096000" y="0"/>
            <a:ext cx="6096000" cy="6858000"/>
          </a:xfrm>
          <a:prstGeom prst="rect">
            <a:avLst/>
          </a:prstGeom>
          <a:solidFill>
            <a:srgbClr val="3F3F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DRAG &amp; DROP IMAGE</a:t>
            </a:r>
            <a:endParaRPr/>
          </a:p>
        </p:txBody>
      </p:sp>
      <p:sp>
        <p:nvSpPr>
          <p:cNvPr id="351" name="Google Shape;351;p105"/>
          <p:cNvSpPr txBox="1">
            <a:spLocks noGrp="1"/>
          </p:cNvSpPr>
          <p:nvPr>
            <p:ph type="title"/>
          </p:nvPr>
        </p:nvSpPr>
        <p:spPr>
          <a:xfrm>
            <a:off x="479425" y="671987"/>
            <a:ext cx="493200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2" name="Google Shape;352;p105"/>
          <p:cNvSpPr txBox="1">
            <a:spLocks noGrp="1"/>
          </p:cNvSpPr>
          <p:nvPr>
            <p:ph type="body" idx="1"/>
          </p:nvPr>
        </p:nvSpPr>
        <p:spPr>
          <a:xfrm>
            <a:off x="479426" y="1627200"/>
            <a:ext cx="4932000"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lt1"/>
              </a:buClr>
              <a:buSzPts val="1600"/>
              <a:buNone/>
              <a:defRPr sz="1600">
                <a:solidFill>
                  <a:schemeClr val="lt1"/>
                </a:solidFill>
              </a:defRPr>
            </a:lvl1pPr>
            <a:lvl2pPr marL="914400" lvl="1" indent="-228600" algn="l">
              <a:lnSpc>
                <a:spcPct val="100000"/>
              </a:lnSpc>
              <a:spcBef>
                <a:spcPts val="600"/>
              </a:spcBef>
              <a:spcAft>
                <a:spcPts val="0"/>
              </a:spcAft>
              <a:buClr>
                <a:schemeClr val="lt1"/>
              </a:buClr>
              <a:buSzPts val="1600"/>
              <a:buNone/>
              <a:defRPr sz="1600">
                <a:solidFill>
                  <a:schemeClr val="lt1"/>
                </a:solidFill>
              </a:defRPr>
            </a:lvl2pPr>
            <a:lvl3pPr marL="1371600" lvl="2" indent="-330200" algn="l">
              <a:lnSpc>
                <a:spcPct val="100000"/>
              </a:lnSpc>
              <a:spcBef>
                <a:spcPts val="600"/>
              </a:spcBef>
              <a:spcAft>
                <a:spcPts val="0"/>
              </a:spcAft>
              <a:buSzPts val="1600"/>
              <a:buChar char="•"/>
              <a:defRPr sz="1600">
                <a:solidFill>
                  <a:schemeClr val="lt1"/>
                </a:solidFill>
              </a:defRPr>
            </a:lvl3pPr>
            <a:lvl4pPr marL="1828800" lvl="3" indent="-317500" algn="l">
              <a:lnSpc>
                <a:spcPct val="114285"/>
              </a:lnSpc>
              <a:spcBef>
                <a:spcPts val="1000"/>
              </a:spcBef>
              <a:spcAft>
                <a:spcPts val="0"/>
              </a:spcAft>
              <a:buClr>
                <a:schemeClr val="lt1"/>
              </a:buClr>
              <a:buSzPts val="1400"/>
              <a:buChar char="–"/>
              <a:defRPr sz="1400">
                <a:solidFill>
                  <a:schemeClr val="lt1"/>
                </a:solidFill>
              </a:defRPr>
            </a:lvl4pPr>
            <a:lvl5pPr marL="2286000" lvl="4" indent="-317500" algn="l">
              <a:lnSpc>
                <a:spcPct val="114285"/>
              </a:lnSpc>
              <a:spcBef>
                <a:spcPts val="600"/>
              </a:spcBef>
              <a:spcAft>
                <a:spcPts val="0"/>
              </a:spcAft>
              <a:buClr>
                <a:schemeClr val="lt1"/>
              </a:buClr>
              <a:buSzPts val="1400"/>
              <a:buChar char="–"/>
              <a:defRPr sz="1400">
                <a:solidFill>
                  <a:schemeClr val="lt1"/>
                </a:solidFill>
              </a:defRPr>
            </a:lvl5pPr>
            <a:lvl6pPr marL="2743200" lvl="5" indent="-317500" algn="l">
              <a:lnSpc>
                <a:spcPct val="114285"/>
              </a:lnSpc>
              <a:spcBef>
                <a:spcPts val="0"/>
              </a:spcBef>
              <a:spcAft>
                <a:spcPts val="0"/>
              </a:spcAft>
              <a:buClr>
                <a:schemeClr val="lt1"/>
              </a:buClr>
              <a:buSzPts val="1400"/>
              <a:buChar char="–"/>
              <a:defRPr sz="1400">
                <a:solidFill>
                  <a:schemeClr val="lt1"/>
                </a:solidFill>
              </a:defRPr>
            </a:lvl6pPr>
            <a:lvl7pPr marL="3200400" lvl="6" indent="-228600" algn="l">
              <a:lnSpc>
                <a:spcPct val="100000"/>
              </a:lnSpc>
              <a:spcBef>
                <a:spcPts val="1800"/>
              </a:spcBef>
              <a:spcAft>
                <a:spcPts val="0"/>
              </a:spcAft>
              <a:buClr>
                <a:schemeClr val="lt1"/>
              </a:buClr>
              <a:buSzPts val="1800"/>
              <a:buNone/>
              <a:defRPr/>
            </a:lvl7pPr>
            <a:lvl8pPr marL="3657600" lvl="7" indent="-342900" algn="l">
              <a:lnSpc>
                <a:spcPct val="100000"/>
              </a:lnSpc>
              <a:spcBef>
                <a:spcPts val="600"/>
              </a:spcBef>
              <a:spcAft>
                <a:spcPts val="0"/>
              </a:spcAft>
              <a:buClr>
                <a:schemeClr val="lt1"/>
              </a:buClr>
              <a:buSzPts val="1800"/>
              <a:buChar char="•"/>
              <a:defRPr/>
            </a:lvl8pPr>
            <a:lvl9pPr marL="4114800" lvl="8" indent="-342900" algn="l">
              <a:lnSpc>
                <a:spcPct val="100000"/>
              </a:lnSpc>
              <a:spcBef>
                <a:spcPts val="600"/>
              </a:spcBef>
              <a:spcAft>
                <a:spcPts val="0"/>
              </a:spcAft>
              <a:buClr>
                <a:schemeClr val="lt1"/>
              </a:buClr>
              <a:buSzPts val="1800"/>
              <a:buChar char="–"/>
              <a:defRPr/>
            </a:lvl9pPr>
          </a:lstStyle>
          <a:p>
            <a:endParaRPr/>
          </a:p>
        </p:txBody>
      </p:sp>
      <p:sp>
        <p:nvSpPr>
          <p:cNvPr id="353" name="Google Shape;353;p105"/>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54" name="Google Shape;354;p105"/>
          <p:cNvPicPr preferRelativeResize="0"/>
          <p:nvPr/>
        </p:nvPicPr>
        <p:blipFill rotWithShape="1">
          <a:blip r:embed="rId2">
            <a:alphaModFix/>
          </a:blip>
          <a:srcRect/>
          <a:stretch/>
        </p:blipFill>
        <p:spPr>
          <a:xfrm>
            <a:off x="454025" y="6356100"/>
            <a:ext cx="862264" cy="272507"/>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8_Two Content">
  <p:cSld name="8_Two Content">
    <p:spTree>
      <p:nvGrpSpPr>
        <p:cNvPr id="1" name="Shape 361"/>
        <p:cNvGrpSpPr/>
        <p:nvPr/>
      </p:nvGrpSpPr>
      <p:grpSpPr>
        <a:xfrm>
          <a:off x="0" y="0"/>
          <a:ext cx="0" cy="0"/>
          <a:chOff x="0" y="0"/>
          <a:chExt cx="0" cy="0"/>
        </a:xfrm>
      </p:grpSpPr>
      <p:sp>
        <p:nvSpPr>
          <p:cNvPr id="362" name="Google Shape;362;p107"/>
          <p:cNvSpPr/>
          <p:nvPr/>
        </p:nvSpPr>
        <p:spPr>
          <a:xfrm>
            <a:off x="1" y="0"/>
            <a:ext cx="3886200"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3" name="Google Shape;363;p107"/>
          <p:cNvSpPr txBox="1">
            <a:spLocks noGrp="1"/>
          </p:cNvSpPr>
          <p:nvPr>
            <p:ph type="title"/>
          </p:nvPr>
        </p:nvSpPr>
        <p:spPr>
          <a:xfrm>
            <a:off x="479426" y="671987"/>
            <a:ext cx="2873375"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4" name="Google Shape;364;p107"/>
          <p:cNvSpPr txBox="1">
            <a:spLocks noGrp="1"/>
          </p:cNvSpPr>
          <p:nvPr>
            <p:ph type="body" idx="1"/>
          </p:nvPr>
        </p:nvSpPr>
        <p:spPr>
          <a:xfrm>
            <a:off x="479425" y="1627200"/>
            <a:ext cx="2873375"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65" name="Google Shape;365;p107"/>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pic>
        <p:nvPicPr>
          <p:cNvPr id="366" name="Google Shape;366;p107"/>
          <p:cNvPicPr preferRelativeResize="0"/>
          <p:nvPr/>
        </p:nvPicPr>
        <p:blipFill rotWithShape="1">
          <a:blip r:embed="rId2">
            <a:alphaModFix/>
          </a:blip>
          <a:srcRect/>
          <a:stretch/>
        </p:blipFill>
        <p:spPr>
          <a:xfrm>
            <a:off x="454025" y="6356100"/>
            <a:ext cx="862264" cy="272507"/>
          </a:xfrm>
          <a:prstGeom prst="rect">
            <a:avLst/>
          </a:prstGeom>
          <a:noFill/>
          <a:ln>
            <a:noFill/>
          </a:ln>
        </p:spPr>
      </p:pic>
      <p:grpSp>
        <p:nvGrpSpPr>
          <p:cNvPr id="367" name="Google Shape;367;p107"/>
          <p:cNvGrpSpPr/>
          <p:nvPr/>
        </p:nvGrpSpPr>
        <p:grpSpPr>
          <a:xfrm>
            <a:off x="4374334" y="1627200"/>
            <a:ext cx="780607" cy="584733"/>
            <a:chOff x="3949700" y="1822450"/>
            <a:chExt cx="4288792" cy="3212624"/>
          </a:xfrm>
        </p:grpSpPr>
        <p:sp>
          <p:nvSpPr>
            <p:cNvPr id="368" name="Google Shape;368;p107"/>
            <p:cNvSpPr/>
            <p:nvPr/>
          </p:nvSpPr>
          <p:spPr>
            <a:xfrm>
              <a:off x="3949700" y="1822450"/>
              <a:ext cx="2087098" cy="3212624"/>
            </a:xfrm>
            <a:custGeom>
              <a:avLst/>
              <a:gdLst/>
              <a:ahLst/>
              <a:cxnLst/>
              <a:rect l="l" t="t" r="r" b="b"/>
              <a:pathLst>
                <a:path w="2087098" h="3212624" extrusionOk="0">
                  <a:moveTo>
                    <a:pt x="1193076" y="1397889"/>
                  </a:moveTo>
                  <a:cubicBezTo>
                    <a:pt x="1338225" y="1397889"/>
                    <a:pt x="1482042" y="1431065"/>
                    <a:pt x="1609963" y="1499605"/>
                  </a:cubicBezTo>
                  <a:cubicBezTo>
                    <a:pt x="1870660" y="1639251"/>
                    <a:pt x="2050169" y="1894493"/>
                    <a:pt x="2050169" y="2280731"/>
                  </a:cubicBezTo>
                  <a:cubicBezTo>
                    <a:pt x="2050169" y="2844734"/>
                    <a:pt x="1620528" y="3212625"/>
                    <a:pt x="1068010" y="3212625"/>
                  </a:cubicBezTo>
                  <a:cubicBezTo>
                    <a:pt x="405180" y="3212530"/>
                    <a:pt x="0" y="2685315"/>
                    <a:pt x="0" y="1937366"/>
                  </a:cubicBezTo>
                  <a:cubicBezTo>
                    <a:pt x="0" y="821527"/>
                    <a:pt x="736595" y="85841"/>
                    <a:pt x="2087098" y="0"/>
                  </a:cubicBezTo>
                  <a:lnTo>
                    <a:pt x="2087098" y="404680"/>
                  </a:lnTo>
                  <a:cubicBezTo>
                    <a:pt x="1350503" y="502784"/>
                    <a:pt x="908489" y="809264"/>
                    <a:pt x="847098" y="1397889"/>
                  </a:cubicBezTo>
                  <a:lnTo>
                    <a:pt x="1193076" y="139788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 name="Google Shape;369;p107"/>
            <p:cNvSpPr/>
            <p:nvPr/>
          </p:nvSpPr>
          <p:spPr>
            <a:xfrm>
              <a:off x="6151394" y="1822450"/>
              <a:ext cx="2087098" cy="3212624"/>
            </a:xfrm>
            <a:custGeom>
              <a:avLst/>
              <a:gdLst/>
              <a:ahLst/>
              <a:cxnLst/>
              <a:rect l="l" t="t" r="r" b="b"/>
              <a:pathLst>
                <a:path w="2087098" h="3212624" extrusionOk="0">
                  <a:moveTo>
                    <a:pt x="1193171" y="1397889"/>
                  </a:moveTo>
                  <a:cubicBezTo>
                    <a:pt x="1338320" y="1397889"/>
                    <a:pt x="1482137" y="1431065"/>
                    <a:pt x="1610058" y="1499605"/>
                  </a:cubicBezTo>
                  <a:cubicBezTo>
                    <a:pt x="1870755" y="1639251"/>
                    <a:pt x="2050264" y="1894493"/>
                    <a:pt x="2050264" y="2280731"/>
                  </a:cubicBezTo>
                  <a:cubicBezTo>
                    <a:pt x="2050264" y="2844734"/>
                    <a:pt x="1620623" y="3212625"/>
                    <a:pt x="1068106" y="3212625"/>
                  </a:cubicBezTo>
                  <a:cubicBezTo>
                    <a:pt x="405180" y="3212625"/>
                    <a:pt x="0" y="2685315"/>
                    <a:pt x="0" y="1937366"/>
                  </a:cubicBezTo>
                  <a:cubicBezTo>
                    <a:pt x="95" y="821527"/>
                    <a:pt x="736690" y="85841"/>
                    <a:pt x="2087098" y="0"/>
                  </a:cubicBezTo>
                  <a:lnTo>
                    <a:pt x="2087098" y="404680"/>
                  </a:lnTo>
                  <a:cubicBezTo>
                    <a:pt x="1350503" y="502784"/>
                    <a:pt x="908489" y="809264"/>
                    <a:pt x="847098" y="1397889"/>
                  </a:cubicBezTo>
                  <a:lnTo>
                    <a:pt x="1193076" y="139788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0" name="Google Shape;370;p107"/>
          <p:cNvSpPr txBox="1">
            <a:spLocks noGrp="1"/>
          </p:cNvSpPr>
          <p:nvPr>
            <p:ph type="body" idx="2"/>
          </p:nvPr>
        </p:nvSpPr>
        <p:spPr>
          <a:xfrm>
            <a:off x="5432426" y="1624013"/>
            <a:ext cx="6280149" cy="1804987"/>
          </a:xfrm>
          <a:prstGeom prst="rect">
            <a:avLst/>
          </a:prstGeom>
          <a:noFill/>
          <a:ln>
            <a:noFill/>
          </a:ln>
        </p:spPr>
        <p:txBody>
          <a:bodyPr spcFirstLastPara="1" wrap="square" lIns="0" tIns="0" rIns="0" bIns="0" anchor="t" anchorCtr="0">
            <a:noAutofit/>
          </a:bodyPr>
          <a:lstStyle>
            <a:lvl1pPr marL="457200" lvl="0" indent="-228600" algn="l">
              <a:lnSpc>
                <a:spcPct val="80000"/>
              </a:lnSpc>
              <a:spcBef>
                <a:spcPts val="0"/>
              </a:spcBef>
              <a:spcAft>
                <a:spcPts val="0"/>
              </a:spcAft>
              <a:buClr>
                <a:schemeClr val="accent2"/>
              </a:buClr>
              <a:buSzPts val="4000"/>
              <a:buNone/>
              <a:defRPr sz="4000" b="1" cap="none">
                <a:solidFill>
                  <a:schemeClr val="accent2"/>
                </a:solidFill>
                <a:latin typeface="Times New Roman"/>
                <a:ea typeface="Times New Roman"/>
                <a:cs typeface="Times New Roman"/>
                <a:sym typeface="Times New Roman"/>
              </a:defRPr>
            </a:lvl1pPr>
            <a:lvl2pPr marL="914400" lvl="1" indent="-228600" algn="l">
              <a:lnSpc>
                <a:spcPct val="80000"/>
              </a:lnSpc>
              <a:spcBef>
                <a:spcPts val="0"/>
              </a:spcBef>
              <a:spcAft>
                <a:spcPts val="0"/>
              </a:spcAft>
              <a:buClr>
                <a:schemeClr val="accent2"/>
              </a:buClr>
              <a:buSzPts val="4000"/>
              <a:buNone/>
              <a:defRPr sz="4000" b="1" cap="none">
                <a:solidFill>
                  <a:schemeClr val="accent2"/>
                </a:solidFill>
                <a:latin typeface="Times New Roman"/>
                <a:ea typeface="Times New Roman"/>
                <a:cs typeface="Times New Roman"/>
                <a:sym typeface="Times New Roman"/>
              </a:defRPr>
            </a:lvl2pPr>
            <a:lvl3pPr marL="1371600" lvl="2" indent="-228600" algn="l">
              <a:lnSpc>
                <a:spcPct val="80000"/>
              </a:lnSpc>
              <a:spcBef>
                <a:spcPts val="0"/>
              </a:spcBef>
              <a:spcAft>
                <a:spcPts val="0"/>
              </a:spcAft>
              <a:buSzPts val="4000"/>
              <a:buNone/>
              <a:defRPr sz="4000" b="1" cap="none">
                <a:solidFill>
                  <a:schemeClr val="accent2"/>
                </a:solidFill>
                <a:latin typeface="Times New Roman"/>
                <a:ea typeface="Times New Roman"/>
                <a:cs typeface="Times New Roman"/>
                <a:sym typeface="Times New Roman"/>
              </a:defRPr>
            </a:lvl3pPr>
            <a:lvl4pPr marL="1828800" lvl="3" indent="-228600" algn="l">
              <a:lnSpc>
                <a:spcPct val="80000"/>
              </a:lnSpc>
              <a:spcBef>
                <a:spcPts val="0"/>
              </a:spcBef>
              <a:spcAft>
                <a:spcPts val="0"/>
              </a:spcAft>
              <a:buClr>
                <a:schemeClr val="accent2"/>
              </a:buClr>
              <a:buSzPts val="4000"/>
              <a:buNone/>
              <a:defRPr sz="4000" b="1" cap="none">
                <a:solidFill>
                  <a:schemeClr val="accent2"/>
                </a:solidFill>
                <a:latin typeface="Times New Roman"/>
                <a:ea typeface="Times New Roman"/>
                <a:cs typeface="Times New Roman"/>
                <a:sym typeface="Times New Roman"/>
              </a:defRPr>
            </a:lvl4pPr>
            <a:lvl5pPr marL="2286000" lvl="4" indent="-228600" algn="l">
              <a:lnSpc>
                <a:spcPct val="80000"/>
              </a:lnSpc>
              <a:spcBef>
                <a:spcPts val="0"/>
              </a:spcBef>
              <a:spcAft>
                <a:spcPts val="0"/>
              </a:spcAft>
              <a:buClr>
                <a:schemeClr val="accent2"/>
              </a:buClr>
              <a:buSzPts val="4000"/>
              <a:buNone/>
              <a:defRPr sz="4000" b="1" cap="none">
                <a:solidFill>
                  <a:schemeClr val="accent2"/>
                </a:solidFill>
                <a:latin typeface="Times New Roman"/>
                <a:ea typeface="Times New Roman"/>
                <a:cs typeface="Times New Roman"/>
                <a:sym typeface="Times New Roman"/>
              </a:defRPr>
            </a:lvl5pPr>
            <a:lvl6pPr marL="2743200" lvl="5" indent="-228600" algn="l">
              <a:lnSpc>
                <a:spcPct val="80000"/>
              </a:lnSpc>
              <a:spcBef>
                <a:spcPts val="0"/>
              </a:spcBef>
              <a:spcAft>
                <a:spcPts val="0"/>
              </a:spcAft>
              <a:buClr>
                <a:schemeClr val="accent2"/>
              </a:buClr>
              <a:buSzPts val="4000"/>
              <a:buNone/>
              <a:defRPr sz="4000" b="1" cap="none">
                <a:solidFill>
                  <a:schemeClr val="accent2"/>
                </a:solidFill>
                <a:latin typeface="Times New Roman"/>
                <a:ea typeface="Times New Roman"/>
                <a:cs typeface="Times New Roman"/>
                <a:sym typeface="Times New Roman"/>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2_Two Content">
  <p:cSld name="2_Two Content">
    <p:spTree>
      <p:nvGrpSpPr>
        <p:cNvPr id="1" name="Shape 371"/>
        <p:cNvGrpSpPr/>
        <p:nvPr/>
      </p:nvGrpSpPr>
      <p:grpSpPr>
        <a:xfrm>
          <a:off x="0" y="0"/>
          <a:ext cx="0" cy="0"/>
          <a:chOff x="0" y="0"/>
          <a:chExt cx="0" cy="0"/>
        </a:xfrm>
      </p:grpSpPr>
      <p:sp>
        <p:nvSpPr>
          <p:cNvPr id="372" name="Google Shape;372;p108"/>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373" name="Google Shape;373;p108"/>
          <p:cNvSpPr>
            <a:spLocks noGrp="1"/>
          </p:cNvSpPr>
          <p:nvPr>
            <p:ph type="chart" idx="2"/>
          </p:nvPr>
        </p:nvSpPr>
        <p:spPr>
          <a:xfrm>
            <a:off x="4378325" y="671512"/>
            <a:ext cx="7318375" cy="4979480"/>
          </a:xfrm>
          <a:prstGeom prst="rect">
            <a:avLst/>
          </a:prstGeom>
          <a:solidFill>
            <a:srgbClr val="B4B4B4"/>
          </a:solidFill>
          <a:ln>
            <a:noFill/>
          </a:ln>
        </p:spPr>
        <p:txBody>
          <a:bodyPr spcFirstLastPara="1" wrap="square" lIns="0" tIns="0" rIns="0" bIns="0" anchor="ctr" anchorCtr="0">
            <a:noAutofit/>
          </a:bodyPr>
          <a:lstStyle>
            <a:lvl1pPr marR="0" lvl="0" algn="ctr" rtl="0">
              <a:lnSpc>
                <a:spcPct val="100000"/>
              </a:lnSpc>
              <a:spcBef>
                <a:spcPts val="600"/>
              </a:spcBef>
              <a:spcAft>
                <a:spcPts val="0"/>
              </a:spcAft>
              <a:buClr>
                <a:schemeClr val="dk1"/>
              </a:buClr>
              <a:buSzPts val="1000"/>
              <a:buFont typeface="Arial"/>
              <a:buNone/>
              <a:defRPr sz="1000" b="1" i="0" u="none" strike="noStrike" cap="none">
                <a:solidFill>
                  <a:schemeClr val="dk1"/>
                </a:solidFill>
                <a:latin typeface="Arial"/>
                <a:ea typeface="Arial"/>
                <a:cs typeface="Arial"/>
                <a:sym typeface="Arial"/>
              </a:defRPr>
            </a:lvl1pPr>
            <a:lvl2pPr marR="0" lvl="1" algn="l" rtl="0">
              <a:lnSpc>
                <a:spcPct val="114285"/>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14285"/>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R="0" lvl="3" algn="l" rtl="0">
              <a:lnSpc>
                <a:spcPct val="133333"/>
              </a:lnSpc>
              <a:spcBef>
                <a:spcPts val="1000"/>
              </a:spcBef>
              <a:spcAft>
                <a:spcPts val="0"/>
              </a:spcAft>
              <a:buClr>
                <a:schemeClr val="dk1"/>
              </a:buClr>
              <a:buSzPts val="1200"/>
              <a:buFont typeface="Inter"/>
              <a:buChar char="–"/>
              <a:defRPr sz="1200" b="0" i="0" u="none" strike="noStrike" cap="none">
                <a:solidFill>
                  <a:schemeClr val="dk1"/>
                </a:solidFill>
                <a:latin typeface="Arial"/>
                <a:ea typeface="Arial"/>
                <a:cs typeface="Arial"/>
                <a:sym typeface="Arial"/>
              </a:defRPr>
            </a:lvl4pPr>
            <a:lvl5pPr marR="0" lvl="4" algn="l" rtl="0">
              <a:lnSpc>
                <a:spcPct val="145454"/>
              </a:lnSpc>
              <a:spcBef>
                <a:spcPts val="600"/>
              </a:spcBef>
              <a:spcAft>
                <a:spcPts val="0"/>
              </a:spcAft>
              <a:buClr>
                <a:schemeClr val="dk1"/>
              </a:buClr>
              <a:buSzPts val="1100"/>
              <a:buFont typeface="Inter"/>
              <a:buChar char="–"/>
              <a:defRPr sz="1100" b="0" i="0" u="none" strike="noStrike" cap="none">
                <a:solidFill>
                  <a:schemeClr val="dk1"/>
                </a:solidFill>
                <a:latin typeface="Arial"/>
                <a:ea typeface="Arial"/>
                <a:cs typeface="Arial"/>
                <a:sym typeface="Arial"/>
              </a:defRPr>
            </a:lvl5pPr>
            <a:lvl6pPr marR="0" lvl="5" algn="l" rtl="0">
              <a:lnSpc>
                <a:spcPct val="152380"/>
              </a:lnSpc>
              <a:spcBef>
                <a:spcPts val="0"/>
              </a:spcBef>
              <a:spcAft>
                <a:spcPts val="0"/>
              </a:spcAft>
              <a:buClr>
                <a:schemeClr val="dk1"/>
              </a:buClr>
              <a:buSzPts val="1050"/>
              <a:buFont typeface="Inter"/>
              <a:buChar char="–"/>
              <a:defRPr sz="1050" b="0" i="0" u="none" strike="noStrike" cap="none">
                <a:solidFill>
                  <a:schemeClr val="dk1"/>
                </a:solidFill>
                <a:latin typeface="Arial"/>
                <a:ea typeface="Arial"/>
                <a:cs typeface="Arial"/>
                <a:sym typeface="Arial"/>
              </a:defRPr>
            </a:lvl6pPr>
            <a:lvl7pPr marR="0" lvl="6" algn="l" rtl="0">
              <a:lnSpc>
                <a:spcPct val="100000"/>
              </a:lnSpc>
              <a:spcBef>
                <a:spcPts val="18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900"/>
              <a:buFont typeface="Inter"/>
              <a:buChar char="–"/>
              <a:defRPr sz="900" b="0" i="0" u="none" strike="noStrike" cap="none">
                <a:solidFill>
                  <a:schemeClr val="dk1"/>
                </a:solidFill>
                <a:latin typeface="Arial"/>
                <a:ea typeface="Arial"/>
                <a:cs typeface="Arial"/>
                <a:sym typeface="Arial"/>
              </a:defRPr>
            </a:lvl9pPr>
          </a:lstStyle>
          <a:p>
            <a:endParaRPr/>
          </a:p>
        </p:txBody>
      </p:sp>
      <p:sp>
        <p:nvSpPr>
          <p:cNvPr id="374" name="Google Shape;374;p108"/>
          <p:cNvSpPr txBox="1">
            <a:spLocks noGrp="1"/>
          </p:cNvSpPr>
          <p:nvPr>
            <p:ph type="body" idx="1"/>
          </p:nvPr>
        </p:nvSpPr>
        <p:spPr>
          <a:xfrm>
            <a:off x="4378325" y="5791200"/>
            <a:ext cx="6854825" cy="228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None/>
              <a:defRPr sz="1200" cap="none">
                <a:latin typeface="Arial"/>
                <a:ea typeface="Arial"/>
                <a:cs typeface="Arial"/>
                <a:sym typeface="Arial"/>
              </a:defRPr>
            </a:lvl1pPr>
            <a:lvl2pPr marL="914400" lvl="1" indent="-228600" algn="l">
              <a:lnSpc>
                <a:spcPct val="160000"/>
              </a:lnSpc>
              <a:spcBef>
                <a:spcPts val="300"/>
              </a:spcBef>
              <a:spcAft>
                <a:spcPts val="0"/>
              </a:spcAft>
              <a:buClr>
                <a:schemeClr val="dk1"/>
              </a:buClr>
              <a:buSzPts val="1000"/>
              <a:buNone/>
              <a:defRPr sz="1000"/>
            </a:lvl2pPr>
            <a:lvl3pPr marL="1371600" lvl="2" indent="-228600" algn="l">
              <a:lnSpc>
                <a:spcPct val="160000"/>
              </a:lnSpc>
              <a:spcBef>
                <a:spcPts val="0"/>
              </a:spcBef>
              <a:spcAft>
                <a:spcPts val="0"/>
              </a:spcAft>
              <a:buSzPts val="1000"/>
              <a:buNone/>
              <a:defRPr sz="1000"/>
            </a:lvl3pPr>
            <a:lvl4pPr marL="1828800" lvl="3" indent="-228600" algn="l">
              <a:lnSpc>
                <a:spcPct val="160000"/>
              </a:lnSpc>
              <a:spcBef>
                <a:spcPts val="0"/>
              </a:spcBef>
              <a:spcAft>
                <a:spcPts val="0"/>
              </a:spcAft>
              <a:buClr>
                <a:schemeClr val="dk1"/>
              </a:buClr>
              <a:buSzPts val="1000"/>
              <a:buNone/>
              <a:defRPr sz="1000"/>
            </a:lvl4pPr>
            <a:lvl5pPr marL="2286000" lvl="4" indent="-228600" algn="l">
              <a:lnSpc>
                <a:spcPct val="160000"/>
              </a:lnSpc>
              <a:spcBef>
                <a:spcPts val="0"/>
              </a:spcBef>
              <a:spcAft>
                <a:spcPts val="0"/>
              </a:spcAft>
              <a:buClr>
                <a:schemeClr val="dk1"/>
              </a:buClr>
              <a:buSzPts val="1000"/>
              <a:buNone/>
              <a:defRPr sz="1000"/>
            </a:lvl5pPr>
            <a:lvl6pPr marL="2743200" lvl="5" indent="-228600" algn="l">
              <a:lnSpc>
                <a:spcPct val="160000"/>
              </a:lnSpc>
              <a:spcBef>
                <a:spcPts val="0"/>
              </a:spcBef>
              <a:spcAft>
                <a:spcPts val="0"/>
              </a:spcAft>
              <a:buClr>
                <a:schemeClr val="dk1"/>
              </a:buClr>
              <a:buSzPts val="1000"/>
              <a:buNone/>
              <a:defRPr sz="1000"/>
            </a:lvl6pPr>
            <a:lvl7pPr marL="3200400" lvl="6" indent="-228600" algn="l">
              <a:lnSpc>
                <a:spcPct val="100000"/>
              </a:lnSpc>
              <a:spcBef>
                <a:spcPts val="0"/>
              </a:spcBef>
              <a:spcAft>
                <a:spcPts val="0"/>
              </a:spcAft>
              <a:buClr>
                <a:schemeClr val="dk1"/>
              </a:buClr>
              <a:buSzPts val="1000"/>
              <a:buNone/>
              <a:defRPr sz="1000"/>
            </a:lvl7pPr>
            <a:lvl8pPr marL="3657600" lvl="7" indent="-228600" algn="l">
              <a:lnSpc>
                <a:spcPct val="100000"/>
              </a:lnSpc>
              <a:spcBef>
                <a:spcPts val="0"/>
              </a:spcBef>
              <a:spcAft>
                <a:spcPts val="0"/>
              </a:spcAft>
              <a:buClr>
                <a:schemeClr val="dk1"/>
              </a:buClr>
              <a:buSzPts val="1000"/>
              <a:buNone/>
              <a:defRPr sz="1000"/>
            </a:lvl8pPr>
            <a:lvl9pPr marL="4114800" lvl="8" indent="-228600" algn="l">
              <a:lnSpc>
                <a:spcPct val="100000"/>
              </a:lnSpc>
              <a:spcBef>
                <a:spcPts val="0"/>
              </a:spcBef>
              <a:spcAft>
                <a:spcPts val="0"/>
              </a:spcAft>
              <a:buClr>
                <a:schemeClr val="dk1"/>
              </a:buClr>
              <a:buSzPts val="1000"/>
              <a:buNone/>
              <a:defRPr sz="1000"/>
            </a:lvl9pPr>
          </a:lstStyle>
          <a:p>
            <a:endParaRPr/>
          </a:p>
        </p:txBody>
      </p:sp>
      <p:sp>
        <p:nvSpPr>
          <p:cNvPr id="375" name="Google Shape;375;p108"/>
          <p:cNvSpPr/>
          <p:nvPr/>
        </p:nvSpPr>
        <p:spPr>
          <a:xfrm>
            <a:off x="1" y="0"/>
            <a:ext cx="3886200"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76" name="Google Shape;376;p108"/>
          <p:cNvSpPr txBox="1">
            <a:spLocks noGrp="1"/>
          </p:cNvSpPr>
          <p:nvPr>
            <p:ph type="title"/>
          </p:nvPr>
        </p:nvSpPr>
        <p:spPr>
          <a:xfrm>
            <a:off x="479426" y="671987"/>
            <a:ext cx="2873375"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7" name="Google Shape;377;p108"/>
          <p:cNvSpPr txBox="1">
            <a:spLocks noGrp="1"/>
          </p:cNvSpPr>
          <p:nvPr>
            <p:ph type="body" idx="3"/>
          </p:nvPr>
        </p:nvSpPr>
        <p:spPr>
          <a:xfrm>
            <a:off x="479425" y="1627200"/>
            <a:ext cx="2873375"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pic>
        <p:nvPicPr>
          <p:cNvPr id="378" name="Google Shape;378;p108"/>
          <p:cNvPicPr preferRelativeResize="0"/>
          <p:nvPr/>
        </p:nvPicPr>
        <p:blipFill rotWithShape="1">
          <a:blip r:embed="rId2">
            <a:alphaModFix/>
          </a:blip>
          <a:srcRect/>
          <a:stretch/>
        </p:blipFill>
        <p:spPr>
          <a:xfrm>
            <a:off x="454025" y="6356100"/>
            <a:ext cx="862264" cy="272507"/>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3_Two Content">
  <p:cSld name="3_Two Content">
    <p:spTree>
      <p:nvGrpSpPr>
        <p:cNvPr id="1" name="Shape 379"/>
        <p:cNvGrpSpPr/>
        <p:nvPr/>
      </p:nvGrpSpPr>
      <p:grpSpPr>
        <a:xfrm>
          <a:off x="0" y="0"/>
          <a:ext cx="0" cy="0"/>
          <a:chOff x="0" y="0"/>
          <a:chExt cx="0" cy="0"/>
        </a:xfrm>
      </p:grpSpPr>
      <p:sp>
        <p:nvSpPr>
          <p:cNvPr id="380" name="Google Shape;380;p109"/>
          <p:cNvSpPr txBox="1">
            <a:spLocks noGrp="1"/>
          </p:cNvSpPr>
          <p:nvPr>
            <p:ph type="title"/>
          </p:nvPr>
        </p:nvSpPr>
        <p:spPr>
          <a:xfrm>
            <a:off x="479426" y="671987"/>
            <a:ext cx="11233148"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1" name="Google Shape;381;p109"/>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382" name="Google Shape;382;p109"/>
          <p:cNvSpPr>
            <a:spLocks noGrp="1"/>
          </p:cNvSpPr>
          <p:nvPr>
            <p:ph type="chart" idx="2"/>
          </p:nvPr>
        </p:nvSpPr>
        <p:spPr>
          <a:xfrm>
            <a:off x="479426" y="1996008"/>
            <a:ext cx="11217274" cy="4023792"/>
          </a:xfrm>
          <a:prstGeom prst="rect">
            <a:avLst/>
          </a:prstGeom>
          <a:solidFill>
            <a:srgbClr val="B4B4B4"/>
          </a:solidFill>
          <a:ln>
            <a:noFill/>
          </a:ln>
        </p:spPr>
        <p:txBody>
          <a:bodyPr spcFirstLastPara="1" wrap="square" lIns="0" tIns="0" rIns="0" bIns="0" anchor="ctr" anchorCtr="0">
            <a:noAutofit/>
          </a:bodyPr>
          <a:lstStyle>
            <a:lvl1pPr marR="0" lvl="0" algn="ctr" rtl="0">
              <a:lnSpc>
                <a:spcPct val="100000"/>
              </a:lnSpc>
              <a:spcBef>
                <a:spcPts val="600"/>
              </a:spcBef>
              <a:spcAft>
                <a:spcPts val="0"/>
              </a:spcAft>
              <a:buClr>
                <a:schemeClr val="dk1"/>
              </a:buClr>
              <a:buSzPts val="1000"/>
              <a:buFont typeface="Arial"/>
              <a:buNone/>
              <a:defRPr sz="1000" b="1" i="0" u="none" strike="noStrike" cap="none">
                <a:solidFill>
                  <a:schemeClr val="dk1"/>
                </a:solidFill>
                <a:latin typeface="Arial"/>
                <a:ea typeface="Arial"/>
                <a:cs typeface="Arial"/>
                <a:sym typeface="Arial"/>
              </a:defRPr>
            </a:lvl1pPr>
            <a:lvl2pPr marR="0" lvl="1" algn="l" rtl="0">
              <a:lnSpc>
                <a:spcPct val="114285"/>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14285"/>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R="0" lvl="3" algn="l" rtl="0">
              <a:lnSpc>
                <a:spcPct val="133333"/>
              </a:lnSpc>
              <a:spcBef>
                <a:spcPts val="1000"/>
              </a:spcBef>
              <a:spcAft>
                <a:spcPts val="0"/>
              </a:spcAft>
              <a:buClr>
                <a:schemeClr val="dk1"/>
              </a:buClr>
              <a:buSzPts val="1200"/>
              <a:buFont typeface="Inter"/>
              <a:buChar char="–"/>
              <a:defRPr sz="1200" b="0" i="0" u="none" strike="noStrike" cap="none">
                <a:solidFill>
                  <a:schemeClr val="dk1"/>
                </a:solidFill>
                <a:latin typeface="Arial"/>
                <a:ea typeface="Arial"/>
                <a:cs typeface="Arial"/>
                <a:sym typeface="Arial"/>
              </a:defRPr>
            </a:lvl4pPr>
            <a:lvl5pPr marR="0" lvl="4" algn="l" rtl="0">
              <a:lnSpc>
                <a:spcPct val="145454"/>
              </a:lnSpc>
              <a:spcBef>
                <a:spcPts val="600"/>
              </a:spcBef>
              <a:spcAft>
                <a:spcPts val="0"/>
              </a:spcAft>
              <a:buClr>
                <a:schemeClr val="dk1"/>
              </a:buClr>
              <a:buSzPts val="1100"/>
              <a:buFont typeface="Inter"/>
              <a:buChar char="–"/>
              <a:defRPr sz="1100" b="0" i="0" u="none" strike="noStrike" cap="none">
                <a:solidFill>
                  <a:schemeClr val="dk1"/>
                </a:solidFill>
                <a:latin typeface="Arial"/>
                <a:ea typeface="Arial"/>
                <a:cs typeface="Arial"/>
                <a:sym typeface="Arial"/>
              </a:defRPr>
            </a:lvl5pPr>
            <a:lvl6pPr marR="0" lvl="5" algn="l" rtl="0">
              <a:lnSpc>
                <a:spcPct val="152380"/>
              </a:lnSpc>
              <a:spcBef>
                <a:spcPts val="0"/>
              </a:spcBef>
              <a:spcAft>
                <a:spcPts val="0"/>
              </a:spcAft>
              <a:buClr>
                <a:schemeClr val="dk1"/>
              </a:buClr>
              <a:buSzPts val="1050"/>
              <a:buFont typeface="Inter"/>
              <a:buChar char="–"/>
              <a:defRPr sz="1050" b="0" i="0" u="none" strike="noStrike" cap="none">
                <a:solidFill>
                  <a:schemeClr val="dk1"/>
                </a:solidFill>
                <a:latin typeface="Arial"/>
                <a:ea typeface="Arial"/>
                <a:cs typeface="Arial"/>
                <a:sym typeface="Arial"/>
              </a:defRPr>
            </a:lvl6pPr>
            <a:lvl7pPr marR="0" lvl="6" algn="l" rtl="0">
              <a:lnSpc>
                <a:spcPct val="100000"/>
              </a:lnSpc>
              <a:spcBef>
                <a:spcPts val="18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900"/>
              <a:buFont typeface="Inter"/>
              <a:buChar char="–"/>
              <a:defRPr sz="900" b="0" i="0" u="none" strike="noStrike" cap="none">
                <a:solidFill>
                  <a:schemeClr val="dk1"/>
                </a:solidFill>
                <a:latin typeface="Arial"/>
                <a:ea typeface="Arial"/>
                <a:cs typeface="Arial"/>
                <a:sym typeface="Arial"/>
              </a:defRPr>
            </a:lvl9pPr>
          </a:lstStyle>
          <a:p>
            <a:endParaRPr/>
          </a:p>
        </p:txBody>
      </p:sp>
      <p:sp>
        <p:nvSpPr>
          <p:cNvPr id="383" name="Google Shape;383;p109"/>
          <p:cNvSpPr txBox="1">
            <a:spLocks noGrp="1"/>
          </p:cNvSpPr>
          <p:nvPr>
            <p:ph type="body" idx="1"/>
          </p:nvPr>
        </p:nvSpPr>
        <p:spPr>
          <a:xfrm>
            <a:off x="458787" y="1708036"/>
            <a:ext cx="6854825" cy="228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None/>
              <a:defRPr sz="1200" cap="none">
                <a:latin typeface="Arial"/>
                <a:ea typeface="Arial"/>
                <a:cs typeface="Arial"/>
                <a:sym typeface="Arial"/>
              </a:defRPr>
            </a:lvl1pPr>
            <a:lvl2pPr marL="914400" lvl="1" indent="-228600" algn="l">
              <a:lnSpc>
                <a:spcPct val="160000"/>
              </a:lnSpc>
              <a:spcBef>
                <a:spcPts val="300"/>
              </a:spcBef>
              <a:spcAft>
                <a:spcPts val="0"/>
              </a:spcAft>
              <a:buClr>
                <a:schemeClr val="dk1"/>
              </a:buClr>
              <a:buSzPts val="1000"/>
              <a:buNone/>
              <a:defRPr sz="1000"/>
            </a:lvl2pPr>
            <a:lvl3pPr marL="1371600" lvl="2" indent="-228600" algn="l">
              <a:lnSpc>
                <a:spcPct val="160000"/>
              </a:lnSpc>
              <a:spcBef>
                <a:spcPts val="0"/>
              </a:spcBef>
              <a:spcAft>
                <a:spcPts val="0"/>
              </a:spcAft>
              <a:buSzPts val="1000"/>
              <a:buNone/>
              <a:defRPr sz="1000"/>
            </a:lvl3pPr>
            <a:lvl4pPr marL="1828800" lvl="3" indent="-228600" algn="l">
              <a:lnSpc>
                <a:spcPct val="160000"/>
              </a:lnSpc>
              <a:spcBef>
                <a:spcPts val="0"/>
              </a:spcBef>
              <a:spcAft>
                <a:spcPts val="0"/>
              </a:spcAft>
              <a:buClr>
                <a:schemeClr val="dk1"/>
              </a:buClr>
              <a:buSzPts val="1000"/>
              <a:buNone/>
              <a:defRPr sz="1000"/>
            </a:lvl4pPr>
            <a:lvl5pPr marL="2286000" lvl="4" indent="-228600" algn="l">
              <a:lnSpc>
                <a:spcPct val="160000"/>
              </a:lnSpc>
              <a:spcBef>
                <a:spcPts val="0"/>
              </a:spcBef>
              <a:spcAft>
                <a:spcPts val="0"/>
              </a:spcAft>
              <a:buClr>
                <a:schemeClr val="dk1"/>
              </a:buClr>
              <a:buSzPts val="1000"/>
              <a:buNone/>
              <a:defRPr sz="1000"/>
            </a:lvl5pPr>
            <a:lvl6pPr marL="2743200" lvl="5" indent="-228600" algn="l">
              <a:lnSpc>
                <a:spcPct val="160000"/>
              </a:lnSpc>
              <a:spcBef>
                <a:spcPts val="0"/>
              </a:spcBef>
              <a:spcAft>
                <a:spcPts val="0"/>
              </a:spcAft>
              <a:buClr>
                <a:schemeClr val="dk1"/>
              </a:buClr>
              <a:buSzPts val="1000"/>
              <a:buNone/>
              <a:defRPr sz="1000"/>
            </a:lvl6pPr>
            <a:lvl7pPr marL="3200400" lvl="6" indent="-228600" algn="l">
              <a:lnSpc>
                <a:spcPct val="100000"/>
              </a:lnSpc>
              <a:spcBef>
                <a:spcPts val="0"/>
              </a:spcBef>
              <a:spcAft>
                <a:spcPts val="0"/>
              </a:spcAft>
              <a:buClr>
                <a:schemeClr val="dk1"/>
              </a:buClr>
              <a:buSzPts val="1000"/>
              <a:buNone/>
              <a:defRPr sz="1000"/>
            </a:lvl7pPr>
            <a:lvl8pPr marL="3657600" lvl="7" indent="-228600" algn="l">
              <a:lnSpc>
                <a:spcPct val="100000"/>
              </a:lnSpc>
              <a:spcBef>
                <a:spcPts val="0"/>
              </a:spcBef>
              <a:spcAft>
                <a:spcPts val="0"/>
              </a:spcAft>
              <a:buClr>
                <a:schemeClr val="dk1"/>
              </a:buClr>
              <a:buSzPts val="1000"/>
              <a:buNone/>
              <a:defRPr sz="1000"/>
            </a:lvl8pPr>
            <a:lvl9pPr marL="4114800" lvl="8" indent="-228600" algn="l">
              <a:lnSpc>
                <a:spcPct val="100000"/>
              </a:lnSpc>
              <a:spcBef>
                <a:spcPts val="0"/>
              </a:spcBef>
              <a:spcAft>
                <a:spcPts val="0"/>
              </a:spcAft>
              <a:buClr>
                <a:schemeClr val="dk1"/>
              </a:buClr>
              <a:buSzPts val="1000"/>
              <a:buNone/>
              <a:defRPr sz="10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4_Two Content">
  <p:cSld name="4_Two Content">
    <p:spTree>
      <p:nvGrpSpPr>
        <p:cNvPr id="1" name="Shape 384"/>
        <p:cNvGrpSpPr/>
        <p:nvPr/>
      </p:nvGrpSpPr>
      <p:grpSpPr>
        <a:xfrm>
          <a:off x="0" y="0"/>
          <a:ext cx="0" cy="0"/>
          <a:chOff x="0" y="0"/>
          <a:chExt cx="0" cy="0"/>
        </a:xfrm>
      </p:grpSpPr>
      <p:sp>
        <p:nvSpPr>
          <p:cNvPr id="385" name="Google Shape;385;p110"/>
          <p:cNvSpPr txBox="1">
            <a:spLocks noGrp="1"/>
          </p:cNvSpPr>
          <p:nvPr>
            <p:ph type="title"/>
          </p:nvPr>
        </p:nvSpPr>
        <p:spPr>
          <a:xfrm>
            <a:off x="479426" y="671987"/>
            <a:ext cx="11233148"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6" name="Google Shape;386;p110"/>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387" name="Google Shape;387;p110"/>
          <p:cNvSpPr>
            <a:spLocks noGrp="1"/>
          </p:cNvSpPr>
          <p:nvPr>
            <p:ph type="chart" idx="2"/>
          </p:nvPr>
        </p:nvSpPr>
        <p:spPr>
          <a:xfrm>
            <a:off x="479426" y="1996008"/>
            <a:ext cx="5343305" cy="4023792"/>
          </a:xfrm>
          <a:prstGeom prst="rect">
            <a:avLst/>
          </a:prstGeom>
          <a:solidFill>
            <a:srgbClr val="B4B4B4"/>
          </a:solidFill>
          <a:ln>
            <a:noFill/>
          </a:ln>
        </p:spPr>
        <p:txBody>
          <a:bodyPr spcFirstLastPara="1" wrap="square" lIns="0" tIns="0" rIns="0" bIns="0" anchor="ctr" anchorCtr="0">
            <a:noAutofit/>
          </a:bodyPr>
          <a:lstStyle>
            <a:lvl1pPr marR="0" lvl="0" algn="ctr" rtl="0">
              <a:lnSpc>
                <a:spcPct val="100000"/>
              </a:lnSpc>
              <a:spcBef>
                <a:spcPts val="600"/>
              </a:spcBef>
              <a:spcAft>
                <a:spcPts val="0"/>
              </a:spcAft>
              <a:buClr>
                <a:schemeClr val="dk1"/>
              </a:buClr>
              <a:buSzPts val="1000"/>
              <a:buFont typeface="Arial"/>
              <a:buNone/>
              <a:defRPr sz="1000" b="1" i="0" u="none" strike="noStrike" cap="none">
                <a:solidFill>
                  <a:schemeClr val="dk1"/>
                </a:solidFill>
                <a:latin typeface="Arial"/>
                <a:ea typeface="Arial"/>
                <a:cs typeface="Arial"/>
                <a:sym typeface="Arial"/>
              </a:defRPr>
            </a:lvl1pPr>
            <a:lvl2pPr marR="0" lvl="1" algn="l" rtl="0">
              <a:lnSpc>
                <a:spcPct val="114285"/>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14285"/>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R="0" lvl="3" algn="l" rtl="0">
              <a:lnSpc>
                <a:spcPct val="133333"/>
              </a:lnSpc>
              <a:spcBef>
                <a:spcPts val="1000"/>
              </a:spcBef>
              <a:spcAft>
                <a:spcPts val="0"/>
              </a:spcAft>
              <a:buClr>
                <a:schemeClr val="dk1"/>
              </a:buClr>
              <a:buSzPts val="1200"/>
              <a:buFont typeface="Inter"/>
              <a:buChar char="–"/>
              <a:defRPr sz="1200" b="0" i="0" u="none" strike="noStrike" cap="none">
                <a:solidFill>
                  <a:schemeClr val="dk1"/>
                </a:solidFill>
                <a:latin typeface="Arial"/>
                <a:ea typeface="Arial"/>
                <a:cs typeface="Arial"/>
                <a:sym typeface="Arial"/>
              </a:defRPr>
            </a:lvl4pPr>
            <a:lvl5pPr marR="0" lvl="4" algn="l" rtl="0">
              <a:lnSpc>
                <a:spcPct val="145454"/>
              </a:lnSpc>
              <a:spcBef>
                <a:spcPts val="600"/>
              </a:spcBef>
              <a:spcAft>
                <a:spcPts val="0"/>
              </a:spcAft>
              <a:buClr>
                <a:schemeClr val="dk1"/>
              </a:buClr>
              <a:buSzPts val="1100"/>
              <a:buFont typeface="Inter"/>
              <a:buChar char="–"/>
              <a:defRPr sz="1100" b="0" i="0" u="none" strike="noStrike" cap="none">
                <a:solidFill>
                  <a:schemeClr val="dk1"/>
                </a:solidFill>
                <a:latin typeface="Arial"/>
                <a:ea typeface="Arial"/>
                <a:cs typeface="Arial"/>
                <a:sym typeface="Arial"/>
              </a:defRPr>
            </a:lvl5pPr>
            <a:lvl6pPr marR="0" lvl="5" algn="l" rtl="0">
              <a:lnSpc>
                <a:spcPct val="152380"/>
              </a:lnSpc>
              <a:spcBef>
                <a:spcPts val="0"/>
              </a:spcBef>
              <a:spcAft>
                <a:spcPts val="0"/>
              </a:spcAft>
              <a:buClr>
                <a:schemeClr val="dk1"/>
              </a:buClr>
              <a:buSzPts val="1050"/>
              <a:buFont typeface="Inter"/>
              <a:buChar char="–"/>
              <a:defRPr sz="1050" b="0" i="0" u="none" strike="noStrike" cap="none">
                <a:solidFill>
                  <a:schemeClr val="dk1"/>
                </a:solidFill>
                <a:latin typeface="Arial"/>
                <a:ea typeface="Arial"/>
                <a:cs typeface="Arial"/>
                <a:sym typeface="Arial"/>
              </a:defRPr>
            </a:lvl6pPr>
            <a:lvl7pPr marR="0" lvl="6" algn="l" rtl="0">
              <a:lnSpc>
                <a:spcPct val="100000"/>
              </a:lnSpc>
              <a:spcBef>
                <a:spcPts val="18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900"/>
              <a:buFont typeface="Inter"/>
              <a:buChar char="–"/>
              <a:defRPr sz="900" b="0" i="0" u="none" strike="noStrike" cap="none">
                <a:solidFill>
                  <a:schemeClr val="dk1"/>
                </a:solidFill>
                <a:latin typeface="Arial"/>
                <a:ea typeface="Arial"/>
                <a:cs typeface="Arial"/>
                <a:sym typeface="Arial"/>
              </a:defRPr>
            </a:lvl9pPr>
          </a:lstStyle>
          <a:p>
            <a:endParaRPr/>
          </a:p>
        </p:txBody>
      </p:sp>
      <p:sp>
        <p:nvSpPr>
          <p:cNvPr id="388" name="Google Shape;388;p110"/>
          <p:cNvSpPr txBox="1">
            <a:spLocks noGrp="1"/>
          </p:cNvSpPr>
          <p:nvPr>
            <p:ph type="body" idx="1"/>
          </p:nvPr>
        </p:nvSpPr>
        <p:spPr>
          <a:xfrm>
            <a:off x="458787" y="1630191"/>
            <a:ext cx="5363944" cy="228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None/>
              <a:defRPr sz="1200" cap="none">
                <a:latin typeface="Arial"/>
                <a:ea typeface="Arial"/>
                <a:cs typeface="Arial"/>
                <a:sym typeface="Arial"/>
              </a:defRPr>
            </a:lvl1pPr>
            <a:lvl2pPr marL="914400" lvl="1" indent="-228600" algn="l">
              <a:lnSpc>
                <a:spcPct val="160000"/>
              </a:lnSpc>
              <a:spcBef>
                <a:spcPts val="300"/>
              </a:spcBef>
              <a:spcAft>
                <a:spcPts val="0"/>
              </a:spcAft>
              <a:buClr>
                <a:schemeClr val="dk1"/>
              </a:buClr>
              <a:buSzPts val="1000"/>
              <a:buNone/>
              <a:defRPr sz="1000"/>
            </a:lvl2pPr>
            <a:lvl3pPr marL="1371600" lvl="2" indent="-228600" algn="l">
              <a:lnSpc>
                <a:spcPct val="160000"/>
              </a:lnSpc>
              <a:spcBef>
                <a:spcPts val="0"/>
              </a:spcBef>
              <a:spcAft>
                <a:spcPts val="0"/>
              </a:spcAft>
              <a:buSzPts val="1000"/>
              <a:buNone/>
              <a:defRPr sz="1000"/>
            </a:lvl3pPr>
            <a:lvl4pPr marL="1828800" lvl="3" indent="-228600" algn="l">
              <a:lnSpc>
                <a:spcPct val="160000"/>
              </a:lnSpc>
              <a:spcBef>
                <a:spcPts val="0"/>
              </a:spcBef>
              <a:spcAft>
                <a:spcPts val="0"/>
              </a:spcAft>
              <a:buClr>
                <a:schemeClr val="dk1"/>
              </a:buClr>
              <a:buSzPts val="1000"/>
              <a:buNone/>
              <a:defRPr sz="1000"/>
            </a:lvl4pPr>
            <a:lvl5pPr marL="2286000" lvl="4" indent="-228600" algn="l">
              <a:lnSpc>
                <a:spcPct val="160000"/>
              </a:lnSpc>
              <a:spcBef>
                <a:spcPts val="0"/>
              </a:spcBef>
              <a:spcAft>
                <a:spcPts val="0"/>
              </a:spcAft>
              <a:buClr>
                <a:schemeClr val="dk1"/>
              </a:buClr>
              <a:buSzPts val="1000"/>
              <a:buNone/>
              <a:defRPr sz="1000"/>
            </a:lvl5pPr>
            <a:lvl6pPr marL="2743200" lvl="5" indent="-228600" algn="l">
              <a:lnSpc>
                <a:spcPct val="160000"/>
              </a:lnSpc>
              <a:spcBef>
                <a:spcPts val="0"/>
              </a:spcBef>
              <a:spcAft>
                <a:spcPts val="0"/>
              </a:spcAft>
              <a:buClr>
                <a:schemeClr val="dk1"/>
              </a:buClr>
              <a:buSzPts val="1000"/>
              <a:buNone/>
              <a:defRPr sz="1000"/>
            </a:lvl6pPr>
            <a:lvl7pPr marL="3200400" lvl="6" indent="-228600" algn="l">
              <a:lnSpc>
                <a:spcPct val="100000"/>
              </a:lnSpc>
              <a:spcBef>
                <a:spcPts val="0"/>
              </a:spcBef>
              <a:spcAft>
                <a:spcPts val="0"/>
              </a:spcAft>
              <a:buClr>
                <a:schemeClr val="dk1"/>
              </a:buClr>
              <a:buSzPts val="1000"/>
              <a:buNone/>
              <a:defRPr sz="1000"/>
            </a:lvl7pPr>
            <a:lvl8pPr marL="3657600" lvl="7" indent="-228600" algn="l">
              <a:lnSpc>
                <a:spcPct val="100000"/>
              </a:lnSpc>
              <a:spcBef>
                <a:spcPts val="0"/>
              </a:spcBef>
              <a:spcAft>
                <a:spcPts val="0"/>
              </a:spcAft>
              <a:buClr>
                <a:schemeClr val="dk1"/>
              </a:buClr>
              <a:buSzPts val="1000"/>
              <a:buNone/>
              <a:defRPr sz="1000"/>
            </a:lvl8pPr>
            <a:lvl9pPr marL="4114800" lvl="8" indent="-228600" algn="l">
              <a:lnSpc>
                <a:spcPct val="100000"/>
              </a:lnSpc>
              <a:spcBef>
                <a:spcPts val="0"/>
              </a:spcBef>
              <a:spcAft>
                <a:spcPts val="0"/>
              </a:spcAft>
              <a:buClr>
                <a:schemeClr val="dk1"/>
              </a:buClr>
              <a:buSzPts val="1000"/>
              <a:buNone/>
              <a:defRPr sz="1000"/>
            </a:lvl9pPr>
          </a:lstStyle>
          <a:p>
            <a:endParaRPr/>
          </a:p>
        </p:txBody>
      </p:sp>
      <p:sp>
        <p:nvSpPr>
          <p:cNvPr id="389" name="Google Shape;389;p110"/>
          <p:cNvSpPr>
            <a:spLocks noGrp="1"/>
          </p:cNvSpPr>
          <p:nvPr>
            <p:ph type="chart" idx="3"/>
          </p:nvPr>
        </p:nvSpPr>
        <p:spPr>
          <a:xfrm>
            <a:off x="6369271" y="1996008"/>
            <a:ext cx="5343305" cy="4023792"/>
          </a:xfrm>
          <a:prstGeom prst="rect">
            <a:avLst/>
          </a:prstGeom>
          <a:solidFill>
            <a:srgbClr val="B4B4B4"/>
          </a:solidFill>
          <a:ln>
            <a:noFill/>
          </a:ln>
        </p:spPr>
        <p:txBody>
          <a:bodyPr spcFirstLastPara="1" wrap="square" lIns="0" tIns="0" rIns="0" bIns="0" anchor="ctr" anchorCtr="0">
            <a:noAutofit/>
          </a:bodyPr>
          <a:lstStyle>
            <a:lvl1pPr marR="0" lvl="0" algn="ctr" rtl="0">
              <a:lnSpc>
                <a:spcPct val="100000"/>
              </a:lnSpc>
              <a:spcBef>
                <a:spcPts val="600"/>
              </a:spcBef>
              <a:spcAft>
                <a:spcPts val="0"/>
              </a:spcAft>
              <a:buClr>
                <a:schemeClr val="dk1"/>
              </a:buClr>
              <a:buSzPts val="1000"/>
              <a:buFont typeface="Arial"/>
              <a:buNone/>
              <a:defRPr sz="1000" b="1" i="0" u="none" strike="noStrike" cap="none">
                <a:solidFill>
                  <a:schemeClr val="dk1"/>
                </a:solidFill>
                <a:latin typeface="Arial"/>
                <a:ea typeface="Arial"/>
                <a:cs typeface="Arial"/>
                <a:sym typeface="Arial"/>
              </a:defRPr>
            </a:lvl1pPr>
            <a:lvl2pPr marR="0" lvl="1" algn="l" rtl="0">
              <a:lnSpc>
                <a:spcPct val="114285"/>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14285"/>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R="0" lvl="3" algn="l" rtl="0">
              <a:lnSpc>
                <a:spcPct val="133333"/>
              </a:lnSpc>
              <a:spcBef>
                <a:spcPts val="1000"/>
              </a:spcBef>
              <a:spcAft>
                <a:spcPts val="0"/>
              </a:spcAft>
              <a:buClr>
                <a:schemeClr val="dk1"/>
              </a:buClr>
              <a:buSzPts val="1200"/>
              <a:buFont typeface="Inter"/>
              <a:buChar char="–"/>
              <a:defRPr sz="1200" b="0" i="0" u="none" strike="noStrike" cap="none">
                <a:solidFill>
                  <a:schemeClr val="dk1"/>
                </a:solidFill>
                <a:latin typeface="Arial"/>
                <a:ea typeface="Arial"/>
                <a:cs typeface="Arial"/>
                <a:sym typeface="Arial"/>
              </a:defRPr>
            </a:lvl4pPr>
            <a:lvl5pPr marR="0" lvl="4" algn="l" rtl="0">
              <a:lnSpc>
                <a:spcPct val="145454"/>
              </a:lnSpc>
              <a:spcBef>
                <a:spcPts val="600"/>
              </a:spcBef>
              <a:spcAft>
                <a:spcPts val="0"/>
              </a:spcAft>
              <a:buClr>
                <a:schemeClr val="dk1"/>
              </a:buClr>
              <a:buSzPts val="1100"/>
              <a:buFont typeface="Inter"/>
              <a:buChar char="–"/>
              <a:defRPr sz="1100" b="0" i="0" u="none" strike="noStrike" cap="none">
                <a:solidFill>
                  <a:schemeClr val="dk1"/>
                </a:solidFill>
                <a:latin typeface="Arial"/>
                <a:ea typeface="Arial"/>
                <a:cs typeface="Arial"/>
                <a:sym typeface="Arial"/>
              </a:defRPr>
            </a:lvl5pPr>
            <a:lvl6pPr marR="0" lvl="5" algn="l" rtl="0">
              <a:lnSpc>
                <a:spcPct val="152380"/>
              </a:lnSpc>
              <a:spcBef>
                <a:spcPts val="0"/>
              </a:spcBef>
              <a:spcAft>
                <a:spcPts val="0"/>
              </a:spcAft>
              <a:buClr>
                <a:schemeClr val="dk1"/>
              </a:buClr>
              <a:buSzPts val="1050"/>
              <a:buFont typeface="Inter"/>
              <a:buChar char="–"/>
              <a:defRPr sz="1050" b="0" i="0" u="none" strike="noStrike" cap="none">
                <a:solidFill>
                  <a:schemeClr val="dk1"/>
                </a:solidFill>
                <a:latin typeface="Arial"/>
                <a:ea typeface="Arial"/>
                <a:cs typeface="Arial"/>
                <a:sym typeface="Arial"/>
              </a:defRPr>
            </a:lvl6pPr>
            <a:lvl7pPr marR="0" lvl="6" algn="l" rtl="0">
              <a:lnSpc>
                <a:spcPct val="100000"/>
              </a:lnSpc>
              <a:spcBef>
                <a:spcPts val="18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900"/>
              <a:buFont typeface="Inter"/>
              <a:buChar char="–"/>
              <a:defRPr sz="900" b="0" i="0" u="none" strike="noStrike" cap="none">
                <a:solidFill>
                  <a:schemeClr val="dk1"/>
                </a:solidFill>
                <a:latin typeface="Arial"/>
                <a:ea typeface="Arial"/>
                <a:cs typeface="Arial"/>
                <a:sym typeface="Arial"/>
              </a:defRPr>
            </a:lvl9pPr>
          </a:lstStyle>
          <a:p>
            <a:endParaRPr/>
          </a:p>
        </p:txBody>
      </p:sp>
      <p:sp>
        <p:nvSpPr>
          <p:cNvPr id="390" name="Google Shape;390;p110"/>
          <p:cNvSpPr txBox="1">
            <a:spLocks noGrp="1"/>
          </p:cNvSpPr>
          <p:nvPr>
            <p:ph type="body" idx="4"/>
          </p:nvPr>
        </p:nvSpPr>
        <p:spPr>
          <a:xfrm>
            <a:off x="6369271" y="1630191"/>
            <a:ext cx="5363944" cy="228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None/>
              <a:defRPr sz="1200" cap="none">
                <a:latin typeface="Arial"/>
                <a:ea typeface="Arial"/>
                <a:cs typeface="Arial"/>
                <a:sym typeface="Arial"/>
              </a:defRPr>
            </a:lvl1pPr>
            <a:lvl2pPr marL="914400" lvl="1" indent="-228600" algn="l">
              <a:lnSpc>
                <a:spcPct val="160000"/>
              </a:lnSpc>
              <a:spcBef>
                <a:spcPts val="300"/>
              </a:spcBef>
              <a:spcAft>
                <a:spcPts val="0"/>
              </a:spcAft>
              <a:buClr>
                <a:schemeClr val="dk1"/>
              </a:buClr>
              <a:buSzPts val="1000"/>
              <a:buNone/>
              <a:defRPr sz="1000"/>
            </a:lvl2pPr>
            <a:lvl3pPr marL="1371600" lvl="2" indent="-228600" algn="l">
              <a:lnSpc>
                <a:spcPct val="160000"/>
              </a:lnSpc>
              <a:spcBef>
                <a:spcPts val="0"/>
              </a:spcBef>
              <a:spcAft>
                <a:spcPts val="0"/>
              </a:spcAft>
              <a:buSzPts val="1000"/>
              <a:buNone/>
              <a:defRPr sz="1000"/>
            </a:lvl3pPr>
            <a:lvl4pPr marL="1828800" lvl="3" indent="-228600" algn="l">
              <a:lnSpc>
                <a:spcPct val="160000"/>
              </a:lnSpc>
              <a:spcBef>
                <a:spcPts val="0"/>
              </a:spcBef>
              <a:spcAft>
                <a:spcPts val="0"/>
              </a:spcAft>
              <a:buClr>
                <a:schemeClr val="dk1"/>
              </a:buClr>
              <a:buSzPts val="1000"/>
              <a:buNone/>
              <a:defRPr sz="1000"/>
            </a:lvl4pPr>
            <a:lvl5pPr marL="2286000" lvl="4" indent="-228600" algn="l">
              <a:lnSpc>
                <a:spcPct val="160000"/>
              </a:lnSpc>
              <a:spcBef>
                <a:spcPts val="0"/>
              </a:spcBef>
              <a:spcAft>
                <a:spcPts val="0"/>
              </a:spcAft>
              <a:buClr>
                <a:schemeClr val="dk1"/>
              </a:buClr>
              <a:buSzPts val="1000"/>
              <a:buNone/>
              <a:defRPr sz="1000"/>
            </a:lvl5pPr>
            <a:lvl6pPr marL="2743200" lvl="5" indent="-228600" algn="l">
              <a:lnSpc>
                <a:spcPct val="160000"/>
              </a:lnSpc>
              <a:spcBef>
                <a:spcPts val="0"/>
              </a:spcBef>
              <a:spcAft>
                <a:spcPts val="0"/>
              </a:spcAft>
              <a:buClr>
                <a:schemeClr val="dk1"/>
              </a:buClr>
              <a:buSzPts val="1000"/>
              <a:buNone/>
              <a:defRPr sz="1000"/>
            </a:lvl6pPr>
            <a:lvl7pPr marL="3200400" lvl="6" indent="-228600" algn="l">
              <a:lnSpc>
                <a:spcPct val="100000"/>
              </a:lnSpc>
              <a:spcBef>
                <a:spcPts val="0"/>
              </a:spcBef>
              <a:spcAft>
                <a:spcPts val="0"/>
              </a:spcAft>
              <a:buClr>
                <a:schemeClr val="dk1"/>
              </a:buClr>
              <a:buSzPts val="1000"/>
              <a:buNone/>
              <a:defRPr sz="1000"/>
            </a:lvl7pPr>
            <a:lvl8pPr marL="3657600" lvl="7" indent="-228600" algn="l">
              <a:lnSpc>
                <a:spcPct val="100000"/>
              </a:lnSpc>
              <a:spcBef>
                <a:spcPts val="0"/>
              </a:spcBef>
              <a:spcAft>
                <a:spcPts val="0"/>
              </a:spcAft>
              <a:buClr>
                <a:schemeClr val="dk1"/>
              </a:buClr>
              <a:buSzPts val="1000"/>
              <a:buNone/>
              <a:defRPr sz="1000"/>
            </a:lvl8pPr>
            <a:lvl9pPr marL="4114800" lvl="8" indent="-228600" algn="l">
              <a:lnSpc>
                <a:spcPct val="100000"/>
              </a:lnSpc>
              <a:spcBef>
                <a:spcPts val="0"/>
              </a:spcBef>
              <a:spcAft>
                <a:spcPts val="0"/>
              </a:spcAft>
              <a:buClr>
                <a:schemeClr val="dk1"/>
              </a:buClr>
              <a:buSzPts val="1000"/>
              <a:buNone/>
              <a:defRPr sz="1000"/>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hree Content banner">
  <p:cSld name="Three Content banner">
    <p:spTree>
      <p:nvGrpSpPr>
        <p:cNvPr id="1" name="Shape 391"/>
        <p:cNvGrpSpPr/>
        <p:nvPr/>
      </p:nvGrpSpPr>
      <p:grpSpPr>
        <a:xfrm>
          <a:off x="0" y="0"/>
          <a:ext cx="0" cy="0"/>
          <a:chOff x="0" y="0"/>
          <a:chExt cx="0" cy="0"/>
        </a:xfrm>
      </p:grpSpPr>
      <p:sp>
        <p:nvSpPr>
          <p:cNvPr id="392" name="Google Shape;392;p111"/>
          <p:cNvSpPr/>
          <p:nvPr/>
        </p:nvSpPr>
        <p:spPr>
          <a:xfrm>
            <a:off x="0" y="0"/>
            <a:ext cx="12192000" cy="2126255"/>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3" name="Google Shape;393;p111"/>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394" name="Google Shape;394;p111"/>
          <p:cNvSpPr txBox="1">
            <a:spLocks noGrp="1"/>
          </p:cNvSpPr>
          <p:nvPr>
            <p:ph type="body" idx="1"/>
          </p:nvPr>
        </p:nvSpPr>
        <p:spPr>
          <a:xfrm>
            <a:off x="479424" y="3213881"/>
            <a:ext cx="3406775" cy="28059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298450" algn="l">
              <a:lnSpc>
                <a:spcPct val="145454"/>
              </a:lnSpc>
              <a:spcBef>
                <a:spcPts val="600"/>
              </a:spcBef>
              <a:spcAft>
                <a:spcPts val="0"/>
              </a:spcAft>
              <a:buClr>
                <a:schemeClr val="dk1"/>
              </a:buClr>
              <a:buSzPts val="1100"/>
              <a:buChar char="–"/>
              <a:defRPr sz="1100"/>
            </a:lvl4pPr>
            <a:lvl5pPr marL="2286000" lvl="4" indent="-298450" algn="l">
              <a:lnSpc>
                <a:spcPct val="145454"/>
              </a:lnSpc>
              <a:spcBef>
                <a:spcPts val="600"/>
              </a:spcBef>
              <a:spcAft>
                <a:spcPts val="0"/>
              </a:spcAft>
              <a:buClr>
                <a:schemeClr val="dk1"/>
              </a:buClr>
              <a:buSzPts val="1100"/>
              <a:buChar char="–"/>
              <a:defRPr sz="1100"/>
            </a:lvl5pPr>
            <a:lvl6pPr marL="2743200" lvl="5" indent="-298450" algn="l">
              <a:lnSpc>
                <a:spcPct val="145454"/>
              </a:lnSpc>
              <a:spcBef>
                <a:spcPts val="600"/>
              </a:spcBef>
              <a:spcAft>
                <a:spcPts val="0"/>
              </a:spcAft>
              <a:buClr>
                <a:schemeClr val="dk1"/>
              </a:buClr>
              <a:buSzPts val="1100"/>
              <a:buChar char="–"/>
              <a:defRPr sz="11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95" name="Google Shape;395;p111"/>
          <p:cNvSpPr txBox="1">
            <a:spLocks noGrp="1"/>
          </p:cNvSpPr>
          <p:nvPr>
            <p:ph type="body" idx="2"/>
          </p:nvPr>
        </p:nvSpPr>
        <p:spPr>
          <a:xfrm>
            <a:off x="4378325" y="3213881"/>
            <a:ext cx="3409950" cy="28059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298450" algn="l">
              <a:lnSpc>
                <a:spcPct val="145454"/>
              </a:lnSpc>
              <a:spcBef>
                <a:spcPts val="600"/>
              </a:spcBef>
              <a:spcAft>
                <a:spcPts val="0"/>
              </a:spcAft>
              <a:buClr>
                <a:schemeClr val="dk1"/>
              </a:buClr>
              <a:buSzPts val="1100"/>
              <a:buChar char="–"/>
              <a:defRPr sz="1100"/>
            </a:lvl4pPr>
            <a:lvl5pPr marL="2286000" lvl="4" indent="-298450" algn="l">
              <a:lnSpc>
                <a:spcPct val="145454"/>
              </a:lnSpc>
              <a:spcBef>
                <a:spcPts val="600"/>
              </a:spcBef>
              <a:spcAft>
                <a:spcPts val="0"/>
              </a:spcAft>
              <a:buClr>
                <a:schemeClr val="dk1"/>
              </a:buClr>
              <a:buSzPts val="1100"/>
              <a:buChar char="–"/>
              <a:defRPr sz="1100"/>
            </a:lvl5pPr>
            <a:lvl6pPr marL="2743200" lvl="5" indent="-298450" algn="l">
              <a:lnSpc>
                <a:spcPct val="145454"/>
              </a:lnSpc>
              <a:spcBef>
                <a:spcPts val="600"/>
              </a:spcBef>
              <a:spcAft>
                <a:spcPts val="0"/>
              </a:spcAft>
              <a:buClr>
                <a:schemeClr val="dk1"/>
              </a:buClr>
              <a:buSzPts val="1100"/>
              <a:buChar char="–"/>
              <a:defRPr sz="11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96" name="Google Shape;396;p111"/>
          <p:cNvSpPr txBox="1">
            <a:spLocks noGrp="1"/>
          </p:cNvSpPr>
          <p:nvPr>
            <p:ph type="body" idx="3"/>
          </p:nvPr>
        </p:nvSpPr>
        <p:spPr>
          <a:xfrm>
            <a:off x="479423" y="2292144"/>
            <a:ext cx="3406775" cy="755848"/>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dk2"/>
              </a:buClr>
              <a:buSzPts val="2000"/>
              <a:buNone/>
              <a:defRPr sz="2000" b="0" i="0" cap="none">
                <a:solidFill>
                  <a:schemeClr val="dk2"/>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397" name="Google Shape;397;p111"/>
          <p:cNvSpPr txBox="1">
            <a:spLocks noGrp="1"/>
          </p:cNvSpPr>
          <p:nvPr>
            <p:ph type="body" idx="4"/>
          </p:nvPr>
        </p:nvSpPr>
        <p:spPr>
          <a:xfrm>
            <a:off x="4378325" y="2292144"/>
            <a:ext cx="3409950" cy="755848"/>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dk2"/>
              </a:buClr>
              <a:buSzPts val="2000"/>
              <a:buNone/>
              <a:defRPr sz="2000" b="0" i="0" cap="none">
                <a:solidFill>
                  <a:schemeClr val="dk2"/>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398" name="Google Shape;398;p111"/>
          <p:cNvSpPr txBox="1">
            <a:spLocks noGrp="1"/>
          </p:cNvSpPr>
          <p:nvPr>
            <p:ph type="body" idx="5"/>
          </p:nvPr>
        </p:nvSpPr>
        <p:spPr>
          <a:xfrm>
            <a:off x="8277225" y="2292144"/>
            <a:ext cx="3409950" cy="755848"/>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dk2"/>
              </a:buClr>
              <a:buSzPts val="2000"/>
              <a:buNone/>
              <a:defRPr sz="2000" b="0" i="0" cap="none">
                <a:solidFill>
                  <a:schemeClr val="dk2"/>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399" name="Google Shape;399;p111"/>
          <p:cNvSpPr txBox="1">
            <a:spLocks noGrp="1"/>
          </p:cNvSpPr>
          <p:nvPr>
            <p:ph type="title"/>
          </p:nvPr>
        </p:nvSpPr>
        <p:spPr>
          <a:xfrm>
            <a:off x="479425" y="671987"/>
            <a:ext cx="9035257" cy="952026"/>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0" name="Google Shape;400;p111"/>
          <p:cNvSpPr txBox="1">
            <a:spLocks noGrp="1"/>
          </p:cNvSpPr>
          <p:nvPr>
            <p:ph type="body" idx="6"/>
          </p:nvPr>
        </p:nvSpPr>
        <p:spPr>
          <a:xfrm>
            <a:off x="8277224" y="3213881"/>
            <a:ext cx="3409949" cy="28059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298450" algn="l">
              <a:lnSpc>
                <a:spcPct val="145454"/>
              </a:lnSpc>
              <a:spcBef>
                <a:spcPts val="600"/>
              </a:spcBef>
              <a:spcAft>
                <a:spcPts val="0"/>
              </a:spcAft>
              <a:buClr>
                <a:schemeClr val="dk1"/>
              </a:buClr>
              <a:buSzPts val="1100"/>
              <a:buChar char="–"/>
              <a:defRPr sz="1100"/>
            </a:lvl4pPr>
            <a:lvl5pPr marL="2286000" lvl="4" indent="-298450" algn="l">
              <a:lnSpc>
                <a:spcPct val="145454"/>
              </a:lnSpc>
              <a:spcBef>
                <a:spcPts val="600"/>
              </a:spcBef>
              <a:spcAft>
                <a:spcPts val="0"/>
              </a:spcAft>
              <a:buClr>
                <a:schemeClr val="dk1"/>
              </a:buClr>
              <a:buSzPts val="1100"/>
              <a:buChar char="–"/>
              <a:defRPr sz="1100"/>
            </a:lvl5pPr>
            <a:lvl6pPr marL="2743200" lvl="5" indent="-298450" algn="l">
              <a:lnSpc>
                <a:spcPct val="145454"/>
              </a:lnSpc>
              <a:spcBef>
                <a:spcPts val="600"/>
              </a:spcBef>
              <a:spcAft>
                <a:spcPts val="0"/>
              </a:spcAft>
              <a:buClr>
                <a:schemeClr val="dk1"/>
              </a:buClr>
              <a:buSzPts val="1100"/>
              <a:buChar char="–"/>
              <a:defRPr sz="11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_Three Content banner">
  <p:cSld name="1_Three Content banner">
    <p:spTree>
      <p:nvGrpSpPr>
        <p:cNvPr id="1" name="Shape 401"/>
        <p:cNvGrpSpPr/>
        <p:nvPr/>
      </p:nvGrpSpPr>
      <p:grpSpPr>
        <a:xfrm>
          <a:off x="0" y="0"/>
          <a:ext cx="0" cy="0"/>
          <a:chOff x="0" y="0"/>
          <a:chExt cx="0" cy="0"/>
        </a:xfrm>
      </p:grpSpPr>
      <p:sp>
        <p:nvSpPr>
          <p:cNvPr id="402" name="Google Shape;402;p112"/>
          <p:cNvSpPr/>
          <p:nvPr/>
        </p:nvSpPr>
        <p:spPr>
          <a:xfrm>
            <a:off x="0" y="0"/>
            <a:ext cx="12192000" cy="2126255"/>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3" name="Google Shape;403;p112"/>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404" name="Google Shape;404;p112"/>
          <p:cNvSpPr txBox="1">
            <a:spLocks noGrp="1"/>
          </p:cNvSpPr>
          <p:nvPr>
            <p:ph type="body" idx="1"/>
          </p:nvPr>
        </p:nvSpPr>
        <p:spPr>
          <a:xfrm>
            <a:off x="479424" y="3213881"/>
            <a:ext cx="3406775" cy="28059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298450" algn="l">
              <a:lnSpc>
                <a:spcPct val="145454"/>
              </a:lnSpc>
              <a:spcBef>
                <a:spcPts val="600"/>
              </a:spcBef>
              <a:spcAft>
                <a:spcPts val="0"/>
              </a:spcAft>
              <a:buClr>
                <a:schemeClr val="dk1"/>
              </a:buClr>
              <a:buSzPts val="1100"/>
              <a:buChar char="–"/>
              <a:defRPr sz="1100"/>
            </a:lvl4pPr>
            <a:lvl5pPr marL="2286000" lvl="4" indent="-298450" algn="l">
              <a:lnSpc>
                <a:spcPct val="145454"/>
              </a:lnSpc>
              <a:spcBef>
                <a:spcPts val="600"/>
              </a:spcBef>
              <a:spcAft>
                <a:spcPts val="0"/>
              </a:spcAft>
              <a:buClr>
                <a:schemeClr val="dk1"/>
              </a:buClr>
              <a:buSzPts val="1100"/>
              <a:buChar char="–"/>
              <a:defRPr sz="1100"/>
            </a:lvl5pPr>
            <a:lvl6pPr marL="2743200" lvl="5" indent="-298450" algn="l">
              <a:lnSpc>
                <a:spcPct val="145454"/>
              </a:lnSpc>
              <a:spcBef>
                <a:spcPts val="600"/>
              </a:spcBef>
              <a:spcAft>
                <a:spcPts val="0"/>
              </a:spcAft>
              <a:buClr>
                <a:schemeClr val="dk1"/>
              </a:buClr>
              <a:buSzPts val="1100"/>
              <a:buChar char="–"/>
              <a:defRPr sz="11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05" name="Google Shape;405;p112"/>
          <p:cNvSpPr txBox="1">
            <a:spLocks noGrp="1"/>
          </p:cNvSpPr>
          <p:nvPr>
            <p:ph type="body" idx="2"/>
          </p:nvPr>
        </p:nvSpPr>
        <p:spPr>
          <a:xfrm>
            <a:off x="4378325" y="3213881"/>
            <a:ext cx="3409950" cy="28059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298450" algn="l">
              <a:lnSpc>
                <a:spcPct val="145454"/>
              </a:lnSpc>
              <a:spcBef>
                <a:spcPts val="600"/>
              </a:spcBef>
              <a:spcAft>
                <a:spcPts val="0"/>
              </a:spcAft>
              <a:buClr>
                <a:schemeClr val="dk1"/>
              </a:buClr>
              <a:buSzPts val="1100"/>
              <a:buChar char="–"/>
              <a:defRPr sz="1100"/>
            </a:lvl4pPr>
            <a:lvl5pPr marL="2286000" lvl="4" indent="-298450" algn="l">
              <a:lnSpc>
                <a:spcPct val="145454"/>
              </a:lnSpc>
              <a:spcBef>
                <a:spcPts val="600"/>
              </a:spcBef>
              <a:spcAft>
                <a:spcPts val="0"/>
              </a:spcAft>
              <a:buClr>
                <a:schemeClr val="dk1"/>
              </a:buClr>
              <a:buSzPts val="1100"/>
              <a:buChar char="–"/>
              <a:defRPr sz="1100"/>
            </a:lvl5pPr>
            <a:lvl6pPr marL="2743200" lvl="5" indent="-298450" algn="l">
              <a:lnSpc>
                <a:spcPct val="145454"/>
              </a:lnSpc>
              <a:spcBef>
                <a:spcPts val="600"/>
              </a:spcBef>
              <a:spcAft>
                <a:spcPts val="0"/>
              </a:spcAft>
              <a:buClr>
                <a:schemeClr val="dk1"/>
              </a:buClr>
              <a:buSzPts val="1100"/>
              <a:buChar char="–"/>
              <a:defRPr sz="11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06" name="Google Shape;406;p112"/>
          <p:cNvSpPr txBox="1">
            <a:spLocks noGrp="1"/>
          </p:cNvSpPr>
          <p:nvPr>
            <p:ph type="body" idx="3"/>
          </p:nvPr>
        </p:nvSpPr>
        <p:spPr>
          <a:xfrm>
            <a:off x="479423" y="2292144"/>
            <a:ext cx="3406775" cy="755848"/>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accent2"/>
              </a:buClr>
              <a:buSzPts val="2000"/>
              <a:buNone/>
              <a:defRPr sz="2000" b="0" i="0" cap="none">
                <a:solidFill>
                  <a:schemeClr val="accent2"/>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407" name="Google Shape;407;p112"/>
          <p:cNvSpPr txBox="1">
            <a:spLocks noGrp="1"/>
          </p:cNvSpPr>
          <p:nvPr>
            <p:ph type="body" idx="4"/>
          </p:nvPr>
        </p:nvSpPr>
        <p:spPr>
          <a:xfrm>
            <a:off x="4378325" y="2292144"/>
            <a:ext cx="3409950" cy="755848"/>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accent2"/>
              </a:buClr>
              <a:buSzPts val="2000"/>
              <a:buNone/>
              <a:defRPr sz="2000" b="0" i="0" cap="none">
                <a:solidFill>
                  <a:schemeClr val="accent2"/>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408" name="Google Shape;408;p112"/>
          <p:cNvSpPr txBox="1">
            <a:spLocks noGrp="1"/>
          </p:cNvSpPr>
          <p:nvPr>
            <p:ph type="body" idx="5"/>
          </p:nvPr>
        </p:nvSpPr>
        <p:spPr>
          <a:xfrm>
            <a:off x="8277225" y="2292144"/>
            <a:ext cx="3409950" cy="755848"/>
          </a:xfrm>
          <a:prstGeom prst="rect">
            <a:avLst/>
          </a:prstGeom>
          <a:noFill/>
          <a:ln>
            <a:noFill/>
          </a:ln>
        </p:spPr>
        <p:txBody>
          <a:bodyPr spcFirstLastPara="1" wrap="square" lIns="0" tIns="0" rIns="0" bIns="0" anchor="b" anchorCtr="0">
            <a:noAutofit/>
          </a:bodyPr>
          <a:lstStyle>
            <a:lvl1pPr marL="457200" lvl="0" indent="-228600" algn="l">
              <a:lnSpc>
                <a:spcPct val="80000"/>
              </a:lnSpc>
              <a:spcBef>
                <a:spcPts val="0"/>
              </a:spcBef>
              <a:spcAft>
                <a:spcPts val="0"/>
              </a:spcAft>
              <a:buClr>
                <a:schemeClr val="accent2"/>
              </a:buClr>
              <a:buSzPts val="2000"/>
              <a:buNone/>
              <a:defRPr sz="2000" b="0" i="0" cap="none">
                <a:solidFill>
                  <a:schemeClr val="accent2"/>
                </a:solidFill>
                <a:latin typeface="Arial"/>
                <a:ea typeface="Arial"/>
                <a:cs typeface="Arial"/>
                <a:sym typeface="Arial"/>
              </a:defRPr>
            </a:lvl1pPr>
            <a:lvl2pPr marL="914400" lvl="1" indent="-228600" algn="l">
              <a:lnSpc>
                <a:spcPct val="80000"/>
              </a:lnSpc>
              <a:spcBef>
                <a:spcPts val="600"/>
              </a:spcBef>
              <a:spcAft>
                <a:spcPts val="0"/>
              </a:spcAft>
              <a:buClr>
                <a:schemeClr val="dk1"/>
              </a:buClr>
              <a:buSzPts val="2000"/>
              <a:buNone/>
              <a:defRPr sz="2000" b="1"/>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409" name="Google Shape;409;p112"/>
          <p:cNvSpPr txBox="1">
            <a:spLocks noGrp="1"/>
          </p:cNvSpPr>
          <p:nvPr>
            <p:ph type="title"/>
          </p:nvPr>
        </p:nvSpPr>
        <p:spPr>
          <a:xfrm>
            <a:off x="479425" y="671987"/>
            <a:ext cx="9035257" cy="952026"/>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0" name="Google Shape;410;p112"/>
          <p:cNvSpPr txBox="1">
            <a:spLocks noGrp="1"/>
          </p:cNvSpPr>
          <p:nvPr>
            <p:ph type="body" idx="6"/>
          </p:nvPr>
        </p:nvSpPr>
        <p:spPr>
          <a:xfrm>
            <a:off x="8277224" y="3213881"/>
            <a:ext cx="3409949" cy="28059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298450" algn="l">
              <a:lnSpc>
                <a:spcPct val="145454"/>
              </a:lnSpc>
              <a:spcBef>
                <a:spcPts val="600"/>
              </a:spcBef>
              <a:spcAft>
                <a:spcPts val="0"/>
              </a:spcAft>
              <a:buClr>
                <a:schemeClr val="dk1"/>
              </a:buClr>
              <a:buSzPts val="1100"/>
              <a:buChar char="–"/>
              <a:defRPr sz="1100"/>
            </a:lvl4pPr>
            <a:lvl5pPr marL="2286000" lvl="4" indent="-298450" algn="l">
              <a:lnSpc>
                <a:spcPct val="145454"/>
              </a:lnSpc>
              <a:spcBef>
                <a:spcPts val="600"/>
              </a:spcBef>
              <a:spcAft>
                <a:spcPts val="0"/>
              </a:spcAft>
              <a:buClr>
                <a:schemeClr val="dk1"/>
              </a:buClr>
              <a:buSzPts val="1100"/>
              <a:buChar char="–"/>
              <a:defRPr sz="1100"/>
            </a:lvl5pPr>
            <a:lvl6pPr marL="2743200" lvl="5" indent="-298450" algn="l">
              <a:lnSpc>
                <a:spcPct val="145454"/>
              </a:lnSpc>
              <a:spcBef>
                <a:spcPts val="600"/>
              </a:spcBef>
              <a:spcAft>
                <a:spcPts val="0"/>
              </a:spcAft>
              <a:buClr>
                <a:schemeClr val="dk1"/>
              </a:buClr>
              <a:buSzPts val="1100"/>
              <a:buChar char="–"/>
              <a:defRPr sz="11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Five Content Numbered">
  <p:cSld name="Five Content Numbered">
    <p:spTree>
      <p:nvGrpSpPr>
        <p:cNvPr id="1" name="Shape 411"/>
        <p:cNvGrpSpPr/>
        <p:nvPr/>
      </p:nvGrpSpPr>
      <p:grpSpPr>
        <a:xfrm>
          <a:off x="0" y="0"/>
          <a:ext cx="0" cy="0"/>
          <a:chOff x="0" y="0"/>
          <a:chExt cx="0" cy="0"/>
        </a:xfrm>
      </p:grpSpPr>
      <p:sp>
        <p:nvSpPr>
          <p:cNvPr id="412" name="Google Shape;412;p113"/>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3" name="Google Shape;413;p113"/>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414" name="Google Shape;414;p113"/>
          <p:cNvSpPr txBox="1">
            <a:spLocks noGrp="1"/>
          </p:cNvSpPr>
          <p:nvPr>
            <p:ph type="body" idx="1"/>
          </p:nvPr>
        </p:nvSpPr>
        <p:spPr>
          <a:xfrm>
            <a:off x="499169"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15" name="Google Shape;415;p113"/>
          <p:cNvSpPr txBox="1">
            <a:spLocks noGrp="1"/>
          </p:cNvSpPr>
          <p:nvPr>
            <p:ph type="body" idx="2"/>
          </p:nvPr>
        </p:nvSpPr>
        <p:spPr>
          <a:xfrm>
            <a:off x="479425" y="2520839"/>
            <a:ext cx="1944688"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16" name="Google Shape;416;p113"/>
          <p:cNvCxnSpPr/>
          <p:nvPr/>
        </p:nvCxnSpPr>
        <p:spPr>
          <a:xfrm>
            <a:off x="477044" y="2303251"/>
            <a:ext cx="1958400" cy="0"/>
          </a:xfrm>
          <a:prstGeom prst="straightConnector1">
            <a:avLst/>
          </a:prstGeom>
          <a:noFill/>
          <a:ln w="19050" cap="flat" cmpd="sng">
            <a:solidFill>
              <a:srgbClr val="D8D8D8"/>
            </a:solidFill>
            <a:prstDash val="solid"/>
            <a:miter lim="800000"/>
            <a:headEnd type="none" w="sm" len="sm"/>
            <a:tailEnd type="none" w="sm" len="sm"/>
          </a:ln>
        </p:spPr>
      </p:cxnSp>
      <p:sp>
        <p:nvSpPr>
          <p:cNvPr id="417" name="Google Shape;417;p113"/>
          <p:cNvSpPr txBox="1">
            <a:spLocks noGrp="1"/>
          </p:cNvSpPr>
          <p:nvPr>
            <p:ph type="body" idx="3"/>
          </p:nvPr>
        </p:nvSpPr>
        <p:spPr>
          <a:xfrm>
            <a:off x="2812380"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18" name="Google Shape;418;p113"/>
          <p:cNvSpPr txBox="1">
            <a:spLocks noGrp="1"/>
          </p:cNvSpPr>
          <p:nvPr>
            <p:ph type="body" idx="4"/>
          </p:nvPr>
        </p:nvSpPr>
        <p:spPr>
          <a:xfrm>
            <a:off x="2797572" y="2520839"/>
            <a:ext cx="1944688"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19" name="Google Shape;419;p113"/>
          <p:cNvCxnSpPr/>
          <p:nvPr/>
        </p:nvCxnSpPr>
        <p:spPr>
          <a:xfrm>
            <a:off x="2755424" y="2303251"/>
            <a:ext cx="1958400" cy="0"/>
          </a:xfrm>
          <a:prstGeom prst="straightConnector1">
            <a:avLst/>
          </a:prstGeom>
          <a:noFill/>
          <a:ln w="19050" cap="flat" cmpd="sng">
            <a:solidFill>
              <a:srgbClr val="D8D8D8"/>
            </a:solidFill>
            <a:prstDash val="solid"/>
            <a:miter lim="800000"/>
            <a:headEnd type="none" w="sm" len="sm"/>
            <a:tailEnd type="none" w="sm" len="sm"/>
          </a:ln>
        </p:spPr>
      </p:cxnSp>
      <p:sp>
        <p:nvSpPr>
          <p:cNvPr id="420" name="Google Shape;420;p113"/>
          <p:cNvSpPr txBox="1">
            <a:spLocks noGrp="1"/>
          </p:cNvSpPr>
          <p:nvPr>
            <p:ph type="body" idx="5"/>
          </p:nvPr>
        </p:nvSpPr>
        <p:spPr>
          <a:xfrm>
            <a:off x="5125591"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21" name="Google Shape;421;p113"/>
          <p:cNvSpPr txBox="1">
            <a:spLocks noGrp="1"/>
          </p:cNvSpPr>
          <p:nvPr>
            <p:ph type="body" idx="6"/>
          </p:nvPr>
        </p:nvSpPr>
        <p:spPr>
          <a:xfrm>
            <a:off x="5115719" y="2520839"/>
            <a:ext cx="1944688"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22" name="Google Shape;422;p113"/>
          <p:cNvCxnSpPr/>
          <p:nvPr/>
        </p:nvCxnSpPr>
        <p:spPr>
          <a:xfrm>
            <a:off x="5081270" y="2303251"/>
            <a:ext cx="1958400" cy="0"/>
          </a:xfrm>
          <a:prstGeom prst="straightConnector1">
            <a:avLst/>
          </a:prstGeom>
          <a:noFill/>
          <a:ln w="19050" cap="flat" cmpd="sng">
            <a:solidFill>
              <a:srgbClr val="D8D8D8"/>
            </a:solidFill>
            <a:prstDash val="solid"/>
            <a:miter lim="800000"/>
            <a:headEnd type="none" w="sm" len="sm"/>
            <a:tailEnd type="none" w="sm" len="sm"/>
          </a:ln>
        </p:spPr>
      </p:cxnSp>
      <p:sp>
        <p:nvSpPr>
          <p:cNvPr id="423" name="Google Shape;423;p113"/>
          <p:cNvSpPr txBox="1">
            <a:spLocks noGrp="1"/>
          </p:cNvSpPr>
          <p:nvPr>
            <p:ph type="body" idx="7"/>
          </p:nvPr>
        </p:nvSpPr>
        <p:spPr>
          <a:xfrm>
            <a:off x="7438802"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24" name="Google Shape;424;p113"/>
          <p:cNvSpPr txBox="1">
            <a:spLocks noGrp="1"/>
          </p:cNvSpPr>
          <p:nvPr>
            <p:ph type="body" idx="8"/>
          </p:nvPr>
        </p:nvSpPr>
        <p:spPr>
          <a:xfrm>
            <a:off x="7433866" y="2520839"/>
            <a:ext cx="1944688"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25" name="Google Shape;425;p113"/>
          <p:cNvCxnSpPr/>
          <p:nvPr/>
        </p:nvCxnSpPr>
        <p:spPr>
          <a:xfrm>
            <a:off x="7407116" y="2303251"/>
            <a:ext cx="1958400" cy="0"/>
          </a:xfrm>
          <a:prstGeom prst="straightConnector1">
            <a:avLst/>
          </a:prstGeom>
          <a:noFill/>
          <a:ln w="19050" cap="flat" cmpd="sng">
            <a:solidFill>
              <a:srgbClr val="D8D8D8"/>
            </a:solidFill>
            <a:prstDash val="solid"/>
            <a:miter lim="800000"/>
            <a:headEnd type="none" w="sm" len="sm"/>
            <a:tailEnd type="none" w="sm" len="sm"/>
          </a:ln>
        </p:spPr>
      </p:cxnSp>
      <p:sp>
        <p:nvSpPr>
          <p:cNvPr id="426" name="Google Shape;426;p113"/>
          <p:cNvSpPr txBox="1">
            <a:spLocks noGrp="1"/>
          </p:cNvSpPr>
          <p:nvPr>
            <p:ph type="body" idx="9"/>
          </p:nvPr>
        </p:nvSpPr>
        <p:spPr>
          <a:xfrm>
            <a:off x="9752012"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27" name="Google Shape;427;p113"/>
          <p:cNvSpPr txBox="1">
            <a:spLocks noGrp="1"/>
          </p:cNvSpPr>
          <p:nvPr>
            <p:ph type="body" idx="13"/>
          </p:nvPr>
        </p:nvSpPr>
        <p:spPr>
          <a:xfrm>
            <a:off x="9752012" y="2520839"/>
            <a:ext cx="1944688"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28" name="Google Shape;428;p113"/>
          <p:cNvCxnSpPr/>
          <p:nvPr/>
        </p:nvCxnSpPr>
        <p:spPr>
          <a:xfrm>
            <a:off x="9732963" y="2303251"/>
            <a:ext cx="1958400" cy="0"/>
          </a:xfrm>
          <a:prstGeom prst="straightConnector1">
            <a:avLst/>
          </a:prstGeom>
          <a:noFill/>
          <a:ln w="19050" cap="flat" cmpd="sng">
            <a:solidFill>
              <a:srgbClr val="D8D8D8"/>
            </a:solidFill>
            <a:prstDash val="solid"/>
            <a:miter lim="800000"/>
            <a:headEnd type="none" w="sm" len="sm"/>
            <a:tailEnd type="none" w="sm" len="sm"/>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1_Five Content Numbered">
  <p:cSld name="1_Five Content Numbered">
    <p:spTree>
      <p:nvGrpSpPr>
        <p:cNvPr id="1" name="Shape 429"/>
        <p:cNvGrpSpPr/>
        <p:nvPr/>
      </p:nvGrpSpPr>
      <p:grpSpPr>
        <a:xfrm>
          <a:off x="0" y="0"/>
          <a:ext cx="0" cy="0"/>
          <a:chOff x="0" y="0"/>
          <a:chExt cx="0" cy="0"/>
        </a:xfrm>
      </p:grpSpPr>
      <p:sp>
        <p:nvSpPr>
          <p:cNvPr id="430" name="Google Shape;430;p114"/>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1" name="Google Shape;431;p114"/>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432" name="Google Shape;432;p114"/>
          <p:cNvSpPr txBox="1">
            <a:spLocks noGrp="1"/>
          </p:cNvSpPr>
          <p:nvPr>
            <p:ph type="body" idx="1"/>
          </p:nvPr>
        </p:nvSpPr>
        <p:spPr>
          <a:xfrm>
            <a:off x="499169"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33" name="Google Shape;433;p114"/>
          <p:cNvSpPr txBox="1">
            <a:spLocks noGrp="1"/>
          </p:cNvSpPr>
          <p:nvPr>
            <p:ph type="body" idx="2"/>
          </p:nvPr>
        </p:nvSpPr>
        <p:spPr>
          <a:xfrm>
            <a:off x="479425" y="2520839"/>
            <a:ext cx="2469600"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34" name="Google Shape;434;p114"/>
          <p:cNvCxnSpPr/>
          <p:nvPr/>
        </p:nvCxnSpPr>
        <p:spPr>
          <a:xfrm>
            <a:off x="477044" y="2303251"/>
            <a:ext cx="2470805" cy="0"/>
          </a:xfrm>
          <a:prstGeom prst="straightConnector1">
            <a:avLst/>
          </a:prstGeom>
          <a:noFill/>
          <a:ln w="19050" cap="flat" cmpd="sng">
            <a:solidFill>
              <a:srgbClr val="D8D8D8"/>
            </a:solidFill>
            <a:prstDash val="solid"/>
            <a:miter lim="800000"/>
            <a:headEnd type="none" w="sm" len="sm"/>
            <a:tailEnd type="none" w="sm" len="sm"/>
          </a:ln>
        </p:spPr>
      </p:cxnSp>
      <p:sp>
        <p:nvSpPr>
          <p:cNvPr id="435" name="Google Shape;435;p114"/>
          <p:cNvSpPr txBox="1">
            <a:spLocks noGrp="1"/>
          </p:cNvSpPr>
          <p:nvPr>
            <p:ph type="body" idx="3"/>
          </p:nvPr>
        </p:nvSpPr>
        <p:spPr>
          <a:xfrm>
            <a:off x="3901008"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36" name="Google Shape;436;p114"/>
          <p:cNvSpPr txBox="1">
            <a:spLocks noGrp="1"/>
          </p:cNvSpPr>
          <p:nvPr>
            <p:ph type="body" idx="4"/>
          </p:nvPr>
        </p:nvSpPr>
        <p:spPr>
          <a:xfrm>
            <a:off x="3886200" y="2520839"/>
            <a:ext cx="2468424"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37" name="Google Shape;437;p114"/>
          <p:cNvCxnSpPr/>
          <p:nvPr/>
        </p:nvCxnSpPr>
        <p:spPr>
          <a:xfrm>
            <a:off x="3844052" y="2303251"/>
            <a:ext cx="2469600" cy="0"/>
          </a:xfrm>
          <a:prstGeom prst="straightConnector1">
            <a:avLst/>
          </a:prstGeom>
          <a:noFill/>
          <a:ln w="19050" cap="flat" cmpd="sng">
            <a:solidFill>
              <a:srgbClr val="D8D8D8"/>
            </a:solidFill>
            <a:prstDash val="solid"/>
            <a:miter lim="800000"/>
            <a:headEnd type="none" w="sm" len="sm"/>
            <a:tailEnd type="none" w="sm" len="sm"/>
          </a:ln>
        </p:spPr>
      </p:cxnSp>
      <p:sp>
        <p:nvSpPr>
          <p:cNvPr id="438" name="Google Shape;438;p114"/>
          <p:cNvSpPr txBox="1">
            <a:spLocks noGrp="1"/>
          </p:cNvSpPr>
          <p:nvPr>
            <p:ph type="body" idx="5"/>
          </p:nvPr>
        </p:nvSpPr>
        <p:spPr>
          <a:xfrm>
            <a:off x="7274411" y="1637009"/>
            <a:ext cx="1762918" cy="5383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accent2"/>
              </a:buClr>
              <a:buSzPts val="5400"/>
              <a:buFont typeface="Arial"/>
              <a:buNone/>
              <a:defRPr sz="5400">
                <a:solidFill>
                  <a:schemeClr val="accent2"/>
                </a:solidFill>
                <a:latin typeface="Times New Roman"/>
                <a:ea typeface="Times New Roman"/>
                <a:cs typeface="Times New Roman"/>
                <a:sym typeface="Times New Roman"/>
              </a:defRPr>
            </a:lvl1pPr>
            <a:lvl2pPr marL="914400" lvl="1" indent="-228600" algn="r">
              <a:lnSpc>
                <a:spcPct val="80000"/>
              </a:lnSpc>
              <a:spcBef>
                <a:spcPts val="0"/>
              </a:spcBef>
              <a:spcAft>
                <a:spcPts val="0"/>
              </a:spcAft>
              <a:buClr>
                <a:schemeClr val="dk1"/>
              </a:buClr>
              <a:buSzPts val="1400"/>
              <a:buFont typeface="Arial"/>
              <a:buNone/>
              <a:defRPr sz="1400"/>
            </a:lvl2pPr>
            <a:lvl3pPr marL="1371600" lvl="2" indent="-228600" algn="r">
              <a:lnSpc>
                <a:spcPct val="80000"/>
              </a:lnSpc>
              <a:spcBef>
                <a:spcPts val="0"/>
              </a:spcBef>
              <a:spcAft>
                <a:spcPts val="0"/>
              </a:spcAft>
              <a:buSzPts val="1400"/>
              <a:buNone/>
              <a:defRPr sz="1400"/>
            </a:lvl3pPr>
            <a:lvl4pPr marL="1828800" lvl="3" indent="-228600" algn="r">
              <a:lnSpc>
                <a:spcPct val="80000"/>
              </a:lnSpc>
              <a:spcBef>
                <a:spcPts val="0"/>
              </a:spcBef>
              <a:spcAft>
                <a:spcPts val="0"/>
              </a:spcAft>
              <a:buClr>
                <a:schemeClr val="dk1"/>
              </a:buClr>
              <a:buSzPts val="1400"/>
              <a:buNone/>
              <a:defRPr sz="1400"/>
            </a:lvl4pPr>
            <a:lvl5pPr marL="2286000" lvl="4" indent="-228600" algn="r">
              <a:lnSpc>
                <a:spcPct val="80000"/>
              </a:lnSpc>
              <a:spcBef>
                <a:spcPts val="0"/>
              </a:spcBef>
              <a:spcAft>
                <a:spcPts val="0"/>
              </a:spcAft>
              <a:buClr>
                <a:schemeClr val="dk1"/>
              </a:buClr>
              <a:buSzPts val="1400"/>
              <a:buNone/>
              <a:defRPr sz="1400"/>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439" name="Google Shape;439;p114"/>
          <p:cNvSpPr txBox="1">
            <a:spLocks noGrp="1"/>
          </p:cNvSpPr>
          <p:nvPr>
            <p:ph type="body" idx="6"/>
          </p:nvPr>
        </p:nvSpPr>
        <p:spPr>
          <a:xfrm>
            <a:off x="7264539" y="2520839"/>
            <a:ext cx="2468424" cy="313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200"/>
              <a:buNone/>
              <a:defRPr sz="1200">
                <a:solidFill>
                  <a:schemeClr val="dk2"/>
                </a:solidFill>
              </a:defRPr>
            </a:lvl1pPr>
            <a:lvl2pPr marL="914400" lvl="1" indent="-228600" algn="l">
              <a:lnSpc>
                <a:spcPct val="133333"/>
              </a:lnSpc>
              <a:spcBef>
                <a:spcPts val="0"/>
              </a:spcBef>
              <a:spcAft>
                <a:spcPts val="0"/>
              </a:spcAft>
              <a:buClr>
                <a:schemeClr val="dk1"/>
              </a:buClr>
              <a:buSzPts val="1200"/>
              <a:buNone/>
              <a:defRPr sz="1200"/>
            </a:lvl2pPr>
            <a:lvl3pPr marL="1371600" lvl="2" indent="-304800" algn="l">
              <a:lnSpc>
                <a:spcPct val="133333"/>
              </a:lnSpc>
              <a:spcBef>
                <a:spcPts val="0"/>
              </a:spcBef>
              <a:spcAft>
                <a:spcPts val="0"/>
              </a:spcAft>
              <a:buSzPts val="1200"/>
              <a:buChar char="•"/>
              <a:defRPr sz="1200"/>
            </a:lvl3pPr>
            <a:lvl4pPr marL="1828800" lvl="3" indent="-304800" algn="l">
              <a:lnSpc>
                <a:spcPct val="133333"/>
              </a:lnSpc>
              <a:spcBef>
                <a:spcPts val="0"/>
              </a:spcBef>
              <a:spcAft>
                <a:spcPts val="0"/>
              </a:spcAft>
              <a:buClr>
                <a:schemeClr val="dk1"/>
              </a:buClr>
              <a:buSzPts val="1200"/>
              <a:buChar char="–"/>
              <a:defRPr sz="1200"/>
            </a:lvl4pPr>
            <a:lvl5pPr marL="2286000" lvl="4" indent="-304800" algn="l">
              <a:lnSpc>
                <a:spcPct val="133333"/>
              </a:lnSpc>
              <a:spcBef>
                <a:spcPts val="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40" name="Google Shape;440;p114"/>
          <p:cNvCxnSpPr/>
          <p:nvPr/>
        </p:nvCxnSpPr>
        <p:spPr>
          <a:xfrm>
            <a:off x="7230090" y="2303251"/>
            <a:ext cx="2469600" cy="0"/>
          </a:xfrm>
          <a:prstGeom prst="straightConnector1">
            <a:avLst/>
          </a:prstGeom>
          <a:noFill/>
          <a:ln w="19050" cap="flat" cmpd="sng">
            <a:solidFill>
              <a:srgbClr val="D8D8D8"/>
            </a:solidFill>
            <a:prstDash val="solid"/>
            <a:miter lim="800000"/>
            <a:headEnd type="none" w="sm" len="sm"/>
            <a:tailEnd type="none" w="sm" len="sm"/>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pink" type="titleOnly">
  <p:cSld name="TITLE_ONLY">
    <p:bg>
      <p:bgPr>
        <a:solidFill>
          <a:schemeClr val="dk2"/>
        </a:solidFill>
        <a:effectLst/>
      </p:bgPr>
    </p:bg>
    <p:spTree>
      <p:nvGrpSpPr>
        <p:cNvPr id="1" name="Shape 441"/>
        <p:cNvGrpSpPr/>
        <p:nvPr/>
      </p:nvGrpSpPr>
      <p:grpSpPr>
        <a:xfrm>
          <a:off x="0" y="0"/>
          <a:ext cx="0" cy="0"/>
          <a:chOff x="0" y="0"/>
          <a:chExt cx="0" cy="0"/>
        </a:xfrm>
      </p:grpSpPr>
      <p:sp>
        <p:nvSpPr>
          <p:cNvPr id="442" name="Google Shape;442;p115"/>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3" name="Google Shape;443;p115"/>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purple">
  <p:cSld name="Title Only purple">
    <p:bg>
      <p:bgPr>
        <a:solidFill>
          <a:schemeClr val="accent2"/>
        </a:solidFill>
        <a:effectLst/>
      </p:bgPr>
    </p:bg>
    <p:spTree>
      <p:nvGrpSpPr>
        <p:cNvPr id="1" name="Shape 444"/>
        <p:cNvGrpSpPr/>
        <p:nvPr/>
      </p:nvGrpSpPr>
      <p:grpSpPr>
        <a:xfrm>
          <a:off x="0" y="0"/>
          <a:ext cx="0" cy="0"/>
          <a:chOff x="0" y="0"/>
          <a:chExt cx="0" cy="0"/>
        </a:xfrm>
      </p:grpSpPr>
      <p:sp>
        <p:nvSpPr>
          <p:cNvPr id="445" name="Google Shape;445;p116"/>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6" name="Google Shape;446;p116"/>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wo Content Half pink">
  <p:cSld name="Two Content Half pink">
    <p:spTree>
      <p:nvGrpSpPr>
        <p:cNvPr id="1" name="Shape 447"/>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Key Message grey">
  <p:cSld name="Key Message grey">
    <p:bg>
      <p:bgPr>
        <a:solidFill>
          <a:schemeClr val="lt2"/>
        </a:solidFill>
        <a:effectLst/>
      </p:bgPr>
    </p:bg>
    <p:spTree>
      <p:nvGrpSpPr>
        <p:cNvPr id="1" name="Shape 448"/>
        <p:cNvGrpSpPr/>
        <p:nvPr/>
      </p:nvGrpSpPr>
      <p:grpSpPr>
        <a:xfrm>
          <a:off x="0" y="0"/>
          <a:ext cx="0" cy="0"/>
          <a:chOff x="0" y="0"/>
          <a:chExt cx="0" cy="0"/>
        </a:xfrm>
      </p:grpSpPr>
      <p:pic>
        <p:nvPicPr>
          <p:cNvPr id="449" name="Google Shape;449;p118" descr="Shape&#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50" name="Google Shape;450;p118"/>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451" name="Google Shape;451;p118"/>
          <p:cNvSpPr txBox="1">
            <a:spLocks noGrp="1"/>
          </p:cNvSpPr>
          <p:nvPr>
            <p:ph type="body" idx="1"/>
          </p:nvPr>
        </p:nvSpPr>
        <p:spPr>
          <a:xfrm>
            <a:off x="1939925" y="3429000"/>
            <a:ext cx="3066790" cy="1903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1400"/>
              <a:buNone/>
              <a:defRPr sz="1400" b="0" i="0" cap="none">
                <a:solidFill>
                  <a:schemeClr val="dk2"/>
                </a:solidFill>
                <a:latin typeface="Arial"/>
                <a:ea typeface="Arial"/>
                <a:cs typeface="Arial"/>
                <a:sym typeface="Arial"/>
              </a:defRPr>
            </a:lvl1pPr>
            <a:lvl2pPr marL="914400" lvl="1" indent="-228600" algn="l">
              <a:lnSpc>
                <a:spcPct val="100000"/>
              </a:lnSpc>
              <a:spcBef>
                <a:spcPts val="0"/>
              </a:spcBef>
              <a:spcAft>
                <a:spcPts val="0"/>
              </a:spcAft>
              <a:buClr>
                <a:schemeClr val="dk2"/>
              </a:buClr>
              <a:buSzPts val="1400"/>
              <a:buNone/>
              <a:defRPr sz="1400" b="0" cap="none">
                <a:solidFill>
                  <a:schemeClr val="dk2"/>
                </a:solidFill>
                <a:latin typeface="Arial"/>
                <a:ea typeface="Arial"/>
                <a:cs typeface="Arial"/>
                <a:sym typeface="Arial"/>
              </a:defRPr>
            </a:lvl2pPr>
            <a:lvl3pPr marL="1371600" lvl="2" indent="-228600" algn="l">
              <a:lnSpc>
                <a:spcPct val="88888"/>
              </a:lnSpc>
              <a:spcBef>
                <a:spcPts val="600"/>
              </a:spcBef>
              <a:spcAft>
                <a:spcPts val="0"/>
              </a:spcAft>
              <a:buSzPts val="1800"/>
              <a:buNone/>
              <a:defRPr sz="1800" b="1"/>
            </a:lvl3pPr>
            <a:lvl4pPr marL="1828800" lvl="3" indent="-228600" algn="l">
              <a:lnSpc>
                <a:spcPct val="100000"/>
              </a:lnSpc>
              <a:spcBef>
                <a:spcPts val="10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100000"/>
              </a:lnSpc>
              <a:spcBef>
                <a:spcPts val="0"/>
              </a:spcBef>
              <a:spcAft>
                <a:spcPts val="0"/>
              </a:spcAft>
              <a:buClr>
                <a:schemeClr val="dk1"/>
              </a:buClr>
              <a:buSzPts val="1600"/>
              <a:buNone/>
              <a:defRPr sz="1600" b="1"/>
            </a:lvl6pPr>
            <a:lvl7pPr marL="3200400" lvl="6" indent="-228600" algn="l">
              <a:lnSpc>
                <a:spcPct val="100000"/>
              </a:lnSpc>
              <a:spcBef>
                <a:spcPts val="1800"/>
              </a:spcBef>
              <a:spcAft>
                <a:spcPts val="0"/>
              </a:spcAft>
              <a:buClr>
                <a:schemeClr val="dk1"/>
              </a:buClr>
              <a:buSzPts val="1600"/>
              <a:buNone/>
              <a:defRPr sz="1600" b="1"/>
            </a:lvl7pPr>
            <a:lvl8pPr marL="3657600" lvl="7" indent="-228600" algn="l">
              <a:lnSpc>
                <a:spcPct val="100000"/>
              </a:lnSpc>
              <a:spcBef>
                <a:spcPts val="600"/>
              </a:spcBef>
              <a:spcAft>
                <a:spcPts val="0"/>
              </a:spcAft>
              <a:buClr>
                <a:schemeClr val="dk1"/>
              </a:buClr>
              <a:buSzPts val="1600"/>
              <a:buNone/>
              <a:defRPr sz="1600" b="1"/>
            </a:lvl8pPr>
            <a:lvl9pPr marL="4114800" lvl="8" indent="-228600" algn="l">
              <a:lnSpc>
                <a:spcPct val="100000"/>
              </a:lnSpc>
              <a:spcBef>
                <a:spcPts val="600"/>
              </a:spcBef>
              <a:spcAft>
                <a:spcPts val="0"/>
              </a:spcAft>
              <a:buClr>
                <a:schemeClr val="dk1"/>
              </a:buClr>
              <a:buSzPts val="1600"/>
              <a:buNone/>
              <a:defRPr sz="1600" b="1"/>
            </a:lvl9pPr>
          </a:lstStyle>
          <a:p>
            <a:endParaRPr/>
          </a:p>
        </p:txBody>
      </p:sp>
      <p:sp>
        <p:nvSpPr>
          <p:cNvPr id="452" name="Google Shape;452;p118"/>
          <p:cNvSpPr txBox="1">
            <a:spLocks noGrp="1"/>
          </p:cNvSpPr>
          <p:nvPr>
            <p:ph type="ctrTitle"/>
          </p:nvPr>
        </p:nvSpPr>
        <p:spPr>
          <a:xfrm>
            <a:off x="479425" y="671513"/>
            <a:ext cx="5846424" cy="2352902"/>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accent2"/>
              </a:buClr>
              <a:buSzPts val="4800"/>
              <a:buFont typeface="Times New Roman"/>
              <a:buNone/>
              <a:defRPr sz="48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3" name="Google Shape;453;p118"/>
          <p:cNvSpPr>
            <a:spLocks noGrp="1"/>
          </p:cNvSpPr>
          <p:nvPr>
            <p:ph type="pic" idx="2"/>
          </p:nvPr>
        </p:nvSpPr>
        <p:spPr>
          <a:xfrm>
            <a:off x="488134" y="3437709"/>
            <a:ext cx="968785" cy="968780"/>
          </a:xfrm>
          <a:prstGeom prst="ellipse">
            <a:avLst/>
          </a:prstGeom>
          <a:solidFill>
            <a:schemeClr val="accent3"/>
          </a:solid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1_End slide purple">
  <p:cSld name="1_End slide purple">
    <p:bg>
      <p:bgPr>
        <a:solidFill>
          <a:schemeClr val="accent2"/>
        </a:solidFill>
        <a:effectLst/>
      </p:bgPr>
    </p:bg>
    <p:spTree>
      <p:nvGrpSpPr>
        <p:cNvPr id="1" name="Shape 454"/>
        <p:cNvGrpSpPr/>
        <p:nvPr/>
      </p:nvGrpSpPr>
      <p:grpSpPr>
        <a:xfrm>
          <a:off x="0" y="0"/>
          <a:ext cx="0" cy="0"/>
          <a:chOff x="0" y="0"/>
          <a:chExt cx="0" cy="0"/>
        </a:xfrm>
      </p:grpSpPr>
      <p:sp>
        <p:nvSpPr>
          <p:cNvPr id="455" name="Google Shape;455;p70"/>
          <p:cNvSpPr txBox="1">
            <a:spLocks noGrp="1"/>
          </p:cNvSpPr>
          <p:nvPr>
            <p:ph type="ctrTitle"/>
          </p:nvPr>
        </p:nvSpPr>
        <p:spPr>
          <a:xfrm>
            <a:off x="992187" y="4633060"/>
            <a:ext cx="6796088" cy="590931"/>
          </a:xfrm>
          <a:prstGeom prst="rect">
            <a:avLst/>
          </a:prstGeom>
          <a:noFill/>
          <a:ln>
            <a:noFill/>
          </a:ln>
        </p:spPr>
        <p:txBody>
          <a:bodyPr spcFirstLastPara="1" wrap="square" lIns="0" tIns="0" rIns="0" bIns="0" anchor="t" anchorCtr="0">
            <a:spAutoFit/>
          </a:bodyPr>
          <a:lstStyle>
            <a:lvl1pPr lvl="0" algn="l">
              <a:lnSpc>
                <a:spcPct val="80000"/>
              </a:lnSpc>
              <a:spcBef>
                <a:spcPts val="0"/>
              </a:spcBef>
              <a:spcAft>
                <a:spcPts val="0"/>
              </a:spcAft>
              <a:buClr>
                <a:schemeClr val="lt1"/>
              </a:buClr>
              <a:buSzPts val="4800"/>
              <a:buFont typeface="Times New Roman"/>
              <a:buNone/>
              <a:defRPr sz="48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56" name="Google Shape;456;p70"/>
          <p:cNvPicPr preferRelativeResize="0"/>
          <p:nvPr/>
        </p:nvPicPr>
        <p:blipFill rotWithShape="1">
          <a:blip r:embed="rId2">
            <a:alphaModFix/>
          </a:blip>
          <a:srcRect/>
          <a:stretch/>
        </p:blipFill>
        <p:spPr>
          <a:xfrm>
            <a:off x="965200" y="664254"/>
            <a:ext cx="1080195" cy="341383"/>
          </a:xfrm>
          <a:prstGeom prst="rect">
            <a:avLst/>
          </a:prstGeom>
          <a:noFill/>
          <a:ln>
            <a:noFill/>
          </a:ln>
        </p:spPr>
      </p:pic>
      <p:sp>
        <p:nvSpPr>
          <p:cNvPr id="457" name="Google Shape;457;p70"/>
          <p:cNvSpPr txBox="1">
            <a:spLocks noGrp="1"/>
          </p:cNvSpPr>
          <p:nvPr>
            <p:ph type="body" idx="1"/>
          </p:nvPr>
        </p:nvSpPr>
        <p:spPr>
          <a:xfrm>
            <a:off x="992187" y="5741822"/>
            <a:ext cx="6796088" cy="277978"/>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600"/>
              <a:buNone/>
              <a:defRPr sz="1600" b="0" i="0" cap="none">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600"/>
              <a:buNone/>
              <a:defRPr sz="1600" b="0">
                <a:solidFill>
                  <a:schemeClr val="lt1"/>
                </a:solidFill>
                <a:latin typeface="Arial"/>
                <a:ea typeface="Arial"/>
                <a:cs typeface="Arial"/>
                <a:sym typeface="Arial"/>
              </a:defRPr>
            </a:lvl2pPr>
            <a:lvl3pPr marL="1371600" lvl="2" indent="-228600" algn="l">
              <a:lnSpc>
                <a:spcPct val="106666"/>
              </a:lnSpc>
              <a:spcBef>
                <a:spcPts val="600"/>
              </a:spcBef>
              <a:spcAft>
                <a:spcPts val="0"/>
              </a:spcAft>
              <a:buSzPts val="1500"/>
              <a:buNone/>
              <a:defRPr sz="1500" b="0"/>
            </a:lvl3pPr>
            <a:lvl4pPr marL="1828800" lvl="3" indent="-228600" algn="l">
              <a:lnSpc>
                <a:spcPct val="106666"/>
              </a:lnSpc>
              <a:spcBef>
                <a:spcPts val="1000"/>
              </a:spcBef>
              <a:spcAft>
                <a:spcPts val="0"/>
              </a:spcAft>
              <a:buClr>
                <a:schemeClr val="lt1"/>
              </a:buClr>
              <a:buSzPts val="1500"/>
              <a:buNone/>
              <a:defRPr sz="1500" b="0"/>
            </a:lvl4pPr>
            <a:lvl5pPr marL="2286000" lvl="4" indent="-228600" algn="l">
              <a:lnSpc>
                <a:spcPct val="106666"/>
              </a:lnSpc>
              <a:spcBef>
                <a:spcPts val="600"/>
              </a:spcBef>
              <a:spcAft>
                <a:spcPts val="0"/>
              </a:spcAft>
              <a:buClr>
                <a:schemeClr val="lt1"/>
              </a:buClr>
              <a:buSzPts val="1500"/>
              <a:buNone/>
              <a:defRPr sz="1500" b="0"/>
            </a:lvl5pPr>
            <a:lvl6pPr marL="2743200" lvl="5" indent="-228600" algn="l">
              <a:lnSpc>
                <a:spcPct val="106666"/>
              </a:lnSpc>
              <a:spcBef>
                <a:spcPts val="0"/>
              </a:spcBef>
              <a:spcAft>
                <a:spcPts val="0"/>
              </a:spcAft>
              <a:buClr>
                <a:schemeClr val="lt1"/>
              </a:buClr>
              <a:buSzPts val="1500"/>
              <a:buNone/>
              <a:defRPr sz="1500" b="0"/>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pic>
        <p:nvPicPr>
          <p:cNvPr id="458" name="Google Shape;458;p70"/>
          <p:cNvPicPr preferRelativeResize="0"/>
          <p:nvPr/>
        </p:nvPicPr>
        <p:blipFill rotWithShape="1">
          <a:blip r:embed="rId3">
            <a:alphaModFix/>
          </a:blip>
          <a:srcRect/>
          <a:stretch/>
        </p:blipFill>
        <p:spPr>
          <a:xfrm>
            <a:off x="7805482" y="664254"/>
            <a:ext cx="3995224" cy="136894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End slide purple">
  <p:cSld name="End slide purple">
    <p:bg>
      <p:bgPr>
        <a:solidFill>
          <a:schemeClr val="dk2"/>
        </a:solidFill>
        <a:effectLst/>
      </p:bgPr>
    </p:bg>
    <p:spTree>
      <p:nvGrpSpPr>
        <p:cNvPr id="1" name="Shape 459"/>
        <p:cNvGrpSpPr/>
        <p:nvPr/>
      </p:nvGrpSpPr>
      <p:grpSpPr>
        <a:xfrm>
          <a:off x="0" y="0"/>
          <a:ext cx="0" cy="0"/>
          <a:chOff x="0" y="0"/>
          <a:chExt cx="0" cy="0"/>
        </a:xfrm>
      </p:grpSpPr>
      <p:pic>
        <p:nvPicPr>
          <p:cNvPr id="460" name="Google Shape;460;p119"/>
          <p:cNvPicPr preferRelativeResize="0"/>
          <p:nvPr/>
        </p:nvPicPr>
        <p:blipFill rotWithShape="1">
          <a:blip r:embed="rId2">
            <a:alphaModFix/>
          </a:blip>
          <a:srcRect/>
          <a:stretch/>
        </p:blipFill>
        <p:spPr>
          <a:xfrm>
            <a:off x="965200" y="687772"/>
            <a:ext cx="1080195" cy="341383"/>
          </a:xfrm>
          <a:prstGeom prst="rect">
            <a:avLst/>
          </a:prstGeom>
          <a:noFill/>
          <a:ln>
            <a:noFill/>
          </a:ln>
        </p:spPr>
      </p:pic>
      <p:sp>
        <p:nvSpPr>
          <p:cNvPr id="461" name="Google Shape;461;p119"/>
          <p:cNvSpPr txBox="1">
            <a:spLocks noGrp="1"/>
          </p:cNvSpPr>
          <p:nvPr>
            <p:ph type="ctrTitle"/>
          </p:nvPr>
        </p:nvSpPr>
        <p:spPr>
          <a:xfrm>
            <a:off x="992187" y="1596079"/>
            <a:ext cx="6796088" cy="1394547"/>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5400"/>
              <a:buFont typeface="Times New Roman"/>
              <a:buNone/>
              <a:defRPr sz="5400" b="1"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2" name="Google Shape;462;p119"/>
          <p:cNvSpPr txBox="1">
            <a:spLocks noGrp="1"/>
          </p:cNvSpPr>
          <p:nvPr>
            <p:ph type="body" idx="1"/>
          </p:nvPr>
        </p:nvSpPr>
        <p:spPr>
          <a:xfrm>
            <a:off x="965200" y="4887966"/>
            <a:ext cx="2521919" cy="277979"/>
          </a:xfrm>
          <a:prstGeom prst="rect">
            <a:avLst/>
          </a:prstGeom>
          <a:noFill/>
          <a:ln>
            <a:noFill/>
          </a:ln>
        </p:spPr>
        <p:txBody>
          <a:bodyPr spcFirstLastPara="1" wrap="square" lIns="0" tIns="0" rIns="0" bIns="0" anchor="ctr" anchorCtr="0">
            <a:noAutofit/>
          </a:bodyPr>
          <a:lstStyle>
            <a:lvl1pPr marL="457200" lvl="0" indent="-228600" algn="l">
              <a:lnSpc>
                <a:spcPct val="112500"/>
              </a:lnSpc>
              <a:spcBef>
                <a:spcPts val="0"/>
              </a:spcBef>
              <a:spcAft>
                <a:spcPts val="0"/>
              </a:spcAft>
              <a:buClr>
                <a:schemeClr val="lt1"/>
              </a:buClr>
              <a:buSzPts val="1600"/>
              <a:buFont typeface="Arial"/>
              <a:buNone/>
              <a:defRPr sz="1600" b="0">
                <a:solidFill>
                  <a:schemeClr val="lt1"/>
                </a:solidFill>
                <a:latin typeface="Times New Roman"/>
                <a:ea typeface="Times New Roman"/>
                <a:cs typeface="Times New Roman"/>
                <a:sym typeface="Times New Roman"/>
              </a:defRPr>
            </a:lvl1pPr>
            <a:lvl2pPr marL="914400" lvl="1" indent="-228600" algn="ctr">
              <a:lnSpc>
                <a:spcPct val="114285"/>
              </a:lnSpc>
              <a:spcBef>
                <a:spcPts val="0"/>
              </a:spcBef>
              <a:spcAft>
                <a:spcPts val="0"/>
              </a:spcAft>
              <a:buClr>
                <a:schemeClr val="accent1"/>
              </a:buClr>
              <a:buSzPts val="1400"/>
              <a:buFont typeface="Arial"/>
              <a:buNone/>
              <a:defRPr sz="1400" b="1">
                <a:solidFill>
                  <a:schemeClr val="accent1"/>
                </a:solidFill>
              </a:defRPr>
            </a:lvl2pPr>
            <a:lvl3pPr marL="1371600" lvl="2" indent="-228600" algn="ctr">
              <a:lnSpc>
                <a:spcPct val="114285"/>
              </a:lnSpc>
              <a:spcBef>
                <a:spcPts val="0"/>
              </a:spcBef>
              <a:spcAft>
                <a:spcPts val="0"/>
              </a:spcAft>
              <a:buSzPts val="1400"/>
              <a:buNone/>
              <a:defRPr sz="1400" b="1">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b="1">
                <a:solidFill>
                  <a:schemeClr val="accent1"/>
                </a:solidFill>
              </a:defRPr>
            </a:lvl4pPr>
            <a:lvl5pPr marL="2286000" lvl="4" indent="-228600" algn="ctr">
              <a:lnSpc>
                <a:spcPct val="114285"/>
              </a:lnSpc>
              <a:spcBef>
                <a:spcPts val="0"/>
              </a:spcBef>
              <a:spcAft>
                <a:spcPts val="0"/>
              </a:spcAft>
              <a:buClr>
                <a:schemeClr val="accent1"/>
              </a:buClr>
              <a:buSzPts val="1400"/>
              <a:buNone/>
              <a:defRPr sz="1400" b="1">
                <a:solidFill>
                  <a:schemeClr val="accent1"/>
                </a:solidFill>
              </a:defRPr>
            </a:lvl5pPr>
            <a:lvl6pPr marL="2743200" lvl="5" indent="-228600" algn="ctr">
              <a:lnSpc>
                <a:spcPct val="114285"/>
              </a:lnSpc>
              <a:spcBef>
                <a:spcPts val="0"/>
              </a:spcBef>
              <a:spcAft>
                <a:spcPts val="0"/>
              </a:spcAft>
              <a:buClr>
                <a:schemeClr val="accent1"/>
              </a:buClr>
              <a:buSzPts val="1400"/>
              <a:buNone/>
              <a:defRPr sz="1400" b="1">
                <a:solidFill>
                  <a:schemeClr val="accent1"/>
                </a:solidFill>
              </a:defRPr>
            </a:lvl6pPr>
            <a:lvl7pPr marL="3200400" lvl="6" indent="-228600" algn="ctr">
              <a:lnSpc>
                <a:spcPct val="100000"/>
              </a:lnSpc>
              <a:spcBef>
                <a:spcPts val="0"/>
              </a:spcBef>
              <a:spcAft>
                <a:spcPts val="0"/>
              </a:spcAft>
              <a:buClr>
                <a:schemeClr val="accent1"/>
              </a:buClr>
              <a:buSzPts val="1400"/>
              <a:buNone/>
              <a:defRPr sz="1400" b="1">
                <a:solidFill>
                  <a:schemeClr val="accent1"/>
                </a:solidFill>
              </a:defRPr>
            </a:lvl7pPr>
            <a:lvl8pPr marL="3657600" lvl="7" indent="-228600" algn="ctr">
              <a:lnSpc>
                <a:spcPct val="100000"/>
              </a:lnSpc>
              <a:spcBef>
                <a:spcPts val="0"/>
              </a:spcBef>
              <a:spcAft>
                <a:spcPts val="0"/>
              </a:spcAft>
              <a:buClr>
                <a:schemeClr val="accent1"/>
              </a:buClr>
              <a:buSzPts val="1400"/>
              <a:buNone/>
              <a:defRPr sz="1400" b="1">
                <a:solidFill>
                  <a:schemeClr val="accent1"/>
                </a:solidFill>
              </a:defRPr>
            </a:lvl8pPr>
            <a:lvl9pPr marL="4114800" lvl="8" indent="-228600" algn="ctr">
              <a:lnSpc>
                <a:spcPct val="100000"/>
              </a:lnSpc>
              <a:spcBef>
                <a:spcPts val="0"/>
              </a:spcBef>
              <a:spcAft>
                <a:spcPts val="0"/>
              </a:spcAft>
              <a:buClr>
                <a:schemeClr val="accent1"/>
              </a:buClr>
              <a:buSzPts val="1400"/>
              <a:buNone/>
              <a:defRPr sz="1400" b="1">
                <a:solidFill>
                  <a:schemeClr val="accent1"/>
                </a:solidFill>
              </a:defRPr>
            </a:lvl9pPr>
          </a:lstStyle>
          <a:p>
            <a:endParaRPr/>
          </a:p>
        </p:txBody>
      </p:sp>
      <p:sp>
        <p:nvSpPr>
          <p:cNvPr id="463" name="Google Shape;463;p119"/>
          <p:cNvSpPr txBox="1">
            <a:spLocks noGrp="1"/>
          </p:cNvSpPr>
          <p:nvPr>
            <p:ph type="body" idx="2"/>
          </p:nvPr>
        </p:nvSpPr>
        <p:spPr>
          <a:xfrm>
            <a:off x="965200" y="5252146"/>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64" name="Google Shape;464;p119"/>
          <p:cNvSpPr txBox="1">
            <a:spLocks noGrp="1"/>
          </p:cNvSpPr>
          <p:nvPr>
            <p:ph type="body" idx="3"/>
          </p:nvPr>
        </p:nvSpPr>
        <p:spPr>
          <a:xfrm>
            <a:off x="965200" y="5464390"/>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65" name="Google Shape;465;p119"/>
          <p:cNvSpPr txBox="1">
            <a:spLocks noGrp="1"/>
          </p:cNvSpPr>
          <p:nvPr>
            <p:ph type="body" idx="4"/>
          </p:nvPr>
        </p:nvSpPr>
        <p:spPr>
          <a:xfrm>
            <a:off x="965200" y="5676634"/>
            <a:ext cx="2521919" cy="18460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2"/>
              </a:buClr>
              <a:buSzPts val="1000"/>
              <a:buFont typeface="Arial"/>
              <a:buNone/>
              <a:defRPr sz="1000" b="0">
                <a:solidFill>
                  <a:schemeClr val="lt2"/>
                </a:solidFill>
                <a:latin typeface="Arial"/>
                <a:ea typeface="Arial"/>
                <a:cs typeface="Arial"/>
                <a:sym typeface="Aria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66" name="Google Shape;466;p119"/>
          <p:cNvSpPr txBox="1">
            <a:spLocks noGrp="1"/>
          </p:cNvSpPr>
          <p:nvPr>
            <p:ph type="body" idx="5"/>
          </p:nvPr>
        </p:nvSpPr>
        <p:spPr>
          <a:xfrm>
            <a:off x="965200" y="5888878"/>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lt2"/>
              </a:buClr>
              <a:buSzPts val="1000"/>
              <a:buFont typeface="Arial"/>
              <a:buNone/>
              <a:defRPr sz="1000" b="0">
                <a:solidFill>
                  <a:schemeClr val="l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67" name="Google Shape;467;p119"/>
          <p:cNvSpPr txBox="1">
            <a:spLocks noGrp="1"/>
          </p:cNvSpPr>
          <p:nvPr>
            <p:ph type="body" idx="6"/>
          </p:nvPr>
        </p:nvSpPr>
        <p:spPr>
          <a:xfrm>
            <a:off x="992187" y="3447821"/>
            <a:ext cx="6796088" cy="277978"/>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accent2"/>
              </a:buClr>
              <a:buSzPts val="1600"/>
              <a:buNone/>
              <a:defRPr sz="1600" b="0" i="0" cap="none">
                <a:solidFill>
                  <a:schemeClr val="accent2"/>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600"/>
              <a:buNone/>
              <a:defRPr sz="1600" b="0">
                <a:solidFill>
                  <a:schemeClr val="lt1"/>
                </a:solidFill>
                <a:latin typeface="Arial"/>
                <a:ea typeface="Arial"/>
                <a:cs typeface="Arial"/>
                <a:sym typeface="Arial"/>
              </a:defRPr>
            </a:lvl2pPr>
            <a:lvl3pPr marL="1371600" lvl="2" indent="-228600" algn="l">
              <a:lnSpc>
                <a:spcPct val="106666"/>
              </a:lnSpc>
              <a:spcBef>
                <a:spcPts val="600"/>
              </a:spcBef>
              <a:spcAft>
                <a:spcPts val="0"/>
              </a:spcAft>
              <a:buSzPts val="1500"/>
              <a:buNone/>
              <a:defRPr sz="1500" b="0"/>
            </a:lvl3pPr>
            <a:lvl4pPr marL="1828800" lvl="3" indent="-228600" algn="l">
              <a:lnSpc>
                <a:spcPct val="106666"/>
              </a:lnSpc>
              <a:spcBef>
                <a:spcPts val="1000"/>
              </a:spcBef>
              <a:spcAft>
                <a:spcPts val="0"/>
              </a:spcAft>
              <a:buClr>
                <a:schemeClr val="lt1"/>
              </a:buClr>
              <a:buSzPts val="1500"/>
              <a:buNone/>
              <a:defRPr sz="1500" b="0"/>
            </a:lvl4pPr>
            <a:lvl5pPr marL="2286000" lvl="4" indent="-228600" algn="l">
              <a:lnSpc>
                <a:spcPct val="106666"/>
              </a:lnSpc>
              <a:spcBef>
                <a:spcPts val="600"/>
              </a:spcBef>
              <a:spcAft>
                <a:spcPts val="0"/>
              </a:spcAft>
              <a:buClr>
                <a:schemeClr val="lt1"/>
              </a:buClr>
              <a:buSzPts val="1500"/>
              <a:buNone/>
              <a:defRPr sz="1500" b="0"/>
            </a:lvl5pPr>
            <a:lvl6pPr marL="2743200" lvl="5" indent="-228600" algn="l">
              <a:lnSpc>
                <a:spcPct val="106666"/>
              </a:lnSpc>
              <a:spcBef>
                <a:spcPts val="0"/>
              </a:spcBef>
              <a:spcAft>
                <a:spcPts val="0"/>
              </a:spcAft>
              <a:buClr>
                <a:schemeClr val="lt1"/>
              </a:buClr>
              <a:buSzPts val="1500"/>
              <a:buNone/>
              <a:defRPr sz="1500" b="0"/>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sp>
        <p:nvSpPr>
          <p:cNvPr id="468" name="Google Shape;468;p119"/>
          <p:cNvSpPr txBox="1">
            <a:spLocks noGrp="1"/>
          </p:cNvSpPr>
          <p:nvPr>
            <p:ph type="body" idx="7"/>
          </p:nvPr>
        </p:nvSpPr>
        <p:spPr>
          <a:xfrm>
            <a:off x="8496578" y="1604585"/>
            <a:ext cx="2922588" cy="277978"/>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accent2"/>
              </a:buClr>
              <a:buSzPts val="1600"/>
              <a:buNone/>
              <a:defRPr sz="1600" b="0" i="0" cap="none">
                <a:solidFill>
                  <a:schemeClr val="accent2"/>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600"/>
              <a:buNone/>
              <a:defRPr sz="1600" b="0">
                <a:solidFill>
                  <a:schemeClr val="lt1"/>
                </a:solidFill>
                <a:latin typeface="Arial"/>
                <a:ea typeface="Arial"/>
                <a:cs typeface="Arial"/>
                <a:sym typeface="Arial"/>
              </a:defRPr>
            </a:lvl2pPr>
            <a:lvl3pPr marL="1371600" lvl="2" indent="-228600" algn="l">
              <a:lnSpc>
                <a:spcPct val="106666"/>
              </a:lnSpc>
              <a:spcBef>
                <a:spcPts val="600"/>
              </a:spcBef>
              <a:spcAft>
                <a:spcPts val="0"/>
              </a:spcAft>
              <a:buSzPts val="1500"/>
              <a:buNone/>
              <a:defRPr sz="1500" b="0"/>
            </a:lvl3pPr>
            <a:lvl4pPr marL="1828800" lvl="3" indent="-228600" algn="l">
              <a:lnSpc>
                <a:spcPct val="106666"/>
              </a:lnSpc>
              <a:spcBef>
                <a:spcPts val="1000"/>
              </a:spcBef>
              <a:spcAft>
                <a:spcPts val="0"/>
              </a:spcAft>
              <a:buClr>
                <a:schemeClr val="lt1"/>
              </a:buClr>
              <a:buSzPts val="1500"/>
              <a:buNone/>
              <a:defRPr sz="1500" b="0"/>
            </a:lvl4pPr>
            <a:lvl5pPr marL="2286000" lvl="4" indent="-228600" algn="l">
              <a:lnSpc>
                <a:spcPct val="106666"/>
              </a:lnSpc>
              <a:spcBef>
                <a:spcPts val="600"/>
              </a:spcBef>
              <a:spcAft>
                <a:spcPts val="0"/>
              </a:spcAft>
              <a:buClr>
                <a:schemeClr val="lt1"/>
              </a:buClr>
              <a:buSzPts val="1500"/>
              <a:buNone/>
              <a:defRPr sz="1500" b="0"/>
            </a:lvl5pPr>
            <a:lvl6pPr marL="2743200" lvl="5" indent="-228600" algn="l">
              <a:lnSpc>
                <a:spcPct val="106666"/>
              </a:lnSpc>
              <a:spcBef>
                <a:spcPts val="0"/>
              </a:spcBef>
              <a:spcAft>
                <a:spcPts val="0"/>
              </a:spcAft>
              <a:buClr>
                <a:schemeClr val="lt1"/>
              </a:buClr>
              <a:buSzPts val="1500"/>
              <a:buNone/>
              <a:defRPr sz="1500" b="0"/>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sp>
        <p:nvSpPr>
          <p:cNvPr id="469" name="Google Shape;469;p119"/>
          <p:cNvSpPr>
            <a:spLocks noGrp="1"/>
          </p:cNvSpPr>
          <p:nvPr>
            <p:ph type="pic" idx="8"/>
          </p:nvPr>
        </p:nvSpPr>
        <p:spPr>
          <a:xfrm>
            <a:off x="965200" y="3975165"/>
            <a:ext cx="804228" cy="804224"/>
          </a:xfrm>
          <a:prstGeom prst="ellipse">
            <a:avLst/>
          </a:prstGeom>
          <a:solidFill>
            <a:schemeClr val="accent3"/>
          </a:solidFill>
          <a:ln>
            <a:noFill/>
          </a:ln>
        </p:spPr>
      </p:sp>
      <p:sp>
        <p:nvSpPr>
          <p:cNvPr id="470" name="Google Shape;470;p119"/>
          <p:cNvSpPr txBox="1">
            <a:spLocks noGrp="1"/>
          </p:cNvSpPr>
          <p:nvPr>
            <p:ph type="body" idx="9"/>
          </p:nvPr>
        </p:nvSpPr>
        <p:spPr>
          <a:xfrm>
            <a:off x="3886200" y="4899455"/>
            <a:ext cx="2521919" cy="277979"/>
          </a:xfrm>
          <a:prstGeom prst="rect">
            <a:avLst/>
          </a:prstGeom>
          <a:noFill/>
          <a:ln>
            <a:noFill/>
          </a:ln>
        </p:spPr>
        <p:txBody>
          <a:bodyPr spcFirstLastPara="1" wrap="square" lIns="0" tIns="0" rIns="0" bIns="0" anchor="ctr" anchorCtr="0">
            <a:noAutofit/>
          </a:bodyPr>
          <a:lstStyle>
            <a:lvl1pPr marL="457200" lvl="0" indent="-228600" algn="l">
              <a:lnSpc>
                <a:spcPct val="112500"/>
              </a:lnSpc>
              <a:spcBef>
                <a:spcPts val="0"/>
              </a:spcBef>
              <a:spcAft>
                <a:spcPts val="0"/>
              </a:spcAft>
              <a:buClr>
                <a:schemeClr val="lt1"/>
              </a:buClr>
              <a:buSzPts val="1600"/>
              <a:buFont typeface="Arial"/>
              <a:buNone/>
              <a:defRPr sz="1600" b="0">
                <a:solidFill>
                  <a:schemeClr val="lt1"/>
                </a:solidFill>
                <a:latin typeface="Times New Roman"/>
                <a:ea typeface="Times New Roman"/>
                <a:cs typeface="Times New Roman"/>
                <a:sym typeface="Times New Roman"/>
              </a:defRPr>
            </a:lvl1pPr>
            <a:lvl2pPr marL="914400" lvl="1" indent="-228600" algn="ctr">
              <a:lnSpc>
                <a:spcPct val="114285"/>
              </a:lnSpc>
              <a:spcBef>
                <a:spcPts val="0"/>
              </a:spcBef>
              <a:spcAft>
                <a:spcPts val="0"/>
              </a:spcAft>
              <a:buClr>
                <a:schemeClr val="accent1"/>
              </a:buClr>
              <a:buSzPts val="1400"/>
              <a:buFont typeface="Arial"/>
              <a:buNone/>
              <a:defRPr sz="1400" b="1">
                <a:solidFill>
                  <a:schemeClr val="accent1"/>
                </a:solidFill>
              </a:defRPr>
            </a:lvl2pPr>
            <a:lvl3pPr marL="1371600" lvl="2" indent="-228600" algn="ctr">
              <a:lnSpc>
                <a:spcPct val="114285"/>
              </a:lnSpc>
              <a:spcBef>
                <a:spcPts val="0"/>
              </a:spcBef>
              <a:spcAft>
                <a:spcPts val="0"/>
              </a:spcAft>
              <a:buSzPts val="1400"/>
              <a:buNone/>
              <a:defRPr sz="1400" b="1">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b="1">
                <a:solidFill>
                  <a:schemeClr val="accent1"/>
                </a:solidFill>
              </a:defRPr>
            </a:lvl4pPr>
            <a:lvl5pPr marL="2286000" lvl="4" indent="-228600" algn="ctr">
              <a:lnSpc>
                <a:spcPct val="114285"/>
              </a:lnSpc>
              <a:spcBef>
                <a:spcPts val="0"/>
              </a:spcBef>
              <a:spcAft>
                <a:spcPts val="0"/>
              </a:spcAft>
              <a:buClr>
                <a:schemeClr val="accent1"/>
              </a:buClr>
              <a:buSzPts val="1400"/>
              <a:buNone/>
              <a:defRPr sz="1400" b="1">
                <a:solidFill>
                  <a:schemeClr val="accent1"/>
                </a:solidFill>
              </a:defRPr>
            </a:lvl5pPr>
            <a:lvl6pPr marL="2743200" lvl="5" indent="-228600" algn="ctr">
              <a:lnSpc>
                <a:spcPct val="114285"/>
              </a:lnSpc>
              <a:spcBef>
                <a:spcPts val="0"/>
              </a:spcBef>
              <a:spcAft>
                <a:spcPts val="0"/>
              </a:spcAft>
              <a:buClr>
                <a:schemeClr val="accent1"/>
              </a:buClr>
              <a:buSzPts val="1400"/>
              <a:buNone/>
              <a:defRPr sz="1400" b="1">
                <a:solidFill>
                  <a:schemeClr val="accent1"/>
                </a:solidFill>
              </a:defRPr>
            </a:lvl6pPr>
            <a:lvl7pPr marL="3200400" lvl="6" indent="-228600" algn="ctr">
              <a:lnSpc>
                <a:spcPct val="100000"/>
              </a:lnSpc>
              <a:spcBef>
                <a:spcPts val="0"/>
              </a:spcBef>
              <a:spcAft>
                <a:spcPts val="0"/>
              </a:spcAft>
              <a:buClr>
                <a:schemeClr val="accent1"/>
              </a:buClr>
              <a:buSzPts val="1400"/>
              <a:buNone/>
              <a:defRPr sz="1400" b="1">
                <a:solidFill>
                  <a:schemeClr val="accent1"/>
                </a:solidFill>
              </a:defRPr>
            </a:lvl7pPr>
            <a:lvl8pPr marL="3657600" lvl="7" indent="-228600" algn="ctr">
              <a:lnSpc>
                <a:spcPct val="100000"/>
              </a:lnSpc>
              <a:spcBef>
                <a:spcPts val="0"/>
              </a:spcBef>
              <a:spcAft>
                <a:spcPts val="0"/>
              </a:spcAft>
              <a:buClr>
                <a:schemeClr val="accent1"/>
              </a:buClr>
              <a:buSzPts val="1400"/>
              <a:buNone/>
              <a:defRPr sz="1400" b="1">
                <a:solidFill>
                  <a:schemeClr val="accent1"/>
                </a:solidFill>
              </a:defRPr>
            </a:lvl8pPr>
            <a:lvl9pPr marL="4114800" lvl="8" indent="-228600" algn="ctr">
              <a:lnSpc>
                <a:spcPct val="100000"/>
              </a:lnSpc>
              <a:spcBef>
                <a:spcPts val="0"/>
              </a:spcBef>
              <a:spcAft>
                <a:spcPts val="0"/>
              </a:spcAft>
              <a:buClr>
                <a:schemeClr val="accent1"/>
              </a:buClr>
              <a:buSzPts val="1400"/>
              <a:buNone/>
              <a:defRPr sz="1400" b="1">
                <a:solidFill>
                  <a:schemeClr val="accent1"/>
                </a:solidFill>
              </a:defRPr>
            </a:lvl9pPr>
          </a:lstStyle>
          <a:p>
            <a:endParaRPr/>
          </a:p>
        </p:txBody>
      </p:sp>
      <p:sp>
        <p:nvSpPr>
          <p:cNvPr id="471" name="Google Shape;471;p119"/>
          <p:cNvSpPr>
            <a:spLocks noGrp="1"/>
          </p:cNvSpPr>
          <p:nvPr>
            <p:ph type="pic" idx="13"/>
          </p:nvPr>
        </p:nvSpPr>
        <p:spPr>
          <a:xfrm>
            <a:off x="3886200" y="3986654"/>
            <a:ext cx="804228" cy="804224"/>
          </a:xfrm>
          <a:prstGeom prst="ellipse">
            <a:avLst/>
          </a:prstGeom>
          <a:solidFill>
            <a:schemeClr val="accent3"/>
          </a:solidFill>
          <a:ln>
            <a:noFill/>
          </a:ln>
        </p:spPr>
      </p:sp>
      <p:sp>
        <p:nvSpPr>
          <p:cNvPr id="472" name="Google Shape;472;p119"/>
          <p:cNvSpPr txBox="1">
            <a:spLocks noGrp="1"/>
          </p:cNvSpPr>
          <p:nvPr>
            <p:ph type="body" idx="14"/>
          </p:nvPr>
        </p:nvSpPr>
        <p:spPr>
          <a:xfrm>
            <a:off x="6835088" y="4887966"/>
            <a:ext cx="2521919" cy="277979"/>
          </a:xfrm>
          <a:prstGeom prst="rect">
            <a:avLst/>
          </a:prstGeom>
          <a:noFill/>
          <a:ln>
            <a:noFill/>
          </a:ln>
        </p:spPr>
        <p:txBody>
          <a:bodyPr spcFirstLastPara="1" wrap="square" lIns="0" tIns="0" rIns="0" bIns="0" anchor="ctr" anchorCtr="0">
            <a:noAutofit/>
          </a:bodyPr>
          <a:lstStyle>
            <a:lvl1pPr marL="457200" lvl="0" indent="-228600" algn="l">
              <a:lnSpc>
                <a:spcPct val="112500"/>
              </a:lnSpc>
              <a:spcBef>
                <a:spcPts val="0"/>
              </a:spcBef>
              <a:spcAft>
                <a:spcPts val="0"/>
              </a:spcAft>
              <a:buClr>
                <a:schemeClr val="lt1"/>
              </a:buClr>
              <a:buSzPts val="1600"/>
              <a:buFont typeface="Arial"/>
              <a:buNone/>
              <a:defRPr sz="1600" b="0">
                <a:solidFill>
                  <a:schemeClr val="lt1"/>
                </a:solidFill>
                <a:latin typeface="Times New Roman"/>
                <a:ea typeface="Times New Roman"/>
                <a:cs typeface="Times New Roman"/>
                <a:sym typeface="Times New Roman"/>
              </a:defRPr>
            </a:lvl1pPr>
            <a:lvl2pPr marL="914400" lvl="1" indent="-228600" algn="ctr">
              <a:lnSpc>
                <a:spcPct val="114285"/>
              </a:lnSpc>
              <a:spcBef>
                <a:spcPts val="0"/>
              </a:spcBef>
              <a:spcAft>
                <a:spcPts val="0"/>
              </a:spcAft>
              <a:buClr>
                <a:schemeClr val="accent1"/>
              </a:buClr>
              <a:buSzPts val="1400"/>
              <a:buFont typeface="Arial"/>
              <a:buNone/>
              <a:defRPr sz="1400" b="1">
                <a:solidFill>
                  <a:schemeClr val="accent1"/>
                </a:solidFill>
              </a:defRPr>
            </a:lvl2pPr>
            <a:lvl3pPr marL="1371600" lvl="2" indent="-228600" algn="ctr">
              <a:lnSpc>
                <a:spcPct val="114285"/>
              </a:lnSpc>
              <a:spcBef>
                <a:spcPts val="0"/>
              </a:spcBef>
              <a:spcAft>
                <a:spcPts val="0"/>
              </a:spcAft>
              <a:buSzPts val="1400"/>
              <a:buNone/>
              <a:defRPr sz="1400" b="1">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b="1">
                <a:solidFill>
                  <a:schemeClr val="accent1"/>
                </a:solidFill>
              </a:defRPr>
            </a:lvl4pPr>
            <a:lvl5pPr marL="2286000" lvl="4" indent="-228600" algn="ctr">
              <a:lnSpc>
                <a:spcPct val="114285"/>
              </a:lnSpc>
              <a:spcBef>
                <a:spcPts val="0"/>
              </a:spcBef>
              <a:spcAft>
                <a:spcPts val="0"/>
              </a:spcAft>
              <a:buClr>
                <a:schemeClr val="accent1"/>
              </a:buClr>
              <a:buSzPts val="1400"/>
              <a:buNone/>
              <a:defRPr sz="1400" b="1">
                <a:solidFill>
                  <a:schemeClr val="accent1"/>
                </a:solidFill>
              </a:defRPr>
            </a:lvl5pPr>
            <a:lvl6pPr marL="2743200" lvl="5" indent="-228600" algn="ctr">
              <a:lnSpc>
                <a:spcPct val="114285"/>
              </a:lnSpc>
              <a:spcBef>
                <a:spcPts val="0"/>
              </a:spcBef>
              <a:spcAft>
                <a:spcPts val="0"/>
              </a:spcAft>
              <a:buClr>
                <a:schemeClr val="accent1"/>
              </a:buClr>
              <a:buSzPts val="1400"/>
              <a:buNone/>
              <a:defRPr sz="1400" b="1">
                <a:solidFill>
                  <a:schemeClr val="accent1"/>
                </a:solidFill>
              </a:defRPr>
            </a:lvl6pPr>
            <a:lvl7pPr marL="3200400" lvl="6" indent="-228600" algn="ctr">
              <a:lnSpc>
                <a:spcPct val="100000"/>
              </a:lnSpc>
              <a:spcBef>
                <a:spcPts val="0"/>
              </a:spcBef>
              <a:spcAft>
                <a:spcPts val="0"/>
              </a:spcAft>
              <a:buClr>
                <a:schemeClr val="accent1"/>
              </a:buClr>
              <a:buSzPts val="1400"/>
              <a:buNone/>
              <a:defRPr sz="1400" b="1">
                <a:solidFill>
                  <a:schemeClr val="accent1"/>
                </a:solidFill>
              </a:defRPr>
            </a:lvl7pPr>
            <a:lvl8pPr marL="3657600" lvl="7" indent="-228600" algn="ctr">
              <a:lnSpc>
                <a:spcPct val="100000"/>
              </a:lnSpc>
              <a:spcBef>
                <a:spcPts val="0"/>
              </a:spcBef>
              <a:spcAft>
                <a:spcPts val="0"/>
              </a:spcAft>
              <a:buClr>
                <a:schemeClr val="accent1"/>
              </a:buClr>
              <a:buSzPts val="1400"/>
              <a:buNone/>
              <a:defRPr sz="1400" b="1">
                <a:solidFill>
                  <a:schemeClr val="accent1"/>
                </a:solidFill>
              </a:defRPr>
            </a:lvl8pPr>
            <a:lvl9pPr marL="4114800" lvl="8" indent="-228600" algn="ctr">
              <a:lnSpc>
                <a:spcPct val="100000"/>
              </a:lnSpc>
              <a:spcBef>
                <a:spcPts val="0"/>
              </a:spcBef>
              <a:spcAft>
                <a:spcPts val="0"/>
              </a:spcAft>
              <a:buClr>
                <a:schemeClr val="accent1"/>
              </a:buClr>
              <a:buSzPts val="1400"/>
              <a:buNone/>
              <a:defRPr sz="1400" b="1">
                <a:solidFill>
                  <a:schemeClr val="accent1"/>
                </a:solidFill>
              </a:defRPr>
            </a:lvl9pPr>
          </a:lstStyle>
          <a:p>
            <a:endParaRPr/>
          </a:p>
        </p:txBody>
      </p:sp>
      <p:sp>
        <p:nvSpPr>
          <p:cNvPr id="473" name="Google Shape;473;p119"/>
          <p:cNvSpPr>
            <a:spLocks noGrp="1"/>
          </p:cNvSpPr>
          <p:nvPr>
            <p:ph type="pic" idx="15"/>
          </p:nvPr>
        </p:nvSpPr>
        <p:spPr>
          <a:xfrm>
            <a:off x="6835088" y="3975165"/>
            <a:ext cx="804228" cy="804224"/>
          </a:xfrm>
          <a:prstGeom prst="ellipse">
            <a:avLst/>
          </a:prstGeom>
          <a:solidFill>
            <a:schemeClr val="accent3"/>
          </a:solidFill>
          <a:ln>
            <a:noFill/>
          </a:ln>
        </p:spPr>
      </p:sp>
      <p:sp>
        <p:nvSpPr>
          <p:cNvPr id="474" name="Google Shape;474;p119"/>
          <p:cNvSpPr txBox="1">
            <a:spLocks noGrp="1"/>
          </p:cNvSpPr>
          <p:nvPr>
            <p:ph type="body" idx="16"/>
          </p:nvPr>
        </p:nvSpPr>
        <p:spPr>
          <a:xfrm>
            <a:off x="3892378" y="5252146"/>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75" name="Google Shape;475;p119"/>
          <p:cNvSpPr txBox="1">
            <a:spLocks noGrp="1"/>
          </p:cNvSpPr>
          <p:nvPr>
            <p:ph type="body" idx="17"/>
          </p:nvPr>
        </p:nvSpPr>
        <p:spPr>
          <a:xfrm>
            <a:off x="3892378" y="5464390"/>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76" name="Google Shape;476;p119"/>
          <p:cNvSpPr txBox="1">
            <a:spLocks noGrp="1"/>
          </p:cNvSpPr>
          <p:nvPr>
            <p:ph type="body" idx="18"/>
          </p:nvPr>
        </p:nvSpPr>
        <p:spPr>
          <a:xfrm>
            <a:off x="3892378" y="5676634"/>
            <a:ext cx="2521919" cy="18460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2"/>
              </a:buClr>
              <a:buSzPts val="1000"/>
              <a:buFont typeface="Arial"/>
              <a:buNone/>
              <a:defRPr sz="1000" b="0">
                <a:solidFill>
                  <a:schemeClr val="lt2"/>
                </a:solidFill>
                <a:latin typeface="Arial"/>
                <a:ea typeface="Arial"/>
                <a:cs typeface="Arial"/>
                <a:sym typeface="Aria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77" name="Google Shape;477;p119"/>
          <p:cNvSpPr txBox="1">
            <a:spLocks noGrp="1"/>
          </p:cNvSpPr>
          <p:nvPr>
            <p:ph type="body" idx="19"/>
          </p:nvPr>
        </p:nvSpPr>
        <p:spPr>
          <a:xfrm>
            <a:off x="3892378" y="5888878"/>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lt2"/>
              </a:buClr>
              <a:buSzPts val="1000"/>
              <a:buFont typeface="Arial"/>
              <a:buNone/>
              <a:defRPr sz="1000" b="0">
                <a:solidFill>
                  <a:schemeClr val="l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78" name="Google Shape;478;p119"/>
          <p:cNvSpPr txBox="1">
            <a:spLocks noGrp="1"/>
          </p:cNvSpPr>
          <p:nvPr>
            <p:ph type="body" idx="20"/>
          </p:nvPr>
        </p:nvSpPr>
        <p:spPr>
          <a:xfrm>
            <a:off x="6819556" y="5252146"/>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79" name="Google Shape;479;p119"/>
          <p:cNvSpPr txBox="1">
            <a:spLocks noGrp="1"/>
          </p:cNvSpPr>
          <p:nvPr>
            <p:ph type="body" idx="21"/>
          </p:nvPr>
        </p:nvSpPr>
        <p:spPr>
          <a:xfrm>
            <a:off x="6819556" y="5464390"/>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80" name="Google Shape;480;p119"/>
          <p:cNvSpPr txBox="1">
            <a:spLocks noGrp="1"/>
          </p:cNvSpPr>
          <p:nvPr>
            <p:ph type="body" idx="22"/>
          </p:nvPr>
        </p:nvSpPr>
        <p:spPr>
          <a:xfrm>
            <a:off x="6819556" y="5676634"/>
            <a:ext cx="2521919" cy="18460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2"/>
              </a:buClr>
              <a:buSzPts val="1000"/>
              <a:buFont typeface="Arial"/>
              <a:buNone/>
              <a:defRPr sz="1000" b="0">
                <a:solidFill>
                  <a:schemeClr val="lt2"/>
                </a:solidFill>
                <a:latin typeface="Arial"/>
                <a:ea typeface="Arial"/>
                <a:cs typeface="Arial"/>
                <a:sym typeface="Aria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81" name="Google Shape;481;p119"/>
          <p:cNvSpPr txBox="1">
            <a:spLocks noGrp="1"/>
          </p:cNvSpPr>
          <p:nvPr>
            <p:ph type="body" idx="23"/>
          </p:nvPr>
        </p:nvSpPr>
        <p:spPr>
          <a:xfrm>
            <a:off x="6819556" y="5888878"/>
            <a:ext cx="2521919"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lt2"/>
              </a:buClr>
              <a:buSzPts val="1000"/>
              <a:buFont typeface="Arial"/>
              <a:buNone/>
              <a:defRPr sz="1000" b="0">
                <a:solidFill>
                  <a:schemeClr val="l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2_End slide purple">
  <p:cSld name="2_End slide purple">
    <p:bg>
      <p:bgPr>
        <a:solidFill>
          <a:schemeClr val="lt2"/>
        </a:solidFill>
        <a:effectLst/>
      </p:bgPr>
    </p:bg>
    <p:spTree>
      <p:nvGrpSpPr>
        <p:cNvPr id="1" name="Shape 482"/>
        <p:cNvGrpSpPr/>
        <p:nvPr/>
      </p:nvGrpSpPr>
      <p:grpSpPr>
        <a:xfrm>
          <a:off x="0" y="0"/>
          <a:ext cx="0" cy="0"/>
          <a:chOff x="0" y="0"/>
          <a:chExt cx="0" cy="0"/>
        </a:xfrm>
      </p:grpSpPr>
      <p:sp>
        <p:nvSpPr>
          <p:cNvPr id="483" name="Google Shape;483;p120"/>
          <p:cNvSpPr txBox="1">
            <a:spLocks noGrp="1"/>
          </p:cNvSpPr>
          <p:nvPr>
            <p:ph type="ctrTitle"/>
          </p:nvPr>
        </p:nvSpPr>
        <p:spPr>
          <a:xfrm>
            <a:off x="992187" y="1596079"/>
            <a:ext cx="6796088" cy="1394547"/>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accent2"/>
              </a:buClr>
              <a:buSzPts val="5400"/>
              <a:buFont typeface="Times New Roman"/>
              <a:buNone/>
              <a:defRPr sz="5400" b="1" cap="none">
                <a:solidFill>
                  <a:schemeClr val="accent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84" name="Google Shape;484;p120"/>
          <p:cNvPicPr preferRelativeResize="0"/>
          <p:nvPr/>
        </p:nvPicPr>
        <p:blipFill rotWithShape="1">
          <a:blip r:embed="rId2">
            <a:alphaModFix/>
          </a:blip>
          <a:srcRect/>
          <a:stretch/>
        </p:blipFill>
        <p:spPr>
          <a:xfrm>
            <a:off x="965200" y="687772"/>
            <a:ext cx="1080195" cy="341383"/>
          </a:xfrm>
          <a:prstGeom prst="rect">
            <a:avLst/>
          </a:prstGeom>
          <a:noFill/>
          <a:ln>
            <a:noFill/>
          </a:ln>
        </p:spPr>
      </p:pic>
      <p:sp>
        <p:nvSpPr>
          <p:cNvPr id="485" name="Google Shape;485;p120"/>
          <p:cNvSpPr txBox="1">
            <a:spLocks noGrp="1"/>
          </p:cNvSpPr>
          <p:nvPr>
            <p:ph type="body" idx="1"/>
          </p:nvPr>
        </p:nvSpPr>
        <p:spPr>
          <a:xfrm>
            <a:off x="8521262" y="1604585"/>
            <a:ext cx="3011214" cy="277978"/>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2"/>
              </a:buClr>
              <a:buSzPts val="1600"/>
              <a:buNone/>
              <a:defRPr sz="1600" b="0" i="0" cap="none">
                <a:solidFill>
                  <a:schemeClr val="dk2"/>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600"/>
              <a:buNone/>
              <a:defRPr sz="1600" b="0">
                <a:solidFill>
                  <a:schemeClr val="lt1"/>
                </a:solidFill>
                <a:latin typeface="Arial"/>
                <a:ea typeface="Arial"/>
                <a:cs typeface="Arial"/>
                <a:sym typeface="Arial"/>
              </a:defRPr>
            </a:lvl2pPr>
            <a:lvl3pPr marL="1371600" lvl="2" indent="-228600" algn="l">
              <a:lnSpc>
                <a:spcPct val="106666"/>
              </a:lnSpc>
              <a:spcBef>
                <a:spcPts val="600"/>
              </a:spcBef>
              <a:spcAft>
                <a:spcPts val="0"/>
              </a:spcAft>
              <a:buSzPts val="1500"/>
              <a:buNone/>
              <a:defRPr sz="1500" b="0"/>
            </a:lvl3pPr>
            <a:lvl4pPr marL="1828800" lvl="3" indent="-228600" algn="l">
              <a:lnSpc>
                <a:spcPct val="106666"/>
              </a:lnSpc>
              <a:spcBef>
                <a:spcPts val="1000"/>
              </a:spcBef>
              <a:spcAft>
                <a:spcPts val="0"/>
              </a:spcAft>
              <a:buClr>
                <a:schemeClr val="lt1"/>
              </a:buClr>
              <a:buSzPts val="1500"/>
              <a:buNone/>
              <a:defRPr sz="1500" b="0"/>
            </a:lvl4pPr>
            <a:lvl5pPr marL="2286000" lvl="4" indent="-228600" algn="l">
              <a:lnSpc>
                <a:spcPct val="106666"/>
              </a:lnSpc>
              <a:spcBef>
                <a:spcPts val="600"/>
              </a:spcBef>
              <a:spcAft>
                <a:spcPts val="0"/>
              </a:spcAft>
              <a:buClr>
                <a:schemeClr val="lt1"/>
              </a:buClr>
              <a:buSzPts val="1500"/>
              <a:buNone/>
              <a:defRPr sz="1500" b="0"/>
            </a:lvl5pPr>
            <a:lvl6pPr marL="2743200" lvl="5" indent="-228600" algn="l">
              <a:lnSpc>
                <a:spcPct val="106666"/>
              </a:lnSpc>
              <a:spcBef>
                <a:spcPts val="0"/>
              </a:spcBef>
              <a:spcAft>
                <a:spcPts val="0"/>
              </a:spcAft>
              <a:buClr>
                <a:schemeClr val="lt1"/>
              </a:buClr>
              <a:buSzPts val="1500"/>
              <a:buNone/>
              <a:defRPr sz="1500" b="0"/>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sp>
        <p:nvSpPr>
          <p:cNvPr id="486" name="Google Shape;486;p120"/>
          <p:cNvSpPr txBox="1">
            <a:spLocks noGrp="1"/>
          </p:cNvSpPr>
          <p:nvPr>
            <p:ph type="body" idx="2"/>
          </p:nvPr>
        </p:nvSpPr>
        <p:spPr>
          <a:xfrm>
            <a:off x="965200" y="4887966"/>
            <a:ext cx="2653654" cy="277979"/>
          </a:xfrm>
          <a:prstGeom prst="rect">
            <a:avLst/>
          </a:prstGeom>
          <a:noFill/>
          <a:ln>
            <a:noFill/>
          </a:ln>
        </p:spPr>
        <p:txBody>
          <a:bodyPr spcFirstLastPara="1" wrap="square" lIns="0" tIns="0" rIns="0" bIns="0" anchor="ctr" anchorCtr="0">
            <a:noAutofit/>
          </a:bodyPr>
          <a:lstStyle>
            <a:lvl1pPr marL="457200" lvl="0" indent="-228600" algn="l">
              <a:lnSpc>
                <a:spcPct val="112500"/>
              </a:lnSpc>
              <a:spcBef>
                <a:spcPts val="0"/>
              </a:spcBef>
              <a:spcAft>
                <a:spcPts val="0"/>
              </a:spcAft>
              <a:buClr>
                <a:schemeClr val="dk2"/>
              </a:buClr>
              <a:buSzPts val="1600"/>
              <a:buFont typeface="Arial"/>
              <a:buNone/>
              <a:defRPr sz="1600" b="0">
                <a:solidFill>
                  <a:schemeClr val="dk2"/>
                </a:solidFill>
                <a:latin typeface="Times New Roman"/>
                <a:ea typeface="Times New Roman"/>
                <a:cs typeface="Times New Roman"/>
                <a:sym typeface="Times New Roman"/>
              </a:defRPr>
            </a:lvl1pPr>
            <a:lvl2pPr marL="914400" lvl="1" indent="-228600" algn="ctr">
              <a:lnSpc>
                <a:spcPct val="114285"/>
              </a:lnSpc>
              <a:spcBef>
                <a:spcPts val="0"/>
              </a:spcBef>
              <a:spcAft>
                <a:spcPts val="0"/>
              </a:spcAft>
              <a:buClr>
                <a:schemeClr val="accent1"/>
              </a:buClr>
              <a:buSzPts val="1400"/>
              <a:buFont typeface="Arial"/>
              <a:buNone/>
              <a:defRPr sz="1400" b="1">
                <a:solidFill>
                  <a:schemeClr val="accent1"/>
                </a:solidFill>
              </a:defRPr>
            </a:lvl2pPr>
            <a:lvl3pPr marL="1371600" lvl="2" indent="-228600" algn="ctr">
              <a:lnSpc>
                <a:spcPct val="114285"/>
              </a:lnSpc>
              <a:spcBef>
                <a:spcPts val="0"/>
              </a:spcBef>
              <a:spcAft>
                <a:spcPts val="0"/>
              </a:spcAft>
              <a:buSzPts val="1400"/>
              <a:buNone/>
              <a:defRPr sz="1400" b="1">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b="1">
                <a:solidFill>
                  <a:schemeClr val="accent1"/>
                </a:solidFill>
              </a:defRPr>
            </a:lvl4pPr>
            <a:lvl5pPr marL="2286000" lvl="4" indent="-228600" algn="ctr">
              <a:lnSpc>
                <a:spcPct val="114285"/>
              </a:lnSpc>
              <a:spcBef>
                <a:spcPts val="0"/>
              </a:spcBef>
              <a:spcAft>
                <a:spcPts val="0"/>
              </a:spcAft>
              <a:buClr>
                <a:schemeClr val="accent1"/>
              </a:buClr>
              <a:buSzPts val="1400"/>
              <a:buNone/>
              <a:defRPr sz="1400" b="1">
                <a:solidFill>
                  <a:schemeClr val="accent1"/>
                </a:solidFill>
              </a:defRPr>
            </a:lvl5pPr>
            <a:lvl6pPr marL="2743200" lvl="5" indent="-228600" algn="ctr">
              <a:lnSpc>
                <a:spcPct val="114285"/>
              </a:lnSpc>
              <a:spcBef>
                <a:spcPts val="0"/>
              </a:spcBef>
              <a:spcAft>
                <a:spcPts val="0"/>
              </a:spcAft>
              <a:buClr>
                <a:schemeClr val="accent1"/>
              </a:buClr>
              <a:buSzPts val="1400"/>
              <a:buNone/>
              <a:defRPr sz="1400" b="1">
                <a:solidFill>
                  <a:schemeClr val="accent1"/>
                </a:solidFill>
              </a:defRPr>
            </a:lvl6pPr>
            <a:lvl7pPr marL="3200400" lvl="6" indent="-228600" algn="ctr">
              <a:lnSpc>
                <a:spcPct val="100000"/>
              </a:lnSpc>
              <a:spcBef>
                <a:spcPts val="0"/>
              </a:spcBef>
              <a:spcAft>
                <a:spcPts val="0"/>
              </a:spcAft>
              <a:buClr>
                <a:schemeClr val="accent1"/>
              </a:buClr>
              <a:buSzPts val="1400"/>
              <a:buNone/>
              <a:defRPr sz="1400" b="1">
                <a:solidFill>
                  <a:schemeClr val="accent1"/>
                </a:solidFill>
              </a:defRPr>
            </a:lvl7pPr>
            <a:lvl8pPr marL="3657600" lvl="7" indent="-228600" algn="ctr">
              <a:lnSpc>
                <a:spcPct val="100000"/>
              </a:lnSpc>
              <a:spcBef>
                <a:spcPts val="0"/>
              </a:spcBef>
              <a:spcAft>
                <a:spcPts val="0"/>
              </a:spcAft>
              <a:buClr>
                <a:schemeClr val="accent1"/>
              </a:buClr>
              <a:buSzPts val="1400"/>
              <a:buNone/>
              <a:defRPr sz="1400" b="1">
                <a:solidFill>
                  <a:schemeClr val="accent1"/>
                </a:solidFill>
              </a:defRPr>
            </a:lvl8pPr>
            <a:lvl9pPr marL="4114800" lvl="8" indent="-228600" algn="ctr">
              <a:lnSpc>
                <a:spcPct val="100000"/>
              </a:lnSpc>
              <a:spcBef>
                <a:spcPts val="0"/>
              </a:spcBef>
              <a:spcAft>
                <a:spcPts val="0"/>
              </a:spcAft>
              <a:buClr>
                <a:schemeClr val="accent1"/>
              </a:buClr>
              <a:buSzPts val="1400"/>
              <a:buNone/>
              <a:defRPr sz="1400" b="1">
                <a:solidFill>
                  <a:schemeClr val="accent1"/>
                </a:solidFill>
              </a:defRPr>
            </a:lvl9pPr>
          </a:lstStyle>
          <a:p>
            <a:endParaRPr/>
          </a:p>
        </p:txBody>
      </p:sp>
      <p:sp>
        <p:nvSpPr>
          <p:cNvPr id="487" name="Google Shape;487;p120"/>
          <p:cNvSpPr txBox="1">
            <a:spLocks noGrp="1"/>
          </p:cNvSpPr>
          <p:nvPr>
            <p:ph type="body" idx="3"/>
          </p:nvPr>
        </p:nvSpPr>
        <p:spPr>
          <a:xfrm>
            <a:off x="965200" y="5252146"/>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88" name="Google Shape;488;p120"/>
          <p:cNvSpPr txBox="1">
            <a:spLocks noGrp="1"/>
          </p:cNvSpPr>
          <p:nvPr>
            <p:ph type="body" idx="4"/>
          </p:nvPr>
        </p:nvSpPr>
        <p:spPr>
          <a:xfrm>
            <a:off x="965200" y="5464390"/>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89" name="Google Shape;489;p120"/>
          <p:cNvSpPr txBox="1">
            <a:spLocks noGrp="1"/>
          </p:cNvSpPr>
          <p:nvPr>
            <p:ph type="body" idx="5"/>
          </p:nvPr>
        </p:nvSpPr>
        <p:spPr>
          <a:xfrm>
            <a:off x="965200" y="5676634"/>
            <a:ext cx="2653654" cy="18460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rgbClr val="7F7F7F"/>
              </a:buClr>
              <a:buSzPts val="1000"/>
              <a:buFont typeface="Arial"/>
              <a:buNone/>
              <a:defRPr sz="1000" b="0">
                <a:solidFill>
                  <a:srgbClr val="7F7F7F"/>
                </a:solidFill>
                <a:latin typeface="Arial"/>
                <a:ea typeface="Arial"/>
                <a:cs typeface="Arial"/>
                <a:sym typeface="Aria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90" name="Google Shape;490;p120"/>
          <p:cNvSpPr txBox="1">
            <a:spLocks noGrp="1"/>
          </p:cNvSpPr>
          <p:nvPr>
            <p:ph type="body" idx="6"/>
          </p:nvPr>
        </p:nvSpPr>
        <p:spPr>
          <a:xfrm>
            <a:off x="965200" y="5888878"/>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rgbClr val="7F7F7F"/>
              </a:buClr>
              <a:buSzPts val="1000"/>
              <a:buFont typeface="Arial"/>
              <a:buNone/>
              <a:defRPr sz="1000" b="0">
                <a:solidFill>
                  <a:srgbClr val="7F7F7F"/>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91" name="Google Shape;491;p120"/>
          <p:cNvSpPr txBox="1">
            <a:spLocks noGrp="1"/>
          </p:cNvSpPr>
          <p:nvPr>
            <p:ph type="body" idx="7"/>
          </p:nvPr>
        </p:nvSpPr>
        <p:spPr>
          <a:xfrm>
            <a:off x="992187" y="3447821"/>
            <a:ext cx="6796088" cy="277978"/>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accent2"/>
              </a:buClr>
              <a:buSzPts val="1600"/>
              <a:buNone/>
              <a:defRPr sz="1600" b="0" i="0" cap="none">
                <a:solidFill>
                  <a:schemeClr val="accent2"/>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600"/>
              <a:buNone/>
              <a:defRPr sz="1600" b="0">
                <a:solidFill>
                  <a:schemeClr val="lt1"/>
                </a:solidFill>
                <a:latin typeface="Arial"/>
                <a:ea typeface="Arial"/>
                <a:cs typeface="Arial"/>
                <a:sym typeface="Arial"/>
              </a:defRPr>
            </a:lvl2pPr>
            <a:lvl3pPr marL="1371600" lvl="2" indent="-228600" algn="l">
              <a:lnSpc>
                <a:spcPct val="106666"/>
              </a:lnSpc>
              <a:spcBef>
                <a:spcPts val="600"/>
              </a:spcBef>
              <a:spcAft>
                <a:spcPts val="0"/>
              </a:spcAft>
              <a:buSzPts val="1500"/>
              <a:buNone/>
              <a:defRPr sz="1500" b="0"/>
            </a:lvl3pPr>
            <a:lvl4pPr marL="1828800" lvl="3" indent="-228600" algn="l">
              <a:lnSpc>
                <a:spcPct val="106666"/>
              </a:lnSpc>
              <a:spcBef>
                <a:spcPts val="1000"/>
              </a:spcBef>
              <a:spcAft>
                <a:spcPts val="0"/>
              </a:spcAft>
              <a:buClr>
                <a:schemeClr val="lt1"/>
              </a:buClr>
              <a:buSzPts val="1500"/>
              <a:buNone/>
              <a:defRPr sz="1500" b="0"/>
            </a:lvl4pPr>
            <a:lvl5pPr marL="2286000" lvl="4" indent="-228600" algn="l">
              <a:lnSpc>
                <a:spcPct val="106666"/>
              </a:lnSpc>
              <a:spcBef>
                <a:spcPts val="600"/>
              </a:spcBef>
              <a:spcAft>
                <a:spcPts val="0"/>
              </a:spcAft>
              <a:buClr>
                <a:schemeClr val="lt1"/>
              </a:buClr>
              <a:buSzPts val="1500"/>
              <a:buNone/>
              <a:defRPr sz="1500" b="0"/>
            </a:lvl5pPr>
            <a:lvl6pPr marL="2743200" lvl="5" indent="-228600" algn="l">
              <a:lnSpc>
                <a:spcPct val="106666"/>
              </a:lnSpc>
              <a:spcBef>
                <a:spcPts val="0"/>
              </a:spcBef>
              <a:spcAft>
                <a:spcPts val="0"/>
              </a:spcAft>
              <a:buClr>
                <a:schemeClr val="lt1"/>
              </a:buClr>
              <a:buSzPts val="1500"/>
              <a:buNone/>
              <a:defRPr sz="1500" b="0"/>
            </a:lvl6pPr>
            <a:lvl7pPr marL="3200400" lvl="6" indent="-228600" algn="l">
              <a:lnSpc>
                <a:spcPct val="100000"/>
              </a:lnSpc>
              <a:spcBef>
                <a:spcPts val="1800"/>
              </a:spcBef>
              <a:spcAft>
                <a:spcPts val="0"/>
              </a:spcAft>
              <a:buClr>
                <a:schemeClr val="lt1"/>
              </a:buClr>
              <a:buSzPts val="1600"/>
              <a:buNone/>
              <a:defRPr sz="1600" b="1"/>
            </a:lvl7pPr>
            <a:lvl8pPr marL="3657600" lvl="7" indent="-228600" algn="l">
              <a:lnSpc>
                <a:spcPct val="100000"/>
              </a:lnSpc>
              <a:spcBef>
                <a:spcPts val="600"/>
              </a:spcBef>
              <a:spcAft>
                <a:spcPts val="0"/>
              </a:spcAft>
              <a:buClr>
                <a:schemeClr val="lt1"/>
              </a:buClr>
              <a:buSzPts val="1600"/>
              <a:buNone/>
              <a:defRPr sz="1600" b="1"/>
            </a:lvl8pPr>
            <a:lvl9pPr marL="4114800" lvl="8" indent="-228600" algn="l">
              <a:lnSpc>
                <a:spcPct val="100000"/>
              </a:lnSpc>
              <a:spcBef>
                <a:spcPts val="600"/>
              </a:spcBef>
              <a:spcAft>
                <a:spcPts val="0"/>
              </a:spcAft>
              <a:buClr>
                <a:schemeClr val="lt1"/>
              </a:buClr>
              <a:buSzPts val="1600"/>
              <a:buNone/>
              <a:defRPr sz="1600" b="1"/>
            </a:lvl9pPr>
          </a:lstStyle>
          <a:p>
            <a:endParaRPr/>
          </a:p>
        </p:txBody>
      </p:sp>
      <p:sp>
        <p:nvSpPr>
          <p:cNvPr id="492" name="Google Shape;492;p120"/>
          <p:cNvSpPr>
            <a:spLocks noGrp="1"/>
          </p:cNvSpPr>
          <p:nvPr>
            <p:ph type="pic" idx="8"/>
          </p:nvPr>
        </p:nvSpPr>
        <p:spPr>
          <a:xfrm>
            <a:off x="965200" y="3975165"/>
            <a:ext cx="804228" cy="804224"/>
          </a:xfrm>
          <a:prstGeom prst="ellipse">
            <a:avLst/>
          </a:prstGeom>
          <a:solidFill>
            <a:schemeClr val="accent3"/>
          </a:solidFill>
          <a:ln>
            <a:noFill/>
          </a:ln>
        </p:spPr>
      </p:sp>
      <p:sp>
        <p:nvSpPr>
          <p:cNvPr id="493" name="Google Shape;493;p120"/>
          <p:cNvSpPr txBox="1">
            <a:spLocks noGrp="1"/>
          </p:cNvSpPr>
          <p:nvPr>
            <p:ph type="body" idx="9"/>
          </p:nvPr>
        </p:nvSpPr>
        <p:spPr>
          <a:xfrm>
            <a:off x="3886200" y="4899455"/>
            <a:ext cx="2653654" cy="277979"/>
          </a:xfrm>
          <a:prstGeom prst="rect">
            <a:avLst/>
          </a:prstGeom>
          <a:noFill/>
          <a:ln>
            <a:noFill/>
          </a:ln>
        </p:spPr>
        <p:txBody>
          <a:bodyPr spcFirstLastPara="1" wrap="square" lIns="0" tIns="0" rIns="0" bIns="0" anchor="ctr" anchorCtr="0">
            <a:noAutofit/>
          </a:bodyPr>
          <a:lstStyle>
            <a:lvl1pPr marL="457200" lvl="0" indent="-228600" algn="l">
              <a:lnSpc>
                <a:spcPct val="112500"/>
              </a:lnSpc>
              <a:spcBef>
                <a:spcPts val="0"/>
              </a:spcBef>
              <a:spcAft>
                <a:spcPts val="0"/>
              </a:spcAft>
              <a:buClr>
                <a:schemeClr val="dk2"/>
              </a:buClr>
              <a:buSzPts val="1600"/>
              <a:buFont typeface="Arial"/>
              <a:buNone/>
              <a:defRPr sz="1600" b="0">
                <a:solidFill>
                  <a:schemeClr val="dk2"/>
                </a:solidFill>
                <a:latin typeface="Times New Roman"/>
                <a:ea typeface="Times New Roman"/>
                <a:cs typeface="Times New Roman"/>
                <a:sym typeface="Times New Roman"/>
              </a:defRPr>
            </a:lvl1pPr>
            <a:lvl2pPr marL="914400" lvl="1" indent="-228600" algn="ctr">
              <a:lnSpc>
                <a:spcPct val="114285"/>
              </a:lnSpc>
              <a:spcBef>
                <a:spcPts val="0"/>
              </a:spcBef>
              <a:spcAft>
                <a:spcPts val="0"/>
              </a:spcAft>
              <a:buClr>
                <a:schemeClr val="accent1"/>
              </a:buClr>
              <a:buSzPts val="1400"/>
              <a:buFont typeface="Arial"/>
              <a:buNone/>
              <a:defRPr sz="1400" b="1">
                <a:solidFill>
                  <a:schemeClr val="accent1"/>
                </a:solidFill>
              </a:defRPr>
            </a:lvl2pPr>
            <a:lvl3pPr marL="1371600" lvl="2" indent="-228600" algn="ctr">
              <a:lnSpc>
                <a:spcPct val="114285"/>
              </a:lnSpc>
              <a:spcBef>
                <a:spcPts val="0"/>
              </a:spcBef>
              <a:spcAft>
                <a:spcPts val="0"/>
              </a:spcAft>
              <a:buSzPts val="1400"/>
              <a:buNone/>
              <a:defRPr sz="1400" b="1">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b="1">
                <a:solidFill>
                  <a:schemeClr val="accent1"/>
                </a:solidFill>
              </a:defRPr>
            </a:lvl4pPr>
            <a:lvl5pPr marL="2286000" lvl="4" indent="-228600" algn="ctr">
              <a:lnSpc>
                <a:spcPct val="114285"/>
              </a:lnSpc>
              <a:spcBef>
                <a:spcPts val="0"/>
              </a:spcBef>
              <a:spcAft>
                <a:spcPts val="0"/>
              </a:spcAft>
              <a:buClr>
                <a:schemeClr val="accent1"/>
              </a:buClr>
              <a:buSzPts val="1400"/>
              <a:buNone/>
              <a:defRPr sz="1400" b="1">
                <a:solidFill>
                  <a:schemeClr val="accent1"/>
                </a:solidFill>
              </a:defRPr>
            </a:lvl5pPr>
            <a:lvl6pPr marL="2743200" lvl="5" indent="-228600" algn="ctr">
              <a:lnSpc>
                <a:spcPct val="114285"/>
              </a:lnSpc>
              <a:spcBef>
                <a:spcPts val="0"/>
              </a:spcBef>
              <a:spcAft>
                <a:spcPts val="0"/>
              </a:spcAft>
              <a:buClr>
                <a:schemeClr val="accent1"/>
              </a:buClr>
              <a:buSzPts val="1400"/>
              <a:buNone/>
              <a:defRPr sz="1400" b="1">
                <a:solidFill>
                  <a:schemeClr val="accent1"/>
                </a:solidFill>
              </a:defRPr>
            </a:lvl6pPr>
            <a:lvl7pPr marL="3200400" lvl="6" indent="-228600" algn="ctr">
              <a:lnSpc>
                <a:spcPct val="100000"/>
              </a:lnSpc>
              <a:spcBef>
                <a:spcPts val="0"/>
              </a:spcBef>
              <a:spcAft>
                <a:spcPts val="0"/>
              </a:spcAft>
              <a:buClr>
                <a:schemeClr val="accent1"/>
              </a:buClr>
              <a:buSzPts val="1400"/>
              <a:buNone/>
              <a:defRPr sz="1400" b="1">
                <a:solidFill>
                  <a:schemeClr val="accent1"/>
                </a:solidFill>
              </a:defRPr>
            </a:lvl7pPr>
            <a:lvl8pPr marL="3657600" lvl="7" indent="-228600" algn="ctr">
              <a:lnSpc>
                <a:spcPct val="100000"/>
              </a:lnSpc>
              <a:spcBef>
                <a:spcPts val="0"/>
              </a:spcBef>
              <a:spcAft>
                <a:spcPts val="0"/>
              </a:spcAft>
              <a:buClr>
                <a:schemeClr val="accent1"/>
              </a:buClr>
              <a:buSzPts val="1400"/>
              <a:buNone/>
              <a:defRPr sz="1400" b="1">
                <a:solidFill>
                  <a:schemeClr val="accent1"/>
                </a:solidFill>
              </a:defRPr>
            </a:lvl8pPr>
            <a:lvl9pPr marL="4114800" lvl="8" indent="-228600" algn="ctr">
              <a:lnSpc>
                <a:spcPct val="100000"/>
              </a:lnSpc>
              <a:spcBef>
                <a:spcPts val="0"/>
              </a:spcBef>
              <a:spcAft>
                <a:spcPts val="0"/>
              </a:spcAft>
              <a:buClr>
                <a:schemeClr val="accent1"/>
              </a:buClr>
              <a:buSzPts val="1400"/>
              <a:buNone/>
              <a:defRPr sz="1400" b="1">
                <a:solidFill>
                  <a:schemeClr val="accent1"/>
                </a:solidFill>
              </a:defRPr>
            </a:lvl9pPr>
          </a:lstStyle>
          <a:p>
            <a:endParaRPr/>
          </a:p>
        </p:txBody>
      </p:sp>
      <p:sp>
        <p:nvSpPr>
          <p:cNvPr id="494" name="Google Shape;494;p120"/>
          <p:cNvSpPr>
            <a:spLocks noGrp="1"/>
          </p:cNvSpPr>
          <p:nvPr>
            <p:ph type="pic" idx="13"/>
          </p:nvPr>
        </p:nvSpPr>
        <p:spPr>
          <a:xfrm>
            <a:off x="3886200" y="3986654"/>
            <a:ext cx="804228" cy="804224"/>
          </a:xfrm>
          <a:prstGeom prst="ellipse">
            <a:avLst/>
          </a:prstGeom>
          <a:solidFill>
            <a:schemeClr val="accent3"/>
          </a:solidFill>
          <a:ln>
            <a:noFill/>
          </a:ln>
        </p:spPr>
      </p:sp>
      <p:sp>
        <p:nvSpPr>
          <p:cNvPr id="495" name="Google Shape;495;p120"/>
          <p:cNvSpPr txBox="1">
            <a:spLocks noGrp="1"/>
          </p:cNvSpPr>
          <p:nvPr>
            <p:ph type="body" idx="14"/>
          </p:nvPr>
        </p:nvSpPr>
        <p:spPr>
          <a:xfrm>
            <a:off x="7311682" y="4887966"/>
            <a:ext cx="2653654" cy="277979"/>
          </a:xfrm>
          <a:prstGeom prst="rect">
            <a:avLst/>
          </a:prstGeom>
          <a:noFill/>
          <a:ln>
            <a:noFill/>
          </a:ln>
        </p:spPr>
        <p:txBody>
          <a:bodyPr spcFirstLastPara="1" wrap="square" lIns="0" tIns="0" rIns="0" bIns="0" anchor="ctr" anchorCtr="0">
            <a:noAutofit/>
          </a:bodyPr>
          <a:lstStyle>
            <a:lvl1pPr marL="457200" lvl="0" indent="-228600" algn="l">
              <a:lnSpc>
                <a:spcPct val="112500"/>
              </a:lnSpc>
              <a:spcBef>
                <a:spcPts val="0"/>
              </a:spcBef>
              <a:spcAft>
                <a:spcPts val="0"/>
              </a:spcAft>
              <a:buClr>
                <a:schemeClr val="dk2"/>
              </a:buClr>
              <a:buSzPts val="1600"/>
              <a:buFont typeface="Arial"/>
              <a:buNone/>
              <a:defRPr sz="1600" b="0">
                <a:solidFill>
                  <a:schemeClr val="dk2"/>
                </a:solidFill>
                <a:latin typeface="Times New Roman"/>
                <a:ea typeface="Times New Roman"/>
                <a:cs typeface="Times New Roman"/>
                <a:sym typeface="Times New Roman"/>
              </a:defRPr>
            </a:lvl1pPr>
            <a:lvl2pPr marL="914400" lvl="1" indent="-228600" algn="ctr">
              <a:lnSpc>
                <a:spcPct val="114285"/>
              </a:lnSpc>
              <a:spcBef>
                <a:spcPts val="0"/>
              </a:spcBef>
              <a:spcAft>
                <a:spcPts val="0"/>
              </a:spcAft>
              <a:buClr>
                <a:schemeClr val="accent1"/>
              </a:buClr>
              <a:buSzPts val="1400"/>
              <a:buFont typeface="Arial"/>
              <a:buNone/>
              <a:defRPr sz="1400" b="1">
                <a:solidFill>
                  <a:schemeClr val="accent1"/>
                </a:solidFill>
              </a:defRPr>
            </a:lvl2pPr>
            <a:lvl3pPr marL="1371600" lvl="2" indent="-228600" algn="ctr">
              <a:lnSpc>
                <a:spcPct val="114285"/>
              </a:lnSpc>
              <a:spcBef>
                <a:spcPts val="0"/>
              </a:spcBef>
              <a:spcAft>
                <a:spcPts val="0"/>
              </a:spcAft>
              <a:buSzPts val="1400"/>
              <a:buNone/>
              <a:defRPr sz="1400" b="1">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b="1">
                <a:solidFill>
                  <a:schemeClr val="accent1"/>
                </a:solidFill>
              </a:defRPr>
            </a:lvl4pPr>
            <a:lvl5pPr marL="2286000" lvl="4" indent="-228600" algn="ctr">
              <a:lnSpc>
                <a:spcPct val="114285"/>
              </a:lnSpc>
              <a:spcBef>
                <a:spcPts val="0"/>
              </a:spcBef>
              <a:spcAft>
                <a:spcPts val="0"/>
              </a:spcAft>
              <a:buClr>
                <a:schemeClr val="accent1"/>
              </a:buClr>
              <a:buSzPts val="1400"/>
              <a:buNone/>
              <a:defRPr sz="1400" b="1">
                <a:solidFill>
                  <a:schemeClr val="accent1"/>
                </a:solidFill>
              </a:defRPr>
            </a:lvl5pPr>
            <a:lvl6pPr marL="2743200" lvl="5" indent="-228600" algn="ctr">
              <a:lnSpc>
                <a:spcPct val="114285"/>
              </a:lnSpc>
              <a:spcBef>
                <a:spcPts val="0"/>
              </a:spcBef>
              <a:spcAft>
                <a:spcPts val="0"/>
              </a:spcAft>
              <a:buClr>
                <a:schemeClr val="accent1"/>
              </a:buClr>
              <a:buSzPts val="1400"/>
              <a:buNone/>
              <a:defRPr sz="1400" b="1">
                <a:solidFill>
                  <a:schemeClr val="accent1"/>
                </a:solidFill>
              </a:defRPr>
            </a:lvl6pPr>
            <a:lvl7pPr marL="3200400" lvl="6" indent="-228600" algn="ctr">
              <a:lnSpc>
                <a:spcPct val="100000"/>
              </a:lnSpc>
              <a:spcBef>
                <a:spcPts val="0"/>
              </a:spcBef>
              <a:spcAft>
                <a:spcPts val="0"/>
              </a:spcAft>
              <a:buClr>
                <a:schemeClr val="accent1"/>
              </a:buClr>
              <a:buSzPts val="1400"/>
              <a:buNone/>
              <a:defRPr sz="1400" b="1">
                <a:solidFill>
                  <a:schemeClr val="accent1"/>
                </a:solidFill>
              </a:defRPr>
            </a:lvl7pPr>
            <a:lvl8pPr marL="3657600" lvl="7" indent="-228600" algn="ctr">
              <a:lnSpc>
                <a:spcPct val="100000"/>
              </a:lnSpc>
              <a:spcBef>
                <a:spcPts val="0"/>
              </a:spcBef>
              <a:spcAft>
                <a:spcPts val="0"/>
              </a:spcAft>
              <a:buClr>
                <a:schemeClr val="accent1"/>
              </a:buClr>
              <a:buSzPts val="1400"/>
              <a:buNone/>
              <a:defRPr sz="1400" b="1">
                <a:solidFill>
                  <a:schemeClr val="accent1"/>
                </a:solidFill>
              </a:defRPr>
            </a:lvl8pPr>
            <a:lvl9pPr marL="4114800" lvl="8" indent="-228600" algn="ctr">
              <a:lnSpc>
                <a:spcPct val="100000"/>
              </a:lnSpc>
              <a:spcBef>
                <a:spcPts val="0"/>
              </a:spcBef>
              <a:spcAft>
                <a:spcPts val="0"/>
              </a:spcAft>
              <a:buClr>
                <a:schemeClr val="accent1"/>
              </a:buClr>
              <a:buSzPts val="1400"/>
              <a:buNone/>
              <a:defRPr sz="1400" b="1">
                <a:solidFill>
                  <a:schemeClr val="accent1"/>
                </a:solidFill>
              </a:defRPr>
            </a:lvl9pPr>
          </a:lstStyle>
          <a:p>
            <a:endParaRPr/>
          </a:p>
        </p:txBody>
      </p:sp>
      <p:sp>
        <p:nvSpPr>
          <p:cNvPr id="496" name="Google Shape;496;p120"/>
          <p:cNvSpPr>
            <a:spLocks noGrp="1"/>
          </p:cNvSpPr>
          <p:nvPr>
            <p:ph type="pic" idx="15"/>
          </p:nvPr>
        </p:nvSpPr>
        <p:spPr>
          <a:xfrm>
            <a:off x="7311682" y="3975165"/>
            <a:ext cx="804228" cy="804224"/>
          </a:xfrm>
          <a:prstGeom prst="ellipse">
            <a:avLst/>
          </a:prstGeom>
          <a:solidFill>
            <a:schemeClr val="accent3"/>
          </a:solidFill>
          <a:ln>
            <a:noFill/>
          </a:ln>
        </p:spPr>
      </p:sp>
      <p:sp>
        <p:nvSpPr>
          <p:cNvPr id="497" name="Google Shape;497;p120"/>
          <p:cNvSpPr txBox="1">
            <a:spLocks noGrp="1"/>
          </p:cNvSpPr>
          <p:nvPr>
            <p:ph type="body" idx="16"/>
          </p:nvPr>
        </p:nvSpPr>
        <p:spPr>
          <a:xfrm>
            <a:off x="3892378" y="5252146"/>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98" name="Google Shape;498;p120"/>
          <p:cNvSpPr txBox="1">
            <a:spLocks noGrp="1"/>
          </p:cNvSpPr>
          <p:nvPr>
            <p:ph type="body" idx="17"/>
          </p:nvPr>
        </p:nvSpPr>
        <p:spPr>
          <a:xfrm>
            <a:off x="3892378" y="5464390"/>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499" name="Google Shape;499;p120"/>
          <p:cNvSpPr txBox="1">
            <a:spLocks noGrp="1"/>
          </p:cNvSpPr>
          <p:nvPr>
            <p:ph type="body" idx="18"/>
          </p:nvPr>
        </p:nvSpPr>
        <p:spPr>
          <a:xfrm>
            <a:off x="3892378" y="5676634"/>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rgbClr val="7F7F7F"/>
              </a:buClr>
              <a:buSzPts val="1000"/>
              <a:buFont typeface="Arial"/>
              <a:buNone/>
              <a:defRPr sz="1000" b="0">
                <a:solidFill>
                  <a:srgbClr val="7F7F7F"/>
                </a:solidFill>
                <a:latin typeface="Arial"/>
                <a:ea typeface="Arial"/>
                <a:cs typeface="Arial"/>
                <a:sym typeface="Aria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500" name="Google Shape;500;p120"/>
          <p:cNvSpPr txBox="1">
            <a:spLocks noGrp="1"/>
          </p:cNvSpPr>
          <p:nvPr>
            <p:ph type="body" idx="19"/>
          </p:nvPr>
        </p:nvSpPr>
        <p:spPr>
          <a:xfrm>
            <a:off x="3892378" y="5888878"/>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rgbClr val="7F7F7F"/>
              </a:buClr>
              <a:buSzPts val="1000"/>
              <a:buFont typeface="Arial"/>
              <a:buNone/>
              <a:defRPr sz="1000" b="0">
                <a:solidFill>
                  <a:srgbClr val="7F7F7F"/>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501" name="Google Shape;501;p120"/>
          <p:cNvSpPr txBox="1">
            <a:spLocks noGrp="1"/>
          </p:cNvSpPr>
          <p:nvPr>
            <p:ph type="body" idx="20"/>
          </p:nvPr>
        </p:nvSpPr>
        <p:spPr>
          <a:xfrm>
            <a:off x="7296150" y="5252146"/>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502" name="Google Shape;502;p120"/>
          <p:cNvSpPr txBox="1">
            <a:spLocks noGrp="1"/>
          </p:cNvSpPr>
          <p:nvPr>
            <p:ph type="body" idx="21"/>
          </p:nvPr>
        </p:nvSpPr>
        <p:spPr>
          <a:xfrm>
            <a:off x="7296150" y="5464390"/>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chemeClr val="accent2"/>
              </a:buClr>
              <a:buSzPts val="1000"/>
              <a:buFont typeface="Arial"/>
              <a:buNone/>
              <a:defRPr sz="1000" b="0">
                <a:solidFill>
                  <a:schemeClr val="accent2"/>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503" name="Google Shape;503;p120"/>
          <p:cNvSpPr txBox="1">
            <a:spLocks noGrp="1"/>
          </p:cNvSpPr>
          <p:nvPr>
            <p:ph type="body" idx="22"/>
          </p:nvPr>
        </p:nvSpPr>
        <p:spPr>
          <a:xfrm>
            <a:off x="7296150" y="5676634"/>
            <a:ext cx="2653654" cy="184602"/>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rgbClr val="7F7F7F"/>
              </a:buClr>
              <a:buSzPts val="1000"/>
              <a:buFont typeface="Arial"/>
              <a:buNone/>
              <a:defRPr sz="1000" b="0">
                <a:solidFill>
                  <a:srgbClr val="7F7F7F"/>
                </a:solidFill>
                <a:latin typeface="Arial"/>
                <a:ea typeface="Arial"/>
                <a:cs typeface="Arial"/>
                <a:sym typeface="Aria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
        <p:nvSpPr>
          <p:cNvPr id="504" name="Google Shape;504;p120"/>
          <p:cNvSpPr txBox="1">
            <a:spLocks noGrp="1"/>
          </p:cNvSpPr>
          <p:nvPr>
            <p:ph type="body" idx="23"/>
          </p:nvPr>
        </p:nvSpPr>
        <p:spPr>
          <a:xfrm>
            <a:off x="7296150" y="5888878"/>
            <a:ext cx="2653654" cy="184602"/>
          </a:xfrm>
          <a:prstGeom prst="rect">
            <a:avLst/>
          </a:prstGeom>
          <a:noFill/>
          <a:ln>
            <a:noFill/>
          </a:ln>
        </p:spPr>
        <p:txBody>
          <a:bodyPr spcFirstLastPara="1" wrap="square" lIns="0" tIns="0" rIns="0" bIns="0" anchor="ctr" anchorCtr="0">
            <a:noAutofit/>
          </a:bodyPr>
          <a:lstStyle>
            <a:lvl1pPr marL="457200" lvl="0" indent="-228600" algn="l">
              <a:lnSpc>
                <a:spcPct val="120000"/>
              </a:lnSpc>
              <a:spcBef>
                <a:spcPts val="0"/>
              </a:spcBef>
              <a:spcAft>
                <a:spcPts val="0"/>
              </a:spcAft>
              <a:buClr>
                <a:srgbClr val="7F7F7F"/>
              </a:buClr>
              <a:buSzPts val="1000"/>
              <a:buFont typeface="Arial"/>
              <a:buNone/>
              <a:defRPr sz="1000" b="0">
                <a:solidFill>
                  <a:srgbClr val="7F7F7F"/>
                </a:solidFill>
              </a:defRPr>
            </a:lvl1pPr>
            <a:lvl2pPr marL="914400" lvl="1" indent="-228600" algn="ctr">
              <a:lnSpc>
                <a:spcPct val="114285"/>
              </a:lnSpc>
              <a:spcBef>
                <a:spcPts val="0"/>
              </a:spcBef>
              <a:spcAft>
                <a:spcPts val="0"/>
              </a:spcAft>
              <a:buClr>
                <a:schemeClr val="accent1"/>
              </a:buClr>
              <a:buSzPts val="1400"/>
              <a:buFont typeface="Arial"/>
              <a:buNone/>
              <a:defRPr sz="1400">
                <a:solidFill>
                  <a:schemeClr val="accent1"/>
                </a:solidFill>
              </a:defRPr>
            </a:lvl2pPr>
            <a:lvl3pPr marL="1371600" lvl="2" indent="-228600" algn="ctr">
              <a:lnSpc>
                <a:spcPct val="114285"/>
              </a:lnSpc>
              <a:spcBef>
                <a:spcPts val="0"/>
              </a:spcBef>
              <a:spcAft>
                <a:spcPts val="0"/>
              </a:spcAft>
              <a:buSzPts val="1400"/>
              <a:buNone/>
              <a:defRPr sz="1400">
                <a:solidFill>
                  <a:schemeClr val="accent1"/>
                </a:solidFill>
              </a:defRPr>
            </a:lvl3pPr>
            <a:lvl4pPr marL="1828800" lvl="3" indent="-228600" algn="ctr">
              <a:lnSpc>
                <a:spcPct val="114285"/>
              </a:lnSpc>
              <a:spcBef>
                <a:spcPts val="0"/>
              </a:spcBef>
              <a:spcAft>
                <a:spcPts val="0"/>
              </a:spcAft>
              <a:buClr>
                <a:schemeClr val="accent1"/>
              </a:buClr>
              <a:buSzPts val="1400"/>
              <a:buFont typeface="Arial"/>
              <a:buNone/>
              <a:defRPr sz="1400">
                <a:solidFill>
                  <a:schemeClr val="accent1"/>
                </a:solidFill>
              </a:defRPr>
            </a:lvl4pPr>
            <a:lvl5pPr marL="2286000" lvl="4" indent="-228600" algn="ctr">
              <a:lnSpc>
                <a:spcPct val="114285"/>
              </a:lnSpc>
              <a:spcBef>
                <a:spcPts val="0"/>
              </a:spcBef>
              <a:spcAft>
                <a:spcPts val="0"/>
              </a:spcAft>
              <a:buClr>
                <a:schemeClr val="accent1"/>
              </a:buClr>
              <a:buSzPts val="1400"/>
              <a:buNone/>
              <a:defRPr sz="1400">
                <a:solidFill>
                  <a:schemeClr val="accent1"/>
                </a:solidFill>
              </a:defRPr>
            </a:lvl5pPr>
            <a:lvl6pPr marL="2743200" lvl="5" indent="-228600" algn="ctr">
              <a:lnSpc>
                <a:spcPct val="114285"/>
              </a:lnSpc>
              <a:spcBef>
                <a:spcPts val="0"/>
              </a:spcBef>
              <a:spcAft>
                <a:spcPts val="0"/>
              </a:spcAft>
              <a:buClr>
                <a:schemeClr val="accent1"/>
              </a:buClr>
              <a:buSzPts val="1400"/>
              <a:buNone/>
              <a:defRPr sz="1400">
                <a:solidFill>
                  <a:schemeClr val="accent1"/>
                </a:solidFill>
              </a:defRPr>
            </a:lvl6pPr>
            <a:lvl7pPr marL="3200400" lvl="6" indent="-228600" algn="ctr">
              <a:lnSpc>
                <a:spcPct val="100000"/>
              </a:lnSpc>
              <a:spcBef>
                <a:spcPts val="0"/>
              </a:spcBef>
              <a:spcAft>
                <a:spcPts val="0"/>
              </a:spcAft>
              <a:buClr>
                <a:schemeClr val="accent1"/>
              </a:buClr>
              <a:buSzPts val="1400"/>
              <a:buNone/>
              <a:defRPr sz="1400">
                <a:solidFill>
                  <a:schemeClr val="accent1"/>
                </a:solidFill>
              </a:defRPr>
            </a:lvl7pPr>
            <a:lvl8pPr marL="3657600" lvl="7" indent="-228600" algn="ctr">
              <a:lnSpc>
                <a:spcPct val="100000"/>
              </a:lnSpc>
              <a:spcBef>
                <a:spcPts val="0"/>
              </a:spcBef>
              <a:spcAft>
                <a:spcPts val="0"/>
              </a:spcAft>
              <a:buClr>
                <a:schemeClr val="accent1"/>
              </a:buClr>
              <a:buSzPts val="1400"/>
              <a:buNone/>
              <a:defRPr sz="1400">
                <a:solidFill>
                  <a:schemeClr val="accent1"/>
                </a:solidFill>
              </a:defRPr>
            </a:lvl8pPr>
            <a:lvl9pPr marL="4114800" lvl="8" indent="-228600" algn="ctr">
              <a:lnSpc>
                <a:spcPct val="100000"/>
              </a:lnSpc>
              <a:spcBef>
                <a:spcPts val="0"/>
              </a:spcBef>
              <a:spcAft>
                <a:spcPts val="0"/>
              </a:spcAft>
              <a:buClr>
                <a:schemeClr val="accent1"/>
              </a:buClr>
              <a:buSzPts val="1400"/>
              <a:buNone/>
              <a:defRPr sz="1400">
                <a:solidFill>
                  <a:schemeClr val="accent1"/>
                </a:solidFill>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End slide">
  <p:cSld name="End slide">
    <p:bg>
      <p:bgPr>
        <a:solidFill>
          <a:schemeClr val="dk2"/>
        </a:solidFill>
        <a:effectLst/>
      </p:bgPr>
    </p:bg>
    <p:spTree>
      <p:nvGrpSpPr>
        <p:cNvPr id="1" name="Shape 505"/>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Mono-Title and Content">
  <p:cSld name="Mono-Title and Content">
    <p:spTree>
      <p:nvGrpSpPr>
        <p:cNvPr id="1" name="Shape 506"/>
        <p:cNvGrpSpPr/>
        <p:nvPr/>
      </p:nvGrpSpPr>
      <p:grpSpPr>
        <a:xfrm>
          <a:off x="0" y="0"/>
          <a:ext cx="0" cy="0"/>
          <a:chOff x="0" y="0"/>
          <a:chExt cx="0" cy="0"/>
        </a:xfrm>
      </p:grpSpPr>
      <p:sp>
        <p:nvSpPr>
          <p:cNvPr id="507" name="Google Shape;507;p122"/>
          <p:cNvSpPr/>
          <p:nvPr/>
        </p:nvSpPr>
        <p:spPr>
          <a:xfrm>
            <a:off x="0" y="6262689"/>
            <a:ext cx="12192000" cy="5953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508" name="Google Shape;508;p122"/>
          <p:cNvGrpSpPr/>
          <p:nvPr/>
        </p:nvGrpSpPr>
        <p:grpSpPr>
          <a:xfrm>
            <a:off x="495300" y="6405563"/>
            <a:ext cx="269875" cy="269875"/>
            <a:chOff x="697706" y="6286499"/>
            <a:chExt cx="356347" cy="356347"/>
          </a:xfrm>
        </p:grpSpPr>
        <p:sp>
          <p:nvSpPr>
            <p:cNvPr id="509" name="Google Shape;509;p122"/>
            <p:cNvSpPr/>
            <p:nvPr/>
          </p:nvSpPr>
          <p:spPr>
            <a:xfrm>
              <a:off x="697706" y="6286499"/>
              <a:ext cx="356347" cy="356347"/>
            </a:xfrm>
            <a:custGeom>
              <a:avLst/>
              <a:gdLst/>
              <a:ahLst/>
              <a:cxnLst/>
              <a:rect l="l" t="t" r="r" b="b"/>
              <a:pathLst>
                <a:path w="356347" h="356347" extrusionOk="0">
                  <a:moveTo>
                    <a:pt x="356347" y="178174"/>
                  </a:moveTo>
                  <a:cubicBezTo>
                    <a:pt x="356347" y="276573"/>
                    <a:pt x="276573" y="356347"/>
                    <a:pt x="178174" y="356347"/>
                  </a:cubicBezTo>
                  <a:cubicBezTo>
                    <a:pt x="79774" y="356347"/>
                    <a:pt x="0" y="276573"/>
                    <a:pt x="0" y="178174"/>
                  </a:cubicBezTo>
                  <a:cubicBezTo>
                    <a:pt x="0" y="79774"/>
                    <a:pt x="79774" y="0"/>
                    <a:pt x="178174" y="0"/>
                  </a:cubicBezTo>
                  <a:cubicBezTo>
                    <a:pt x="276573" y="0"/>
                    <a:pt x="356347" y="79774"/>
                    <a:pt x="356347" y="178174"/>
                  </a:cubicBezTo>
                </a:path>
              </a:pathLst>
            </a:custGeom>
            <a:solidFill>
              <a:srgbClr val="DC19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0" name="Google Shape;510;p122"/>
            <p:cNvSpPr/>
            <p:nvPr/>
          </p:nvSpPr>
          <p:spPr>
            <a:xfrm>
              <a:off x="802341" y="6346971"/>
              <a:ext cx="156852" cy="221511"/>
            </a:xfrm>
            <a:custGeom>
              <a:avLst/>
              <a:gdLst/>
              <a:ahLst/>
              <a:cxnLst/>
              <a:rect l="l" t="t" r="r" b="b"/>
              <a:pathLst>
                <a:path w="156852" h="221511" extrusionOk="0">
                  <a:moveTo>
                    <a:pt x="101701" y="69096"/>
                  </a:moveTo>
                  <a:cubicBezTo>
                    <a:pt x="82880" y="69096"/>
                    <a:pt x="65301" y="79067"/>
                    <a:pt x="55145" y="90453"/>
                  </a:cubicBezTo>
                  <a:lnTo>
                    <a:pt x="55145" y="0"/>
                  </a:lnTo>
                  <a:lnTo>
                    <a:pt x="0" y="15056"/>
                  </a:lnTo>
                  <a:lnTo>
                    <a:pt x="0" y="20876"/>
                  </a:lnTo>
                  <a:lnTo>
                    <a:pt x="16630" y="29470"/>
                  </a:lnTo>
                  <a:lnTo>
                    <a:pt x="16630" y="202114"/>
                  </a:lnTo>
                  <a:cubicBezTo>
                    <a:pt x="32422" y="215133"/>
                    <a:pt x="56255" y="221511"/>
                    <a:pt x="80641" y="221511"/>
                  </a:cubicBezTo>
                  <a:cubicBezTo>
                    <a:pt x="123320" y="221511"/>
                    <a:pt x="156852" y="190753"/>
                    <a:pt x="156852" y="136433"/>
                  </a:cubicBezTo>
                  <a:cubicBezTo>
                    <a:pt x="156852" y="93755"/>
                    <a:pt x="135513" y="69096"/>
                    <a:pt x="101707" y="69096"/>
                  </a:cubicBezTo>
                  <a:moveTo>
                    <a:pt x="80368" y="211254"/>
                  </a:moveTo>
                  <a:cubicBezTo>
                    <a:pt x="63465" y="211254"/>
                    <a:pt x="55151" y="200445"/>
                    <a:pt x="55151" y="179385"/>
                  </a:cubicBezTo>
                  <a:lnTo>
                    <a:pt x="55151" y="102070"/>
                  </a:lnTo>
                  <a:cubicBezTo>
                    <a:pt x="61523" y="96249"/>
                    <a:pt x="70390" y="92371"/>
                    <a:pt x="79537" y="92371"/>
                  </a:cubicBezTo>
                  <a:cubicBezTo>
                    <a:pt x="105586" y="92371"/>
                    <a:pt x="118058" y="115920"/>
                    <a:pt x="118058" y="150010"/>
                  </a:cubicBezTo>
                  <a:cubicBezTo>
                    <a:pt x="118058" y="184101"/>
                    <a:pt x="103923" y="211254"/>
                    <a:pt x="80368" y="211254"/>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11" name="Google Shape;511;p122"/>
          <p:cNvSpPr txBox="1">
            <a:spLocks noGrp="1"/>
          </p:cNvSpPr>
          <p:nvPr>
            <p:ph type="title"/>
          </p:nvPr>
        </p:nvSpPr>
        <p:spPr>
          <a:xfrm>
            <a:off x="495300" y="671987"/>
            <a:ext cx="10988676"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2" name="Google Shape;512;p122"/>
          <p:cNvSpPr txBox="1">
            <a:spLocks noGrp="1"/>
          </p:cNvSpPr>
          <p:nvPr>
            <p:ph type="body" idx="1"/>
          </p:nvPr>
        </p:nvSpPr>
        <p:spPr>
          <a:xfrm>
            <a:off x="495300" y="1627200"/>
            <a:ext cx="9728200" cy="43910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800"/>
              <a:buNone/>
              <a:defRPr/>
            </a:lvl1pPr>
            <a:lvl2pPr marL="914400" lvl="1" indent="-228600" algn="l">
              <a:lnSpc>
                <a:spcPct val="88888"/>
              </a:lnSpc>
              <a:spcBef>
                <a:spcPts val="600"/>
              </a:spcBef>
              <a:spcAft>
                <a:spcPts val="0"/>
              </a:spcAft>
              <a:buClr>
                <a:schemeClr val="dk1"/>
              </a:buClr>
              <a:buSzPts val="1800"/>
              <a:buNone/>
              <a:defRPr/>
            </a:lvl2pPr>
            <a:lvl3pPr marL="1371600" lvl="2" indent="-342900" algn="l">
              <a:lnSpc>
                <a:spcPct val="88888"/>
              </a:lnSpc>
              <a:spcBef>
                <a:spcPts val="600"/>
              </a:spcBef>
              <a:spcAft>
                <a:spcPts val="0"/>
              </a:spcAft>
              <a:buSzPts val="1800"/>
              <a:buChar char="•"/>
              <a:defRPr/>
            </a:lvl3pPr>
            <a:lvl4pPr marL="1828800" lvl="3" indent="-342900" algn="l">
              <a:lnSpc>
                <a:spcPct val="88888"/>
              </a:lnSpc>
              <a:spcBef>
                <a:spcPts val="1000"/>
              </a:spcBef>
              <a:spcAft>
                <a:spcPts val="0"/>
              </a:spcAft>
              <a:buClr>
                <a:schemeClr val="dk1"/>
              </a:buClr>
              <a:buSzPts val="1800"/>
              <a:buChar char="–"/>
              <a:defRPr/>
            </a:lvl4pPr>
            <a:lvl5pPr marL="2286000" lvl="4" indent="-342900" algn="l">
              <a:lnSpc>
                <a:spcPct val="88888"/>
              </a:lnSpc>
              <a:spcBef>
                <a:spcPts val="600"/>
              </a:spcBef>
              <a:spcAft>
                <a:spcPts val="0"/>
              </a:spcAft>
              <a:buClr>
                <a:schemeClr val="dk1"/>
              </a:buClr>
              <a:buSzPts val="1800"/>
              <a:buChar char="–"/>
              <a:defRPr/>
            </a:lvl5pPr>
            <a:lvl6pPr marL="2743200" lvl="5" indent="-342900" algn="l">
              <a:lnSpc>
                <a:spcPct val="88888"/>
              </a:lnSpc>
              <a:spcBef>
                <a:spcPts val="0"/>
              </a:spcBef>
              <a:spcAft>
                <a:spcPts val="0"/>
              </a:spcAft>
              <a:buClr>
                <a:schemeClr val="dk1"/>
              </a:buClr>
              <a:buSzPts val="1800"/>
              <a:buChar char="–"/>
              <a:defRPr/>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513" name="Google Shape;513;p122"/>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1pPr>
            <a:lvl2pPr marL="0" marR="0" lvl="1"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2pPr>
            <a:lvl3pPr marL="0" marR="0" lvl="2"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3pPr>
            <a:lvl4pPr marL="0" marR="0" lvl="3"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4pPr>
            <a:lvl5pPr marL="0" marR="0" lvl="4"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5pPr>
            <a:lvl6pPr marL="0" marR="0" lvl="5"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6pPr>
            <a:lvl7pPr marL="0" marR="0" lvl="6"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7pPr>
            <a:lvl8pPr marL="0" marR="0" lvl="7"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8pPr>
            <a:lvl9pPr marL="0" marR="0" lvl="8" indent="0" algn="r">
              <a:spcBef>
                <a:spcPts val="0"/>
              </a:spcBef>
              <a:spcAft>
                <a:spcPts val="0"/>
              </a:spcAft>
              <a:buClr>
                <a:srgbClr val="283E36"/>
              </a:buClr>
              <a:buSzPts val="1100"/>
              <a:buFont typeface="Arial"/>
              <a:buNone/>
              <a:defRPr sz="1100" cap="none">
                <a:solidFill>
                  <a:srgbClr val="283E3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Mono-Two Content Half">
  <p:cSld name="Mono-Two Content Half">
    <p:spTree>
      <p:nvGrpSpPr>
        <p:cNvPr id="1" name="Shape 514"/>
        <p:cNvGrpSpPr/>
        <p:nvPr/>
      </p:nvGrpSpPr>
      <p:grpSpPr>
        <a:xfrm>
          <a:off x="0" y="0"/>
          <a:ext cx="0" cy="0"/>
          <a:chOff x="0" y="0"/>
          <a:chExt cx="0" cy="0"/>
        </a:xfrm>
      </p:grpSpPr>
      <p:sp>
        <p:nvSpPr>
          <p:cNvPr id="515" name="Google Shape;515;p123"/>
          <p:cNvSpPr/>
          <p:nvPr/>
        </p:nvSpPr>
        <p:spPr>
          <a:xfrm>
            <a:off x="0" y="6262689"/>
            <a:ext cx="12192000" cy="5953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6" name="Google Shape;516;p123"/>
          <p:cNvSpPr txBox="1">
            <a:spLocks noGrp="1"/>
          </p:cNvSpPr>
          <p:nvPr>
            <p:ph type="title"/>
          </p:nvPr>
        </p:nvSpPr>
        <p:spPr>
          <a:xfrm>
            <a:off x="495300" y="671987"/>
            <a:ext cx="493200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7" name="Google Shape;517;p123"/>
          <p:cNvSpPr txBox="1">
            <a:spLocks noGrp="1"/>
          </p:cNvSpPr>
          <p:nvPr>
            <p:ph type="body" idx="1"/>
          </p:nvPr>
        </p:nvSpPr>
        <p:spPr>
          <a:xfrm>
            <a:off x="495301" y="1627200"/>
            <a:ext cx="4932000"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518" name="Google Shape;518;p123"/>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grpSp>
        <p:nvGrpSpPr>
          <p:cNvPr id="519" name="Google Shape;519;p123"/>
          <p:cNvGrpSpPr/>
          <p:nvPr/>
        </p:nvGrpSpPr>
        <p:grpSpPr>
          <a:xfrm>
            <a:off x="495300" y="6405563"/>
            <a:ext cx="269875" cy="269875"/>
            <a:chOff x="697706" y="6286499"/>
            <a:chExt cx="356347" cy="356347"/>
          </a:xfrm>
        </p:grpSpPr>
        <p:sp>
          <p:nvSpPr>
            <p:cNvPr id="520" name="Google Shape;520;p123"/>
            <p:cNvSpPr/>
            <p:nvPr/>
          </p:nvSpPr>
          <p:spPr>
            <a:xfrm>
              <a:off x="697706" y="6286499"/>
              <a:ext cx="356347" cy="356347"/>
            </a:xfrm>
            <a:custGeom>
              <a:avLst/>
              <a:gdLst/>
              <a:ahLst/>
              <a:cxnLst/>
              <a:rect l="l" t="t" r="r" b="b"/>
              <a:pathLst>
                <a:path w="356347" h="356347" extrusionOk="0">
                  <a:moveTo>
                    <a:pt x="356347" y="178174"/>
                  </a:moveTo>
                  <a:cubicBezTo>
                    <a:pt x="356347" y="276573"/>
                    <a:pt x="276573" y="356347"/>
                    <a:pt x="178174" y="356347"/>
                  </a:cubicBezTo>
                  <a:cubicBezTo>
                    <a:pt x="79774" y="356347"/>
                    <a:pt x="0" y="276573"/>
                    <a:pt x="0" y="178174"/>
                  </a:cubicBezTo>
                  <a:cubicBezTo>
                    <a:pt x="0" y="79774"/>
                    <a:pt x="79774" y="0"/>
                    <a:pt x="178174" y="0"/>
                  </a:cubicBezTo>
                  <a:cubicBezTo>
                    <a:pt x="276573" y="0"/>
                    <a:pt x="356347" y="79774"/>
                    <a:pt x="356347" y="178174"/>
                  </a:cubicBezTo>
                </a:path>
              </a:pathLst>
            </a:custGeom>
            <a:solidFill>
              <a:srgbClr val="DC19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1" name="Google Shape;521;p123"/>
            <p:cNvSpPr/>
            <p:nvPr/>
          </p:nvSpPr>
          <p:spPr>
            <a:xfrm>
              <a:off x="802341" y="6346971"/>
              <a:ext cx="156852" cy="221511"/>
            </a:xfrm>
            <a:custGeom>
              <a:avLst/>
              <a:gdLst/>
              <a:ahLst/>
              <a:cxnLst/>
              <a:rect l="l" t="t" r="r" b="b"/>
              <a:pathLst>
                <a:path w="156852" h="221511" extrusionOk="0">
                  <a:moveTo>
                    <a:pt x="101701" y="69096"/>
                  </a:moveTo>
                  <a:cubicBezTo>
                    <a:pt x="82880" y="69096"/>
                    <a:pt x="65301" y="79067"/>
                    <a:pt x="55145" y="90453"/>
                  </a:cubicBezTo>
                  <a:lnTo>
                    <a:pt x="55145" y="0"/>
                  </a:lnTo>
                  <a:lnTo>
                    <a:pt x="0" y="15056"/>
                  </a:lnTo>
                  <a:lnTo>
                    <a:pt x="0" y="20876"/>
                  </a:lnTo>
                  <a:lnTo>
                    <a:pt x="16630" y="29470"/>
                  </a:lnTo>
                  <a:lnTo>
                    <a:pt x="16630" y="202114"/>
                  </a:lnTo>
                  <a:cubicBezTo>
                    <a:pt x="32422" y="215133"/>
                    <a:pt x="56255" y="221511"/>
                    <a:pt x="80641" y="221511"/>
                  </a:cubicBezTo>
                  <a:cubicBezTo>
                    <a:pt x="123320" y="221511"/>
                    <a:pt x="156852" y="190753"/>
                    <a:pt x="156852" y="136433"/>
                  </a:cubicBezTo>
                  <a:cubicBezTo>
                    <a:pt x="156852" y="93755"/>
                    <a:pt x="135513" y="69096"/>
                    <a:pt x="101707" y="69096"/>
                  </a:cubicBezTo>
                  <a:moveTo>
                    <a:pt x="80368" y="211254"/>
                  </a:moveTo>
                  <a:cubicBezTo>
                    <a:pt x="63465" y="211254"/>
                    <a:pt x="55151" y="200445"/>
                    <a:pt x="55151" y="179385"/>
                  </a:cubicBezTo>
                  <a:lnTo>
                    <a:pt x="55151" y="102070"/>
                  </a:lnTo>
                  <a:cubicBezTo>
                    <a:pt x="61523" y="96249"/>
                    <a:pt x="70390" y="92371"/>
                    <a:pt x="79537" y="92371"/>
                  </a:cubicBezTo>
                  <a:cubicBezTo>
                    <a:pt x="105586" y="92371"/>
                    <a:pt x="118058" y="115920"/>
                    <a:pt x="118058" y="150010"/>
                  </a:cubicBezTo>
                  <a:cubicBezTo>
                    <a:pt x="118058" y="184101"/>
                    <a:pt x="103923" y="211254"/>
                    <a:pt x="80368" y="211254"/>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Mono-Two Content">
  <p:cSld name="Mono-Two Content">
    <p:spTree>
      <p:nvGrpSpPr>
        <p:cNvPr id="1" name="Shape 522"/>
        <p:cNvGrpSpPr/>
        <p:nvPr/>
      </p:nvGrpSpPr>
      <p:grpSpPr>
        <a:xfrm>
          <a:off x="0" y="0"/>
          <a:ext cx="0" cy="0"/>
          <a:chOff x="0" y="0"/>
          <a:chExt cx="0" cy="0"/>
        </a:xfrm>
      </p:grpSpPr>
      <p:sp>
        <p:nvSpPr>
          <p:cNvPr id="523" name="Google Shape;523;p124"/>
          <p:cNvSpPr/>
          <p:nvPr/>
        </p:nvSpPr>
        <p:spPr>
          <a:xfrm>
            <a:off x="0" y="6262689"/>
            <a:ext cx="12192000" cy="5953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4" name="Google Shape;524;p124"/>
          <p:cNvSpPr txBox="1">
            <a:spLocks noGrp="1"/>
          </p:cNvSpPr>
          <p:nvPr>
            <p:ph type="title"/>
          </p:nvPr>
        </p:nvSpPr>
        <p:spPr>
          <a:xfrm>
            <a:off x="495300" y="671987"/>
            <a:ext cx="10988676"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5" name="Google Shape;525;p124"/>
          <p:cNvSpPr txBox="1">
            <a:spLocks noGrp="1"/>
          </p:cNvSpPr>
          <p:nvPr>
            <p:ph type="body" idx="1"/>
          </p:nvPr>
        </p:nvSpPr>
        <p:spPr>
          <a:xfrm>
            <a:off x="495300" y="1627200"/>
            <a:ext cx="5309395"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526" name="Google Shape;526;p124"/>
          <p:cNvSpPr txBox="1">
            <a:spLocks noGrp="1"/>
          </p:cNvSpPr>
          <p:nvPr>
            <p:ph type="body" idx="2"/>
          </p:nvPr>
        </p:nvSpPr>
        <p:spPr>
          <a:xfrm>
            <a:off x="6174899" y="1627200"/>
            <a:ext cx="5309077"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527" name="Google Shape;527;p124"/>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lvl="0" indent="0" algn="r">
              <a:spcBef>
                <a:spcPts val="0"/>
              </a:spcBef>
              <a:spcAft>
                <a:spcPts val="0"/>
              </a:spcAft>
              <a:buClr>
                <a:srgbClr val="283E36"/>
              </a:buClr>
              <a:buSzPts val="1100"/>
              <a:buFont typeface="Arial"/>
              <a:buNone/>
              <a:defRPr/>
            </a:lvl1pPr>
            <a:lvl2pPr marL="0" lvl="1" indent="0" algn="r">
              <a:spcBef>
                <a:spcPts val="0"/>
              </a:spcBef>
              <a:spcAft>
                <a:spcPts val="0"/>
              </a:spcAft>
              <a:buClr>
                <a:srgbClr val="283E36"/>
              </a:buClr>
              <a:buSzPts val="1100"/>
              <a:buFont typeface="Arial"/>
              <a:buNone/>
              <a:defRPr/>
            </a:lvl2pPr>
            <a:lvl3pPr marL="0" lvl="2" indent="0" algn="r">
              <a:spcBef>
                <a:spcPts val="0"/>
              </a:spcBef>
              <a:spcAft>
                <a:spcPts val="0"/>
              </a:spcAft>
              <a:buClr>
                <a:srgbClr val="283E36"/>
              </a:buClr>
              <a:buSzPts val="1100"/>
              <a:buFont typeface="Arial"/>
              <a:buNone/>
              <a:defRPr/>
            </a:lvl3pPr>
            <a:lvl4pPr marL="0" lvl="3" indent="0" algn="r">
              <a:spcBef>
                <a:spcPts val="0"/>
              </a:spcBef>
              <a:spcAft>
                <a:spcPts val="0"/>
              </a:spcAft>
              <a:buClr>
                <a:srgbClr val="283E36"/>
              </a:buClr>
              <a:buSzPts val="1100"/>
              <a:buFont typeface="Arial"/>
              <a:buNone/>
              <a:defRPr/>
            </a:lvl4pPr>
            <a:lvl5pPr marL="0" lvl="4" indent="0" algn="r">
              <a:spcBef>
                <a:spcPts val="0"/>
              </a:spcBef>
              <a:spcAft>
                <a:spcPts val="0"/>
              </a:spcAft>
              <a:buClr>
                <a:srgbClr val="283E36"/>
              </a:buClr>
              <a:buSzPts val="1100"/>
              <a:buFont typeface="Arial"/>
              <a:buNone/>
              <a:defRPr/>
            </a:lvl5pPr>
            <a:lvl6pPr marL="0" lvl="5" indent="0" algn="r">
              <a:spcBef>
                <a:spcPts val="0"/>
              </a:spcBef>
              <a:spcAft>
                <a:spcPts val="0"/>
              </a:spcAft>
              <a:buClr>
                <a:srgbClr val="283E36"/>
              </a:buClr>
              <a:buSzPts val="1100"/>
              <a:buFont typeface="Arial"/>
              <a:buNone/>
              <a:defRPr/>
            </a:lvl6pPr>
            <a:lvl7pPr marL="0" lvl="6" indent="0" algn="r">
              <a:spcBef>
                <a:spcPts val="0"/>
              </a:spcBef>
              <a:spcAft>
                <a:spcPts val="0"/>
              </a:spcAft>
              <a:buClr>
                <a:srgbClr val="283E36"/>
              </a:buClr>
              <a:buSzPts val="1100"/>
              <a:buFont typeface="Arial"/>
              <a:buNone/>
              <a:defRPr/>
            </a:lvl7pPr>
            <a:lvl8pPr marL="0" lvl="7" indent="0" algn="r">
              <a:spcBef>
                <a:spcPts val="0"/>
              </a:spcBef>
              <a:spcAft>
                <a:spcPts val="0"/>
              </a:spcAft>
              <a:buClr>
                <a:srgbClr val="283E36"/>
              </a:buClr>
              <a:buSzPts val="1100"/>
              <a:buFont typeface="Arial"/>
              <a:buNone/>
              <a:defRPr/>
            </a:lvl8pPr>
            <a:lvl9pPr marL="0" lvl="8" indent="0" algn="r">
              <a:spcBef>
                <a:spcPts val="0"/>
              </a:spcBef>
              <a:spcAft>
                <a:spcPts val="0"/>
              </a:spcAft>
              <a:buClr>
                <a:srgbClr val="283E36"/>
              </a:buClr>
              <a:buSzPts val="1100"/>
              <a:buFont typeface="Arial"/>
              <a:buNone/>
              <a:defRPr/>
            </a:lvl9pPr>
          </a:lstStyle>
          <a:p>
            <a:pPr marL="0" lvl="0" indent="0" algn="r" rtl="0">
              <a:spcBef>
                <a:spcPts val="0"/>
              </a:spcBef>
              <a:spcAft>
                <a:spcPts val="0"/>
              </a:spcAft>
              <a:buNone/>
            </a:pPr>
            <a:fld id="{00000000-1234-1234-1234-123412341234}" type="slidenum">
              <a:rPr lang="en-US"/>
              <a:t>‹#›</a:t>
            </a:fld>
            <a:endParaRPr/>
          </a:p>
        </p:txBody>
      </p:sp>
      <p:grpSp>
        <p:nvGrpSpPr>
          <p:cNvPr id="528" name="Google Shape;528;p124"/>
          <p:cNvGrpSpPr/>
          <p:nvPr/>
        </p:nvGrpSpPr>
        <p:grpSpPr>
          <a:xfrm>
            <a:off x="495300" y="6405563"/>
            <a:ext cx="269875" cy="269875"/>
            <a:chOff x="697706" y="6286499"/>
            <a:chExt cx="356347" cy="356347"/>
          </a:xfrm>
        </p:grpSpPr>
        <p:sp>
          <p:nvSpPr>
            <p:cNvPr id="529" name="Google Shape;529;p124"/>
            <p:cNvSpPr/>
            <p:nvPr/>
          </p:nvSpPr>
          <p:spPr>
            <a:xfrm>
              <a:off x="697706" y="6286499"/>
              <a:ext cx="356347" cy="356347"/>
            </a:xfrm>
            <a:custGeom>
              <a:avLst/>
              <a:gdLst/>
              <a:ahLst/>
              <a:cxnLst/>
              <a:rect l="l" t="t" r="r" b="b"/>
              <a:pathLst>
                <a:path w="356347" h="356347" extrusionOk="0">
                  <a:moveTo>
                    <a:pt x="356347" y="178174"/>
                  </a:moveTo>
                  <a:cubicBezTo>
                    <a:pt x="356347" y="276573"/>
                    <a:pt x="276573" y="356347"/>
                    <a:pt x="178174" y="356347"/>
                  </a:cubicBezTo>
                  <a:cubicBezTo>
                    <a:pt x="79774" y="356347"/>
                    <a:pt x="0" y="276573"/>
                    <a:pt x="0" y="178174"/>
                  </a:cubicBezTo>
                  <a:cubicBezTo>
                    <a:pt x="0" y="79774"/>
                    <a:pt x="79774" y="0"/>
                    <a:pt x="178174" y="0"/>
                  </a:cubicBezTo>
                  <a:cubicBezTo>
                    <a:pt x="276573" y="0"/>
                    <a:pt x="356347" y="79774"/>
                    <a:pt x="356347" y="178174"/>
                  </a:cubicBezTo>
                </a:path>
              </a:pathLst>
            </a:custGeom>
            <a:solidFill>
              <a:srgbClr val="DC19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0" name="Google Shape;530;p124"/>
            <p:cNvSpPr/>
            <p:nvPr/>
          </p:nvSpPr>
          <p:spPr>
            <a:xfrm>
              <a:off x="802341" y="6346971"/>
              <a:ext cx="156852" cy="221511"/>
            </a:xfrm>
            <a:custGeom>
              <a:avLst/>
              <a:gdLst/>
              <a:ahLst/>
              <a:cxnLst/>
              <a:rect l="l" t="t" r="r" b="b"/>
              <a:pathLst>
                <a:path w="156852" h="221511" extrusionOk="0">
                  <a:moveTo>
                    <a:pt x="101701" y="69096"/>
                  </a:moveTo>
                  <a:cubicBezTo>
                    <a:pt x="82880" y="69096"/>
                    <a:pt x="65301" y="79067"/>
                    <a:pt x="55145" y="90453"/>
                  </a:cubicBezTo>
                  <a:lnTo>
                    <a:pt x="55145" y="0"/>
                  </a:lnTo>
                  <a:lnTo>
                    <a:pt x="0" y="15056"/>
                  </a:lnTo>
                  <a:lnTo>
                    <a:pt x="0" y="20876"/>
                  </a:lnTo>
                  <a:lnTo>
                    <a:pt x="16630" y="29470"/>
                  </a:lnTo>
                  <a:lnTo>
                    <a:pt x="16630" y="202114"/>
                  </a:lnTo>
                  <a:cubicBezTo>
                    <a:pt x="32422" y="215133"/>
                    <a:pt x="56255" y="221511"/>
                    <a:pt x="80641" y="221511"/>
                  </a:cubicBezTo>
                  <a:cubicBezTo>
                    <a:pt x="123320" y="221511"/>
                    <a:pt x="156852" y="190753"/>
                    <a:pt x="156852" y="136433"/>
                  </a:cubicBezTo>
                  <a:cubicBezTo>
                    <a:pt x="156852" y="93755"/>
                    <a:pt x="135513" y="69096"/>
                    <a:pt x="101707" y="69096"/>
                  </a:cubicBezTo>
                  <a:moveTo>
                    <a:pt x="80368" y="211254"/>
                  </a:moveTo>
                  <a:cubicBezTo>
                    <a:pt x="63465" y="211254"/>
                    <a:pt x="55151" y="200445"/>
                    <a:pt x="55151" y="179385"/>
                  </a:cubicBezTo>
                  <a:lnTo>
                    <a:pt x="55151" y="102070"/>
                  </a:lnTo>
                  <a:cubicBezTo>
                    <a:pt x="61523" y="96249"/>
                    <a:pt x="70390" y="92371"/>
                    <a:pt x="79537" y="92371"/>
                  </a:cubicBezTo>
                  <a:cubicBezTo>
                    <a:pt x="105586" y="92371"/>
                    <a:pt x="118058" y="115920"/>
                    <a:pt x="118058" y="150010"/>
                  </a:cubicBezTo>
                  <a:cubicBezTo>
                    <a:pt x="118058" y="184101"/>
                    <a:pt x="103923" y="211254"/>
                    <a:pt x="80368" y="211254"/>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Mono-Two Content Image">
  <p:cSld name="Mono-Two Content Image">
    <p:spTree>
      <p:nvGrpSpPr>
        <p:cNvPr id="1" name="Shape 531"/>
        <p:cNvGrpSpPr/>
        <p:nvPr/>
      </p:nvGrpSpPr>
      <p:grpSpPr>
        <a:xfrm>
          <a:off x="0" y="0"/>
          <a:ext cx="0" cy="0"/>
          <a:chOff x="0" y="0"/>
          <a:chExt cx="0" cy="0"/>
        </a:xfrm>
      </p:grpSpPr>
      <p:sp>
        <p:nvSpPr>
          <p:cNvPr id="532" name="Google Shape;532;p125"/>
          <p:cNvSpPr/>
          <p:nvPr/>
        </p:nvSpPr>
        <p:spPr>
          <a:xfrm>
            <a:off x="0" y="6262689"/>
            <a:ext cx="12192000" cy="5953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3" name="Google Shape;533;p125"/>
          <p:cNvSpPr>
            <a:spLocks noGrp="1"/>
          </p:cNvSpPr>
          <p:nvPr>
            <p:ph type="pic" idx="2"/>
          </p:nvPr>
        </p:nvSpPr>
        <p:spPr>
          <a:xfrm>
            <a:off x="6096000" y="0"/>
            <a:ext cx="6096000" cy="6858000"/>
          </a:xfrm>
          <a:prstGeom prst="rect">
            <a:avLst/>
          </a:prstGeom>
          <a:noFill/>
          <a:ln>
            <a:noFill/>
          </a:ln>
        </p:spPr>
      </p:sp>
      <p:sp>
        <p:nvSpPr>
          <p:cNvPr id="534" name="Google Shape;534;p125"/>
          <p:cNvSpPr txBox="1">
            <a:spLocks noGrp="1"/>
          </p:cNvSpPr>
          <p:nvPr>
            <p:ph type="title"/>
          </p:nvPr>
        </p:nvSpPr>
        <p:spPr>
          <a:xfrm>
            <a:off x="495300" y="671987"/>
            <a:ext cx="493200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5" name="Google Shape;535;p125"/>
          <p:cNvSpPr txBox="1">
            <a:spLocks noGrp="1"/>
          </p:cNvSpPr>
          <p:nvPr>
            <p:ph type="body" idx="1"/>
          </p:nvPr>
        </p:nvSpPr>
        <p:spPr>
          <a:xfrm>
            <a:off x="495301" y="1627200"/>
            <a:ext cx="4932000"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536" name="Google Shape;536;p125"/>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537" name="Google Shape;537;p125"/>
          <p:cNvGrpSpPr/>
          <p:nvPr/>
        </p:nvGrpSpPr>
        <p:grpSpPr>
          <a:xfrm>
            <a:off x="495300" y="6405563"/>
            <a:ext cx="269875" cy="269875"/>
            <a:chOff x="697706" y="6286499"/>
            <a:chExt cx="356347" cy="356347"/>
          </a:xfrm>
        </p:grpSpPr>
        <p:sp>
          <p:nvSpPr>
            <p:cNvPr id="538" name="Google Shape;538;p125"/>
            <p:cNvSpPr/>
            <p:nvPr/>
          </p:nvSpPr>
          <p:spPr>
            <a:xfrm>
              <a:off x="697706" y="6286499"/>
              <a:ext cx="356347" cy="356347"/>
            </a:xfrm>
            <a:custGeom>
              <a:avLst/>
              <a:gdLst/>
              <a:ahLst/>
              <a:cxnLst/>
              <a:rect l="l" t="t" r="r" b="b"/>
              <a:pathLst>
                <a:path w="356347" h="356347" extrusionOk="0">
                  <a:moveTo>
                    <a:pt x="356347" y="178174"/>
                  </a:moveTo>
                  <a:cubicBezTo>
                    <a:pt x="356347" y="276573"/>
                    <a:pt x="276573" y="356347"/>
                    <a:pt x="178174" y="356347"/>
                  </a:cubicBezTo>
                  <a:cubicBezTo>
                    <a:pt x="79774" y="356347"/>
                    <a:pt x="0" y="276573"/>
                    <a:pt x="0" y="178174"/>
                  </a:cubicBezTo>
                  <a:cubicBezTo>
                    <a:pt x="0" y="79774"/>
                    <a:pt x="79774" y="0"/>
                    <a:pt x="178174" y="0"/>
                  </a:cubicBezTo>
                  <a:cubicBezTo>
                    <a:pt x="276573" y="0"/>
                    <a:pt x="356347" y="79774"/>
                    <a:pt x="356347" y="178174"/>
                  </a:cubicBezTo>
                </a:path>
              </a:pathLst>
            </a:custGeom>
            <a:solidFill>
              <a:srgbClr val="DC19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9" name="Google Shape;539;p125"/>
            <p:cNvSpPr/>
            <p:nvPr/>
          </p:nvSpPr>
          <p:spPr>
            <a:xfrm>
              <a:off x="802341" y="6346971"/>
              <a:ext cx="156852" cy="221511"/>
            </a:xfrm>
            <a:custGeom>
              <a:avLst/>
              <a:gdLst/>
              <a:ahLst/>
              <a:cxnLst/>
              <a:rect l="l" t="t" r="r" b="b"/>
              <a:pathLst>
                <a:path w="156852" h="221511" extrusionOk="0">
                  <a:moveTo>
                    <a:pt x="101701" y="69096"/>
                  </a:moveTo>
                  <a:cubicBezTo>
                    <a:pt x="82880" y="69096"/>
                    <a:pt x="65301" y="79067"/>
                    <a:pt x="55145" y="90453"/>
                  </a:cubicBezTo>
                  <a:lnTo>
                    <a:pt x="55145" y="0"/>
                  </a:lnTo>
                  <a:lnTo>
                    <a:pt x="0" y="15056"/>
                  </a:lnTo>
                  <a:lnTo>
                    <a:pt x="0" y="20876"/>
                  </a:lnTo>
                  <a:lnTo>
                    <a:pt x="16630" y="29470"/>
                  </a:lnTo>
                  <a:lnTo>
                    <a:pt x="16630" y="202114"/>
                  </a:lnTo>
                  <a:cubicBezTo>
                    <a:pt x="32422" y="215133"/>
                    <a:pt x="56255" y="221511"/>
                    <a:pt x="80641" y="221511"/>
                  </a:cubicBezTo>
                  <a:cubicBezTo>
                    <a:pt x="123320" y="221511"/>
                    <a:pt x="156852" y="190753"/>
                    <a:pt x="156852" y="136433"/>
                  </a:cubicBezTo>
                  <a:cubicBezTo>
                    <a:pt x="156852" y="93755"/>
                    <a:pt x="135513" y="69096"/>
                    <a:pt x="101707" y="69096"/>
                  </a:cubicBezTo>
                  <a:moveTo>
                    <a:pt x="80368" y="211254"/>
                  </a:moveTo>
                  <a:cubicBezTo>
                    <a:pt x="63465" y="211254"/>
                    <a:pt x="55151" y="200445"/>
                    <a:pt x="55151" y="179385"/>
                  </a:cubicBezTo>
                  <a:lnTo>
                    <a:pt x="55151" y="102070"/>
                  </a:lnTo>
                  <a:cubicBezTo>
                    <a:pt x="61523" y="96249"/>
                    <a:pt x="70390" y="92371"/>
                    <a:pt x="79537" y="92371"/>
                  </a:cubicBezTo>
                  <a:cubicBezTo>
                    <a:pt x="105586" y="92371"/>
                    <a:pt x="118058" y="115920"/>
                    <a:pt x="118058" y="150010"/>
                  </a:cubicBezTo>
                  <a:cubicBezTo>
                    <a:pt x="118058" y="184101"/>
                    <a:pt x="103923" y="211254"/>
                    <a:pt x="80368" y="211254"/>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Mono-Two Content Half pink">
  <p:cSld name="Mono-Two Content Half pink">
    <p:spTree>
      <p:nvGrpSpPr>
        <p:cNvPr id="1" name="Shape 540"/>
        <p:cNvGrpSpPr/>
        <p:nvPr/>
      </p:nvGrpSpPr>
      <p:grpSpPr>
        <a:xfrm>
          <a:off x="0" y="0"/>
          <a:ext cx="0" cy="0"/>
          <a:chOff x="0" y="0"/>
          <a:chExt cx="0" cy="0"/>
        </a:xfrm>
      </p:grpSpPr>
      <p:sp>
        <p:nvSpPr>
          <p:cNvPr id="541" name="Google Shape;541;p126"/>
          <p:cNvSpPr/>
          <p:nvPr/>
        </p:nvSpPr>
        <p:spPr>
          <a:xfrm>
            <a:off x="0" y="6262689"/>
            <a:ext cx="12192000" cy="59531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2" name="Google Shape;542;p126"/>
          <p:cNvSpPr/>
          <p:nvPr/>
        </p:nvSpPr>
        <p:spPr>
          <a:xfrm>
            <a:off x="6096000" y="0"/>
            <a:ext cx="60960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3" name="Google Shape;543;p126"/>
          <p:cNvSpPr txBox="1">
            <a:spLocks noGrp="1"/>
          </p:cNvSpPr>
          <p:nvPr>
            <p:ph type="title"/>
          </p:nvPr>
        </p:nvSpPr>
        <p:spPr>
          <a:xfrm>
            <a:off x="495300" y="671987"/>
            <a:ext cx="4932001" cy="900000"/>
          </a:xfrm>
          <a:prstGeom prst="rect">
            <a:avLst/>
          </a:prstGeom>
          <a:noFill/>
          <a:ln>
            <a:noFill/>
          </a:ln>
        </p:spPr>
        <p:txBody>
          <a:bodyPr spcFirstLastPara="1" wrap="square" lIns="0" tIns="0" rIns="0" bIns="0" anchor="t" anchorCtr="0">
            <a:noAutofit/>
          </a:bodyPr>
          <a:lstStyle>
            <a:lvl1pPr lvl="0" algn="l">
              <a:lnSpc>
                <a:spcPct val="96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4" name="Google Shape;544;p126"/>
          <p:cNvSpPr txBox="1">
            <a:spLocks noGrp="1"/>
          </p:cNvSpPr>
          <p:nvPr>
            <p:ph type="body" idx="1"/>
          </p:nvPr>
        </p:nvSpPr>
        <p:spPr>
          <a:xfrm>
            <a:off x="495301" y="1627200"/>
            <a:ext cx="4932000" cy="4392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400"/>
              <a:buNone/>
              <a:defRPr sz="1400"/>
            </a:lvl1pPr>
            <a:lvl2pPr marL="914400" lvl="1" indent="-228600" algn="l">
              <a:lnSpc>
                <a:spcPct val="114285"/>
              </a:lnSpc>
              <a:spcBef>
                <a:spcPts val="600"/>
              </a:spcBef>
              <a:spcAft>
                <a:spcPts val="0"/>
              </a:spcAft>
              <a:buClr>
                <a:schemeClr val="dk1"/>
              </a:buClr>
              <a:buSzPts val="1400"/>
              <a:buNone/>
              <a:defRPr sz="1400"/>
            </a:lvl2pPr>
            <a:lvl3pPr marL="1371600" lvl="2" indent="-317500" algn="l">
              <a:lnSpc>
                <a:spcPct val="114285"/>
              </a:lnSpc>
              <a:spcBef>
                <a:spcPts val="600"/>
              </a:spcBef>
              <a:spcAft>
                <a:spcPts val="0"/>
              </a:spcAft>
              <a:buSzPts val="1400"/>
              <a:buChar char="•"/>
              <a:defRPr sz="1400"/>
            </a:lvl3pPr>
            <a:lvl4pPr marL="1828800" lvl="3" indent="-304800" algn="l">
              <a:lnSpc>
                <a:spcPct val="133333"/>
              </a:lnSpc>
              <a:spcBef>
                <a:spcPts val="1000"/>
              </a:spcBef>
              <a:spcAft>
                <a:spcPts val="0"/>
              </a:spcAft>
              <a:buClr>
                <a:schemeClr val="dk1"/>
              </a:buClr>
              <a:buSzPts val="1200"/>
              <a:buChar char="–"/>
              <a:defRPr sz="1200"/>
            </a:lvl4pPr>
            <a:lvl5pPr marL="2286000" lvl="4" indent="-304800" algn="l">
              <a:lnSpc>
                <a:spcPct val="133333"/>
              </a:lnSpc>
              <a:spcBef>
                <a:spcPts val="600"/>
              </a:spcBef>
              <a:spcAft>
                <a:spcPts val="0"/>
              </a:spcAft>
              <a:buClr>
                <a:schemeClr val="dk1"/>
              </a:buClr>
              <a:buSzPts val="1200"/>
              <a:buChar char="–"/>
              <a:defRPr sz="1200"/>
            </a:lvl5pPr>
            <a:lvl6pPr marL="2743200" lvl="5" indent="-304800" algn="l">
              <a:lnSpc>
                <a:spcPct val="133333"/>
              </a:lnSpc>
              <a:spcBef>
                <a:spcPts val="0"/>
              </a:spcBef>
              <a:spcAft>
                <a:spcPts val="0"/>
              </a:spcAft>
              <a:buClr>
                <a:schemeClr val="dk1"/>
              </a:buClr>
              <a:buSzPts val="1200"/>
              <a:buChar char="–"/>
              <a:defRPr sz="1200"/>
            </a:lvl6pPr>
            <a:lvl7pPr marL="3200400" lvl="6" indent="-228600" algn="l">
              <a:lnSpc>
                <a:spcPct val="100000"/>
              </a:lnSpc>
              <a:spcBef>
                <a:spcPts val="1800"/>
              </a:spcBef>
              <a:spcAft>
                <a:spcPts val="0"/>
              </a:spcAft>
              <a:buClr>
                <a:schemeClr val="dk1"/>
              </a:buClr>
              <a:buSzPts val="1800"/>
              <a:buNone/>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545" name="Google Shape;545;p126"/>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1pPr>
            <a:lvl2pPr marL="0" marR="0" lvl="1"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2pPr>
            <a:lvl3pPr marL="0" marR="0" lvl="2"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3pPr>
            <a:lvl4pPr marL="0" marR="0" lvl="3"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4pPr>
            <a:lvl5pPr marL="0" marR="0" lvl="4"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5pPr>
            <a:lvl6pPr marL="0" marR="0" lvl="5"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6pPr>
            <a:lvl7pPr marL="0" marR="0" lvl="6"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7pPr>
            <a:lvl8pPr marL="0" marR="0" lvl="7"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8pPr>
            <a:lvl9pPr marL="0" marR="0" lvl="8" indent="0" algn="r">
              <a:spcBef>
                <a:spcPts val="0"/>
              </a:spcBef>
              <a:spcAft>
                <a:spcPts val="0"/>
              </a:spcAft>
              <a:buClr>
                <a:schemeClr val="lt1"/>
              </a:buClr>
              <a:buSzPts val="1100"/>
              <a:buFont typeface="Arial"/>
              <a:buNone/>
              <a:defRPr sz="1100"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546" name="Google Shape;546;p126"/>
          <p:cNvGrpSpPr/>
          <p:nvPr/>
        </p:nvGrpSpPr>
        <p:grpSpPr>
          <a:xfrm>
            <a:off x="495300" y="6405563"/>
            <a:ext cx="269875" cy="269875"/>
            <a:chOff x="697706" y="6286499"/>
            <a:chExt cx="356347" cy="356347"/>
          </a:xfrm>
        </p:grpSpPr>
        <p:sp>
          <p:nvSpPr>
            <p:cNvPr id="547" name="Google Shape;547;p126"/>
            <p:cNvSpPr/>
            <p:nvPr/>
          </p:nvSpPr>
          <p:spPr>
            <a:xfrm>
              <a:off x="697706" y="6286499"/>
              <a:ext cx="356347" cy="356347"/>
            </a:xfrm>
            <a:custGeom>
              <a:avLst/>
              <a:gdLst/>
              <a:ahLst/>
              <a:cxnLst/>
              <a:rect l="l" t="t" r="r" b="b"/>
              <a:pathLst>
                <a:path w="356347" h="356347" extrusionOk="0">
                  <a:moveTo>
                    <a:pt x="356347" y="178174"/>
                  </a:moveTo>
                  <a:cubicBezTo>
                    <a:pt x="356347" y="276573"/>
                    <a:pt x="276573" y="356347"/>
                    <a:pt x="178174" y="356347"/>
                  </a:cubicBezTo>
                  <a:cubicBezTo>
                    <a:pt x="79774" y="356347"/>
                    <a:pt x="0" y="276573"/>
                    <a:pt x="0" y="178174"/>
                  </a:cubicBezTo>
                  <a:cubicBezTo>
                    <a:pt x="0" y="79774"/>
                    <a:pt x="79774" y="0"/>
                    <a:pt x="178174" y="0"/>
                  </a:cubicBezTo>
                  <a:cubicBezTo>
                    <a:pt x="276573" y="0"/>
                    <a:pt x="356347" y="79774"/>
                    <a:pt x="356347" y="178174"/>
                  </a:cubicBezTo>
                </a:path>
              </a:pathLst>
            </a:custGeom>
            <a:solidFill>
              <a:srgbClr val="DC19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8" name="Google Shape;548;p126"/>
            <p:cNvSpPr/>
            <p:nvPr/>
          </p:nvSpPr>
          <p:spPr>
            <a:xfrm>
              <a:off x="802341" y="6346971"/>
              <a:ext cx="156852" cy="221511"/>
            </a:xfrm>
            <a:custGeom>
              <a:avLst/>
              <a:gdLst/>
              <a:ahLst/>
              <a:cxnLst/>
              <a:rect l="l" t="t" r="r" b="b"/>
              <a:pathLst>
                <a:path w="156852" h="221511" extrusionOk="0">
                  <a:moveTo>
                    <a:pt x="101701" y="69096"/>
                  </a:moveTo>
                  <a:cubicBezTo>
                    <a:pt x="82880" y="69096"/>
                    <a:pt x="65301" y="79067"/>
                    <a:pt x="55145" y="90453"/>
                  </a:cubicBezTo>
                  <a:lnTo>
                    <a:pt x="55145" y="0"/>
                  </a:lnTo>
                  <a:lnTo>
                    <a:pt x="0" y="15056"/>
                  </a:lnTo>
                  <a:lnTo>
                    <a:pt x="0" y="20876"/>
                  </a:lnTo>
                  <a:lnTo>
                    <a:pt x="16630" y="29470"/>
                  </a:lnTo>
                  <a:lnTo>
                    <a:pt x="16630" y="202114"/>
                  </a:lnTo>
                  <a:cubicBezTo>
                    <a:pt x="32422" y="215133"/>
                    <a:pt x="56255" y="221511"/>
                    <a:pt x="80641" y="221511"/>
                  </a:cubicBezTo>
                  <a:cubicBezTo>
                    <a:pt x="123320" y="221511"/>
                    <a:pt x="156852" y="190753"/>
                    <a:pt x="156852" y="136433"/>
                  </a:cubicBezTo>
                  <a:cubicBezTo>
                    <a:pt x="156852" y="93755"/>
                    <a:pt x="135513" y="69096"/>
                    <a:pt x="101707" y="69096"/>
                  </a:cubicBezTo>
                  <a:moveTo>
                    <a:pt x="80368" y="211254"/>
                  </a:moveTo>
                  <a:cubicBezTo>
                    <a:pt x="63465" y="211254"/>
                    <a:pt x="55151" y="200445"/>
                    <a:pt x="55151" y="179385"/>
                  </a:cubicBezTo>
                  <a:lnTo>
                    <a:pt x="55151" y="102070"/>
                  </a:lnTo>
                  <a:cubicBezTo>
                    <a:pt x="61523" y="96249"/>
                    <a:pt x="70390" y="92371"/>
                    <a:pt x="79537" y="92371"/>
                  </a:cubicBezTo>
                  <a:cubicBezTo>
                    <a:pt x="105586" y="92371"/>
                    <a:pt x="118058" y="115920"/>
                    <a:pt x="118058" y="150010"/>
                  </a:cubicBezTo>
                  <a:cubicBezTo>
                    <a:pt x="118058" y="184101"/>
                    <a:pt x="103923" y="211254"/>
                    <a:pt x="80368" y="211254"/>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
        <p:cNvGrpSpPr/>
        <p:nvPr/>
      </p:nvGrpSpPr>
      <p:grpSpPr>
        <a:xfrm>
          <a:off x="0" y="0"/>
          <a:ext cx="0" cy="0"/>
          <a:chOff x="0" y="0"/>
          <a:chExt cx="0" cy="0"/>
        </a:xfrm>
      </p:grpSpPr>
      <p:sp>
        <p:nvSpPr>
          <p:cNvPr id="45" name="Google Shape;45;p61"/>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marR="0" lvl="0" algn="l" rtl="0">
              <a:lnSpc>
                <a:spcPct val="96000"/>
              </a:lnSpc>
              <a:spcBef>
                <a:spcPts val="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6" name="Google Shape;46;p61"/>
          <p:cNvSpPr txBox="1">
            <a:spLocks noGrp="1"/>
          </p:cNvSpPr>
          <p:nvPr>
            <p:ph type="body" idx="1"/>
          </p:nvPr>
        </p:nvSpPr>
        <p:spPr>
          <a:xfrm>
            <a:off x="480119" y="1627200"/>
            <a:ext cx="9743381" cy="43910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6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1pPr>
            <a:lvl2pPr marL="914400" marR="0" lvl="1" indent="-228600" algn="l" rtl="0">
              <a:lnSpc>
                <a:spcPct val="114285"/>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317500" algn="l" rtl="0">
              <a:lnSpc>
                <a:spcPct val="114285"/>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04800" algn="l" rtl="0">
              <a:lnSpc>
                <a:spcPct val="133333"/>
              </a:lnSpc>
              <a:spcBef>
                <a:spcPts val="1000"/>
              </a:spcBef>
              <a:spcAft>
                <a:spcPts val="0"/>
              </a:spcAft>
              <a:buClr>
                <a:schemeClr val="dk1"/>
              </a:buClr>
              <a:buSzPts val="1200"/>
              <a:buFont typeface="Inter"/>
              <a:buChar char="–"/>
              <a:defRPr sz="1200" b="0" i="0" u="none" strike="noStrike" cap="none">
                <a:solidFill>
                  <a:schemeClr val="dk1"/>
                </a:solidFill>
                <a:latin typeface="Arial"/>
                <a:ea typeface="Arial"/>
                <a:cs typeface="Arial"/>
                <a:sym typeface="Arial"/>
              </a:defRPr>
            </a:lvl4pPr>
            <a:lvl5pPr marL="2286000" marR="0" lvl="4" indent="-298450" algn="l" rtl="0">
              <a:lnSpc>
                <a:spcPct val="145454"/>
              </a:lnSpc>
              <a:spcBef>
                <a:spcPts val="600"/>
              </a:spcBef>
              <a:spcAft>
                <a:spcPts val="0"/>
              </a:spcAft>
              <a:buClr>
                <a:schemeClr val="dk1"/>
              </a:buClr>
              <a:buSzPts val="1100"/>
              <a:buFont typeface="Inter"/>
              <a:buChar char="–"/>
              <a:defRPr sz="1100" b="0" i="0" u="none" strike="noStrike" cap="none">
                <a:solidFill>
                  <a:schemeClr val="dk1"/>
                </a:solidFill>
                <a:latin typeface="Arial"/>
                <a:ea typeface="Arial"/>
                <a:cs typeface="Arial"/>
                <a:sym typeface="Arial"/>
              </a:defRPr>
            </a:lvl5pPr>
            <a:lvl6pPr marL="2743200" marR="0" lvl="5" indent="-295275" algn="l" rtl="0">
              <a:lnSpc>
                <a:spcPct val="152380"/>
              </a:lnSpc>
              <a:spcBef>
                <a:spcPts val="0"/>
              </a:spcBef>
              <a:spcAft>
                <a:spcPts val="0"/>
              </a:spcAft>
              <a:buClr>
                <a:schemeClr val="dk1"/>
              </a:buClr>
              <a:buSzPts val="1050"/>
              <a:buFont typeface="Inter"/>
              <a:buChar char="–"/>
              <a:defRPr sz="1050" b="0" i="0" u="none" strike="noStrike" cap="none">
                <a:solidFill>
                  <a:schemeClr val="dk1"/>
                </a:solidFill>
                <a:latin typeface="Arial"/>
                <a:ea typeface="Arial"/>
                <a:cs typeface="Arial"/>
                <a:sym typeface="Arial"/>
              </a:defRPr>
            </a:lvl6pPr>
            <a:lvl7pPr marL="3200400" marR="0" lvl="6" indent="-228600" algn="l" rtl="0">
              <a:lnSpc>
                <a:spcPct val="100000"/>
              </a:lnSpc>
              <a:spcBef>
                <a:spcPts val="18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3657600" marR="0" lvl="7" indent="-298450" algn="l" rtl="0">
              <a:lnSpc>
                <a:spcPct val="100000"/>
              </a:lnSpc>
              <a:spcBef>
                <a:spcPts val="6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85750" algn="l" rtl="0">
              <a:lnSpc>
                <a:spcPct val="100000"/>
              </a:lnSpc>
              <a:spcBef>
                <a:spcPts val="600"/>
              </a:spcBef>
              <a:spcAft>
                <a:spcPts val="0"/>
              </a:spcAft>
              <a:buClr>
                <a:schemeClr val="dk1"/>
              </a:buClr>
              <a:buSzPts val="900"/>
              <a:buFont typeface="Inter"/>
              <a:buChar char="–"/>
              <a:defRPr sz="900" b="0" i="0" u="none" strike="noStrike" cap="none">
                <a:solidFill>
                  <a:schemeClr val="dk1"/>
                </a:solidFill>
                <a:latin typeface="Arial"/>
                <a:ea typeface="Arial"/>
                <a:cs typeface="Arial"/>
                <a:sym typeface="Arial"/>
              </a:defRPr>
            </a:lvl9pPr>
          </a:lstStyle>
          <a:p>
            <a:endParaRPr/>
          </a:p>
        </p:txBody>
      </p:sp>
      <p:sp>
        <p:nvSpPr>
          <p:cNvPr id="47" name="Google Shape;47;p61"/>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1pPr>
            <a:lvl2pPr marL="0" marR="0" lvl="1"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2pPr>
            <a:lvl3pPr marL="0" marR="0" lvl="2"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3pPr>
            <a:lvl4pPr marL="0" marR="0" lvl="3"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4pPr>
            <a:lvl5pPr marL="0" marR="0" lvl="4"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5pPr>
            <a:lvl6pPr marL="0" marR="0" lvl="5"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6pPr>
            <a:lvl7pPr marL="0" marR="0" lvl="6"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7pPr>
            <a:lvl8pPr marL="0" marR="0" lvl="7"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8pPr>
            <a:lvl9pPr marL="0" marR="0" lvl="8"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8" name="Google Shape;48;p61"/>
          <p:cNvPicPr preferRelativeResize="0"/>
          <p:nvPr/>
        </p:nvPicPr>
        <p:blipFill rotWithShape="1">
          <a:blip r:embed="rId59">
            <a:alphaModFix/>
          </a:blip>
          <a:srcRect/>
          <a:stretch/>
        </p:blipFill>
        <p:spPr>
          <a:xfrm>
            <a:off x="454025" y="6356100"/>
            <a:ext cx="862264" cy="27250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 id="2147483678" r:id="rId22"/>
    <p:sldLayoutId id="2147483679" r:id="rId23"/>
    <p:sldLayoutId id="2147483680" r:id="rId24"/>
    <p:sldLayoutId id="2147483681" r:id="rId25"/>
    <p:sldLayoutId id="2147483682" r:id="rId26"/>
    <p:sldLayoutId id="2147483683" r:id="rId27"/>
    <p:sldLayoutId id="2147483684" r:id="rId28"/>
    <p:sldLayoutId id="2147483685" r:id="rId29"/>
    <p:sldLayoutId id="2147483686" r:id="rId30"/>
    <p:sldLayoutId id="2147483687" r:id="rId31"/>
    <p:sldLayoutId id="2147483688" r:id="rId32"/>
    <p:sldLayoutId id="2147483689" r:id="rId33"/>
    <p:sldLayoutId id="2147483690" r:id="rId34"/>
    <p:sldLayoutId id="2147483691" r:id="rId35"/>
    <p:sldLayoutId id="2147483692" r:id="rId36"/>
    <p:sldLayoutId id="2147483694" r:id="rId37"/>
    <p:sldLayoutId id="2147483695" r:id="rId38"/>
    <p:sldLayoutId id="2147483696" r:id="rId39"/>
    <p:sldLayoutId id="2147483697" r:id="rId40"/>
    <p:sldLayoutId id="2147483698" r:id="rId41"/>
    <p:sldLayoutId id="2147483699" r:id="rId42"/>
    <p:sldLayoutId id="2147483700" r:id="rId43"/>
    <p:sldLayoutId id="2147483701" r:id="rId44"/>
    <p:sldLayoutId id="2147483702" r:id="rId45"/>
    <p:sldLayoutId id="2147483703" r:id="rId46"/>
    <p:sldLayoutId id="2147483704" r:id="rId47"/>
    <p:sldLayoutId id="2147483705" r:id="rId48"/>
    <p:sldLayoutId id="2147483706" r:id="rId49"/>
    <p:sldLayoutId id="2147483707" r:id="rId50"/>
    <p:sldLayoutId id="2147483708" r:id="rId51"/>
    <p:sldLayoutId id="2147483709" r:id="rId52"/>
    <p:sldLayoutId id="2147483710" r:id="rId53"/>
    <p:sldLayoutId id="2147483711" r:id="rId54"/>
    <p:sldLayoutId id="2147483712" r:id="rId55"/>
    <p:sldLayoutId id="2147483713" r:id="rId56"/>
    <p:sldLayoutId id="2147483714" r:id="rId5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02">
          <p15:clr>
            <a:srgbClr val="F26B43"/>
          </p15:clr>
        </p15:guide>
        <p15:guide id="3" pos="1222">
          <p15:clr>
            <a:srgbClr val="F26B43"/>
          </p15:clr>
        </p15:guide>
        <p15:guide id="4" pos="1527">
          <p15:clr>
            <a:srgbClr val="F26B43"/>
          </p15:clr>
        </p15:guide>
        <p15:guide id="5" pos="2448">
          <p15:clr>
            <a:srgbClr val="F26B43"/>
          </p15:clr>
        </p15:guide>
        <p15:guide id="6" pos="2758">
          <p15:clr>
            <a:srgbClr val="F26B43"/>
          </p15:clr>
        </p15:guide>
        <p15:guide id="7" pos="4906">
          <p15:clr>
            <a:srgbClr val="F26B43"/>
          </p15:clr>
        </p15:guide>
        <p15:guide id="8" pos="5214">
          <p15:clr>
            <a:srgbClr val="F26B43"/>
          </p15:clr>
        </p15:guide>
        <p15:guide id="9" pos="6131">
          <p15:clr>
            <a:srgbClr val="F26B43"/>
          </p15:clr>
        </p15:guide>
        <p15:guide id="10" pos="6440">
          <p15:clr>
            <a:srgbClr val="F26B43"/>
          </p15:clr>
        </p15:guide>
        <p15:guide id="11" pos="7368">
          <p15:clr>
            <a:srgbClr val="F26B43"/>
          </p15:clr>
        </p15:guide>
        <p15:guide id="12" orient="horz" pos="1023">
          <p15:clr>
            <a:srgbClr val="F26B43"/>
          </p15:clr>
        </p15:guide>
        <p15:guide id="13" orient="horz" pos="423">
          <p15:clr>
            <a:srgbClr val="F26B43"/>
          </p15:clr>
        </p15:guide>
        <p15:guide id="14" orient="horz" pos="3792">
          <p15:clr>
            <a:srgbClr val="F26B43"/>
          </p15:clr>
        </p15:guide>
        <p15:guide id="15" orient="horz" pos="4170">
          <p15:clr>
            <a:srgbClr val="F26B43"/>
          </p15:clr>
        </p15:guide>
        <p15:guide id="1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926" name="Google Shape;926;g22f1b912626_0_165"/>
          <p:cNvSpPr txBox="1"/>
          <p:nvPr/>
        </p:nvSpPr>
        <p:spPr>
          <a:xfrm>
            <a:off x="1593801" y="6387812"/>
            <a:ext cx="257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F3F3F"/>
              </a:buClr>
              <a:buSzPts val="1200"/>
              <a:buFont typeface="Arial"/>
              <a:buNone/>
            </a:pPr>
            <a:r>
              <a:rPr lang="en-US" sz="800" b="1" i="0" u="none" strike="noStrike" cap="none" dirty="0">
                <a:solidFill>
                  <a:schemeClr val="dk1"/>
                </a:solidFill>
                <a:latin typeface="Arial"/>
                <a:ea typeface="Arial"/>
                <a:cs typeface="Arial"/>
                <a:sym typeface="Arial"/>
              </a:rPr>
              <a:t>Key:</a:t>
            </a:r>
            <a:endParaRPr sz="800" b="1" i="0" u="none" strike="noStrike" cap="none" dirty="0">
              <a:solidFill>
                <a:schemeClr val="dk1"/>
              </a:solidFill>
              <a:latin typeface="Arial"/>
              <a:ea typeface="Arial"/>
              <a:cs typeface="Arial"/>
              <a:sym typeface="Arial"/>
            </a:endParaRPr>
          </a:p>
        </p:txBody>
      </p:sp>
      <p:sp>
        <p:nvSpPr>
          <p:cNvPr id="927" name="Google Shape;927;g22f1b912626_0_165"/>
          <p:cNvSpPr/>
          <p:nvPr/>
        </p:nvSpPr>
        <p:spPr>
          <a:xfrm>
            <a:off x="3087212" y="6373718"/>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a:solidFill>
              <a:schemeClr val="tx1"/>
            </a:solid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dirty="0">
                <a:solidFill>
                  <a:schemeClr val="lt1"/>
                </a:solidFill>
              </a:rPr>
              <a:t>Beazley</a:t>
            </a:r>
            <a:endParaRPr sz="700" dirty="0">
              <a:solidFill>
                <a:schemeClr val="lt1"/>
              </a:solidFill>
              <a:latin typeface="Arial"/>
              <a:ea typeface="Arial"/>
              <a:cs typeface="Arial"/>
              <a:sym typeface="Arial"/>
            </a:endParaRPr>
          </a:p>
        </p:txBody>
      </p:sp>
      <p:sp>
        <p:nvSpPr>
          <p:cNvPr id="928" name="Google Shape;928;g22f1b912626_0_165"/>
          <p:cNvSpPr/>
          <p:nvPr/>
        </p:nvSpPr>
        <p:spPr>
          <a:xfrm>
            <a:off x="1953464" y="6373718"/>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0098C7"/>
          </a:solidFill>
          <a:ln>
            <a:solidFill>
              <a:schemeClr val="tx1"/>
            </a:solid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dirty="0">
                <a:solidFill>
                  <a:schemeClr val="lt1"/>
                </a:solidFill>
              </a:rPr>
              <a:t>Capgemini</a:t>
            </a:r>
            <a:endParaRPr sz="700" dirty="0">
              <a:solidFill>
                <a:schemeClr val="lt1"/>
              </a:solidFill>
              <a:latin typeface="Arial"/>
              <a:ea typeface="Arial"/>
              <a:cs typeface="Arial"/>
              <a:sym typeface="Arial"/>
            </a:endParaRPr>
          </a:p>
        </p:txBody>
      </p:sp>
      <p:sp>
        <p:nvSpPr>
          <p:cNvPr id="12" name="Google Shape;919;g22f1b912626_0_165">
            <a:extLst>
              <a:ext uri="{FF2B5EF4-FFF2-40B4-BE49-F238E27FC236}">
                <a16:creationId xmlns:a16="http://schemas.microsoft.com/office/drawing/2014/main" id="{302DE8FA-9836-1586-3323-28E50DED1B1C}"/>
              </a:ext>
            </a:extLst>
          </p:cNvPr>
          <p:cNvSpPr/>
          <p:nvPr/>
        </p:nvSpPr>
        <p:spPr>
          <a:xfrm>
            <a:off x="2366224" y="882699"/>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Vanessa Ortega (Business Owner)</a:t>
            </a:r>
            <a:endParaRPr sz="800" dirty="0">
              <a:solidFill>
                <a:schemeClr val="lt1"/>
              </a:solidFill>
            </a:endParaRPr>
          </a:p>
        </p:txBody>
      </p:sp>
      <p:sp>
        <p:nvSpPr>
          <p:cNvPr id="15" name="Google Shape;919;g22f1b912626_0_165">
            <a:extLst>
              <a:ext uri="{FF2B5EF4-FFF2-40B4-BE49-F238E27FC236}">
                <a16:creationId xmlns:a16="http://schemas.microsoft.com/office/drawing/2014/main" id="{00B28477-6496-A66B-EF94-7C198FF02185}"/>
              </a:ext>
            </a:extLst>
          </p:cNvPr>
          <p:cNvSpPr/>
          <p:nvPr/>
        </p:nvSpPr>
        <p:spPr>
          <a:xfrm>
            <a:off x="2367193" y="1178786"/>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Barry Houston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(Delivery Exec)</a:t>
            </a:r>
            <a:endParaRPr sz="800" dirty="0">
              <a:solidFill>
                <a:schemeClr val="lt1"/>
              </a:solidFill>
            </a:endParaRPr>
          </a:p>
        </p:txBody>
      </p:sp>
      <p:sp>
        <p:nvSpPr>
          <p:cNvPr id="18" name="Google Shape;919;g22f1b912626_0_165">
            <a:extLst>
              <a:ext uri="{FF2B5EF4-FFF2-40B4-BE49-F238E27FC236}">
                <a16:creationId xmlns:a16="http://schemas.microsoft.com/office/drawing/2014/main" id="{3F0A3E4D-D077-DE92-594D-6B8B5EF6FE4B}"/>
              </a:ext>
            </a:extLst>
          </p:cNvPr>
          <p:cNvSpPr/>
          <p:nvPr/>
        </p:nvSpPr>
        <p:spPr>
          <a:xfrm>
            <a:off x="1075654" y="1549922"/>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Warren Pilkington (Prog Director)</a:t>
            </a:r>
            <a:endParaRPr sz="800" dirty="0">
              <a:solidFill>
                <a:schemeClr val="lt1"/>
              </a:solidFill>
            </a:endParaRPr>
          </a:p>
        </p:txBody>
      </p:sp>
      <p:sp>
        <p:nvSpPr>
          <p:cNvPr id="19" name="Google Shape;919;g22f1b912626_0_165">
            <a:extLst>
              <a:ext uri="{FF2B5EF4-FFF2-40B4-BE49-F238E27FC236}">
                <a16:creationId xmlns:a16="http://schemas.microsoft.com/office/drawing/2014/main" id="{7944E31C-CF33-246B-DE9C-B7034EFEE4CA}"/>
              </a:ext>
            </a:extLst>
          </p:cNvPr>
          <p:cNvSpPr/>
          <p:nvPr/>
        </p:nvSpPr>
        <p:spPr>
          <a:xfrm>
            <a:off x="1076623" y="1836069"/>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Max Cartwright</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(Prog Director)</a:t>
            </a:r>
            <a:endParaRPr sz="800" dirty="0">
              <a:solidFill>
                <a:schemeClr val="lt1"/>
              </a:solidFill>
            </a:endParaRPr>
          </a:p>
        </p:txBody>
      </p:sp>
      <p:sp>
        <p:nvSpPr>
          <p:cNvPr id="21" name="Google Shape;919;g22f1b912626_0_165">
            <a:extLst>
              <a:ext uri="{FF2B5EF4-FFF2-40B4-BE49-F238E27FC236}">
                <a16:creationId xmlns:a16="http://schemas.microsoft.com/office/drawing/2014/main" id="{97AECA90-4A90-3373-EA83-2362216BE281}"/>
              </a:ext>
            </a:extLst>
          </p:cNvPr>
          <p:cNvSpPr/>
          <p:nvPr/>
        </p:nvSpPr>
        <p:spPr>
          <a:xfrm>
            <a:off x="2366224" y="1835047"/>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err="1">
                <a:solidFill>
                  <a:schemeClr val="lt1"/>
                </a:solidFill>
              </a:rPr>
              <a:t>Athik</a:t>
            </a:r>
            <a:r>
              <a:rPr lang="en-US" sz="800" dirty="0">
                <a:solidFill>
                  <a:schemeClr val="lt1"/>
                </a:solidFill>
              </a:rPr>
              <a:t> Miah</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 Lead - Billing)</a:t>
            </a:r>
            <a:endParaRPr sz="800" dirty="0">
              <a:solidFill>
                <a:schemeClr val="lt1"/>
              </a:solidFill>
            </a:endParaRPr>
          </a:p>
        </p:txBody>
      </p:sp>
      <p:sp>
        <p:nvSpPr>
          <p:cNvPr id="22" name="Google Shape;919;g22f1b912626_0_165">
            <a:extLst>
              <a:ext uri="{FF2B5EF4-FFF2-40B4-BE49-F238E27FC236}">
                <a16:creationId xmlns:a16="http://schemas.microsoft.com/office/drawing/2014/main" id="{961906AC-CAAC-F23A-ACD2-C49A238054A7}"/>
              </a:ext>
            </a:extLst>
          </p:cNvPr>
          <p:cNvSpPr/>
          <p:nvPr/>
        </p:nvSpPr>
        <p:spPr>
          <a:xfrm>
            <a:off x="3643354" y="1532341"/>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Ananda A Ponnaiah</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 lead – on-shore)</a:t>
            </a:r>
            <a:endParaRPr sz="800" dirty="0">
              <a:solidFill>
                <a:schemeClr val="lt1"/>
              </a:solidFill>
            </a:endParaRPr>
          </a:p>
        </p:txBody>
      </p:sp>
      <p:sp>
        <p:nvSpPr>
          <p:cNvPr id="27" name="Google Shape;919;g22f1b912626_0_165">
            <a:extLst>
              <a:ext uri="{FF2B5EF4-FFF2-40B4-BE49-F238E27FC236}">
                <a16:creationId xmlns:a16="http://schemas.microsoft.com/office/drawing/2014/main" id="{D14E66A4-5F78-34E0-00B1-7082031E446E}"/>
              </a:ext>
            </a:extLst>
          </p:cNvPr>
          <p:cNvSpPr/>
          <p:nvPr/>
        </p:nvSpPr>
        <p:spPr>
          <a:xfrm>
            <a:off x="4919774" y="1552643"/>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Dean Johnson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(Ent Architecture)</a:t>
            </a:r>
            <a:endParaRPr sz="800" dirty="0">
              <a:solidFill>
                <a:schemeClr val="lt1"/>
              </a:solidFill>
            </a:endParaRPr>
          </a:p>
        </p:txBody>
      </p:sp>
      <p:sp>
        <p:nvSpPr>
          <p:cNvPr id="28" name="Google Shape;919;g22f1b912626_0_165">
            <a:extLst>
              <a:ext uri="{FF2B5EF4-FFF2-40B4-BE49-F238E27FC236}">
                <a16:creationId xmlns:a16="http://schemas.microsoft.com/office/drawing/2014/main" id="{1E7D8624-3592-2919-1239-1AB11BC0222D}"/>
              </a:ext>
            </a:extLst>
          </p:cNvPr>
          <p:cNvSpPr/>
          <p:nvPr/>
        </p:nvSpPr>
        <p:spPr>
          <a:xfrm>
            <a:off x="4920743" y="1838790"/>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Brett Fabian-Smith</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(Ent Architect)</a:t>
            </a:r>
            <a:endParaRPr sz="800" dirty="0">
              <a:solidFill>
                <a:schemeClr val="lt1"/>
              </a:solidFill>
            </a:endParaRPr>
          </a:p>
        </p:txBody>
      </p:sp>
      <p:sp>
        <p:nvSpPr>
          <p:cNvPr id="30" name="Google Shape;919;g22f1b912626_0_165">
            <a:extLst>
              <a:ext uri="{FF2B5EF4-FFF2-40B4-BE49-F238E27FC236}">
                <a16:creationId xmlns:a16="http://schemas.microsoft.com/office/drawing/2014/main" id="{1D851B08-9385-DEDD-0A8A-3A54D781489F}"/>
              </a:ext>
            </a:extLst>
          </p:cNvPr>
          <p:cNvSpPr/>
          <p:nvPr/>
        </p:nvSpPr>
        <p:spPr>
          <a:xfrm>
            <a:off x="9565192" y="3097041"/>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Matt Reynolds (Architecture)</a:t>
            </a:r>
            <a:endParaRPr sz="800" dirty="0">
              <a:solidFill>
                <a:schemeClr val="lt1"/>
              </a:solidFill>
            </a:endParaRPr>
          </a:p>
        </p:txBody>
      </p:sp>
      <p:sp>
        <p:nvSpPr>
          <p:cNvPr id="31" name="Google Shape;919;g22f1b912626_0_165">
            <a:extLst>
              <a:ext uri="{FF2B5EF4-FFF2-40B4-BE49-F238E27FC236}">
                <a16:creationId xmlns:a16="http://schemas.microsoft.com/office/drawing/2014/main" id="{7D03B130-F6B8-D2A9-F210-08FEDC3CAC70}"/>
              </a:ext>
            </a:extLst>
          </p:cNvPr>
          <p:cNvSpPr/>
          <p:nvPr/>
        </p:nvSpPr>
        <p:spPr>
          <a:xfrm>
            <a:off x="9565192" y="3383188"/>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Jigar Solanki</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(Solution Architect)</a:t>
            </a:r>
            <a:endParaRPr sz="800" dirty="0">
              <a:solidFill>
                <a:schemeClr val="lt1"/>
              </a:solidFill>
            </a:endParaRPr>
          </a:p>
        </p:txBody>
      </p:sp>
      <p:sp>
        <p:nvSpPr>
          <p:cNvPr id="944" name="Google Shape;919;g22f1b912626_0_165">
            <a:extLst>
              <a:ext uri="{FF2B5EF4-FFF2-40B4-BE49-F238E27FC236}">
                <a16:creationId xmlns:a16="http://schemas.microsoft.com/office/drawing/2014/main" id="{F5749439-B36A-433D-F810-BBFC650B4B96}"/>
              </a:ext>
            </a:extLst>
          </p:cNvPr>
          <p:cNvSpPr/>
          <p:nvPr/>
        </p:nvSpPr>
        <p:spPr>
          <a:xfrm>
            <a:off x="2366224" y="2246941"/>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(Policy PO)</a:t>
            </a:r>
          </a:p>
        </p:txBody>
      </p:sp>
      <p:sp>
        <p:nvSpPr>
          <p:cNvPr id="945" name="Google Shape;919;g22f1b912626_0_165">
            <a:extLst>
              <a:ext uri="{FF2B5EF4-FFF2-40B4-BE49-F238E27FC236}">
                <a16:creationId xmlns:a16="http://schemas.microsoft.com/office/drawing/2014/main" id="{AD2CBC71-CDD7-1676-E9E8-752D0EDC1391}"/>
              </a:ext>
            </a:extLst>
          </p:cNvPr>
          <p:cNvSpPr/>
          <p:nvPr/>
        </p:nvSpPr>
        <p:spPr>
          <a:xfrm>
            <a:off x="2367193" y="2533088"/>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Sherezad Contractor</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(Functional Lead)</a:t>
            </a:r>
          </a:p>
        </p:txBody>
      </p:sp>
      <p:sp>
        <p:nvSpPr>
          <p:cNvPr id="946" name="Google Shape;919;g22f1b912626_0_165">
            <a:extLst>
              <a:ext uri="{FF2B5EF4-FFF2-40B4-BE49-F238E27FC236}">
                <a16:creationId xmlns:a16="http://schemas.microsoft.com/office/drawing/2014/main" id="{0D5B4D6F-181C-C605-F6CA-5457D33C7198}"/>
              </a:ext>
            </a:extLst>
          </p:cNvPr>
          <p:cNvSpPr/>
          <p:nvPr/>
        </p:nvSpPr>
        <p:spPr>
          <a:xfrm>
            <a:off x="2367193" y="2821686"/>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Rajesh Bandaru</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(Technical Lead)</a:t>
            </a:r>
          </a:p>
        </p:txBody>
      </p:sp>
      <p:sp>
        <p:nvSpPr>
          <p:cNvPr id="947" name="Google Shape;919;g22f1b912626_0_165">
            <a:extLst>
              <a:ext uri="{FF2B5EF4-FFF2-40B4-BE49-F238E27FC236}">
                <a16:creationId xmlns:a16="http://schemas.microsoft.com/office/drawing/2014/main" id="{276D7BE6-3DC4-9C59-FF9F-FE5F43EE2DE2}"/>
              </a:ext>
            </a:extLst>
          </p:cNvPr>
          <p:cNvSpPr/>
          <p:nvPr/>
        </p:nvSpPr>
        <p:spPr>
          <a:xfrm>
            <a:off x="3642385" y="2246941"/>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Patrycja </a:t>
            </a:r>
            <a:r>
              <a:rPr lang="en-US" sz="800" dirty="0" err="1">
                <a:solidFill>
                  <a:schemeClr val="lt1"/>
                </a:solidFill>
              </a:rPr>
              <a:t>Kuligowska</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(Billing PO)</a:t>
            </a:r>
          </a:p>
        </p:txBody>
      </p:sp>
      <p:sp>
        <p:nvSpPr>
          <p:cNvPr id="948" name="Google Shape;919;g22f1b912626_0_165">
            <a:extLst>
              <a:ext uri="{FF2B5EF4-FFF2-40B4-BE49-F238E27FC236}">
                <a16:creationId xmlns:a16="http://schemas.microsoft.com/office/drawing/2014/main" id="{5420B4F8-4BCD-D5A6-E8D4-C592DA6BF265}"/>
              </a:ext>
            </a:extLst>
          </p:cNvPr>
          <p:cNvSpPr/>
          <p:nvPr/>
        </p:nvSpPr>
        <p:spPr>
          <a:xfrm>
            <a:off x="3643354" y="2533088"/>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Sriram Jagannathan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(Functional Lead)</a:t>
            </a:r>
          </a:p>
        </p:txBody>
      </p:sp>
      <p:sp>
        <p:nvSpPr>
          <p:cNvPr id="949" name="Google Shape;919;g22f1b912626_0_165">
            <a:extLst>
              <a:ext uri="{FF2B5EF4-FFF2-40B4-BE49-F238E27FC236}">
                <a16:creationId xmlns:a16="http://schemas.microsoft.com/office/drawing/2014/main" id="{CD5A2B5C-C64F-C49C-CA2E-D244CC68809A}"/>
              </a:ext>
            </a:extLst>
          </p:cNvPr>
          <p:cNvSpPr/>
          <p:nvPr/>
        </p:nvSpPr>
        <p:spPr>
          <a:xfrm>
            <a:off x="3643354" y="2821686"/>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Balaji KV</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(Technical Lead)</a:t>
            </a:r>
          </a:p>
        </p:txBody>
      </p:sp>
      <p:sp>
        <p:nvSpPr>
          <p:cNvPr id="950" name="Google Shape;919;g22f1b912626_0_165">
            <a:extLst>
              <a:ext uri="{FF2B5EF4-FFF2-40B4-BE49-F238E27FC236}">
                <a16:creationId xmlns:a16="http://schemas.microsoft.com/office/drawing/2014/main" id="{348E270E-2884-B0D2-C629-4DFBCED8281B}"/>
              </a:ext>
            </a:extLst>
          </p:cNvPr>
          <p:cNvSpPr/>
          <p:nvPr/>
        </p:nvSpPr>
        <p:spPr>
          <a:xfrm>
            <a:off x="9581013" y="4655229"/>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Dean Wells</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(Policy SME)</a:t>
            </a:r>
          </a:p>
        </p:txBody>
      </p:sp>
      <p:sp>
        <p:nvSpPr>
          <p:cNvPr id="951" name="Google Shape;919;g22f1b912626_0_165">
            <a:extLst>
              <a:ext uri="{FF2B5EF4-FFF2-40B4-BE49-F238E27FC236}">
                <a16:creationId xmlns:a16="http://schemas.microsoft.com/office/drawing/2014/main" id="{0315869A-6180-063A-91F1-094BA7F40B9F}"/>
              </a:ext>
            </a:extLst>
          </p:cNvPr>
          <p:cNvSpPr/>
          <p:nvPr/>
        </p:nvSpPr>
        <p:spPr>
          <a:xfrm>
            <a:off x="9580683" y="4949246"/>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Steve Flood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(Claims SME)</a:t>
            </a:r>
          </a:p>
        </p:txBody>
      </p:sp>
      <p:sp>
        <p:nvSpPr>
          <p:cNvPr id="952" name="Google Shape;919;g22f1b912626_0_165">
            <a:extLst>
              <a:ext uri="{FF2B5EF4-FFF2-40B4-BE49-F238E27FC236}">
                <a16:creationId xmlns:a16="http://schemas.microsoft.com/office/drawing/2014/main" id="{F856E8DF-CDC7-D532-B846-5A766AA568D8}"/>
              </a:ext>
            </a:extLst>
          </p:cNvPr>
          <p:cNvSpPr/>
          <p:nvPr/>
        </p:nvSpPr>
        <p:spPr>
          <a:xfrm>
            <a:off x="9568948" y="2486733"/>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Kerstin </a:t>
            </a:r>
            <a:r>
              <a:rPr lang="en-US" sz="800" dirty="0" err="1">
                <a:solidFill>
                  <a:schemeClr val="lt1"/>
                </a:solidFill>
              </a:rPr>
              <a:t>Kasdorf</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(Process SME)</a:t>
            </a:r>
          </a:p>
        </p:txBody>
      </p:sp>
      <p:sp>
        <p:nvSpPr>
          <p:cNvPr id="953" name="Google Shape;919;g22f1b912626_0_165">
            <a:extLst>
              <a:ext uri="{FF2B5EF4-FFF2-40B4-BE49-F238E27FC236}">
                <a16:creationId xmlns:a16="http://schemas.microsoft.com/office/drawing/2014/main" id="{F47B2A84-67F1-D91B-8106-E98A161C9E62}"/>
              </a:ext>
            </a:extLst>
          </p:cNvPr>
          <p:cNvSpPr/>
          <p:nvPr/>
        </p:nvSpPr>
        <p:spPr>
          <a:xfrm>
            <a:off x="10854601" y="2185065"/>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Saad </a:t>
            </a:r>
            <a:r>
              <a:rPr lang="en-US" sz="800" dirty="0" err="1">
                <a:solidFill>
                  <a:schemeClr val="lt1"/>
                </a:solidFill>
              </a:rPr>
              <a:t>Jassani</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(Process SME)</a:t>
            </a:r>
          </a:p>
        </p:txBody>
      </p:sp>
      <p:sp>
        <p:nvSpPr>
          <p:cNvPr id="954" name="Google Shape;919;g22f1b912626_0_165">
            <a:extLst>
              <a:ext uri="{FF2B5EF4-FFF2-40B4-BE49-F238E27FC236}">
                <a16:creationId xmlns:a16="http://schemas.microsoft.com/office/drawing/2014/main" id="{86602B55-6166-406D-36FF-5C0361B14F40}"/>
              </a:ext>
            </a:extLst>
          </p:cNvPr>
          <p:cNvSpPr/>
          <p:nvPr/>
        </p:nvSpPr>
        <p:spPr>
          <a:xfrm>
            <a:off x="10854601" y="2479525"/>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err="1">
                <a:solidFill>
                  <a:schemeClr val="lt1"/>
                </a:solidFill>
              </a:rPr>
              <a:t>Subu</a:t>
            </a:r>
            <a:r>
              <a:rPr lang="en-US" sz="800" dirty="0">
                <a:solidFill>
                  <a:schemeClr val="lt1"/>
                </a:solidFill>
              </a:rPr>
              <a:t> </a:t>
            </a:r>
            <a:r>
              <a:rPr lang="en-US" sz="800" dirty="0" err="1">
                <a:solidFill>
                  <a:schemeClr val="lt1"/>
                </a:solidFill>
              </a:rPr>
              <a:t>Ramasundaram</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(Process SME)</a:t>
            </a:r>
          </a:p>
        </p:txBody>
      </p:sp>
      <p:sp>
        <p:nvSpPr>
          <p:cNvPr id="955" name="Google Shape;919;g22f1b912626_0_165">
            <a:extLst>
              <a:ext uri="{FF2B5EF4-FFF2-40B4-BE49-F238E27FC236}">
                <a16:creationId xmlns:a16="http://schemas.microsoft.com/office/drawing/2014/main" id="{F1ACF85E-FA94-38BF-28D4-8871CA5E70B4}"/>
              </a:ext>
            </a:extLst>
          </p:cNvPr>
          <p:cNvSpPr/>
          <p:nvPr/>
        </p:nvSpPr>
        <p:spPr>
          <a:xfrm>
            <a:off x="10855749" y="4655229"/>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Molly </a:t>
            </a:r>
            <a:r>
              <a:rPr lang="en-US" sz="800" dirty="0" err="1">
                <a:solidFill>
                  <a:schemeClr val="lt1"/>
                </a:solidFill>
              </a:rPr>
              <a:t>Spolarich</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(Operations SME)</a:t>
            </a:r>
          </a:p>
        </p:txBody>
      </p:sp>
      <p:sp>
        <p:nvSpPr>
          <p:cNvPr id="957" name="Google Shape;919;g22f1b912626_0_165">
            <a:extLst>
              <a:ext uri="{FF2B5EF4-FFF2-40B4-BE49-F238E27FC236}">
                <a16:creationId xmlns:a16="http://schemas.microsoft.com/office/drawing/2014/main" id="{3A43BBE0-8ADD-FEE5-8EF3-DFB995B2BFB7}"/>
              </a:ext>
            </a:extLst>
          </p:cNvPr>
          <p:cNvSpPr/>
          <p:nvPr/>
        </p:nvSpPr>
        <p:spPr>
          <a:xfrm>
            <a:off x="3642385" y="880395"/>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Ben </a:t>
            </a:r>
            <a:r>
              <a:rPr lang="en-US" sz="800" dirty="0" err="1">
                <a:solidFill>
                  <a:schemeClr val="lt1"/>
                </a:solidFill>
              </a:rPr>
              <a:t>Lowles</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(Procurement Lead)</a:t>
            </a:r>
            <a:endParaRPr sz="800" dirty="0">
              <a:solidFill>
                <a:schemeClr val="lt1"/>
              </a:solidFill>
            </a:endParaRPr>
          </a:p>
        </p:txBody>
      </p:sp>
      <p:sp>
        <p:nvSpPr>
          <p:cNvPr id="958" name="Google Shape;919;g22f1b912626_0_165">
            <a:extLst>
              <a:ext uri="{FF2B5EF4-FFF2-40B4-BE49-F238E27FC236}">
                <a16:creationId xmlns:a16="http://schemas.microsoft.com/office/drawing/2014/main" id="{B2176C95-85A4-394C-C28E-0A1859AE1C8B}"/>
              </a:ext>
            </a:extLst>
          </p:cNvPr>
          <p:cNvSpPr/>
          <p:nvPr/>
        </p:nvSpPr>
        <p:spPr>
          <a:xfrm>
            <a:off x="3643354" y="1171512"/>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Ian Craney</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(Procurement Lead)</a:t>
            </a:r>
            <a:endParaRPr sz="800" dirty="0">
              <a:solidFill>
                <a:schemeClr val="lt1"/>
              </a:solidFill>
            </a:endParaRPr>
          </a:p>
        </p:txBody>
      </p:sp>
      <p:sp>
        <p:nvSpPr>
          <p:cNvPr id="832" name="Google Shape;919;g22f1b912626_0_165">
            <a:extLst>
              <a:ext uri="{FF2B5EF4-FFF2-40B4-BE49-F238E27FC236}">
                <a16:creationId xmlns:a16="http://schemas.microsoft.com/office/drawing/2014/main" id="{F596B990-B3EA-CE9F-405C-DEA501620E5D}"/>
              </a:ext>
            </a:extLst>
          </p:cNvPr>
          <p:cNvSpPr/>
          <p:nvPr/>
        </p:nvSpPr>
        <p:spPr>
          <a:xfrm>
            <a:off x="10863106" y="3077759"/>
            <a:ext cx="1214381"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(DevOps)</a:t>
            </a:r>
            <a:endParaRPr sz="800" dirty="0">
              <a:solidFill>
                <a:schemeClr val="lt1"/>
              </a:solidFill>
            </a:endParaRPr>
          </a:p>
        </p:txBody>
      </p:sp>
      <p:sp>
        <p:nvSpPr>
          <p:cNvPr id="833" name="Google Shape;919;g22f1b912626_0_165">
            <a:extLst>
              <a:ext uri="{FF2B5EF4-FFF2-40B4-BE49-F238E27FC236}">
                <a16:creationId xmlns:a16="http://schemas.microsoft.com/office/drawing/2014/main" id="{1491CEC2-5DBB-FC24-2DB0-99D0A4066674}"/>
              </a:ext>
            </a:extLst>
          </p:cNvPr>
          <p:cNvSpPr/>
          <p:nvPr/>
        </p:nvSpPr>
        <p:spPr>
          <a:xfrm>
            <a:off x="10867870" y="3368669"/>
            <a:ext cx="1212454"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(DevOps)</a:t>
            </a:r>
            <a:endParaRPr sz="800" dirty="0">
              <a:solidFill>
                <a:schemeClr val="lt1"/>
              </a:solidFill>
            </a:endParaRPr>
          </a:p>
        </p:txBody>
      </p:sp>
      <p:sp>
        <p:nvSpPr>
          <p:cNvPr id="834" name="Google Shape;919;g22f1b912626_0_165">
            <a:extLst>
              <a:ext uri="{FF2B5EF4-FFF2-40B4-BE49-F238E27FC236}">
                <a16:creationId xmlns:a16="http://schemas.microsoft.com/office/drawing/2014/main" id="{8E98F09E-44A2-6536-5776-E97971566734}"/>
              </a:ext>
            </a:extLst>
          </p:cNvPr>
          <p:cNvSpPr/>
          <p:nvPr/>
        </p:nvSpPr>
        <p:spPr>
          <a:xfrm>
            <a:off x="9571727" y="1533006"/>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Jeff </a:t>
            </a:r>
            <a:r>
              <a:rPr lang="en-US" sz="800" dirty="0" err="1">
                <a:solidFill>
                  <a:schemeClr val="lt1"/>
                </a:solidFill>
              </a:rPr>
              <a:t>Colandrea</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(Platform Owner)</a:t>
            </a:r>
          </a:p>
        </p:txBody>
      </p:sp>
      <p:sp>
        <p:nvSpPr>
          <p:cNvPr id="835" name="Google Shape;919;g22f1b912626_0_165">
            <a:extLst>
              <a:ext uri="{FF2B5EF4-FFF2-40B4-BE49-F238E27FC236}">
                <a16:creationId xmlns:a16="http://schemas.microsoft.com/office/drawing/2014/main" id="{CF6D0639-9471-0AC5-F015-BCECFDCF0A2C}"/>
              </a:ext>
            </a:extLst>
          </p:cNvPr>
          <p:cNvSpPr/>
          <p:nvPr/>
        </p:nvSpPr>
        <p:spPr>
          <a:xfrm>
            <a:off x="10846987" y="1533004"/>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Devin Wells</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(Platform Owner)</a:t>
            </a:r>
          </a:p>
        </p:txBody>
      </p:sp>
      <p:sp>
        <p:nvSpPr>
          <p:cNvPr id="838" name="Google Shape;919;g22f1b912626_0_165">
            <a:extLst>
              <a:ext uri="{FF2B5EF4-FFF2-40B4-BE49-F238E27FC236}">
                <a16:creationId xmlns:a16="http://schemas.microsoft.com/office/drawing/2014/main" id="{767D2905-0126-F693-AF6B-6F7108AE426A}"/>
              </a:ext>
            </a:extLst>
          </p:cNvPr>
          <p:cNvSpPr/>
          <p:nvPr/>
        </p:nvSpPr>
        <p:spPr>
          <a:xfrm>
            <a:off x="4929198" y="2834487"/>
            <a:ext cx="1218683" cy="271191"/>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Gourab </a:t>
            </a:r>
            <a:r>
              <a:rPr lang="en-US" sz="800" dirty="0" err="1">
                <a:solidFill>
                  <a:schemeClr val="lt1"/>
                </a:solidFill>
              </a:rPr>
              <a:t>Marikm</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(Integration Lead)</a:t>
            </a:r>
          </a:p>
        </p:txBody>
      </p:sp>
      <p:sp>
        <p:nvSpPr>
          <p:cNvPr id="840" name="Google Shape;919;g22f1b912626_0_165">
            <a:extLst>
              <a:ext uri="{FF2B5EF4-FFF2-40B4-BE49-F238E27FC236}">
                <a16:creationId xmlns:a16="http://schemas.microsoft.com/office/drawing/2014/main" id="{3D07D657-56A3-B6A4-AB34-937077B27D95}"/>
              </a:ext>
            </a:extLst>
          </p:cNvPr>
          <p:cNvSpPr/>
          <p:nvPr/>
        </p:nvSpPr>
        <p:spPr>
          <a:xfrm>
            <a:off x="4929199" y="2537401"/>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Vamshi C</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(Guidewire Lead)</a:t>
            </a:r>
          </a:p>
        </p:txBody>
      </p:sp>
      <p:sp>
        <p:nvSpPr>
          <p:cNvPr id="841" name="Google Shape;919;g22f1b912626_0_165">
            <a:extLst>
              <a:ext uri="{FF2B5EF4-FFF2-40B4-BE49-F238E27FC236}">
                <a16:creationId xmlns:a16="http://schemas.microsoft.com/office/drawing/2014/main" id="{DE10CE88-929D-1740-942C-3AABF3A3EB7D}"/>
              </a:ext>
            </a:extLst>
          </p:cNvPr>
          <p:cNvSpPr/>
          <p:nvPr/>
        </p:nvSpPr>
        <p:spPr>
          <a:xfrm>
            <a:off x="9586607" y="4354327"/>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Troy Baillargeon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Rationalisation</a:t>
            </a:r>
            <a:r>
              <a:rPr lang="en-US" sz="800" dirty="0">
                <a:solidFill>
                  <a:schemeClr val="lt1"/>
                </a:solidFill>
              </a:rPr>
              <a:t>)</a:t>
            </a:r>
          </a:p>
        </p:txBody>
      </p:sp>
      <p:sp>
        <p:nvSpPr>
          <p:cNvPr id="842" name="Google Shape;919;g22f1b912626_0_165">
            <a:extLst>
              <a:ext uri="{FF2B5EF4-FFF2-40B4-BE49-F238E27FC236}">
                <a16:creationId xmlns:a16="http://schemas.microsoft.com/office/drawing/2014/main" id="{7AD350BC-F775-B8EB-6E99-6356C31AFBF1}"/>
              </a:ext>
            </a:extLst>
          </p:cNvPr>
          <p:cNvSpPr/>
          <p:nvPr/>
        </p:nvSpPr>
        <p:spPr>
          <a:xfrm>
            <a:off x="10852304" y="4055230"/>
            <a:ext cx="122664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Steve </a:t>
            </a:r>
            <a:r>
              <a:rPr lang="en-US" sz="800" dirty="0" err="1">
                <a:solidFill>
                  <a:schemeClr val="lt1"/>
                </a:solidFill>
              </a:rPr>
              <a:t>Enness</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Rationalisation</a:t>
            </a:r>
            <a:r>
              <a:rPr lang="en-US" sz="800" dirty="0">
                <a:solidFill>
                  <a:schemeClr val="lt1"/>
                </a:solidFill>
              </a:rPr>
              <a:t>)</a:t>
            </a:r>
          </a:p>
        </p:txBody>
      </p:sp>
      <p:sp>
        <p:nvSpPr>
          <p:cNvPr id="843" name="Google Shape;919;g22f1b912626_0_165">
            <a:extLst>
              <a:ext uri="{FF2B5EF4-FFF2-40B4-BE49-F238E27FC236}">
                <a16:creationId xmlns:a16="http://schemas.microsoft.com/office/drawing/2014/main" id="{A22A3FF7-7D10-A5B8-6E94-4A344CD7AAEE}"/>
              </a:ext>
            </a:extLst>
          </p:cNvPr>
          <p:cNvSpPr/>
          <p:nvPr/>
        </p:nvSpPr>
        <p:spPr>
          <a:xfrm>
            <a:off x="10855749" y="4356132"/>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(UW SMEs)</a:t>
            </a:r>
          </a:p>
        </p:txBody>
      </p:sp>
      <p:sp>
        <p:nvSpPr>
          <p:cNvPr id="844" name="Google Shape;919;g22f1b912626_0_165">
            <a:extLst>
              <a:ext uri="{FF2B5EF4-FFF2-40B4-BE49-F238E27FC236}">
                <a16:creationId xmlns:a16="http://schemas.microsoft.com/office/drawing/2014/main" id="{BBA4DD06-C61E-0E5B-9DCA-F08E940C2C33}"/>
              </a:ext>
            </a:extLst>
          </p:cNvPr>
          <p:cNvSpPr/>
          <p:nvPr/>
        </p:nvSpPr>
        <p:spPr>
          <a:xfrm>
            <a:off x="6186599" y="2246737"/>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Andy Ford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(Migration BA)</a:t>
            </a:r>
          </a:p>
        </p:txBody>
      </p:sp>
      <p:sp>
        <p:nvSpPr>
          <p:cNvPr id="845" name="Google Shape;919;g22f1b912626_0_165">
            <a:extLst>
              <a:ext uri="{FF2B5EF4-FFF2-40B4-BE49-F238E27FC236}">
                <a16:creationId xmlns:a16="http://schemas.microsoft.com/office/drawing/2014/main" id="{6D45F9B9-2384-8625-CF05-69C2D2848444}"/>
              </a:ext>
            </a:extLst>
          </p:cNvPr>
          <p:cNvSpPr/>
          <p:nvPr/>
        </p:nvSpPr>
        <p:spPr>
          <a:xfrm>
            <a:off x="6186599" y="2537541"/>
            <a:ext cx="1220620" cy="273903"/>
          </a:xfrm>
          <a:prstGeom prst="rect">
            <a:avLst/>
          </a:prstGeom>
          <a:solidFill>
            <a:srgbClr val="DC199B"/>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Anita Param</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(Migration BA)</a:t>
            </a:r>
          </a:p>
        </p:txBody>
      </p:sp>
      <p:sp>
        <p:nvSpPr>
          <p:cNvPr id="846" name="Google Shape;919;g22f1b912626_0_165">
            <a:extLst>
              <a:ext uri="{FF2B5EF4-FFF2-40B4-BE49-F238E27FC236}">
                <a16:creationId xmlns:a16="http://schemas.microsoft.com/office/drawing/2014/main" id="{0E4DC9BA-64F7-7142-8540-5B8A0829FE7B}"/>
              </a:ext>
            </a:extLst>
          </p:cNvPr>
          <p:cNvSpPr/>
          <p:nvPr/>
        </p:nvSpPr>
        <p:spPr>
          <a:xfrm>
            <a:off x="6187568" y="2824693"/>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(Migration Lead)</a:t>
            </a:r>
          </a:p>
        </p:txBody>
      </p:sp>
      <p:sp>
        <p:nvSpPr>
          <p:cNvPr id="847" name="Google Shape;919;g22f1b912626_0_165">
            <a:extLst>
              <a:ext uri="{FF2B5EF4-FFF2-40B4-BE49-F238E27FC236}">
                <a16:creationId xmlns:a16="http://schemas.microsoft.com/office/drawing/2014/main" id="{69D726B5-FB2C-A9C8-3F49-CA5C75E57B7F}"/>
              </a:ext>
            </a:extLst>
          </p:cNvPr>
          <p:cNvSpPr/>
          <p:nvPr/>
        </p:nvSpPr>
        <p:spPr>
          <a:xfrm>
            <a:off x="1076623" y="2529851"/>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Peter Dixon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Rationalisation</a:t>
            </a:r>
            <a:r>
              <a:rPr lang="en-US" sz="800" dirty="0">
                <a:solidFill>
                  <a:schemeClr val="lt1"/>
                </a:solidFill>
              </a:rPr>
              <a:t>)</a:t>
            </a:r>
          </a:p>
        </p:txBody>
      </p:sp>
      <p:sp>
        <p:nvSpPr>
          <p:cNvPr id="848" name="Google Shape;919;g22f1b912626_0_165">
            <a:extLst>
              <a:ext uri="{FF2B5EF4-FFF2-40B4-BE49-F238E27FC236}">
                <a16:creationId xmlns:a16="http://schemas.microsoft.com/office/drawing/2014/main" id="{FA3317EC-6662-982F-52D6-35200739FE88}"/>
              </a:ext>
            </a:extLst>
          </p:cNvPr>
          <p:cNvSpPr/>
          <p:nvPr/>
        </p:nvSpPr>
        <p:spPr>
          <a:xfrm>
            <a:off x="1076623" y="2837780"/>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Kelly </a:t>
            </a:r>
            <a:r>
              <a:rPr lang="en-US" sz="800" dirty="0" err="1">
                <a:solidFill>
                  <a:schemeClr val="lt1"/>
                </a:solidFill>
              </a:rPr>
              <a:t>Reisling</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Rationalisation</a:t>
            </a:r>
            <a:r>
              <a:rPr lang="en-US" sz="800" dirty="0">
                <a:solidFill>
                  <a:schemeClr val="lt1"/>
                </a:solidFill>
              </a:rPr>
              <a:t>)</a:t>
            </a:r>
          </a:p>
        </p:txBody>
      </p:sp>
      <p:sp>
        <p:nvSpPr>
          <p:cNvPr id="849" name="Google Shape;919;g22f1b912626_0_165">
            <a:extLst>
              <a:ext uri="{FF2B5EF4-FFF2-40B4-BE49-F238E27FC236}">
                <a16:creationId xmlns:a16="http://schemas.microsoft.com/office/drawing/2014/main" id="{6F9FFF8F-A955-8096-C920-98988A664F1C}"/>
              </a:ext>
            </a:extLst>
          </p:cNvPr>
          <p:cNvSpPr/>
          <p:nvPr/>
        </p:nvSpPr>
        <p:spPr>
          <a:xfrm>
            <a:off x="1075654" y="2238507"/>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Rationalis’n</a:t>
            </a:r>
            <a:r>
              <a:rPr lang="en-US" sz="800" dirty="0">
                <a:solidFill>
                  <a:schemeClr val="lt1"/>
                </a:solidFill>
              </a:rPr>
              <a:t> PO)</a:t>
            </a:r>
          </a:p>
        </p:txBody>
      </p:sp>
      <p:sp>
        <p:nvSpPr>
          <p:cNvPr id="850" name="Google Shape;919;g22f1b912626_0_165">
            <a:extLst>
              <a:ext uri="{FF2B5EF4-FFF2-40B4-BE49-F238E27FC236}">
                <a16:creationId xmlns:a16="http://schemas.microsoft.com/office/drawing/2014/main" id="{CCAC17CC-B71F-5FB9-7523-CB43945A4052}"/>
              </a:ext>
            </a:extLst>
          </p:cNvPr>
          <p:cNvSpPr/>
          <p:nvPr/>
        </p:nvSpPr>
        <p:spPr>
          <a:xfrm>
            <a:off x="9568948" y="2188146"/>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Abby Vredenburg</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(Bus Process PO)</a:t>
            </a:r>
          </a:p>
        </p:txBody>
      </p:sp>
      <p:sp>
        <p:nvSpPr>
          <p:cNvPr id="960" name="Google Shape;919;g22f1b912626_0_165">
            <a:extLst>
              <a:ext uri="{FF2B5EF4-FFF2-40B4-BE49-F238E27FC236}">
                <a16:creationId xmlns:a16="http://schemas.microsoft.com/office/drawing/2014/main" id="{40BE3179-05A7-D6B4-2872-993B997A63DB}"/>
              </a:ext>
            </a:extLst>
          </p:cNvPr>
          <p:cNvSpPr/>
          <p:nvPr/>
        </p:nvSpPr>
        <p:spPr>
          <a:xfrm>
            <a:off x="1075654" y="874926"/>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err="1">
                <a:solidFill>
                  <a:schemeClr val="lt1"/>
                </a:solidFill>
              </a:rPr>
              <a:t>Akhlas</a:t>
            </a:r>
            <a:r>
              <a:rPr lang="en-US" sz="800" dirty="0">
                <a:solidFill>
                  <a:schemeClr val="lt1"/>
                </a:solidFill>
              </a:rPr>
              <a:t> Hafiz</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p:txBody>
      </p:sp>
      <p:sp>
        <p:nvSpPr>
          <p:cNvPr id="961" name="Google Shape;919;g22f1b912626_0_165">
            <a:extLst>
              <a:ext uri="{FF2B5EF4-FFF2-40B4-BE49-F238E27FC236}">
                <a16:creationId xmlns:a16="http://schemas.microsoft.com/office/drawing/2014/main" id="{83667437-610F-C997-0BA5-3282DF7DB1F8}"/>
              </a:ext>
            </a:extLst>
          </p:cNvPr>
          <p:cNvSpPr/>
          <p:nvPr/>
        </p:nvSpPr>
        <p:spPr>
          <a:xfrm>
            <a:off x="1075654" y="1172915"/>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Dauda Jammeh</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p:txBody>
      </p:sp>
      <p:sp>
        <p:nvSpPr>
          <p:cNvPr id="962" name="Google Shape;919;g22f1b912626_0_165">
            <a:extLst>
              <a:ext uri="{FF2B5EF4-FFF2-40B4-BE49-F238E27FC236}">
                <a16:creationId xmlns:a16="http://schemas.microsoft.com/office/drawing/2014/main" id="{C7A49277-9DD9-6860-BD4D-97AED7D3936D}"/>
              </a:ext>
            </a:extLst>
          </p:cNvPr>
          <p:cNvSpPr/>
          <p:nvPr/>
        </p:nvSpPr>
        <p:spPr>
          <a:xfrm>
            <a:off x="3643354" y="1830818"/>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Natraj Gudla</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 lead – off-shore)</a:t>
            </a:r>
            <a:endParaRPr sz="800" dirty="0">
              <a:solidFill>
                <a:schemeClr val="lt1"/>
              </a:solidFill>
            </a:endParaRPr>
          </a:p>
        </p:txBody>
      </p:sp>
      <p:sp>
        <p:nvSpPr>
          <p:cNvPr id="963" name="Google Shape;919;g22f1b912626_0_165">
            <a:extLst>
              <a:ext uri="{FF2B5EF4-FFF2-40B4-BE49-F238E27FC236}">
                <a16:creationId xmlns:a16="http://schemas.microsoft.com/office/drawing/2014/main" id="{13BECDC8-DC4C-5772-4F37-7AB97BA3BD4F}"/>
              </a:ext>
            </a:extLst>
          </p:cNvPr>
          <p:cNvSpPr/>
          <p:nvPr/>
        </p:nvSpPr>
        <p:spPr>
          <a:xfrm>
            <a:off x="2366224" y="1536570"/>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Stephen Payne</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 Lead - GPAS)</a:t>
            </a:r>
            <a:endParaRPr sz="800" dirty="0">
              <a:solidFill>
                <a:schemeClr val="lt1"/>
              </a:solidFill>
            </a:endParaRPr>
          </a:p>
        </p:txBody>
      </p:sp>
      <p:sp>
        <p:nvSpPr>
          <p:cNvPr id="5" name="TextBox 4">
            <a:extLst>
              <a:ext uri="{FF2B5EF4-FFF2-40B4-BE49-F238E27FC236}">
                <a16:creationId xmlns:a16="http://schemas.microsoft.com/office/drawing/2014/main" id="{90AEB16E-C3D0-1CBF-D61C-7579DACABCEE}"/>
              </a:ext>
            </a:extLst>
          </p:cNvPr>
          <p:cNvSpPr txBox="1">
            <a:spLocks/>
          </p:cNvSpPr>
          <p:nvPr/>
        </p:nvSpPr>
        <p:spPr>
          <a:xfrm>
            <a:off x="85200" y="874926"/>
            <a:ext cx="920467" cy="580635"/>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white"/>
                </a:solidFill>
                <a:effectLst/>
                <a:uLnTx/>
                <a:uFillTx/>
                <a:latin typeface="Arial"/>
                <a:ea typeface="+mn-ea"/>
                <a:cs typeface="+mn-cs"/>
              </a:rPr>
              <a:t>Executive Leadership</a:t>
            </a:r>
          </a:p>
        </p:txBody>
      </p:sp>
      <p:sp>
        <p:nvSpPr>
          <p:cNvPr id="6" name="TextBox 5">
            <a:extLst>
              <a:ext uri="{FF2B5EF4-FFF2-40B4-BE49-F238E27FC236}">
                <a16:creationId xmlns:a16="http://schemas.microsoft.com/office/drawing/2014/main" id="{DA5C355D-4C03-E6DC-1A50-DE7ED909F9E9}"/>
              </a:ext>
            </a:extLst>
          </p:cNvPr>
          <p:cNvSpPr txBox="1">
            <a:spLocks/>
          </p:cNvSpPr>
          <p:nvPr/>
        </p:nvSpPr>
        <p:spPr>
          <a:xfrm>
            <a:off x="85200" y="1552642"/>
            <a:ext cx="920467" cy="552079"/>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Arial"/>
                <a:ea typeface="+mn-ea"/>
                <a:cs typeface="+mn-cs"/>
              </a:rPr>
              <a:t>Program Leadership</a:t>
            </a:r>
          </a:p>
        </p:txBody>
      </p:sp>
      <p:sp>
        <p:nvSpPr>
          <p:cNvPr id="8" name="TextBox 7">
            <a:extLst>
              <a:ext uri="{FF2B5EF4-FFF2-40B4-BE49-F238E27FC236}">
                <a16:creationId xmlns:a16="http://schemas.microsoft.com/office/drawing/2014/main" id="{6B94823D-2DBC-6259-3754-78B20B4ECFF9}"/>
              </a:ext>
            </a:extLst>
          </p:cNvPr>
          <p:cNvSpPr txBox="1">
            <a:spLocks/>
          </p:cNvSpPr>
          <p:nvPr/>
        </p:nvSpPr>
        <p:spPr>
          <a:xfrm>
            <a:off x="85200" y="3475005"/>
            <a:ext cx="920467" cy="2749096"/>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Arial"/>
                <a:ea typeface="+mn-ea"/>
                <a:cs typeface="+mn-cs"/>
              </a:rPr>
              <a:t>Delivery Teams</a:t>
            </a:r>
          </a:p>
          <a:p>
            <a:pPr marL="0" marR="0" lvl="0" indent="0" algn="ctr" defTabSz="977198" rtl="0" eaLnBrk="1" fontAlgn="auto" latinLnBrk="0" hangingPunct="1">
              <a:lnSpc>
                <a:spcPct val="100000"/>
              </a:lnSpc>
              <a:spcBef>
                <a:spcPts val="0"/>
              </a:spcBef>
              <a:spcAft>
                <a:spcPts val="0"/>
              </a:spcAft>
              <a:buClrTx/>
              <a:buSzTx/>
              <a:buFontTx/>
              <a:buNone/>
              <a:tabLst/>
              <a:defRPr/>
            </a:pPr>
            <a:endParaRPr lang="en-GB" sz="1000" b="1" dirty="0">
              <a:solidFill>
                <a:prstClr val="white"/>
              </a:solidFill>
              <a:ea typeface="+mn-ea"/>
              <a:cs typeface="+mn-cs"/>
            </a:endParaRPr>
          </a:p>
          <a:p>
            <a:pPr marL="0" marR="0" lvl="0" indent="0" algn="ctr" defTabSz="977198" rtl="0" eaLnBrk="1" fontAlgn="auto" latinLnBrk="0" hangingPunct="1">
              <a:lnSpc>
                <a:spcPct val="100000"/>
              </a:lnSpc>
              <a:spcBef>
                <a:spcPts val="0"/>
              </a:spcBef>
              <a:spcAft>
                <a:spcPts val="0"/>
              </a:spcAft>
              <a:buClrTx/>
              <a:buSzTx/>
              <a:buFontTx/>
              <a:buNone/>
              <a:tabLst/>
              <a:defRPr/>
            </a:pPr>
            <a:r>
              <a:rPr lang="en-GB" sz="1000" b="1" dirty="0">
                <a:solidFill>
                  <a:prstClr val="white"/>
                </a:solidFill>
                <a:ea typeface="+mn-ea"/>
                <a:cs typeface="+mn-cs"/>
              </a:rPr>
              <a:t>Foundation Release</a:t>
            </a:r>
          </a:p>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Arial"/>
                <a:ea typeface="+mn-ea"/>
                <a:cs typeface="+mn-cs"/>
              </a:rPr>
              <a:t>(High Level)</a:t>
            </a:r>
          </a:p>
        </p:txBody>
      </p:sp>
      <p:sp>
        <p:nvSpPr>
          <p:cNvPr id="9" name="TextBox 8">
            <a:extLst>
              <a:ext uri="{FF2B5EF4-FFF2-40B4-BE49-F238E27FC236}">
                <a16:creationId xmlns:a16="http://schemas.microsoft.com/office/drawing/2014/main" id="{07C1E2B6-E39C-DF09-67DD-AF5BB70377FE}"/>
              </a:ext>
            </a:extLst>
          </p:cNvPr>
          <p:cNvSpPr txBox="1">
            <a:spLocks/>
          </p:cNvSpPr>
          <p:nvPr/>
        </p:nvSpPr>
        <p:spPr>
          <a:xfrm>
            <a:off x="85200" y="2238937"/>
            <a:ext cx="920467" cy="867747"/>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lang="en-GB" sz="1000" b="1" kern="0" dirty="0">
                <a:solidFill>
                  <a:prstClr val="white"/>
                </a:solidFill>
                <a:latin typeface="Arial"/>
                <a:cs typeface="Arial"/>
              </a:rPr>
              <a:t>POs, Functional &amp; Technical Leads</a:t>
            </a:r>
          </a:p>
        </p:txBody>
      </p:sp>
      <p:sp>
        <p:nvSpPr>
          <p:cNvPr id="2" name="Google Shape;919;g22f1b912626_0_165">
            <a:extLst>
              <a:ext uri="{FF2B5EF4-FFF2-40B4-BE49-F238E27FC236}">
                <a16:creationId xmlns:a16="http://schemas.microsoft.com/office/drawing/2014/main" id="{B9B72905-D04F-205D-940B-04CA10597A59}"/>
              </a:ext>
            </a:extLst>
          </p:cNvPr>
          <p:cNvSpPr/>
          <p:nvPr/>
        </p:nvSpPr>
        <p:spPr>
          <a:xfrm>
            <a:off x="10846580" y="1228423"/>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Mark </a:t>
            </a:r>
            <a:r>
              <a:rPr lang="en-US" sz="800" dirty="0" err="1">
                <a:solidFill>
                  <a:schemeClr val="lt1"/>
                </a:solidFill>
              </a:rPr>
              <a:t>Parlsey</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(Platform Owner)</a:t>
            </a:r>
          </a:p>
        </p:txBody>
      </p:sp>
      <p:sp>
        <p:nvSpPr>
          <p:cNvPr id="919" name="Rectangle 918">
            <a:extLst>
              <a:ext uri="{FF2B5EF4-FFF2-40B4-BE49-F238E27FC236}">
                <a16:creationId xmlns:a16="http://schemas.microsoft.com/office/drawing/2014/main" id="{43DD2AF1-E4EA-602E-C430-5A127881A1AA}"/>
              </a:ext>
            </a:extLst>
          </p:cNvPr>
          <p:cNvSpPr/>
          <p:nvPr/>
        </p:nvSpPr>
        <p:spPr>
          <a:xfrm>
            <a:off x="2347947" y="3999117"/>
            <a:ext cx="1141659" cy="2160000"/>
          </a:xfrm>
          <a:prstGeom prst="rect">
            <a:avLst/>
          </a:prstGeom>
        </p:spPr>
        <p:txBody>
          <a:bodyPr wrap="non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Analysts</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Product Owner</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SMEs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2060"/>
                </a:solidFill>
                <a:latin typeface="Arial" charset="0"/>
                <a:ea typeface="+mn-ea"/>
                <a:cs typeface="+mn-cs"/>
              </a:rPr>
              <a:t>GW Consultants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Analyst</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Tech Lead</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a:p>
            <a:pPr defTabSz="932962" fontAlgn="base">
              <a:spcBef>
                <a:spcPct val="0"/>
              </a:spcBef>
              <a:spcAft>
                <a:spcPct val="0"/>
              </a:spcAft>
              <a:buClrTx/>
              <a:buFontTx/>
              <a:buNone/>
              <a:defRPr/>
            </a:pPr>
            <a:endParaRPr lang="en-GB" sz="918" kern="1200" dirty="0">
              <a:solidFill>
                <a:srgbClr val="0098C7"/>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p:txBody>
      </p:sp>
      <p:sp>
        <p:nvSpPr>
          <p:cNvPr id="933" name="Rectangle 932">
            <a:extLst>
              <a:ext uri="{FF2B5EF4-FFF2-40B4-BE49-F238E27FC236}">
                <a16:creationId xmlns:a16="http://schemas.microsoft.com/office/drawing/2014/main" id="{09A78593-A2CE-DB08-A883-0D627CF5EFF1}"/>
              </a:ext>
            </a:extLst>
          </p:cNvPr>
          <p:cNvSpPr/>
          <p:nvPr/>
        </p:nvSpPr>
        <p:spPr>
          <a:xfrm>
            <a:off x="3275485" y="4734916"/>
            <a:ext cx="0" cy="0"/>
          </a:xfrm>
          <a:prstGeom prst="rect">
            <a:avLst/>
          </a:prstGeom>
          <a:noFill/>
          <a:ln w="25400" cap="flat" cmpd="sng" algn="ctr">
            <a:noFill/>
            <a:prstDash val="solid"/>
          </a:ln>
          <a:effectLst/>
        </p:spPr>
        <p:txBody>
          <a:bodyPr rtlCol="0" anchor="ctr"/>
          <a:lstStyle/>
          <a:p>
            <a:pPr marL="0" marR="0" lvl="0" indent="0" algn="ctr" defTabSz="977198"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ea typeface="+mn-ea"/>
              <a:cs typeface="+mn-cs"/>
            </a:endParaRPr>
          </a:p>
        </p:txBody>
      </p:sp>
      <p:sp>
        <p:nvSpPr>
          <p:cNvPr id="934" name="Rectangle 933">
            <a:extLst>
              <a:ext uri="{FF2B5EF4-FFF2-40B4-BE49-F238E27FC236}">
                <a16:creationId xmlns:a16="http://schemas.microsoft.com/office/drawing/2014/main" id="{0979304A-FC80-2B6E-EDCB-57B77260AE98}"/>
              </a:ext>
            </a:extLst>
          </p:cNvPr>
          <p:cNvSpPr/>
          <p:nvPr/>
        </p:nvSpPr>
        <p:spPr>
          <a:xfrm>
            <a:off x="10944385" y="2992220"/>
            <a:ext cx="0" cy="0"/>
          </a:xfrm>
          <a:prstGeom prst="rect">
            <a:avLst/>
          </a:prstGeom>
          <a:noFill/>
          <a:ln w="25400" cap="flat" cmpd="sng" algn="ctr">
            <a:noFill/>
            <a:prstDash val="solid"/>
          </a:ln>
          <a:effectLst/>
        </p:spPr>
        <p:txBody>
          <a:bodyPr rtlCol="0" anchor="ctr"/>
          <a:lstStyle/>
          <a:p>
            <a:pPr marL="0" marR="0" lvl="0" indent="0" algn="ctr" defTabSz="977198"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ea typeface="+mn-ea"/>
              <a:cs typeface="+mn-cs"/>
            </a:endParaRPr>
          </a:p>
        </p:txBody>
      </p:sp>
      <p:sp>
        <p:nvSpPr>
          <p:cNvPr id="935" name="Rounded Rectangle 79">
            <a:extLst>
              <a:ext uri="{FF2B5EF4-FFF2-40B4-BE49-F238E27FC236}">
                <a16:creationId xmlns:a16="http://schemas.microsoft.com/office/drawing/2014/main" id="{84026126-094C-5DF1-5F1E-70DD18DF9982}"/>
              </a:ext>
            </a:extLst>
          </p:cNvPr>
          <p:cNvSpPr/>
          <p:nvPr/>
        </p:nvSpPr>
        <p:spPr>
          <a:xfrm>
            <a:off x="5552039" y="3565961"/>
            <a:ext cx="967418" cy="430792"/>
          </a:xfrm>
          <a:prstGeom prst="roundRect">
            <a:avLst>
              <a:gd name="adj" fmla="val 0"/>
            </a:avLst>
          </a:prstGeom>
          <a:gradFill>
            <a:gsLst>
              <a:gs pos="0">
                <a:srgbClr val="DC199B"/>
              </a:gs>
              <a:gs pos="100000">
                <a:srgbClr val="0098C7"/>
              </a:gs>
            </a:gsLst>
            <a:lin ang="5400000" scaled="1"/>
          </a:gradFill>
          <a:ln w="3175" cap="flat" cmpd="sng" algn="ctr">
            <a:solidFill>
              <a:schemeClr val="tx1"/>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Testing Lead</a:t>
            </a:r>
          </a:p>
        </p:txBody>
      </p:sp>
      <p:sp>
        <p:nvSpPr>
          <p:cNvPr id="936" name="Rounded Rectangle 82">
            <a:extLst>
              <a:ext uri="{FF2B5EF4-FFF2-40B4-BE49-F238E27FC236}">
                <a16:creationId xmlns:a16="http://schemas.microsoft.com/office/drawing/2014/main" id="{0755209E-BAE9-1417-FBC0-F9F21DA6CB4B}"/>
              </a:ext>
            </a:extLst>
          </p:cNvPr>
          <p:cNvSpPr/>
          <p:nvPr/>
        </p:nvSpPr>
        <p:spPr>
          <a:xfrm>
            <a:off x="1270452" y="3565961"/>
            <a:ext cx="998307" cy="430792"/>
          </a:xfrm>
          <a:prstGeom prst="roundRect">
            <a:avLst>
              <a:gd name="adj" fmla="val 0"/>
            </a:avLst>
          </a:prstGeom>
          <a:gradFill>
            <a:gsLst>
              <a:gs pos="0">
                <a:srgbClr val="DC199B"/>
              </a:gs>
              <a:gs pos="100000">
                <a:srgbClr val="0098C7"/>
              </a:gs>
            </a:gsLst>
            <a:lin ang="5400000" scaled="1"/>
          </a:gradFill>
          <a:ln w="3175" cap="flat" cmpd="sng" algn="ctr">
            <a:solidFill>
              <a:schemeClr val="tx1"/>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Policy Lead</a:t>
            </a:r>
          </a:p>
        </p:txBody>
      </p:sp>
      <p:sp>
        <p:nvSpPr>
          <p:cNvPr id="937" name="Rectangle 936">
            <a:extLst>
              <a:ext uri="{FF2B5EF4-FFF2-40B4-BE49-F238E27FC236}">
                <a16:creationId xmlns:a16="http://schemas.microsoft.com/office/drawing/2014/main" id="{3ACCBBB7-3109-32B7-844B-D3709E3FF15F}"/>
              </a:ext>
            </a:extLst>
          </p:cNvPr>
          <p:cNvSpPr/>
          <p:nvPr/>
        </p:nvSpPr>
        <p:spPr>
          <a:xfrm>
            <a:off x="1282005" y="3999117"/>
            <a:ext cx="1141659" cy="2160000"/>
          </a:xfrm>
          <a:prstGeom prst="rect">
            <a:avLst/>
          </a:prstGeom>
        </p:spPr>
        <p:txBody>
          <a:bodyPr wrap="non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Product Owner</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SMEs</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Analysts</a:t>
            </a:r>
          </a:p>
          <a:p>
            <a:pPr defTabSz="932962" fontAlgn="base">
              <a:spcBef>
                <a:spcPct val="0"/>
              </a:spcBef>
              <a:spcAft>
                <a:spcPct val="0"/>
              </a:spcAft>
              <a:buClrTx/>
              <a:defRPr/>
            </a:pPr>
            <a:r>
              <a:rPr lang="en-GB" sz="918" kern="1200" dirty="0">
                <a:solidFill>
                  <a:srgbClr val="0098C7"/>
                </a:solidFill>
                <a:latin typeface="Arial" charset="0"/>
                <a:ea typeface="+mn-ea"/>
                <a:cs typeface="+mn-cs"/>
              </a:rPr>
              <a:t>Scrum Master</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 Lead</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2060"/>
                </a:solidFill>
                <a:latin typeface="Arial" charset="0"/>
                <a:ea typeface="+mn-ea"/>
                <a:cs typeface="+mn-cs"/>
              </a:rPr>
              <a:t>GW Consultants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Analyst </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Tech Lead</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p:txBody>
      </p:sp>
      <p:sp>
        <p:nvSpPr>
          <p:cNvPr id="943" name="Rectangle 942">
            <a:extLst>
              <a:ext uri="{FF2B5EF4-FFF2-40B4-BE49-F238E27FC236}">
                <a16:creationId xmlns:a16="http://schemas.microsoft.com/office/drawing/2014/main" id="{E0961D12-0C58-FEF3-943E-83DC2FCED295}"/>
              </a:ext>
            </a:extLst>
          </p:cNvPr>
          <p:cNvSpPr/>
          <p:nvPr/>
        </p:nvSpPr>
        <p:spPr>
          <a:xfrm rot="16200000">
            <a:off x="888927" y="4209510"/>
            <a:ext cx="564621" cy="233590"/>
          </a:xfrm>
          <a:prstGeom prst="rect">
            <a:avLst/>
          </a:prstGeom>
          <a:solidFill>
            <a:srgbClr val="0070AD">
              <a:lumMod val="50000"/>
            </a:srgbClr>
          </a:solidFill>
        </p:spPr>
        <p:txBody>
          <a:bodyPr wrap="square" lIns="0" rIns="0">
            <a:spAutoFit/>
          </a:bodyPr>
          <a:lstStyle/>
          <a:p>
            <a:pPr marL="0" marR="0" lvl="0" indent="0" algn="ctr" defTabSz="932962" eaLnBrk="1" fontAlgn="auto" latinLnBrk="0" hangingPunct="1">
              <a:lnSpc>
                <a:spcPct val="100000"/>
              </a:lnSpc>
              <a:spcBef>
                <a:spcPts val="0"/>
              </a:spcBef>
              <a:spcAft>
                <a:spcPts val="0"/>
              </a:spcAft>
              <a:buClrTx/>
              <a:buSzTx/>
              <a:buFontTx/>
              <a:buNone/>
              <a:tabLst/>
              <a:defRPr/>
            </a:pPr>
            <a:r>
              <a:rPr kumimoji="0" lang="en-GB" sz="918" b="1" i="1" u="none" strike="noStrike" kern="0" cap="none" spc="0" normalizeH="0" baseline="0" noProof="0" dirty="0">
                <a:ln>
                  <a:noFill/>
                </a:ln>
                <a:solidFill>
                  <a:srgbClr val="FFFFFF"/>
                </a:solidFill>
                <a:effectLst/>
                <a:uLnTx/>
                <a:uFillTx/>
                <a:ea typeface="+mn-ea"/>
                <a:cs typeface="+mn-cs"/>
              </a:rPr>
              <a:t>UK</a:t>
            </a:r>
            <a:endParaRPr kumimoji="0" lang="en-GB" sz="1837" b="0" i="0" u="none" strike="noStrike" kern="0" cap="none" spc="0" normalizeH="0" baseline="0" noProof="0" dirty="0">
              <a:ln>
                <a:noFill/>
              </a:ln>
              <a:solidFill>
                <a:srgbClr val="FFFFFF"/>
              </a:solidFill>
              <a:effectLst/>
              <a:uLnTx/>
              <a:uFillTx/>
              <a:latin typeface="Arial" charset="0"/>
              <a:ea typeface="+mn-ea"/>
              <a:cs typeface="+mn-cs"/>
            </a:endParaRPr>
          </a:p>
        </p:txBody>
      </p:sp>
      <p:sp>
        <p:nvSpPr>
          <p:cNvPr id="956" name="Rectangle 955">
            <a:extLst>
              <a:ext uri="{FF2B5EF4-FFF2-40B4-BE49-F238E27FC236}">
                <a16:creationId xmlns:a16="http://schemas.microsoft.com/office/drawing/2014/main" id="{39BA74A3-3C2B-6CDC-1CF1-DADDC69CFEFB}"/>
              </a:ext>
            </a:extLst>
          </p:cNvPr>
          <p:cNvSpPr/>
          <p:nvPr/>
        </p:nvSpPr>
        <p:spPr>
          <a:xfrm rot="16200000">
            <a:off x="872618" y="5360289"/>
            <a:ext cx="568671" cy="233590"/>
          </a:xfrm>
          <a:prstGeom prst="rect">
            <a:avLst/>
          </a:prstGeom>
          <a:solidFill>
            <a:srgbClr val="0070AD">
              <a:lumMod val="50000"/>
            </a:srgbClr>
          </a:solidFill>
        </p:spPr>
        <p:txBody>
          <a:bodyPr wrap="square" lIns="0" rIns="0">
            <a:spAutoFit/>
          </a:bodyPr>
          <a:lstStyle/>
          <a:p>
            <a:pPr marL="0" marR="0" lvl="0" indent="0" algn="ctr" defTabSz="932962" eaLnBrk="1" fontAlgn="auto" latinLnBrk="0" hangingPunct="1">
              <a:lnSpc>
                <a:spcPct val="100000"/>
              </a:lnSpc>
              <a:spcBef>
                <a:spcPts val="0"/>
              </a:spcBef>
              <a:spcAft>
                <a:spcPts val="0"/>
              </a:spcAft>
              <a:buClrTx/>
              <a:buSzTx/>
              <a:buFontTx/>
              <a:buNone/>
              <a:tabLst/>
              <a:defRPr/>
            </a:pPr>
            <a:r>
              <a:rPr kumimoji="0" lang="en-GB" sz="918" b="1" i="1" u="none" strike="noStrike" kern="0" cap="none" spc="0" normalizeH="0" baseline="0" noProof="0" dirty="0">
                <a:ln>
                  <a:noFill/>
                </a:ln>
                <a:solidFill>
                  <a:srgbClr val="FFFFFF"/>
                </a:solidFill>
                <a:effectLst/>
                <a:uLnTx/>
                <a:uFillTx/>
                <a:ea typeface="+mn-ea"/>
                <a:cs typeface="+mn-cs"/>
              </a:rPr>
              <a:t>India</a:t>
            </a:r>
            <a:endParaRPr kumimoji="0" lang="en-GB" sz="1837" b="0" i="0" u="none" strike="noStrike" kern="0" cap="none" spc="0" normalizeH="0" baseline="0" noProof="0" dirty="0">
              <a:ln>
                <a:noFill/>
              </a:ln>
              <a:solidFill>
                <a:srgbClr val="FFFFFF"/>
              </a:solidFill>
              <a:effectLst/>
              <a:uLnTx/>
              <a:uFillTx/>
              <a:latin typeface="Arial" charset="0"/>
              <a:ea typeface="+mn-ea"/>
              <a:cs typeface="+mn-cs"/>
            </a:endParaRPr>
          </a:p>
        </p:txBody>
      </p:sp>
      <p:sp>
        <p:nvSpPr>
          <p:cNvPr id="966" name="Rounded Rectangle 185">
            <a:extLst>
              <a:ext uri="{FF2B5EF4-FFF2-40B4-BE49-F238E27FC236}">
                <a16:creationId xmlns:a16="http://schemas.microsoft.com/office/drawing/2014/main" id="{A661A4A6-98AA-549A-A63D-90C9F927BFF9}"/>
              </a:ext>
            </a:extLst>
          </p:cNvPr>
          <p:cNvSpPr/>
          <p:nvPr/>
        </p:nvSpPr>
        <p:spPr>
          <a:xfrm>
            <a:off x="2375420" y="3565961"/>
            <a:ext cx="998307" cy="430792"/>
          </a:xfrm>
          <a:prstGeom prst="roundRect">
            <a:avLst>
              <a:gd name="adj" fmla="val 0"/>
            </a:avLst>
          </a:prstGeom>
          <a:gradFill>
            <a:gsLst>
              <a:gs pos="0">
                <a:srgbClr val="DC199B"/>
              </a:gs>
              <a:gs pos="100000">
                <a:srgbClr val="0098C7"/>
              </a:gs>
            </a:gsLst>
            <a:lin ang="5400000" scaled="1"/>
          </a:gradFill>
          <a:ln w="3175" cap="flat" cmpd="sng" algn="ctr">
            <a:solidFill>
              <a:schemeClr val="tx1"/>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Billing Lead</a:t>
            </a:r>
          </a:p>
        </p:txBody>
      </p:sp>
      <p:sp>
        <p:nvSpPr>
          <p:cNvPr id="967" name="Rounded Rectangle 186">
            <a:extLst>
              <a:ext uri="{FF2B5EF4-FFF2-40B4-BE49-F238E27FC236}">
                <a16:creationId xmlns:a16="http://schemas.microsoft.com/office/drawing/2014/main" id="{E474EA41-BB7E-4DFF-2991-CF65BE77A2F0}"/>
              </a:ext>
            </a:extLst>
          </p:cNvPr>
          <p:cNvSpPr/>
          <p:nvPr/>
        </p:nvSpPr>
        <p:spPr>
          <a:xfrm>
            <a:off x="3479918" y="3565961"/>
            <a:ext cx="889367" cy="430792"/>
          </a:xfrm>
          <a:prstGeom prst="roundRect">
            <a:avLst>
              <a:gd name="adj" fmla="val 0"/>
            </a:avLst>
          </a:prstGeom>
          <a:gradFill>
            <a:gsLst>
              <a:gs pos="0">
                <a:srgbClr val="DC199B"/>
              </a:gs>
              <a:gs pos="100000">
                <a:srgbClr val="0098C7"/>
              </a:gs>
            </a:gsLst>
            <a:lin ang="5400000" scaled="1"/>
          </a:gradFill>
          <a:ln w="3175" cap="flat" cmpd="sng" algn="ctr">
            <a:solidFill>
              <a:schemeClr val="tx1"/>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Integration Lead</a:t>
            </a:r>
          </a:p>
        </p:txBody>
      </p:sp>
      <p:sp>
        <p:nvSpPr>
          <p:cNvPr id="971" name="Rectangle 970">
            <a:extLst>
              <a:ext uri="{FF2B5EF4-FFF2-40B4-BE49-F238E27FC236}">
                <a16:creationId xmlns:a16="http://schemas.microsoft.com/office/drawing/2014/main" id="{8FA17ACF-FF17-CB9D-07B9-38D7E5F18297}"/>
              </a:ext>
            </a:extLst>
          </p:cNvPr>
          <p:cNvSpPr/>
          <p:nvPr/>
        </p:nvSpPr>
        <p:spPr>
          <a:xfrm>
            <a:off x="3458358" y="3999117"/>
            <a:ext cx="1116527" cy="2160000"/>
          </a:xfrm>
          <a:prstGeom prst="rect">
            <a:avLst/>
          </a:prstGeom>
        </p:spPr>
        <p:txBody>
          <a:bodyPr wrap="square">
            <a:noAutofit/>
          </a:bodyPr>
          <a:lstStyle/>
          <a:p>
            <a:pPr defTabSz="932962" fontAlgn="base">
              <a:spcBef>
                <a:spcPct val="0"/>
              </a:spcBef>
              <a:spcAft>
                <a:spcPct val="0"/>
              </a:spcAft>
              <a:buClrTx/>
              <a:defRPr/>
            </a:pPr>
            <a:r>
              <a:rPr lang="en-GB" sz="918" kern="1200" dirty="0">
                <a:solidFill>
                  <a:srgbClr val="DC199B"/>
                </a:solidFill>
                <a:latin typeface="Arial" charset="0"/>
                <a:ea typeface="+mn-ea"/>
                <a:cs typeface="+mn-cs"/>
              </a:rPr>
              <a:t>Technical SMEs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2060"/>
                </a:solidFill>
                <a:latin typeface="Arial" charset="0"/>
                <a:ea typeface="+mn-ea"/>
                <a:cs typeface="+mn-cs"/>
              </a:rPr>
              <a:t>GW Consultants</a:t>
            </a:r>
          </a:p>
          <a:p>
            <a:pPr defTabSz="932962" fontAlgn="base">
              <a:spcBef>
                <a:spcPct val="0"/>
              </a:spcBef>
              <a:spcAft>
                <a:spcPct val="0"/>
              </a:spcAft>
              <a:buClrTx/>
              <a:buFontTx/>
              <a:buNone/>
              <a:defRPr/>
            </a:pPr>
            <a:endParaRPr lang="en-GB" sz="918" kern="1200" dirty="0">
              <a:solidFill>
                <a:srgbClr val="002060"/>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 Mapping Analyst</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Tech Lead</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p:txBody>
      </p:sp>
      <p:sp>
        <p:nvSpPr>
          <p:cNvPr id="974" name="Rounded Rectangle 145">
            <a:extLst>
              <a:ext uri="{FF2B5EF4-FFF2-40B4-BE49-F238E27FC236}">
                <a16:creationId xmlns:a16="http://schemas.microsoft.com/office/drawing/2014/main" id="{5E984A70-4EDA-6B76-17AD-5F0F032678D8}"/>
              </a:ext>
            </a:extLst>
          </p:cNvPr>
          <p:cNvSpPr/>
          <p:nvPr/>
        </p:nvSpPr>
        <p:spPr>
          <a:xfrm>
            <a:off x="1325494" y="5942288"/>
            <a:ext cx="5193963" cy="278767"/>
          </a:xfrm>
          <a:prstGeom prst="roundRect">
            <a:avLst>
              <a:gd name="adj" fmla="val 0"/>
            </a:avLst>
          </a:prstGeom>
          <a:solidFill>
            <a:srgbClr val="0098C7"/>
          </a:solidFill>
          <a:ln w="3175" cap="flat" cmpd="sng" algn="ctr">
            <a:solidFill>
              <a:schemeClr val="tx1"/>
            </a:solidFill>
            <a:prstDash val="solid"/>
          </a:ln>
          <a:effectLst/>
        </p:spPr>
        <p:txBody>
          <a:bodyPr wrap="square" lIns="0" rIns="0" rtlCol="0" anchor="ctr" anchorCtr="1">
            <a:noAutofit/>
          </a:bodyPr>
          <a:lstStyle/>
          <a:p>
            <a:pPr algn="ctr" defTabSz="932962">
              <a:buClrTx/>
              <a:buFontTx/>
              <a:buNone/>
              <a:defRPr/>
            </a:pPr>
            <a:r>
              <a:rPr lang="en-GB" sz="918" b="1">
                <a:solidFill>
                  <a:prstClr val="white"/>
                </a:solidFill>
                <a:ea typeface="+mn-ea"/>
                <a:cs typeface="Arial" pitchFamily="34" charset="0"/>
              </a:rPr>
              <a:t>Automation Testers / Performance Testers</a:t>
            </a:r>
          </a:p>
        </p:txBody>
      </p:sp>
      <p:sp>
        <p:nvSpPr>
          <p:cNvPr id="977" name="Rectangle 976">
            <a:extLst>
              <a:ext uri="{FF2B5EF4-FFF2-40B4-BE49-F238E27FC236}">
                <a16:creationId xmlns:a16="http://schemas.microsoft.com/office/drawing/2014/main" id="{75E232AA-8A3A-1DF6-8964-8A30E1E4FF8C}"/>
              </a:ext>
            </a:extLst>
          </p:cNvPr>
          <p:cNvSpPr/>
          <p:nvPr/>
        </p:nvSpPr>
        <p:spPr>
          <a:xfrm>
            <a:off x="4484403" y="3984739"/>
            <a:ext cx="1179568" cy="2160000"/>
          </a:xfrm>
          <a:prstGeom prst="rect">
            <a:avLst/>
          </a:prstGeom>
        </p:spPr>
        <p:txBody>
          <a:bodyPr wrap="squar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Product Owner</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SMEs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Technical SMEs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 Migration Analyst</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Migration 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p:txBody>
      </p:sp>
      <p:sp>
        <p:nvSpPr>
          <p:cNvPr id="978" name="Rounded Rectangle 186">
            <a:extLst>
              <a:ext uri="{FF2B5EF4-FFF2-40B4-BE49-F238E27FC236}">
                <a16:creationId xmlns:a16="http://schemas.microsoft.com/office/drawing/2014/main" id="{C9CA072B-1D08-6A7C-B3D7-4FDBF3351CD5}"/>
              </a:ext>
            </a:extLst>
          </p:cNvPr>
          <p:cNvSpPr/>
          <p:nvPr/>
        </p:nvSpPr>
        <p:spPr>
          <a:xfrm>
            <a:off x="4446139" y="3565961"/>
            <a:ext cx="969384" cy="430792"/>
          </a:xfrm>
          <a:prstGeom prst="roundRect">
            <a:avLst>
              <a:gd name="adj" fmla="val 0"/>
            </a:avLst>
          </a:prstGeom>
          <a:gradFill>
            <a:gsLst>
              <a:gs pos="0">
                <a:srgbClr val="DC199B"/>
              </a:gs>
              <a:gs pos="100000">
                <a:srgbClr val="0098C7"/>
              </a:gs>
            </a:gsLst>
            <a:lin ang="5400000" scaled="1"/>
          </a:gradFill>
          <a:ln w="3175" cap="flat" cmpd="sng" algn="ctr">
            <a:solidFill>
              <a:schemeClr val="tx1"/>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Migration Lead</a:t>
            </a:r>
          </a:p>
        </p:txBody>
      </p:sp>
      <p:sp>
        <p:nvSpPr>
          <p:cNvPr id="985" name="Google Shape;919;g22f1b912626_0_165">
            <a:extLst>
              <a:ext uri="{FF2B5EF4-FFF2-40B4-BE49-F238E27FC236}">
                <a16:creationId xmlns:a16="http://schemas.microsoft.com/office/drawing/2014/main" id="{72F60A4C-F595-419A-4288-C1334C79E607}"/>
              </a:ext>
            </a:extLst>
          </p:cNvPr>
          <p:cNvSpPr/>
          <p:nvPr/>
        </p:nvSpPr>
        <p:spPr>
          <a:xfrm>
            <a:off x="7460803" y="2261391"/>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 (Hexaware)</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(Test Mgr)</a:t>
            </a:r>
            <a:endParaRPr sz="800" dirty="0">
              <a:solidFill>
                <a:schemeClr val="lt1"/>
              </a:solidFill>
            </a:endParaRPr>
          </a:p>
        </p:txBody>
      </p:sp>
      <p:sp>
        <p:nvSpPr>
          <p:cNvPr id="986" name="Google Shape;919;g22f1b912626_0_165">
            <a:extLst>
              <a:ext uri="{FF2B5EF4-FFF2-40B4-BE49-F238E27FC236}">
                <a16:creationId xmlns:a16="http://schemas.microsoft.com/office/drawing/2014/main" id="{EA420B40-85A7-C8F9-C97F-80F371DA8777}"/>
              </a:ext>
            </a:extLst>
          </p:cNvPr>
          <p:cNvSpPr/>
          <p:nvPr/>
        </p:nvSpPr>
        <p:spPr>
          <a:xfrm>
            <a:off x="7460803" y="2547538"/>
            <a:ext cx="1218683" cy="273903"/>
          </a:xfrm>
          <a:prstGeom prst="rect">
            <a:avLst/>
          </a:prstGeom>
          <a:solidFill>
            <a:srgbClr val="0098C7"/>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IN" sz="800" dirty="0" err="1">
                <a:solidFill>
                  <a:schemeClr val="bg1"/>
                </a:solidFill>
              </a:rPr>
              <a:t>SivaramaKrishna</a:t>
            </a:r>
            <a:r>
              <a:rPr lang="en-IN" sz="800" dirty="0">
                <a:solidFill>
                  <a:schemeClr val="bg1"/>
                </a:solidFill>
              </a:rPr>
              <a:t> Narayanan (Test Mgr)</a:t>
            </a:r>
          </a:p>
        </p:txBody>
      </p:sp>
      <p:sp>
        <p:nvSpPr>
          <p:cNvPr id="987" name="Google Shape;870;g22f1b912626_0_165">
            <a:extLst>
              <a:ext uri="{FF2B5EF4-FFF2-40B4-BE49-F238E27FC236}">
                <a16:creationId xmlns:a16="http://schemas.microsoft.com/office/drawing/2014/main" id="{E367E28D-687C-4A4B-D0A3-473A59604938}"/>
              </a:ext>
            </a:extLst>
          </p:cNvPr>
          <p:cNvSpPr/>
          <p:nvPr/>
        </p:nvSpPr>
        <p:spPr>
          <a:xfrm>
            <a:off x="10822659" y="5289890"/>
            <a:ext cx="1287844" cy="100650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w="9525" cap="flat" cmpd="sng">
            <a:solidFill>
              <a:schemeClr val="tx1"/>
            </a:solidFill>
            <a:prstDash val="dash"/>
            <a:round/>
            <a:headEnd type="none" w="sm" len="sm"/>
            <a:tailEnd type="none" w="sm" len="sm"/>
          </a:ln>
        </p:spPr>
        <p:txBody>
          <a:bodyPr spcFirstLastPara="1" wrap="square" lIns="72000" tIns="0" rIns="0" bIns="0" anchor="ctr" anchorCtr="0">
            <a:noAutofit/>
          </a:bodyPr>
          <a:lstStyle/>
          <a:p>
            <a:pPr marR="0" lvl="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FFFFFF"/>
                </a:solidFill>
                <a:effectLst/>
                <a:uLnTx/>
                <a:uFillTx/>
                <a:latin typeface="Arial"/>
                <a:cs typeface="Arial"/>
                <a:sym typeface="Arial"/>
              </a:rPr>
              <a:t>PAS BAU transition team (dependent on Beazley’s ITOM/ BAU service management structure)</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sp>
        <p:nvSpPr>
          <p:cNvPr id="989" name="Google Shape;941;g22f1b912626_0_165">
            <a:extLst>
              <a:ext uri="{FF2B5EF4-FFF2-40B4-BE49-F238E27FC236}">
                <a16:creationId xmlns:a16="http://schemas.microsoft.com/office/drawing/2014/main" id="{8C60D923-BD05-F601-D904-1F2A3EDBD731}"/>
              </a:ext>
            </a:extLst>
          </p:cNvPr>
          <p:cNvSpPr/>
          <p:nvPr/>
        </p:nvSpPr>
        <p:spPr>
          <a:xfrm>
            <a:off x="9551193" y="5713064"/>
            <a:ext cx="1241098" cy="56928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w="9525" cap="flat" cmpd="sng">
            <a:solidFill>
              <a:schemeClr val="tx1"/>
            </a:solidFill>
            <a:prstDash val="dash"/>
            <a:round/>
            <a:headEnd type="none" w="sm" len="sm"/>
            <a:tailEnd type="none" w="sm" len="sm"/>
          </a:ln>
        </p:spPr>
        <p:txBody>
          <a:bodyPr spcFirstLastPara="1" wrap="square" lIns="10800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FFFFFF"/>
                </a:solidFill>
                <a:effectLst/>
                <a:uLnTx/>
                <a:uFillTx/>
                <a:latin typeface="Arial"/>
                <a:cs typeface="Arial"/>
                <a:sym typeface="Arial"/>
              </a:rPr>
              <a:t>Shared Services - IT Security, Risk/Audit, Compliance</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sp>
        <p:nvSpPr>
          <p:cNvPr id="991" name="Rectangle 990">
            <a:extLst>
              <a:ext uri="{FF2B5EF4-FFF2-40B4-BE49-F238E27FC236}">
                <a16:creationId xmlns:a16="http://schemas.microsoft.com/office/drawing/2014/main" id="{E7978FA5-43FD-F36B-C942-BCF88821F0BC}"/>
              </a:ext>
            </a:extLst>
          </p:cNvPr>
          <p:cNvSpPr/>
          <p:nvPr/>
        </p:nvSpPr>
        <p:spPr>
          <a:xfrm>
            <a:off x="9575854" y="4035195"/>
            <a:ext cx="2521094" cy="119789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7" name="Rectangle 836">
            <a:extLst>
              <a:ext uri="{FF2B5EF4-FFF2-40B4-BE49-F238E27FC236}">
                <a16:creationId xmlns:a16="http://schemas.microsoft.com/office/drawing/2014/main" id="{82FDEEFE-2EB7-3A5A-63A6-39FA9CDD5B90}"/>
              </a:ext>
            </a:extLst>
          </p:cNvPr>
          <p:cNvSpPr/>
          <p:nvPr/>
        </p:nvSpPr>
        <p:spPr>
          <a:xfrm>
            <a:off x="9564854" y="1216398"/>
            <a:ext cx="2521094" cy="6093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9" name="TextBox 838">
            <a:extLst>
              <a:ext uri="{FF2B5EF4-FFF2-40B4-BE49-F238E27FC236}">
                <a16:creationId xmlns:a16="http://schemas.microsoft.com/office/drawing/2014/main" id="{B447D194-BDB6-7BFF-0131-480DF885A398}"/>
              </a:ext>
            </a:extLst>
          </p:cNvPr>
          <p:cNvSpPr txBox="1"/>
          <p:nvPr/>
        </p:nvSpPr>
        <p:spPr>
          <a:xfrm>
            <a:off x="9549883" y="4044290"/>
            <a:ext cx="569387" cy="261610"/>
          </a:xfrm>
          <a:prstGeom prst="rect">
            <a:avLst/>
          </a:prstGeom>
          <a:noFill/>
        </p:spPr>
        <p:txBody>
          <a:bodyPr wrap="none" rtlCol="0">
            <a:spAutoFit/>
          </a:bodyPr>
          <a:lstStyle/>
          <a:p>
            <a:r>
              <a:rPr lang="en-GB" sz="1100" b="1" dirty="0"/>
              <a:t>SMEs</a:t>
            </a:r>
          </a:p>
        </p:txBody>
      </p:sp>
      <p:sp>
        <p:nvSpPr>
          <p:cNvPr id="851" name="TextBox 850">
            <a:extLst>
              <a:ext uri="{FF2B5EF4-FFF2-40B4-BE49-F238E27FC236}">
                <a16:creationId xmlns:a16="http://schemas.microsoft.com/office/drawing/2014/main" id="{EEA78BB7-FBDC-2DCE-BF2B-6F8094C74307}"/>
              </a:ext>
            </a:extLst>
          </p:cNvPr>
          <p:cNvSpPr txBox="1"/>
          <p:nvPr/>
        </p:nvSpPr>
        <p:spPr>
          <a:xfrm>
            <a:off x="9533626" y="1208528"/>
            <a:ext cx="1309974" cy="261610"/>
          </a:xfrm>
          <a:prstGeom prst="rect">
            <a:avLst/>
          </a:prstGeom>
          <a:noFill/>
        </p:spPr>
        <p:txBody>
          <a:bodyPr wrap="none" rtlCol="0">
            <a:spAutoFit/>
          </a:bodyPr>
          <a:lstStyle/>
          <a:p>
            <a:r>
              <a:rPr lang="en-GB" sz="1100" b="1" dirty="0"/>
              <a:t>Platform Owners</a:t>
            </a:r>
          </a:p>
        </p:txBody>
      </p:sp>
      <p:sp>
        <p:nvSpPr>
          <p:cNvPr id="852" name="Rectangle 851">
            <a:extLst>
              <a:ext uri="{FF2B5EF4-FFF2-40B4-BE49-F238E27FC236}">
                <a16:creationId xmlns:a16="http://schemas.microsoft.com/office/drawing/2014/main" id="{F47BBC94-64A1-12D6-F92D-E082C3431B1A}"/>
              </a:ext>
            </a:extLst>
          </p:cNvPr>
          <p:cNvSpPr/>
          <p:nvPr/>
        </p:nvSpPr>
        <p:spPr>
          <a:xfrm>
            <a:off x="9575300" y="2842702"/>
            <a:ext cx="1231948" cy="112328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3" name="Rectangle 852">
            <a:extLst>
              <a:ext uri="{FF2B5EF4-FFF2-40B4-BE49-F238E27FC236}">
                <a16:creationId xmlns:a16="http://schemas.microsoft.com/office/drawing/2014/main" id="{CF5A6DC7-91CF-4E10-93EE-084AA4F240AC}"/>
              </a:ext>
            </a:extLst>
          </p:cNvPr>
          <p:cNvSpPr/>
          <p:nvPr/>
        </p:nvSpPr>
        <p:spPr>
          <a:xfrm>
            <a:off x="10862813" y="2842703"/>
            <a:ext cx="1231948" cy="8128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4" name="Rectangle 853">
            <a:extLst>
              <a:ext uri="{FF2B5EF4-FFF2-40B4-BE49-F238E27FC236}">
                <a16:creationId xmlns:a16="http://schemas.microsoft.com/office/drawing/2014/main" id="{A98FA6FC-9CE3-8850-E35A-85497D80ACDF}"/>
              </a:ext>
            </a:extLst>
          </p:cNvPr>
          <p:cNvSpPr/>
          <p:nvPr/>
        </p:nvSpPr>
        <p:spPr>
          <a:xfrm>
            <a:off x="9560524" y="5295911"/>
            <a:ext cx="2549979" cy="1000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5" name="TextBox 854">
            <a:extLst>
              <a:ext uri="{FF2B5EF4-FFF2-40B4-BE49-F238E27FC236}">
                <a16:creationId xmlns:a16="http://schemas.microsoft.com/office/drawing/2014/main" id="{A4486976-88A6-A8E4-BF71-279505A4C2DD}"/>
              </a:ext>
            </a:extLst>
          </p:cNvPr>
          <p:cNvSpPr txBox="1"/>
          <p:nvPr/>
        </p:nvSpPr>
        <p:spPr>
          <a:xfrm>
            <a:off x="9518485" y="5339210"/>
            <a:ext cx="1282723" cy="261610"/>
          </a:xfrm>
          <a:prstGeom prst="rect">
            <a:avLst/>
          </a:prstGeom>
          <a:noFill/>
        </p:spPr>
        <p:txBody>
          <a:bodyPr wrap="none" rtlCol="0">
            <a:spAutoFit/>
          </a:bodyPr>
          <a:lstStyle/>
          <a:p>
            <a:r>
              <a:rPr lang="en-GB" sz="1100" b="1" dirty="0"/>
              <a:t>Shared Services</a:t>
            </a:r>
          </a:p>
        </p:txBody>
      </p:sp>
      <p:sp>
        <p:nvSpPr>
          <p:cNvPr id="856" name="TextBox 855">
            <a:extLst>
              <a:ext uri="{FF2B5EF4-FFF2-40B4-BE49-F238E27FC236}">
                <a16:creationId xmlns:a16="http://schemas.microsoft.com/office/drawing/2014/main" id="{EF1734EA-875A-80CE-DCB4-63D57BA312D9}"/>
              </a:ext>
            </a:extLst>
          </p:cNvPr>
          <p:cNvSpPr txBox="1"/>
          <p:nvPr/>
        </p:nvSpPr>
        <p:spPr>
          <a:xfrm>
            <a:off x="9514658" y="2832659"/>
            <a:ext cx="873957" cy="261610"/>
          </a:xfrm>
          <a:prstGeom prst="rect">
            <a:avLst/>
          </a:prstGeom>
          <a:noFill/>
        </p:spPr>
        <p:txBody>
          <a:bodyPr wrap="none" rtlCol="0">
            <a:spAutoFit/>
          </a:bodyPr>
          <a:lstStyle/>
          <a:p>
            <a:r>
              <a:rPr lang="en-GB" sz="1100" b="1" dirty="0"/>
              <a:t>Architects</a:t>
            </a:r>
          </a:p>
        </p:txBody>
      </p:sp>
      <p:sp>
        <p:nvSpPr>
          <p:cNvPr id="857" name="TextBox 856">
            <a:extLst>
              <a:ext uri="{FF2B5EF4-FFF2-40B4-BE49-F238E27FC236}">
                <a16:creationId xmlns:a16="http://schemas.microsoft.com/office/drawing/2014/main" id="{8423E7BA-9850-B9A5-BCBC-AEBE9A0F5F9A}"/>
              </a:ext>
            </a:extLst>
          </p:cNvPr>
          <p:cNvSpPr txBox="1"/>
          <p:nvPr/>
        </p:nvSpPr>
        <p:spPr>
          <a:xfrm>
            <a:off x="10802182" y="2827408"/>
            <a:ext cx="718466" cy="261610"/>
          </a:xfrm>
          <a:prstGeom prst="rect">
            <a:avLst/>
          </a:prstGeom>
          <a:noFill/>
        </p:spPr>
        <p:txBody>
          <a:bodyPr wrap="none" rtlCol="0">
            <a:spAutoFit/>
          </a:bodyPr>
          <a:lstStyle/>
          <a:p>
            <a:r>
              <a:rPr lang="en-GB" sz="1100" b="1" dirty="0"/>
              <a:t>DevOps</a:t>
            </a:r>
          </a:p>
        </p:txBody>
      </p:sp>
      <p:sp>
        <p:nvSpPr>
          <p:cNvPr id="858" name="TextBox 857">
            <a:extLst>
              <a:ext uri="{FF2B5EF4-FFF2-40B4-BE49-F238E27FC236}">
                <a16:creationId xmlns:a16="http://schemas.microsoft.com/office/drawing/2014/main" id="{153EAD49-6D34-FDE3-62E1-07527C938D2C}"/>
              </a:ext>
            </a:extLst>
          </p:cNvPr>
          <p:cNvSpPr txBox="1">
            <a:spLocks/>
          </p:cNvSpPr>
          <p:nvPr/>
        </p:nvSpPr>
        <p:spPr>
          <a:xfrm>
            <a:off x="9550456" y="893099"/>
            <a:ext cx="2549979" cy="284669"/>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Arial"/>
                <a:ea typeface="+mn-ea"/>
                <a:cs typeface="+mn-cs"/>
              </a:rPr>
              <a:t>Cross-Programme Delivery Support</a:t>
            </a:r>
          </a:p>
        </p:txBody>
      </p:sp>
      <p:sp>
        <p:nvSpPr>
          <p:cNvPr id="3" name="Rectangle 2">
            <a:extLst>
              <a:ext uri="{FF2B5EF4-FFF2-40B4-BE49-F238E27FC236}">
                <a16:creationId xmlns:a16="http://schemas.microsoft.com/office/drawing/2014/main" id="{CD4BB31B-FDF8-DC00-5296-D504EA9C62F1}"/>
              </a:ext>
            </a:extLst>
          </p:cNvPr>
          <p:cNvSpPr/>
          <p:nvPr/>
        </p:nvSpPr>
        <p:spPr>
          <a:xfrm>
            <a:off x="85200" y="874926"/>
            <a:ext cx="4776837" cy="5777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98FE1F5D-077C-1F28-D8BB-04423B69DC4C}"/>
              </a:ext>
            </a:extLst>
          </p:cNvPr>
          <p:cNvSpPr/>
          <p:nvPr/>
        </p:nvSpPr>
        <p:spPr>
          <a:xfrm>
            <a:off x="93020" y="1537620"/>
            <a:ext cx="6054861" cy="5710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D0BFC1F-C5B4-8845-9B2F-A9B957768B20}"/>
              </a:ext>
            </a:extLst>
          </p:cNvPr>
          <p:cNvSpPr/>
          <p:nvPr/>
        </p:nvSpPr>
        <p:spPr>
          <a:xfrm>
            <a:off x="85201" y="2237815"/>
            <a:ext cx="8594286" cy="8688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4EB075B7-6A28-F541-D6F5-45CA278E5F62}"/>
              </a:ext>
            </a:extLst>
          </p:cNvPr>
          <p:cNvSpPr/>
          <p:nvPr/>
        </p:nvSpPr>
        <p:spPr>
          <a:xfrm>
            <a:off x="83690" y="3475005"/>
            <a:ext cx="6497286" cy="27457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415002E1-0AED-1D80-C293-9F05C8DA67C3}"/>
              </a:ext>
            </a:extLst>
          </p:cNvPr>
          <p:cNvSpPr/>
          <p:nvPr/>
        </p:nvSpPr>
        <p:spPr>
          <a:xfrm>
            <a:off x="5484358" y="3973034"/>
            <a:ext cx="1179568" cy="2160000"/>
          </a:xfrm>
          <a:prstGeom prst="rect">
            <a:avLst/>
          </a:prstGeom>
        </p:spPr>
        <p:txBody>
          <a:bodyPr wrap="squar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UAT Testers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NFT Testers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SIT Testers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NFT Testers</a:t>
            </a:r>
          </a:p>
        </p:txBody>
      </p:sp>
      <p:sp>
        <p:nvSpPr>
          <p:cNvPr id="23" name="Rounded Rectangle 145">
            <a:extLst>
              <a:ext uri="{FF2B5EF4-FFF2-40B4-BE49-F238E27FC236}">
                <a16:creationId xmlns:a16="http://schemas.microsoft.com/office/drawing/2014/main" id="{2DD1599B-ED66-2CAA-0038-541B871904DE}"/>
              </a:ext>
            </a:extLst>
          </p:cNvPr>
          <p:cNvSpPr/>
          <p:nvPr/>
        </p:nvSpPr>
        <p:spPr>
          <a:xfrm>
            <a:off x="4220960" y="6373718"/>
            <a:ext cx="1000590" cy="163863"/>
          </a:xfrm>
          <a:prstGeom prst="roundRect">
            <a:avLst>
              <a:gd name="adj" fmla="val 0"/>
            </a:avLst>
          </a:prstGeom>
          <a:gradFill>
            <a:gsLst>
              <a:gs pos="0">
                <a:srgbClr val="DC199B"/>
              </a:gs>
              <a:gs pos="100000">
                <a:srgbClr val="0098C7"/>
              </a:gs>
            </a:gsLst>
            <a:lin ang="5400000" scaled="1"/>
          </a:gradFill>
          <a:ln w="3175" cap="flat" cmpd="sng" algn="ctr">
            <a:solidFill>
              <a:schemeClr val="tx1"/>
            </a:solidFill>
            <a:prstDash val="solid"/>
          </a:ln>
          <a:effectLst/>
        </p:spPr>
        <p:txBody>
          <a:bodyPr wrap="square" lIns="0" rIns="0" rtlCol="0" anchor="ctr" anchorCtr="1">
            <a:noAutofit/>
          </a:bodyPr>
          <a:lstStyle/>
          <a:p>
            <a:pPr algn="ctr" defTabSz="932962">
              <a:buClrTx/>
              <a:buFontTx/>
              <a:buNone/>
              <a:defRPr/>
            </a:pPr>
            <a:r>
              <a:rPr lang="en-GB" sz="700" dirty="0">
                <a:solidFill>
                  <a:schemeClr val="bg1"/>
                </a:solidFill>
                <a:ea typeface="+mn-ea"/>
                <a:cs typeface="Arial" pitchFamily="34" charset="0"/>
              </a:rPr>
              <a:t>Combined Teams</a:t>
            </a:r>
          </a:p>
        </p:txBody>
      </p:sp>
      <p:sp>
        <p:nvSpPr>
          <p:cNvPr id="24" name="Rectangle 23">
            <a:extLst>
              <a:ext uri="{FF2B5EF4-FFF2-40B4-BE49-F238E27FC236}">
                <a16:creationId xmlns:a16="http://schemas.microsoft.com/office/drawing/2014/main" id="{A4A62038-A37A-9E9C-1B63-1C4A6CA58E46}"/>
              </a:ext>
            </a:extLst>
          </p:cNvPr>
          <p:cNvSpPr/>
          <p:nvPr/>
        </p:nvSpPr>
        <p:spPr>
          <a:xfrm>
            <a:off x="1504790" y="6325296"/>
            <a:ext cx="5076186" cy="2616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Google Shape;927;g22f1b912626_0_165">
            <a:extLst>
              <a:ext uri="{FF2B5EF4-FFF2-40B4-BE49-F238E27FC236}">
                <a16:creationId xmlns:a16="http://schemas.microsoft.com/office/drawing/2014/main" id="{B83017E7-A357-8CDC-F395-14F04C5126A4}"/>
              </a:ext>
            </a:extLst>
          </p:cNvPr>
          <p:cNvSpPr/>
          <p:nvPr/>
        </p:nvSpPr>
        <p:spPr>
          <a:xfrm>
            <a:off x="5354707" y="6373718"/>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6">
              <a:lumMod val="75000"/>
            </a:schemeClr>
          </a:solidFill>
          <a:ln>
            <a:solidFill>
              <a:schemeClr val="tx1"/>
            </a:solid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dirty="0">
                <a:solidFill>
                  <a:schemeClr val="lt1"/>
                </a:solidFill>
              </a:rPr>
              <a:t>Guidewire</a:t>
            </a:r>
            <a:endParaRPr sz="700" dirty="0">
              <a:solidFill>
                <a:schemeClr val="lt1"/>
              </a:solidFill>
              <a:latin typeface="Arial"/>
              <a:ea typeface="Arial"/>
              <a:cs typeface="Arial"/>
              <a:sym typeface="Arial"/>
            </a:endParaRPr>
          </a:p>
        </p:txBody>
      </p:sp>
      <p:sp>
        <p:nvSpPr>
          <p:cNvPr id="11" name="Google Shape;919;g22f1b912626_0_165">
            <a:extLst>
              <a:ext uri="{FF2B5EF4-FFF2-40B4-BE49-F238E27FC236}">
                <a16:creationId xmlns:a16="http://schemas.microsoft.com/office/drawing/2014/main" id="{23378F48-3438-ABB6-5A7D-C7203B66D0F9}"/>
              </a:ext>
            </a:extLst>
          </p:cNvPr>
          <p:cNvSpPr/>
          <p:nvPr/>
        </p:nvSpPr>
        <p:spPr>
          <a:xfrm>
            <a:off x="4919774" y="2244399"/>
            <a:ext cx="1220620" cy="273903"/>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(Integration PO)</a:t>
            </a:r>
            <a:endParaRPr sz="800" dirty="0">
              <a:solidFill>
                <a:schemeClr val="lt1"/>
              </a:solidFill>
            </a:endParaRPr>
          </a:p>
        </p:txBody>
      </p:sp>
      <p:sp>
        <p:nvSpPr>
          <p:cNvPr id="896" name="Google Shape;919;g22f1b912626_0_165">
            <a:extLst>
              <a:ext uri="{FF2B5EF4-FFF2-40B4-BE49-F238E27FC236}">
                <a16:creationId xmlns:a16="http://schemas.microsoft.com/office/drawing/2014/main" id="{2737E4B6-B972-B2B5-7B7F-5365236F065B}"/>
              </a:ext>
            </a:extLst>
          </p:cNvPr>
          <p:cNvSpPr/>
          <p:nvPr/>
        </p:nvSpPr>
        <p:spPr>
          <a:xfrm>
            <a:off x="10851386" y="4959184"/>
            <a:ext cx="1220620" cy="273903"/>
          </a:xfrm>
          <a:prstGeom prst="rect">
            <a:avLst/>
          </a:prstGeom>
          <a:solidFill>
            <a:srgbClr val="002060"/>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(London Mkt SME)</a:t>
            </a:r>
          </a:p>
        </p:txBody>
      </p:sp>
      <p:sp>
        <p:nvSpPr>
          <p:cNvPr id="897" name="Google Shape;919;g22f1b912626_0_165">
            <a:extLst>
              <a:ext uri="{FF2B5EF4-FFF2-40B4-BE49-F238E27FC236}">
                <a16:creationId xmlns:a16="http://schemas.microsoft.com/office/drawing/2014/main" id="{8845B570-0252-C9F1-C818-4ACB8373E86A}"/>
              </a:ext>
            </a:extLst>
          </p:cNvPr>
          <p:cNvSpPr/>
          <p:nvPr/>
        </p:nvSpPr>
        <p:spPr>
          <a:xfrm>
            <a:off x="9586874" y="3674302"/>
            <a:ext cx="1218683" cy="273903"/>
          </a:xfrm>
          <a:prstGeom prst="rect">
            <a:avLst/>
          </a:prstGeom>
          <a:solidFill>
            <a:srgbClr val="002060"/>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(Assurance Architect)</a:t>
            </a:r>
            <a:endParaRPr sz="800" dirty="0">
              <a:solidFill>
                <a:schemeClr val="lt1"/>
              </a:solidFill>
            </a:endParaRPr>
          </a:p>
        </p:txBody>
      </p:sp>
      <p:cxnSp>
        <p:nvCxnSpPr>
          <p:cNvPr id="899" name="Straight Connector 898">
            <a:extLst>
              <a:ext uri="{FF2B5EF4-FFF2-40B4-BE49-F238E27FC236}">
                <a16:creationId xmlns:a16="http://schemas.microsoft.com/office/drawing/2014/main" id="{457DE920-E533-F3E8-98C7-58544CEC1B38}"/>
              </a:ext>
            </a:extLst>
          </p:cNvPr>
          <p:cNvCxnSpPr/>
          <p:nvPr/>
        </p:nvCxnSpPr>
        <p:spPr>
          <a:xfrm>
            <a:off x="1145333" y="5085184"/>
            <a:ext cx="5374124"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FC90B086-47B1-C13A-CC46-A95E88028C1F}"/>
              </a:ext>
            </a:extLst>
          </p:cNvPr>
          <p:cNvSpPr/>
          <p:nvPr/>
        </p:nvSpPr>
        <p:spPr>
          <a:xfrm>
            <a:off x="9564854" y="1894915"/>
            <a:ext cx="2521094" cy="87857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1B714586-DD35-A263-C162-77C7A36B5652}"/>
              </a:ext>
            </a:extLst>
          </p:cNvPr>
          <p:cNvSpPr txBox="1"/>
          <p:nvPr/>
        </p:nvSpPr>
        <p:spPr>
          <a:xfrm>
            <a:off x="9554696" y="1896253"/>
            <a:ext cx="1502334" cy="261610"/>
          </a:xfrm>
          <a:prstGeom prst="rect">
            <a:avLst/>
          </a:prstGeom>
          <a:noFill/>
        </p:spPr>
        <p:txBody>
          <a:bodyPr wrap="none" rtlCol="0">
            <a:spAutoFit/>
          </a:bodyPr>
          <a:lstStyle/>
          <a:p>
            <a:r>
              <a:rPr lang="en-GB" sz="1100" b="1"/>
              <a:t>Process Excellence</a:t>
            </a:r>
            <a:endParaRPr lang="en-GB" sz="1100" b="1" dirty="0"/>
          </a:p>
        </p:txBody>
      </p:sp>
      <p:sp>
        <p:nvSpPr>
          <p:cNvPr id="906" name="Callout: Left-Right Arrow 905">
            <a:extLst>
              <a:ext uri="{FF2B5EF4-FFF2-40B4-BE49-F238E27FC236}">
                <a16:creationId xmlns:a16="http://schemas.microsoft.com/office/drawing/2014/main" id="{5ECBF880-0EE1-A68A-05CE-582466C6582B}"/>
              </a:ext>
            </a:extLst>
          </p:cNvPr>
          <p:cNvSpPr/>
          <p:nvPr/>
        </p:nvSpPr>
        <p:spPr>
          <a:xfrm>
            <a:off x="8679486" y="893099"/>
            <a:ext cx="718466" cy="5403293"/>
          </a:xfrm>
          <a:prstGeom prst="leftRightArrowCallout">
            <a:avLst>
              <a:gd name="adj1" fmla="val 15596"/>
              <a:gd name="adj2" fmla="val 26567"/>
              <a:gd name="adj3" fmla="val 25000"/>
              <a:gd name="adj4" fmla="val 1991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2f1b912626_0_165"/>
          <p:cNvSpPr/>
          <p:nvPr/>
        </p:nvSpPr>
        <p:spPr>
          <a:xfrm>
            <a:off x="7093624" y="1453900"/>
            <a:ext cx="4616100" cy="1615660"/>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g22f1b912626_0_165"/>
          <p:cNvSpPr/>
          <p:nvPr/>
        </p:nvSpPr>
        <p:spPr>
          <a:xfrm>
            <a:off x="503050" y="1449999"/>
            <a:ext cx="5291700" cy="1767225"/>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g22f1b912626_0_165"/>
          <p:cNvSpPr/>
          <p:nvPr/>
        </p:nvSpPr>
        <p:spPr>
          <a:xfrm>
            <a:off x="638400" y="3363500"/>
            <a:ext cx="9909000" cy="2967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4" name="Google Shape;854;g22f1b912626_0_165"/>
          <p:cNvSpPr/>
          <p:nvPr/>
        </p:nvSpPr>
        <p:spPr>
          <a:xfrm>
            <a:off x="3230445" y="552297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72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Data </a:t>
            </a:r>
            <a:r>
              <a:rPr lang="en-US" sz="700">
                <a:solidFill>
                  <a:schemeClr val="lt1"/>
                </a:solidFill>
                <a:latin typeface="Arial"/>
                <a:ea typeface="Arial"/>
                <a:cs typeface="Arial"/>
                <a:sym typeface="Arial"/>
              </a:rPr>
              <a:t>Analyst</a:t>
            </a:r>
            <a:endParaRPr sz="700" b="0" i="0" u="none" strike="noStrike" cap="none">
              <a:solidFill>
                <a:schemeClr val="lt1"/>
              </a:solidFill>
              <a:latin typeface="Arial"/>
              <a:ea typeface="Arial"/>
              <a:cs typeface="Arial"/>
              <a:sym typeface="Arial"/>
            </a:endParaRPr>
          </a:p>
        </p:txBody>
      </p:sp>
      <p:sp>
        <p:nvSpPr>
          <p:cNvPr id="855" name="Google Shape;855;g22f1b912626_0_165"/>
          <p:cNvSpPr/>
          <p:nvPr/>
        </p:nvSpPr>
        <p:spPr>
          <a:xfrm>
            <a:off x="3236821" y="4050792"/>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72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Data Migration Lead</a:t>
            </a:r>
            <a:endParaRPr sz="1800">
              <a:solidFill>
                <a:schemeClr val="lt1"/>
              </a:solidFill>
              <a:latin typeface="Arial"/>
              <a:ea typeface="Arial"/>
              <a:cs typeface="Arial"/>
              <a:sym typeface="Arial"/>
            </a:endParaRPr>
          </a:p>
        </p:txBody>
      </p:sp>
      <p:sp>
        <p:nvSpPr>
          <p:cNvPr id="856" name="Google Shape;856;g22f1b912626_0_165"/>
          <p:cNvSpPr/>
          <p:nvPr/>
        </p:nvSpPr>
        <p:spPr>
          <a:xfrm>
            <a:off x="777240" y="365760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3"/>
          </a:solidFill>
          <a:ln>
            <a:noFill/>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lt1"/>
              </a:buClr>
              <a:buSzPts val="800"/>
              <a:buFont typeface="Arial"/>
              <a:buNone/>
            </a:pPr>
            <a:r>
              <a:rPr lang="en-US" sz="800">
                <a:solidFill>
                  <a:schemeClr val="dk1"/>
                </a:solidFill>
                <a:latin typeface="Arial"/>
                <a:ea typeface="Arial"/>
                <a:cs typeface="Arial"/>
                <a:sym typeface="Arial"/>
              </a:rPr>
              <a:t>Integrations </a:t>
            </a:r>
            <a:r>
              <a:rPr lang="en-US" sz="800">
                <a:solidFill>
                  <a:schemeClr val="dk1"/>
                </a:solidFill>
              </a:rPr>
              <a:t>Squad </a:t>
            </a:r>
            <a:r>
              <a:rPr lang="en-US" sz="800">
                <a:solidFill>
                  <a:schemeClr val="dk1"/>
                </a:solidFill>
                <a:latin typeface="Arial"/>
                <a:ea typeface="Arial"/>
                <a:cs typeface="Arial"/>
                <a:sym typeface="Arial"/>
              </a:rPr>
              <a:t>1 </a:t>
            </a:r>
            <a:endParaRPr sz="800" b="0" i="0" u="none" strike="noStrike" cap="none">
              <a:solidFill>
                <a:schemeClr val="dk1"/>
              </a:solidFill>
              <a:latin typeface="Arial"/>
              <a:ea typeface="Arial"/>
              <a:cs typeface="Arial"/>
              <a:sym typeface="Arial"/>
            </a:endParaRPr>
          </a:p>
        </p:txBody>
      </p:sp>
      <p:sp>
        <p:nvSpPr>
          <p:cNvPr id="857" name="Google Shape;857;g22f1b912626_0_165"/>
          <p:cNvSpPr/>
          <p:nvPr/>
        </p:nvSpPr>
        <p:spPr>
          <a:xfrm>
            <a:off x="777240" y="4049250"/>
            <a:ext cx="1098087"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Tech Architect / Lead</a:t>
            </a:r>
            <a:endParaRPr sz="700">
              <a:solidFill>
                <a:schemeClr val="lt1"/>
              </a:solidFill>
              <a:latin typeface="Arial"/>
              <a:ea typeface="Arial"/>
              <a:cs typeface="Arial"/>
              <a:sym typeface="Arial"/>
            </a:endParaRPr>
          </a:p>
        </p:txBody>
      </p:sp>
      <p:sp>
        <p:nvSpPr>
          <p:cNvPr id="858" name="Google Shape;858;g22f1b912626_0_165"/>
          <p:cNvSpPr/>
          <p:nvPr/>
        </p:nvSpPr>
        <p:spPr>
          <a:xfrm>
            <a:off x="777240" y="4787200"/>
            <a:ext cx="1098087"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Developer</a:t>
            </a:r>
            <a:endParaRPr sz="1800">
              <a:solidFill>
                <a:schemeClr val="lt1"/>
              </a:solidFill>
              <a:latin typeface="Arial"/>
              <a:ea typeface="Arial"/>
              <a:cs typeface="Arial"/>
              <a:sym typeface="Arial"/>
            </a:endParaRPr>
          </a:p>
        </p:txBody>
      </p:sp>
      <p:sp>
        <p:nvSpPr>
          <p:cNvPr id="859" name="Google Shape;859;g22f1b912626_0_165"/>
          <p:cNvSpPr/>
          <p:nvPr/>
        </p:nvSpPr>
        <p:spPr>
          <a:xfrm>
            <a:off x="777240" y="5525149"/>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Business Analyst</a:t>
            </a:r>
            <a:endParaRPr sz="1800">
              <a:solidFill>
                <a:schemeClr val="lt1"/>
              </a:solidFill>
              <a:latin typeface="Arial"/>
              <a:ea typeface="Arial"/>
              <a:cs typeface="Arial"/>
              <a:sym typeface="Arial"/>
            </a:endParaRPr>
          </a:p>
        </p:txBody>
      </p:sp>
      <p:sp>
        <p:nvSpPr>
          <p:cNvPr id="860" name="Google Shape;860;g22f1b912626_0_165"/>
          <p:cNvSpPr/>
          <p:nvPr/>
        </p:nvSpPr>
        <p:spPr>
          <a:xfrm>
            <a:off x="777240" y="5156174"/>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Quality Assurance</a:t>
            </a:r>
            <a:endParaRPr sz="700" b="0" i="0" u="none" strike="noStrike" cap="none">
              <a:solidFill>
                <a:schemeClr val="lt1"/>
              </a:solidFill>
              <a:latin typeface="Arial"/>
              <a:ea typeface="Arial"/>
              <a:cs typeface="Arial"/>
              <a:sym typeface="Arial"/>
            </a:endParaRPr>
          </a:p>
        </p:txBody>
      </p:sp>
      <p:sp>
        <p:nvSpPr>
          <p:cNvPr id="861" name="Google Shape;861;g22f1b912626_0_165"/>
          <p:cNvSpPr/>
          <p:nvPr/>
        </p:nvSpPr>
        <p:spPr>
          <a:xfrm>
            <a:off x="3236821" y="4786884"/>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72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Developer</a:t>
            </a:r>
            <a:endParaRPr sz="1800">
              <a:solidFill>
                <a:schemeClr val="lt1"/>
              </a:solidFill>
              <a:latin typeface="Arial"/>
              <a:ea typeface="Arial"/>
              <a:cs typeface="Arial"/>
              <a:sym typeface="Arial"/>
            </a:endParaRPr>
          </a:p>
        </p:txBody>
      </p:sp>
      <p:sp>
        <p:nvSpPr>
          <p:cNvPr id="862" name="Google Shape;862;g22f1b912626_0_165"/>
          <p:cNvSpPr/>
          <p:nvPr/>
        </p:nvSpPr>
        <p:spPr>
          <a:xfrm>
            <a:off x="3230445" y="5154930"/>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72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b="0" i="0" u="none" strike="noStrike" cap="none">
                <a:solidFill>
                  <a:schemeClr val="lt1"/>
                </a:solidFill>
                <a:latin typeface="Arial"/>
                <a:ea typeface="Arial"/>
                <a:cs typeface="Arial"/>
                <a:sym typeface="Arial"/>
              </a:rPr>
              <a:t>Quality Ass</a:t>
            </a:r>
            <a:r>
              <a:rPr lang="en-US" sz="700">
                <a:solidFill>
                  <a:schemeClr val="lt1"/>
                </a:solidFill>
                <a:latin typeface="Arial"/>
                <a:ea typeface="Arial"/>
                <a:cs typeface="Arial"/>
                <a:sym typeface="Arial"/>
              </a:rPr>
              <a:t>urance</a:t>
            </a:r>
            <a:endParaRPr sz="1800">
              <a:solidFill>
                <a:schemeClr val="lt1"/>
              </a:solidFill>
              <a:latin typeface="Arial"/>
              <a:ea typeface="Arial"/>
              <a:cs typeface="Arial"/>
              <a:sym typeface="Arial"/>
            </a:endParaRPr>
          </a:p>
        </p:txBody>
      </p:sp>
      <p:sp>
        <p:nvSpPr>
          <p:cNvPr id="863" name="Google Shape;863;g22f1b912626_0_165"/>
          <p:cNvSpPr/>
          <p:nvPr/>
        </p:nvSpPr>
        <p:spPr>
          <a:xfrm>
            <a:off x="3230445" y="441883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a:noFill/>
          </a:ln>
        </p:spPr>
        <p:txBody>
          <a:bodyPr spcFirstLastPara="1" wrap="square" lIns="72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b="0" i="0" u="none" strike="noStrike" cap="none">
                <a:solidFill>
                  <a:schemeClr val="lt1"/>
                </a:solidFill>
                <a:latin typeface="Arial"/>
                <a:ea typeface="Arial"/>
                <a:cs typeface="Arial"/>
                <a:sym typeface="Arial"/>
              </a:rPr>
              <a:t> </a:t>
            </a:r>
            <a:r>
              <a:rPr lang="en-US" sz="700">
                <a:solidFill>
                  <a:schemeClr val="lt1"/>
                </a:solidFill>
              </a:rPr>
              <a:t>Data Lead/Architect</a:t>
            </a:r>
            <a:endParaRPr sz="1800">
              <a:solidFill>
                <a:schemeClr val="lt1"/>
              </a:solidFill>
              <a:latin typeface="Arial"/>
              <a:ea typeface="Arial"/>
              <a:cs typeface="Arial"/>
              <a:sym typeface="Arial"/>
            </a:endParaRPr>
          </a:p>
        </p:txBody>
      </p:sp>
      <p:sp>
        <p:nvSpPr>
          <p:cNvPr id="864" name="Google Shape;864;g22f1b912626_0_165"/>
          <p:cNvSpPr/>
          <p:nvPr/>
        </p:nvSpPr>
        <p:spPr>
          <a:xfrm>
            <a:off x="777240" y="4418225"/>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72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Scrum Master</a:t>
            </a:r>
            <a:endParaRPr sz="1800">
              <a:solidFill>
                <a:schemeClr val="lt1"/>
              </a:solidFill>
              <a:latin typeface="Arial"/>
              <a:ea typeface="Arial"/>
              <a:cs typeface="Arial"/>
              <a:sym typeface="Arial"/>
            </a:endParaRPr>
          </a:p>
        </p:txBody>
      </p:sp>
      <p:sp>
        <p:nvSpPr>
          <p:cNvPr id="865" name="Google Shape;865;g22f1b912626_0_165"/>
          <p:cNvSpPr/>
          <p:nvPr/>
        </p:nvSpPr>
        <p:spPr>
          <a:xfrm>
            <a:off x="6910251" y="4415942"/>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Scrum Master</a:t>
            </a:r>
            <a:endParaRPr sz="700" b="0" i="0" u="none" strike="noStrike" cap="none">
              <a:solidFill>
                <a:schemeClr val="lt1"/>
              </a:solidFill>
              <a:latin typeface="Arial"/>
              <a:ea typeface="Arial"/>
              <a:cs typeface="Arial"/>
              <a:sym typeface="Arial"/>
            </a:endParaRPr>
          </a:p>
        </p:txBody>
      </p:sp>
      <p:sp>
        <p:nvSpPr>
          <p:cNvPr id="866" name="Google Shape;866;g22f1b912626_0_165"/>
          <p:cNvSpPr/>
          <p:nvPr/>
        </p:nvSpPr>
        <p:spPr>
          <a:xfrm>
            <a:off x="6912802" y="4047744"/>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Functional Lead</a:t>
            </a:r>
            <a:endParaRPr sz="700">
              <a:solidFill>
                <a:schemeClr val="lt1"/>
              </a:solidFill>
              <a:latin typeface="Arial"/>
              <a:ea typeface="Arial"/>
              <a:cs typeface="Arial"/>
              <a:sym typeface="Arial"/>
            </a:endParaRPr>
          </a:p>
        </p:txBody>
      </p:sp>
      <p:sp>
        <p:nvSpPr>
          <p:cNvPr id="867" name="Google Shape;867;g22f1b912626_0_165"/>
          <p:cNvSpPr/>
          <p:nvPr/>
        </p:nvSpPr>
        <p:spPr>
          <a:xfrm>
            <a:off x="6910251" y="5152339"/>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Business Analysts</a:t>
            </a:r>
            <a:endParaRPr sz="1800">
              <a:solidFill>
                <a:schemeClr val="lt1"/>
              </a:solidFill>
              <a:latin typeface="Arial"/>
              <a:ea typeface="Arial"/>
              <a:cs typeface="Arial"/>
              <a:sym typeface="Arial"/>
            </a:endParaRPr>
          </a:p>
        </p:txBody>
      </p:sp>
      <p:sp>
        <p:nvSpPr>
          <p:cNvPr id="868" name="Google Shape;868;g22f1b912626_0_165"/>
          <p:cNvSpPr/>
          <p:nvPr/>
        </p:nvSpPr>
        <p:spPr>
          <a:xfrm>
            <a:off x="6910251" y="552053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b="0" i="0" u="none" strike="noStrike" cap="none">
                <a:solidFill>
                  <a:schemeClr val="lt1"/>
                </a:solidFill>
                <a:latin typeface="Arial"/>
                <a:ea typeface="Arial"/>
                <a:cs typeface="Arial"/>
                <a:sym typeface="Arial"/>
              </a:rPr>
              <a:t>Developer</a:t>
            </a:r>
            <a:endParaRPr sz="1800">
              <a:solidFill>
                <a:schemeClr val="lt1"/>
              </a:solidFill>
              <a:latin typeface="Arial"/>
              <a:ea typeface="Arial"/>
              <a:cs typeface="Arial"/>
              <a:sym typeface="Arial"/>
            </a:endParaRPr>
          </a:p>
        </p:txBody>
      </p:sp>
      <p:sp>
        <p:nvSpPr>
          <p:cNvPr id="869" name="Google Shape;869;g22f1b912626_0_165"/>
          <p:cNvSpPr/>
          <p:nvPr/>
        </p:nvSpPr>
        <p:spPr>
          <a:xfrm>
            <a:off x="6910251" y="588873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QA Tester</a:t>
            </a:r>
            <a:endParaRPr sz="700" b="0" i="0" u="none" strike="noStrike" cap="none">
              <a:solidFill>
                <a:schemeClr val="lt1"/>
              </a:solidFill>
              <a:latin typeface="Arial"/>
              <a:ea typeface="Arial"/>
              <a:cs typeface="Arial"/>
              <a:sym typeface="Arial"/>
            </a:endParaRPr>
          </a:p>
        </p:txBody>
      </p:sp>
      <p:sp>
        <p:nvSpPr>
          <p:cNvPr id="870" name="Google Shape;870;g22f1b912626_0_165"/>
          <p:cNvSpPr/>
          <p:nvPr/>
        </p:nvSpPr>
        <p:spPr>
          <a:xfrm>
            <a:off x="10968950" y="5137774"/>
            <a:ext cx="1191981" cy="1025037"/>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w="9525" cap="flat" cmpd="sng">
            <a:solidFill>
              <a:schemeClr val="lt1"/>
            </a:solidFill>
            <a:prstDash val="dash"/>
            <a:round/>
            <a:headEnd type="none" w="sm" len="sm"/>
            <a:tailEnd type="none" w="sm" len="sm"/>
          </a:ln>
        </p:spPr>
        <p:txBody>
          <a:bodyPr spcFirstLastPara="1" wrap="square" lIns="274300" tIns="0" rIns="0" bIns="0" anchor="ctr" anchorCtr="0">
            <a:noAutofit/>
          </a:bodyPr>
          <a:lstStyle/>
          <a:p>
            <a:pPr marL="0" lvl="0" indent="0" algn="l" rtl="0">
              <a:spcBef>
                <a:spcPts val="0"/>
              </a:spcBef>
              <a:spcAft>
                <a:spcPts val="0"/>
              </a:spcAft>
              <a:buClr>
                <a:schemeClr val="dk1"/>
              </a:buClr>
              <a:buFont typeface="Arial"/>
              <a:buNone/>
            </a:pPr>
            <a:r>
              <a:rPr lang="en-US" sz="900">
                <a:solidFill>
                  <a:schemeClr val="lt1"/>
                </a:solidFill>
              </a:rPr>
              <a:t>PAS BAU transition team (dependent on Beazley’s ITOM/ BAU service management structure)</a:t>
            </a:r>
            <a:endParaRPr sz="1200">
              <a:solidFill>
                <a:schemeClr val="lt1"/>
              </a:solidFill>
            </a:endParaRPr>
          </a:p>
        </p:txBody>
      </p:sp>
      <p:sp>
        <p:nvSpPr>
          <p:cNvPr id="871" name="Google Shape;871;g22f1b912626_0_165"/>
          <p:cNvSpPr txBox="1"/>
          <p:nvPr/>
        </p:nvSpPr>
        <p:spPr>
          <a:xfrm>
            <a:off x="274325" y="304800"/>
            <a:ext cx="9691800" cy="357300"/>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chemeClr val="dk2"/>
              </a:buClr>
              <a:buSzPts val="1800"/>
              <a:buFont typeface="Arial"/>
              <a:buNone/>
            </a:pPr>
            <a:r>
              <a:rPr lang="en-US" sz="2400" dirty="0">
                <a:solidFill>
                  <a:schemeClr val="dk2"/>
                </a:solidFill>
              </a:rPr>
              <a:t>GPAS Initiative Organisation Structure for Inception and Foundational Release</a:t>
            </a:r>
            <a:endParaRPr sz="1400" b="0" i="0" u="none" strike="noStrike" cap="none" dirty="0">
              <a:solidFill>
                <a:srgbClr val="000000"/>
              </a:solidFill>
              <a:latin typeface="Arial"/>
              <a:ea typeface="Arial"/>
              <a:cs typeface="Arial"/>
              <a:sym typeface="Arial"/>
            </a:endParaRPr>
          </a:p>
        </p:txBody>
      </p:sp>
      <p:sp>
        <p:nvSpPr>
          <p:cNvPr id="872" name="Google Shape;872;g22f1b912626_0_165"/>
          <p:cNvSpPr/>
          <p:nvPr/>
        </p:nvSpPr>
        <p:spPr>
          <a:xfrm>
            <a:off x="2007031" y="4050792"/>
            <a:ext cx="1098087"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Tech Architect / Lead</a:t>
            </a:r>
            <a:endParaRPr sz="700">
              <a:solidFill>
                <a:schemeClr val="lt1"/>
              </a:solidFill>
              <a:latin typeface="Arial"/>
              <a:ea typeface="Arial"/>
              <a:cs typeface="Arial"/>
              <a:sym typeface="Arial"/>
            </a:endParaRPr>
          </a:p>
        </p:txBody>
      </p:sp>
      <p:sp>
        <p:nvSpPr>
          <p:cNvPr id="873" name="Google Shape;873;g22f1b912626_0_165"/>
          <p:cNvSpPr/>
          <p:nvPr/>
        </p:nvSpPr>
        <p:spPr>
          <a:xfrm>
            <a:off x="2007031" y="4786884"/>
            <a:ext cx="1098087"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Developer</a:t>
            </a:r>
            <a:endParaRPr sz="1800">
              <a:solidFill>
                <a:schemeClr val="lt1"/>
              </a:solidFill>
              <a:latin typeface="Arial"/>
              <a:ea typeface="Arial"/>
              <a:cs typeface="Arial"/>
              <a:sym typeface="Arial"/>
            </a:endParaRPr>
          </a:p>
        </p:txBody>
      </p:sp>
      <p:sp>
        <p:nvSpPr>
          <p:cNvPr id="874" name="Google Shape;874;g22f1b912626_0_165"/>
          <p:cNvSpPr/>
          <p:nvPr/>
        </p:nvSpPr>
        <p:spPr>
          <a:xfrm>
            <a:off x="2003842" y="552297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Business Analyst</a:t>
            </a:r>
            <a:endParaRPr sz="1800">
              <a:solidFill>
                <a:schemeClr val="lt1"/>
              </a:solidFill>
              <a:latin typeface="Arial"/>
              <a:ea typeface="Arial"/>
              <a:cs typeface="Arial"/>
              <a:sym typeface="Arial"/>
            </a:endParaRPr>
          </a:p>
        </p:txBody>
      </p:sp>
      <p:sp>
        <p:nvSpPr>
          <p:cNvPr id="875" name="Google Shape;875;g22f1b912626_0_165"/>
          <p:cNvSpPr/>
          <p:nvPr/>
        </p:nvSpPr>
        <p:spPr>
          <a:xfrm>
            <a:off x="2003842" y="5154930"/>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Quality Assurance</a:t>
            </a:r>
            <a:endParaRPr sz="700" b="0" i="0" u="none" strike="noStrike" cap="none">
              <a:solidFill>
                <a:schemeClr val="lt1"/>
              </a:solidFill>
              <a:latin typeface="Arial"/>
              <a:ea typeface="Arial"/>
              <a:cs typeface="Arial"/>
              <a:sym typeface="Arial"/>
            </a:endParaRPr>
          </a:p>
        </p:txBody>
      </p:sp>
      <p:sp>
        <p:nvSpPr>
          <p:cNvPr id="876" name="Google Shape;876;g22f1b912626_0_165"/>
          <p:cNvSpPr/>
          <p:nvPr/>
        </p:nvSpPr>
        <p:spPr>
          <a:xfrm>
            <a:off x="2003842" y="441883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72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Scrum Master</a:t>
            </a:r>
            <a:endParaRPr sz="1800">
              <a:solidFill>
                <a:schemeClr val="lt1"/>
              </a:solidFill>
              <a:latin typeface="Arial"/>
              <a:ea typeface="Arial"/>
              <a:cs typeface="Arial"/>
              <a:sym typeface="Arial"/>
            </a:endParaRPr>
          </a:p>
        </p:txBody>
      </p:sp>
      <p:sp>
        <p:nvSpPr>
          <p:cNvPr id="877" name="Google Shape;877;g22f1b912626_0_165"/>
          <p:cNvSpPr/>
          <p:nvPr/>
        </p:nvSpPr>
        <p:spPr>
          <a:xfrm>
            <a:off x="4457047" y="515721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72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Technical </a:t>
            </a:r>
            <a:r>
              <a:rPr lang="en-US" sz="700">
                <a:solidFill>
                  <a:schemeClr val="lt1"/>
                </a:solidFill>
                <a:latin typeface="Arial"/>
                <a:ea typeface="Arial"/>
                <a:cs typeface="Arial"/>
                <a:sym typeface="Arial"/>
              </a:rPr>
              <a:t>Analyst / Tester</a:t>
            </a:r>
            <a:endParaRPr sz="700" b="0" i="0" u="none" strike="noStrike" cap="none">
              <a:solidFill>
                <a:schemeClr val="lt1"/>
              </a:solidFill>
              <a:latin typeface="Arial"/>
              <a:ea typeface="Arial"/>
              <a:cs typeface="Arial"/>
              <a:sym typeface="Arial"/>
            </a:endParaRPr>
          </a:p>
        </p:txBody>
      </p:sp>
      <p:sp>
        <p:nvSpPr>
          <p:cNvPr id="878" name="Google Shape;878;g22f1b912626_0_165"/>
          <p:cNvSpPr/>
          <p:nvPr/>
        </p:nvSpPr>
        <p:spPr>
          <a:xfrm>
            <a:off x="4462148" y="4050792"/>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a:noFill/>
          </a:ln>
        </p:spPr>
        <p:txBody>
          <a:bodyPr spcFirstLastPara="1" wrap="square" lIns="72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Infrastructure </a:t>
            </a:r>
            <a:r>
              <a:rPr lang="en-US" sz="700">
                <a:solidFill>
                  <a:schemeClr val="lt1"/>
                </a:solidFill>
                <a:latin typeface="Arial"/>
                <a:ea typeface="Arial"/>
                <a:cs typeface="Arial"/>
                <a:sym typeface="Arial"/>
              </a:rPr>
              <a:t>Lead</a:t>
            </a:r>
            <a:endParaRPr sz="1800">
              <a:solidFill>
                <a:schemeClr val="lt1"/>
              </a:solidFill>
              <a:latin typeface="Arial"/>
              <a:ea typeface="Arial"/>
              <a:cs typeface="Arial"/>
              <a:sym typeface="Arial"/>
            </a:endParaRPr>
          </a:p>
        </p:txBody>
      </p:sp>
      <p:sp>
        <p:nvSpPr>
          <p:cNvPr id="879" name="Google Shape;879;g22f1b912626_0_165"/>
          <p:cNvSpPr/>
          <p:nvPr/>
        </p:nvSpPr>
        <p:spPr>
          <a:xfrm>
            <a:off x="4462148" y="478840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72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Dev</a:t>
            </a:r>
            <a:r>
              <a:rPr lang="en-US" sz="700">
                <a:solidFill>
                  <a:schemeClr val="lt1"/>
                </a:solidFill>
              </a:rPr>
              <a:t>Ops Engineer (s)</a:t>
            </a:r>
            <a:endParaRPr sz="1800">
              <a:solidFill>
                <a:schemeClr val="lt1"/>
              </a:solidFill>
              <a:latin typeface="Arial"/>
              <a:ea typeface="Arial"/>
              <a:cs typeface="Arial"/>
              <a:sym typeface="Arial"/>
            </a:endParaRPr>
          </a:p>
        </p:txBody>
      </p:sp>
      <p:sp>
        <p:nvSpPr>
          <p:cNvPr id="880" name="Google Shape;880;g22f1b912626_0_165"/>
          <p:cNvSpPr/>
          <p:nvPr/>
        </p:nvSpPr>
        <p:spPr>
          <a:xfrm>
            <a:off x="4457047" y="4419600"/>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72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Infrastructure Architect</a:t>
            </a:r>
            <a:endParaRPr sz="1800">
              <a:solidFill>
                <a:schemeClr val="lt1"/>
              </a:solidFill>
              <a:latin typeface="Arial"/>
              <a:ea typeface="Arial"/>
              <a:cs typeface="Arial"/>
              <a:sym typeface="Arial"/>
            </a:endParaRPr>
          </a:p>
        </p:txBody>
      </p:sp>
      <p:sp>
        <p:nvSpPr>
          <p:cNvPr id="881" name="Google Shape;881;g22f1b912626_0_165"/>
          <p:cNvSpPr/>
          <p:nvPr/>
        </p:nvSpPr>
        <p:spPr>
          <a:xfrm>
            <a:off x="6912802" y="4784141"/>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a:noFill/>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Product Owner</a:t>
            </a:r>
            <a:endParaRPr sz="700" b="0" i="0" u="none" strike="noStrike" cap="none">
              <a:solidFill>
                <a:schemeClr val="lt1"/>
              </a:solidFill>
              <a:latin typeface="Arial"/>
              <a:ea typeface="Arial"/>
              <a:cs typeface="Arial"/>
              <a:sym typeface="Arial"/>
            </a:endParaRPr>
          </a:p>
        </p:txBody>
      </p:sp>
      <p:sp>
        <p:nvSpPr>
          <p:cNvPr id="882" name="Google Shape;882;g22f1b912626_0_165"/>
          <p:cNvSpPr/>
          <p:nvPr/>
        </p:nvSpPr>
        <p:spPr>
          <a:xfrm>
            <a:off x="8136854" y="4415942"/>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Scrum Master</a:t>
            </a:r>
            <a:endParaRPr sz="700" b="0" i="0" u="none" strike="noStrike" cap="none">
              <a:solidFill>
                <a:schemeClr val="lt1"/>
              </a:solidFill>
              <a:latin typeface="Arial"/>
              <a:ea typeface="Arial"/>
              <a:cs typeface="Arial"/>
              <a:sym typeface="Arial"/>
            </a:endParaRPr>
          </a:p>
        </p:txBody>
      </p:sp>
      <p:sp>
        <p:nvSpPr>
          <p:cNvPr id="883" name="Google Shape;883;g22f1b912626_0_165"/>
          <p:cNvSpPr/>
          <p:nvPr/>
        </p:nvSpPr>
        <p:spPr>
          <a:xfrm>
            <a:off x="8138129" y="4047744"/>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Functional Lead</a:t>
            </a:r>
            <a:endParaRPr sz="700">
              <a:solidFill>
                <a:schemeClr val="lt1"/>
              </a:solidFill>
              <a:latin typeface="Arial"/>
              <a:ea typeface="Arial"/>
              <a:cs typeface="Arial"/>
              <a:sym typeface="Arial"/>
            </a:endParaRPr>
          </a:p>
        </p:txBody>
      </p:sp>
      <p:sp>
        <p:nvSpPr>
          <p:cNvPr id="884" name="Google Shape;884;g22f1b912626_0_165"/>
          <p:cNvSpPr/>
          <p:nvPr/>
        </p:nvSpPr>
        <p:spPr>
          <a:xfrm>
            <a:off x="8136854" y="5152339"/>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Business Analysts</a:t>
            </a:r>
            <a:endParaRPr sz="1800">
              <a:solidFill>
                <a:schemeClr val="lt1"/>
              </a:solidFill>
              <a:latin typeface="Arial"/>
              <a:ea typeface="Arial"/>
              <a:cs typeface="Arial"/>
              <a:sym typeface="Arial"/>
            </a:endParaRPr>
          </a:p>
        </p:txBody>
      </p:sp>
      <p:sp>
        <p:nvSpPr>
          <p:cNvPr id="885" name="Google Shape;885;g22f1b912626_0_165"/>
          <p:cNvSpPr/>
          <p:nvPr/>
        </p:nvSpPr>
        <p:spPr>
          <a:xfrm>
            <a:off x="8136854" y="552053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b="0" i="0" u="none" strike="noStrike" cap="none">
                <a:solidFill>
                  <a:schemeClr val="lt1"/>
                </a:solidFill>
                <a:latin typeface="Arial"/>
                <a:ea typeface="Arial"/>
                <a:cs typeface="Arial"/>
                <a:sym typeface="Arial"/>
              </a:rPr>
              <a:t>Developer</a:t>
            </a:r>
            <a:endParaRPr sz="1800">
              <a:solidFill>
                <a:schemeClr val="lt1"/>
              </a:solidFill>
              <a:latin typeface="Arial"/>
              <a:ea typeface="Arial"/>
              <a:cs typeface="Arial"/>
              <a:sym typeface="Arial"/>
            </a:endParaRPr>
          </a:p>
        </p:txBody>
      </p:sp>
      <p:sp>
        <p:nvSpPr>
          <p:cNvPr id="886" name="Google Shape;886;g22f1b912626_0_165"/>
          <p:cNvSpPr/>
          <p:nvPr/>
        </p:nvSpPr>
        <p:spPr>
          <a:xfrm>
            <a:off x="8136854" y="588873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QA Tester</a:t>
            </a:r>
            <a:endParaRPr sz="700" b="0" i="0" u="none" strike="noStrike" cap="none">
              <a:solidFill>
                <a:schemeClr val="lt1"/>
              </a:solidFill>
              <a:latin typeface="Arial"/>
              <a:ea typeface="Arial"/>
              <a:cs typeface="Arial"/>
              <a:sym typeface="Arial"/>
            </a:endParaRPr>
          </a:p>
        </p:txBody>
      </p:sp>
      <p:sp>
        <p:nvSpPr>
          <p:cNvPr id="887" name="Google Shape;887;g22f1b912626_0_165"/>
          <p:cNvSpPr/>
          <p:nvPr/>
        </p:nvSpPr>
        <p:spPr>
          <a:xfrm>
            <a:off x="8138129" y="4784141"/>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a:noFill/>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Product Owner</a:t>
            </a:r>
            <a:endParaRPr sz="700" b="0" i="0" u="none" strike="noStrike" cap="none">
              <a:solidFill>
                <a:schemeClr val="lt1"/>
              </a:solidFill>
              <a:latin typeface="Arial"/>
              <a:ea typeface="Arial"/>
              <a:cs typeface="Arial"/>
              <a:sym typeface="Arial"/>
            </a:endParaRPr>
          </a:p>
        </p:txBody>
      </p:sp>
      <p:sp>
        <p:nvSpPr>
          <p:cNvPr id="888" name="Google Shape;888;g22f1b912626_0_165"/>
          <p:cNvSpPr/>
          <p:nvPr/>
        </p:nvSpPr>
        <p:spPr>
          <a:xfrm>
            <a:off x="9363456" y="4415942"/>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Scrum Master</a:t>
            </a:r>
            <a:endParaRPr sz="700" b="0" i="0" u="none" strike="noStrike" cap="none">
              <a:solidFill>
                <a:schemeClr val="lt1"/>
              </a:solidFill>
              <a:latin typeface="Arial"/>
              <a:ea typeface="Arial"/>
              <a:cs typeface="Arial"/>
              <a:sym typeface="Arial"/>
            </a:endParaRPr>
          </a:p>
        </p:txBody>
      </p:sp>
      <p:sp>
        <p:nvSpPr>
          <p:cNvPr id="889" name="Google Shape;889;g22f1b912626_0_165"/>
          <p:cNvSpPr/>
          <p:nvPr/>
        </p:nvSpPr>
        <p:spPr>
          <a:xfrm>
            <a:off x="9363456" y="4047744"/>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Functional Lead</a:t>
            </a:r>
            <a:endParaRPr sz="700">
              <a:solidFill>
                <a:schemeClr val="lt1"/>
              </a:solidFill>
              <a:latin typeface="Arial"/>
              <a:ea typeface="Arial"/>
              <a:cs typeface="Arial"/>
              <a:sym typeface="Arial"/>
            </a:endParaRPr>
          </a:p>
        </p:txBody>
      </p:sp>
      <p:sp>
        <p:nvSpPr>
          <p:cNvPr id="890" name="Google Shape;890;g22f1b912626_0_165"/>
          <p:cNvSpPr/>
          <p:nvPr/>
        </p:nvSpPr>
        <p:spPr>
          <a:xfrm>
            <a:off x="9363456" y="5152339"/>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Business Analyst</a:t>
            </a:r>
            <a:endParaRPr sz="1800">
              <a:solidFill>
                <a:schemeClr val="lt1"/>
              </a:solidFill>
              <a:latin typeface="Arial"/>
              <a:ea typeface="Arial"/>
              <a:cs typeface="Arial"/>
              <a:sym typeface="Arial"/>
            </a:endParaRPr>
          </a:p>
        </p:txBody>
      </p:sp>
      <p:sp>
        <p:nvSpPr>
          <p:cNvPr id="891" name="Google Shape;891;g22f1b912626_0_165"/>
          <p:cNvSpPr/>
          <p:nvPr/>
        </p:nvSpPr>
        <p:spPr>
          <a:xfrm>
            <a:off x="9363456" y="552053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b="0" i="0" u="none" strike="noStrike" cap="none">
                <a:solidFill>
                  <a:schemeClr val="lt1"/>
                </a:solidFill>
                <a:latin typeface="Arial"/>
                <a:ea typeface="Arial"/>
                <a:cs typeface="Arial"/>
                <a:sym typeface="Arial"/>
              </a:rPr>
              <a:t>Developer</a:t>
            </a:r>
            <a:endParaRPr sz="1800">
              <a:solidFill>
                <a:schemeClr val="lt1"/>
              </a:solidFill>
              <a:latin typeface="Arial"/>
              <a:ea typeface="Arial"/>
              <a:cs typeface="Arial"/>
              <a:sym typeface="Arial"/>
            </a:endParaRPr>
          </a:p>
        </p:txBody>
      </p:sp>
      <p:sp>
        <p:nvSpPr>
          <p:cNvPr id="892" name="Google Shape;892;g22f1b912626_0_165"/>
          <p:cNvSpPr/>
          <p:nvPr/>
        </p:nvSpPr>
        <p:spPr>
          <a:xfrm>
            <a:off x="9363456" y="588873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QA Tester</a:t>
            </a:r>
            <a:endParaRPr sz="700" b="0" i="0" u="none" strike="noStrike" cap="none">
              <a:solidFill>
                <a:schemeClr val="lt1"/>
              </a:solidFill>
              <a:latin typeface="Arial"/>
              <a:ea typeface="Arial"/>
              <a:cs typeface="Arial"/>
              <a:sym typeface="Arial"/>
            </a:endParaRPr>
          </a:p>
        </p:txBody>
      </p:sp>
      <p:sp>
        <p:nvSpPr>
          <p:cNvPr id="893" name="Google Shape;893;g22f1b912626_0_165"/>
          <p:cNvSpPr/>
          <p:nvPr/>
        </p:nvSpPr>
        <p:spPr>
          <a:xfrm>
            <a:off x="9363456" y="4784141"/>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a:noFill/>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Product Owner</a:t>
            </a:r>
            <a:endParaRPr sz="700" b="0" i="0" u="none" strike="noStrike" cap="none">
              <a:solidFill>
                <a:schemeClr val="lt1"/>
              </a:solidFill>
              <a:latin typeface="Arial"/>
              <a:ea typeface="Arial"/>
              <a:cs typeface="Arial"/>
              <a:sym typeface="Arial"/>
            </a:endParaRPr>
          </a:p>
        </p:txBody>
      </p:sp>
      <p:sp>
        <p:nvSpPr>
          <p:cNvPr id="894" name="Google Shape;894;g22f1b912626_0_165"/>
          <p:cNvSpPr/>
          <p:nvPr/>
        </p:nvSpPr>
        <p:spPr>
          <a:xfrm>
            <a:off x="597400" y="1697725"/>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228600" algn="ctr" rtl="0">
              <a:lnSpc>
                <a:spcPct val="100000"/>
              </a:lnSpc>
              <a:spcBef>
                <a:spcPts val="0"/>
              </a:spcBef>
              <a:spcAft>
                <a:spcPts val="0"/>
              </a:spcAft>
              <a:buClr>
                <a:schemeClr val="lt1"/>
              </a:buClr>
              <a:buSzPts val="900"/>
              <a:buFont typeface="Arial"/>
              <a:buNone/>
            </a:pPr>
            <a:r>
              <a:rPr lang="en-US" sz="700">
                <a:solidFill>
                  <a:schemeClr val="lt1"/>
                </a:solidFill>
              </a:rPr>
              <a:t>Global PAS Platform/ Product Lead (Jeff P)</a:t>
            </a:r>
            <a:endParaRPr sz="700">
              <a:solidFill>
                <a:schemeClr val="lt1"/>
              </a:solidFill>
              <a:latin typeface="Arial"/>
              <a:ea typeface="Arial"/>
              <a:cs typeface="Arial"/>
              <a:sym typeface="Arial"/>
            </a:endParaRPr>
          </a:p>
        </p:txBody>
      </p:sp>
      <p:sp>
        <p:nvSpPr>
          <p:cNvPr id="895" name="Google Shape;895;g22f1b912626_0_165"/>
          <p:cNvSpPr/>
          <p:nvPr/>
        </p:nvSpPr>
        <p:spPr>
          <a:xfrm>
            <a:off x="2315417" y="1697725"/>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a:solidFill>
                  <a:schemeClr val="lt1"/>
                </a:solidFill>
              </a:rPr>
              <a:t>Business Architecture</a:t>
            </a:r>
            <a:endParaRPr sz="700">
              <a:solidFill>
                <a:schemeClr val="lt1"/>
              </a:solidFill>
            </a:endParaRPr>
          </a:p>
          <a:p>
            <a:pPr marL="0" marR="0" lvl="0" indent="0" algn="ctr" rtl="0">
              <a:lnSpc>
                <a:spcPct val="100000"/>
              </a:lnSpc>
              <a:spcBef>
                <a:spcPts val="0"/>
              </a:spcBef>
              <a:spcAft>
                <a:spcPts val="0"/>
              </a:spcAft>
              <a:buClr>
                <a:schemeClr val="lt1"/>
              </a:buClr>
              <a:buSzPts val="900"/>
              <a:buFont typeface="Arial"/>
              <a:buNone/>
            </a:pPr>
            <a:r>
              <a:rPr lang="en-US" sz="700">
                <a:solidFill>
                  <a:schemeClr val="lt1"/>
                </a:solidFill>
              </a:rPr>
              <a:t> Lead (Matt PT 50%)</a:t>
            </a:r>
            <a:endParaRPr sz="700">
              <a:solidFill>
                <a:schemeClr val="lt1"/>
              </a:solidFill>
            </a:endParaRPr>
          </a:p>
        </p:txBody>
      </p:sp>
      <p:sp>
        <p:nvSpPr>
          <p:cNvPr id="896" name="Google Shape;896;g22f1b912626_0_165"/>
          <p:cNvSpPr/>
          <p:nvPr/>
        </p:nvSpPr>
        <p:spPr>
          <a:xfrm>
            <a:off x="597400" y="2002525"/>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Clr>
                <a:schemeClr val="lt1"/>
              </a:buClr>
              <a:buSzPts val="900"/>
              <a:buFont typeface="Arial"/>
              <a:buNone/>
            </a:pPr>
            <a:r>
              <a:rPr lang="en-US" sz="700" dirty="0">
                <a:solidFill>
                  <a:schemeClr val="lt1"/>
                </a:solidFill>
              </a:rPr>
              <a:t>Enterprise Architect Lead (Dean P)</a:t>
            </a:r>
            <a:endParaRPr sz="700" dirty="0">
              <a:solidFill>
                <a:schemeClr val="lt1"/>
              </a:solidFill>
              <a:latin typeface="Arial"/>
              <a:ea typeface="Arial"/>
              <a:cs typeface="Arial"/>
              <a:sym typeface="Arial"/>
            </a:endParaRPr>
          </a:p>
        </p:txBody>
      </p:sp>
      <p:sp>
        <p:nvSpPr>
          <p:cNvPr id="897" name="Google Shape;897;g22f1b912626_0_165"/>
          <p:cNvSpPr/>
          <p:nvPr/>
        </p:nvSpPr>
        <p:spPr>
          <a:xfrm>
            <a:off x="597400" y="2307326"/>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Clr>
                <a:schemeClr val="lt1"/>
              </a:buClr>
              <a:buSzPts val="900"/>
              <a:buFont typeface="Arial"/>
              <a:buNone/>
            </a:pPr>
            <a:r>
              <a:rPr lang="en-US" sz="700">
                <a:solidFill>
                  <a:schemeClr val="lt1"/>
                </a:solidFill>
              </a:rPr>
              <a:t>Billing Lead (Athik P)</a:t>
            </a:r>
            <a:endParaRPr sz="700">
              <a:solidFill>
                <a:schemeClr val="lt1"/>
              </a:solidFill>
              <a:latin typeface="Arial"/>
              <a:ea typeface="Arial"/>
              <a:cs typeface="Arial"/>
              <a:sym typeface="Arial"/>
            </a:endParaRPr>
          </a:p>
        </p:txBody>
      </p:sp>
      <p:sp>
        <p:nvSpPr>
          <p:cNvPr id="898" name="Google Shape;898;g22f1b912626_0_165"/>
          <p:cNvSpPr/>
          <p:nvPr/>
        </p:nvSpPr>
        <p:spPr>
          <a:xfrm>
            <a:off x="4033416" y="1716640"/>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Clr>
                <a:schemeClr val="lt1"/>
              </a:buClr>
              <a:buSzPts val="900"/>
              <a:buFont typeface="Arial"/>
              <a:buNone/>
            </a:pPr>
            <a:r>
              <a:rPr lang="en-US" sz="700" dirty="0">
                <a:solidFill>
                  <a:schemeClr val="lt1"/>
                </a:solidFill>
              </a:rPr>
              <a:t>SI Delivery Lead</a:t>
            </a:r>
            <a:endParaRPr sz="700" dirty="0">
              <a:solidFill>
                <a:schemeClr val="lt1"/>
              </a:solidFill>
            </a:endParaRPr>
          </a:p>
        </p:txBody>
      </p:sp>
      <p:sp>
        <p:nvSpPr>
          <p:cNvPr id="899" name="Google Shape;899;g22f1b912626_0_165"/>
          <p:cNvSpPr/>
          <p:nvPr/>
        </p:nvSpPr>
        <p:spPr>
          <a:xfrm>
            <a:off x="597400" y="2612126"/>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114300" lvl="0" indent="0" algn="ctr" rtl="0">
              <a:spcBef>
                <a:spcPts val="0"/>
              </a:spcBef>
              <a:spcAft>
                <a:spcPts val="0"/>
              </a:spcAft>
              <a:buClr>
                <a:schemeClr val="lt1"/>
              </a:buClr>
              <a:buSzPts val="900"/>
              <a:buFont typeface="Arial"/>
              <a:buNone/>
            </a:pPr>
            <a:r>
              <a:rPr lang="en-US" sz="700">
                <a:solidFill>
                  <a:schemeClr val="lt1"/>
                </a:solidFill>
              </a:rPr>
              <a:t>Release Train Engineer/ Manager (Stephen C)</a:t>
            </a:r>
            <a:endParaRPr sz="700">
              <a:solidFill>
                <a:schemeClr val="lt1"/>
              </a:solidFill>
            </a:endParaRPr>
          </a:p>
        </p:txBody>
      </p:sp>
      <p:sp>
        <p:nvSpPr>
          <p:cNvPr id="900" name="Google Shape;900;g22f1b912626_0_165"/>
          <p:cNvSpPr/>
          <p:nvPr/>
        </p:nvSpPr>
        <p:spPr>
          <a:xfrm>
            <a:off x="7394075" y="1697725"/>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700">
                <a:solidFill>
                  <a:schemeClr val="lt1"/>
                </a:solidFill>
              </a:rPr>
              <a:t>Workbench Workflow/ Process SME- 50%</a:t>
            </a:r>
            <a:endParaRPr sz="700">
              <a:solidFill>
                <a:schemeClr val="lt1"/>
              </a:solidFill>
            </a:endParaRPr>
          </a:p>
        </p:txBody>
      </p:sp>
      <p:sp>
        <p:nvSpPr>
          <p:cNvPr id="901" name="Google Shape;901;g22f1b912626_0_165"/>
          <p:cNvSpPr/>
          <p:nvPr/>
        </p:nvSpPr>
        <p:spPr>
          <a:xfrm>
            <a:off x="7394075" y="2002525"/>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700">
                <a:solidFill>
                  <a:schemeClr val="lt1"/>
                </a:solidFill>
              </a:rPr>
              <a:t>Rating/ Actuarial SME for D&amp;O and T1 - 25%</a:t>
            </a:r>
            <a:endParaRPr sz="700">
              <a:solidFill>
                <a:schemeClr val="lt1"/>
              </a:solidFill>
            </a:endParaRPr>
          </a:p>
        </p:txBody>
      </p:sp>
      <p:sp>
        <p:nvSpPr>
          <p:cNvPr id="902" name="Google Shape;902;g22f1b912626_0_165"/>
          <p:cNvSpPr/>
          <p:nvPr/>
        </p:nvSpPr>
        <p:spPr>
          <a:xfrm>
            <a:off x="7394075" y="2307326"/>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700">
                <a:solidFill>
                  <a:schemeClr val="lt1"/>
                </a:solidFill>
              </a:rPr>
              <a:t>Customer/Account Data Management SME - 25%</a:t>
            </a:r>
            <a:endParaRPr sz="700">
              <a:solidFill>
                <a:schemeClr val="lt1"/>
              </a:solidFill>
            </a:endParaRPr>
          </a:p>
        </p:txBody>
      </p:sp>
      <p:sp>
        <p:nvSpPr>
          <p:cNvPr id="903" name="Google Shape;903;g22f1b912626_0_165"/>
          <p:cNvSpPr/>
          <p:nvPr/>
        </p:nvSpPr>
        <p:spPr>
          <a:xfrm>
            <a:off x="7394075" y="2612126"/>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700">
                <a:solidFill>
                  <a:schemeClr val="lt1"/>
                </a:solidFill>
              </a:rPr>
              <a:t>Agency Management SME - 20%</a:t>
            </a:r>
            <a:endParaRPr sz="700">
              <a:solidFill>
                <a:schemeClr val="lt1"/>
              </a:solidFill>
            </a:endParaRPr>
          </a:p>
        </p:txBody>
      </p:sp>
      <p:sp>
        <p:nvSpPr>
          <p:cNvPr id="904" name="Google Shape;904;g22f1b912626_0_165"/>
          <p:cNvSpPr/>
          <p:nvPr/>
        </p:nvSpPr>
        <p:spPr>
          <a:xfrm>
            <a:off x="9679114" y="1549890"/>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GB" sz="700">
                <a:solidFill>
                  <a:schemeClr val="lt1"/>
                </a:solidFill>
              </a:rPr>
              <a:t>Billing SMEs (Operations, </a:t>
            </a:r>
            <a:r>
              <a:rPr lang="en-GB" sz="700">
                <a:solidFill>
                  <a:schemeClr val="lt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
                  </a:ext>
                </a:extLst>
              </a:rPr>
              <a:t>Receivables</a:t>
            </a:r>
            <a:r>
              <a:rPr lang="en-GB" sz="700">
                <a:solidFill>
                  <a:schemeClr val="lt1"/>
                </a:solidFill>
              </a:rPr>
              <a:t>, Payable, Finance) - 50%</a:t>
            </a:r>
          </a:p>
        </p:txBody>
      </p:sp>
      <p:sp>
        <p:nvSpPr>
          <p:cNvPr id="905" name="Google Shape;905;g22f1b912626_0_165"/>
          <p:cNvSpPr/>
          <p:nvPr/>
        </p:nvSpPr>
        <p:spPr>
          <a:xfrm>
            <a:off x="9679114" y="1854690"/>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a:solidFill>
                  <a:schemeClr val="lt1"/>
                </a:solidFill>
              </a:rPr>
              <a:t>Customer Service (Ops) Process (Appian) SME - 50%</a:t>
            </a:r>
            <a:endParaRPr sz="700">
              <a:solidFill>
                <a:schemeClr val="lt1"/>
              </a:solidFill>
              <a:latin typeface="Arial"/>
              <a:ea typeface="Arial"/>
              <a:cs typeface="Arial"/>
              <a:sym typeface="Arial"/>
            </a:endParaRPr>
          </a:p>
        </p:txBody>
      </p:sp>
      <p:sp>
        <p:nvSpPr>
          <p:cNvPr id="906" name="Google Shape;906;g22f1b912626_0_165"/>
          <p:cNvSpPr/>
          <p:nvPr/>
        </p:nvSpPr>
        <p:spPr>
          <a:xfrm>
            <a:off x="9679114" y="2159491"/>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a:solidFill>
                  <a:schemeClr val="lt1"/>
                </a:solidFill>
              </a:rPr>
              <a:t>Migration (Legacy PAS SMEs) - 50% (Multiple)</a:t>
            </a:r>
            <a:endParaRPr sz="700">
              <a:solidFill>
                <a:schemeClr val="lt1"/>
              </a:solidFill>
              <a:latin typeface="Arial"/>
              <a:ea typeface="Arial"/>
              <a:cs typeface="Arial"/>
              <a:sym typeface="Arial"/>
            </a:endParaRPr>
          </a:p>
        </p:txBody>
      </p:sp>
      <p:sp>
        <p:nvSpPr>
          <p:cNvPr id="907" name="Google Shape;907;g22f1b912626_0_165"/>
          <p:cNvSpPr/>
          <p:nvPr/>
        </p:nvSpPr>
        <p:spPr>
          <a:xfrm>
            <a:off x="9679114" y="2464291"/>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700">
                <a:solidFill>
                  <a:schemeClr val="lt1"/>
                </a:solidFill>
              </a:rPr>
              <a:t>Product SME (e.g. D&amp;O T1) - 50% (Troy B +1)</a:t>
            </a:r>
            <a:endParaRPr sz="700">
              <a:solidFill>
                <a:schemeClr val="lt1"/>
              </a:solidFill>
            </a:endParaRPr>
          </a:p>
        </p:txBody>
      </p:sp>
      <p:sp>
        <p:nvSpPr>
          <p:cNvPr id="908" name="Google Shape;908;g22f1b912626_0_165"/>
          <p:cNvSpPr/>
          <p:nvPr/>
        </p:nvSpPr>
        <p:spPr>
          <a:xfrm>
            <a:off x="2004429"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3"/>
          </a:solidFill>
          <a:ln>
            <a:noFill/>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lt1"/>
              </a:buClr>
              <a:buSzPts val="800"/>
              <a:buFont typeface="Arial"/>
              <a:buNone/>
            </a:pPr>
            <a:r>
              <a:rPr lang="en-US" sz="800">
                <a:solidFill>
                  <a:schemeClr val="dk1"/>
                </a:solidFill>
                <a:latin typeface="Arial"/>
                <a:ea typeface="Arial"/>
                <a:cs typeface="Arial"/>
                <a:sym typeface="Arial"/>
              </a:rPr>
              <a:t>Integrations </a:t>
            </a:r>
            <a:r>
              <a:rPr lang="en-US" sz="800">
                <a:solidFill>
                  <a:schemeClr val="dk1"/>
                </a:solidFill>
              </a:rPr>
              <a:t>Squad 2</a:t>
            </a:r>
            <a:r>
              <a:rPr lang="en-US" sz="800">
                <a:solidFill>
                  <a:schemeClr val="dk1"/>
                </a:solidFill>
                <a:latin typeface="Arial"/>
                <a:ea typeface="Arial"/>
                <a:cs typeface="Arial"/>
                <a:sym typeface="Arial"/>
              </a:rPr>
              <a:t> </a:t>
            </a:r>
            <a:endParaRPr sz="800" b="0" i="0" u="none" strike="noStrike" cap="none">
              <a:solidFill>
                <a:schemeClr val="dk1"/>
              </a:solidFill>
              <a:latin typeface="Arial"/>
              <a:ea typeface="Arial"/>
              <a:cs typeface="Arial"/>
              <a:sym typeface="Arial"/>
            </a:endParaRPr>
          </a:p>
        </p:txBody>
      </p:sp>
      <p:sp>
        <p:nvSpPr>
          <p:cNvPr id="909" name="Google Shape;909;g22f1b912626_0_165"/>
          <p:cNvSpPr/>
          <p:nvPr/>
        </p:nvSpPr>
        <p:spPr>
          <a:xfrm>
            <a:off x="3231619"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3"/>
          </a:solidFill>
          <a:ln>
            <a:noFill/>
          </a:ln>
        </p:spPr>
        <p:txBody>
          <a:bodyPr spcFirstLastPara="1" wrap="square" lIns="36000" tIns="0" rIns="0" bIns="0" anchor="ctr" anchorCtr="0">
            <a:noAutofit/>
          </a:bodyPr>
          <a:lstStyle/>
          <a:p>
            <a:pPr marL="0" lvl="0" indent="0" algn="ctr" rtl="0">
              <a:lnSpc>
                <a:spcPct val="90000"/>
              </a:lnSpc>
              <a:spcBef>
                <a:spcPts val="0"/>
              </a:spcBef>
              <a:spcAft>
                <a:spcPts val="0"/>
              </a:spcAft>
              <a:buClr>
                <a:schemeClr val="lt1"/>
              </a:buClr>
              <a:buSzPts val="800"/>
              <a:buFont typeface="Arial"/>
              <a:buNone/>
            </a:pPr>
            <a:r>
              <a:rPr lang="en-US" sz="800">
                <a:solidFill>
                  <a:schemeClr val="dk1"/>
                </a:solidFill>
              </a:rPr>
              <a:t>Data Squad</a:t>
            </a:r>
            <a:endParaRPr sz="800">
              <a:solidFill>
                <a:schemeClr val="dk1"/>
              </a:solidFill>
            </a:endParaRPr>
          </a:p>
        </p:txBody>
      </p:sp>
      <p:sp>
        <p:nvSpPr>
          <p:cNvPr id="910" name="Google Shape;910;g22f1b912626_0_165"/>
          <p:cNvSpPr/>
          <p:nvPr/>
        </p:nvSpPr>
        <p:spPr>
          <a:xfrm>
            <a:off x="4458808"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3"/>
          </a:solidFill>
          <a:ln>
            <a:noFill/>
          </a:ln>
        </p:spPr>
        <p:txBody>
          <a:bodyPr spcFirstLastPara="1" wrap="square" lIns="36000" tIns="0" rIns="0" bIns="0" anchor="ctr" anchorCtr="0">
            <a:noAutofit/>
          </a:bodyPr>
          <a:lstStyle/>
          <a:p>
            <a:pPr marL="0" lvl="0" indent="0" algn="ctr" rtl="0">
              <a:lnSpc>
                <a:spcPct val="90000"/>
              </a:lnSpc>
              <a:spcBef>
                <a:spcPts val="0"/>
              </a:spcBef>
              <a:spcAft>
                <a:spcPts val="0"/>
              </a:spcAft>
              <a:buClr>
                <a:schemeClr val="lt1"/>
              </a:buClr>
              <a:buSzPts val="800"/>
              <a:buFont typeface="Arial"/>
              <a:buNone/>
            </a:pPr>
            <a:r>
              <a:rPr lang="en-US" sz="800">
                <a:solidFill>
                  <a:schemeClr val="dk1"/>
                </a:solidFill>
              </a:rPr>
              <a:t>Infrastructure Squad</a:t>
            </a:r>
            <a:endParaRPr sz="800">
              <a:solidFill>
                <a:schemeClr val="dk1"/>
              </a:solidFill>
            </a:endParaRPr>
          </a:p>
        </p:txBody>
      </p:sp>
      <p:sp>
        <p:nvSpPr>
          <p:cNvPr id="911" name="Google Shape;911;g22f1b912626_0_165"/>
          <p:cNvSpPr/>
          <p:nvPr/>
        </p:nvSpPr>
        <p:spPr>
          <a:xfrm>
            <a:off x="6913186"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3"/>
          </a:solidFill>
          <a:ln>
            <a:noFill/>
          </a:ln>
        </p:spPr>
        <p:txBody>
          <a:bodyPr spcFirstLastPara="1" wrap="square" lIns="36000" tIns="0" rIns="0" bIns="0" anchor="ctr" anchorCtr="0">
            <a:noAutofit/>
          </a:bodyPr>
          <a:lstStyle/>
          <a:p>
            <a:pPr marL="0" lvl="0" indent="0" algn="ctr" rtl="0">
              <a:spcBef>
                <a:spcPts val="0"/>
              </a:spcBef>
              <a:spcAft>
                <a:spcPts val="0"/>
              </a:spcAft>
              <a:buClr>
                <a:schemeClr val="lt1"/>
              </a:buClr>
              <a:buSzPts val="800"/>
              <a:buFont typeface="Arial"/>
              <a:buNone/>
            </a:pPr>
            <a:r>
              <a:rPr lang="en-US" sz="800">
                <a:solidFill>
                  <a:schemeClr val="dk1"/>
                </a:solidFill>
              </a:rPr>
              <a:t>Product Squad 1 - Core Platform</a:t>
            </a:r>
            <a:endParaRPr sz="800">
              <a:solidFill>
                <a:schemeClr val="dk1"/>
              </a:solidFill>
            </a:endParaRPr>
          </a:p>
        </p:txBody>
      </p:sp>
      <p:sp>
        <p:nvSpPr>
          <p:cNvPr id="912" name="Google Shape;912;g22f1b912626_0_165"/>
          <p:cNvSpPr/>
          <p:nvPr/>
        </p:nvSpPr>
        <p:spPr>
          <a:xfrm>
            <a:off x="8140376"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3"/>
          </a:solidFill>
          <a:ln>
            <a:noFill/>
          </a:ln>
        </p:spPr>
        <p:txBody>
          <a:bodyPr spcFirstLastPara="1" wrap="square" lIns="36000" tIns="0" rIns="0" bIns="0" anchor="ctr" anchorCtr="0">
            <a:noAutofit/>
          </a:bodyPr>
          <a:lstStyle/>
          <a:p>
            <a:pPr marL="0" lvl="0" indent="0" algn="ctr" rtl="0">
              <a:spcBef>
                <a:spcPts val="0"/>
              </a:spcBef>
              <a:spcAft>
                <a:spcPts val="0"/>
              </a:spcAft>
              <a:buClr>
                <a:schemeClr val="lt1"/>
              </a:buClr>
              <a:buSzPts val="800"/>
              <a:buFont typeface="Arial"/>
              <a:buNone/>
            </a:pPr>
            <a:r>
              <a:rPr lang="en-US" sz="800">
                <a:solidFill>
                  <a:schemeClr val="dk1"/>
                </a:solidFill>
              </a:rPr>
              <a:t>Product Squad 2 - D&amp;O</a:t>
            </a:r>
            <a:endParaRPr sz="800">
              <a:solidFill>
                <a:schemeClr val="dk1"/>
              </a:solidFill>
            </a:endParaRPr>
          </a:p>
        </p:txBody>
      </p:sp>
      <p:sp>
        <p:nvSpPr>
          <p:cNvPr id="913" name="Google Shape;913;g22f1b912626_0_165"/>
          <p:cNvSpPr/>
          <p:nvPr/>
        </p:nvSpPr>
        <p:spPr>
          <a:xfrm>
            <a:off x="9367565"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3"/>
          </a:solidFill>
          <a:ln>
            <a:noFill/>
          </a:ln>
        </p:spPr>
        <p:txBody>
          <a:bodyPr spcFirstLastPara="1" wrap="square" lIns="36000" tIns="0" rIns="0" bIns="0" anchor="ctr" anchorCtr="0">
            <a:noAutofit/>
          </a:bodyPr>
          <a:lstStyle/>
          <a:p>
            <a:pPr marL="0" lvl="0" indent="0" algn="ctr" rtl="0">
              <a:spcBef>
                <a:spcPts val="0"/>
              </a:spcBef>
              <a:spcAft>
                <a:spcPts val="0"/>
              </a:spcAft>
              <a:buClr>
                <a:schemeClr val="lt1"/>
              </a:buClr>
              <a:buSzPts val="800"/>
              <a:buFont typeface="Arial"/>
              <a:buNone/>
            </a:pPr>
            <a:r>
              <a:rPr lang="en-US" sz="800">
                <a:solidFill>
                  <a:schemeClr val="dk1"/>
                </a:solidFill>
              </a:rPr>
              <a:t>Product Squad 3 – Tranche 1</a:t>
            </a:r>
            <a:endParaRPr sz="800">
              <a:solidFill>
                <a:schemeClr val="dk1"/>
              </a:solidFill>
            </a:endParaRPr>
          </a:p>
        </p:txBody>
      </p:sp>
      <p:sp>
        <p:nvSpPr>
          <p:cNvPr id="914" name="Google Shape;914;g22f1b912626_0_165"/>
          <p:cNvSpPr txBox="1"/>
          <p:nvPr/>
        </p:nvSpPr>
        <p:spPr>
          <a:xfrm>
            <a:off x="5160600" y="3319400"/>
            <a:ext cx="23217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200" b="1"/>
              <a:t>Delivery Organisation</a:t>
            </a:r>
            <a:endParaRPr sz="1200" b="1"/>
          </a:p>
        </p:txBody>
      </p:sp>
      <p:cxnSp>
        <p:nvCxnSpPr>
          <p:cNvPr id="915" name="Google Shape;915;g22f1b912626_0_165"/>
          <p:cNvCxnSpPr>
            <a:cxnSpLocks/>
            <a:endCxn id="852" idx="2"/>
          </p:cNvCxnSpPr>
          <p:nvPr/>
        </p:nvCxnSpPr>
        <p:spPr>
          <a:xfrm flipH="1" flipV="1">
            <a:off x="3148900" y="3217224"/>
            <a:ext cx="9000" cy="151276"/>
          </a:xfrm>
          <a:prstGeom prst="straightConnector1">
            <a:avLst/>
          </a:prstGeom>
          <a:noFill/>
          <a:ln w="9525" cap="flat" cmpd="sng">
            <a:solidFill>
              <a:schemeClr val="dk2"/>
            </a:solidFill>
            <a:prstDash val="lgDash"/>
            <a:round/>
            <a:headEnd type="none" w="med" len="med"/>
            <a:tailEnd type="none" w="med" len="med"/>
          </a:ln>
        </p:spPr>
      </p:cxnSp>
      <p:cxnSp>
        <p:nvCxnSpPr>
          <p:cNvPr id="916" name="Google Shape;916;g22f1b912626_0_165"/>
          <p:cNvCxnSpPr/>
          <p:nvPr/>
        </p:nvCxnSpPr>
        <p:spPr>
          <a:xfrm rot="10800000">
            <a:off x="9406475" y="3021500"/>
            <a:ext cx="0" cy="342000"/>
          </a:xfrm>
          <a:prstGeom prst="straightConnector1">
            <a:avLst/>
          </a:prstGeom>
          <a:noFill/>
          <a:ln w="9525" cap="flat" cmpd="sng">
            <a:solidFill>
              <a:schemeClr val="dk2"/>
            </a:solidFill>
            <a:prstDash val="lgDash"/>
            <a:round/>
            <a:headEnd type="none" w="med" len="med"/>
            <a:tailEnd type="none" w="med" len="med"/>
          </a:ln>
        </p:spPr>
      </p:cxnSp>
      <p:sp>
        <p:nvSpPr>
          <p:cNvPr id="917" name="Google Shape;917;g22f1b912626_0_165"/>
          <p:cNvSpPr/>
          <p:nvPr/>
        </p:nvSpPr>
        <p:spPr>
          <a:xfrm>
            <a:off x="2311441" y="2002525"/>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Clr>
                <a:schemeClr val="lt1"/>
              </a:buClr>
              <a:buSzPts val="900"/>
              <a:buFont typeface="Arial"/>
              <a:buNone/>
            </a:pPr>
            <a:r>
              <a:rPr lang="en-US" sz="700">
                <a:solidFill>
                  <a:schemeClr val="lt1"/>
                </a:solidFill>
              </a:rPr>
              <a:t>Change Management Lead (C)</a:t>
            </a:r>
            <a:endParaRPr sz="700">
              <a:solidFill>
                <a:schemeClr val="lt1"/>
              </a:solidFill>
            </a:endParaRPr>
          </a:p>
        </p:txBody>
      </p:sp>
      <p:sp>
        <p:nvSpPr>
          <p:cNvPr id="918" name="Google Shape;918;g22f1b912626_0_165"/>
          <p:cNvSpPr/>
          <p:nvPr/>
        </p:nvSpPr>
        <p:spPr>
          <a:xfrm>
            <a:off x="2311441" y="2307326"/>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Clr>
                <a:schemeClr val="lt1"/>
              </a:buClr>
              <a:buSzPts val="900"/>
              <a:buFont typeface="Arial"/>
              <a:buNone/>
            </a:pPr>
            <a:r>
              <a:rPr lang="en-US" sz="700">
                <a:solidFill>
                  <a:schemeClr val="lt1"/>
                </a:solidFill>
              </a:rPr>
              <a:t>Training / </a:t>
            </a:r>
            <a:endParaRPr sz="700">
              <a:solidFill>
                <a:schemeClr val="lt1"/>
              </a:solidFill>
            </a:endParaRPr>
          </a:p>
          <a:p>
            <a:pPr marL="0" lvl="0" indent="0" algn="ctr" rtl="0">
              <a:spcBef>
                <a:spcPts val="0"/>
              </a:spcBef>
              <a:spcAft>
                <a:spcPts val="0"/>
              </a:spcAft>
              <a:buClr>
                <a:schemeClr val="lt1"/>
              </a:buClr>
              <a:buSzPts val="900"/>
              <a:buFont typeface="Arial"/>
              <a:buNone/>
            </a:pPr>
            <a:r>
              <a:rPr lang="en-US" sz="700">
                <a:solidFill>
                  <a:schemeClr val="lt1"/>
                </a:solidFill>
              </a:rPr>
              <a:t>Communication (PT 15%)</a:t>
            </a:r>
            <a:endParaRPr sz="700">
              <a:solidFill>
                <a:schemeClr val="lt1"/>
              </a:solidFill>
            </a:endParaRPr>
          </a:p>
        </p:txBody>
      </p:sp>
      <p:sp>
        <p:nvSpPr>
          <p:cNvPr id="919" name="Google Shape;919;g22f1b912626_0_165"/>
          <p:cNvSpPr/>
          <p:nvPr/>
        </p:nvSpPr>
        <p:spPr>
          <a:xfrm>
            <a:off x="4890750" y="892325"/>
            <a:ext cx="3020100" cy="2808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a:solidFill>
                  <a:schemeClr val="lt1"/>
                </a:solidFill>
              </a:rPr>
              <a:t>Vanessa Ortega (Business Owner)</a:t>
            </a:r>
            <a:endParaRPr sz="800">
              <a:solidFill>
                <a:schemeClr val="lt1"/>
              </a:solidFill>
            </a:endParaRPr>
          </a:p>
          <a:p>
            <a:pPr marL="0" lvl="0" indent="0" algn="ctr" rtl="0">
              <a:spcBef>
                <a:spcPts val="0"/>
              </a:spcBef>
              <a:spcAft>
                <a:spcPts val="0"/>
              </a:spcAft>
              <a:buClr>
                <a:schemeClr val="lt1"/>
              </a:buClr>
              <a:buSzPts val="900"/>
              <a:buFont typeface="Arial"/>
              <a:buNone/>
            </a:pPr>
            <a:r>
              <a:rPr lang="en-US" sz="800">
                <a:solidFill>
                  <a:schemeClr val="lt1"/>
                </a:solidFill>
              </a:rPr>
              <a:t>Warren Pilkington (Delivery Lead)</a:t>
            </a:r>
            <a:endParaRPr sz="800"/>
          </a:p>
        </p:txBody>
      </p:sp>
      <p:sp>
        <p:nvSpPr>
          <p:cNvPr id="920" name="Google Shape;920;g22f1b912626_0_165"/>
          <p:cNvSpPr txBox="1"/>
          <p:nvPr/>
        </p:nvSpPr>
        <p:spPr>
          <a:xfrm>
            <a:off x="2589575" y="1391563"/>
            <a:ext cx="1191900" cy="338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 b="1"/>
              <a:t>Core Team</a:t>
            </a:r>
            <a:endParaRPr sz="1000" b="1"/>
          </a:p>
        </p:txBody>
      </p:sp>
      <p:sp>
        <p:nvSpPr>
          <p:cNvPr id="921" name="Google Shape;921;g22f1b912626_0_165"/>
          <p:cNvSpPr txBox="1"/>
          <p:nvPr/>
        </p:nvSpPr>
        <p:spPr>
          <a:xfrm>
            <a:off x="7006000" y="1391563"/>
            <a:ext cx="1191900" cy="338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 b="1"/>
              <a:t>SMEs</a:t>
            </a:r>
            <a:endParaRPr sz="1000" b="1"/>
          </a:p>
        </p:txBody>
      </p:sp>
      <p:cxnSp>
        <p:nvCxnSpPr>
          <p:cNvPr id="922" name="Google Shape;922;g22f1b912626_0_165"/>
          <p:cNvCxnSpPr>
            <a:cxnSpLocks/>
            <a:stCxn id="852" idx="0"/>
            <a:endCxn id="919" idx="2"/>
          </p:cNvCxnSpPr>
          <p:nvPr/>
        </p:nvCxnSpPr>
        <p:spPr>
          <a:xfrm rot="5400000" flipH="1" flipV="1">
            <a:off x="4636413" y="-314388"/>
            <a:ext cx="276874" cy="32519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923" name="Google Shape;923;g22f1b912626_0_165"/>
          <p:cNvCxnSpPr>
            <a:cxnSpLocks/>
            <a:stCxn id="851" idx="0"/>
            <a:endCxn id="919" idx="2"/>
          </p:cNvCxnSpPr>
          <p:nvPr/>
        </p:nvCxnSpPr>
        <p:spPr>
          <a:xfrm rot="16200000" flipV="1">
            <a:off x="7760850" y="-186924"/>
            <a:ext cx="280775" cy="3000874"/>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924" name="Google Shape;924;g22f1b912626_0_165"/>
          <p:cNvCxnSpPr/>
          <p:nvPr/>
        </p:nvCxnSpPr>
        <p:spPr>
          <a:xfrm flipH="1">
            <a:off x="6397500" y="1223075"/>
            <a:ext cx="3300" cy="2146200"/>
          </a:xfrm>
          <a:prstGeom prst="straightConnector1">
            <a:avLst/>
          </a:prstGeom>
          <a:noFill/>
          <a:ln w="9525" cap="flat" cmpd="sng">
            <a:solidFill>
              <a:schemeClr val="dk2"/>
            </a:solidFill>
            <a:prstDash val="solid"/>
            <a:round/>
            <a:headEnd type="none" w="med" len="med"/>
            <a:tailEnd type="none" w="med" len="med"/>
          </a:ln>
        </p:spPr>
      </p:cxnSp>
      <p:sp>
        <p:nvSpPr>
          <p:cNvPr id="925" name="Google Shape;925;g22f1b912626_0_165"/>
          <p:cNvSpPr/>
          <p:nvPr/>
        </p:nvSpPr>
        <p:spPr>
          <a:xfrm>
            <a:off x="10577448" y="5335750"/>
            <a:ext cx="391500" cy="163800"/>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g22f1b912626_0_165"/>
          <p:cNvSpPr txBox="1"/>
          <p:nvPr/>
        </p:nvSpPr>
        <p:spPr>
          <a:xfrm>
            <a:off x="10397249" y="289241"/>
            <a:ext cx="257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F3F3F"/>
              </a:buClr>
              <a:buSzPts val="1200"/>
              <a:buFont typeface="Arial"/>
              <a:buNone/>
            </a:pPr>
            <a:r>
              <a:rPr lang="en-US" sz="800" b="1" i="0" u="none" strike="noStrike" cap="none">
                <a:solidFill>
                  <a:schemeClr val="dk1"/>
                </a:solidFill>
                <a:latin typeface="Arial"/>
                <a:ea typeface="Arial"/>
                <a:cs typeface="Arial"/>
                <a:sym typeface="Arial"/>
              </a:rPr>
              <a:t>Key:</a:t>
            </a:r>
            <a:endParaRPr sz="800" b="1" i="0" u="none" strike="noStrike" cap="none">
              <a:solidFill>
                <a:schemeClr val="dk1"/>
              </a:solidFill>
              <a:latin typeface="Arial"/>
              <a:ea typeface="Arial"/>
              <a:cs typeface="Arial"/>
              <a:sym typeface="Arial"/>
            </a:endParaRPr>
          </a:p>
        </p:txBody>
      </p:sp>
      <p:sp>
        <p:nvSpPr>
          <p:cNvPr id="927" name="Google Shape;927;g22f1b912626_0_165"/>
          <p:cNvSpPr/>
          <p:nvPr/>
        </p:nvSpPr>
        <p:spPr>
          <a:xfrm>
            <a:off x="10777600" y="140950"/>
            <a:ext cx="1095944"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a:solidFill>
                  <a:schemeClr val="lt1"/>
                </a:solidFill>
              </a:rPr>
              <a:t>Beazley Resource</a:t>
            </a:r>
            <a:endParaRPr sz="700">
              <a:solidFill>
                <a:schemeClr val="lt1"/>
              </a:solidFill>
              <a:latin typeface="Arial"/>
              <a:ea typeface="Arial"/>
              <a:cs typeface="Arial"/>
              <a:sym typeface="Arial"/>
            </a:endParaRPr>
          </a:p>
        </p:txBody>
      </p:sp>
      <p:sp>
        <p:nvSpPr>
          <p:cNvPr id="928" name="Google Shape;928;g22f1b912626_0_165"/>
          <p:cNvSpPr/>
          <p:nvPr/>
        </p:nvSpPr>
        <p:spPr>
          <a:xfrm>
            <a:off x="10777600" y="401525"/>
            <a:ext cx="1095944"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2"/>
          </a:solidFill>
          <a:ln>
            <a:noFill/>
          </a:ln>
        </p:spPr>
        <p:txBody>
          <a:bodyPr spcFirstLastPara="1" wrap="square" lIns="274300" tIns="0" rIns="0" bIns="0" anchor="ctr" anchorCtr="0">
            <a:noAutofit/>
          </a:bodyPr>
          <a:lstStyle/>
          <a:p>
            <a:pPr marL="0" marR="0" lvl="0" indent="0" algn="l" rtl="0">
              <a:lnSpc>
                <a:spcPct val="100000"/>
              </a:lnSpc>
              <a:spcBef>
                <a:spcPts val="0"/>
              </a:spcBef>
              <a:spcAft>
                <a:spcPts val="0"/>
              </a:spcAft>
              <a:buClr>
                <a:schemeClr val="lt1"/>
              </a:buClr>
              <a:buSzPts val="900"/>
              <a:buFont typeface="Arial"/>
              <a:buNone/>
            </a:pPr>
            <a:r>
              <a:rPr lang="en-US" sz="700">
                <a:solidFill>
                  <a:schemeClr val="lt1"/>
                </a:solidFill>
              </a:rPr>
              <a:t>SI Resource</a:t>
            </a:r>
            <a:endParaRPr sz="700">
              <a:solidFill>
                <a:schemeClr val="lt1"/>
              </a:solidFill>
              <a:latin typeface="Arial"/>
              <a:ea typeface="Arial"/>
              <a:cs typeface="Arial"/>
              <a:sym typeface="Arial"/>
            </a:endParaRPr>
          </a:p>
        </p:txBody>
      </p:sp>
      <p:sp>
        <p:nvSpPr>
          <p:cNvPr id="929" name="Google Shape;929;g22f1b912626_0_165"/>
          <p:cNvSpPr/>
          <p:nvPr/>
        </p:nvSpPr>
        <p:spPr>
          <a:xfrm>
            <a:off x="4033434" y="2002525"/>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Clr>
                <a:schemeClr val="lt1"/>
              </a:buClr>
              <a:buSzPts val="900"/>
              <a:buFont typeface="Arial"/>
              <a:buNone/>
            </a:pPr>
            <a:r>
              <a:rPr lang="en-US" sz="700" dirty="0">
                <a:solidFill>
                  <a:schemeClr val="lt1"/>
                </a:solidFill>
              </a:rPr>
              <a:t>Solution Architect</a:t>
            </a:r>
            <a:endParaRPr sz="700" dirty="0">
              <a:solidFill>
                <a:schemeClr val="lt1"/>
              </a:solidFill>
            </a:endParaRPr>
          </a:p>
        </p:txBody>
      </p:sp>
      <p:sp>
        <p:nvSpPr>
          <p:cNvPr id="930" name="Google Shape;930;g22f1b912626_0_165"/>
          <p:cNvSpPr/>
          <p:nvPr/>
        </p:nvSpPr>
        <p:spPr>
          <a:xfrm>
            <a:off x="2311445" y="2621926"/>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700">
                <a:solidFill>
                  <a:schemeClr val="lt1"/>
                </a:solidFill>
              </a:rPr>
              <a:t>PMO Analyst (Lewis P)</a:t>
            </a:r>
            <a:endParaRPr sz="700">
              <a:solidFill>
                <a:schemeClr val="lt1"/>
              </a:solidFill>
            </a:endParaRPr>
          </a:p>
        </p:txBody>
      </p:sp>
      <p:sp>
        <p:nvSpPr>
          <p:cNvPr id="931" name="Google Shape;931;g22f1b912626_0_165"/>
          <p:cNvSpPr/>
          <p:nvPr/>
        </p:nvSpPr>
        <p:spPr>
          <a:xfrm>
            <a:off x="4025483" y="2307325"/>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a:solidFill>
                  <a:schemeClr val="lt1"/>
                </a:solidFill>
              </a:rPr>
              <a:t>Technical Lead</a:t>
            </a:r>
            <a:endParaRPr sz="700">
              <a:solidFill>
                <a:schemeClr val="lt1"/>
              </a:solidFill>
              <a:latin typeface="Arial"/>
              <a:ea typeface="Arial"/>
              <a:cs typeface="Arial"/>
              <a:sym typeface="Arial"/>
            </a:endParaRPr>
          </a:p>
        </p:txBody>
      </p:sp>
      <p:sp>
        <p:nvSpPr>
          <p:cNvPr id="932" name="Google Shape;932;g22f1b912626_0_165"/>
          <p:cNvSpPr/>
          <p:nvPr/>
        </p:nvSpPr>
        <p:spPr>
          <a:xfrm>
            <a:off x="4025483" y="2612126"/>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700">
                <a:solidFill>
                  <a:schemeClr val="lt1"/>
                </a:solidFill>
              </a:rPr>
              <a:t>PAS QA / Test Lead</a:t>
            </a:r>
            <a:endParaRPr sz="700">
              <a:solidFill>
                <a:schemeClr val="lt1"/>
              </a:solidFill>
              <a:latin typeface="Arial"/>
              <a:ea typeface="Arial"/>
              <a:cs typeface="Arial"/>
              <a:sym typeface="Arial"/>
            </a:endParaRPr>
          </a:p>
        </p:txBody>
      </p:sp>
      <p:sp>
        <p:nvSpPr>
          <p:cNvPr id="933" name="Google Shape;933;g22f1b912626_0_165"/>
          <p:cNvSpPr/>
          <p:nvPr/>
        </p:nvSpPr>
        <p:spPr>
          <a:xfrm>
            <a:off x="5685997"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3"/>
          </a:solidFill>
          <a:ln>
            <a:noFill/>
          </a:ln>
        </p:spPr>
        <p:txBody>
          <a:bodyPr spcFirstLastPara="1" wrap="square" lIns="36000" tIns="0" rIns="0" bIns="0" anchor="ctr" anchorCtr="0">
            <a:noAutofit/>
          </a:bodyPr>
          <a:lstStyle/>
          <a:p>
            <a:pPr marL="0" lvl="0" indent="0" algn="ctr" rtl="0">
              <a:spcBef>
                <a:spcPts val="0"/>
              </a:spcBef>
              <a:spcAft>
                <a:spcPts val="0"/>
              </a:spcAft>
              <a:buClr>
                <a:schemeClr val="lt1"/>
              </a:buClr>
              <a:buSzPts val="800"/>
              <a:buFont typeface="Arial"/>
              <a:buNone/>
            </a:pPr>
            <a:r>
              <a:rPr lang="en-US" sz="800">
                <a:solidFill>
                  <a:schemeClr val="dk1"/>
                </a:solidFill>
              </a:rPr>
              <a:t>Billing Squad</a:t>
            </a:r>
            <a:endParaRPr sz="800">
              <a:solidFill>
                <a:schemeClr val="dk1"/>
              </a:solidFill>
            </a:endParaRPr>
          </a:p>
        </p:txBody>
      </p:sp>
      <p:sp>
        <p:nvSpPr>
          <p:cNvPr id="934" name="Google Shape;934;g22f1b912626_0_165"/>
          <p:cNvSpPr/>
          <p:nvPr/>
        </p:nvSpPr>
        <p:spPr>
          <a:xfrm>
            <a:off x="5683649" y="4415942"/>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Scrum Master</a:t>
            </a:r>
            <a:endParaRPr sz="700" b="0" i="0" u="none" strike="noStrike" cap="none">
              <a:solidFill>
                <a:schemeClr val="lt1"/>
              </a:solidFill>
              <a:latin typeface="Arial"/>
              <a:ea typeface="Arial"/>
              <a:cs typeface="Arial"/>
              <a:sym typeface="Arial"/>
            </a:endParaRPr>
          </a:p>
        </p:txBody>
      </p:sp>
      <p:sp>
        <p:nvSpPr>
          <p:cNvPr id="935" name="Google Shape;935;g22f1b912626_0_165"/>
          <p:cNvSpPr/>
          <p:nvPr/>
        </p:nvSpPr>
        <p:spPr>
          <a:xfrm>
            <a:off x="5687475" y="4047744"/>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Functional Lead</a:t>
            </a:r>
            <a:endParaRPr sz="700">
              <a:solidFill>
                <a:schemeClr val="lt1"/>
              </a:solidFill>
              <a:latin typeface="Arial"/>
              <a:ea typeface="Arial"/>
              <a:cs typeface="Arial"/>
              <a:sym typeface="Arial"/>
            </a:endParaRPr>
          </a:p>
        </p:txBody>
      </p:sp>
      <p:sp>
        <p:nvSpPr>
          <p:cNvPr id="936" name="Google Shape;936;g22f1b912626_0_165"/>
          <p:cNvSpPr/>
          <p:nvPr/>
        </p:nvSpPr>
        <p:spPr>
          <a:xfrm>
            <a:off x="5683649" y="5152339"/>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Business Analyst</a:t>
            </a:r>
            <a:endParaRPr sz="1800">
              <a:solidFill>
                <a:schemeClr val="lt1"/>
              </a:solidFill>
              <a:latin typeface="Arial"/>
              <a:ea typeface="Arial"/>
              <a:cs typeface="Arial"/>
              <a:sym typeface="Arial"/>
            </a:endParaRPr>
          </a:p>
        </p:txBody>
      </p:sp>
      <p:sp>
        <p:nvSpPr>
          <p:cNvPr id="937" name="Google Shape;937;g22f1b912626_0_165"/>
          <p:cNvSpPr/>
          <p:nvPr/>
        </p:nvSpPr>
        <p:spPr>
          <a:xfrm>
            <a:off x="5683649" y="552053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b="0" i="0" u="none" strike="noStrike" cap="none">
                <a:solidFill>
                  <a:schemeClr val="lt1"/>
                </a:solidFill>
                <a:latin typeface="Arial"/>
                <a:ea typeface="Arial"/>
                <a:cs typeface="Arial"/>
                <a:sym typeface="Arial"/>
              </a:rPr>
              <a:t>Developer</a:t>
            </a:r>
            <a:endParaRPr sz="1800">
              <a:solidFill>
                <a:schemeClr val="lt1"/>
              </a:solidFill>
              <a:latin typeface="Arial"/>
              <a:ea typeface="Arial"/>
              <a:cs typeface="Arial"/>
              <a:sym typeface="Arial"/>
            </a:endParaRPr>
          </a:p>
        </p:txBody>
      </p:sp>
      <p:sp>
        <p:nvSpPr>
          <p:cNvPr id="938" name="Google Shape;938;g22f1b912626_0_165"/>
          <p:cNvSpPr/>
          <p:nvPr/>
        </p:nvSpPr>
        <p:spPr>
          <a:xfrm>
            <a:off x="5683649" y="588873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rPr>
              <a:t>QA Tester</a:t>
            </a:r>
            <a:endParaRPr sz="700" b="0" i="0" u="none" strike="noStrike" cap="none">
              <a:solidFill>
                <a:schemeClr val="lt1"/>
              </a:solidFill>
              <a:latin typeface="Arial"/>
              <a:ea typeface="Arial"/>
              <a:cs typeface="Arial"/>
              <a:sym typeface="Arial"/>
            </a:endParaRPr>
          </a:p>
        </p:txBody>
      </p:sp>
      <p:sp>
        <p:nvSpPr>
          <p:cNvPr id="939" name="Google Shape;939;g22f1b912626_0_165"/>
          <p:cNvSpPr/>
          <p:nvPr/>
        </p:nvSpPr>
        <p:spPr>
          <a:xfrm>
            <a:off x="5687475" y="4784141"/>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a:noFill/>
          </a:ln>
        </p:spPr>
        <p:txBody>
          <a:bodyPr spcFirstLastPara="1" wrap="square" lIns="36000" tIns="0" rIns="0" bIns="0" anchor="ctr" anchorCtr="0">
            <a:noAutofit/>
          </a:bodyPr>
          <a:lstStyle/>
          <a:p>
            <a:pPr marL="0" marR="0" lvl="0" indent="0" algn="ctr" rtl="0">
              <a:lnSpc>
                <a:spcPct val="100000"/>
              </a:lnSpc>
              <a:spcBef>
                <a:spcPts val="0"/>
              </a:spcBef>
              <a:spcAft>
                <a:spcPts val="0"/>
              </a:spcAft>
              <a:buClr>
                <a:schemeClr val="dk1"/>
              </a:buClr>
              <a:buSzPts val="700"/>
              <a:buFont typeface="Arial"/>
              <a:buNone/>
            </a:pPr>
            <a:r>
              <a:rPr lang="en-US" sz="700">
                <a:solidFill>
                  <a:schemeClr val="lt1"/>
                </a:solidFill>
                <a:latin typeface="Arial"/>
                <a:ea typeface="Arial"/>
                <a:cs typeface="Arial"/>
                <a:sym typeface="Arial"/>
              </a:rPr>
              <a:t>Product Owner</a:t>
            </a:r>
            <a:endParaRPr sz="700" b="0" i="0" u="none" strike="noStrike" cap="none">
              <a:solidFill>
                <a:schemeClr val="lt1"/>
              </a:solidFill>
              <a:latin typeface="Arial"/>
              <a:ea typeface="Arial"/>
              <a:cs typeface="Arial"/>
              <a:sym typeface="Arial"/>
            </a:endParaRPr>
          </a:p>
        </p:txBody>
      </p:sp>
      <p:sp>
        <p:nvSpPr>
          <p:cNvPr id="940" name="Google Shape;940;g22f1b912626_0_165"/>
          <p:cNvSpPr txBox="1"/>
          <p:nvPr/>
        </p:nvSpPr>
        <p:spPr>
          <a:xfrm>
            <a:off x="10194329" y="6575512"/>
            <a:ext cx="1707300" cy="1371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800">
                <a:solidFill>
                  <a:srgbClr val="000000"/>
                </a:solidFill>
              </a:rPr>
              <a:t>2</a:t>
            </a:fld>
            <a:endParaRPr sz="800">
              <a:solidFill>
                <a:srgbClr val="000000"/>
              </a:solidFill>
            </a:endParaRPr>
          </a:p>
        </p:txBody>
      </p:sp>
      <p:sp>
        <p:nvSpPr>
          <p:cNvPr id="941" name="Google Shape;941;g22f1b912626_0_165"/>
          <p:cNvSpPr/>
          <p:nvPr/>
        </p:nvSpPr>
        <p:spPr>
          <a:xfrm>
            <a:off x="10968950" y="4214299"/>
            <a:ext cx="1191981" cy="56928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w="9525" cap="flat" cmpd="sng">
            <a:solidFill>
              <a:schemeClr val="lt1"/>
            </a:solidFill>
            <a:prstDash val="dash"/>
            <a:round/>
            <a:headEnd type="none" w="sm" len="sm"/>
            <a:tailEnd type="none" w="sm" len="sm"/>
          </a:ln>
        </p:spPr>
        <p:txBody>
          <a:bodyPr spcFirstLastPara="1" wrap="square" lIns="274300" tIns="0" rIns="0" bIns="0" anchor="ctr" anchorCtr="0">
            <a:noAutofit/>
          </a:bodyPr>
          <a:lstStyle/>
          <a:p>
            <a:pPr marL="0" lvl="0" indent="0" algn="l" rtl="0">
              <a:spcBef>
                <a:spcPts val="0"/>
              </a:spcBef>
              <a:spcAft>
                <a:spcPts val="0"/>
              </a:spcAft>
              <a:buClr>
                <a:schemeClr val="dk1"/>
              </a:buClr>
              <a:buFont typeface="Arial"/>
              <a:buNone/>
            </a:pPr>
            <a:r>
              <a:rPr lang="en-US" sz="900">
                <a:solidFill>
                  <a:schemeClr val="lt1"/>
                </a:solidFill>
              </a:rPr>
              <a:t>Shared Services - IT Security, Risk/Audit, Compliance</a:t>
            </a:r>
            <a:endParaRPr sz="1200">
              <a:solidFill>
                <a:schemeClr val="lt1"/>
              </a:solidFill>
            </a:endParaRPr>
          </a:p>
        </p:txBody>
      </p:sp>
      <p:sp>
        <p:nvSpPr>
          <p:cNvPr id="942" name="Google Shape;942;g22f1b912626_0_165"/>
          <p:cNvSpPr/>
          <p:nvPr/>
        </p:nvSpPr>
        <p:spPr>
          <a:xfrm>
            <a:off x="10577448" y="4421350"/>
            <a:ext cx="391500" cy="163800"/>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903;g22f1b912626_0_165">
            <a:extLst>
              <a:ext uri="{FF2B5EF4-FFF2-40B4-BE49-F238E27FC236}">
                <a16:creationId xmlns:a16="http://schemas.microsoft.com/office/drawing/2014/main" id="{4F838DB4-C21C-1BEE-E7F6-69DD0D5DC173}"/>
              </a:ext>
            </a:extLst>
          </p:cNvPr>
          <p:cNvSpPr/>
          <p:nvPr/>
        </p:nvSpPr>
        <p:spPr>
          <a:xfrm>
            <a:off x="9681905" y="2759867"/>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700">
                <a:solidFill>
                  <a:schemeClr val="lt1"/>
                </a:solidFill>
              </a:rPr>
              <a:t>Claims SME - 20%</a:t>
            </a:r>
            <a:endParaRPr sz="700">
              <a:solidFill>
                <a:schemeClr val="lt1"/>
              </a:solidFill>
            </a:endParaRPr>
          </a:p>
        </p:txBody>
      </p:sp>
      <p:sp>
        <p:nvSpPr>
          <p:cNvPr id="3" name="Google Shape;919;g22f1b912626_0_165">
            <a:extLst>
              <a:ext uri="{FF2B5EF4-FFF2-40B4-BE49-F238E27FC236}">
                <a16:creationId xmlns:a16="http://schemas.microsoft.com/office/drawing/2014/main" id="{DEA0B895-76AD-60E0-123A-7A4DD888DF97}"/>
              </a:ext>
            </a:extLst>
          </p:cNvPr>
          <p:cNvSpPr/>
          <p:nvPr/>
        </p:nvSpPr>
        <p:spPr>
          <a:xfrm>
            <a:off x="8421348" y="892325"/>
            <a:ext cx="3020100" cy="2808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a:solidFill>
                  <a:schemeClr val="lt1"/>
                </a:solidFill>
              </a:rPr>
              <a:t>Dauda Jammeh (</a:t>
            </a:r>
            <a:r>
              <a:rPr lang="en-US" sz="800" err="1">
                <a:solidFill>
                  <a:schemeClr val="lt1"/>
                </a:solidFill>
              </a:rPr>
              <a:t>Fiinance</a:t>
            </a:r>
            <a:r>
              <a:rPr lang="en-US" sz="800">
                <a:solidFill>
                  <a:schemeClr val="lt1"/>
                </a:solidFill>
              </a:rPr>
              <a:t> Business Owner)</a:t>
            </a:r>
            <a:endParaRPr sz="800">
              <a:solidFill>
                <a:schemeClr val="lt1"/>
              </a:solidFill>
            </a:endParaRPr>
          </a:p>
          <a:p>
            <a:pPr marL="0" lvl="0" indent="0" algn="ctr" rtl="0">
              <a:spcBef>
                <a:spcPts val="0"/>
              </a:spcBef>
              <a:spcAft>
                <a:spcPts val="0"/>
              </a:spcAft>
              <a:buClr>
                <a:schemeClr val="lt1"/>
              </a:buClr>
              <a:buSzPts val="900"/>
              <a:buFont typeface="Arial"/>
              <a:buNone/>
            </a:pPr>
            <a:r>
              <a:rPr lang="en-US" sz="800">
                <a:solidFill>
                  <a:schemeClr val="lt1"/>
                </a:solidFill>
              </a:rPr>
              <a:t>Joe Bate-Williams(Finance Modernisation Lead)</a:t>
            </a:r>
            <a:endParaRPr sz="800"/>
          </a:p>
        </p:txBody>
      </p:sp>
      <p:cxnSp>
        <p:nvCxnSpPr>
          <p:cNvPr id="4" name="Google Shape;924;g22f1b912626_0_165">
            <a:extLst>
              <a:ext uri="{FF2B5EF4-FFF2-40B4-BE49-F238E27FC236}">
                <a16:creationId xmlns:a16="http://schemas.microsoft.com/office/drawing/2014/main" id="{14F48EBA-844D-5789-08E0-D1792BEC8333}"/>
              </a:ext>
            </a:extLst>
          </p:cNvPr>
          <p:cNvCxnSpPr>
            <a:cxnSpLocks/>
            <a:stCxn id="3" idx="1"/>
            <a:endCxn id="919" idx="3"/>
          </p:cNvCxnSpPr>
          <p:nvPr/>
        </p:nvCxnSpPr>
        <p:spPr>
          <a:xfrm flipH="1">
            <a:off x="7910850" y="1032725"/>
            <a:ext cx="510498" cy="0"/>
          </a:xfrm>
          <a:prstGeom prst="straightConnector1">
            <a:avLst/>
          </a:prstGeom>
          <a:noFill/>
          <a:ln w="9525" cap="flat" cmpd="sng">
            <a:solidFill>
              <a:schemeClr val="dk2"/>
            </a:solidFill>
            <a:prstDash val="solid"/>
            <a:round/>
            <a:headEnd type="none" w="med" len="med"/>
            <a:tailEnd type="none" w="med" len="med"/>
          </a:ln>
        </p:spPr>
      </p:cxnSp>
      <p:sp>
        <p:nvSpPr>
          <p:cNvPr id="7" name="Google Shape;932;g22f1b912626_0_165">
            <a:extLst>
              <a:ext uri="{FF2B5EF4-FFF2-40B4-BE49-F238E27FC236}">
                <a16:creationId xmlns:a16="http://schemas.microsoft.com/office/drawing/2014/main" id="{80E3FA4E-E244-0855-EDBC-1EFD2FD17FC8}"/>
              </a:ext>
            </a:extLst>
          </p:cNvPr>
          <p:cNvSpPr/>
          <p:nvPr/>
        </p:nvSpPr>
        <p:spPr>
          <a:xfrm>
            <a:off x="4025482" y="2925481"/>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700">
                <a:solidFill>
                  <a:schemeClr val="lt1"/>
                </a:solidFill>
              </a:rPr>
              <a:t>Guidewire Roles (TBA)</a:t>
            </a:r>
            <a:endParaRPr sz="700">
              <a:solidFill>
                <a:schemeClr val="lt1"/>
              </a:solidFill>
              <a:latin typeface="Arial"/>
              <a:ea typeface="Arial"/>
              <a:cs typeface="Arial"/>
              <a:sym typeface="Arial"/>
            </a:endParaRPr>
          </a:p>
        </p:txBody>
      </p:sp>
    </p:spTree>
    <p:extLst>
      <p:ext uri="{BB962C8B-B14F-4D97-AF65-F5344CB8AC3E}">
        <p14:creationId xmlns:p14="http://schemas.microsoft.com/office/powerpoint/2010/main" val="3073197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ACEEA-CA10-AD3F-3003-EFB826EF7ED4}"/>
              </a:ext>
            </a:extLst>
          </p:cNvPr>
          <p:cNvSpPr>
            <a:spLocks noGrp="1"/>
          </p:cNvSpPr>
          <p:nvPr>
            <p:ph type="ctrTitle"/>
          </p:nvPr>
        </p:nvSpPr>
        <p:spPr/>
        <p:txBody>
          <a:bodyPr/>
          <a:lstStyle/>
          <a:p>
            <a:r>
              <a:rPr lang="en-GB" sz="1800" dirty="0"/>
              <a:t>Hi Max - Slide 1- Delivery teams - do we have to show US team overlap also in here,, Warren was talking about having 3 different focus areas 1) Business Process Excellence 2) Core PAS 3) Billing In the Org structure second row under Business Sponsors should we show these three focus areas</a:t>
            </a:r>
            <a:br>
              <a:rPr lang="en-GB" sz="1800" dirty="0"/>
            </a:br>
            <a:r>
              <a:rPr lang="en-GB" sz="1800" dirty="0"/>
              <a:t>Locations</a:t>
            </a:r>
            <a:br>
              <a:rPr lang="en-GB" sz="1800" dirty="0"/>
            </a:br>
            <a:r>
              <a:rPr lang="en-GB" sz="1800" dirty="0"/>
              <a:t>Check names and roles – any missing?</a:t>
            </a:r>
            <a:br>
              <a:rPr lang="en-GB" sz="1800" dirty="0"/>
            </a:br>
            <a:br>
              <a:rPr lang="en-GB" sz="1800" dirty="0"/>
            </a:br>
            <a:r>
              <a:rPr lang="en-GB" sz="1800" dirty="0"/>
              <a:t>We will have BA in all the streams offshore too like Billing,</a:t>
            </a:r>
            <a:br>
              <a:rPr lang="en-GB" sz="1800" dirty="0"/>
            </a:br>
            <a:r>
              <a:rPr lang="en-GB" sz="1800" dirty="0"/>
              <a:t>Can we call it UK and India instead of onsite and offshore</a:t>
            </a:r>
            <a:br>
              <a:rPr lang="en-GB" sz="1800" dirty="0"/>
            </a:br>
            <a:r>
              <a:rPr lang="en-GB" sz="1800" dirty="0"/>
              <a:t>Migration will also have Business SME </a:t>
            </a:r>
            <a:r>
              <a:rPr lang="en-GB" sz="1800" dirty="0" err="1"/>
              <a:t>i</a:t>
            </a:r>
            <a:r>
              <a:rPr lang="en-GB" sz="1800" dirty="0"/>
              <a:t> suppose</a:t>
            </a:r>
            <a:br>
              <a:rPr lang="en-GB" sz="1800" dirty="0"/>
            </a:br>
            <a:r>
              <a:rPr lang="en-GB" sz="1800" dirty="0" err="1"/>
              <a:t>Athik</a:t>
            </a:r>
            <a:r>
              <a:rPr lang="en-GB" sz="1800" dirty="0"/>
              <a:t> was specific to say we must call it GPAS and Billing as GPAS only refers to policy (we need find a single name to this program),</a:t>
            </a:r>
            <a:br>
              <a:rPr lang="en-GB" sz="1800" dirty="0"/>
            </a:br>
            <a:r>
              <a:rPr lang="en-GB" sz="1800" dirty="0"/>
              <a:t>Do we have any scope in Data work?,</a:t>
            </a:r>
          </a:p>
        </p:txBody>
      </p:sp>
      <p:sp>
        <p:nvSpPr>
          <p:cNvPr id="3" name="Subtitle 2">
            <a:extLst>
              <a:ext uri="{FF2B5EF4-FFF2-40B4-BE49-F238E27FC236}">
                <a16:creationId xmlns:a16="http://schemas.microsoft.com/office/drawing/2014/main" id="{C65A86AA-404F-B284-CD21-DEACFFA82A12}"/>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417608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926" name="Google Shape;926;g22f1b912626_0_165"/>
          <p:cNvSpPr txBox="1"/>
          <p:nvPr/>
        </p:nvSpPr>
        <p:spPr>
          <a:xfrm>
            <a:off x="2012514" y="6521162"/>
            <a:ext cx="257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F3F3F"/>
              </a:buClr>
              <a:buSzPts val="1200"/>
              <a:buFont typeface="Arial"/>
              <a:buNone/>
            </a:pPr>
            <a:r>
              <a:rPr lang="en-US" sz="800" b="1" i="0" u="none" strike="noStrike" cap="none" dirty="0">
                <a:solidFill>
                  <a:schemeClr val="dk1"/>
                </a:solidFill>
                <a:latin typeface="Arial"/>
                <a:ea typeface="Arial"/>
                <a:cs typeface="Arial"/>
                <a:sym typeface="Arial"/>
              </a:rPr>
              <a:t>Key:</a:t>
            </a:r>
            <a:endParaRPr sz="800" b="1" i="0" u="none" strike="noStrike" cap="none" dirty="0">
              <a:solidFill>
                <a:schemeClr val="dk1"/>
              </a:solidFill>
              <a:latin typeface="Arial"/>
              <a:ea typeface="Arial"/>
              <a:cs typeface="Arial"/>
              <a:sym typeface="Arial"/>
            </a:endParaRPr>
          </a:p>
        </p:txBody>
      </p:sp>
      <p:sp>
        <p:nvSpPr>
          <p:cNvPr id="927" name="Google Shape;927;g22f1b912626_0_165"/>
          <p:cNvSpPr/>
          <p:nvPr/>
        </p:nvSpPr>
        <p:spPr>
          <a:xfrm>
            <a:off x="3524386" y="6507068"/>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a:solidFill>
              <a:srgbClr val="DC199B"/>
            </a:solid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dirty="0">
                <a:solidFill>
                  <a:schemeClr val="lt1"/>
                </a:solidFill>
              </a:rPr>
              <a:t>Beazley</a:t>
            </a:r>
            <a:endParaRPr sz="700" dirty="0">
              <a:solidFill>
                <a:schemeClr val="lt1"/>
              </a:solidFill>
              <a:latin typeface="Arial"/>
              <a:ea typeface="Arial"/>
              <a:cs typeface="Arial"/>
              <a:sym typeface="Arial"/>
            </a:endParaRPr>
          </a:p>
        </p:txBody>
      </p:sp>
      <p:sp>
        <p:nvSpPr>
          <p:cNvPr id="928" name="Google Shape;928;g22f1b912626_0_165"/>
          <p:cNvSpPr/>
          <p:nvPr/>
        </p:nvSpPr>
        <p:spPr>
          <a:xfrm>
            <a:off x="2372177" y="6507068"/>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0098C7"/>
          </a:solidFill>
          <a:ln>
            <a:solidFill>
              <a:srgbClr val="0098C7"/>
            </a:solid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dirty="0">
                <a:solidFill>
                  <a:schemeClr val="lt1"/>
                </a:solidFill>
              </a:rPr>
              <a:t>Capgemini</a:t>
            </a:r>
            <a:endParaRPr sz="700" dirty="0">
              <a:solidFill>
                <a:schemeClr val="lt1"/>
              </a:solidFill>
              <a:latin typeface="Arial"/>
              <a:ea typeface="Arial"/>
              <a:cs typeface="Arial"/>
              <a:sym typeface="Arial"/>
            </a:endParaRPr>
          </a:p>
        </p:txBody>
      </p:sp>
      <p:sp>
        <p:nvSpPr>
          <p:cNvPr id="12" name="Google Shape;919;g22f1b912626_0_165">
            <a:extLst>
              <a:ext uri="{FF2B5EF4-FFF2-40B4-BE49-F238E27FC236}">
                <a16:creationId xmlns:a16="http://schemas.microsoft.com/office/drawing/2014/main" id="{302DE8FA-9836-1586-3323-28E50DED1B1C}"/>
              </a:ext>
            </a:extLst>
          </p:cNvPr>
          <p:cNvSpPr/>
          <p:nvPr/>
        </p:nvSpPr>
        <p:spPr>
          <a:xfrm>
            <a:off x="2737699" y="882699"/>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Vanessa Ortega (Business Owner)</a:t>
            </a:r>
            <a:endParaRPr sz="800" dirty="0">
              <a:solidFill>
                <a:schemeClr val="lt1"/>
              </a:solidFill>
            </a:endParaRPr>
          </a:p>
        </p:txBody>
      </p:sp>
      <p:sp>
        <p:nvSpPr>
          <p:cNvPr id="15" name="Google Shape;919;g22f1b912626_0_165">
            <a:extLst>
              <a:ext uri="{FF2B5EF4-FFF2-40B4-BE49-F238E27FC236}">
                <a16:creationId xmlns:a16="http://schemas.microsoft.com/office/drawing/2014/main" id="{00B28477-6496-A66B-EF94-7C198FF02185}"/>
              </a:ext>
            </a:extLst>
          </p:cNvPr>
          <p:cNvSpPr/>
          <p:nvPr/>
        </p:nvSpPr>
        <p:spPr>
          <a:xfrm>
            <a:off x="2738668" y="1178786"/>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Barry Houston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(Delivery Exec)</a:t>
            </a:r>
            <a:endParaRPr sz="800" dirty="0">
              <a:solidFill>
                <a:schemeClr val="lt1"/>
              </a:solidFill>
            </a:endParaRPr>
          </a:p>
        </p:txBody>
      </p:sp>
      <p:sp>
        <p:nvSpPr>
          <p:cNvPr id="18" name="Google Shape;919;g22f1b912626_0_165">
            <a:extLst>
              <a:ext uri="{FF2B5EF4-FFF2-40B4-BE49-F238E27FC236}">
                <a16:creationId xmlns:a16="http://schemas.microsoft.com/office/drawing/2014/main" id="{3F0A3E4D-D077-DE92-594D-6B8B5EF6FE4B}"/>
              </a:ext>
            </a:extLst>
          </p:cNvPr>
          <p:cNvSpPr/>
          <p:nvPr/>
        </p:nvSpPr>
        <p:spPr>
          <a:xfrm>
            <a:off x="1409029" y="1549922"/>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Warren Pilkington (Prog Director)</a:t>
            </a:r>
            <a:endParaRPr sz="800" dirty="0">
              <a:solidFill>
                <a:schemeClr val="lt1"/>
              </a:solidFill>
            </a:endParaRPr>
          </a:p>
        </p:txBody>
      </p:sp>
      <p:sp>
        <p:nvSpPr>
          <p:cNvPr id="19" name="Google Shape;919;g22f1b912626_0_165">
            <a:extLst>
              <a:ext uri="{FF2B5EF4-FFF2-40B4-BE49-F238E27FC236}">
                <a16:creationId xmlns:a16="http://schemas.microsoft.com/office/drawing/2014/main" id="{7944E31C-CF33-246B-DE9C-B7034EFEE4CA}"/>
              </a:ext>
            </a:extLst>
          </p:cNvPr>
          <p:cNvSpPr/>
          <p:nvPr/>
        </p:nvSpPr>
        <p:spPr>
          <a:xfrm>
            <a:off x="1409998" y="1836069"/>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Max Cartwright</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(Prog Director)</a:t>
            </a:r>
            <a:endParaRPr sz="800" dirty="0">
              <a:solidFill>
                <a:schemeClr val="lt1"/>
              </a:solidFill>
            </a:endParaRPr>
          </a:p>
        </p:txBody>
      </p:sp>
      <p:sp>
        <p:nvSpPr>
          <p:cNvPr id="21" name="Google Shape;919;g22f1b912626_0_165">
            <a:extLst>
              <a:ext uri="{FF2B5EF4-FFF2-40B4-BE49-F238E27FC236}">
                <a16:creationId xmlns:a16="http://schemas.microsoft.com/office/drawing/2014/main" id="{97AECA90-4A90-3373-EA83-2362216BE281}"/>
              </a:ext>
            </a:extLst>
          </p:cNvPr>
          <p:cNvSpPr/>
          <p:nvPr/>
        </p:nvSpPr>
        <p:spPr>
          <a:xfrm>
            <a:off x="2737699" y="1835047"/>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err="1">
                <a:solidFill>
                  <a:schemeClr val="lt1"/>
                </a:solidFill>
              </a:rPr>
              <a:t>Athik</a:t>
            </a:r>
            <a:r>
              <a:rPr lang="en-US" sz="800" dirty="0">
                <a:solidFill>
                  <a:schemeClr val="lt1"/>
                </a:solidFill>
              </a:rPr>
              <a:t> Miah</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 Lead - Billing)</a:t>
            </a:r>
            <a:endParaRPr sz="800" dirty="0">
              <a:solidFill>
                <a:schemeClr val="lt1"/>
              </a:solidFill>
            </a:endParaRPr>
          </a:p>
        </p:txBody>
      </p:sp>
      <p:sp>
        <p:nvSpPr>
          <p:cNvPr id="22" name="Google Shape;919;g22f1b912626_0_165">
            <a:extLst>
              <a:ext uri="{FF2B5EF4-FFF2-40B4-BE49-F238E27FC236}">
                <a16:creationId xmlns:a16="http://schemas.microsoft.com/office/drawing/2014/main" id="{961906AC-CAAC-F23A-ACD2-C49A238054A7}"/>
              </a:ext>
            </a:extLst>
          </p:cNvPr>
          <p:cNvSpPr/>
          <p:nvPr/>
        </p:nvSpPr>
        <p:spPr>
          <a:xfrm>
            <a:off x="4052929" y="1532341"/>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Ananda A Ponnaiah</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 lead – on-shore)</a:t>
            </a:r>
            <a:endParaRPr sz="800" dirty="0">
              <a:solidFill>
                <a:schemeClr val="lt1"/>
              </a:solidFill>
            </a:endParaRPr>
          </a:p>
        </p:txBody>
      </p:sp>
      <p:sp>
        <p:nvSpPr>
          <p:cNvPr id="27" name="Google Shape;919;g22f1b912626_0_165">
            <a:extLst>
              <a:ext uri="{FF2B5EF4-FFF2-40B4-BE49-F238E27FC236}">
                <a16:creationId xmlns:a16="http://schemas.microsoft.com/office/drawing/2014/main" id="{D14E66A4-5F78-34E0-00B1-7082031E446E}"/>
              </a:ext>
            </a:extLst>
          </p:cNvPr>
          <p:cNvSpPr/>
          <p:nvPr/>
        </p:nvSpPr>
        <p:spPr>
          <a:xfrm>
            <a:off x="5376974" y="1552643"/>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Dean Johnson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(Ent Architecture)</a:t>
            </a:r>
            <a:endParaRPr sz="800" dirty="0">
              <a:solidFill>
                <a:schemeClr val="lt1"/>
              </a:solidFill>
            </a:endParaRPr>
          </a:p>
        </p:txBody>
      </p:sp>
      <p:sp>
        <p:nvSpPr>
          <p:cNvPr id="28" name="Google Shape;919;g22f1b912626_0_165">
            <a:extLst>
              <a:ext uri="{FF2B5EF4-FFF2-40B4-BE49-F238E27FC236}">
                <a16:creationId xmlns:a16="http://schemas.microsoft.com/office/drawing/2014/main" id="{1E7D8624-3592-2919-1239-1AB11BC0222D}"/>
              </a:ext>
            </a:extLst>
          </p:cNvPr>
          <p:cNvSpPr/>
          <p:nvPr/>
        </p:nvSpPr>
        <p:spPr>
          <a:xfrm>
            <a:off x="5377943" y="1838790"/>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Brett Fabian-Smith</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(Ent Architect)</a:t>
            </a:r>
            <a:endParaRPr sz="800" dirty="0">
              <a:solidFill>
                <a:schemeClr val="lt1"/>
              </a:solidFill>
            </a:endParaRPr>
          </a:p>
        </p:txBody>
      </p:sp>
      <p:sp>
        <p:nvSpPr>
          <p:cNvPr id="30" name="Google Shape;919;g22f1b912626_0_165">
            <a:extLst>
              <a:ext uri="{FF2B5EF4-FFF2-40B4-BE49-F238E27FC236}">
                <a16:creationId xmlns:a16="http://schemas.microsoft.com/office/drawing/2014/main" id="{1D851B08-9385-DEDD-0A8A-3A54D781489F}"/>
              </a:ext>
            </a:extLst>
          </p:cNvPr>
          <p:cNvSpPr/>
          <p:nvPr/>
        </p:nvSpPr>
        <p:spPr>
          <a:xfrm>
            <a:off x="9470462" y="3324318"/>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Matt Reynolds (Architecture)</a:t>
            </a:r>
            <a:endParaRPr sz="800" dirty="0">
              <a:solidFill>
                <a:schemeClr val="lt1"/>
              </a:solidFill>
            </a:endParaRPr>
          </a:p>
        </p:txBody>
      </p:sp>
      <p:sp>
        <p:nvSpPr>
          <p:cNvPr id="31" name="Google Shape;919;g22f1b912626_0_165">
            <a:extLst>
              <a:ext uri="{FF2B5EF4-FFF2-40B4-BE49-F238E27FC236}">
                <a16:creationId xmlns:a16="http://schemas.microsoft.com/office/drawing/2014/main" id="{7D03B130-F6B8-D2A9-F210-08FEDC3CAC70}"/>
              </a:ext>
            </a:extLst>
          </p:cNvPr>
          <p:cNvSpPr/>
          <p:nvPr/>
        </p:nvSpPr>
        <p:spPr>
          <a:xfrm>
            <a:off x="9470462" y="3610465"/>
            <a:ext cx="1218683" cy="273903"/>
          </a:xfrm>
          <a:prstGeom prst="rect">
            <a:avLst/>
          </a:prstGeom>
          <a:solidFill>
            <a:srgbClr val="0098C7"/>
          </a:solidFill>
          <a:ln w="9525" cap="flat" cmpd="sng">
            <a:solidFill>
              <a:srgbClr val="78C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Jigar Solanki</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(Solution Architect)</a:t>
            </a:r>
            <a:endParaRPr sz="800" dirty="0">
              <a:solidFill>
                <a:schemeClr val="lt1"/>
              </a:solidFill>
            </a:endParaRPr>
          </a:p>
        </p:txBody>
      </p:sp>
      <p:sp>
        <p:nvSpPr>
          <p:cNvPr id="944" name="Google Shape;919;g22f1b912626_0_165">
            <a:extLst>
              <a:ext uri="{FF2B5EF4-FFF2-40B4-BE49-F238E27FC236}">
                <a16:creationId xmlns:a16="http://schemas.microsoft.com/office/drawing/2014/main" id="{F5749439-B36A-433D-F810-BBFC650B4B96}"/>
              </a:ext>
            </a:extLst>
          </p:cNvPr>
          <p:cNvSpPr/>
          <p:nvPr/>
        </p:nvSpPr>
        <p:spPr>
          <a:xfrm>
            <a:off x="2737699" y="2246941"/>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(Policy PO)</a:t>
            </a:r>
          </a:p>
        </p:txBody>
      </p:sp>
      <p:sp>
        <p:nvSpPr>
          <p:cNvPr id="945" name="Google Shape;919;g22f1b912626_0_165">
            <a:extLst>
              <a:ext uri="{FF2B5EF4-FFF2-40B4-BE49-F238E27FC236}">
                <a16:creationId xmlns:a16="http://schemas.microsoft.com/office/drawing/2014/main" id="{AD2CBC71-CDD7-1676-E9E8-752D0EDC1391}"/>
              </a:ext>
            </a:extLst>
          </p:cNvPr>
          <p:cNvSpPr/>
          <p:nvPr/>
        </p:nvSpPr>
        <p:spPr>
          <a:xfrm>
            <a:off x="2738668" y="2533088"/>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Sherezad Contractor</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(Functional Lead)</a:t>
            </a:r>
          </a:p>
        </p:txBody>
      </p:sp>
      <p:sp>
        <p:nvSpPr>
          <p:cNvPr id="946" name="Google Shape;919;g22f1b912626_0_165">
            <a:extLst>
              <a:ext uri="{FF2B5EF4-FFF2-40B4-BE49-F238E27FC236}">
                <a16:creationId xmlns:a16="http://schemas.microsoft.com/office/drawing/2014/main" id="{0D5B4D6F-181C-C605-F6CA-5457D33C7198}"/>
              </a:ext>
            </a:extLst>
          </p:cNvPr>
          <p:cNvSpPr/>
          <p:nvPr/>
        </p:nvSpPr>
        <p:spPr>
          <a:xfrm>
            <a:off x="2738668" y="2821686"/>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Rajesh Bandaru</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(Technical Lead)</a:t>
            </a:r>
          </a:p>
        </p:txBody>
      </p:sp>
      <p:sp>
        <p:nvSpPr>
          <p:cNvPr id="947" name="Google Shape;919;g22f1b912626_0_165">
            <a:extLst>
              <a:ext uri="{FF2B5EF4-FFF2-40B4-BE49-F238E27FC236}">
                <a16:creationId xmlns:a16="http://schemas.microsoft.com/office/drawing/2014/main" id="{276D7BE6-3DC4-9C59-FF9F-FE5F43EE2DE2}"/>
              </a:ext>
            </a:extLst>
          </p:cNvPr>
          <p:cNvSpPr/>
          <p:nvPr/>
        </p:nvSpPr>
        <p:spPr>
          <a:xfrm>
            <a:off x="4051960" y="2246941"/>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Patrycja </a:t>
            </a:r>
            <a:r>
              <a:rPr lang="en-US" sz="800" dirty="0" err="1">
                <a:solidFill>
                  <a:schemeClr val="lt1"/>
                </a:solidFill>
              </a:rPr>
              <a:t>Kuligowska</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(Billing PO)</a:t>
            </a:r>
          </a:p>
        </p:txBody>
      </p:sp>
      <p:sp>
        <p:nvSpPr>
          <p:cNvPr id="948" name="Google Shape;919;g22f1b912626_0_165">
            <a:extLst>
              <a:ext uri="{FF2B5EF4-FFF2-40B4-BE49-F238E27FC236}">
                <a16:creationId xmlns:a16="http://schemas.microsoft.com/office/drawing/2014/main" id="{5420B4F8-4BCD-D5A6-E8D4-C592DA6BF265}"/>
              </a:ext>
            </a:extLst>
          </p:cNvPr>
          <p:cNvSpPr/>
          <p:nvPr/>
        </p:nvSpPr>
        <p:spPr>
          <a:xfrm>
            <a:off x="4052929" y="2533088"/>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Sriram Jagannathan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(Functional Lead)</a:t>
            </a:r>
          </a:p>
        </p:txBody>
      </p:sp>
      <p:sp>
        <p:nvSpPr>
          <p:cNvPr id="949" name="Google Shape;919;g22f1b912626_0_165">
            <a:extLst>
              <a:ext uri="{FF2B5EF4-FFF2-40B4-BE49-F238E27FC236}">
                <a16:creationId xmlns:a16="http://schemas.microsoft.com/office/drawing/2014/main" id="{CD5A2B5C-C64F-C49C-CA2E-D244CC68809A}"/>
              </a:ext>
            </a:extLst>
          </p:cNvPr>
          <p:cNvSpPr/>
          <p:nvPr/>
        </p:nvSpPr>
        <p:spPr>
          <a:xfrm>
            <a:off x="4052929" y="2821686"/>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Balaji KV</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(Technical Lead)</a:t>
            </a:r>
          </a:p>
        </p:txBody>
      </p:sp>
      <p:sp>
        <p:nvSpPr>
          <p:cNvPr id="950" name="Google Shape;919;g22f1b912626_0_165">
            <a:extLst>
              <a:ext uri="{FF2B5EF4-FFF2-40B4-BE49-F238E27FC236}">
                <a16:creationId xmlns:a16="http://schemas.microsoft.com/office/drawing/2014/main" id="{348E270E-2884-B0D2-C629-4DFBCED8281B}"/>
              </a:ext>
            </a:extLst>
          </p:cNvPr>
          <p:cNvSpPr/>
          <p:nvPr/>
        </p:nvSpPr>
        <p:spPr>
          <a:xfrm>
            <a:off x="9506475" y="2247757"/>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Dean Wells</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(Policy SME)</a:t>
            </a:r>
          </a:p>
        </p:txBody>
      </p:sp>
      <p:sp>
        <p:nvSpPr>
          <p:cNvPr id="951" name="Google Shape;919;g22f1b912626_0_165">
            <a:extLst>
              <a:ext uri="{FF2B5EF4-FFF2-40B4-BE49-F238E27FC236}">
                <a16:creationId xmlns:a16="http://schemas.microsoft.com/office/drawing/2014/main" id="{0315869A-6180-063A-91F1-094BA7F40B9F}"/>
              </a:ext>
            </a:extLst>
          </p:cNvPr>
          <p:cNvSpPr/>
          <p:nvPr/>
        </p:nvSpPr>
        <p:spPr>
          <a:xfrm>
            <a:off x="9506145" y="2541774"/>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Steve Flood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(Claims SME)</a:t>
            </a:r>
          </a:p>
        </p:txBody>
      </p:sp>
      <p:sp>
        <p:nvSpPr>
          <p:cNvPr id="952" name="Google Shape;919;g22f1b912626_0_165">
            <a:extLst>
              <a:ext uri="{FF2B5EF4-FFF2-40B4-BE49-F238E27FC236}">
                <a16:creationId xmlns:a16="http://schemas.microsoft.com/office/drawing/2014/main" id="{F856E8DF-CDC7-D532-B846-5A766AA568D8}"/>
              </a:ext>
            </a:extLst>
          </p:cNvPr>
          <p:cNvSpPr/>
          <p:nvPr/>
        </p:nvSpPr>
        <p:spPr>
          <a:xfrm>
            <a:off x="9485082" y="1882186"/>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Kerstin </a:t>
            </a:r>
            <a:r>
              <a:rPr lang="en-US" sz="800" dirty="0" err="1">
                <a:solidFill>
                  <a:schemeClr val="lt1"/>
                </a:solidFill>
              </a:rPr>
              <a:t>Kasdorf</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(Process SME)</a:t>
            </a:r>
          </a:p>
        </p:txBody>
      </p:sp>
      <p:sp>
        <p:nvSpPr>
          <p:cNvPr id="953" name="Google Shape;919;g22f1b912626_0_165">
            <a:extLst>
              <a:ext uri="{FF2B5EF4-FFF2-40B4-BE49-F238E27FC236}">
                <a16:creationId xmlns:a16="http://schemas.microsoft.com/office/drawing/2014/main" id="{F47B2A84-67F1-D91B-8106-E98A161C9E62}"/>
              </a:ext>
            </a:extLst>
          </p:cNvPr>
          <p:cNvSpPr/>
          <p:nvPr/>
        </p:nvSpPr>
        <p:spPr>
          <a:xfrm>
            <a:off x="10770735" y="1580518"/>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Saad </a:t>
            </a:r>
            <a:r>
              <a:rPr lang="en-US" sz="800" dirty="0" err="1">
                <a:solidFill>
                  <a:schemeClr val="lt1"/>
                </a:solidFill>
              </a:rPr>
              <a:t>Jassani</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(Process SME)</a:t>
            </a:r>
          </a:p>
        </p:txBody>
      </p:sp>
      <p:sp>
        <p:nvSpPr>
          <p:cNvPr id="954" name="Google Shape;919;g22f1b912626_0_165">
            <a:extLst>
              <a:ext uri="{FF2B5EF4-FFF2-40B4-BE49-F238E27FC236}">
                <a16:creationId xmlns:a16="http://schemas.microsoft.com/office/drawing/2014/main" id="{86602B55-6166-406D-36FF-5C0361B14F40}"/>
              </a:ext>
            </a:extLst>
          </p:cNvPr>
          <p:cNvSpPr/>
          <p:nvPr/>
        </p:nvSpPr>
        <p:spPr>
          <a:xfrm>
            <a:off x="10770735" y="1874978"/>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err="1">
                <a:solidFill>
                  <a:schemeClr val="lt1"/>
                </a:solidFill>
              </a:rPr>
              <a:t>Subu</a:t>
            </a:r>
            <a:r>
              <a:rPr lang="en-US" sz="800" dirty="0">
                <a:solidFill>
                  <a:schemeClr val="lt1"/>
                </a:solidFill>
              </a:rPr>
              <a:t> </a:t>
            </a:r>
            <a:r>
              <a:rPr lang="en-US" sz="800" dirty="0" err="1">
                <a:solidFill>
                  <a:schemeClr val="lt1"/>
                </a:solidFill>
              </a:rPr>
              <a:t>Ramasundaram</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(Process SME)</a:t>
            </a:r>
          </a:p>
        </p:txBody>
      </p:sp>
      <p:sp>
        <p:nvSpPr>
          <p:cNvPr id="955" name="Google Shape;919;g22f1b912626_0_165">
            <a:extLst>
              <a:ext uri="{FF2B5EF4-FFF2-40B4-BE49-F238E27FC236}">
                <a16:creationId xmlns:a16="http://schemas.microsoft.com/office/drawing/2014/main" id="{F1ACF85E-FA94-38BF-28D4-8871CA5E70B4}"/>
              </a:ext>
            </a:extLst>
          </p:cNvPr>
          <p:cNvSpPr/>
          <p:nvPr/>
        </p:nvSpPr>
        <p:spPr>
          <a:xfrm>
            <a:off x="10771880" y="2247757"/>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Molly </a:t>
            </a:r>
            <a:r>
              <a:rPr lang="en-US" sz="800" dirty="0" err="1">
                <a:solidFill>
                  <a:schemeClr val="lt1"/>
                </a:solidFill>
              </a:rPr>
              <a:t>Spolarich</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(Operations SME)</a:t>
            </a:r>
          </a:p>
        </p:txBody>
      </p:sp>
      <p:sp>
        <p:nvSpPr>
          <p:cNvPr id="957" name="Google Shape;919;g22f1b912626_0_165">
            <a:extLst>
              <a:ext uri="{FF2B5EF4-FFF2-40B4-BE49-F238E27FC236}">
                <a16:creationId xmlns:a16="http://schemas.microsoft.com/office/drawing/2014/main" id="{3A43BBE0-8ADD-FEE5-8EF3-DFB995B2BFB7}"/>
              </a:ext>
            </a:extLst>
          </p:cNvPr>
          <p:cNvSpPr/>
          <p:nvPr/>
        </p:nvSpPr>
        <p:spPr>
          <a:xfrm>
            <a:off x="4051960" y="880395"/>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Ben </a:t>
            </a:r>
            <a:r>
              <a:rPr lang="en-US" sz="800" dirty="0" err="1">
                <a:solidFill>
                  <a:schemeClr val="lt1"/>
                </a:solidFill>
              </a:rPr>
              <a:t>Lowles</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(Procurement Lead)</a:t>
            </a:r>
            <a:endParaRPr sz="800" dirty="0">
              <a:solidFill>
                <a:schemeClr val="lt1"/>
              </a:solidFill>
            </a:endParaRPr>
          </a:p>
        </p:txBody>
      </p:sp>
      <p:sp>
        <p:nvSpPr>
          <p:cNvPr id="958" name="Google Shape;919;g22f1b912626_0_165">
            <a:extLst>
              <a:ext uri="{FF2B5EF4-FFF2-40B4-BE49-F238E27FC236}">
                <a16:creationId xmlns:a16="http://schemas.microsoft.com/office/drawing/2014/main" id="{B2176C95-85A4-394C-C28E-0A1859AE1C8B}"/>
              </a:ext>
            </a:extLst>
          </p:cNvPr>
          <p:cNvSpPr/>
          <p:nvPr/>
        </p:nvSpPr>
        <p:spPr>
          <a:xfrm>
            <a:off x="4052929" y="1171512"/>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Ian Craney</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(Procurement Lead)</a:t>
            </a:r>
            <a:endParaRPr sz="800" dirty="0">
              <a:solidFill>
                <a:schemeClr val="lt1"/>
              </a:solidFill>
            </a:endParaRPr>
          </a:p>
        </p:txBody>
      </p:sp>
      <p:sp>
        <p:nvSpPr>
          <p:cNvPr id="832" name="Google Shape;919;g22f1b912626_0_165">
            <a:extLst>
              <a:ext uri="{FF2B5EF4-FFF2-40B4-BE49-F238E27FC236}">
                <a16:creationId xmlns:a16="http://schemas.microsoft.com/office/drawing/2014/main" id="{F596B990-B3EA-CE9F-405C-DEA501620E5D}"/>
              </a:ext>
            </a:extLst>
          </p:cNvPr>
          <p:cNvSpPr/>
          <p:nvPr/>
        </p:nvSpPr>
        <p:spPr>
          <a:xfrm>
            <a:off x="10768376" y="3305036"/>
            <a:ext cx="1214381"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(DevOps)</a:t>
            </a:r>
            <a:endParaRPr sz="800" dirty="0">
              <a:solidFill>
                <a:schemeClr val="lt1"/>
              </a:solidFill>
            </a:endParaRPr>
          </a:p>
        </p:txBody>
      </p:sp>
      <p:sp>
        <p:nvSpPr>
          <p:cNvPr id="833" name="Google Shape;919;g22f1b912626_0_165">
            <a:extLst>
              <a:ext uri="{FF2B5EF4-FFF2-40B4-BE49-F238E27FC236}">
                <a16:creationId xmlns:a16="http://schemas.microsoft.com/office/drawing/2014/main" id="{1491CEC2-5DBB-FC24-2DB0-99D0A4066674}"/>
              </a:ext>
            </a:extLst>
          </p:cNvPr>
          <p:cNvSpPr/>
          <p:nvPr/>
        </p:nvSpPr>
        <p:spPr>
          <a:xfrm>
            <a:off x="10773140" y="3595946"/>
            <a:ext cx="1212454" cy="273903"/>
          </a:xfrm>
          <a:prstGeom prst="rect">
            <a:avLst/>
          </a:prstGeom>
          <a:solidFill>
            <a:srgbClr val="0098C7"/>
          </a:solidFill>
          <a:ln w="9525" cap="flat" cmpd="sng">
            <a:solidFill>
              <a:srgbClr val="78C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(DevOps)</a:t>
            </a:r>
            <a:endParaRPr sz="800" dirty="0">
              <a:solidFill>
                <a:schemeClr val="lt1"/>
              </a:solidFill>
            </a:endParaRPr>
          </a:p>
        </p:txBody>
      </p:sp>
      <p:sp>
        <p:nvSpPr>
          <p:cNvPr id="834" name="Google Shape;919;g22f1b912626_0_165">
            <a:extLst>
              <a:ext uri="{FF2B5EF4-FFF2-40B4-BE49-F238E27FC236}">
                <a16:creationId xmlns:a16="http://schemas.microsoft.com/office/drawing/2014/main" id="{8E98F09E-44A2-6536-5776-E97971566734}"/>
              </a:ext>
            </a:extLst>
          </p:cNvPr>
          <p:cNvSpPr/>
          <p:nvPr/>
        </p:nvSpPr>
        <p:spPr>
          <a:xfrm>
            <a:off x="9485490" y="4691773"/>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Jeff </a:t>
            </a:r>
            <a:r>
              <a:rPr lang="en-US" sz="800" dirty="0" err="1">
                <a:solidFill>
                  <a:schemeClr val="lt1"/>
                </a:solidFill>
              </a:rPr>
              <a:t>Colandrea</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(Platform Owner)</a:t>
            </a:r>
          </a:p>
        </p:txBody>
      </p:sp>
      <p:sp>
        <p:nvSpPr>
          <p:cNvPr id="835" name="Google Shape;919;g22f1b912626_0_165">
            <a:extLst>
              <a:ext uri="{FF2B5EF4-FFF2-40B4-BE49-F238E27FC236}">
                <a16:creationId xmlns:a16="http://schemas.microsoft.com/office/drawing/2014/main" id="{CF6D0639-9471-0AC5-F015-BCECFDCF0A2C}"/>
              </a:ext>
            </a:extLst>
          </p:cNvPr>
          <p:cNvSpPr/>
          <p:nvPr/>
        </p:nvSpPr>
        <p:spPr>
          <a:xfrm>
            <a:off x="10760750" y="4691771"/>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Devin Wells</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(Platform Owner)</a:t>
            </a:r>
          </a:p>
        </p:txBody>
      </p:sp>
      <p:sp>
        <p:nvSpPr>
          <p:cNvPr id="838" name="Google Shape;919;g22f1b912626_0_165">
            <a:extLst>
              <a:ext uri="{FF2B5EF4-FFF2-40B4-BE49-F238E27FC236}">
                <a16:creationId xmlns:a16="http://schemas.microsoft.com/office/drawing/2014/main" id="{767D2905-0126-F693-AF6B-6F7108AE426A}"/>
              </a:ext>
            </a:extLst>
          </p:cNvPr>
          <p:cNvSpPr/>
          <p:nvPr/>
        </p:nvSpPr>
        <p:spPr>
          <a:xfrm>
            <a:off x="7988986" y="2842801"/>
            <a:ext cx="1218683" cy="271191"/>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Gourab </a:t>
            </a:r>
            <a:r>
              <a:rPr lang="en-US" sz="800" dirty="0" err="1">
                <a:solidFill>
                  <a:schemeClr val="lt1"/>
                </a:solidFill>
              </a:rPr>
              <a:t>Marikm</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(Integration Lead)</a:t>
            </a:r>
          </a:p>
        </p:txBody>
      </p:sp>
      <p:sp>
        <p:nvSpPr>
          <p:cNvPr id="840" name="Google Shape;919;g22f1b912626_0_165">
            <a:extLst>
              <a:ext uri="{FF2B5EF4-FFF2-40B4-BE49-F238E27FC236}">
                <a16:creationId xmlns:a16="http://schemas.microsoft.com/office/drawing/2014/main" id="{3D07D657-56A3-B6A4-AB34-937077B27D95}"/>
              </a:ext>
            </a:extLst>
          </p:cNvPr>
          <p:cNvSpPr/>
          <p:nvPr/>
        </p:nvSpPr>
        <p:spPr>
          <a:xfrm>
            <a:off x="7988987" y="2545715"/>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Vamshi C</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(Guidewire Lead)</a:t>
            </a:r>
          </a:p>
        </p:txBody>
      </p:sp>
      <p:sp>
        <p:nvSpPr>
          <p:cNvPr id="841" name="Google Shape;919;g22f1b912626_0_165">
            <a:extLst>
              <a:ext uri="{FF2B5EF4-FFF2-40B4-BE49-F238E27FC236}">
                <a16:creationId xmlns:a16="http://schemas.microsoft.com/office/drawing/2014/main" id="{DE10CE88-929D-1740-942C-3AABF3A3EB7D}"/>
              </a:ext>
            </a:extLst>
          </p:cNvPr>
          <p:cNvSpPr/>
          <p:nvPr/>
        </p:nvSpPr>
        <p:spPr>
          <a:xfrm>
            <a:off x="9482931" y="1205765"/>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Troy Baillargeon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Rationalisation</a:t>
            </a:r>
            <a:r>
              <a:rPr lang="en-US" sz="800" dirty="0">
                <a:solidFill>
                  <a:schemeClr val="lt1"/>
                </a:solidFill>
              </a:rPr>
              <a:t>)</a:t>
            </a:r>
          </a:p>
        </p:txBody>
      </p:sp>
      <p:sp>
        <p:nvSpPr>
          <p:cNvPr id="842" name="Google Shape;919;g22f1b912626_0_165">
            <a:extLst>
              <a:ext uri="{FF2B5EF4-FFF2-40B4-BE49-F238E27FC236}">
                <a16:creationId xmlns:a16="http://schemas.microsoft.com/office/drawing/2014/main" id="{7AD350BC-F775-B8EB-6E99-6356C31AFBF1}"/>
              </a:ext>
            </a:extLst>
          </p:cNvPr>
          <p:cNvSpPr/>
          <p:nvPr/>
        </p:nvSpPr>
        <p:spPr>
          <a:xfrm>
            <a:off x="10767290" y="906668"/>
            <a:ext cx="122664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Steve </a:t>
            </a:r>
            <a:r>
              <a:rPr lang="en-US" sz="800" dirty="0" err="1">
                <a:solidFill>
                  <a:schemeClr val="lt1"/>
                </a:solidFill>
              </a:rPr>
              <a:t>Enness</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Rationalisation</a:t>
            </a:r>
            <a:r>
              <a:rPr lang="en-US" sz="800" dirty="0">
                <a:solidFill>
                  <a:schemeClr val="lt1"/>
                </a:solidFill>
              </a:rPr>
              <a:t>)</a:t>
            </a:r>
          </a:p>
        </p:txBody>
      </p:sp>
      <p:sp>
        <p:nvSpPr>
          <p:cNvPr id="843" name="Google Shape;919;g22f1b912626_0_165">
            <a:extLst>
              <a:ext uri="{FF2B5EF4-FFF2-40B4-BE49-F238E27FC236}">
                <a16:creationId xmlns:a16="http://schemas.microsoft.com/office/drawing/2014/main" id="{A22A3FF7-7D10-A5B8-6E94-4A344CD7AAEE}"/>
              </a:ext>
            </a:extLst>
          </p:cNvPr>
          <p:cNvSpPr/>
          <p:nvPr/>
        </p:nvSpPr>
        <p:spPr>
          <a:xfrm>
            <a:off x="10770735" y="1207570"/>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(UW SMEs)</a:t>
            </a:r>
          </a:p>
        </p:txBody>
      </p:sp>
      <p:sp>
        <p:nvSpPr>
          <p:cNvPr id="844" name="Google Shape;919;g22f1b912626_0_165">
            <a:extLst>
              <a:ext uri="{FF2B5EF4-FFF2-40B4-BE49-F238E27FC236}">
                <a16:creationId xmlns:a16="http://schemas.microsoft.com/office/drawing/2014/main" id="{BBA4DD06-C61E-0E5B-9DCA-F08E940C2C33}"/>
              </a:ext>
            </a:extLst>
          </p:cNvPr>
          <p:cNvSpPr/>
          <p:nvPr/>
        </p:nvSpPr>
        <p:spPr>
          <a:xfrm>
            <a:off x="5376974" y="2246737"/>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Andy Ford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(Migration BA)</a:t>
            </a:r>
          </a:p>
        </p:txBody>
      </p:sp>
      <p:sp>
        <p:nvSpPr>
          <p:cNvPr id="845" name="Google Shape;919;g22f1b912626_0_165">
            <a:extLst>
              <a:ext uri="{FF2B5EF4-FFF2-40B4-BE49-F238E27FC236}">
                <a16:creationId xmlns:a16="http://schemas.microsoft.com/office/drawing/2014/main" id="{6D45F9B9-2384-8625-CF05-69C2D2848444}"/>
              </a:ext>
            </a:extLst>
          </p:cNvPr>
          <p:cNvSpPr/>
          <p:nvPr/>
        </p:nvSpPr>
        <p:spPr>
          <a:xfrm>
            <a:off x="5376974" y="2537541"/>
            <a:ext cx="1220620" cy="273903"/>
          </a:xfrm>
          <a:prstGeom prst="rect">
            <a:avLst/>
          </a:prstGeom>
          <a:solidFill>
            <a:srgbClr val="DC199B"/>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Anita Param</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(Migration BA)</a:t>
            </a:r>
          </a:p>
        </p:txBody>
      </p:sp>
      <p:sp>
        <p:nvSpPr>
          <p:cNvPr id="846" name="Google Shape;919;g22f1b912626_0_165">
            <a:extLst>
              <a:ext uri="{FF2B5EF4-FFF2-40B4-BE49-F238E27FC236}">
                <a16:creationId xmlns:a16="http://schemas.microsoft.com/office/drawing/2014/main" id="{0E4DC9BA-64F7-7142-8540-5B8A0829FE7B}"/>
              </a:ext>
            </a:extLst>
          </p:cNvPr>
          <p:cNvSpPr/>
          <p:nvPr/>
        </p:nvSpPr>
        <p:spPr>
          <a:xfrm>
            <a:off x="5377943" y="2824693"/>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(Migration Lead)</a:t>
            </a:r>
          </a:p>
        </p:txBody>
      </p:sp>
      <p:sp>
        <p:nvSpPr>
          <p:cNvPr id="847" name="Google Shape;919;g22f1b912626_0_165">
            <a:extLst>
              <a:ext uri="{FF2B5EF4-FFF2-40B4-BE49-F238E27FC236}">
                <a16:creationId xmlns:a16="http://schemas.microsoft.com/office/drawing/2014/main" id="{69D726B5-FB2C-A9C8-3F49-CA5C75E57B7F}"/>
              </a:ext>
            </a:extLst>
          </p:cNvPr>
          <p:cNvSpPr/>
          <p:nvPr/>
        </p:nvSpPr>
        <p:spPr>
          <a:xfrm>
            <a:off x="1409998" y="2529851"/>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Peter Dixon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Rationalisation</a:t>
            </a:r>
            <a:r>
              <a:rPr lang="en-US" sz="800" dirty="0">
                <a:solidFill>
                  <a:schemeClr val="lt1"/>
                </a:solidFill>
              </a:rPr>
              <a:t>)</a:t>
            </a:r>
          </a:p>
        </p:txBody>
      </p:sp>
      <p:sp>
        <p:nvSpPr>
          <p:cNvPr id="848" name="Google Shape;919;g22f1b912626_0_165">
            <a:extLst>
              <a:ext uri="{FF2B5EF4-FFF2-40B4-BE49-F238E27FC236}">
                <a16:creationId xmlns:a16="http://schemas.microsoft.com/office/drawing/2014/main" id="{FA3317EC-6662-982F-52D6-35200739FE88}"/>
              </a:ext>
            </a:extLst>
          </p:cNvPr>
          <p:cNvSpPr/>
          <p:nvPr/>
        </p:nvSpPr>
        <p:spPr>
          <a:xfrm>
            <a:off x="1409998" y="2837780"/>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Kelly </a:t>
            </a:r>
            <a:r>
              <a:rPr lang="en-US" sz="800" dirty="0" err="1">
                <a:solidFill>
                  <a:schemeClr val="lt1"/>
                </a:solidFill>
              </a:rPr>
              <a:t>Reisling</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Rationalisation</a:t>
            </a:r>
            <a:r>
              <a:rPr lang="en-US" sz="800" dirty="0">
                <a:solidFill>
                  <a:schemeClr val="lt1"/>
                </a:solidFill>
              </a:rPr>
              <a:t>)</a:t>
            </a:r>
          </a:p>
        </p:txBody>
      </p:sp>
      <p:sp>
        <p:nvSpPr>
          <p:cNvPr id="849" name="Google Shape;919;g22f1b912626_0_165">
            <a:extLst>
              <a:ext uri="{FF2B5EF4-FFF2-40B4-BE49-F238E27FC236}">
                <a16:creationId xmlns:a16="http://schemas.microsoft.com/office/drawing/2014/main" id="{6F9FFF8F-A955-8096-C920-98988A664F1C}"/>
              </a:ext>
            </a:extLst>
          </p:cNvPr>
          <p:cNvSpPr/>
          <p:nvPr/>
        </p:nvSpPr>
        <p:spPr>
          <a:xfrm>
            <a:off x="1409029" y="2238507"/>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Rationalis’n</a:t>
            </a:r>
            <a:r>
              <a:rPr lang="en-US" sz="800" dirty="0">
                <a:solidFill>
                  <a:schemeClr val="lt1"/>
                </a:solidFill>
              </a:rPr>
              <a:t> PO)</a:t>
            </a:r>
          </a:p>
        </p:txBody>
      </p:sp>
      <p:sp>
        <p:nvSpPr>
          <p:cNvPr id="850" name="Google Shape;919;g22f1b912626_0_165">
            <a:extLst>
              <a:ext uri="{FF2B5EF4-FFF2-40B4-BE49-F238E27FC236}">
                <a16:creationId xmlns:a16="http://schemas.microsoft.com/office/drawing/2014/main" id="{CCAC17CC-B71F-5FB9-7523-CB43945A4052}"/>
              </a:ext>
            </a:extLst>
          </p:cNvPr>
          <p:cNvSpPr/>
          <p:nvPr/>
        </p:nvSpPr>
        <p:spPr>
          <a:xfrm>
            <a:off x="9485082" y="1583599"/>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Abby Vredenburg</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(Bus Process PO)</a:t>
            </a:r>
          </a:p>
        </p:txBody>
      </p:sp>
      <p:sp>
        <p:nvSpPr>
          <p:cNvPr id="960" name="Google Shape;919;g22f1b912626_0_165">
            <a:extLst>
              <a:ext uri="{FF2B5EF4-FFF2-40B4-BE49-F238E27FC236}">
                <a16:creationId xmlns:a16="http://schemas.microsoft.com/office/drawing/2014/main" id="{40BE3179-05A7-D6B4-2872-993B997A63DB}"/>
              </a:ext>
            </a:extLst>
          </p:cNvPr>
          <p:cNvSpPr/>
          <p:nvPr/>
        </p:nvSpPr>
        <p:spPr>
          <a:xfrm>
            <a:off x="1409029" y="874926"/>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err="1">
                <a:solidFill>
                  <a:schemeClr val="lt1"/>
                </a:solidFill>
              </a:rPr>
              <a:t>Akhlas</a:t>
            </a:r>
            <a:r>
              <a:rPr lang="en-US" sz="800" dirty="0">
                <a:solidFill>
                  <a:schemeClr val="lt1"/>
                </a:solidFill>
              </a:rPr>
              <a:t> Hafiz</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p:txBody>
      </p:sp>
      <p:sp>
        <p:nvSpPr>
          <p:cNvPr id="961" name="Google Shape;919;g22f1b912626_0_165">
            <a:extLst>
              <a:ext uri="{FF2B5EF4-FFF2-40B4-BE49-F238E27FC236}">
                <a16:creationId xmlns:a16="http://schemas.microsoft.com/office/drawing/2014/main" id="{83667437-610F-C997-0BA5-3282DF7DB1F8}"/>
              </a:ext>
            </a:extLst>
          </p:cNvPr>
          <p:cNvSpPr/>
          <p:nvPr/>
        </p:nvSpPr>
        <p:spPr>
          <a:xfrm>
            <a:off x="1409029" y="1172915"/>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Dauda Jammeh</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p:txBody>
      </p:sp>
      <p:sp>
        <p:nvSpPr>
          <p:cNvPr id="962" name="Google Shape;919;g22f1b912626_0_165">
            <a:extLst>
              <a:ext uri="{FF2B5EF4-FFF2-40B4-BE49-F238E27FC236}">
                <a16:creationId xmlns:a16="http://schemas.microsoft.com/office/drawing/2014/main" id="{C7A49277-9DD9-6860-BD4D-97AED7D3936D}"/>
              </a:ext>
            </a:extLst>
          </p:cNvPr>
          <p:cNvSpPr/>
          <p:nvPr/>
        </p:nvSpPr>
        <p:spPr>
          <a:xfrm>
            <a:off x="4052929" y="1830818"/>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Natraj Gudla</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 lead – off-shore)</a:t>
            </a:r>
            <a:endParaRPr sz="800" dirty="0">
              <a:solidFill>
                <a:schemeClr val="lt1"/>
              </a:solidFill>
            </a:endParaRPr>
          </a:p>
        </p:txBody>
      </p:sp>
      <p:sp>
        <p:nvSpPr>
          <p:cNvPr id="963" name="Google Shape;919;g22f1b912626_0_165">
            <a:extLst>
              <a:ext uri="{FF2B5EF4-FFF2-40B4-BE49-F238E27FC236}">
                <a16:creationId xmlns:a16="http://schemas.microsoft.com/office/drawing/2014/main" id="{13BECDC8-DC4C-5772-4F37-7AB97BA3BD4F}"/>
              </a:ext>
            </a:extLst>
          </p:cNvPr>
          <p:cNvSpPr/>
          <p:nvPr/>
        </p:nvSpPr>
        <p:spPr>
          <a:xfrm>
            <a:off x="2737699" y="1536570"/>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Stephen Payne</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 Lead - GPAS)</a:t>
            </a:r>
            <a:endParaRPr sz="800" dirty="0">
              <a:solidFill>
                <a:schemeClr val="lt1"/>
              </a:solidFill>
            </a:endParaRPr>
          </a:p>
        </p:txBody>
      </p:sp>
      <p:sp>
        <p:nvSpPr>
          <p:cNvPr id="5" name="TextBox 4">
            <a:extLst>
              <a:ext uri="{FF2B5EF4-FFF2-40B4-BE49-F238E27FC236}">
                <a16:creationId xmlns:a16="http://schemas.microsoft.com/office/drawing/2014/main" id="{90AEB16E-C3D0-1CBF-D61C-7579DACABCEE}"/>
              </a:ext>
            </a:extLst>
          </p:cNvPr>
          <p:cNvSpPr txBox="1">
            <a:spLocks/>
          </p:cNvSpPr>
          <p:nvPr/>
        </p:nvSpPr>
        <p:spPr>
          <a:xfrm>
            <a:off x="199500" y="874926"/>
            <a:ext cx="920467" cy="580635"/>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white"/>
                </a:solidFill>
                <a:effectLst/>
                <a:uLnTx/>
                <a:uFillTx/>
                <a:latin typeface="Arial"/>
                <a:ea typeface="+mn-ea"/>
                <a:cs typeface="+mn-cs"/>
              </a:rPr>
              <a:t>Executive Leadership</a:t>
            </a:r>
          </a:p>
        </p:txBody>
      </p:sp>
      <p:sp>
        <p:nvSpPr>
          <p:cNvPr id="6" name="TextBox 5">
            <a:extLst>
              <a:ext uri="{FF2B5EF4-FFF2-40B4-BE49-F238E27FC236}">
                <a16:creationId xmlns:a16="http://schemas.microsoft.com/office/drawing/2014/main" id="{DA5C355D-4C03-E6DC-1A50-DE7ED909F9E9}"/>
              </a:ext>
            </a:extLst>
          </p:cNvPr>
          <p:cNvSpPr txBox="1">
            <a:spLocks/>
          </p:cNvSpPr>
          <p:nvPr/>
        </p:nvSpPr>
        <p:spPr>
          <a:xfrm>
            <a:off x="199500" y="1552642"/>
            <a:ext cx="920467" cy="552079"/>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Arial"/>
                <a:ea typeface="+mn-ea"/>
                <a:cs typeface="+mn-cs"/>
              </a:rPr>
              <a:t>Program Leadership</a:t>
            </a:r>
          </a:p>
        </p:txBody>
      </p:sp>
      <p:sp>
        <p:nvSpPr>
          <p:cNvPr id="8" name="TextBox 7">
            <a:extLst>
              <a:ext uri="{FF2B5EF4-FFF2-40B4-BE49-F238E27FC236}">
                <a16:creationId xmlns:a16="http://schemas.microsoft.com/office/drawing/2014/main" id="{6B94823D-2DBC-6259-3754-78B20B4ECFF9}"/>
              </a:ext>
            </a:extLst>
          </p:cNvPr>
          <p:cNvSpPr txBox="1">
            <a:spLocks/>
          </p:cNvSpPr>
          <p:nvPr/>
        </p:nvSpPr>
        <p:spPr>
          <a:xfrm>
            <a:off x="199500" y="3475005"/>
            <a:ext cx="920467" cy="2749096"/>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Arial"/>
                <a:ea typeface="+mn-ea"/>
                <a:cs typeface="+mn-cs"/>
              </a:rPr>
              <a:t>Delivery Teams</a:t>
            </a:r>
          </a:p>
          <a:p>
            <a:pPr marL="0" marR="0" lvl="0" indent="0" algn="ctr" defTabSz="977198" rtl="0" eaLnBrk="1" fontAlgn="auto" latinLnBrk="0" hangingPunct="1">
              <a:lnSpc>
                <a:spcPct val="100000"/>
              </a:lnSpc>
              <a:spcBef>
                <a:spcPts val="0"/>
              </a:spcBef>
              <a:spcAft>
                <a:spcPts val="0"/>
              </a:spcAft>
              <a:buClrTx/>
              <a:buSzTx/>
              <a:buFontTx/>
              <a:buNone/>
              <a:tabLst/>
              <a:defRPr/>
            </a:pPr>
            <a:endParaRPr lang="en-GB" sz="1000" b="1" dirty="0">
              <a:solidFill>
                <a:prstClr val="white"/>
              </a:solidFill>
              <a:ea typeface="+mn-ea"/>
              <a:cs typeface="+mn-cs"/>
            </a:endParaRPr>
          </a:p>
          <a:p>
            <a:pPr marL="0" marR="0" lvl="0" indent="0" algn="ctr" defTabSz="977198" rtl="0" eaLnBrk="1" fontAlgn="auto" latinLnBrk="0" hangingPunct="1">
              <a:lnSpc>
                <a:spcPct val="100000"/>
              </a:lnSpc>
              <a:spcBef>
                <a:spcPts val="0"/>
              </a:spcBef>
              <a:spcAft>
                <a:spcPts val="0"/>
              </a:spcAft>
              <a:buClrTx/>
              <a:buSzTx/>
              <a:buFontTx/>
              <a:buNone/>
              <a:tabLst/>
              <a:defRPr/>
            </a:pPr>
            <a:r>
              <a:rPr lang="en-GB" sz="1000" b="1" dirty="0">
                <a:solidFill>
                  <a:prstClr val="white"/>
                </a:solidFill>
                <a:ea typeface="+mn-ea"/>
                <a:cs typeface="+mn-cs"/>
              </a:rPr>
              <a:t>Foundation Release</a:t>
            </a:r>
          </a:p>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Arial"/>
                <a:ea typeface="+mn-ea"/>
                <a:cs typeface="+mn-cs"/>
              </a:rPr>
              <a:t>(High Level)</a:t>
            </a:r>
          </a:p>
        </p:txBody>
      </p:sp>
      <p:sp>
        <p:nvSpPr>
          <p:cNvPr id="9" name="TextBox 8">
            <a:extLst>
              <a:ext uri="{FF2B5EF4-FFF2-40B4-BE49-F238E27FC236}">
                <a16:creationId xmlns:a16="http://schemas.microsoft.com/office/drawing/2014/main" id="{07C1E2B6-E39C-DF09-67DD-AF5BB70377FE}"/>
              </a:ext>
            </a:extLst>
          </p:cNvPr>
          <p:cNvSpPr txBox="1">
            <a:spLocks/>
          </p:cNvSpPr>
          <p:nvPr/>
        </p:nvSpPr>
        <p:spPr>
          <a:xfrm>
            <a:off x="199500" y="2238937"/>
            <a:ext cx="920467" cy="867747"/>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lang="en-GB" sz="1000" b="1" kern="0" dirty="0">
                <a:solidFill>
                  <a:prstClr val="white"/>
                </a:solidFill>
                <a:latin typeface="Arial"/>
                <a:cs typeface="Arial"/>
              </a:rPr>
              <a:t>POs, Functional &amp; Technical Leads</a:t>
            </a:r>
          </a:p>
        </p:txBody>
      </p:sp>
      <p:sp>
        <p:nvSpPr>
          <p:cNvPr id="2" name="Google Shape;919;g22f1b912626_0_165">
            <a:extLst>
              <a:ext uri="{FF2B5EF4-FFF2-40B4-BE49-F238E27FC236}">
                <a16:creationId xmlns:a16="http://schemas.microsoft.com/office/drawing/2014/main" id="{B9B72905-D04F-205D-940B-04CA10597A59}"/>
              </a:ext>
            </a:extLst>
          </p:cNvPr>
          <p:cNvSpPr/>
          <p:nvPr/>
        </p:nvSpPr>
        <p:spPr>
          <a:xfrm>
            <a:off x="10760343" y="4387190"/>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Mark </a:t>
            </a:r>
            <a:r>
              <a:rPr lang="en-US" sz="800" dirty="0" err="1">
                <a:solidFill>
                  <a:schemeClr val="lt1"/>
                </a:solidFill>
              </a:rPr>
              <a:t>Parlsey</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(Platform Owner)</a:t>
            </a:r>
          </a:p>
        </p:txBody>
      </p:sp>
      <p:sp>
        <p:nvSpPr>
          <p:cNvPr id="919" name="Rectangle 918">
            <a:extLst>
              <a:ext uri="{FF2B5EF4-FFF2-40B4-BE49-F238E27FC236}">
                <a16:creationId xmlns:a16="http://schemas.microsoft.com/office/drawing/2014/main" id="{43DD2AF1-E4EA-602E-C430-5A127881A1AA}"/>
              </a:ext>
            </a:extLst>
          </p:cNvPr>
          <p:cNvSpPr/>
          <p:nvPr/>
        </p:nvSpPr>
        <p:spPr>
          <a:xfrm>
            <a:off x="2462247" y="3999117"/>
            <a:ext cx="1141659" cy="2160000"/>
          </a:xfrm>
          <a:prstGeom prst="rect">
            <a:avLst/>
          </a:prstGeom>
        </p:spPr>
        <p:txBody>
          <a:bodyPr wrap="non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Analysts</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Product Owner</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SMEs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2060"/>
                </a:solidFill>
                <a:latin typeface="Arial" charset="0"/>
                <a:ea typeface="+mn-ea"/>
                <a:cs typeface="+mn-cs"/>
              </a:rPr>
              <a:t>GW Consultants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Analyst</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Tech Lead</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a:p>
            <a:pPr defTabSz="932962" fontAlgn="base">
              <a:spcBef>
                <a:spcPct val="0"/>
              </a:spcBef>
              <a:spcAft>
                <a:spcPct val="0"/>
              </a:spcAft>
              <a:buClrTx/>
              <a:buFontTx/>
              <a:buNone/>
              <a:defRPr/>
            </a:pPr>
            <a:endParaRPr lang="en-GB" sz="918" kern="1200" dirty="0">
              <a:solidFill>
                <a:srgbClr val="0098C7"/>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p:txBody>
      </p:sp>
      <p:sp>
        <p:nvSpPr>
          <p:cNvPr id="933" name="Rectangle 932">
            <a:extLst>
              <a:ext uri="{FF2B5EF4-FFF2-40B4-BE49-F238E27FC236}">
                <a16:creationId xmlns:a16="http://schemas.microsoft.com/office/drawing/2014/main" id="{09A78593-A2CE-DB08-A883-0D627CF5EFF1}"/>
              </a:ext>
            </a:extLst>
          </p:cNvPr>
          <p:cNvSpPr/>
          <p:nvPr/>
        </p:nvSpPr>
        <p:spPr>
          <a:xfrm>
            <a:off x="3389785" y="4734916"/>
            <a:ext cx="0" cy="0"/>
          </a:xfrm>
          <a:prstGeom prst="rect">
            <a:avLst/>
          </a:prstGeom>
          <a:noFill/>
          <a:ln w="25400" cap="flat" cmpd="sng" algn="ctr">
            <a:noFill/>
            <a:prstDash val="solid"/>
          </a:ln>
          <a:effectLst/>
        </p:spPr>
        <p:txBody>
          <a:bodyPr rtlCol="0" anchor="ctr"/>
          <a:lstStyle/>
          <a:p>
            <a:pPr marL="0" marR="0" lvl="0" indent="0" algn="ctr" defTabSz="977198"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ea typeface="+mn-ea"/>
              <a:cs typeface="+mn-cs"/>
            </a:endParaRPr>
          </a:p>
        </p:txBody>
      </p:sp>
      <p:sp>
        <p:nvSpPr>
          <p:cNvPr id="934" name="Rectangle 933">
            <a:extLst>
              <a:ext uri="{FF2B5EF4-FFF2-40B4-BE49-F238E27FC236}">
                <a16:creationId xmlns:a16="http://schemas.microsoft.com/office/drawing/2014/main" id="{0979304A-FC80-2B6E-EDCB-57B77260AE98}"/>
              </a:ext>
            </a:extLst>
          </p:cNvPr>
          <p:cNvSpPr/>
          <p:nvPr/>
        </p:nvSpPr>
        <p:spPr>
          <a:xfrm>
            <a:off x="8181104" y="5618172"/>
            <a:ext cx="0" cy="0"/>
          </a:xfrm>
          <a:prstGeom prst="rect">
            <a:avLst/>
          </a:prstGeom>
          <a:noFill/>
          <a:ln w="25400" cap="flat" cmpd="sng" algn="ctr">
            <a:noFill/>
            <a:prstDash val="solid"/>
          </a:ln>
          <a:effectLst/>
        </p:spPr>
        <p:txBody>
          <a:bodyPr rtlCol="0" anchor="ctr"/>
          <a:lstStyle/>
          <a:p>
            <a:pPr marL="0" marR="0" lvl="0" indent="0" algn="ctr" defTabSz="977198"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ea typeface="+mn-ea"/>
              <a:cs typeface="+mn-cs"/>
            </a:endParaRPr>
          </a:p>
        </p:txBody>
      </p:sp>
      <p:sp>
        <p:nvSpPr>
          <p:cNvPr id="935" name="Rounded Rectangle 79">
            <a:extLst>
              <a:ext uri="{FF2B5EF4-FFF2-40B4-BE49-F238E27FC236}">
                <a16:creationId xmlns:a16="http://schemas.microsoft.com/office/drawing/2014/main" id="{84026126-094C-5DF1-5F1E-70DD18DF9982}"/>
              </a:ext>
            </a:extLst>
          </p:cNvPr>
          <p:cNvSpPr/>
          <p:nvPr/>
        </p:nvSpPr>
        <p:spPr>
          <a:xfrm>
            <a:off x="6879320" y="3565961"/>
            <a:ext cx="967418" cy="430792"/>
          </a:xfrm>
          <a:prstGeom prst="roundRect">
            <a:avLst>
              <a:gd name="adj" fmla="val 0"/>
            </a:avLst>
          </a:prstGeom>
          <a:gradFill>
            <a:gsLst>
              <a:gs pos="0">
                <a:srgbClr val="DC199B"/>
              </a:gs>
              <a:gs pos="100000">
                <a:srgbClr val="0098C7"/>
              </a:gs>
            </a:gsLst>
            <a:lin ang="5400000" scaled="1"/>
          </a:gra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Testing Lead</a:t>
            </a:r>
          </a:p>
        </p:txBody>
      </p:sp>
      <p:sp>
        <p:nvSpPr>
          <p:cNvPr id="936" name="Rounded Rectangle 82">
            <a:extLst>
              <a:ext uri="{FF2B5EF4-FFF2-40B4-BE49-F238E27FC236}">
                <a16:creationId xmlns:a16="http://schemas.microsoft.com/office/drawing/2014/main" id="{0755209E-BAE9-1417-FBC0-F9F21DA6CB4B}"/>
              </a:ext>
            </a:extLst>
          </p:cNvPr>
          <p:cNvSpPr/>
          <p:nvPr/>
        </p:nvSpPr>
        <p:spPr>
          <a:xfrm>
            <a:off x="1384752" y="3565961"/>
            <a:ext cx="998307" cy="430792"/>
          </a:xfrm>
          <a:prstGeom prst="roundRect">
            <a:avLst>
              <a:gd name="adj" fmla="val 0"/>
            </a:avLst>
          </a:prstGeom>
          <a:gradFill>
            <a:gsLst>
              <a:gs pos="0">
                <a:srgbClr val="DC199B"/>
              </a:gs>
              <a:gs pos="100000">
                <a:srgbClr val="0098C7"/>
              </a:gs>
            </a:gsLst>
            <a:lin ang="5400000" scaled="1"/>
          </a:gra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Policy Lead</a:t>
            </a:r>
          </a:p>
        </p:txBody>
      </p:sp>
      <p:sp>
        <p:nvSpPr>
          <p:cNvPr id="937" name="Rectangle 936">
            <a:extLst>
              <a:ext uri="{FF2B5EF4-FFF2-40B4-BE49-F238E27FC236}">
                <a16:creationId xmlns:a16="http://schemas.microsoft.com/office/drawing/2014/main" id="{3ACCBBB7-3109-32B7-844B-D3709E3FF15F}"/>
              </a:ext>
            </a:extLst>
          </p:cNvPr>
          <p:cNvSpPr/>
          <p:nvPr/>
        </p:nvSpPr>
        <p:spPr>
          <a:xfrm>
            <a:off x="1396305" y="3999117"/>
            <a:ext cx="1141659" cy="2160000"/>
          </a:xfrm>
          <a:prstGeom prst="rect">
            <a:avLst/>
          </a:prstGeom>
        </p:spPr>
        <p:txBody>
          <a:bodyPr wrap="non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Product Owner</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SMEs</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Analysts</a:t>
            </a:r>
          </a:p>
          <a:p>
            <a:pPr defTabSz="932962" fontAlgn="base">
              <a:spcBef>
                <a:spcPct val="0"/>
              </a:spcBef>
              <a:spcAft>
                <a:spcPct val="0"/>
              </a:spcAft>
              <a:buClrTx/>
              <a:defRPr/>
            </a:pPr>
            <a:r>
              <a:rPr lang="en-GB" sz="918" kern="1200" dirty="0">
                <a:solidFill>
                  <a:srgbClr val="0098C7"/>
                </a:solidFill>
                <a:latin typeface="Arial" charset="0"/>
                <a:ea typeface="+mn-ea"/>
                <a:cs typeface="+mn-cs"/>
              </a:rPr>
              <a:t>Scrum Master</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 Lead</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2060"/>
                </a:solidFill>
                <a:latin typeface="Arial" charset="0"/>
                <a:ea typeface="+mn-ea"/>
                <a:cs typeface="+mn-cs"/>
              </a:rPr>
              <a:t>GW Consultants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Analyst </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Tech Lead</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p:txBody>
      </p:sp>
      <p:cxnSp>
        <p:nvCxnSpPr>
          <p:cNvPr id="942" name="Straight Connector 941">
            <a:extLst>
              <a:ext uri="{FF2B5EF4-FFF2-40B4-BE49-F238E27FC236}">
                <a16:creationId xmlns:a16="http://schemas.microsoft.com/office/drawing/2014/main" id="{02799B83-C25F-032B-3FC0-60B093E2FABC}"/>
              </a:ext>
            </a:extLst>
          </p:cNvPr>
          <p:cNvCxnSpPr>
            <a:cxnSpLocks/>
          </p:cNvCxnSpPr>
          <p:nvPr/>
        </p:nvCxnSpPr>
        <p:spPr>
          <a:xfrm>
            <a:off x="1325260" y="5118953"/>
            <a:ext cx="6510395" cy="0"/>
          </a:xfrm>
          <a:prstGeom prst="line">
            <a:avLst/>
          </a:prstGeom>
          <a:noFill/>
          <a:ln w="19050" cap="flat" cmpd="sng" algn="ctr">
            <a:solidFill>
              <a:srgbClr val="00B0F0"/>
            </a:solidFill>
            <a:prstDash val="dash"/>
            <a:miter lim="800000"/>
          </a:ln>
          <a:effectLst/>
        </p:spPr>
      </p:cxnSp>
      <p:sp>
        <p:nvSpPr>
          <p:cNvPr id="943" name="Rectangle 942">
            <a:extLst>
              <a:ext uri="{FF2B5EF4-FFF2-40B4-BE49-F238E27FC236}">
                <a16:creationId xmlns:a16="http://schemas.microsoft.com/office/drawing/2014/main" id="{E0961D12-0C58-FEF3-943E-83DC2FCED295}"/>
              </a:ext>
            </a:extLst>
          </p:cNvPr>
          <p:cNvSpPr/>
          <p:nvPr/>
        </p:nvSpPr>
        <p:spPr>
          <a:xfrm rot="16200000">
            <a:off x="1003227" y="4209510"/>
            <a:ext cx="564621" cy="233590"/>
          </a:xfrm>
          <a:prstGeom prst="rect">
            <a:avLst/>
          </a:prstGeom>
          <a:solidFill>
            <a:srgbClr val="0070AD">
              <a:lumMod val="50000"/>
            </a:srgbClr>
          </a:solidFill>
        </p:spPr>
        <p:txBody>
          <a:bodyPr wrap="square" lIns="0" rIns="0">
            <a:spAutoFit/>
          </a:bodyPr>
          <a:lstStyle/>
          <a:p>
            <a:pPr marL="0" marR="0" lvl="0" indent="0" algn="ctr" defTabSz="932962" eaLnBrk="1" fontAlgn="auto" latinLnBrk="0" hangingPunct="1">
              <a:lnSpc>
                <a:spcPct val="100000"/>
              </a:lnSpc>
              <a:spcBef>
                <a:spcPts val="0"/>
              </a:spcBef>
              <a:spcAft>
                <a:spcPts val="0"/>
              </a:spcAft>
              <a:buClrTx/>
              <a:buSzTx/>
              <a:buFontTx/>
              <a:buNone/>
              <a:tabLst/>
              <a:defRPr/>
            </a:pPr>
            <a:r>
              <a:rPr kumimoji="0" lang="en-GB" sz="918" b="1" i="1" u="none" strike="noStrike" kern="0" cap="none" spc="0" normalizeH="0" baseline="0" noProof="0" dirty="0">
                <a:ln>
                  <a:noFill/>
                </a:ln>
                <a:solidFill>
                  <a:srgbClr val="FFFFFF"/>
                </a:solidFill>
                <a:effectLst/>
                <a:uLnTx/>
                <a:uFillTx/>
                <a:ea typeface="+mn-ea"/>
                <a:cs typeface="+mn-cs"/>
              </a:rPr>
              <a:t>UK</a:t>
            </a:r>
            <a:endParaRPr kumimoji="0" lang="en-GB" sz="1837" b="0" i="0" u="none" strike="noStrike" kern="0" cap="none" spc="0" normalizeH="0" baseline="0" noProof="0" dirty="0">
              <a:ln>
                <a:noFill/>
              </a:ln>
              <a:solidFill>
                <a:srgbClr val="FFFFFF"/>
              </a:solidFill>
              <a:effectLst/>
              <a:uLnTx/>
              <a:uFillTx/>
              <a:latin typeface="Arial" charset="0"/>
              <a:ea typeface="+mn-ea"/>
              <a:cs typeface="+mn-cs"/>
            </a:endParaRPr>
          </a:p>
        </p:txBody>
      </p:sp>
      <p:sp>
        <p:nvSpPr>
          <p:cNvPr id="956" name="Rectangle 955">
            <a:extLst>
              <a:ext uri="{FF2B5EF4-FFF2-40B4-BE49-F238E27FC236}">
                <a16:creationId xmlns:a16="http://schemas.microsoft.com/office/drawing/2014/main" id="{39BA74A3-3C2B-6CDC-1CF1-DADDC69CFEFB}"/>
              </a:ext>
            </a:extLst>
          </p:cNvPr>
          <p:cNvSpPr/>
          <p:nvPr/>
        </p:nvSpPr>
        <p:spPr>
          <a:xfrm rot="16200000">
            <a:off x="986918" y="5360289"/>
            <a:ext cx="568671" cy="233590"/>
          </a:xfrm>
          <a:prstGeom prst="rect">
            <a:avLst/>
          </a:prstGeom>
          <a:solidFill>
            <a:srgbClr val="0070AD">
              <a:lumMod val="50000"/>
            </a:srgbClr>
          </a:solidFill>
        </p:spPr>
        <p:txBody>
          <a:bodyPr wrap="square" lIns="0" rIns="0">
            <a:spAutoFit/>
          </a:bodyPr>
          <a:lstStyle/>
          <a:p>
            <a:pPr marL="0" marR="0" lvl="0" indent="0" algn="ctr" defTabSz="932962" eaLnBrk="1" fontAlgn="auto" latinLnBrk="0" hangingPunct="1">
              <a:lnSpc>
                <a:spcPct val="100000"/>
              </a:lnSpc>
              <a:spcBef>
                <a:spcPts val="0"/>
              </a:spcBef>
              <a:spcAft>
                <a:spcPts val="0"/>
              </a:spcAft>
              <a:buClrTx/>
              <a:buSzTx/>
              <a:buFontTx/>
              <a:buNone/>
              <a:tabLst/>
              <a:defRPr/>
            </a:pPr>
            <a:r>
              <a:rPr kumimoji="0" lang="en-GB" sz="918" b="1" i="1" u="none" strike="noStrike" kern="0" cap="none" spc="0" normalizeH="0" baseline="0" noProof="0" dirty="0">
                <a:ln>
                  <a:noFill/>
                </a:ln>
                <a:solidFill>
                  <a:srgbClr val="FFFFFF"/>
                </a:solidFill>
                <a:effectLst/>
                <a:uLnTx/>
                <a:uFillTx/>
                <a:ea typeface="+mn-ea"/>
                <a:cs typeface="+mn-cs"/>
              </a:rPr>
              <a:t>India</a:t>
            </a:r>
            <a:endParaRPr kumimoji="0" lang="en-GB" sz="1837" b="0" i="0" u="none" strike="noStrike" kern="0" cap="none" spc="0" normalizeH="0" baseline="0" noProof="0" dirty="0">
              <a:ln>
                <a:noFill/>
              </a:ln>
              <a:solidFill>
                <a:srgbClr val="FFFFFF"/>
              </a:solidFill>
              <a:effectLst/>
              <a:uLnTx/>
              <a:uFillTx/>
              <a:latin typeface="Arial" charset="0"/>
              <a:ea typeface="+mn-ea"/>
              <a:cs typeface="+mn-cs"/>
            </a:endParaRPr>
          </a:p>
        </p:txBody>
      </p:sp>
      <p:sp>
        <p:nvSpPr>
          <p:cNvPr id="965" name="Rectangle 964">
            <a:extLst>
              <a:ext uri="{FF2B5EF4-FFF2-40B4-BE49-F238E27FC236}">
                <a16:creationId xmlns:a16="http://schemas.microsoft.com/office/drawing/2014/main" id="{600B64E9-5196-422E-952D-7C2A2C528987}"/>
              </a:ext>
            </a:extLst>
          </p:cNvPr>
          <p:cNvSpPr/>
          <p:nvPr/>
        </p:nvSpPr>
        <p:spPr>
          <a:xfrm>
            <a:off x="4601713" y="3999117"/>
            <a:ext cx="1179568" cy="2160000"/>
          </a:xfrm>
          <a:prstGeom prst="rect">
            <a:avLst/>
          </a:prstGeom>
        </p:spPr>
        <p:txBody>
          <a:bodyPr wrap="squar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Product Owner</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Technical SMEs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Data Architect</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 Data Analyst</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ETL Developers</a:t>
            </a:r>
          </a:p>
          <a:p>
            <a:pPr defTabSz="932962" fontAlgn="base">
              <a:spcBef>
                <a:spcPct val="0"/>
              </a:spcBef>
              <a:spcAft>
                <a:spcPct val="0"/>
              </a:spcAft>
              <a:buClrTx/>
              <a:buFontTx/>
              <a:buNone/>
              <a:defRPr/>
            </a:pPr>
            <a:r>
              <a:rPr lang="en-GB" sz="918" kern="1200" dirty="0" err="1">
                <a:solidFill>
                  <a:srgbClr val="0098C7"/>
                </a:solidFill>
                <a:latin typeface="Arial" charset="0"/>
                <a:ea typeface="+mn-ea"/>
                <a:cs typeface="+mn-cs"/>
              </a:rPr>
              <a:t>DataHub</a:t>
            </a:r>
            <a:r>
              <a:rPr lang="en-GB" sz="918" kern="1200" dirty="0">
                <a:solidFill>
                  <a:srgbClr val="0098C7"/>
                </a:solidFill>
                <a:latin typeface="Arial" charset="0"/>
                <a:ea typeface="+mn-ea"/>
                <a:cs typeface="+mn-cs"/>
              </a:rPr>
              <a:t> 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p:txBody>
      </p:sp>
      <p:sp>
        <p:nvSpPr>
          <p:cNvPr id="966" name="Rounded Rectangle 185">
            <a:extLst>
              <a:ext uri="{FF2B5EF4-FFF2-40B4-BE49-F238E27FC236}">
                <a16:creationId xmlns:a16="http://schemas.microsoft.com/office/drawing/2014/main" id="{A661A4A6-98AA-549A-A63D-90C9F927BFF9}"/>
              </a:ext>
            </a:extLst>
          </p:cNvPr>
          <p:cNvSpPr/>
          <p:nvPr/>
        </p:nvSpPr>
        <p:spPr>
          <a:xfrm>
            <a:off x="2489720" y="3565961"/>
            <a:ext cx="998307" cy="430792"/>
          </a:xfrm>
          <a:prstGeom prst="roundRect">
            <a:avLst>
              <a:gd name="adj" fmla="val 0"/>
            </a:avLst>
          </a:prstGeom>
          <a:gradFill>
            <a:gsLst>
              <a:gs pos="0">
                <a:srgbClr val="DC199B"/>
              </a:gs>
              <a:gs pos="100000">
                <a:srgbClr val="0098C7"/>
              </a:gs>
            </a:gsLst>
            <a:lin ang="5400000" scaled="1"/>
          </a:gra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Billing Lead</a:t>
            </a:r>
          </a:p>
        </p:txBody>
      </p:sp>
      <p:sp>
        <p:nvSpPr>
          <p:cNvPr id="967" name="Rounded Rectangle 186">
            <a:extLst>
              <a:ext uri="{FF2B5EF4-FFF2-40B4-BE49-F238E27FC236}">
                <a16:creationId xmlns:a16="http://schemas.microsoft.com/office/drawing/2014/main" id="{E474EA41-BB7E-4DFF-2991-CF65BE77A2F0}"/>
              </a:ext>
            </a:extLst>
          </p:cNvPr>
          <p:cNvSpPr/>
          <p:nvPr/>
        </p:nvSpPr>
        <p:spPr>
          <a:xfrm>
            <a:off x="3594218" y="3565961"/>
            <a:ext cx="889367" cy="430792"/>
          </a:xfrm>
          <a:prstGeom prst="roundRect">
            <a:avLst>
              <a:gd name="adj" fmla="val 0"/>
            </a:avLst>
          </a:prstGeom>
          <a:gradFill>
            <a:gsLst>
              <a:gs pos="0">
                <a:srgbClr val="DC199B"/>
              </a:gs>
              <a:gs pos="100000">
                <a:srgbClr val="0098C7"/>
              </a:gs>
            </a:gsLst>
            <a:lin ang="5400000" scaled="1"/>
          </a:gra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Integration Lead</a:t>
            </a:r>
          </a:p>
        </p:txBody>
      </p:sp>
      <p:sp>
        <p:nvSpPr>
          <p:cNvPr id="969" name="Rounded Rectangle 186">
            <a:extLst>
              <a:ext uri="{FF2B5EF4-FFF2-40B4-BE49-F238E27FC236}">
                <a16:creationId xmlns:a16="http://schemas.microsoft.com/office/drawing/2014/main" id="{F4658E67-CFC9-01EC-1511-3C6F00C4E17A}"/>
              </a:ext>
            </a:extLst>
          </p:cNvPr>
          <p:cNvSpPr/>
          <p:nvPr/>
        </p:nvSpPr>
        <p:spPr>
          <a:xfrm>
            <a:off x="4648668" y="3565961"/>
            <a:ext cx="969384" cy="430792"/>
          </a:xfrm>
          <a:prstGeom prst="roundRect">
            <a:avLst>
              <a:gd name="adj" fmla="val 0"/>
            </a:avLst>
          </a:prstGeom>
          <a:gradFill>
            <a:gsLst>
              <a:gs pos="0">
                <a:srgbClr val="DC199B"/>
              </a:gs>
              <a:gs pos="100000">
                <a:srgbClr val="0098C7"/>
              </a:gs>
            </a:gsLst>
            <a:lin ang="5400000" scaled="1"/>
          </a:gra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a:solidFill>
                  <a:prstClr val="white"/>
                </a:solidFill>
                <a:ea typeface="+mn-ea"/>
                <a:cs typeface="Arial" pitchFamily="34" charset="0"/>
              </a:rPr>
              <a:t>Data Lead</a:t>
            </a:r>
          </a:p>
        </p:txBody>
      </p:sp>
      <p:sp>
        <p:nvSpPr>
          <p:cNvPr id="971" name="Rectangle 970">
            <a:extLst>
              <a:ext uri="{FF2B5EF4-FFF2-40B4-BE49-F238E27FC236}">
                <a16:creationId xmlns:a16="http://schemas.microsoft.com/office/drawing/2014/main" id="{8FA17ACF-FF17-CB9D-07B9-38D7E5F18297}"/>
              </a:ext>
            </a:extLst>
          </p:cNvPr>
          <p:cNvSpPr/>
          <p:nvPr/>
        </p:nvSpPr>
        <p:spPr>
          <a:xfrm>
            <a:off x="3572658" y="3999117"/>
            <a:ext cx="1116527" cy="2160000"/>
          </a:xfrm>
          <a:prstGeom prst="rect">
            <a:avLst/>
          </a:prstGeom>
        </p:spPr>
        <p:txBody>
          <a:bodyPr wrap="square">
            <a:noAutofit/>
          </a:bodyPr>
          <a:lstStyle/>
          <a:p>
            <a:pPr defTabSz="932962" fontAlgn="base">
              <a:spcBef>
                <a:spcPct val="0"/>
              </a:spcBef>
              <a:spcAft>
                <a:spcPct val="0"/>
              </a:spcAft>
              <a:buClrTx/>
              <a:defRPr/>
            </a:pPr>
            <a:r>
              <a:rPr lang="en-GB" sz="918" kern="1200" dirty="0">
                <a:solidFill>
                  <a:srgbClr val="DC199B"/>
                </a:solidFill>
                <a:latin typeface="Arial" charset="0"/>
                <a:ea typeface="+mn-ea"/>
                <a:cs typeface="+mn-cs"/>
              </a:rPr>
              <a:t>Technical SMEs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2060"/>
                </a:solidFill>
                <a:latin typeface="Arial" charset="0"/>
                <a:ea typeface="+mn-ea"/>
                <a:cs typeface="+mn-cs"/>
              </a:rPr>
              <a:t>GW Consultants</a:t>
            </a:r>
          </a:p>
          <a:p>
            <a:pPr defTabSz="932962" fontAlgn="base">
              <a:spcBef>
                <a:spcPct val="0"/>
              </a:spcBef>
              <a:spcAft>
                <a:spcPct val="0"/>
              </a:spcAft>
              <a:buClrTx/>
              <a:buFontTx/>
              <a:buNone/>
              <a:defRPr/>
            </a:pPr>
            <a:endParaRPr lang="en-GB" sz="918" kern="1200" dirty="0">
              <a:solidFill>
                <a:srgbClr val="002060"/>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 Mapping Analyst</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Tech Lead</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p:txBody>
      </p:sp>
      <p:sp>
        <p:nvSpPr>
          <p:cNvPr id="974" name="Rounded Rectangle 145">
            <a:extLst>
              <a:ext uri="{FF2B5EF4-FFF2-40B4-BE49-F238E27FC236}">
                <a16:creationId xmlns:a16="http://schemas.microsoft.com/office/drawing/2014/main" id="{5E984A70-4EDA-6B76-17AD-5F0F032678D8}"/>
              </a:ext>
            </a:extLst>
          </p:cNvPr>
          <p:cNvSpPr/>
          <p:nvPr/>
        </p:nvSpPr>
        <p:spPr>
          <a:xfrm>
            <a:off x="1439794" y="5942288"/>
            <a:ext cx="6524093" cy="278767"/>
          </a:xfrm>
          <a:prstGeom prst="roundRect">
            <a:avLst>
              <a:gd name="adj" fmla="val 0"/>
            </a:avLst>
          </a:prstGeom>
          <a:solidFill>
            <a:srgbClr val="0098C7"/>
          </a:soli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a:solidFill>
                  <a:prstClr val="white"/>
                </a:solidFill>
                <a:ea typeface="+mn-ea"/>
                <a:cs typeface="Arial" pitchFamily="34" charset="0"/>
              </a:rPr>
              <a:t>Automation Testers / Performance Testers</a:t>
            </a:r>
          </a:p>
        </p:txBody>
      </p:sp>
      <p:sp>
        <p:nvSpPr>
          <p:cNvPr id="977" name="Rectangle 976">
            <a:extLst>
              <a:ext uri="{FF2B5EF4-FFF2-40B4-BE49-F238E27FC236}">
                <a16:creationId xmlns:a16="http://schemas.microsoft.com/office/drawing/2014/main" id="{75E232AA-8A3A-1DF6-8964-8A30E1E4FF8C}"/>
              </a:ext>
            </a:extLst>
          </p:cNvPr>
          <p:cNvSpPr/>
          <p:nvPr/>
        </p:nvSpPr>
        <p:spPr>
          <a:xfrm>
            <a:off x="5811684" y="3984739"/>
            <a:ext cx="1179568" cy="2160000"/>
          </a:xfrm>
          <a:prstGeom prst="rect">
            <a:avLst/>
          </a:prstGeom>
        </p:spPr>
        <p:txBody>
          <a:bodyPr wrap="squar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Product Owner</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SMEs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Technical SMEs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 Migration Analyst</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Migration 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p:txBody>
      </p:sp>
      <p:sp>
        <p:nvSpPr>
          <p:cNvPr id="978" name="Rounded Rectangle 186">
            <a:extLst>
              <a:ext uri="{FF2B5EF4-FFF2-40B4-BE49-F238E27FC236}">
                <a16:creationId xmlns:a16="http://schemas.microsoft.com/office/drawing/2014/main" id="{C9CA072B-1D08-6A7C-B3D7-4FDBF3351CD5}"/>
              </a:ext>
            </a:extLst>
          </p:cNvPr>
          <p:cNvSpPr/>
          <p:nvPr/>
        </p:nvSpPr>
        <p:spPr>
          <a:xfrm>
            <a:off x="5773420" y="3565961"/>
            <a:ext cx="969384" cy="430792"/>
          </a:xfrm>
          <a:prstGeom prst="roundRect">
            <a:avLst>
              <a:gd name="adj" fmla="val 0"/>
            </a:avLst>
          </a:prstGeom>
          <a:gradFill>
            <a:gsLst>
              <a:gs pos="0">
                <a:srgbClr val="DC199B"/>
              </a:gs>
              <a:gs pos="100000">
                <a:srgbClr val="0098C7"/>
              </a:gs>
            </a:gsLst>
            <a:lin ang="5400000" scaled="1"/>
          </a:gra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Migration Lead</a:t>
            </a:r>
          </a:p>
        </p:txBody>
      </p:sp>
      <p:sp>
        <p:nvSpPr>
          <p:cNvPr id="985" name="Google Shape;919;g22f1b912626_0_165">
            <a:extLst>
              <a:ext uri="{FF2B5EF4-FFF2-40B4-BE49-F238E27FC236}">
                <a16:creationId xmlns:a16="http://schemas.microsoft.com/office/drawing/2014/main" id="{72F60A4C-F595-419A-4288-C1334C79E607}"/>
              </a:ext>
            </a:extLst>
          </p:cNvPr>
          <p:cNvSpPr/>
          <p:nvPr/>
        </p:nvSpPr>
        <p:spPr>
          <a:xfrm>
            <a:off x="6695276" y="2257274"/>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 (Hexaware)</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(Test Mgr)</a:t>
            </a:r>
            <a:endParaRPr sz="800" dirty="0">
              <a:solidFill>
                <a:schemeClr val="lt1"/>
              </a:solidFill>
            </a:endParaRPr>
          </a:p>
        </p:txBody>
      </p:sp>
      <p:sp>
        <p:nvSpPr>
          <p:cNvPr id="986" name="Google Shape;919;g22f1b912626_0_165">
            <a:extLst>
              <a:ext uri="{FF2B5EF4-FFF2-40B4-BE49-F238E27FC236}">
                <a16:creationId xmlns:a16="http://schemas.microsoft.com/office/drawing/2014/main" id="{EA420B40-85A7-C8F9-C97F-80F371DA8777}"/>
              </a:ext>
            </a:extLst>
          </p:cNvPr>
          <p:cNvSpPr/>
          <p:nvPr/>
        </p:nvSpPr>
        <p:spPr>
          <a:xfrm>
            <a:off x="6695276" y="2543421"/>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IN" sz="800" dirty="0" err="1">
                <a:solidFill>
                  <a:schemeClr val="bg1"/>
                </a:solidFill>
              </a:rPr>
              <a:t>SivaramaKrishna</a:t>
            </a:r>
            <a:r>
              <a:rPr lang="en-IN" sz="800" dirty="0">
                <a:solidFill>
                  <a:schemeClr val="bg1"/>
                </a:solidFill>
              </a:rPr>
              <a:t> Narayanan (Test Mgr)</a:t>
            </a:r>
          </a:p>
        </p:txBody>
      </p:sp>
      <p:sp>
        <p:nvSpPr>
          <p:cNvPr id="987" name="Google Shape;870;g22f1b912626_0_165">
            <a:extLst>
              <a:ext uri="{FF2B5EF4-FFF2-40B4-BE49-F238E27FC236}">
                <a16:creationId xmlns:a16="http://schemas.microsoft.com/office/drawing/2014/main" id="{E367E28D-687C-4A4B-D0A3-473A59604938}"/>
              </a:ext>
            </a:extLst>
          </p:cNvPr>
          <p:cNvSpPr/>
          <p:nvPr/>
        </p:nvSpPr>
        <p:spPr>
          <a:xfrm>
            <a:off x="10728858" y="5207289"/>
            <a:ext cx="1287844" cy="100650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w="9525" cap="flat" cmpd="sng">
            <a:noFill/>
            <a:prstDash val="dash"/>
            <a:round/>
            <a:headEnd type="none" w="sm" len="sm"/>
            <a:tailEnd type="none" w="sm" len="sm"/>
          </a:ln>
        </p:spPr>
        <p:txBody>
          <a:bodyPr spcFirstLastPara="1" wrap="square" lIns="72000" tIns="0" rIns="0" bIns="0" anchor="ctr" anchorCtr="0">
            <a:noAutofit/>
          </a:bodyPr>
          <a:lstStyle/>
          <a:p>
            <a:pPr marR="0" lvl="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FFFFFF"/>
                </a:solidFill>
                <a:effectLst/>
                <a:uLnTx/>
                <a:uFillTx/>
                <a:latin typeface="Arial"/>
                <a:cs typeface="Arial"/>
                <a:sym typeface="Arial"/>
              </a:rPr>
              <a:t>PAS BAU transition team (dependent on Beazley’s ITOM/ BAU service management structure)</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sp>
        <p:nvSpPr>
          <p:cNvPr id="989" name="Google Shape;941;g22f1b912626_0_165">
            <a:extLst>
              <a:ext uri="{FF2B5EF4-FFF2-40B4-BE49-F238E27FC236}">
                <a16:creationId xmlns:a16="http://schemas.microsoft.com/office/drawing/2014/main" id="{8C60D923-BD05-F601-D904-1F2A3EDBD731}"/>
              </a:ext>
            </a:extLst>
          </p:cNvPr>
          <p:cNvSpPr/>
          <p:nvPr/>
        </p:nvSpPr>
        <p:spPr>
          <a:xfrm>
            <a:off x="9457392" y="5630463"/>
            <a:ext cx="1241098" cy="56928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w="9525" cap="flat" cmpd="sng">
            <a:noFill/>
            <a:prstDash val="dash"/>
            <a:round/>
            <a:headEnd type="none" w="sm" len="sm"/>
            <a:tailEnd type="none" w="sm" len="sm"/>
          </a:ln>
        </p:spPr>
        <p:txBody>
          <a:bodyPr spcFirstLastPara="1" wrap="square" lIns="10800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FFFFFF"/>
                </a:solidFill>
                <a:effectLst/>
                <a:uLnTx/>
                <a:uFillTx/>
                <a:latin typeface="Arial"/>
                <a:cs typeface="Arial"/>
                <a:sym typeface="Arial"/>
              </a:rPr>
              <a:t>Shared Services - IT Security, Risk/Audit, Compliance</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sp>
        <p:nvSpPr>
          <p:cNvPr id="991" name="Rectangle 990">
            <a:extLst>
              <a:ext uri="{FF2B5EF4-FFF2-40B4-BE49-F238E27FC236}">
                <a16:creationId xmlns:a16="http://schemas.microsoft.com/office/drawing/2014/main" id="{E7978FA5-43FD-F36B-C942-BCF88821F0BC}"/>
              </a:ext>
            </a:extLst>
          </p:cNvPr>
          <p:cNvSpPr/>
          <p:nvPr/>
        </p:nvSpPr>
        <p:spPr>
          <a:xfrm>
            <a:off x="9490840" y="886633"/>
            <a:ext cx="2521094" cy="19401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7" name="Rectangle 836">
            <a:extLst>
              <a:ext uri="{FF2B5EF4-FFF2-40B4-BE49-F238E27FC236}">
                <a16:creationId xmlns:a16="http://schemas.microsoft.com/office/drawing/2014/main" id="{82FDEEFE-2EB7-3A5A-63A6-39FA9CDD5B90}"/>
              </a:ext>
            </a:extLst>
          </p:cNvPr>
          <p:cNvSpPr/>
          <p:nvPr/>
        </p:nvSpPr>
        <p:spPr>
          <a:xfrm>
            <a:off x="9478617" y="4375165"/>
            <a:ext cx="2521094" cy="6093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9" name="TextBox 838">
            <a:extLst>
              <a:ext uri="{FF2B5EF4-FFF2-40B4-BE49-F238E27FC236}">
                <a16:creationId xmlns:a16="http://schemas.microsoft.com/office/drawing/2014/main" id="{B447D194-BDB6-7BFF-0131-480DF885A398}"/>
              </a:ext>
            </a:extLst>
          </p:cNvPr>
          <p:cNvSpPr txBox="1"/>
          <p:nvPr/>
        </p:nvSpPr>
        <p:spPr>
          <a:xfrm>
            <a:off x="9464869" y="895728"/>
            <a:ext cx="569387" cy="261610"/>
          </a:xfrm>
          <a:prstGeom prst="rect">
            <a:avLst/>
          </a:prstGeom>
          <a:noFill/>
        </p:spPr>
        <p:txBody>
          <a:bodyPr wrap="none" rtlCol="0">
            <a:spAutoFit/>
          </a:bodyPr>
          <a:lstStyle/>
          <a:p>
            <a:r>
              <a:rPr lang="en-GB" sz="1100" b="1" dirty="0"/>
              <a:t>SMEs</a:t>
            </a:r>
          </a:p>
        </p:txBody>
      </p:sp>
      <p:sp>
        <p:nvSpPr>
          <p:cNvPr id="851" name="TextBox 850">
            <a:extLst>
              <a:ext uri="{FF2B5EF4-FFF2-40B4-BE49-F238E27FC236}">
                <a16:creationId xmlns:a16="http://schemas.microsoft.com/office/drawing/2014/main" id="{EEA78BB7-FBDC-2DCE-BF2B-6F8094C74307}"/>
              </a:ext>
            </a:extLst>
          </p:cNvPr>
          <p:cNvSpPr txBox="1"/>
          <p:nvPr/>
        </p:nvSpPr>
        <p:spPr>
          <a:xfrm>
            <a:off x="9447389" y="4367295"/>
            <a:ext cx="1309974" cy="261610"/>
          </a:xfrm>
          <a:prstGeom prst="rect">
            <a:avLst/>
          </a:prstGeom>
          <a:noFill/>
        </p:spPr>
        <p:txBody>
          <a:bodyPr wrap="none" rtlCol="0">
            <a:spAutoFit/>
          </a:bodyPr>
          <a:lstStyle/>
          <a:p>
            <a:r>
              <a:rPr lang="en-GB" sz="1100" b="1" dirty="0"/>
              <a:t>Platform Owners</a:t>
            </a:r>
          </a:p>
        </p:txBody>
      </p:sp>
      <p:sp>
        <p:nvSpPr>
          <p:cNvPr id="852" name="Rectangle 851">
            <a:extLst>
              <a:ext uri="{FF2B5EF4-FFF2-40B4-BE49-F238E27FC236}">
                <a16:creationId xmlns:a16="http://schemas.microsoft.com/office/drawing/2014/main" id="{F47BBC94-64A1-12D6-F92D-E082C3431B1A}"/>
              </a:ext>
            </a:extLst>
          </p:cNvPr>
          <p:cNvSpPr/>
          <p:nvPr/>
        </p:nvSpPr>
        <p:spPr>
          <a:xfrm>
            <a:off x="9480570" y="3069979"/>
            <a:ext cx="1231948" cy="112328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3" name="Rectangle 852">
            <a:extLst>
              <a:ext uri="{FF2B5EF4-FFF2-40B4-BE49-F238E27FC236}">
                <a16:creationId xmlns:a16="http://schemas.microsoft.com/office/drawing/2014/main" id="{CF5A6DC7-91CF-4E10-93EE-084AA4F240AC}"/>
              </a:ext>
            </a:extLst>
          </p:cNvPr>
          <p:cNvSpPr/>
          <p:nvPr/>
        </p:nvSpPr>
        <p:spPr>
          <a:xfrm>
            <a:off x="10768083" y="3069980"/>
            <a:ext cx="1231948" cy="8128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4" name="Rectangle 853">
            <a:extLst>
              <a:ext uri="{FF2B5EF4-FFF2-40B4-BE49-F238E27FC236}">
                <a16:creationId xmlns:a16="http://schemas.microsoft.com/office/drawing/2014/main" id="{A98FA6FC-9CE3-8850-E35A-85497D80ACDF}"/>
              </a:ext>
            </a:extLst>
          </p:cNvPr>
          <p:cNvSpPr/>
          <p:nvPr/>
        </p:nvSpPr>
        <p:spPr>
          <a:xfrm>
            <a:off x="9466723" y="5213310"/>
            <a:ext cx="2549979" cy="1000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5" name="TextBox 854">
            <a:extLst>
              <a:ext uri="{FF2B5EF4-FFF2-40B4-BE49-F238E27FC236}">
                <a16:creationId xmlns:a16="http://schemas.microsoft.com/office/drawing/2014/main" id="{A4486976-88A6-A8E4-BF71-279505A4C2DD}"/>
              </a:ext>
            </a:extLst>
          </p:cNvPr>
          <p:cNvSpPr txBox="1"/>
          <p:nvPr/>
        </p:nvSpPr>
        <p:spPr>
          <a:xfrm>
            <a:off x="9424684" y="5256609"/>
            <a:ext cx="1282723" cy="261610"/>
          </a:xfrm>
          <a:prstGeom prst="rect">
            <a:avLst/>
          </a:prstGeom>
          <a:noFill/>
        </p:spPr>
        <p:txBody>
          <a:bodyPr wrap="none" rtlCol="0">
            <a:spAutoFit/>
          </a:bodyPr>
          <a:lstStyle/>
          <a:p>
            <a:r>
              <a:rPr lang="en-GB" sz="1100" b="1" dirty="0"/>
              <a:t>Shared Services</a:t>
            </a:r>
          </a:p>
        </p:txBody>
      </p:sp>
      <p:sp>
        <p:nvSpPr>
          <p:cNvPr id="856" name="TextBox 855">
            <a:extLst>
              <a:ext uri="{FF2B5EF4-FFF2-40B4-BE49-F238E27FC236}">
                <a16:creationId xmlns:a16="http://schemas.microsoft.com/office/drawing/2014/main" id="{EF1734EA-875A-80CE-DCB4-63D57BA312D9}"/>
              </a:ext>
            </a:extLst>
          </p:cNvPr>
          <p:cNvSpPr txBox="1"/>
          <p:nvPr/>
        </p:nvSpPr>
        <p:spPr>
          <a:xfrm>
            <a:off x="9419928" y="3059936"/>
            <a:ext cx="873957" cy="261610"/>
          </a:xfrm>
          <a:prstGeom prst="rect">
            <a:avLst/>
          </a:prstGeom>
          <a:noFill/>
        </p:spPr>
        <p:txBody>
          <a:bodyPr wrap="none" rtlCol="0">
            <a:spAutoFit/>
          </a:bodyPr>
          <a:lstStyle/>
          <a:p>
            <a:r>
              <a:rPr lang="en-GB" sz="1100" b="1" dirty="0"/>
              <a:t>Architects</a:t>
            </a:r>
          </a:p>
        </p:txBody>
      </p:sp>
      <p:sp>
        <p:nvSpPr>
          <p:cNvPr id="857" name="TextBox 856">
            <a:extLst>
              <a:ext uri="{FF2B5EF4-FFF2-40B4-BE49-F238E27FC236}">
                <a16:creationId xmlns:a16="http://schemas.microsoft.com/office/drawing/2014/main" id="{8423E7BA-9850-B9A5-BCBC-AEBE9A0F5F9A}"/>
              </a:ext>
            </a:extLst>
          </p:cNvPr>
          <p:cNvSpPr txBox="1"/>
          <p:nvPr/>
        </p:nvSpPr>
        <p:spPr>
          <a:xfrm>
            <a:off x="10707452" y="3054685"/>
            <a:ext cx="718466" cy="261610"/>
          </a:xfrm>
          <a:prstGeom prst="rect">
            <a:avLst/>
          </a:prstGeom>
          <a:noFill/>
        </p:spPr>
        <p:txBody>
          <a:bodyPr wrap="none" rtlCol="0">
            <a:spAutoFit/>
          </a:bodyPr>
          <a:lstStyle/>
          <a:p>
            <a:r>
              <a:rPr lang="en-GB" sz="1100" b="1" dirty="0"/>
              <a:t>DevOps</a:t>
            </a:r>
          </a:p>
        </p:txBody>
      </p:sp>
      <p:sp>
        <p:nvSpPr>
          <p:cNvPr id="858" name="TextBox 857">
            <a:extLst>
              <a:ext uri="{FF2B5EF4-FFF2-40B4-BE49-F238E27FC236}">
                <a16:creationId xmlns:a16="http://schemas.microsoft.com/office/drawing/2014/main" id="{153EAD49-6D34-FDE3-62E1-07527C938D2C}"/>
              </a:ext>
            </a:extLst>
          </p:cNvPr>
          <p:cNvSpPr txBox="1">
            <a:spLocks/>
          </p:cNvSpPr>
          <p:nvPr/>
        </p:nvSpPr>
        <p:spPr>
          <a:xfrm>
            <a:off x="9452344" y="485434"/>
            <a:ext cx="2539011" cy="284669"/>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Arial"/>
                <a:ea typeface="+mn-ea"/>
                <a:cs typeface="+mn-cs"/>
              </a:rPr>
              <a:t>Cross-Programme Delivery Support</a:t>
            </a:r>
          </a:p>
        </p:txBody>
      </p:sp>
      <p:sp>
        <p:nvSpPr>
          <p:cNvPr id="3" name="Rectangle 2">
            <a:extLst>
              <a:ext uri="{FF2B5EF4-FFF2-40B4-BE49-F238E27FC236}">
                <a16:creationId xmlns:a16="http://schemas.microsoft.com/office/drawing/2014/main" id="{CD4BB31B-FDF8-DC00-5296-D504EA9C62F1}"/>
              </a:ext>
            </a:extLst>
          </p:cNvPr>
          <p:cNvSpPr/>
          <p:nvPr/>
        </p:nvSpPr>
        <p:spPr>
          <a:xfrm>
            <a:off x="199500" y="874926"/>
            <a:ext cx="5072112" cy="5777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98FE1F5D-077C-1F28-D8BB-04423B69DC4C}"/>
              </a:ext>
            </a:extLst>
          </p:cNvPr>
          <p:cNvSpPr/>
          <p:nvPr/>
        </p:nvSpPr>
        <p:spPr>
          <a:xfrm>
            <a:off x="207320" y="1537620"/>
            <a:ext cx="6389305" cy="5710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D0BFC1F-C5B4-8845-9B2F-A9B957768B20}"/>
              </a:ext>
            </a:extLst>
          </p:cNvPr>
          <p:cNvSpPr/>
          <p:nvPr/>
        </p:nvSpPr>
        <p:spPr>
          <a:xfrm>
            <a:off x="199500" y="2237815"/>
            <a:ext cx="9008169" cy="8688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4EB075B7-6A28-F541-D6F5-45CA278E5F62}"/>
              </a:ext>
            </a:extLst>
          </p:cNvPr>
          <p:cNvSpPr/>
          <p:nvPr/>
        </p:nvSpPr>
        <p:spPr>
          <a:xfrm>
            <a:off x="197990" y="3475005"/>
            <a:ext cx="9008168" cy="27457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Connector 12">
            <a:extLst>
              <a:ext uri="{FF2B5EF4-FFF2-40B4-BE49-F238E27FC236}">
                <a16:creationId xmlns:a16="http://schemas.microsoft.com/office/drawing/2014/main" id="{638629FA-4FD7-B1A9-6CB2-009966B73FAD}"/>
              </a:ext>
            </a:extLst>
          </p:cNvPr>
          <p:cNvCxnSpPr/>
          <p:nvPr/>
        </p:nvCxnSpPr>
        <p:spPr>
          <a:xfrm>
            <a:off x="9490840" y="1486018"/>
            <a:ext cx="25012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A3EFAF0-FE5E-C5C1-0716-5FAC42101B9F}"/>
              </a:ext>
            </a:extLst>
          </p:cNvPr>
          <p:cNvCxnSpPr/>
          <p:nvPr/>
        </p:nvCxnSpPr>
        <p:spPr>
          <a:xfrm>
            <a:off x="9510314" y="2156089"/>
            <a:ext cx="25012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F6082EE-AC9C-7D3D-99AC-B6F008084216}"/>
              </a:ext>
            </a:extLst>
          </p:cNvPr>
          <p:cNvCxnSpPr/>
          <p:nvPr/>
        </p:nvCxnSpPr>
        <p:spPr>
          <a:xfrm>
            <a:off x="9493444" y="1580518"/>
            <a:ext cx="25012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3114084-1547-FD0A-9D9A-96D2481289C9}"/>
              </a:ext>
            </a:extLst>
          </p:cNvPr>
          <p:cNvCxnSpPr/>
          <p:nvPr/>
        </p:nvCxnSpPr>
        <p:spPr>
          <a:xfrm>
            <a:off x="9495747" y="2247757"/>
            <a:ext cx="25012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415002E1-0AED-1D80-C293-9F05C8DA67C3}"/>
              </a:ext>
            </a:extLst>
          </p:cNvPr>
          <p:cNvSpPr/>
          <p:nvPr/>
        </p:nvSpPr>
        <p:spPr>
          <a:xfrm>
            <a:off x="6811639" y="3973034"/>
            <a:ext cx="1179568" cy="2160000"/>
          </a:xfrm>
          <a:prstGeom prst="rect">
            <a:avLst/>
          </a:prstGeom>
        </p:spPr>
        <p:txBody>
          <a:bodyPr wrap="squar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UAT Testers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NFT Testers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SIT Testers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NFT Testers</a:t>
            </a:r>
          </a:p>
        </p:txBody>
      </p:sp>
      <p:sp>
        <p:nvSpPr>
          <p:cNvPr id="23" name="Rounded Rectangle 145">
            <a:extLst>
              <a:ext uri="{FF2B5EF4-FFF2-40B4-BE49-F238E27FC236}">
                <a16:creationId xmlns:a16="http://schemas.microsoft.com/office/drawing/2014/main" id="{2DD1599B-ED66-2CAA-0038-541B871904DE}"/>
              </a:ext>
            </a:extLst>
          </p:cNvPr>
          <p:cNvSpPr/>
          <p:nvPr/>
        </p:nvSpPr>
        <p:spPr>
          <a:xfrm>
            <a:off x="4676596" y="6507068"/>
            <a:ext cx="1000590" cy="163863"/>
          </a:xfrm>
          <a:prstGeom prst="roundRect">
            <a:avLst>
              <a:gd name="adj" fmla="val 0"/>
            </a:avLst>
          </a:prstGeom>
          <a:gradFill>
            <a:gsLst>
              <a:gs pos="0">
                <a:srgbClr val="DC199B"/>
              </a:gs>
              <a:gs pos="100000">
                <a:srgbClr val="0098C7"/>
              </a:gs>
            </a:gsLst>
            <a:lin ang="5400000" scaled="1"/>
          </a:gradFill>
          <a:ln w="3175" cap="flat" cmpd="sng" algn="ctr">
            <a:noFill/>
            <a:prstDash val="solid"/>
          </a:ln>
          <a:effectLst/>
        </p:spPr>
        <p:txBody>
          <a:bodyPr wrap="square" lIns="0" rIns="0" rtlCol="0" anchor="ctr" anchorCtr="1">
            <a:noAutofit/>
          </a:bodyPr>
          <a:lstStyle/>
          <a:p>
            <a:pPr algn="ctr" defTabSz="932962">
              <a:buClrTx/>
              <a:buFontTx/>
              <a:buNone/>
              <a:defRPr/>
            </a:pPr>
            <a:r>
              <a:rPr lang="en-GB" sz="700" dirty="0">
                <a:solidFill>
                  <a:schemeClr val="bg1"/>
                </a:solidFill>
                <a:ea typeface="+mn-ea"/>
                <a:cs typeface="Arial" pitchFamily="34" charset="0"/>
              </a:rPr>
              <a:t>Combined Teams</a:t>
            </a:r>
          </a:p>
        </p:txBody>
      </p:sp>
      <p:sp>
        <p:nvSpPr>
          <p:cNvPr id="24" name="Rectangle 23">
            <a:extLst>
              <a:ext uri="{FF2B5EF4-FFF2-40B4-BE49-F238E27FC236}">
                <a16:creationId xmlns:a16="http://schemas.microsoft.com/office/drawing/2014/main" id="{A4A62038-A37A-9E9C-1B63-1C4A6CA58E46}"/>
              </a:ext>
            </a:extLst>
          </p:cNvPr>
          <p:cNvSpPr/>
          <p:nvPr/>
        </p:nvSpPr>
        <p:spPr>
          <a:xfrm>
            <a:off x="1923503" y="6458646"/>
            <a:ext cx="5209722" cy="2616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Google Shape;927;g22f1b912626_0_165">
            <a:extLst>
              <a:ext uri="{FF2B5EF4-FFF2-40B4-BE49-F238E27FC236}">
                <a16:creationId xmlns:a16="http://schemas.microsoft.com/office/drawing/2014/main" id="{B83017E7-A357-8CDC-F395-14F04C5126A4}"/>
              </a:ext>
            </a:extLst>
          </p:cNvPr>
          <p:cNvSpPr/>
          <p:nvPr/>
        </p:nvSpPr>
        <p:spPr>
          <a:xfrm>
            <a:off x="5773420" y="6507068"/>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6">
              <a:lumMod val="75000"/>
            </a:schemeClr>
          </a:solidFill>
          <a:ln>
            <a:solidFill>
              <a:srgbClr val="002060"/>
            </a:solid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dirty="0">
                <a:solidFill>
                  <a:schemeClr val="lt1"/>
                </a:solidFill>
              </a:rPr>
              <a:t>Guidewire</a:t>
            </a:r>
            <a:endParaRPr sz="700" dirty="0">
              <a:solidFill>
                <a:schemeClr val="lt1"/>
              </a:solidFill>
              <a:latin typeface="Arial"/>
              <a:ea typeface="Arial"/>
              <a:cs typeface="Arial"/>
              <a:sym typeface="Arial"/>
            </a:endParaRPr>
          </a:p>
        </p:txBody>
      </p:sp>
      <p:sp>
        <p:nvSpPr>
          <p:cNvPr id="11" name="Google Shape;919;g22f1b912626_0_165">
            <a:extLst>
              <a:ext uri="{FF2B5EF4-FFF2-40B4-BE49-F238E27FC236}">
                <a16:creationId xmlns:a16="http://schemas.microsoft.com/office/drawing/2014/main" id="{23378F48-3438-ABB6-5A7D-C7203B66D0F9}"/>
              </a:ext>
            </a:extLst>
          </p:cNvPr>
          <p:cNvSpPr/>
          <p:nvPr/>
        </p:nvSpPr>
        <p:spPr>
          <a:xfrm>
            <a:off x="7979562" y="2252713"/>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(Integration PO)</a:t>
            </a:r>
            <a:endParaRPr sz="800" dirty="0">
              <a:solidFill>
                <a:schemeClr val="lt1"/>
              </a:solidFill>
            </a:endParaRPr>
          </a:p>
        </p:txBody>
      </p:sp>
      <p:sp>
        <p:nvSpPr>
          <p:cNvPr id="896" name="Google Shape;919;g22f1b912626_0_165">
            <a:extLst>
              <a:ext uri="{FF2B5EF4-FFF2-40B4-BE49-F238E27FC236}">
                <a16:creationId xmlns:a16="http://schemas.microsoft.com/office/drawing/2014/main" id="{2737E4B6-B972-B2B5-7B7F-5365236F065B}"/>
              </a:ext>
            </a:extLst>
          </p:cNvPr>
          <p:cNvSpPr/>
          <p:nvPr/>
        </p:nvSpPr>
        <p:spPr>
          <a:xfrm>
            <a:off x="10767517" y="2551712"/>
            <a:ext cx="1220620" cy="273903"/>
          </a:xfrm>
          <a:prstGeom prst="rect">
            <a:avLst/>
          </a:prstGeom>
          <a:solidFill>
            <a:srgbClr val="002060"/>
          </a:solidFill>
          <a:ln w="9525" cap="flat" cmpd="sng">
            <a:solidFill>
              <a:srgbClr val="0020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(London Mkt SME)</a:t>
            </a:r>
          </a:p>
        </p:txBody>
      </p:sp>
      <p:sp>
        <p:nvSpPr>
          <p:cNvPr id="897" name="Google Shape;919;g22f1b912626_0_165">
            <a:extLst>
              <a:ext uri="{FF2B5EF4-FFF2-40B4-BE49-F238E27FC236}">
                <a16:creationId xmlns:a16="http://schemas.microsoft.com/office/drawing/2014/main" id="{8845B570-0252-C9F1-C818-4ACB8373E86A}"/>
              </a:ext>
            </a:extLst>
          </p:cNvPr>
          <p:cNvSpPr/>
          <p:nvPr/>
        </p:nvSpPr>
        <p:spPr>
          <a:xfrm>
            <a:off x="9492144" y="3910910"/>
            <a:ext cx="1218683" cy="273903"/>
          </a:xfrm>
          <a:prstGeom prst="rect">
            <a:avLst/>
          </a:prstGeom>
          <a:solidFill>
            <a:srgbClr val="002060"/>
          </a:solidFill>
          <a:ln w="9525" cap="flat" cmpd="sng">
            <a:solidFill>
              <a:srgbClr val="0020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(Assurance Architect)</a:t>
            </a:r>
            <a:endParaRPr sz="800" dirty="0">
              <a:solidFill>
                <a:schemeClr val="lt1"/>
              </a:solidFill>
            </a:endParaRPr>
          </a:p>
        </p:txBody>
      </p:sp>
    </p:spTree>
    <p:extLst>
      <p:ext uri="{BB962C8B-B14F-4D97-AF65-F5344CB8AC3E}">
        <p14:creationId xmlns:p14="http://schemas.microsoft.com/office/powerpoint/2010/main" val="1975996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926" name="Google Shape;926;g22f1b912626_0_165"/>
          <p:cNvSpPr txBox="1"/>
          <p:nvPr/>
        </p:nvSpPr>
        <p:spPr>
          <a:xfrm>
            <a:off x="1536651" y="6521162"/>
            <a:ext cx="257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F3F3F"/>
              </a:buClr>
              <a:buSzPts val="1200"/>
              <a:buFont typeface="Arial"/>
              <a:buNone/>
            </a:pPr>
            <a:r>
              <a:rPr lang="en-US" sz="800" b="1" i="0" u="none" strike="noStrike" cap="none" dirty="0">
                <a:solidFill>
                  <a:schemeClr val="dk1"/>
                </a:solidFill>
                <a:latin typeface="Arial"/>
                <a:ea typeface="Arial"/>
                <a:cs typeface="Arial"/>
                <a:sym typeface="Arial"/>
              </a:rPr>
              <a:t>Key:</a:t>
            </a:r>
            <a:endParaRPr sz="800" b="1" i="0" u="none" strike="noStrike" cap="none" dirty="0">
              <a:solidFill>
                <a:schemeClr val="dk1"/>
              </a:solidFill>
              <a:latin typeface="Arial"/>
              <a:ea typeface="Arial"/>
              <a:cs typeface="Arial"/>
              <a:sym typeface="Arial"/>
            </a:endParaRPr>
          </a:p>
        </p:txBody>
      </p:sp>
      <p:sp>
        <p:nvSpPr>
          <p:cNvPr id="927" name="Google Shape;927;g22f1b912626_0_165"/>
          <p:cNvSpPr/>
          <p:nvPr/>
        </p:nvSpPr>
        <p:spPr>
          <a:xfrm>
            <a:off x="3048523" y="6507068"/>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a:solidFill>
              <a:srgbClr val="DC199B"/>
            </a:solid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dirty="0">
                <a:solidFill>
                  <a:schemeClr val="lt1"/>
                </a:solidFill>
              </a:rPr>
              <a:t>Beazley</a:t>
            </a:r>
            <a:endParaRPr sz="700" dirty="0">
              <a:solidFill>
                <a:schemeClr val="lt1"/>
              </a:solidFill>
              <a:latin typeface="Arial"/>
              <a:ea typeface="Arial"/>
              <a:cs typeface="Arial"/>
              <a:sym typeface="Arial"/>
            </a:endParaRPr>
          </a:p>
        </p:txBody>
      </p:sp>
      <p:sp>
        <p:nvSpPr>
          <p:cNvPr id="928" name="Google Shape;928;g22f1b912626_0_165"/>
          <p:cNvSpPr/>
          <p:nvPr/>
        </p:nvSpPr>
        <p:spPr>
          <a:xfrm>
            <a:off x="1896314" y="6507068"/>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0098C7"/>
          </a:solidFill>
          <a:ln>
            <a:solidFill>
              <a:srgbClr val="0098C7"/>
            </a:solid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dirty="0">
                <a:solidFill>
                  <a:schemeClr val="lt1"/>
                </a:solidFill>
              </a:rPr>
              <a:t>Capgemini</a:t>
            </a:r>
            <a:endParaRPr sz="700" dirty="0">
              <a:solidFill>
                <a:schemeClr val="lt1"/>
              </a:solidFill>
              <a:latin typeface="Arial"/>
              <a:ea typeface="Arial"/>
              <a:cs typeface="Arial"/>
              <a:sym typeface="Arial"/>
            </a:endParaRPr>
          </a:p>
        </p:txBody>
      </p:sp>
      <p:sp>
        <p:nvSpPr>
          <p:cNvPr id="12" name="Google Shape;919;g22f1b912626_0_165">
            <a:extLst>
              <a:ext uri="{FF2B5EF4-FFF2-40B4-BE49-F238E27FC236}">
                <a16:creationId xmlns:a16="http://schemas.microsoft.com/office/drawing/2014/main" id="{302DE8FA-9836-1586-3323-28E50DED1B1C}"/>
              </a:ext>
            </a:extLst>
          </p:cNvPr>
          <p:cNvSpPr/>
          <p:nvPr/>
        </p:nvSpPr>
        <p:spPr>
          <a:xfrm>
            <a:off x="2737699" y="882699"/>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Vanessa Ortega (Business Owner)</a:t>
            </a:r>
            <a:endParaRPr sz="800" dirty="0">
              <a:solidFill>
                <a:schemeClr val="lt1"/>
              </a:solidFill>
            </a:endParaRPr>
          </a:p>
        </p:txBody>
      </p:sp>
      <p:sp>
        <p:nvSpPr>
          <p:cNvPr id="15" name="Google Shape;919;g22f1b912626_0_165">
            <a:extLst>
              <a:ext uri="{FF2B5EF4-FFF2-40B4-BE49-F238E27FC236}">
                <a16:creationId xmlns:a16="http://schemas.microsoft.com/office/drawing/2014/main" id="{00B28477-6496-A66B-EF94-7C198FF02185}"/>
              </a:ext>
            </a:extLst>
          </p:cNvPr>
          <p:cNvSpPr/>
          <p:nvPr/>
        </p:nvSpPr>
        <p:spPr>
          <a:xfrm>
            <a:off x="2738668" y="1178786"/>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Barry Houston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(Delivery Exec)</a:t>
            </a:r>
            <a:endParaRPr sz="800" dirty="0">
              <a:solidFill>
                <a:schemeClr val="lt1"/>
              </a:solidFill>
            </a:endParaRPr>
          </a:p>
        </p:txBody>
      </p:sp>
      <p:sp>
        <p:nvSpPr>
          <p:cNvPr id="18" name="Google Shape;919;g22f1b912626_0_165">
            <a:extLst>
              <a:ext uri="{FF2B5EF4-FFF2-40B4-BE49-F238E27FC236}">
                <a16:creationId xmlns:a16="http://schemas.microsoft.com/office/drawing/2014/main" id="{3F0A3E4D-D077-DE92-594D-6B8B5EF6FE4B}"/>
              </a:ext>
            </a:extLst>
          </p:cNvPr>
          <p:cNvSpPr/>
          <p:nvPr/>
        </p:nvSpPr>
        <p:spPr>
          <a:xfrm>
            <a:off x="1409029" y="1549922"/>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Warren Pilkington (Prog Director)</a:t>
            </a:r>
            <a:endParaRPr sz="800" dirty="0">
              <a:solidFill>
                <a:schemeClr val="lt1"/>
              </a:solidFill>
            </a:endParaRPr>
          </a:p>
        </p:txBody>
      </p:sp>
      <p:sp>
        <p:nvSpPr>
          <p:cNvPr id="19" name="Google Shape;919;g22f1b912626_0_165">
            <a:extLst>
              <a:ext uri="{FF2B5EF4-FFF2-40B4-BE49-F238E27FC236}">
                <a16:creationId xmlns:a16="http://schemas.microsoft.com/office/drawing/2014/main" id="{7944E31C-CF33-246B-DE9C-B7034EFEE4CA}"/>
              </a:ext>
            </a:extLst>
          </p:cNvPr>
          <p:cNvSpPr/>
          <p:nvPr/>
        </p:nvSpPr>
        <p:spPr>
          <a:xfrm>
            <a:off x="1409998" y="1836069"/>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Max Cartwright</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(Prog Director)</a:t>
            </a:r>
            <a:endParaRPr sz="800" dirty="0">
              <a:solidFill>
                <a:schemeClr val="lt1"/>
              </a:solidFill>
            </a:endParaRPr>
          </a:p>
        </p:txBody>
      </p:sp>
      <p:sp>
        <p:nvSpPr>
          <p:cNvPr id="21" name="Google Shape;919;g22f1b912626_0_165">
            <a:extLst>
              <a:ext uri="{FF2B5EF4-FFF2-40B4-BE49-F238E27FC236}">
                <a16:creationId xmlns:a16="http://schemas.microsoft.com/office/drawing/2014/main" id="{97AECA90-4A90-3373-EA83-2362216BE281}"/>
              </a:ext>
            </a:extLst>
          </p:cNvPr>
          <p:cNvSpPr/>
          <p:nvPr/>
        </p:nvSpPr>
        <p:spPr>
          <a:xfrm>
            <a:off x="2737699" y="1835047"/>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err="1">
                <a:solidFill>
                  <a:schemeClr val="lt1"/>
                </a:solidFill>
              </a:rPr>
              <a:t>Athik</a:t>
            </a:r>
            <a:r>
              <a:rPr lang="en-US" sz="800" dirty="0">
                <a:solidFill>
                  <a:schemeClr val="lt1"/>
                </a:solidFill>
              </a:rPr>
              <a:t> Miah</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 Lead - Billing)</a:t>
            </a:r>
            <a:endParaRPr sz="800" dirty="0">
              <a:solidFill>
                <a:schemeClr val="lt1"/>
              </a:solidFill>
            </a:endParaRPr>
          </a:p>
        </p:txBody>
      </p:sp>
      <p:sp>
        <p:nvSpPr>
          <p:cNvPr id="22" name="Google Shape;919;g22f1b912626_0_165">
            <a:extLst>
              <a:ext uri="{FF2B5EF4-FFF2-40B4-BE49-F238E27FC236}">
                <a16:creationId xmlns:a16="http://schemas.microsoft.com/office/drawing/2014/main" id="{961906AC-CAAC-F23A-ACD2-C49A238054A7}"/>
              </a:ext>
            </a:extLst>
          </p:cNvPr>
          <p:cNvSpPr/>
          <p:nvPr/>
        </p:nvSpPr>
        <p:spPr>
          <a:xfrm>
            <a:off x="4052929" y="1532341"/>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Ananda A Ponnaiah</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 lead – on-shore)</a:t>
            </a:r>
            <a:endParaRPr sz="800" dirty="0">
              <a:solidFill>
                <a:schemeClr val="lt1"/>
              </a:solidFill>
            </a:endParaRPr>
          </a:p>
        </p:txBody>
      </p:sp>
      <p:sp>
        <p:nvSpPr>
          <p:cNvPr id="27" name="Google Shape;919;g22f1b912626_0_165">
            <a:extLst>
              <a:ext uri="{FF2B5EF4-FFF2-40B4-BE49-F238E27FC236}">
                <a16:creationId xmlns:a16="http://schemas.microsoft.com/office/drawing/2014/main" id="{D14E66A4-5F78-34E0-00B1-7082031E446E}"/>
              </a:ext>
            </a:extLst>
          </p:cNvPr>
          <p:cNvSpPr/>
          <p:nvPr/>
        </p:nvSpPr>
        <p:spPr>
          <a:xfrm>
            <a:off x="5376974" y="1552643"/>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Dean Johnson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(Ent Architecture)</a:t>
            </a:r>
            <a:endParaRPr sz="800" dirty="0">
              <a:solidFill>
                <a:schemeClr val="lt1"/>
              </a:solidFill>
            </a:endParaRPr>
          </a:p>
        </p:txBody>
      </p:sp>
      <p:sp>
        <p:nvSpPr>
          <p:cNvPr id="28" name="Google Shape;919;g22f1b912626_0_165">
            <a:extLst>
              <a:ext uri="{FF2B5EF4-FFF2-40B4-BE49-F238E27FC236}">
                <a16:creationId xmlns:a16="http://schemas.microsoft.com/office/drawing/2014/main" id="{1E7D8624-3592-2919-1239-1AB11BC0222D}"/>
              </a:ext>
            </a:extLst>
          </p:cNvPr>
          <p:cNvSpPr/>
          <p:nvPr/>
        </p:nvSpPr>
        <p:spPr>
          <a:xfrm>
            <a:off x="5377943" y="1838790"/>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Brett Fabian-Smith</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(Ent Architect)</a:t>
            </a:r>
            <a:endParaRPr sz="800" dirty="0">
              <a:solidFill>
                <a:schemeClr val="lt1"/>
              </a:solidFill>
            </a:endParaRPr>
          </a:p>
        </p:txBody>
      </p:sp>
      <p:sp>
        <p:nvSpPr>
          <p:cNvPr id="30" name="Google Shape;919;g22f1b912626_0_165">
            <a:extLst>
              <a:ext uri="{FF2B5EF4-FFF2-40B4-BE49-F238E27FC236}">
                <a16:creationId xmlns:a16="http://schemas.microsoft.com/office/drawing/2014/main" id="{1D851B08-9385-DEDD-0A8A-3A54D781489F}"/>
              </a:ext>
            </a:extLst>
          </p:cNvPr>
          <p:cNvSpPr/>
          <p:nvPr/>
        </p:nvSpPr>
        <p:spPr>
          <a:xfrm>
            <a:off x="9461455" y="5849457"/>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Matt Reynolds (Architecture)</a:t>
            </a:r>
            <a:endParaRPr sz="800" dirty="0">
              <a:solidFill>
                <a:schemeClr val="lt1"/>
              </a:solidFill>
            </a:endParaRPr>
          </a:p>
        </p:txBody>
      </p:sp>
      <p:sp>
        <p:nvSpPr>
          <p:cNvPr id="31" name="Google Shape;919;g22f1b912626_0_165">
            <a:extLst>
              <a:ext uri="{FF2B5EF4-FFF2-40B4-BE49-F238E27FC236}">
                <a16:creationId xmlns:a16="http://schemas.microsoft.com/office/drawing/2014/main" id="{7D03B130-F6B8-D2A9-F210-08FEDC3CAC70}"/>
              </a:ext>
            </a:extLst>
          </p:cNvPr>
          <p:cNvSpPr/>
          <p:nvPr/>
        </p:nvSpPr>
        <p:spPr>
          <a:xfrm>
            <a:off x="9461455" y="6135604"/>
            <a:ext cx="1218683" cy="273903"/>
          </a:xfrm>
          <a:prstGeom prst="rect">
            <a:avLst/>
          </a:prstGeom>
          <a:solidFill>
            <a:srgbClr val="0098C7"/>
          </a:solidFill>
          <a:ln w="9525" cap="flat" cmpd="sng">
            <a:solidFill>
              <a:srgbClr val="78C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Jigar Solanki</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(Solution Architect)</a:t>
            </a:r>
            <a:endParaRPr sz="800" dirty="0">
              <a:solidFill>
                <a:schemeClr val="lt1"/>
              </a:solidFill>
            </a:endParaRPr>
          </a:p>
        </p:txBody>
      </p:sp>
      <p:sp>
        <p:nvSpPr>
          <p:cNvPr id="944" name="Google Shape;919;g22f1b912626_0_165">
            <a:extLst>
              <a:ext uri="{FF2B5EF4-FFF2-40B4-BE49-F238E27FC236}">
                <a16:creationId xmlns:a16="http://schemas.microsoft.com/office/drawing/2014/main" id="{F5749439-B36A-433D-F810-BBFC650B4B96}"/>
              </a:ext>
            </a:extLst>
          </p:cNvPr>
          <p:cNvSpPr/>
          <p:nvPr/>
        </p:nvSpPr>
        <p:spPr>
          <a:xfrm>
            <a:off x="2737699" y="2246941"/>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(Policy PO)</a:t>
            </a:r>
          </a:p>
        </p:txBody>
      </p:sp>
      <p:sp>
        <p:nvSpPr>
          <p:cNvPr id="945" name="Google Shape;919;g22f1b912626_0_165">
            <a:extLst>
              <a:ext uri="{FF2B5EF4-FFF2-40B4-BE49-F238E27FC236}">
                <a16:creationId xmlns:a16="http://schemas.microsoft.com/office/drawing/2014/main" id="{AD2CBC71-CDD7-1676-E9E8-752D0EDC1391}"/>
              </a:ext>
            </a:extLst>
          </p:cNvPr>
          <p:cNvSpPr/>
          <p:nvPr/>
        </p:nvSpPr>
        <p:spPr>
          <a:xfrm>
            <a:off x="2738668" y="2533088"/>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Sherezad Contractor</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(Functional Lead)</a:t>
            </a:r>
          </a:p>
        </p:txBody>
      </p:sp>
      <p:sp>
        <p:nvSpPr>
          <p:cNvPr id="946" name="Google Shape;919;g22f1b912626_0_165">
            <a:extLst>
              <a:ext uri="{FF2B5EF4-FFF2-40B4-BE49-F238E27FC236}">
                <a16:creationId xmlns:a16="http://schemas.microsoft.com/office/drawing/2014/main" id="{0D5B4D6F-181C-C605-F6CA-5457D33C7198}"/>
              </a:ext>
            </a:extLst>
          </p:cNvPr>
          <p:cNvSpPr/>
          <p:nvPr/>
        </p:nvSpPr>
        <p:spPr>
          <a:xfrm>
            <a:off x="2738668" y="2821686"/>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Rajesh Bandaru</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(Technical Lead)</a:t>
            </a:r>
          </a:p>
        </p:txBody>
      </p:sp>
      <p:sp>
        <p:nvSpPr>
          <p:cNvPr id="947" name="Google Shape;919;g22f1b912626_0_165">
            <a:extLst>
              <a:ext uri="{FF2B5EF4-FFF2-40B4-BE49-F238E27FC236}">
                <a16:creationId xmlns:a16="http://schemas.microsoft.com/office/drawing/2014/main" id="{276D7BE6-3DC4-9C59-FF9F-FE5F43EE2DE2}"/>
              </a:ext>
            </a:extLst>
          </p:cNvPr>
          <p:cNvSpPr/>
          <p:nvPr/>
        </p:nvSpPr>
        <p:spPr>
          <a:xfrm>
            <a:off x="4051960" y="2246941"/>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Patrycja </a:t>
            </a:r>
            <a:r>
              <a:rPr lang="en-US" sz="800" dirty="0" err="1">
                <a:solidFill>
                  <a:schemeClr val="lt1"/>
                </a:solidFill>
              </a:rPr>
              <a:t>Kuligowska</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(Billing PO)</a:t>
            </a:r>
          </a:p>
        </p:txBody>
      </p:sp>
      <p:sp>
        <p:nvSpPr>
          <p:cNvPr id="948" name="Google Shape;919;g22f1b912626_0_165">
            <a:extLst>
              <a:ext uri="{FF2B5EF4-FFF2-40B4-BE49-F238E27FC236}">
                <a16:creationId xmlns:a16="http://schemas.microsoft.com/office/drawing/2014/main" id="{5420B4F8-4BCD-D5A6-E8D4-C592DA6BF265}"/>
              </a:ext>
            </a:extLst>
          </p:cNvPr>
          <p:cNvSpPr/>
          <p:nvPr/>
        </p:nvSpPr>
        <p:spPr>
          <a:xfrm>
            <a:off x="4052929" y="2533088"/>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Sriram Jagannathan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(Functional Lead)</a:t>
            </a:r>
          </a:p>
        </p:txBody>
      </p:sp>
      <p:sp>
        <p:nvSpPr>
          <p:cNvPr id="949" name="Google Shape;919;g22f1b912626_0_165">
            <a:extLst>
              <a:ext uri="{FF2B5EF4-FFF2-40B4-BE49-F238E27FC236}">
                <a16:creationId xmlns:a16="http://schemas.microsoft.com/office/drawing/2014/main" id="{CD5A2B5C-C64F-C49C-CA2E-D244CC68809A}"/>
              </a:ext>
            </a:extLst>
          </p:cNvPr>
          <p:cNvSpPr/>
          <p:nvPr/>
        </p:nvSpPr>
        <p:spPr>
          <a:xfrm>
            <a:off x="4052929" y="2821686"/>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Balaji KV</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(Technical Lead)</a:t>
            </a:r>
          </a:p>
        </p:txBody>
      </p:sp>
      <p:sp>
        <p:nvSpPr>
          <p:cNvPr id="950" name="Google Shape;919;g22f1b912626_0_165">
            <a:extLst>
              <a:ext uri="{FF2B5EF4-FFF2-40B4-BE49-F238E27FC236}">
                <a16:creationId xmlns:a16="http://schemas.microsoft.com/office/drawing/2014/main" id="{348E270E-2884-B0D2-C629-4DFBCED8281B}"/>
              </a:ext>
            </a:extLst>
          </p:cNvPr>
          <p:cNvSpPr/>
          <p:nvPr/>
        </p:nvSpPr>
        <p:spPr>
          <a:xfrm>
            <a:off x="6828689" y="5153367"/>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Dean Wells</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(Policy SME)</a:t>
            </a:r>
          </a:p>
        </p:txBody>
      </p:sp>
      <p:sp>
        <p:nvSpPr>
          <p:cNvPr id="951" name="Google Shape;919;g22f1b912626_0_165">
            <a:extLst>
              <a:ext uri="{FF2B5EF4-FFF2-40B4-BE49-F238E27FC236}">
                <a16:creationId xmlns:a16="http://schemas.microsoft.com/office/drawing/2014/main" id="{0315869A-6180-063A-91F1-094BA7F40B9F}"/>
              </a:ext>
            </a:extLst>
          </p:cNvPr>
          <p:cNvSpPr/>
          <p:nvPr/>
        </p:nvSpPr>
        <p:spPr>
          <a:xfrm>
            <a:off x="6828359" y="5447384"/>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Steve Flood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(Claims SME)</a:t>
            </a:r>
          </a:p>
        </p:txBody>
      </p:sp>
      <p:sp>
        <p:nvSpPr>
          <p:cNvPr id="952" name="Google Shape;919;g22f1b912626_0_165">
            <a:extLst>
              <a:ext uri="{FF2B5EF4-FFF2-40B4-BE49-F238E27FC236}">
                <a16:creationId xmlns:a16="http://schemas.microsoft.com/office/drawing/2014/main" id="{F856E8DF-CDC7-D532-B846-5A766AA568D8}"/>
              </a:ext>
            </a:extLst>
          </p:cNvPr>
          <p:cNvSpPr/>
          <p:nvPr/>
        </p:nvSpPr>
        <p:spPr>
          <a:xfrm>
            <a:off x="6807296" y="4787796"/>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Kerstin </a:t>
            </a:r>
            <a:r>
              <a:rPr lang="en-US" sz="800" dirty="0" err="1">
                <a:solidFill>
                  <a:schemeClr val="lt1"/>
                </a:solidFill>
              </a:rPr>
              <a:t>Kasdorf</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(Process SME)</a:t>
            </a:r>
          </a:p>
        </p:txBody>
      </p:sp>
      <p:sp>
        <p:nvSpPr>
          <p:cNvPr id="953" name="Google Shape;919;g22f1b912626_0_165">
            <a:extLst>
              <a:ext uri="{FF2B5EF4-FFF2-40B4-BE49-F238E27FC236}">
                <a16:creationId xmlns:a16="http://schemas.microsoft.com/office/drawing/2014/main" id="{F47B2A84-67F1-D91B-8106-E98A161C9E62}"/>
              </a:ext>
            </a:extLst>
          </p:cNvPr>
          <p:cNvSpPr/>
          <p:nvPr/>
        </p:nvSpPr>
        <p:spPr>
          <a:xfrm>
            <a:off x="8092949" y="4486128"/>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Saad </a:t>
            </a:r>
            <a:r>
              <a:rPr lang="en-US" sz="800" dirty="0" err="1">
                <a:solidFill>
                  <a:schemeClr val="lt1"/>
                </a:solidFill>
              </a:rPr>
              <a:t>Jassani</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(Process SME)</a:t>
            </a:r>
          </a:p>
        </p:txBody>
      </p:sp>
      <p:sp>
        <p:nvSpPr>
          <p:cNvPr id="954" name="Google Shape;919;g22f1b912626_0_165">
            <a:extLst>
              <a:ext uri="{FF2B5EF4-FFF2-40B4-BE49-F238E27FC236}">
                <a16:creationId xmlns:a16="http://schemas.microsoft.com/office/drawing/2014/main" id="{86602B55-6166-406D-36FF-5C0361B14F40}"/>
              </a:ext>
            </a:extLst>
          </p:cNvPr>
          <p:cNvSpPr/>
          <p:nvPr/>
        </p:nvSpPr>
        <p:spPr>
          <a:xfrm>
            <a:off x="8092949" y="4780588"/>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err="1">
                <a:solidFill>
                  <a:schemeClr val="lt1"/>
                </a:solidFill>
              </a:rPr>
              <a:t>Subu</a:t>
            </a:r>
            <a:r>
              <a:rPr lang="en-US" sz="800" dirty="0">
                <a:solidFill>
                  <a:schemeClr val="lt1"/>
                </a:solidFill>
              </a:rPr>
              <a:t> </a:t>
            </a:r>
            <a:r>
              <a:rPr lang="en-US" sz="800" dirty="0" err="1">
                <a:solidFill>
                  <a:schemeClr val="lt1"/>
                </a:solidFill>
              </a:rPr>
              <a:t>Ramasundaram</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(Process SME)</a:t>
            </a:r>
          </a:p>
        </p:txBody>
      </p:sp>
      <p:sp>
        <p:nvSpPr>
          <p:cNvPr id="955" name="Google Shape;919;g22f1b912626_0_165">
            <a:extLst>
              <a:ext uri="{FF2B5EF4-FFF2-40B4-BE49-F238E27FC236}">
                <a16:creationId xmlns:a16="http://schemas.microsoft.com/office/drawing/2014/main" id="{F1ACF85E-FA94-38BF-28D4-8871CA5E70B4}"/>
              </a:ext>
            </a:extLst>
          </p:cNvPr>
          <p:cNvSpPr/>
          <p:nvPr/>
        </p:nvSpPr>
        <p:spPr>
          <a:xfrm>
            <a:off x="8094094" y="5153367"/>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Molly </a:t>
            </a:r>
            <a:r>
              <a:rPr lang="en-US" sz="800" dirty="0" err="1">
                <a:solidFill>
                  <a:schemeClr val="lt1"/>
                </a:solidFill>
              </a:rPr>
              <a:t>Spolarich</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(Operations SME)</a:t>
            </a:r>
          </a:p>
        </p:txBody>
      </p:sp>
      <p:sp>
        <p:nvSpPr>
          <p:cNvPr id="957" name="Google Shape;919;g22f1b912626_0_165">
            <a:extLst>
              <a:ext uri="{FF2B5EF4-FFF2-40B4-BE49-F238E27FC236}">
                <a16:creationId xmlns:a16="http://schemas.microsoft.com/office/drawing/2014/main" id="{3A43BBE0-8ADD-FEE5-8EF3-DFB995B2BFB7}"/>
              </a:ext>
            </a:extLst>
          </p:cNvPr>
          <p:cNvSpPr/>
          <p:nvPr/>
        </p:nvSpPr>
        <p:spPr>
          <a:xfrm>
            <a:off x="4051960" y="880395"/>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Ben </a:t>
            </a:r>
            <a:r>
              <a:rPr lang="en-US" sz="800" dirty="0" err="1">
                <a:solidFill>
                  <a:schemeClr val="lt1"/>
                </a:solidFill>
              </a:rPr>
              <a:t>Lowles</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(Procurement Lead)</a:t>
            </a:r>
            <a:endParaRPr sz="800" dirty="0">
              <a:solidFill>
                <a:schemeClr val="lt1"/>
              </a:solidFill>
            </a:endParaRPr>
          </a:p>
        </p:txBody>
      </p:sp>
      <p:sp>
        <p:nvSpPr>
          <p:cNvPr id="958" name="Google Shape;919;g22f1b912626_0_165">
            <a:extLst>
              <a:ext uri="{FF2B5EF4-FFF2-40B4-BE49-F238E27FC236}">
                <a16:creationId xmlns:a16="http://schemas.microsoft.com/office/drawing/2014/main" id="{B2176C95-85A4-394C-C28E-0A1859AE1C8B}"/>
              </a:ext>
            </a:extLst>
          </p:cNvPr>
          <p:cNvSpPr/>
          <p:nvPr/>
        </p:nvSpPr>
        <p:spPr>
          <a:xfrm>
            <a:off x="4052929" y="1171512"/>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Ian Craney</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(Procurement Lead)</a:t>
            </a:r>
            <a:endParaRPr sz="800" dirty="0">
              <a:solidFill>
                <a:schemeClr val="lt1"/>
              </a:solidFill>
            </a:endParaRPr>
          </a:p>
        </p:txBody>
      </p:sp>
      <p:sp>
        <p:nvSpPr>
          <p:cNvPr id="832" name="Google Shape;919;g22f1b912626_0_165">
            <a:extLst>
              <a:ext uri="{FF2B5EF4-FFF2-40B4-BE49-F238E27FC236}">
                <a16:creationId xmlns:a16="http://schemas.microsoft.com/office/drawing/2014/main" id="{F596B990-B3EA-CE9F-405C-DEA501620E5D}"/>
              </a:ext>
            </a:extLst>
          </p:cNvPr>
          <p:cNvSpPr/>
          <p:nvPr/>
        </p:nvSpPr>
        <p:spPr>
          <a:xfrm>
            <a:off x="10759369" y="5830175"/>
            <a:ext cx="1214381"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(DevOps)</a:t>
            </a:r>
            <a:endParaRPr sz="800" dirty="0">
              <a:solidFill>
                <a:schemeClr val="lt1"/>
              </a:solidFill>
            </a:endParaRPr>
          </a:p>
        </p:txBody>
      </p:sp>
      <p:sp>
        <p:nvSpPr>
          <p:cNvPr id="833" name="Google Shape;919;g22f1b912626_0_165">
            <a:extLst>
              <a:ext uri="{FF2B5EF4-FFF2-40B4-BE49-F238E27FC236}">
                <a16:creationId xmlns:a16="http://schemas.microsoft.com/office/drawing/2014/main" id="{1491CEC2-5DBB-FC24-2DB0-99D0A4066674}"/>
              </a:ext>
            </a:extLst>
          </p:cNvPr>
          <p:cNvSpPr/>
          <p:nvPr/>
        </p:nvSpPr>
        <p:spPr>
          <a:xfrm>
            <a:off x="10764133" y="6121085"/>
            <a:ext cx="1212454" cy="273903"/>
          </a:xfrm>
          <a:prstGeom prst="rect">
            <a:avLst/>
          </a:prstGeom>
          <a:solidFill>
            <a:srgbClr val="0098C7"/>
          </a:solidFill>
          <a:ln w="9525" cap="flat" cmpd="sng">
            <a:solidFill>
              <a:srgbClr val="78C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(DevOps)</a:t>
            </a:r>
            <a:endParaRPr sz="800" dirty="0">
              <a:solidFill>
                <a:schemeClr val="lt1"/>
              </a:solidFill>
            </a:endParaRPr>
          </a:p>
        </p:txBody>
      </p:sp>
      <p:sp>
        <p:nvSpPr>
          <p:cNvPr id="834" name="Google Shape;919;g22f1b912626_0_165">
            <a:extLst>
              <a:ext uri="{FF2B5EF4-FFF2-40B4-BE49-F238E27FC236}">
                <a16:creationId xmlns:a16="http://schemas.microsoft.com/office/drawing/2014/main" id="{8E98F09E-44A2-6536-5776-E97971566734}"/>
              </a:ext>
            </a:extLst>
          </p:cNvPr>
          <p:cNvSpPr/>
          <p:nvPr/>
        </p:nvSpPr>
        <p:spPr>
          <a:xfrm>
            <a:off x="9465846" y="4105878"/>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Jeff </a:t>
            </a:r>
            <a:r>
              <a:rPr lang="en-US" sz="800" dirty="0" err="1">
                <a:solidFill>
                  <a:schemeClr val="lt1"/>
                </a:solidFill>
              </a:rPr>
              <a:t>Colandrea</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(Platform Owner)</a:t>
            </a:r>
          </a:p>
        </p:txBody>
      </p:sp>
      <p:sp>
        <p:nvSpPr>
          <p:cNvPr id="835" name="Google Shape;919;g22f1b912626_0_165">
            <a:extLst>
              <a:ext uri="{FF2B5EF4-FFF2-40B4-BE49-F238E27FC236}">
                <a16:creationId xmlns:a16="http://schemas.microsoft.com/office/drawing/2014/main" id="{CF6D0639-9471-0AC5-F015-BCECFDCF0A2C}"/>
              </a:ext>
            </a:extLst>
          </p:cNvPr>
          <p:cNvSpPr/>
          <p:nvPr/>
        </p:nvSpPr>
        <p:spPr>
          <a:xfrm>
            <a:off x="10741106" y="4105876"/>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Devin Wells</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(Platform Owner)</a:t>
            </a:r>
          </a:p>
        </p:txBody>
      </p:sp>
      <p:sp>
        <p:nvSpPr>
          <p:cNvPr id="838" name="Google Shape;919;g22f1b912626_0_165">
            <a:extLst>
              <a:ext uri="{FF2B5EF4-FFF2-40B4-BE49-F238E27FC236}">
                <a16:creationId xmlns:a16="http://schemas.microsoft.com/office/drawing/2014/main" id="{767D2905-0126-F693-AF6B-6F7108AE426A}"/>
              </a:ext>
            </a:extLst>
          </p:cNvPr>
          <p:cNvSpPr/>
          <p:nvPr/>
        </p:nvSpPr>
        <p:spPr>
          <a:xfrm>
            <a:off x="7988986" y="2842801"/>
            <a:ext cx="1218683" cy="271191"/>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Gourab </a:t>
            </a:r>
            <a:r>
              <a:rPr lang="en-US" sz="800" dirty="0" err="1">
                <a:solidFill>
                  <a:schemeClr val="lt1"/>
                </a:solidFill>
              </a:rPr>
              <a:t>Marikm</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(Integration Lead)</a:t>
            </a:r>
          </a:p>
        </p:txBody>
      </p:sp>
      <p:sp>
        <p:nvSpPr>
          <p:cNvPr id="840" name="Google Shape;919;g22f1b912626_0_165">
            <a:extLst>
              <a:ext uri="{FF2B5EF4-FFF2-40B4-BE49-F238E27FC236}">
                <a16:creationId xmlns:a16="http://schemas.microsoft.com/office/drawing/2014/main" id="{3D07D657-56A3-B6A4-AB34-937077B27D95}"/>
              </a:ext>
            </a:extLst>
          </p:cNvPr>
          <p:cNvSpPr/>
          <p:nvPr/>
        </p:nvSpPr>
        <p:spPr>
          <a:xfrm>
            <a:off x="7988987" y="2545715"/>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Vamshi C</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(Guidewire Lead)</a:t>
            </a:r>
          </a:p>
        </p:txBody>
      </p:sp>
      <p:sp>
        <p:nvSpPr>
          <p:cNvPr id="841" name="Google Shape;919;g22f1b912626_0_165">
            <a:extLst>
              <a:ext uri="{FF2B5EF4-FFF2-40B4-BE49-F238E27FC236}">
                <a16:creationId xmlns:a16="http://schemas.microsoft.com/office/drawing/2014/main" id="{DE10CE88-929D-1740-942C-3AABF3A3EB7D}"/>
              </a:ext>
            </a:extLst>
          </p:cNvPr>
          <p:cNvSpPr/>
          <p:nvPr/>
        </p:nvSpPr>
        <p:spPr>
          <a:xfrm>
            <a:off x="6805145" y="4111375"/>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Troy Baillargeon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Rationalisation</a:t>
            </a:r>
            <a:r>
              <a:rPr lang="en-US" sz="800" dirty="0">
                <a:solidFill>
                  <a:schemeClr val="lt1"/>
                </a:solidFill>
              </a:rPr>
              <a:t>)</a:t>
            </a:r>
          </a:p>
        </p:txBody>
      </p:sp>
      <p:sp>
        <p:nvSpPr>
          <p:cNvPr id="842" name="Google Shape;919;g22f1b912626_0_165">
            <a:extLst>
              <a:ext uri="{FF2B5EF4-FFF2-40B4-BE49-F238E27FC236}">
                <a16:creationId xmlns:a16="http://schemas.microsoft.com/office/drawing/2014/main" id="{7AD350BC-F775-B8EB-6E99-6356C31AFBF1}"/>
              </a:ext>
            </a:extLst>
          </p:cNvPr>
          <p:cNvSpPr/>
          <p:nvPr/>
        </p:nvSpPr>
        <p:spPr>
          <a:xfrm>
            <a:off x="8089504" y="3812278"/>
            <a:ext cx="122664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Steve </a:t>
            </a:r>
            <a:r>
              <a:rPr lang="en-US" sz="800" dirty="0" err="1">
                <a:solidFill>
                  <a:schemeClr val="lt1"/>
                </a:solidFill>
              </a:rPr>
              <a:t>Enness</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Rationalisation</a:t>
            </a:r>
            <a:r>
              <a:rPr lang="en-US" sz="800" dirty="0">
                <a:solidFill>
                  <a:schemeClr val="lt1"/>
                </a:solidFill>
              </a:rPr>
              <a:t>)</a:t>
            </a:r>
          </a:p>
        </p:txBody>
      </p:sp>
      <p:sp>
        <p:nvSpPr>
          <p:cNvPr id="843" name="Google Shape;919;g22f1b912626_0_165">
            <a:extLst>
              <a:ext uri="{FF2B5EF4-FFF2-40B4-BE49-F238E27FC236}">
                <a16:creationId xmlns:a16="http://schemas.microsoft.com/office/drawing/2014/main" id="{A22A3FF7-7D10-A5B8-6E94-4A344CD7AAEE}"/>
              </a:ext>
            </a:extLst>
          </p:cNvPr>
          <p:cNvSpPr/>
          <p:nvPr/>
        </p:nvSpPr>
        <p:spPr>
          <a:xfrm>
            <a:off x="8092949" y="4113180"/>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(UW SMEs)</a:t>
            </a:r>
          </a:p>
        </p:txBody>
      </p:sp>
      <p:sp>
        <p:nvSpPr>
          <p:cNvPr id="844" name="Google Shape;919;g22f1b912626_0_165">
            <a:extLst>
              <a:ext uri="{FF2B5EF4-FFF2-40B4-BE49-F238E27FC236}">
                <a16:creationId xmlns:a16="http://schemas.microsoft.com/office/drawing/2014/main" id="{BBA4DD06-C61E-0E5B-9DCA-F08E940C2C33}"/>
              </a:ext>
            </a:extLst>
          </p:cNvPr>
          <p:cNvSpPr/>
          <p:nvPr/>
        </p:nvSpPr>
        <p:spPr>
          <a:xfrm>
            <a:off x="5376974" y="2246737"/>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Andy Ford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(Migration BA)</a:t>
            </a:r>
          </a:p>
        </p:txBody>
      </p:sp>
      <p:sp>
        <p:nvSpPr>
          <p:cNvPr id="845" name="Google Shape;919;g22f1b912626_0_165">
            <a:extLst>
              <a:ext uri="{FF2B5EF4-FFF2-40B4-BE49-F238E27FC236}">
                <a16:creationId xmlns:a16="http://schemas.microsoft.com/office/drawing/2014/main" id="{6D45F9B9-2384-8625-CF05-69C2D2848444}"/>
              </a:ext>
            </a:extLst>
          </p:cNvPr>
          <p:cNvSpPr/>
          <p:nvPr/>
        </p:nvSpPr>
        <p:spPr>
          <a:xfrm>
            <a:off x="5376974" y="2537541"/>
            <a:ext cx="1220620" cy="273903"/>
          </a:xfrm>
          <a:prstGeom prst="rect">
            <a:avLst/>
          </a:prstGeom>
          <a:solidFill>
            <a:srgbClr val="DC199B"/>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Anita Param</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(Migration BA)</a:t>
            </a:r>
          </a:p>
        </p:txBody>
      </p:sp>
      <p:sp>
        <p:nvSpPr>
          <p:cNvPr id="846" name="Google Shape;919;g22f1b912626_0_165">
            <a:extLst>
              <a:ext uri="{FF2B5EF4-FFF2-40B4-BE49-F238E27FC236}">
                <a16:creationId xmlns:a16="http://schemas.microsoft.com/office/drawing/2014/main" id="{0E4DC9BA-64F7-7142-8540-5B8A0829FE7B}"/>
              </a:ext>
            </a:extLst>
          </p:cNvPr>
          <p:cNvSpPr/>
          <p:nvPr/>
        </p:nvSpPr>
        <p:spPr>
          <a:xfrm>
            <a:off x="5377943" y="2824693"/>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(Migration Lead)</a:t>
            </a:r>
          </a:p>
        </p:txBody>
      </p:sp>
      <p:sp>
        <p:nvSpPr>
          <p:cNvPr id="847" name="Google Shape;919;g22f1b912626_0_165">
            <a:extLst>
              <a:ext uri="{FF2B5EF4-FFF2-40B4-BE49-F238E27FC236}">
                <a16:creationId xmlns:a16="http://schemas.microsoft.com/office/drawing/2014/main" id="{69D726B5-FB2C-A9C8-3F49-CA5C75E57B7F}"/>
              </a:ext>
            </a:extLst>
          </p:cNvPr>
          <p:cNvSpPr/>
          <p:nvPr/>
        </p:nvSpPr>
        <p:spPr>
          <a:xfrm>
            <a:off x="1409998" y="2529851"/>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Peter Dixon</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Rationalisation</a:t>
            </a:r>
            <a:r>
              <a:rPr lang="en-US" sz="800" dirty="0">
                <a:solidFill>
                  <a:schemeClr val="lt1"/>
                </a:solidFill>
              </a:rPr>
              <a:t>)</a:t>
            </a:r>
          </a:p>
        </p:txBody>
      </p:sp>
      <p:sp>
        <p:nvSpPr>
          <p:cNvPr id="848" name="Google Shape;919;g22f1b912626_0_165">
            <a:extLst>
              <a:ext uri="{FF2B5EF4-FFF2-40B4-BE49-F238E27FC236}">
                <a16:creationId xmlns:a16="http://schemas.microsoft.com/office/drawing/2014/main" id="{FA3317EC-6662-982F-52D6-35200739FE88}"/>
              </a:ext>
            </a:extLst>
          </p:cNvPr>
          <p:cNvSpPr/>
          <p:nvPr/>
        </p:nvSpPr>
        <p:spPr>
          <a:xfrm>
            <a:off x="1409998" y="2837780"/>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Kelly </a:t>
            </a:r>
            <a:r>
              <a:rPr lang="en-US" sz="800" dirty="0" err="1">
                <a:solidFill>
                  <a:schemeClr val="lt1"/>
                </a:solidFill>
              </a:rPr>
              <a:t>Reisling</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Rationalisation</a:t>
            </a:r>
            <a:r>
              <a:rPr lang="en-US" sz="800" dirty="0">
                <a:solidFill>
                  <a:schemeClr val="lt1"/>
                </a:solidFill>
              </a:rPr>
              <a:t>)</a:t>
            </a:r>
          </a:p>
        </p:txBody>
      </p:sp>
      <p:sp>
        <p:nvSpPr>
          <p:cNvPr id="849" name="Google Shape;919;g22f1b912626_0_165">
            <a:extLst>
              <a:ext uri="{FF2B5EF4-FFF2-40B4-BE49-F238E27FC236}">
                <a16:creationId xmlns:a16="http://schemas.microsoft.com/office/drawing/2014/main" id="{6F9FFF8F-A955-8096-C920-98988A664F1C}"/>
              </a:ext>
            </a:extLst>
          </p:cNvPr>
          <p:cNvSpPr/>
          <p:nvPr/>
        </p:nvSpPr>
        <p:spPr>
          <a:xfrm>
            <a:off x="1409029" y="2238507"/>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(Prod </a:t>
            </a:r>
            <a:r>
              <a:rPr lang="en-US" sz="800" dirty="0" err="1">
                <a:solidFill>
                  <a:schemeClr val="lt1"/>
                </a:solidFill>
              </a:rPr>
              <a:t>Rationalis’n</a:t>
            </a:r>
            <a:r>
              <a:rPr lang="en-US" sz="800" dirty="0">
                <a:solidFill>
                  <a:schemeClr val="lt1"/>
                </a:solidFill>
              </a:rPr>
              <a:t> PO)</a:t>
            </a:r>
          </a:p>
        </p:txBody>
      </p:sp>
      <p:sp>
        <p:nvSpPr>
          <p:cNvPr id="850" name="Google Shape;919;g22f1b912626_0_165">
            <a:extLst>
              <a:ext uri="{FF2B5EF4-FFF2-40B4-BE49-F238E27FC236}">
                <a16:creationId xmlns:a16="http://schemas.microsoft.com/office/drawing/2014/main" id="{CCAC17CC-B71F-5FB9-7523-CB43945A4052}"/>
              </a:ext>
            </a:extLst>
          </p:cNvPr>
          <p:cNvSpPr/>
          <p:nvPr/>
        </p:nvSpPr>
        <p:spPr>
          <a:xfrm>
            <a:off x="6807296" y="4489209"/>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Abby Vredenburg</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(Bus Process PO)</a:t>
            </a:r>
          </a:p>
        </p:txBody>
      </p:sp>
      <p:sp>
        <p:nvSpPr>
          <p:cNvPr id="960" name="Google Shape;919;g22f1b912626_0_165">
            <a:extLst>
              <a:ext uri="{FF2B5EF4-FFF2-40B4-BE49-F238E27FC236}">
                <a16:creationId xmlns:a16="http://schemas.microsoft.com/office/drawing/2014/main" id="{40BE3179-05A7-D6B4-2872-993B997A63DB}"/>
              </a:ext>
            </a:extLst>
          </p:cNvPr>
          <p:cNvSpPr/>
          <p:nvPr/>
        </p:nvSpPr>
        <p:spPr>
          <a:xfrm>
            <a:off x="1409029" y="874926"/>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err="1">
                <a:solidFill>
                  <a:schemeClr val="lt1"/>
                </a:solidFill>
              </a:rPr>
              <a:t>Akhlas</a:t>
            </a:r>
            <a:r>
              <a:rPr lang="en-US" sz="800" dirty="0">
                <a:solidFill>
                  <a:schemeClr val="lt1"/>
                </a:solidFill>
              </a:rPr>
              <a:t> Hafiz</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p:txBody>
      </p:sp>
      <p:sp>
        <p:nvSpPr>
          <p:cNvPr id="961" name="Google Shape;919;g22f1b912626_0_165">
            <a:extLst>
              <a:ext uri="{FF2B5EF4-FFF2-40B4-BE49-F238E27FC236}">
                <a16:creationId xmlns:a16="http://schemas.microsoft.com/office/drawing/2014/main" id="{83667437-610F-C997-0BA5-3282DF7DB1F8}"/>
              </a:ext>
            </a:extLst>
          </p:cNvPr>
          <p:cNvSpPr/>
          <p:nvPr/>
        </p:nvSpPr>
        <p:spPr>
          <a:xfrm>
            <a:off x="1409029" y="1172915"/>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Dauda Jammeh</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p:txBody>
      </p:sp>
      <p:sp>
        <p:nvSpPr>
          <p:cNvPr id="962" name="Google Shape;919;g22f1b912626_0_165">
            <a:extLst>
              <a:ext uri="{FF2B5EF4-FFF2-40B4-BE49-F238E27FC236}">
                <a16:creationId xmlns:a16="http://schemas.microsoft.com/office/drawing/2014/main" id="{C7A49277-9DD9-6860-BD4D-97AED7D3936D}"/>
              </a:ext>
            </a:extLst>
          </p:cNvPr>
          <p:cNvSpPr/>
          <p:nvPr/>
        </p:nvSpPr>
        <p:spPr>
          <a:xfrm>
            <a:off x="4052929" y="1830818"/>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Natraj Gudla</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 lead – off-shore)</a:t>
            </a:r>
            <a:endParaRPr sz="800" dirty="0">
              <a:solidFill>
                <a:schemeClr val="lt1"/>
              </a:solidFill>
            </a:endParaRPr>
          </a:p>
        </p:txBody>
      </p:sp>
      <p:sp>
        <p:nvSpPr>
          <p:cNvPr id="963" name="Google Shape;919;g22f1b912626_0_165">
            <a:extLst>
              <a:ext uri="{FF2B5EF4-FFF2-40B4-BE49-F238E27FC236}">
                <a16:creationId xmlns:a16="http://schemas.microsoft.com/office/drawing/2014/main" id="{13BECDC8-DC4C-5772-4F37-7AB97BA3BD4F}"/>
              </a:ext>
            </a:extLst>
          </p:cNvPr>
          <p:cNvSpPr/>
          <p:nvPr/>
        </p:nvSpPr>
        <p:spPr>
          <a:xfrm>
            <a:off x="2737699" y="1536570"/>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Stephen Payne</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(Del Lead - GPAS)</a:t>
            </a:r>
            <a:endParaRPr sz="800" dirty="0">
              <a:solidFill>
                <a:schemeClr val="lt1"/>
              </a:solidFill>
            </a:endParaRPr>
          </a:p>
        </p:txBody>
      </p:sp>
      <p:sp>
        <p:nvSpPr>
          <p:cNvPr id="5" name="TextBox 4">
            <a:extLst>
              <a:ext uri="{FF2B5EF4-FFF2-40B4-BE49-F238E27FC236}">
                <a16:creationId xmlns:a16="http://schemas.microsoft.com/office/drawing/2014/main" id="{90AEB16E-C3D0-1CBF-D61C-7579DACABCEE}"/>
              </a:ext>
            </a:extLst>
          </p:cNvPr>
          <p:cNvSpPr txBox="1">
            <a:spLocks/>
          </p:cNvSpPr>
          <p:nvPr/>
        </p:nvSpPr>
        <p:spPr>
          <a:xfrm>
            <a:off x="199500" y="874926"/>
            <a:ext cx="920467" cy="580635"/>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white"/>
                </a:solidFill>
                <a:effectLst/>
                <a:uLnTx/>
                <a:uFillTx/>
                <a:latin typeface="Arial"/>
                <a:ea typeface="+mn-ea"/>
                <a:cs typeface="+mn-cs"/>
              </a:rPr>
              <a:t>Executive Leadership</a:t>
            </a:r>
          </a:p>
        </p:txBody>
      </p:sp>
      <p:sp>
        <p:nvSpPr>
          <p:cNvPr id="6" name="TextBox 5">
            <a:extLst>
              <a:ext uri="{FF2B5EF4-FFF2-40B4-BE49-F238E27FC236}">
                <a16:creationId xmlns:a16="http://schemas.microsoft.com/office/drawing/2014/main" id="{DA5C355D-4C03-E6DC-1A50-DE7ED909F9E9}"/>
              </a:ext>
            </a:extLst>
          </p:cNvPr>
          <p:cNvSpPr txBox="1">
            <a:spLocks/>
          </p:cNvSpPr>
          <p:nvPr/>
        </p:nvSpPr>
        <p:spPr>
          <a:xfrm>
            <a:off x="199500" y="1552642"/>
            <a:ext cx="920467" cy="552079"/>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Arial"/>
                <a:ea typeface="+mn-ea"/>
                <a:cs typeface="+mn-cs"/>
              </a:rPr>
              <a:t>Program Leadership</a:t>
            </a:r>
          </a:p>
        </p:txBody>
      </p:sp>
      <p:sp>
        <p:nvSpPr>
          <p:cNvPr id="8" name="TextBox 7">
            <a:extLst>
              <a:ext uri="{FF2B5EF4-FFF2-40B4-BE49-F238E27FC236}">
                <a16:creationId xmlns:a16="http://schemas.microsoft.com/office/drawing/2014/main" id="{6B94823D-2DBC-6259-3754-78B20B4ECFF9}"/>
              </a:ext>
            </a:extLst>
          </p:cNvPr>
          <p:cNvSpPr txBox="1">
            <a:spLocks/>
          </p:cNvSpPr>
          <p:nvPr/>
        </p:nvSpPr>
        <p:spPr>
          <a:xfrm>
            <a:off x="199500" y="3475005"/>
            <a:ext cx="920467" cy="2749096"/>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Arial"/>
                <a:ea typeface="+mn-ea"/>
                <a:cs typeface="+mn-cs"/>
              </a:rPr>
              <a:t>Delivery Teams</a:t>
            </a:r>
          </a:p>
          <a:p>
            <a:pPr marL="0" marR="0" lvl="0" indent="0" algn="ctr" defTabSz="977198" rtl="0" eaLnBrk="1" fontAlgn="auto" latinLnBrk="0" hangingPunct="1">
              <a:lnSpc>
                <a:spcPct val="100000"/>
              </a:lnSpc>
              <a:spcBef>
                <a:spcPts val="0"/>
              </a:spcBef>
              <a:spcAft>
                <a:spcPts val="0"/>
              </a:spcAft>
              <a:buClrTx/>
              <a:buSzTx/>
              <a:buFontTx/>
              <a:buNone/>
              <a:tabLst/>
              <a:defRPr/>
            </a:pPr>
            <a:endParaRPr lang="en-GB" sz="1000" b="1" dirty="0">
              <a:solidFill>
                <a:prstClr val="white"/>
              </a:solidFill>
              <a:ea typeface="+mn-ea"/>
              <a:cs typeface="+mn-cs"/>
            </a:endParaRPr>
          </a:p>
          <a:p>
            <a:pPr marL="0" marR="0" lvl="0" indent="0" algn="ctr" defTabSz="977198" rtl="0" eaLnBrk="1" fontAlgn="auto" latinLnBrk="0" hangingPunct="1">
              <a:lnSpc>
                <a:spcPct val="100000"/>
              </a:lnSpc>
              <a:spcBef>
                <a:spcPts val="0"/>
              </a:spcBef>
              <a:spcAft>
                <a:spcPts val="0"/>
              </a:spcAft>
              <a:buClrTx/>
              <a:buSzTx/>
              <a:buFontTx/>
              <a:buNone/>
              <a:tabLst/>
              <a:defRPr/>
            </a:pPr>
            <a:r>
              <a:rPr lang="en-GB" sz="1000" b="1" dirty="0">
                <a:solidFill>
                  <a:prstClr val="white"/>
                </a:solidFill>
                <a:ea typeface="+mn-ea"/>
                <a:cs typeface="+mn-cs"/>
              </a:rPr>
              <a:t>Foundation Release</a:t>
            </a:r>
          </a:p>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Arial"/>
                <a:ea typeface="+mn-ea"/>
                <a:cs typeface="+mn-cs"/>
              </a:rPr>
              <a:t>(High Level)</a:t>
            </a:r>
          </a:p>
        </p:txBody>
      </p:sp>
      <p:sp>
        <p:nvSpPr>
          <p:cNvPr id="9" name="TextBox 8">
            <a:extLst>
              <a:ext uri="{FF2B5EF4-FFF2-40B4-BE49-F238E27FC236}">
                <a16:creationId xmlns:a16="http://schemas.microsoft.com/office/drawing/2014/main" id="{07C1E2B6-E39C-DF09-67DD-AF5BB70377FE}"/>
              </a:ext>
            </a:extLst>
          </p:cNvPr>
          <p:cNvSpPr txBox="1">
            <a:spLocks/>
          </p:cNvSpPr>
          <p:nvPr/>
        </p:nvSpPr>
        <p:spPr>
          <a:xfrm>
            <a:off x="199500" y="2238937"/>
            <a:ext cx="920467" cy="867747"/>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lang="en-GB" sz="1000" b="1" kern="0" dirty="0">
                <a:solidFill>
                  <a:prstClr val="white"/>
                </a:solidFill>
                <a:latin typeface="Arial"/>
                <a:cs typeface="Arial"/>
              </a:rPr>
              <a:t>POs, Functional &amp; Technical Leads</a:t>
            </a:r>
          </a:p>
        </p:txBody>
      </p:sp>
      <p:sp>
        <p:nvSpPr>
          <p:cNvPr id="2" name="Google Shape;919;g22f1b912626_0_165">
            <a:extLst>
              <a:ext uri="{FF2B5EF4-FFF2-40B4-BE49-F238E27FC236}">
                <a16:creationId xmlns:a16="http://schemas.microsoft.com/office/drawing/2014/main" id="{B9B72905-D04F-205D-940B-04CA10597A59}"/>
              </a:ext>
            </a:extLst>
          </p:cNvPr>
          <p:cNvSpPr/>
          <p:nvPr/>
        </p:nvSpPr>
        <p:spPr>
          <a:xfrm>
            <a:off x="10740699" y="3801295"/>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Mark </a:t>
            </a:r>
            <a:r>
              <a:rPr lang="en-US" sz="800" dirty="0" err="1">
                <a:solidFill>
                  <a:schemeClr val="lt1"/>
                </a:solidFill>
              </a:rPr>
              <a:t>Parlsey</a:t>
            </a:r>
            <a:endParaRPr lang="en-US" sz="800" dirty="0">
              <a:solidFill>
                <a:schemeClr val="lt1"/>
              </a:solidFill>
            </a:endParaRP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(Platform Owner)</a:t>
            </a:r>
          </a:p>
        </p:txBody>
      </p:sp>
      <p:sp>
        <p:nvSpPr>
          <p:cNvPr id="919" name="Rectangle 918">
            <a:extLst>
              <a:ext uri="{FF2B5EF4-FFF2-40B4-BE49-F238E27FC236}">
                <a16:creationId xmlns:a16="http://schemas.microsoft.com/office/drawing/2014/main" id="{43DD2AF1-E4EA-602E-C430-5A127881A1AA}"/>
              </a:ext>
            </a:extLst>
          </p:cNvPr>
          <p:cNvSpPr/>
          <p:nvPr/>
        </p:nvSpPr>
        <p:spPr>
          <a:xfrm>
            <a:off x="2462247" y="3999117"/>
            <a:ext cx="1141659" cy="2160000"/>
          </a:xfrm>
          <a:prstGeom prst="rect">
            <a:avLst/>
          </a:prstGeom>
        </p:spPr>
        <p:txBody>
          <a:bodyPr wrap="non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Analysts</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Product Owner</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SMEs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2060"/>
                </a:solidFill>
                <a:latin typeface="Arial" charset="0"/>
                <a:ea typeface="+mn-ea"/>
                <a:cs typeface="+mn-cs"/>
              </a:rPr>
              <a:t>GW Consultants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Analyst</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Tech Lead</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a:p>
            <a:pPr defTabSz="932962" fontAlgn="base">
              <a:spcBef>
                <a:spcPct val="0"/>
              </a:spcBef>
              <a:spcAft>
                <a:spcPct val="0"/>
              </a:spcAft>
              <a:buClrTx/>
              <a:buFontTx/>
              <a:buNone/>
              <a:defRPr/>
            </a:pPr>
            <a:endParaRPr lang="en-GB" sz="918" kern="1200" dirty="0">
              <a:solidFill>
                <a:srgbClr val="0098C7"/>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p:txBody>
      </p:sp>
      <p:sp>
        <p:nvSpPr>
          <p:cNvPr id="933" name="Rectangle 932">
            <a:extLst>
              <a:ext uri="{FF2B5EF4-FFF2-40B4-BE49-F238E27FC236}">
                <a16:creationId xmlns:a16="http://schemas.microsoft.com/office/drawing/2014/main" id="{09A78593-A2CE-DB08-A883-0D627CF5EFF1}"/>
              </a:ext>
            </a:extLst>
          </p:cNvPr>
          <p:cNvSpPr/>
          <p:nvPr/>
        </p:nvSpPr>
        <p:spPr>
          <a:xfrm>
            <a:off x="3389785" y="4734916"/>
            <a:ext cx="0" cy="0"/>
          </a:xfrm>
          <a:prstGeom prst="rect">
            <a:avLst/>
          </a:prstGeom>
          <a:noFill/>
          <a:ln w="25400" cap="flat" cmpd="sng" algn="ctr">
            <a:noFill/>
            <a:prstDash val="solid"/>
          </a:ln>
          <a:effectLst/>
        </p:spPr>
        <p:txBody>
          <a:bodyPr rtlCol="0" anchor="ctr"/>
          <a:lstStyle/>
          <a:p>
            <a:pPr marL="0" marR="0" lvl="0" indent="0" algn="ctr" defTabSz="977198"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ea typeface="+mn-ea"/>
              <a:cs typeface="+mn-cs"/>
            </a:endParaRPr>
          </a:p>
        </p:txBody>
      </p:sp>
      <p:sp>
        <p:nvSpPr>
          <p:cNvPr id="934" name="Rectangle 933">
            <a:extLst>
              <a:ext uri="{FF2B5EF4-FFF2-40B4-BE49-F238E27FC236}">
                <a16:creationId xmlns:a16="http://schemas.microsoft.com/office/drawing/2014/main" id="{0979304A-FC80-2B6E-EDCB-57B77260AE98}"/>
              </a:ext>
            </a:extLst>
          </p:cNvPr>
          <p:cNvSpPr/>
          <p:nvPr/>
        </p:nvSpPr>
        <p:spPr>
          <a:xfrm>
            <a:off x="10840648" y="5744636"/>
            <a:ext cx="0" cy="0"/>
          </a:xfrm>
          <a:prstGeom prst="rect">
            <a:avLst/>
          </a:prstGeom>
          <a:noFill/>
          <a:ln w="25400" cap="flat" cmpd="sng" algn="ctr">
            <a:noFill/>
            <a:prstDash val="solid"/>
          </a:ln>
          <a:effectLst/>
        </p:spPr>
        <p:txBody>
          <a:bodyPr rtlCol="0" anchor="ctr"/>
          <a:lstStyle/>
          <a:p>
            <a:pPr marL="0" marR="0" lvl="0" indent="0" algn="ctr" defTabSz="977198"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ea typeface="+mn-ea"/>
              <a:cs typeface="+mn-cs"/>
            </a:endParaRPr>
          </a:p>
        </p:txBody>
      </p:sp>
      <p:sp>
        <p:nvSpPr>
          <p:cNvPr id="935" name="Rounded Rectangle 79">
            <a:extLst>
              <a:ext uri="{FF2B5EF4-FFF2-40B4-BE49-F238E27FC236}">
                <a16:creationId xmlns:a16="http://schemas.microsoft.com/office/drawing/2014/main" id="{84026126-094C-5DF1-5F1E-70DD18DF9982}"/>
              </a:ext>
            </a:extLst>
          </p:cNvPr>
          <p:cNvSpPr/>
          <p:nvPr/>
        </p:nvSpPr>
        <p:spPr>
          <a:xfrm>
            <a:off x="5666339" y="3565961"/>
            <a:ext cx="967418" cy="430792"/>
          </a:xfrm>
          <a:prstGeom prst="roundRect">
            <a:avLst>
              <a:gd name="adj" fmla="val 0"/>
            </a:avLst>
          </a:prstGeom>
          <a:gradFill>
            <a:gsLst>
              <a:gs pos="0">
                <a:srgbClr val="DC199B"/>
              </a:gs>
              <a:gs pos="100000">
                <a:srgbClr val="0098C7"/>
              </a:gs>
            </a:gsLst>
            <a:lin ang="5400000" scaled="1"/>
          </a:gra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Testing Lead</a:t>
            </a:r>
          </a:p>
        </p:txBody>
      </p:sp>
      <p:sp>
        <p:nvSpPr>
          <p:cNvPr id="936" name="Rounded Rectangle 82">
            <a:extLst>
              <a:ext uri="{FF2B5EF4-FFF2-40B4-BE49-F238E27FC236}">
                <a16:creationId xmlns:a16="http://schemas.microsoft.com/office/drawing/2014/main" id="{0755209E-BAE9-1417-FBC0-F9F21DA6CB4B}"/>
              </a:ext>
            </a:extLst>
          </p:cNvPr>
          <p:cNvSpPr/>
          <p:nvPr/>
        </p:nvSpPr>
        <p:spPr>
          <a:xfrm>
            <a:off x="1384752" y="3565961"/>
            <a:ext cx="998307" cy="430792"/>
          </a:xfrm>
          <a:prstGeom prst="roundRect">
            <a:avLst>
              <a:gd name="adj" fmla="val 0"/>
            </a:avLst>
          </a:prstGeom>
          <a:gradFill>
            <a:gsLst>
              <a:gs pos="0">
                <a:srgbClr val="DC199B"/>
              </a:gs>
              <a:gs pos="100000">
                <a:srgbClr val="0098C7"/>
              </a:gs>
            </a:gsLst>
            <a:lin ang="5400000" scaled="1"/>
          </a:gra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Policy Lead</a:t>
            </a:r>
          </a:p>
        </p:txBody>
      </p:sp>
      <p:sp>
        <p:nvSpPr>
          <p:cNvPr id="937" name="Rectangle 936">
            <a:extLst>
              <a:ext uri="{FF2B5EF4-FFF2-40B4-BE49-F238E27FC236}">
                <a16:creationId xmlns:a16="http://schemas.microsoft.com/office/drawing/2014/main" id="{3ACCBBB7-3109-32B7-844B-D3709E3FF15F}"/>
              </a:ext>
            </a:extLst>
          </p:cNvPr>
          <p:cNvSpPr/>
          <p:nvPr/>
        </p:nvSpPr>
        <p:spPr>
          <a:xfrm>
            <a:off x="1396305" y="3999117"/>
            <a:ext cx="1141659" cy="2160000"/>
          </a:xfrm>
          <a:prstGeom prst="rect">
            <a:avLst/>
          </a:prstGeom>
        </p:spPr>
        <p:txBody>
          <a:bodyPr wrap="non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Product Owner</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SMEs</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Analysts</a:t>
            </a:r>
          </a:p>
          <a:p>
            <a:pPr defTabSz="932962" fontAlgn="base">
              <a:spcBef>
                <a:spcPct val="0"/>
              </a:spcBef>
              <a:spcAft>
                <a:spcPct val="0"/>
              </a:spcAft>
              <a:buClrTx/>
              <a:defRPr/>
            </a:pPr>
            <a:r>
              <a:rPr lang="en-GB" sz="918" kern="1200" dirty="0">
                <a:solidFill>
                  <a:srgbClr val="0098C7"/>
                </a:solidFill>
                <a:latin typeface="Arial" charset="0"/>
                <a:ea typeface="+mn-ea"/>
                <a:cs typeface="+mn-cs"/>
              </a:rPr>
              <a:t>Scrum Master</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 Lead</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2060"/>
                </a:solidFill>
                <a:latin typeface="Arial" charset="0"/>
                <a:ea typeface="+mn-ea"/>
                <a:cs typeface="+mn-cs"/>
              </a:rPr>
              <a:t>GW Consultants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Analyst </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Tech Lead</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p:txBody>
      </p:sp>
      <p:sp>
        <p:nvSpPr>
          <p:cNvPr id="943" name="Rectangle 942">
            <a:extLst>
              <a:ext uri="{FF2B5EF4-FFF2-40B4-BE49-F238E27FC236}">
                <a16:creationId xmlns:a16="http://schemas.microsoft.com/office/drawing/2014/main" id="{E0961D12-0C58-FEF3-943E-83DC2FCED295}"/>
              </a:ext>
            </a:extLst>
          </p:cNvPr>
          <p:cNvSpPr/>
          <p:nvPr/>
        </p:nvSpPr>
        <p:spPr>
          <a:xfrm rot="16200000">
            <a:off x="1003227" y="4209510"/>
            <a:ext cx="564621" cy="233590"/>
          </a:xfrm>
          <a:prstGeom prst="rect">
            <a:avLst/>
          </a:prstGeom>
          <a:solidFill>
            <a:srgbClr val="0070AD">
              <a:lumMod val="50000"/>
            </a:srgbClr>
          </a:solidFill>
        </p:spPr>
        <p:txBody>
          <a:bodyPr wrap="square" lIns="0" rIns="0">
            <a:spAutoFit/>
          </a:bodyPr>
          <a:lstStyle/>
          <a:p>
            <a:pPr marL="0" marR="0" lvl="0" indent="0" algn="ctr" defTabSz="932962" eaLnBrk="1" fontAlgn="auto" latinLnBrk="0" hangingPunct="1">
              <a:lnSpc>
                <a:spcPct val="100000"/>
              </a:lnSpc>
              <a:spcBef>
                <a:spcPts val="0"/>
              </a:spcBef>
              <a:spcAft>
                <a:spcPts val="0"/>
              </a:spcAft>
              <a:buClrTx/>
              <a:buSzTx/>
              <a:buFontTx/>
              <a:buNone/>
              <a:tabLst/>
              <a:defRPr/>
            </a:pPr>
            <a:r>
              <a:rPr kumimoji="0" lang="en-GB" sz="918" b="1" i="1" u="none" strike="noStrike" kern="0" cap="none" spc="0" normalizeH="0" baseline="0" noProof="0" dirty="0">
                <a:ln>
                  <a:noFill/>
                </a:ln>
                <a:solidFill>
                  <a:srgbClr val="FFFFFF"/>
                </a:solidFill>
                <a:effectLst/>
                <a:uLnTx/>
                <a:uFillTx/>
                <a:ea typeface="+mn-ea"/>
                <a:cs typeface="+mn-cs"/>
              </a:rPr>
              <a:t>UK</a:t>
            </a:r>
            <a:endParaRPr kumimoji="0" lang="en-GB" sz="1837" b="0" i="0" u="none" strike="noStrike" kern="0" cap="none" spc="0" normalizeH="0" baseline="0" noProof="0" dirty="0">
              <a:ln>
                <a:noFill/>
              </a:ln>
              <a:solidFill>
                <a:srgbClr val="FFFFFF"/>
              </a:solidFill>
              <a:effectLst/>
              <a:uLnTx/>
              <a:uFillTx/>
              <a:latin typeface="Arial" charset="0"/>
              <a:ea typeface="+mn-ea"/>
              <a:cs typeface="+mn-cs"/>
            </a:endParaRPr>
          </a:p>
        </p:txBody>
      </p:sp>
      <p:sp>
        <p:nvSpPr>
          <p:cNvPr id="956" name="Rectangle 955">
            <a:extLst>
              <a:ext uri="{FF2B5EF4-FFF2-40B4-BE49-F238E27FC236}">
                <a16:creationId xmlns:a16="http://schemas.microsoft.com/office/drawing/2014/main" id="{39BA74A3-3C2B-6CDC-1CF1-DADDC69CFEFB}"/>
              </a:ext>
            </a:extLst>
          </p:cNvPr>
          <p:cNvSpPr/>
          <p:nvPr/>
        </p:nvSpPr>
        <p:spPr>
          <a:xfrm rot="16200000">
            <a:off x="986918" y="5360289"/>
            <a:ext cx="568671" cy="233590"/>
          </a:xfrm>
          <a:prstGeom prst="rect">
            <a:avLst/>
          </a:prstGeom>
          <a:solidFill>
            <a:srgbClr val="0070AD">
              <a:lumMod val="50000"/>
            </a:srgbClr>
          </a:solidFill>
        </p:spPr>
        <p:txBody>
          <a:bodyPr wrap="square" lIns="0" rIns="0">
            <a:spAutoFit/>
          </a:bodyPr>
          <a:lstStyle/>
          <a:p>
            <a:pPr marL="0" marR="0" lvl="0" indent="0" algn="ctr" defTabSz="932962" eaLnBrk="1" fontAlgn="auto" latinLnBrk="0" hangingPunct="1">
              <a:lnSpc>
                <a:spcPct val="100000"/>
              </a:lnSpc>
              <a:spcBef>
                <a:spcPts val="0"/>
              </a:spcBef>
              <a:spcAft>
                <a:spcPts val="0"/>
              </a:spcAft>
              <a:buClrTx/>
              <a:buSzTx/>
              <a:buFontTx/>
              <a:buNone/>
              <a:tabLst/>
              <a:defRPr/>
            </a:pPr>
            <a:r>
              <a:rPr kumimoji="0" lang="en-GB" sz="918" b="1" i="1" u="none" strike="noStrike" kern="0" cap="none" spc="0" normalizeH="0" baseline="0" noProof="0" dirty="0">
                <a:ln>
                  <a:noFill/>
                </a:ln>
                <a:solidFill>
                  <a:srgbClr val="FFFFFF"/>
                </a:solidFill>
                <a:effectLst/>
                <a:uLnTx/>
                <a:uFillTx/>
                <a:ea typeface="+mn-ea"/>
                <a:cs typeface="+mn-cs"/>
              </a:rPr>
              <a:t>India</a:t>
            </a:r>
            <a:endParaRPr kumimoji="0" lang="en-GB" sz="1837" b="0" i="0" u="none" strike="noStrike" kern="0" cap="none" spc="0" normalizeH="0" baseline="0" noProof="0" dirty="0">
              <a:ln>
                <a:noFill/>
              </a:ln>
              <a:solidFill>
                <a:srgbClr val="FFFFFF"/>
              </a:solidFill>
              <a:effectLst/>
              <a:uLnTx/>
              <a:uFillTx/>
              <a:latin typeface="Arial" charset="0"/>
              <a:ea typeface="+mn-ea"/>
              <a:cs typeface="+mn-cs"/>
            </a:endParaRPr>
          </a:p>
        </p:txBody>
      </p:sp>
      <p:sp>
        <p:nvSpPr>
          <p:cNvPr id="966" name="Rounded Rectangle 185">
            <a:extLst>
              <a:ext uri="{FF2B5EF4-FFF2-40B4-BE49-F238E27FC236}">
                <a16:creationId xmlns:a16="http://schemas.microsoft.com/office/drawing/2014/main" id="{A661A4A6-98AA-549A-A63D-90C9F927BFF9}"/>
              </a:ext>
            </a:extLst>
          </p:cNvPr>
          <p:cNvSpPr/>
          <p:nvPr/>
        </p:nvSpPr>
        <p:spPr>
          <a:xfrm>
            <a:off x="2489720" y="3565961"/>
            <a:ext cx="998307" cy="430792"/>
          </a:xfrm>
          <a:prstGeom prst="roundRect">
            <a:avLst>
              <a:gd name="adj" fmla="val 0"/>
            </a:avLst>
          </a:prstGeom>
          <a:gradFill>
            <a:gsLst>
              <a:gs pos="0">
                <a:srgbClr val="DC199B"/>
              </a:gs>
              <a:gs pos="100000">
                <a:srgbClr val="0098C7"/>
              </a:gs>
            </a:gsLst>
            <a:lin ang="5400000" scaled="1"/>
          </a:gra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Billing Lead</a:t>
            </a:r>
          </a:p>
        </p:txBody>
      </p:sp>
      <p:sp>
        <p:nvSpPr>
          <p:cNvPr id="967" name="Rounded Rectangle 186">
            <a:extLst>
              <a:ext uri="{FF2B5EF4-FFF2-40B4-BE49-F238E27FC236}">
                <a16:creationId xmlns:a16="http://schemas.microsoft.com/office/drawing/2014/main" id="{E474EA41-BB7E-4DFF-2991-CF65BE77A2F0}"/>
              </a:ext>
            </a:extLst>
          </p:cNvPr>
          <p:cNvSpPr/>
          <p:nvPr/>
        </p:nvSpPr>
        <p:spPr>
          <a:xfrm>
            <a:off x="3594218" y="3565961"/>
            <a:ext cx="889367" cy="430792"/>
          </a:xfrm>
          <a:prstGeom prst="roundRect">
            <a:avLst>
              <a:gd name="adj" fmla="val 0"/>
            </a:avLst>
          </a:prstGeom>
          <a:gradFill>
            <a:gsLst>
              <a:gs pos="0">
                <a:srgbClr val="DC199B"/>
              </a:gs>
              <a:gs pos="100000">
                <a:srgbClr val="0098C7"/>
              </a:gs>
            </a:gsLst>
            <a:lin ang="5400000" scaled="1"/>
          </a:gra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Integration Lead</a:t>
            </a:r>
          </a:p>
        </p:txBody>
      </p:sp>
      <p:sp>
        <p:nvSpPr>
          <p:cNvPr id="971" name="Rectangle 970">
            <a:extLst>
              <a:ext uri="{FF2B5EF4-FFF2-40B4-BE49-F238E27FC236}">
                <a16:creationId xmlns:a16="http://schemas.microsoft.com/office/drawing/2014/main" id="{8FA17ACF-FF17-CB9D-07B9-38D7E5F18297}"/>
              </a:ext>
            </a:extLst>
          </p:cNvPr>
          <p:cNvSpPr/>
          <p:nvPr/>
        </p:nvSpPr>
        <p:spPr>
          <a:xfrm>
            <a:off x="3572658" y="3999117"/>
            <a:ext cx="1116527" cy="2160000"/>
          </a:xfrm>
          <a:prstGeom prst="rect">
            <a:avLst/>
          </a:prstGeom>
        </p:spPr>
        <p:txBody>
          <a:bodyPr wrap="square">
            <a:noAutofit/>
          </a:bodyPr>
          <a:lstStyle/>
          <a:p>
            <a:pPr defTabSz="932962" fontAlgn="base">
              <a:spcBef>
                <a:spcPct val="0"/>
              </a:spcBef>
              <a:spcAft>
                <a:spcPct val="0"/>
              </a:spcAft>
              <a:buClrTx/>
              <a:defRPr/>
            </a:pPr>
            <a:r>
              <a:rPr lang="en-GB" sz="918" kern="1200" dirty="0">
                <a:solidFill>
                  <a:srgbClr val="DC199B"/>
                </a:solidFill>
                <a:latin typeface="Arial" charset="0"/>
                <a:ea typeface="+mn-ea"/>
                <a:cs typeface="+mn-cs"/>
              </a:rPr>
              <a:t>Technical SMEs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2060"/>
                </a:solidFill>
                <a:latin typeface="Arial" charset="0"/>
                <a:ea typeface="+mn-ea"/>
                <a:cs typeface="+mn-cs"/>
              </a:rPr>
              <a:t>GW Consultants</a:t>
            </a:r>
          </a:p>
          <a:p>
            <a:pPr defTabSz="932962" fontAlgn="base">
              <a:spcBef>
                <a:spcPct val="0"/>
              </a:spcBef>
              <a:spcAft>
                <a:spcPct val="0"/>
              </a:spcAft>
              <a:buClrTx/>
              <a:buFontTx/>
              <a:buNone/>
              <a:defRPr/>
            </a:pPr>
            <a:endParaRPr lang="en-GB" sz="918" kern="1200" dirty="0">
              <a:solidFill>
                <a:srgbClr val="002060"/>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 Mapping Analyst</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Tech Lead</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p:txBody>
      </p:sp>
      <p:sp>
        <p:nvSpPr>
          <p:cNvPr id="974" name="Rounded Rectangle 145">
            <a:extLst>
              <a:ext uri="{FF2B5EF4-FFF2-40B4-BE49-F238E27FC236}">
                <a16:creationId xmlns:a16="http://schemas.microsoft.com/office/drawing/2014/main" id="{5E984A70-4EDA-6B76-17AD-5F0F032678D8}"/>
              </a:ext>
            </a:extLst>
          </p:cNvPr>
          <p:cNvSpPr/>
          <p:nvPr/>
        </p:nvSpPr>
        <p:spPr>
          <a:xfrm>
            <a:off x="1439794" y="5942288"/>
            <a:ext cx="5193963" cy="278767"/>
          </a:xfrm>
          <a:prstGeom prst="roundRect">
            <a:avLst>
              <a:gd name="adj" fmla="val 0"/>
            </a:avLst>
          </a:prstGeom>
          <a:solidFill>
            <a:srgbClr val="0098C7"/>
          </a:soli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a:solidFill>
                  <a:prstClr val="white"/>
                </a:solidFill>
                <a:ea typeface="+mn-ea"/>
                <a:cs typeface="Arial" pitchFamily="34" charset="0"/>
              </a:rPr>
              <a:t>Automation Testers / Performance Testers</a:t>
            </a:r>
          </a:p>
        </p:txBody>
      </p:sp>
      <p:sp>
        <p:nvSpPr>
          <p:cNvPr id="977" name="Rectangle 976">
            <a:extLst>
              <a:ext uri="{FF2B5EF4-FFF2-40B4-BE49-F238E27FC236}">
                <a16:creationId xmlns:a16="http://schemas.microsoft.com/office/drawing/2014/main" id="{75E232AA-8A3A-1DF6-8964-8A30E1E4FF8C}"/>
              </a:ext>
            </a:extLst>
          </p:cNvPr>
          <p:cNvSpPr/>
          <p:nvPr/>
        </p:nvSpPr>
        <p:spPr>
          <a:xfrm>
            <a:off x="4598703" y="3984739"/>
            <a:ext cx="1179568" cy="2160000"/>
          </a:xfrm>
          <a:prstGeom prst="rect">
            <a:avLst/>
          </a:prstGeom>
        </p:spPr>
        <p:txBody>
          <a:bodyPr wrap="squar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Product Owner</a:t>
            </a:r>
          </a:p>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Business SMEs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Technical SMEs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Business / Migration Analyst</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Migration Developers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Testers</a:t>
            </a:r>
          </a:p>
        </p:txBody>
      </p:sp>
      <p:sp>
        <p:nvSpPr>
          <p:cNvPr id="978" name="Rounded Rectangle 186">
            <a:extLst>
              <a:ext uri="{FF2B5EF4-FFF2-40B4-BE49-F238E27FC236}">
                <a16:creationId xmlns:a16="http://schemas.microsoft.com/office/drawing/2014/main" id="{C9CA072B-1D08-6A7C-B3D7-4FDBF3351CD5}"/>
              </a:ext>
            </a:extLst>
          </p:cNvPr>
          <p:cNvSpPr/>
          <p:nvPr/>
        </p:nvSpPr>
        <p:spPr>
          <a:xfrm>
            <a:off x="4560439" y="3565961"/>
            <a:ext cx="969384" cy="430792"/>
          </a:xfrm>
          <a:prstGeom prst="roundRect">
            <a:avLst>
              <a:gd name="adj" fmla="val 0"/>
            </a:avLst>
          </a:prstGeom>
          <a:gradFill>
            <a:gsLst>
              <a:gs pos="0">
                <a:srgbClr val="DC199B"/>
              </a:gs>
              <a:gs pos="100000">
                <a:srgbClr val="0098C7"/>
              </a:gs>
            </a:gsLst>
            <a:lin ang="5400000" scaled="1"/>
          </a:gradFill>
          <a:ln w="3175" cap="flat" cmpd="sng" algn="ctr">
            <a:solidFill>
              <a:srgbClr val="0098C7"/>
            </a:solidFill>
            <a:prstDash val="solid"/>
          </a:ln>
          <a:effectLst/>
        </p:spPr>
        <p:txBody>
          <a:bodyPr wrap="square" lIns="0" rIns="0" rtlCol="0" anchor="ctr" anchorCtr="1">
            <a:noAutofit/>
          </a:bodyPr>
          <a:lstStyle/>
          <a:p>
            <a:pPr algn="ctr" defTabSz="932962">
              <a:buClrTx/>
              <a:buFontTx/>
              <a:buNone/>
              <a:defRPr/>
            </a:pPr>
            <a:r>
              <a:rPr lang="en-GB" sz="918" b="1" dirty="0">
                <a:solidFill>
                  <a:prstClr val="white"/>
                </a:solidFill>
                <a:ea typeface="+mn-ea"/>
                <a:cs typeface="Arial" pitchFamily="34" charset="0"/>
              </a:rPr>
              <a:t>Migration Lead</a:t>
            </a:r>
          </a:p>
        </p:txBody>
      </p:sp>
      <p:sp>
        <p:nvSpPr>
          <p:cNvPr id="985" name="Google Shape;919;g22f1b912626_0_165">
            <a:extLst>
              <a:ext uri="{FF2B5EF4-FFF2-40B4-BE49-F238E27FC236}">
                <a16:creationId xmlns:a16="http://schemas.microsoft.com/office/drawing/2014/main" id="{72F60A4C-F595-419A-4288-C1334C79E607}"/>
              </a:ext>
            </a:extLst>
          </p:cNvPr>
          <p:cNvSpPr/>
          <p:nvPr/>
        </p:nvSpPr>
        <p:spPr>
          <a:xfrm>
            <a:off x="6695276" y="2257274"/>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 (Hexaware)</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(Test Mgr)</a:t>
            </a:r>
            <a:endParaRPr sz="800" dirty="0">
              <a:solidFill>
                <a:schemeClr val="lt1"/>
              </a:solidFill>
            </a:endParaRPr>
          </a:p>
        </p:txBody>
      </p:sp>
      <p:sp>
        <p:nvSpPr>
          <p:cNvPr id="986" name="Google Shape;919;g22f1b912626_0_165">
            <a:extLst>
              <a:ext uri="{FF2B5EF4-FFF2-40B4-BE49-F238E27FC236}">
                <a16:creationId xmlns:a16="http://schemas.microsoft.com/office/drawing/2014/main" id="{EA420B40-85A7-C8F9-C97F-80F371DA8777}"/>
              </a:ext>
            </a:extLst>
          </p:cNvPr>
          <p:cNvSpPr/>
          <p:nvPr/>
        </p:nvSpPr>
        <p:spPr>
          <a:xfrm>
            <a:off x="6695276" y="2543421"/>
            <a:ext cx="1218683" cy="273903"/>
          </a:xfrm>
          <a:prstGeom prst="rect">
            <a:avLst/>
          </a:prstGeom>
          <a:solidFill>
            <a:srgbClr val="0098C7"/>
          </a:solidFill>
          <a:ln w="9525" cap="flat" cmpd="sng">
            <a:solidFill>
              <a:srgbClr val="0098C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IN" sz="800" dirty="0" err="1">
                <a:solidFill>
                  <a:schemeClr val="bg1"/>
                </a:solidFill>
              </a:rPr>
              <a:t>SivaramaKrishna</a:t>
            </a:r>
            <a:r>
              <a:rPr lang="en-IN" sz="800" dirty="0">
                <a:solidFill>
                  <a:schemeClr val="bg1"/>
                </a:solidFill>
              </a:rPr>
              <a:t> Narayanan (Test Mgr)</a:t>
            </a:r>
          </a:p>
        </p:txBody>
      </p:sp>
      <p:sp>
        <p:nvSpPr>
          <p:cNvPr id="987" name="Google Shape;870;g22f1b912626_0_165">
            <a:extLst>
              <a:ext uri="{FF2B5EF4-FFF2-40B4-BE49-F238E27FC236}">
                <a16:creationId xmlns:a16="http://schemas.microsoft.com/office/drawing/2014/main" id="{E367E28D-687C-4A4B-D0A3-473A59604938}"/>
              </a:ext>
            </a:extLst>
          </p:cNvPr>
          <p:cNvSpPr/>
          <p:nvPr/>
        </p:nvSpPr>
        <p:spPr>
          <a:xfrm>
            <a:off x="10703511" y="4498662"/>
            <a:ext cx="1287844" cy="100650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w="9525" cap="flat" cmpd="sng">
            <a:noFill/>
            <a:prstDash val="dash"/>
            <a:round/>
            <a:headEnd type="none" w="sm" len="sm"/>
            <a:tailEnd type="none" w="sm" len="sm"/>
          </a:ln>
        </p:spPr>
        <p:txBody>
          <a:bodyPr spcFirstLastPara="1" wrap="square" lIns="72000" tIns="0" rIns="0" bIns="0" anchor="ctr" anchorCtr="0">
            <a:noAutofit/>
          </a:bodyPr>
          <a:lstStyle/>
          <a:p>
            <a:pPr marR="0" lvl="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FFFFFF"/>
                </a:solidFill>
                <a:effectLst/>
                <a:uLnTx/>
                <a:uFillTx/>
                <a:latin typeface="Arial"/>
                <a:cs typeface="Arial"/>
                <a:sym typeface="Arial"/>
              </a:rPr>
              <a:t>PAS BAU transition team (dependent on Beazley’s ITOM/ BAU service management structure)</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sp>
        <p:nvSpPr>
          <p:cNvPr id="989" name="Google Shape;941;g22f1b912626_0_165">
            <a:extLst>
              <a:ext uri="{FF2B5EF4-FFF2-40B4-BE49-F238E27FC236}">
                <a16:creationId xmlns:a16="http://schemas.microsoft.com/office/drawing/2014/main" id="{8C60D923-BD05-F601-D904-1F2A3EDBD731}"/>
              </a:ext>
            </a:extLst>
          </p:cNvPr>
          <p:cNvSpPr/>
          <p:nvPr/>
        </p:nvSpPr>
        <p:spPr>
          <a:xfrm>
            <a:off x="9432045" y="4921836"/>
            <a:ext cx="1241098" cy="56928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dk2"/>
          </a:solidFill>
          <a:ln w="9525" cap="flat" cmpd="sng">
            <a:noFill/>
            <a:prstDash val="dash"/>
            <a:round/>
            <a:headEnd type="none" w="sm" len="sm"/>
            <a:tailEnd type="none" w="sm" len="sm"/>
          </a:ln>
        </p:spPr>
        <p:txBody>
          <a:bodyPr spcFirstLastPara="1" wrap="square" lIns="10800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FFFFFF"/>
                </a:solidFill>
                <a:effectLst/>
                <a:uLnTx/>
                <a:uFillTx/>
                <a:latin typeface="Arial"/>
                <a:cs typeface="Arial"/>
                <a:sym typeface="Arial"/>
              </a:rPr>
              <a:t>Shared Services - IT Security, Risk/Audit, Compliance</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sp>
        <p:nvSpPr>
          <p:cNvPr id="991" name="Rectangle 990">
            <a:extLst>
              <a:ext uri="{FF2B5EF4-FFF2-40B4-BE49-F238E27FC236}">
                <a16:creationId xmlns:a16="http://schemas.microsoft.com/office/drawing/2014/main" id="{E7978FA5-43FD-F36B-C942-BCF88821F0BC}"/>
              </a:ext>
            </a:extLst>
          </p:cNvPr>
          <p:cNvSpPr/>
          <p:nvPr/>
        </p:nvSpPr>
        <p:spPr>
          <a:xfrm>
            <a:off x="6813054" y="3792243"/>
            <a:ext cx="2521094" cy="19401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7" name="Rectangle 836">
            <a:extLst>
              <a:ext uri="{FF2B5EF4-FFF2-40B4-BE49-F238E27FC236}">
                <a16:creationId xmlns:a16="http://schemas.microsoft.com/office/drawing/2014/main" id="{82FDEEFE-2EB7-3A5A-63A6-39FA9CDD5B90}"/>
              </a:ext>
            </a:extLst>
          </p:cNvPr>
          <p:cNvSpPr/>
          <p:nvPr/>
        </p:nvSpPr>
        <p:spPr>
          <a:xfrm>
            <a:off x="9458973" y="3789270"/>
            <a:ext cx="2521094" cy="6093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9" name="TextBox 838">
            <a:extLst>
              <a:ext uri="{FF2B5EF4-FFF2-40B4-BE49-F238E27FC236}">
                <a16:creationId xmlns:a16="http://schemas.microsoft.com/office/drawing/2014/main" id="{B447D194-BDB6-7BFF-0131-480DF885A398}"/>
              </a:ext>
            </a:extLst>
          </p:cNvPr>
          <p:cNvSpPr txBox="1"/>
          <p:nvPr/>
        </p:nvSpPr>
        <p:spPr>
          <a:xfrm>
            <a:off x="6787083" y="3801338"/>
            <a:ext cx="569387" cy="261610"/>
          </a:xfrm>
          <a:prstGeom prst="rect">
            <a:avLst/>
          </a:prstGeom>
          <a:noFill/>
        </p:spPr>
        <p:txBody>
          <a:bodyPr wrap="none" rtlCol="0">
            <a:spAutoFit/>
          </a:bodyPr>
          <a:lstStyle/>
          <a:p>
            <a:r>
              <a:rPr lang="en-GB" sz="1100" b="1" dirty="0"/>
              <a:t>SMEs</a:t>
            </a:r>
          </a:p>
        </p:txBody>
      </p:sp>
      <p:sp>
        <p:nvSpPr>
          <p:cNvPr id="851" name="TextBox 850">
            <a:extLst>
              <a:ext uri="{FF2B5EF4-FFF2-40B4-BE49-F238E27FC236}">
                <a16:creationId xmlns:a16="http://schemas.microsoft.com/office/drawing/2014/main" id="{EEA78BB7-FBDC-2DCE-BF2B-6F8094C74307}"/>
              </a:ext>
            </a:extLst>
          </p:cNvPr>
          <p:cNvSpPr txBox="1"/>
          <p:nvPr/>
        </p:nvSpPr>
        <p:spPr>
          <a:xfrm>
            <a:off x="9427745" y="3781400"/>
            <a:ext cx="1309974" cy="261610"/>
          </a:xfrm>
          <a:prstGeom prst="rect">
            <a:avLst/>
          </a:prstGeom>
          <a:noFill/>
        </p:spPr>
        <p:txBody>
          <a:bodyPr wrap="none" rtlCol="0">
            <a:spAutoFit/>
          </a:bodyPr>
          <a:lstStyle/>
          <a:p>
            <a:r>
              <a:rPr lang="en-GB" sz="1100" b="1" dirty="0"/>
              <a:t>Platform Owners</a:t>
            </a:r>
          </a:p>
        </p:txBody>
      </p:sp>
      <p:sp>
        <p:nvSpPr>
          <p:cNvPr id="852" name="Rectangle 851">
            <a:extLst>
              <a:ext uri="{FF2B5EF4-FFF2-40B4-BE49-F238E27FC236}">
                <a16:creationId xmlns:a16="http://schemas.microsoft.com/office/drawing/2014/main" id="{F47BBC94-64A1-12D6-F92D-E082C3431B1A}"/>
              </a:ext>
            </a:extLst>
          </p:cNvPr>
          <p:cNvSpPr/>
          <p:nvPr/>
        </p:nvSpPr>
        <p:spPr>
          <a:xfrm>
            <a:off x="9471563" y="5595118"/>
            <a:ext cx="1231948" cy="112328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3" name="Rectangle 852">
            <a:extLst>
              <a:ext uri="{FF2B5EF4-FFF2-40B4-BE49-F238E27FC236}">
                <a16:creationId xmlns:a16="http://schemas.microsoft.com/office/drawing/2014/main" id="{CF5A6DC7-91CF-4E10-93EE-084AA4F240AC}"/>
              </a:ext>
            </a:extLst>
          </p:cNvPr>
          <p:cNvSpPr/>
          <p:nvPr/>
        </p:nvSpPr>
        <p:spPr>
          <a:xfrm>
            <a:off x="10759076" y="5595119"/>
            <a:ext cx="1231948" cy="8128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4" name="Rectangle 853">
            <a:extLst>
              <a:ext uri="{FF2B5EF4-FFF2-40B4-BE49-F238E27FC236}">
                <a16:creationId xmlns:a16="http://schemas.microsoft.com/office/drawing/2014/main" id="{A98FA6FC-9CE3-8850-E35A-85497D80ACDF}"/>
              </a:ext>
            </a:extLst>
          </p:cNvPr>
          <p:cNvSpPr/>
          <p:nvPr/>
        </p:nvSpPr>
        <p:spPr>
          <a:xfrm>
            <a:off x="9441376" y="4504683"/>
            <a:ext cx="2549979" cy="1000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5" name="TextBox 854">
            <a:extLst>
              <a:ext uri="{FF2B5EF4-FFF2-40B4-BE49-F238E27FC236}">
                <a16:creationId xmlns:a16="http://schemas.microsoft.com/office/drawing/2014/main" id="{A4486976-88A6-A8E4-BF71-279505A4C2DD}"/>
              </a:ext>
            </a:extLst>
          </p:cNvPr>
          <p:cNvSpPr txBox="1"/>
          <p:nvPr/>
        </p:nvSpPr>
        <p:spPr>
          <a:xfrm>
            <a:off x="9399337" y="4547982"/>
            <a:ext cx="1282723" cy="261610"/>
          </a:xfrm>
          <a:prstGeom prst="rect">
            <a:avLst/>
          </a:prstGeom>
          <a:noFill/>
        </p:spPr>
        <p:txBody>
          <a:bodyPr wrap="none" rtlCol="0">
            <a:spAutoFit/>
          </a:bodyPr>
          <a:lstStyle/>
          <a:p>
            <a:r>
              <a:rPr lang="en-GB" sz="1100" b="1" dirty="0"/>
              <a:t>Shared Services</a:t>
            </a:r>
          </a:p>
        </p:txBody>
      </p:sp>
      <p:sp>
        <p:nvSpPr>
          <p:cNvPr id="856" name="TextBox 855">
            <a:extLst>
              <a:ext uri="{FF2B5EF4-FFF2-40B4-BE49-F238E27FC236}">
                <a16:creationId xmlns:a16="http://schemas.microsoft.com/office/drawing/2014/main" id="{EF1734EA-875A-80CE-DCB4-63D57BA312D9}"/>
              </a:ext>
            </a:extLst>
          </p:cNvPr>
          <p:cNvSpPr txBox="1"/>
          <p:nvPr/>
        </p:nvSpPr>
        <p:spPr>
          <a:xfrm>
            <a:off x="9410921" y="5585075"/>
            <a:ext cx="873957" cy="261610"/>
          </a:xfrm>
          <a:prstGeom prst="rect">
            <a:avLst/>
          </a:prstGeom>
          <a:noFill/>
        </p:spPr>
        <p:txBody>
          <a:bodyPr wrap="none" rtlCol="0">
            <a:spAutoFit/>
          </a:bodyPr>
          <a:lstStyle/>
          <a:p>
            <a:r>
              <a:rPr lang="en-GB" sz="1100" b="1" dirty="0"/>
              <a:t>Architects</a:t>
            </a:r>
          </a:p>
        </p:txBody>
      </p:sp>
      <p:sp>
        <p:nvSpPr>
          <p:cNvPr id="857" name="TextBox 856">
            <a:extLst>
              <a:ext uri="{FF2B5EF4-FFF2-40B4-BE49-F238E27FC236}">
                <a16:creationId xmlns:a16="http://schemas.microsoft.com/office/drawing/2014/main" id="{8423E7BA-9850-B9A5-BCBC-AEBE9A0F5F9A}"/>
              </a:ext>
            </a:extLst>
          </p:cNvPr>
          <p:cNvSpPr txBox="1"/>
          <p:nvPr/>
        </p:nvSpPr>
        <p:spPr>
          <a:xfrm>
            <a:off x="10698445" y="5579824"/>
            <a:ext cx="718466" cy="261610"/>
          </a:xfrm>
          <a:prstGeom prst="rect">
            <a:avLst/>
          </a:prstGeom>
          <a:noFill/>
        </p:spPr>
        <p:txBody>
          <a:bodyPr wrap="none" rtlCol="0">
            <a:spAutoFit/>
          </a:bodyPr>
          <a:lstStyle/>
          <a:p>
            <a:r>
              <a:rPr lang="en-GB" sz="1100" b="1" dirty="0"/>
              <a:t>DevOps</a:t>
            </a:r>
          </a:p>
        </p:txBody>
      </p:sp>
      <p:sp>
        <p:nvSpPr>
          <p:cNvPr id="858" name="TextBox 857">
            <a:extLst>
              <a:ext uri="{FF2B5EF4-FFF2-40B4-BE49-F238E27FC236}">
                <a16:creationId xmlns:a16="http://schemas.microsoft.com/office/drawing/2014/main" id="{153EAD49-6D34-FDE3-62E1-07527C938D2C}"/>
              </a:ext>
            </a:extLst>
          </p:cNvPr>
          <p:cNvSpPr txBox="1">
            <a:spLocks/>
          </p:cNvSpPr>
          <p:nvPr/>
        </p:nvSpPr>
        <p:spPr>
          <a:xfrm>
            <a:off x="6812019" y="3463601"/>
            <a:ext cx="5179336" cy="284669"/>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Arial"/>
                <a:ea typeface="+mn-ea"/>
                <a:cs typeface="+mn-cs"/>
              </a:rPr>
              <a:t>Cross-Programme Delivery Support</a:t>
            </a:r>
          </a:p>
        </p:txBody>
      </p:sp>
      <p:sp>
        <p:nvSpPr>
          <p:cNvPr id="3" name="Rectangle 2">
            <a:extLst>
              <a:ext uri="{FF2B5EF4-FFF2-40B4-BE49-F238E27FC236}">
                <a16:creationId xmlns:a16="http://schemas.microsoft.com/office/drawing/2014/main" id="{CD4BB31B-FDF8-DC00-5296-D504EA9C62F1}"/>
              </a:ext>
            </a:extLst>
          </p:cNvPr>
          <p:cNvSpPr/>
          <p:nvPr/>
        </p:nvSpPr>
        <p:spPr>
          <a:xfrm>
            <a:off x="199500" y="874926"/>
            <a:ext cx="5072112" cy="5777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98FE1F5D-077C-1F28-D8BB-04423B69DC4C}"/>
              </a:ext>
            </a:extLst>
          </p:cNvPr>
          <p:cNvSpPr/>
          <p:nvPr/>
        </p:nvSpPr>
        <p:spPr>
          <a:xfrm>
            <a:off x="207320" y="1537620"/>
            <a:ext cx="6389305" cy="5710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D0BFC1F-C5B4-8845-9B2F-A9B957768B20}"/>
              </a:ext>
            </a:extLst>
          </p:cNvPr>
          <p:cNvSpPr/>
          <p:nvPr/>
        </p:nvSpPr>
        <p:spPr>
          <a:xfrm>
            <a:off x="199500" y="2237815"/>
            <a:ext cx="9008169" cy="8688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4EB075B7-6A28-F541-D6F5-45CA278E5F62}"/>
              </a:ext>
            </a:extLst>
          </p:cNvPr>
          <p:cNvSpPr/>
          <p:nvPr/>
        </p:nvSpPr>
        <p:spPr>
          <a:xfrm>
            <a:off x="197990" y="3475005"/>
            <a:ext cx="6497286" cy="27457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Connector 12">
            <a:extLst>
              <a:ext uri="{FF2B5EF4-FFF2-40B4-BE49-F238E27FC236}">
                <a16:creationId xmlns:a16="http://schemas.microsoft.com/office/drawing/2014/main" id="{638629FA-4FD7-B1A9-6CB2-009966B73FAD}"/>
              </a:ext>
            </a:extLst>
          </p:cNvPr>
          <p:cNvCxnSpPr/>
          <p:nvPr/>
        </p:nvCxnSpPr>
        <p:spPr>
          <a:xfrm>
            <a:off x="6813054" y="4391628"/>
            <a:ext cx="25012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A3EFAF0-FE5E-C5C1-0716-5FAC42101B9F}"/>
              </a:ext>
            </a:extLst>
          </p:cNvPr>
          <p:cNvCxnSpPr/>
          <p:nvPr/>
        </p:nvCxnSpPr>
        <p:spPr>
          <a:xfrm>
            <a:off x="6832528" y="5061699"/>
            <a:ext cx="25012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F6082EE-AC9C-7D3D-99AC-B6F008084216}"/>
              </a:ext>
            </a:extLst>
          </p:cNvPr>
          <p:cNvCxnSpPr/>
          <p:nvPr/>
        </p:nvCxnSpPr>
        <p:spPr>
          <a:xfrm>
            <a:off x="6815658" y="4486128"/>
            <a:ext cx="25012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3114084-1547-FD0A-9D9A-96D2481289C9}"/>
              </a:ext>
            </a:extLst>
          </p:cNvPr>
          <p:cNvCxnSpPr/>
          <p:nvPr/>
        </p:nvCxnSpPr>
        <p:spPr>
          <a:xfrm>
            <a:off x="6817961" y="5153367"/>
            <a:ext cx="25012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415002E1-0AED-1D80-C293-9F05C8DA67C3}"/>
              </a:ext>
            </a:extLst>
          </p:cNvPr>
          <p:cNvSpPr/>
          <p:nvPr/>
        </p:nvSpPr>
        <p:spPr>
          <a:xfrm>
            <a:off x="5598658" y="3973034"/>
            <a:ext cx="1179568" cy="2160000"/>
          </a:xfrm>
          <a:prstGeom prst="rect">
            <a:avLst/>
          </a:prstGeom>
        </p:spPr>
        <p:txBody>
          <a:bodyPr wrap="square">
            <a:noAutofit/>
          </a:bodyPr>
          <a:lstStyle/>
          <a:p>
            <a:pPr defTabSz="932962" fontAlgn="base">
              <a:spcBef>
                <a:spcPct val="0"/>
              </a:spcBef>
              <a:spcAft>
                <a:spcPct val="0"/>
              </a:spcAft>
              <a:buClrTx/>
              <a:buFontTx/>
              <a:buNone/>
              <a:defRPr/>
            </a:pPr>
            <a:r>
              <a:rPr lang="en-GB" sz="918" kern="1200" dirty="0">
                <a:solidFill>
                  <a:srgbClr val="DC199B"/>
                </a:solidFill>
                <a:latin typeface="Arial" charset="0"/>
                <a:ea typeface="+mn-ea"/>
                <a:cs typeface="+mn-cs"/>
              </a:rPr>
              <a:t>UAT Testers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NFT Testers</a:t>
            </a: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endParaRPr lang="en-GB" sz="918" kern="1200" dirty="0">
              <a:solidFill>
                <a:srgbClr val="272936"/>
              </a:solidFill>
              <a:latin typeface="Arial" charset="0"/>
              <a:ea typeface="+mn-ea"/>
              <a:cs typeface="+mn-cs"/>
            </a:endParaRP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SIT Testers</a:t>
            </a:r>
          </a:p>
          <a:p>
            <a:pPr defTabSz="932962" fontAlgn="base">
              <a:spcBef>
                <a:spcPct val="0"/>
              </a:spcBef>
              <a:spcAft>
                <a:spcPct val="0"/>
              </a:spcAft>
              <a:buClrTx/>
              <a:buFontTx/>
              <a:buNone/>
              <a:defRPr/>
            </a:pPr>
            <a:r>
              <a:rPr lang="en-GB" sz="918" kern="1200" dirty="0">
                <a:solidFill>
                  <a:srgbClr val="0098C7"/>
                </a:solidFill>
                <a:latin typeface="Arial" charset="0"/>
                <a:ea typeface="+mn-ea"/>
                <a:cs typeface="+mn-cs"/>
              </a:rPr>
              <a:t>NFT Testers</a:t>
            </a:r>
          </a:p>
        </p:txBody>
      </p:sp>
      <p:sp>
        <p:nvSpPr>
          <p:cNvPr id="23" name="Rounded Rectangle 145">
            <a:extLst>
              <a:ext uri="{FF2B5EF4-FFF2-40B4-BE49-F238E27FC236}">
                <a16:creationId xmlns:a16="http://schemas.microsoft.com/office/drawing/2014/main" id="{2DD1599B-ED66-2CAA-0038-541B871904DE}"/>
              </a:ext>
            </a:extLst>
          </p:cNvPr>
          <p:cNvSpPr/>
          <p:nvPr/>
        </p:nvSpPr>
        <p:spPr>
          <a:xfrm>
            <a:off x="4200733" y="6507068"/>
            <a:ext cx="1000590" cy="163863"/>
          </a:xfrm>
          <a:prstGeom prst="roundRect">
            <a:avLst>
              <a:gd name="adj" fmla="val 0"/>
            </a:avLst>
          </a:prstGeom>
          <a:gradFill>
            <a:gsLst>
              <a:gs pos="0">
                <a:srgbClr val="DC199B"/>
              </a:gs>
              <a:gs pos="100000">
                <a:srgbClr val="0098C7"/>
              </a:gs>
            </a:gsLst>
            <a:lin ang="5400000" scaled="1"/>
          </a:gradFill>
          <a:ln w="3175" cap="flat" cmpd="sng" algn="ctr">
            <a:noFill/>
            <a:prstDash val="solid"/>
          </a:ln>
          <a:effectLst/>
        </p:spPr>
        <p:txBody>
          <a:bodyPr wrap="square" lIns="0" rIns="0" rtlCol="0" anchor="ctr" anchorCtr="1">
            <a:noAutofit/>
          </a:bodyPr>
          <a:lstStyle/>
          <a:p>
            <a:pPr algn="ctr" defTabSz="932962">
              <a:buClrTx/>
              <a:buFontTx/>
              <a:buNone/>
              <a:defRPr/>
            </a:pPr>
            <a:r>
              <a:rPr lang="en-GB" sz="700" dirty="0">
                <a:solidFill>
                  <a:schemeClr val="bg1"/>
                </a:solidFill>
                <a:ea typeface="+mn-ea"/>
                <a:cs typeface="Arial" pitchFamily="34" charset="0"/>
              </a:rPr>
              <a:t>Combined Teams</a:t>
            </a:r>
          </a:p>
        </p:txBody>
      </p:sp>
      <p:sp>
        <p:nvSpPr>
          <p:cNvPr id="24" name="Rectangle 23">
            <a:extLst>
              <a:ext uri="{FF2B5EF4-FFF2-40B4-BE49-F238E27FC236}">
                <a16:creationId xmlns:a16="http://schemas.microsoft.com/office/drawing/2014/main" id="{A4A62038-A37A-9E9C-1B63-1C4A6CA58E46}"/>
              </a:ext>
            </a:extLst>
          </p:cNvPr>
          <p:cNvSpPr/>
          <p:nvPr/>
        </p:nvSpPr>
        <p:spPr>
          <a:xfrm>
            <a:off x="1447640" y="6458646"/>
            <a:ext cx="5209722" cy="2616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Google Shape;927;g22f1b912626_0_165">
            <a:extLst>
              <a:ext uri="{FF2B5EF4-FFF2-40B4-BE49-F238E27FC236}">
                <a16:creationId xmlns:a16="http://schemas.microsoft.com/office/drawing/2014/main" id="{B83017E7-A357-8CDC-F395-14F04C5126A4}"/>
              </a:ext>
            </a:extLst>
          </p:cNvPr>
          <p:cNvSpPr/>
          <p:nvPr/>
        </p:nvSpPr>
        <p:spPr>
          <a:xfrm>
            <a:off x="5297557" y="6507068"/>
            <a:ext cx="1000590"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6">
              <a:lumMod val="75000"/>
            </a:schemeClr>
          </a:solidFill>
          <a:ln>
            <a:solidFill>
              <a:srgbClr val="002060"/>
            </a:solid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US" sz="700" dirty="0">
                <a:solidFill>
                  <a:schemeClr val="lt1"/>
                </a:solidFill>
              </a:rPr>
              <a:t>Guidewire</a:t>
            </a:r>
            <a:endParaRPr sz="700" dirty="0">
              <a:solidFill>
                <a:schemeClr val="lt1"/>
              </a:solidFill>
              <a:latin typeface="Arial"/>
              <a:ea typeface="Arial"/>
              <a:cs typeface="Arial"/>
              <a:sym typeface="Arial"/>
            </a:endParaRPr>
          </a:p>
        </p:txBody>
      </p:sp>
      <p:sp>
        <p:nvSpPr>
          <p:cNvPr id="11" name="Google Shape;919;g22f1b912626_0_165">
            <a:extLst>
              <a:ext uri="{FF2B5EF4-FFF2-40B4-BE49-F238E27FC236}">
                <a16:creationId xmlns:a16="http://schemas.microsoft.com/office/drawing/2014/main" id="{23378F48-3438-ABB6-5A7D-C7203B66D0F9}"/>
              </a:ext>
            </a:extLst>
          </p:cNvPr>
          <p:cNvSpPr/>
          <p:nvPr/>
        </p:nvSpPr>
        <p:spPr>
          <a:xfrm>
            <a:off x="7979562" y="2252713"/>
            <a:ext cx="1220620" cy="27390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TBD</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(Integration PO)</a:t>
            </a:r>
            <a:endParaRPr sz="800" dirty="0">
              <a:solidFill>
                <a:schemeClr val="lt1"/>
              </a:solidFill>
            </a:endParaRPr>
          </a:p>
        </p:txBody>
      </p:sp>
      <p:sp>
        <p:nvSpPr>
          <p:cNvPr id="896" name="Google Shape;919;g22f1b912626_0_165">
            <a:extLst>
              <a:ext uri="{FF2B5EF4-FFF2-40B4-BE49-F238E27FC236}">
                <a16:creationId xmlns:a16="http://schemas.microsoft.com/office/drawing/2014/main" id="{2737E4B6-B972-B2B5-7B7F-5365236F065B}"/>
              </a:ext>
            </a:extLst>
          </p:cNvPr>
          <p:cNvSpPr/>
          <p:nvPr/>
        </p:nvSpPr>
        <p:spPr>
          <a:xfrm>
            <a:off x="8089731" y="5457322"/>
            <a:ext cx="1220620" cy="273903"/>
          </a:xfrm>
          <a:prstGeom prst="rect">
            <a:avLst/>
          </a:prstGeom>
          <a:solidFill>
            <a:srgbClr val="002060"/>
          </a:solidFill>
          <a:ln w="9525" cap="flat" cmpd="sng">
            <a:solidFill>
              <a:srgbClr val="0020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(London Mkt SME)</a:t>
            </a:r>
          </a:p>
        </p:txBody>
      </p:sp>
      <p:sp>
        <p:nvSpPr>
          <p:cNvPr id="897" name="Google Shape;919;g22f1b912626_0_165">
            <a:extLst>
              <a:ext uri="{FF2B5EF4-FFF2-40B4-BE49-F238E27FC236}">
                <a16:creationId xmlns:a16="http://schemas.microsoft.com/office/drawing/2014/main" id="{8845B570-0252-C9F1-C818-4ACB8373E86A}"/>
              </a:ext>
            </a:extLst>
          </p:cNvPr>
          <p:cNvSpPr/>
          <p:nvPr/>
        </p:nvSpPr>
        <p:spPr>
          <a:xfrm>
            <a:off x="9483137" y="6436049"/>
            <a:ext cx="1218683" cy="273903"/>
          </a:xfrm>
          <a:prstGeom prst="rect">
            <a:avLst/>
          </a:prstGeom>
          <a:solidFill>
            <a:srgbClr val="002060"/>
          </a:solidFill>
          <a:ln w="9525" cap="flat" cmpd="sng">
            <a:solidFill>
              <a:srgbClr val="0020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TBC</a:t>
            </a:r>
          </a:p>
          <a:p>
            <a:pPr marL="0" lvl="0" indent="0" algn="ctr" rtl="0">
              <a:lnSpc>
                <a:spcPct val="90000"/>
              </a:lnSpc>
              <a:spcBef>
                <a:spcPts val="0"/>
              </a:spcBef>
              <a:spcAft>
                <a:spcPts val="0"/>
              </a:spcAft>
              <a:buClr>
                <a:schemeClr val="lt1"/>
              </a:buClr>
              <a:buSzPts val="900"/>
              <a:buFont typeface="Arial"/>
              <a:buNone/>
            </a:pPr>
            <a:r>
              <a:rPr lang="en-US" sz="800" dirty="0">
                <a:solidFill>
                  <a:schemeClr val="lt1"/>
                </a:solidFill>
              </a:rPr>
              <a:t>(Assurance Architect)</a:t>
            </a:r>
            <a:endParaRPr sz="800" dirty="0">
              <a:solidFill>
                <a:schemeClr val="lt1"/>
              </a:solidFill>
            </a:endParaRPr>
          </a:p>
        </p:txBody>
      </p:sp>
      <p:cxnSp>
        <p:nvCxnSpPr>
          <p:cNvPr id="899" name="Straight Connector 898">
            <a:extLst>
              <a:ext uri="{FF2B5EF4-FFF2-40B4-BE49-F238E27FC236}">
                <a16:creationId xmlns:a16="http://schemas.microsoft.com/office/drawing/2014/main" id="{457DE920-E533-F3E8-98C7-58544CEC1B38}"/>
              </a:ext>
            </a:extLst>
          </p:cNvPr>
          <p:cNvCxnSpPr/>
          <p:nvPr/>
        </p:nvCxnSpPr>
        <p:spPr>
          <a:xfrm>
            <a:off x="1259633" y="5085184"/>
            <a:ext cx="5374124"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049686"/>
      </p:ext>
    </p:extLst>
  </p:cSld>
  <p:clrMapOvr>
    <a:masterClrMapping/>
  </p:clrMapOvr>
</p:sld>
</file>

<file path=ppt/theme/theme1.xml><?xml version="1.0" encoding="utf-8"?>
<a:theme xmlns:a="http://schemas.openxmlformats.org/drawingml/2006/main" name="Theme1">
  <a:themeElements>
    <a:clrScheme name="beazley Jul22">
      <a:dk1>
        <a:srgbClr val="000000"/>
      </a:dk1>
      <a:lt1>
        <a:srgbClr val="FFFFFF"/>
      </a:lt1>
      <a:dk2>
        <a:srgbClr val="DC199B"/>
      </a:dk2>
      <a:lt2>
        <a:srgbClr val="F0F0F0"/>
      </a:lt2>
      <a:accent1>
        <a:srgbClr val="DC199B"/>
      </a:accent1>
      <a:accent2>
        <a:srgbClr val="4B0050"/>
      </a:accent2>
      <a:accent3>
        <a:srgbClr val="C8C3CD"/>
      </a:accent3>
      <a:accent4>
        <a:srgbClr val="F56B00"/>
      </a:accent4>
      <a:accent5>
        <a:srgbClr val="FF82D4"/>
      </a:accent5>
      <a:accent6>
        <a:srgbClr val="3741A5"/>
      </a:accent6>
      <a:hlink>
        <a:srgbClr val="4B0050"/>
      </a:hlink>
      <a:folHlink>
        <a:srgbClr val="08A6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805d48f03e7bb9e76b8d1388c8b0147f">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9b0fc5e66fd61b7e8c1014ca482dcaef"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7C127B-F8A3-4A45-A104-D4AEC9FF08F2}"/>
</file>

<file path=customXml/itemProps2.xml><?xml version="1.0" encoding="utf-8"?>
<ds:datastoreItem xmlns:ds="http://schemas.openxmlformats.org/officeDocument/2006/customXml" ds:itemID="{E91D12C4-070A-42AB-8D56-C15D6A9F2F3F}">
  <ds:schemaRefs>
    <ds:schemaRef ds:uri="http://purl.org/dc/elements/1.1/"/>
    <ds:schemaRef ds:uri="http://schemas.microsoft.com/office/2006/metadata/properties"/>
    <ds:schemaRef ds:uri="886d0db5-4d18-497d-97ce-51cb0d7fa060"/>
    <ds:schemaRef ds:uri="http://schemas.microsoft.com/office/2006/documentManagement/types"/>
    <ds:schemaRef ds:uri="http://purl.org/dc/terms/"/>
    <ds:schemaRef ds:uri="e2f04ce6-5625-4773-b511-ff6e32fd78d6"/>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FFCE11F-999B-49D5-9F11-AC1BCA61078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447</TotalTime>
  <Words>1879</Words>
  <Application>Microsoft Office PowerPoint</Application>
  <PresentationFormat>Widescreen</PresentationFormat>
  <Paragraphs>655</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Calibri</vt:lpstr>
      <vt:lpstr>Arial</vt:lpstr>
      <vt:lpstr>Inter</vt:lpstr>
      <vt:lpstr>Times New Roman</vt:lpstr>
      <vt:lpstr>Theme1</vt:lpstr>
      <vt:lpstr>PowerPoint Presentation</vt:lpstr>
      <vt:lpstr>PowerPoint Presentation</vt:lpstr>
      <vt:lpstr>Hi Max - Slide 1- Delivery teams - do we have to show US team overlap also in here,, Warren was talking about having 3 different focus areas 1) Business Process Excellence 2) Core PAS 3) Billing In the Org structure second row under Business Sponsors should we show these three focus areas Locations Check names and roles – any missing?  We will have BA in all the streams offshore too like Billing, Can we call it UK and India instead of onsite and offshore Migration will also have Business SME i suppose Athik was specific to say we must call it GPAS and Billing as GPAS only refers to policy (we need find a single name to this program), Do we have any scope in Data work?,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Policy Administration and Billing  Governance Model, Delivery Roadmap and Inception Plan</dc:title>
  <dc:creator>Chloe Powell</dc:creator>
  <cp:lastModifiedBy>Cartwright, Max</cp:lastModifiedBy>
  <cp:revision>2</cp:revision>
  <dcterms:modified xsi:type="dcterms:W3CDTF">2024-03-20T08:05:58Z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y fmtid="{D5CDD505-2E9C-101B-9397-08002B2CF9AE}" pid="3" name="MediaServiceImageTags">
    <vt:lpwstr/>
  </property>
</Properties>
</file>
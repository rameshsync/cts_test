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glb" ContentType="model/gltf.binary"/>
  <Default Extension="jpeg" ContentType="image/jpeg"/>
  <Default Extension="png" ContentType="image/png"/>
  <Default Extension="rels" ContentType="application/vnd.openxmlformats-package.relationships+xml"/>
  <Default Extension="svg" ContentType="image/svg+xml"/>
  <Default Extension="wmf" ContentType="image/x-wm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slideLayouts/slideLayout24.xml" ContentType="application/vnd.openxmlformats-officedocument.presentationml.slideLayout+xml"/>
  <Override PartName="/ppt/theme/theme2.xml" ContentType="application/vnd.openxmlformats-officedocument.theme+xml"/>
  <Override PartName="/ppt/tags/tag11.xml" ContentType="application/vnd.openxmlformats-officedocument.presentationml.tags+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3.xml" ContentType="application/vnd.openxmlformats-officedocument.them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theme/theme4.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theme/theme5.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theme/theme6.xml" ContentType="application/vnd.openxmlformats-officedocument.theme+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heme/theme7.xml" ContentType="application/vnd.openxmlformats-officedocument.theme+xml"/>
  <Override PartName="/ppt/theme/theme8.xml" ContentType="application/vnd.openxmlformats-officedocument.theme+xml"/>
  <Override PartName="/ppt/comments/modernComment_7FFFDAC7_140A9FE4.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ppt/comments/modernComment_7BBF592F_E4734A2F.xml" ContentType="application/vnd.ms-powerpoint.comments+xml"/>
  <Override PartName="/ppt/comments/modernComment_7FFFDAF5_E0230D4E.xml" ContentType="application/vnd.ms-powerpoint.comments+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tags/tag67.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FFFDABF_DE2A9814.xml" ContentType="application/vnd.ms-powerpoint.comments+xml"/>
  <Override PartName="/ppt/notesSlides/notesSlide4.xml" ContentType="application/vnd.openxmlformats-officedocument.presentationml.notesSlide+xml"/>
  <Override PartName="/ppt/comments/modernComment_7FFFDAF1_34C7AEC1.xml" ContentType="application/vnd.ms-powerpoint.comments+xml"/>
  <Override PartName="/ppt/notesSlides/notesSlide5.xml" ContentType="application/vnd.openxmlformats-officedocument.presentationml.notesSlide+xml"/>
  <Override PartName="/ppt/comments/modernComment_7FFFDAEF_DD365357.xml" ContentType="application/vnd.ms-powerpoint.comments+xml"/>
  <Override PartName="/ppt/notesSlides/notesSlide6.xml" ContentType="application/vnd.openxmlformats-officedocument.presentationml.notesSlide+xml"/>
  <Override PartName="/ppt/comments/modernComment_7FFFDAC0_8FC4011B.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omments/modernComment_7FFFDAEB_CD770C13.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7FFFDABB_A3FF398B.xml" ContentType="application/vnd.ms-powerpoint.comments+xml"/>
  <Override PartName="/ppt/notesSlides/notesSlide14.xml" ContentType="application/vnd.openxmlformats-officedocument.presentationml.notesSlide+xml"/>
  <Override PartName="/ppt/comments/modernComment_7FFFDAF4_C0E4F2BF.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7FE4E29A_13DD643D.xml" ContentType="application/vnd.ms-powerpoint.comments+xml"/>
  <Override PartName="/ppt/notesSlides/notesSlide33.xml" ContentType="application/vnd.openxmlformats-officedocument.presentationml.notesSlide+xml"/>
  <Override PartName="/ppt/comments/modernComment_7FFFDAC8_628033D9.xml" ContentType="application/vnd.ms-powerpoint.comments+xml"/>
  <Override PartName="/ppt/tags/tag68.xml" ContentType="application/vnd.openxmlformats-officedocument.presentationml.tags+xml"/>
  <Override PartName="/ppt/notesSlides/notesSlide34.xml" ContentType="application/vnd.openxmlformats-officedocument.presentationml.notesSlide+xml"/>
  <Override PartName="/ppt/comments/modernComment_19D_D3953CE1.xml" ContentType="application/vnd.ms-powerpoint.comments+xml"/>
  <Override PartName="/ppt/notesSlides/notesSlide3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899" r:id="rId4"/>
    <p:sldMasterId id="2147483914" r:id="rId5"/>
    <p:sldMasterId id="2147483980" r:id="rId6"/>
    <p:sldMasterId id="2147484005" r:id="rId7"/>
    <p:sldMasterId id="2147484030" r:id="rId8"/>
    <p:sldMasterId id="2147484068" r:id="rId9"/>
  </p:sldMasterIdLst>
  <p:notesMasterIdLst>
    <p:notesMasterId r:id="rId53"/>
  </p:notesMasterIdLst>
  <p:handoutMasterIdLst>
    <p:handoutMasterId r:id="rId54"/>
  </p:handoutMasterIdLst>
  <p:sldIdLst>
    <p:sldId id="2147474097" r:id="rId10"/>
    <p:sldId id="2141412330" r:id="rId11"/>
    <p:sldId id="2147474158" r:id="rId12"/>
    <p:sldId id="2147474119" r:id="rId13"/>
    <p:sldId id="2076137775" r:id="rId14"/>
    <p:sldId id="2147474165" r:id="rId15"/>
    <p:sldId id="2147474169" r:id="rId16"/>
    <p:sldId id="2147474111" r:id="rId17"/>
    <p:sldId id="2147474161" r:id="rId18"/>
    <p:sldId id="2147474160" r:id="rId19"/>
    <p:sldId id="2147474159" r:id="rId20"/>
    <p:sldId id="2147474112" r:id="rId21"/>
    <p:sldId id="2147474170" r:id="rId22"/>
    <p:sldId id="2147474153" r:id="rId23"/>
    <p:sldId id="2147474152" r:id="rId24"/>
    <p:sldId id="2147474155" r:id="rId25"/>
    <p:sldId id="2147474154" r:id="rId26"/>
    <p:sldId id="2147474163" r:id="rId27"/>
    <p:sldId id="2147474107" r:id="rId28"/>
    <p:sldId id="2147474164" r:id="rId29"/>
    <p:sldId id="2147474117" r:id="rId30"/>
    <p:sldId id="2147474168" r:id="rId31"/>
    <p:sldId id="2147474171" r:id="rId32"/>
    <p:sldId id="2145706627" r:id="rId33"/>
    <p:sldId id="2147474157" r:id="rId34"/>
    <p:sldId id="2147474108" r:id="rId35"/>
    <p:sldId id="2147474148" r:id="rId36"/>
    <p:sldId id="2147474113" r:id="rId37"/>
    <p:sldId id="2147474116" r:id="rId38"/>
    <p:sldId id="2147474123" r:id="rId39"/>
    <p:sldId id="2147474114" r:id="rId40"/>
    <p:sldId id="2147474115" r:id="rId41"/>
    <p:sldId id="2147474099" r:id="rId42"/>
    <p:sldId id="2147474071" r:id="rId43"/>
    <p:sldId id="2147474156" r:id="rId44"/>
    <p:sldId id="2147474101" r:id="rId45"/>
    <p:sldId id="2147474103" r:id="rId46"/>
    <p:sldId id="2147474100" r:id="rId47"/>
    <p:sldId id="2147474118" r:id="rId48"/>
    <p:sldId id="2145706650" r:id="rId49"/>
    <p:sldId id="2147474120" r:id="rId50"/>
    <p:sldId id="413" r:id="rId51"/>
    <p:sldId id="2147474104" r:id="rId52"/>
  </p:sldIdLst>
  <p:sldSz cx="12192000" cy="6858000"/>
  <p:notesSz cx="6858000" cy="9144000"/>
  <p:embeddedFontLst>
    <p:embeddedFont>
      <p:font typeface="Arial Narrow" panose="020B0604020202020204" charset="0"/>
      <p:regular r:id="rId55"/>
      <p:bold r:id="rId56"/>
      <p:italic r:id="rId57"/>
      <p:boldItalic r:id="rId58"/>
    </p:embeddedFont>
    <p:embeddedFont>
      <p:font typeface="Avenir Next LT Pro" panose="020B0604020202020204" charset="0"/>
      <p:regular r:id="rId59"/>
      <p:bold r:id="rId60"/>
      <p:italic r:id="rId61"/>
      <p:boldItalic r:id="rId62"/>
    </p:embeddedFont>
    <p:embeddedFont>
      <p:font typeface="Franklin Gothic Medium" panose="020B0603020102020204" pitchFamily="34" charset="0"/>
      <p:regular r:id="rId63"/>
      <p:italic r:id="rId64"/>
    </p:embeddedFont>
    <p:embeddedFont>
      <p:font typeface="Trebuchet MS" panose="020B0603020202020204" pitchFamily="34" charset="0"/>
      <p:regular r:id="rId65"/>
      <p:bold r:id="rId66"/>
      <p:italic r:id="rId67"/>
      <p:boldItalic r:id="rId68"/>
    </p:embeddedFont>
    <p:embeddedFont>
      <p:font typeface="Ubuntu" panose="020B0604020202020204" charset="0"/>
      <p:regular r:id="rId69"/>
      <p:bold r:id="rId70"/>
      <p:italic r:id="rId71"/>
      <p:boldItalic r:id="rId72"/>
    </p:embeddedFont>
    <p:embeddedFont>
      <p:font typeface="Ubuntu Medium" panose="020B0604030602030204" charset="0"/>
      <p:regular r:id="rId73"/>
      <p:italic r:id="rId74"/>
    </p:embeddedFont>
    <p:embeddedFont>
      <p:font typeface="Verdana" panose="020B0604030504040204" pitchFamily="34" charset="0"/>
      <p:regular r:id="rId75"/>
      <p:bold r:id="rId76"/>
      <p:italic r:id="rId77"/>
      <p:boldItalic r:id="rId78"/>
    </p:embeddedFont>
    <p:embeddedFont>
      <p:font typeface="Wingdings 2" panose="020B0604020202020204" charset="2"/>
      <p:regular r:id="rId79"/>
    </p:embeddedFont>
  </p:embeddedFontLst>
  <p:custDataLst>
    <p:tags r:id="rId80"/>
  </p:custDataLst>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6" pos="3840">
          <p15:clr>
            <a:srgbClr val="A4A3A4"/>
          </p15:clr>
        </p15:guide>
        <p15:guide id="7" orient="horz"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AFB65A2A-290D-13ED-C23D-1E6DF641D341}" name="Gudla, Natraj" initials="GN" userId="S::natraj.gudla@capgemini.com::1b097815-ad51-435d-a557-eb69be7a0b69" providerId="AD"/>
  <p188:author id="{686D5F3C-C17A-8599-C85E-CCBE00A674BC}" name="Ponnaiah, Ananda Arasu" initials="PAA" userId="S::ananda-arasu.ponnaiah@capgemini.com::90f8c9bf-3f57-4c26-80a6-4353495debd7" providerId="AD"/>
  <p188:author id="{28CE5056-2E24-3D89-59C6-D08AE81D890D}" name="Houston, Barry" initials="HB" userId="S::barry.houston@capgemini.com::a18d2323-4aba-476e-bf84-02c17c485c96"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a:srgbClr val="F8FFFB"/>
    <a:srgbClr val="FEFEFC"/>
    <a:srgbClr val="FEFEFE"/>
    <a:srgbClr val="DE189C"/>
    <a:srgbClr val="FF99FF"/>
    <a:srgbClr val="FF66FF"/>
    <a:srgbClr val="272936"/>
    <a:srgbClr val="FFCCFF"/>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C1196D-8C22-4113-B21A-234AF88258FC}" v="5" dt="2024-03-13T04:04:57.066"/>
    <p1510:client id="{286376FE-45D7-4F25-8C20-F68F85ED1A92}" v="32" dt="2024-03-13T02:38:38.848"/>
    <p1510:client id="{2FCFB5CA-C3BC-2B17-AB67-73D6CCF5EC4B}" v="32" dt="2024-03-12T17:13:02.677"/>
    <p1510:client id="{3280DD41-3544-4CD5-9EC6-CD7670B0D57F}" v="9" dt="2024-03-12T12:25:15.901"/>
    <p1510:client id="{6323A252-A620-49AA-9D35-DC01AF2DCCA3}" v="1" dt="2024-03-12T18:11:33.493"/>
    <p1510:client id="{6341E3AA-CC12-4DC9-AE73-BAA5F1ABDA5B}" v="73" vWet="75" dt="2024-03-12T12:11:05.238"/>
    <p1510:client id="{84D89B99-BBD0-431D-A403-90C78B55FA24}" v="870" dt="2024-03-12T13:58:45.567"/>
    <p1510:client id="{8C7ED5E5-FD60-476B-9E11-F58DB8869FE5}" v="3" dt="2024-03-13T02:28:46.001"/>
    <p1510:client id="{906D48D3-5BBF-4672-BBAA-E51FB463DF3F}" v="27" dt="2024-03-12T16:49:12.299"/>
    <p1510:client id="{919010C4-DE47-4F09-81BE-5FEA0F973454}" v="3" dt="2024-03-13T05:28:11.159"/>
    <p1510:client id="{B9294E87-4A3B-4B5B-9C87-389ED7B88379}" v="87" dt="2024-03-13T05:35:03.011"/>
    <p1510:client id="{BAE6359F-BC22-4D27-8ED7-B9F42631452E}" v="2" dt="2024-03-12T11:26:28.089"/>
    <p1510:client id="{BF5BD8BC-BC64-4E33-A2DC-6981917607A2}" v="5670" dt="2024-03-13T11:05:27.577"/>
    <p1510:client id="{D59FA340-F58F-4A35-8D63-DFCB06BC2D6A}" v="2" dt="2024-03-12T17:05:00.450"/>
    <p1510:client id="{ED33B2FB-F84E-4FCB-88E2-127186548EA2}" v="12" dt="2024-03-12T14:10:49.228"/>
    <p1510:client id="{EF94DF0B-611D-4F60-97FC-6EA864EC2998}" v="2" dt="2024-03-12T18:25:20.973"/>
    <p1510:client id="{F70593F0-FFDB-44C7-A6A8-0863BFFA927C}" v="92" dt="2024-03-12T12:34:36.364"/>
    <p1510:client id="{FEAE804D-E5B6-4702-B695-7EDCEEC9BB9E}" v="506" dt="2024-03-12T12:20:23.53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pos="3840"/>
        <p:guide orient="horz" pos="2160"/>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7.xml"/><Relationship Id="rId21" Type="http://schemas.openxmlformats.org/officeDocument/2006/relationships/slide" Target="slides/slide12.xml"/><Relationship Id="rId42" Type="http://schemas.openxmlformats.org/officeDocument/2006/relationships/slide" Target="slides/slide33.xml"/><Relationship Id="rId47" Type="http://schemas.openxmlformats.org/officeDocument/2006/relationships/slide" Target="slides/slide38.xml"/><Relationship Id="rId63" Type="http://schemas.openxmlformats.org/officeDocument/2006/relationships/font" Target="fonts/font9.fntdata"/><Relationship Id="rId68" Type="http://schemas.openxmlformats.org/officeDocument/2006/relationships/font" Target="fonts/font14.fntdata"/><Relationship Id="rId84" Type="http://schemas.openxmlformats.org/officeDocument/2006/relationships/tableStyles" Target="tableStyles.xml"/><Relationship Id="rId16" Type="http://schemas.openxmlformats.org/officeDocument/2006/relationships/slide" Target="slides/slide7.xml"/><Relationship Id="rId11" Type="http://schemas.openxmlformats.org/officeDocument/2006/relationships/slide" Target="slides/slide2.xml"/><Relationship Id="rId32" Type="http://schemas.openxmlformats.org/officeDocument/2006/relationships/slide" Target="slides/slide23.xml"/><Relationship Id="rId37" Type="http://schemas.openxmlformats.org/officeDocument/2006/relationships/slide" Target="slides/slide28.xml"/><Relationship Id="rId53" Type="http://schemas.openxmlformats.org/officeDocument/2006/relationships/notesMaster" Target="notesMasters/notesMaster1.xml"/><Relationship Id="rId58" Type="http://schemas.openxmlformats.org/officeDocument/2006/relationships/font" Target="fonts/font4.fntdata"/><Relationship Id="rId74" Type="http://schemas.openxmlformats.org/officeDocument/2006/relationships/font" Target="fonts/font20.fntdata"/><Relationship Id="rId79" Type="http://schemas.openxmlformats.org/officeDocument/2006/relationships/font" Target="fonts/font25.fntdata"/><Relationship Id="rId5" Type="http://schemas.openxmlformats.org/officeDocument/2006/relationships/slideMaster" Target="slideMasters/slideMaster2.xml"/><Relationship Id="rId19" Type="http://schemas.openxmlformats.org/officeDocument/2006/relationships/slide" Target="slides/slide10.xml"/><Relationship Id="rId14" Type="http://schemas.openxmlformats.org/officeDocument/2006/relationships/slide" Target="slides/slide5.xml"/><Relationship Id="rId22" Type="http://schemas.openxmlformats.org/officeDocument/2006/relationships/slide" Target="slides/slide13.xml"/><Relationship Id="rId27" Type="http://schemas.openxmlformats.org/officeDocument/2006/relationships/slide" Target="slides/slide18.xml"/><Relationship Id="rId30" Type="http://schemas.openxmlformats.org/officeDocument/2006/relationships/slide" Target="slides/slide21.xml"/><Relationship Id="rId35" Type="http://schemas.openxmlformats.org/officeDocument/2006/relationships/slide" Target="slides/slide26.xml"/><Relationship Id="rId43" Type="http://schemas.openxmlformats.org/officeDocument/2006/relationships/slide" Target="slides/slide34.xml"/><Relationship Id="rId48" Type="http://schemas.openxmlformats.org/officeDocument/2006/relationships/slide" Target="slides/slide39.xml"/><Relationship Id="rId56" Type="http://schemas.openxmlformats.org/officeDocument/2006/relationships/font" Target="fonts/font2.fntdata"/><Relationship Id="rId64" Type="http://schemas.openxmlformats.org/officeDocument/2006/relationships/font" Target="fonts/font10.fntdata"/><Relationship Id="rId69" Type="http://schemas.openxmlformats.org/officeDocument/2006/relationships/font" Target="fonts/font15.fntdata"/><Relationship Id="rId77" Type="http://schemas.openxmlformats.org/officeDocument/2006/relationships/font" Target="fonts/font23.fntdata"/><Relationship Id="rId8" Type="http://schemas.openxmlformats.org/officeDocument/2006/relationships/slideMaster" Target="slideMasters/slideMaster5.xml"/><Relationship Id="rId51" Type="http://schemas.openxmlformats.org/officeDocument/2006/relationships/slide" Target="slides/slide42.xml"/><Relationship Id="rId72" Type="http://schemas.openxmlformats.org/officeDocument/2006/relationships/font" Target="fonts/font18.fntdata"/><Relationship Id="rId80" Type="http://schemas.openxmlformats.org/officeDocument/2006/relationships/tags" Target="tags/tag1.xml"/><Relationship Id="rId85"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slide" Target="slides/slide16.xml"/><Relationship Id="rId33" Type="http://schemas.openxmlformats.org/officeDocument/2006/relationships/slide" Target="slides/slide24.xml"/><Relationship Id="rId38" Type="http://schemas.openxmlformats.org/officeDocument/2006/relationships/slide" Target="slides/slide29.xml"/><Relationship Id="rId46" Type="http://schemas.openxmlformats.org/officeDocument/2006/relationships/slide" Target="slides/slide37.xml"/><Relationship Id="rId59" Type="http://schemas.openxmlformats.org/officeDocument/2006/relationships/font" Target="fonts/font5.fntdata"/><Relationship Id="rId67" Type="http://schemas.openxmlformats.org/officeDocument/2006/relationships/font" Target="fonts/font13.fntdata"/><Relationship Id="rId20" Type="http://schemas.openxmlformats.org/officeDocument/2006/relationships/slide" Target="slides/slide11.xml"/><Relationship Id="rId41" Type="http://schemas.openxmlformats.org/officeDocument/2006/relationships/slide" Target="slides/slide32.xml"/><Relationship Id="rId54" Type="http://schemas.openxmlformats.org/officeDocument/2006/relationships/handoutMaster" Target="handoutMasters/handoutMaster1.xml"/><Relationship Id="rId62" Type="http://schemas.openxmlformats.org/officeDocument/2006/relationships/font" Target="fonts/font8.fntdata"/><Relationship Id="rId70" Type="http://schemas.openxmlformats.org/officeDocument/2006/relationships/font" Target="fonts/font16.fntdata"/><Relationship Id="rId75" Type="http://schemas.openxmlformats.org/officeDocument/2006/relationships/font" Target="fonts/font21.fntdata"/><Relationship Id="rId83"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6.xml"/><Relationship Id="rId23" Type="http://schemas.openxmlformats.org/officeDocument/2006/relationships/slide" Target="slides/slide14.xml"/><Relationship Id="rId28" Type="http://schemas.openxmlformats.org/officeDocument/2006/relationships/slide" Target="slides/slide19.xml"/><Relationship Id="rId36" Type="http://schemas.openxmlformats.org/officeDocument/2006/relationships/slide" Target="slides/slide27.xml"/><Relationship Id="rId49" Type="http://schemas.openxmlformats.org/officeDocument/2006/relationships/slide" Target="slides/slide40.xml"/><Relationship Id="rId57" Type="http://schemas.openxmlformats.org/officeDocument/2006/relationships/font" Target="fonts/font3.fntdata"/><Relationship Id="rId10" Type="http://schemas.openxmlformats.org/officeDocument/2006/relationships/slide" Target="slides/slide1.xml"/><Relationship Id="rId31" Type="http://schemas.openxmlformats.org/officeDocument/2006/relationships/slide" Target="slides/slide22.xml"/><Relationship Id="rId44" Type="http://schemas.openxmlformats.org/officeDocument/2006/relationships/slide" Target="slides/slide35.xml"/><Relationship Id="rId52" Type="http://schemas.openxmlformats.org/officeDocument/2006/relationships/slide" Target="slides/slide43.xml"/><Relationship Id="rId60" Type="http://schemas.openxmlformats.org/officeDocument/2006/relationships/font" Target="fonts/font6.fntdata"/><Relationship Id="rId65" Type="http://schemas.openxmlformats.org/officeDocument/2006/relationships/font" Target="fonts/font11.fntdata"/><Relationship Id="rId73" Type="http://schemas.openxmlformats.org/officeDocument/2006/relationships/font" Target="fonts/font19.fntdata"/><Relationship Id="rId78" Type="http://schemas.openxmlformats.org/officeDocument/2006/relationships/font" Target="fonts/font24.fntdata"/><Relationship Id="rId81" Type="http://schemas.openxmlformats.org/officeDocument/2006/relationships/presProps" Target="presProps.xml"/><Relationship Id="rId86"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Master" Target="slideMasters/slideMaster6.xml"/><Relationship Id="rId13" Type="http://schemas.openxmlformats.org/officeDocument/2006/relationships/slide" Target="slides/slide4.xml"/><Relationship Id="rId18" Type="http://schemas.openxmlformats.org/officeDocument/2006/relationships/slide" Target="slides/slide9.xml"/><Relationship Id="rId39" Type="http://schemas.openxmlformats.org/officeDocument/2006/relationships/slide" Target="slides/slide30.xml"/><Relationship Id="rId34" Type="http://schemas.openxmlformats.org/officeDocument/2006/relationships/slide" Target="slides/slide25.xml"/><Relationship Id="rId50" Type="http://schemas.openxmlformats.org/officeDocument/2006/relationships/slide" Target="slides/slide41.xml"/><Relationship Id="rId55" Type="http://schemas.openxmlformats.org/officeDocument/2006/relationships/font" Target="fonts/font1.fntdata"/><Relationship Id="rId76" Type="http://schemas.openxmlformats.org/officeDocument/2006/relationships/font" Target="fonts/font22.fntdata"/><Relationship Id="rId7" Type="http://schemas.openxmlformats.org/officeDocument/2006/relationships/slideMaster" Target="slideMasters/slideMaster4.xml"/><Relationship Id="rId71" Type="http://schemas.openxmlformats.org/officeDocument/2006/relationships/font" Target="fonts/font17.fntdata"/><Relationship Id="rId2" Type="http://schemas.openxmlformats.org/officeDocument/2006/relationships/customXml" Target="../customXml/item2.xml"/><Relationship Id="rId29" Type="http://schemas.openxmlformats.org/officeDocument/2006/relationships/slide" Target="slides/slide20.xml"/><Relationship Id="rId24" Type="http://schemas.openxmlformats.org/officeDocument/2006/relationships/slide" Target="slides/slide15.xml"/><Relationship Id="rId40" Type="http://schemas.openxmlformats.org/officeDocument/2006/relationships/slide" Target="slides/slide31.xml"/><Relationship Id="rId45" Type="http://schemas.openxmlformats.org/officeDocument/2006/relationships/slide" Target="slides/slide36.xml"/><Relationship Id="rId66" Type="http://schemas.openxmlformats.org/officeDocument/2006/relationships/font" Target="fonts/font12.fntdata"/><Relationship Id="rId87" Type="http://schemas.microsoft.com/office/2018/10/relationships/authors" Target="authors.xml"/><Relationship Id="rId61" Type="http://schemas.openxmlformats.org/officeDocument/2006/relationships/font" Target="fonts/font7.fntdata"/><Relationship Id="rId8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nduru, Raghava" userId="S::raghava.kanduru@capgemini.com::cf8c09de-c40c-47a2-971b-c612c06e0906" providerId="AD" clId="Web-{71DCAD07-3672-4C74-A712-80B7E1FA2001}"/>
    <pc:docChg chg="addSld delSld modSld">
      <pc:chgData name="Kanduru, Raghava" userId="S::raghava.kanduru@capgemini.com::cf8c09de-c40c-47a2-971b-c612c06e0906" providerId="AD" clId="Web-{71DCAD07-3672-4C74-A712-80B7E1FA2001}" dt="2024-03-12T07:07:38.959" v="7"/>
      <pc:docMkLst>
        <pc:docMk/>
      </pc:docMkLst>
      <pc:sldChg chg="del">
        <pc:chgData name="Kanduru, Raghava" userId="S::raghava.kanduru@capgemini.com::cf8c09de-c40c-47a2-971b-c612c06e0906" providerId="AD" clId="Web-{71DCAD07-3672-4C74-A712-80B7E1FA2001}" dt="2024-03-12T06:48:51.189" v="5"/>
        <pc:sldMkLst>
          <pc:docMk/>
          <pc:sldMk cId="2400283323" sldId="2146848336"/>
        </pc:sldMkLst>
      </pc:sldChg>
      <pc:sldChg chg="del">
        <pc:chgData name="Kanduru, Raghava" userId="S::raghava.kanduru@capgemini.com::cf8c09de-c40c-47a2-971b-c612c06e0906" providerId="AD" clId="Web-{71DCAD07-3672-4C74-A712-80B7E1FA2001}" dt="2024-03-12T06:20:47.562" v="3"/>
        <pc:sldMkLst>
          <pc:docMk/>
          <pc:sldMk cId="2590187641" sldId="2147474150"/>
        </pc:sldMkLst>
      </pc:sldChg>
      <pc:sldChg chg="del">
        <pc:chgData name="Kanduru, Raghava" userId="S::raghava.kanduru@capgemini.com::cf8c09de-c40c-47a2-971b-c612c06e0906" providerId="AD" clId="Web-{71DCAD07-3672-4C74-A712-80B7E1FA2001}" dt="2024-03-12T06:20:45.249" v="2"/>
        <pc:sldMkLst>
          <pc:docMk/>
          <pc:sldMk cId="4172231173" sldId="2147474151"/>
        </pc:sldMkLst>
      </pc:sldChg>
      <pc:sldChg chg="modSp">
        <pc:chgData name="Kanduru, Raghava" userId="S::raghava.kanduru@capgemini.com::cf8c09de-c40c-47a2-971b-c612c06e0906" providerId="AD" clId="Web-{71DCAD07-3672-4C74-A712-80B7E1FA2001}" dt="2024-03-12T07:07:38.959" v="7"/>
        <pc:sldMkLst>
          <pc:docMk/>
          <pc:sldMk cId="3447131155" sldId="2147474155"/>
        </pc:sldMkLst>
        <pc:graphicFrameChg chg="mod modGraphic">
          <ac:chgData name="Kanduru, Raghava" userId="S::raghava.kanduru@capgemini.com::cf8c09de-c40c-47a2-971b-c612c06e0906" providerId="AD" clId="Web-{71DCAD07-3672-4C74-A712-80B7E1FA2001}" dt="2024-03-12T07:07:38.959" v="7"/>
          <ac:graphicFrameMkLst>
            <pc:docMk/>
            <pc:sldMk cId="3447131155" sldId="2147474155"/>
            <ac:graphicFrameMk id="2" creationId="{D0BCB5DE-6896-5F5C-6600-0AA0464C3ADF}"/>
          </ac:graphicFrameMkLst>
        </pc:graphicFrameChg>
      </pc:sldChg>
      <pc:sldChg chg="add">
        <pc:chgData name="Kanduru, Raghava" userId="S::raghava.kanduru@capgemini.com::cf8c09de-c40c-47a2-971b-c612c06e0906" providerId="AD" clId="Web-{71DCAD07-3672-4C74-A712-80B7E1FA2001}" dt="2024-03-12T06:20:38.218" v="0"/>
        <pc:sldMkLst>
          <pc:docMk/>
          <pc:sldMk cId="1414742847" sldId="2147474160"/>
        </pc:sldMkLst>
      </pc:sldChg>
      <pc:sldChg chg="add">
        <pc:chgData name="Kanduru, Raghava" userId="S::raghava.kanduru@capgemini.com::cf8c09de-c40c-47a2-971b-c612c06e0906" providerId="AD" clId="Web-{71DCAD07-3672-4C74-A712-80B7E1FA2001}" dt="2024-03-12T06:20:38.374" v="1"/>
        <pc:sldMkLst>
          <pc:docMk/>
          <pc:sldMk cId="885501633" sldId="2147474161"/>
        </pc:sldMkLst>
      </pc:sldChg>
      <pc:sldChg chg="add">
        <pc:chgData name="Kanduru, Raghava" userId="S::raghava.kanduru@capgemini.com::cf8c09de-c40c-47a2-971b-c612c06e0906" providerId="AD" clId="Web-{71DCAD07-3672-4C74-A712-80B7E1FA2001}" dt="2024-03-12T06:48:39.501" v="4"/>
        <pc:sldMkLst>
          <pc:docMk/>
          <pc:sldMk cId="2318877968" sldId="2147474163"/>
        </pc:sldMkLst>
      </pc:sldChg>
    </pc:docChg>
  </pc:docChgLst>
  <pc:docChgLst>
    <pc:chgData name="Kanduru, Raghava" userId="S::raghava.kanduru@capgemini.com::cf8c09de-c40c-47a2-971b-c612c06e0906" providerId="AD" clId="Web-{A57A2C67-C804-4CBB-B8CD-DC62AE8E1348}"/>
    <pc:docChg chg="addSld">
      <pc:chgData name="Kanduru, Raghava" userId="S::raghava.kanduru@capgemini.com::cf8c09de-c40c-47a2-971b-c612c06e0906" providerId="AD" clId="Web-{A57A2C67-C804-4CBB-B8CD-DC62AE8E1348}" dt="2024-03-11T18:08:37.396" v="0"/>
      <pc:docMkLst>
        <pc:docMk/>
      </pc:docMkLst>
      <pc:sldChg chg="add">
        <pc:chgData name="Kanduru, Raghava" userId="S::raghava.kanduru@capgemini.com::cf8c09de-c40c-47a2-971b-c612c06e0906" providerId="AD" clId="Web-{A57A2C67-C804-4CBB-B8CD-DC62AE8E1348}" dt="2024-03-11T18:08:37.396" v="0"/>
        <pc:sldMkLst>
          <pc:docMk/>
          <pc:sldMk cId="3692177319" sldId="2147474156"/>
        </pc:sldMkLst>
      </pc:sldChg>
    </pc:docChg>
  </pc:docChgLst>
  <pc:docChgLst>
    <pc:chgData name="Kanduru, Raghava" userId="S::raghava.kanduru@capgemini.com::cf8c09de-c40c-47a2-971b-c612c06e0906" providerId="AD" clId="Web-{3C073925-1E22-421F-A6C2-FA14CAE27E7A}"/>
    <pc:docChg chg="modSld">
      <pc:chgData name="Kanduru, Raghava" userId="S::raghava.kanduru@capgemini.com::cf8c09de-c40c-47a2-971b-c612c06e0906" providerId="AD" clId="Web-{3C073925-1E22-421F-A6C2-FA14CAE27E7A}" dt="2024-03-12T08:28:35.635" v="420"/>
      <pc:docMkLst>
        <pc:docMk/>
      </pc:docMkLst>
      <pc:sldChg chg="modSp">
        <pc:chgData name="Kanduru, Raghava" userId="S::raghava.kanduru@capgemini.com::cf8c09de-c40c-47a2-971b-c612c06e0906" providerId="AD" clId="Web-{3C073925-1E22-421F-A6C2-FA14CAE27E7A}" dt="2024-03-12T08:28:26.291" v="416"/>
        <pc:sldMkLst>
          <pc:docMk/>
          <pc:sldMk cId="1411463970" sldId="2147474152"/>
        </pc:sldMkLst>
        <pc:graphicFrameChg chg="mod modGraphic">
          <ac:chgData name="Kanduru, Raghava" userId="S::raghava.kanduru@capgemini.com::cf8c09de-c40c-47a2-971b-c612c06e0906" providerId="AD" clId="Web-{3C073925-1E22-421F-A6C2-FA14CAE27E7A}" dt="2024-03-12T08:28:26.291" v="416"/>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3C073925-1E22-421F-A6C2-FA14CAE27E7A}" dt="2024-03-12T08:28:35.635" v="420"/>
        <pc:sldMkLst>
          <pc:docMk/>
          <pc:sldMk cId="2001861423" sldId="2147474153"/>
        </pc:sldMkLst>
        <pc:graphicFrameChg chg="mod modGraphic">
          <ac:chgData name="Kanduru, Raghava" userId="S::raghava.kanduru@capgemini.com::cf8c09de-c40c-47a2-971b-c612c06e0906" providerId="AD" clId="Web-{3C073925-1E22-421F-A6C2-FA14CAE27E7A}" dt="2024-03-12T08:28:35.635" v="420"/>
          <ac:graphicFrameMkLst>
            <pc:docMk/>
            <pc:sldMk cId="2001861423" sldId="2147474153"/>
            <ac:graphicFrameMk id="8" creationId="{0449F75F-2706-876C-71DE-D728F38E233D}"/>
          </ac:graphicFrameMkLst>
        </pc:graphicFrameChg>
      </pc:sldChg>
      <pc:sldChg chg="modSp">
        <pc:chgData name="Kanduru, Raghava" userId="S::raghava.kanduru@capgemini.com::cf8c09de-c40c-47a2-971b-c612c06e0906" providerId="AD" clId="Web-{3C073925-1E22-421F-A6C2-FA14CAE27E7A}" dt="2024-03-12T08:25:02.232" v="360"/>
        <pc:sldMkLst>
          <pc:docMk/>
          <pc:sldMk cId="3447131155" sldId="2147474155"/>
        </pc:sldMkLst>
        <pc:graphicFrameChg chg="mod modGraphic">
          <ac:chgData name="Kanduru, Raghava" userId="S::raghava.kanduru@capgemini.com::cf8c09de-c40c-47a2-971b-c612c06e0906" providerId="AD" clId="Web-{3C073925-1E22-421F-A6C2-FA14CAE27E7A}" dt="2024-03-12T08:25:02.232" v="360"/>
          <ac:graphicFrameMkLst>
            <pc:docMk/>
            <pc:sldMk cId="3447131155" sldId="2147474155"/>
            <ac:graphicFrameMk id="2" creationId="{D0BCB5DE-6896-5F5C-6600-0AA0464C3ADF}"/>
          </ac:graphicFrameMkLst>
        </pc:graphicFrameChg>
      </pc:sldChg>
      <pc:sldChg chg="modSp">
        <pc:chgData name="Kanduru, Raghava" userId="S::raghava.kanduru@capgemini.com::cf8c09de-c40c-47a2-971b-c612c06e0906" providerId="AD" clId="Web-{3C073925-1E22-421F-A6C2-FA14CAE27E7A}" dt="2024-03-12T08:21:45.516" v="197"/>
        <pc:sldMkLst>
          <pc:docMk/>
          <pc:sldMk cId="1414742847" sldId="2147474160"/>
        </pc:sldMkLst>
        <pc:graphicFrameChg chg="mod modGraphic">
          <ac:chgData name="Kanduru, Raghava" userId="S::raghava.kanduru@capgemini.com::cf8c09de-c40c-47a2-971b-c612c06e0906" providerId="AD" clId="Web-{3C073925-1E22-421F-A6C2-FA14CAE27E7A}" dt="2024-03-12T08:21:45.516" v="197"/>
          <ac:graphicFrameMkLst>
            <pc:docMk/>
            <pc:sldMk cId="1414742847" sldId="2147474160"/>
            <ac:graphicFrameMk id="7" creationId="{1470A3E6-EED3-B469-6894-7ADF80D74BC2}"/>
          </ac:graphicFrameMkLst>
        </pc:graphicFrameChg>
      </pc:sldChg>
      <pc:sldChg chg="modSp">
        <pc:chgData name="Kanduru, Raghava" userId="S::raghava.kanduru@capgemini.com::cf8c09de-c40c-47a2-971b-c612c06e0906" providerId="AD" clId="Web-{3C073925-1E22-421F-A6C2-FA14CAE27E7A}" dt="2024-03-12T08:21:55.938" v="215"/>
        <pc:sldMkLst>
          <pc:docMk/>
          <pc:sldMk cId="885501633" sldId="2147474161"/>
        </pc:sldMkLst>
        <pc:graphicFrameChg chg="mod modGraphic">
          <ac:chgData name="Kanduru, Raghava" userId="S::raghava.kanduru@capgemini.com::cf8c09de-c40c-47a2-971b-c612c06e0906" providerId="AD" clId="Web-{3C073925-1E22-421F-A6C2-FA14CAE27E7A}" dt="2024-03-12T08:21:55.938" v="215"/>
          <ac:graphicFrameMkLst>
            <pc:docMk/>
            <pc:sldMk cId="885501633" sldId="2147474161"/>
            <ac:graphicFrameMk id="7" creationId="{F09AD3DE-54A7-DD92-2123-3432F75CB9A8}"/>
          </ac:graphicFrameMkLst>
        </pc:graphicFrameChg>
      </pc:sldChg>
    </pc:docChg>
  </pc:docChgLst>
  <pc:docChgLst>
    <pc:chgData name="Kanduru, Raghava" userId="S::raghava.kanduru@capgemini.com::cf8c09de-c40c-47a2-971b-c612c06e0906" providerId="AD" clId="Web-{8C7ED5E5-FD60-476B-9E11-F58DB8869FE5}"/>
    <pc:docChg chg="addSld delSld modSld">
      <pc:chgData name="Kanduru, Raghava" userId="S::raghava.kanduru@capgemini.com::cf8c09de-c40c-47a2-971b-c612c06e0906" providerId="AD" clId="Web-{8C7ED5E5-FD60-476B-9E11-F58DB8869FE5}" dt="2024-03-13T02:28:46.001" v="2"/>
      <pc:docMkLst>
        <pc:docMk/>
      </pc:docMkLst>
      <pc:sldChg chg="delSp">
        <pc:chgData name="Kanduru, Raghava" userId="S::raghava.kanduru@capgemini.com::cf8c09de-c40c-47a2-971b-c612c06e0906" providerId="AD" clId="Web-{8C7ED5E5-FD60-476B-9E11-F58DB8869FE5}" dt="2024-03-13T02:28:46.001" v="2"/>
        <pc:sldMkLst>
          <pc:docMk/>
          <pc:sldMk cId="3727333396" sldId="2147474111"/>
        </pc:sldMkLst>
        <pc:spChg chg="del">
          <ac:chgData name="Kanduru, Raghava" userId="S::raghava.kanduru@capgemini.com::cf8c09de-c40c-47a2-971b-c612c06e0906" providerId="AD" clId="Web-{8C7ED5E5-FD60-476B-9E11-F58DB8869FE5}" dt="2024-03-13T02:28:46.001" v="2"/>
          <ac:spMkLst>
            <pc:docMk/>
            <pc:sldMk cId="3727333396" sldId="2147474111"/>
            <ac:spMk id="5" creationId="{4CA39B15-9949-C8EF-AD56-299DB327751E}"/>
          </ac:spMkLst>
        </pc:spChg>
      </pc:sldChg>
      <pc:sldChg chg="del">
        <pc:chgData name="Kanduru, Raghava" userId="S::raghava.kanduru@capgemini.com::cf8c09de-c40c-47a2-971b-c612c06e0906" providerId="AD" clId="Web-{8C7ED5E5-FD60-476B-9E11-F58DB8869FE5}" dt="2024-03-13T02:24:03.931" v="1"/>
        <pc:sldMkLst>
          <pc:docMk/>
          <pc:sldMk cId="3845078339" sldId="2147474167"/>
        </pc:sldMkLst>
      </pc:sldChg>
      <pc:sldChg chg="add">
        <pc:chgData name="Kanduru, Raghava" userId="S::raghava.kanduru@capgemini.com::cf8c09de-c40c-47a2-971b-c612c06e0906" providerId="AD" clId="Web-{8C7ED5E5-FD60-476B-9E11-F58DB8869FE5}" dt="2024-03-13T02:23:58.149" v="0"/>
        <pc:sldMkLst>
          <pc:docMk/>
          <pc:sldMk cId="3078625140" sldId="2147474171"/>
        </pc:sldMkLst>
      </pc:sldChg>
    </pc:docChg>
  </pc:docChgLst>
  <pc:docChgLst>
    <pc:chgData name="Kanduru, Raghava" userId="cf8c09de-c40c-47a2-971b-c612c06e0906" providerId="ADAL" clId="{286376FE-45D7-4F25-8C20-F68F85ED1A92}"/>
    <pc:docChg chg="custSel modSld modMainMaster">
      <pc:chgData name="Kanduru, Raghava" userId="cf8c09de-c40c-47a2-971b-c612c06e0906" providerId="ADAL" clId="{286376FE-45D7-4F25-8C20-F68F85ED1A92}" dt="2024-03-13T02:38:38.848" v="31" actId="729"/>
      <pc:docMkLst>
        <pc:docMk/>
      </pc:docMkLst>
      <pc:sldChg chg="mod modShow">
        <pc:chgData name="Kanduru, Raghava" userId="cf8c09de-c40c-47a2-971b-c612c06e0906" providerId="ADAL" clId="{286376FE-45D7-4F25-8C20-F68F85ED1A92}" dt="2024-03-13T02:38:38.848" v="31" actId="729"/>
        <pc:sldMkLst>
          <pc:docMk/>
          <pc:sldMk cId="68534792" sldId="2147474108"/>
        </pc:sldMkLst>
      </pc:sldChg>
      <pc:sldMasterChg chg="modSp mod">
        <pc:chgData name="Kanduru, Raghava" userId="cf8c09de-c40c-47a2-971b-c612c06e0906" providerId="ADAL" clId="{286376FE-45D7-4F25-8C20-F68F85ED1A92}" dt="2024-03-13T02:35:23.341" v="18" actId="20577"/>
        <pc:sldMasterMkLst>
          <pc:docMk/>
          <pc:sldMasterMk cId="3148905397" sldId="2147483899"/>
        </pc:sldMasterMkLst>
        <pc:spChg chg="mod">
          <ac:chgData name="Kanduru, Raghava" userId="cf8c09de-c40c-47a2-971b-c612c06e0906" providerId="ADAL" clId="{286376FE-45D7-4F25-8C20-F68F85ED1A92}" dt="2024-03-13T02:35:17.626" v="17" actId="20577"/>
          <ac:spMkLst>
            <pc:docMk/>
            <pc:sldMasterMk cId="3148905397" sldId="2147483899"/>
            <ac:spMk id="65" creationId="{5B538C81-213B-41EC-BB81-FEF313C9D880}"/>
          </ac:spMkLst>
        </pc:spChg>
        <pc:spChg chg="mod">
          <ac:chgData name="Kanduru, Raghava" userId="cf8c09de-c40c-47a2-971b-c612c06e0906" providerId="ADAL" clId="{286376FE-45D7-4F25-8C20-F68F85ED1A92}" dt="2024-03-13T02:35:23.341" v="18" actId="20577"/>
          <ac:spMkLst>
            <pc:docMk/>
            <pc:sldMasterMk cId="3148905397" sldId="2147483899"/>
            <ac:spMk id="89" creationId="{01D50803-B26A-4936-A06C-6E086A6DD719}"/>
          </ac:spMkLst>
        </pc:spChg>
      </pc:sldMasterChg>
      <pc:sldMasterChg chg="addSp delSp modSp mod">
        <pc:chgData name="Kanduru, Raghava" userId="cf8c09de-c40c-47a2-971b-c612c06e0906" providerId="ADAL" clId="{286376FE-45D7-4F25-8C20-F68F85ED1A92}" dt="2024-03-13T02:36:19.361" v="21"/>
        <pc:sldMasterMkLst>
          <pc:docMk/>
          <pc:sldMasterMk cId="3148905397" sldId="2147483980"/>
        </pc:sldMasterMkLst>
        <pc:spChg chg="add mod">
          <ac:chgData name="Kanduru, Raghava" userId="cf8c09de-c40c-47a2-971b-c612c06e0906" providerId="ADAL" clId="{286376FE-45D7-4F25-8C20-F68F85ED1A92}" dt="2024-03-13T02:36:19.361" v="21"/>
          <ac:spMkLst>
            <pc:docMk/>
            <pc:sldMasterMk cId="3148905397" sldId="2147483980"/>
            <ac:spMk id="2" creationId="{D17879E2-3C96-3A06-90FD-9E1200992292}"/>
          </ac:spMkLst>
        </pc:spChg>
        <pc:spChg chg="del">
          <ac:chgData name="Kanduru, Raghava" userId="cf8c09de-c40c-47a2-971b-c612c06e0906" providerId="ADAL" clId="{286376FE-45D7-4F25-8C20-F68F85ED1A92}" dt="2024-03-13T02:35:56.700" v="19" actId="478"/>
          <ac:spMkLst>
            <pc:docMk/>
            <pc:sldMasterMk cId="3148905397" sldId="2147483980"/>
            <ac:spMk id="65" creationId="{5B538C81-213B-41EC-BB81-FEF313C9D880}"/>
          </ac:spMkLst>
        </pc:spChg>
        <pc:spChg chg="mod">
          <ac:chgData name="Kanduru, Raghava" userId="cf8c09de-c40c-47a2-971b-c612c06e0906" providerId="ADAL" clId="{286376FE-45D7-4F25-8C20-F68F85ED1A92}" dt="2024-03-13T02:36:02.426" v="20" actId="20577"/>
          <ac:spMkLst>
            <pc:docMk/>
            <pc:sldMasterMk cId="3148905397" sldId="2147483980"/>
            <ac:spMk id="89" creationId="{01D50803-B26A-4936-A06C-6E086A6DD719}"/>
          </ac:spMkLst>
        </pc:spChg>
      </pc:sldMasterChg>
      <pc:sldMasterChg chg="addSp delSp modSp mod">
        <pc:chgData name="Kanduru, Raghava" userId="cf8c09de-c40c-47a2-971b-c612c06e0906" providerId="ADAL" clId="{286376FE-45D7-4F25-8C20-F68F85ED1A92}" dt="2024-03-13T02:36:43.213" v="24" actId="20577"/>
        <pc:sldMasterMkLst>
          <pc:docMk/>
          <pc:sldMasterMk cId="3148905397" sldId="2147484005"/>
        </pc:sldMasterMkLst>
        <pc:spChg chg="add mod">
          <ac:chgData name="Kanduru, Raghava" userId="cf8c09de-c40c-47a2-971b-c612c06e0906" providerId="ADAL" clId="{286376FE-45D7-4F25-8C20-F68F85ED1A92}" dt="2024-03-13T02:36:38.688" v="23"/>
          <ac:spMkLst>
            <pc:docMk/>
            <pc:sldMasterMk cId="3148905397" sldId="2147484005"/>
            <ac:spMk id="5" creationId="{95F909D2-4B72-A85F-1824-B72A61A5AF6C}"/>
          </ac:spMkLst>
        </pc:spChg>
        <pc:spChg chg="del">
          <ac:chgData name="Kanduru, Raghava" userId="cf8c09de-c40c-47a2-971b-c612c06e0906" providerId="ADAL" clId="{286376FE-45D7-4F25-8C20-F68F85ED1A92}" dt="2024-03-13T02:36:38.201" v="22" actId="478"/>
          <ac:spMkLst>
            <pc:docMk/>
            <pc:sldMasterMk cId="3148905397" sldId="2147484005"/>
            <ac:spMk id="65" creationId="{5B538C81-213B-41EC-BB81-FEF313C9D880}"/>
          </ac:spMkLst>
        </pc:spChg>
        <pc:spChg chg="mod">
          <ac:chgData name="Kanduru, Raghava" userId="cf8c09de-c40c-47a2-971b-c612c06e0906" providerId="ADAL" clId="{286376FE-45D7-4F25-8C20-F68F85ED1A92}" dt="2024-03-13T02:36:43.213" v="24" actId="20577"/>
          <ac:spMkLst>
            <pc:docMk/>
            <pc:sldMasterMk cId="3148905397" sldId="2147484005"/>
            <ac:spMk id="89" creationId="{01D50803-B26A-4936-A06C-6E086A6DD719}"/>
          </ac:spMkLst>
        </pc:spChg>
      </pc:sldMasterChg>
      <pc:sldMasterChg chg="addSp delSp modSp mod">
        <pc:chgData name="Kanduru, Raghava" userId="cf8c09de-c40c-47a2-971b-c612c06e0906" providerId="ADAL" clId="{286376FE-45D7-4F25-8C20-F68F85ED1A92}" dt="2024-03-13T02:37:01.163" v="27" actId="20577"/>
        <pc:sldMasterMkLst>
          <pc:docMk/>
          <pc:sldMasterMk cId="260528291" sldId="2147484030"/>
        </pc:sldMasterMkLst>
        <pc:spChg chg="add mod">
          <ac:chgData name="Kanduru, Raghava" userId="cf8c09de-c40c-47a2-971b-c612c06e0906" providerId="ADAL" clId="{286376FE-45D7-4F25-8C20-F68F85ED1A92}" dt="2024-03-13T02:36:57.430" v="26"/>
          <ac:spMkLst>
            <pc:docMk/>
            <pc:sldMasterMk cId="260528291" sldId="2147484030"/>
            <ac:spMk id="2" creationId="{C201F874-4263-EB0E-4A19-FB74904E4D3B}"/>
          </ac:spMkLst>
        </pc:spChg>
        <pc:spChg chg="del">
          <ac:chgData name="Kanduru, Raghava" userId="cf8c09de-c40c-47a2-971b-c612c06e0906" providerId="ADAL" clId="{286376FE-45D7-4F25-8C20-F68F85ED1A92}" dt="2024-03-13T02:36:56.944" v="25" actId="478"/>
          <ac:spMkLst>
            <pc:docMk/>
            <pc:sldMasterMk cId="260528291" sldId="2147484030"/>
            <ac:spMk id="65" creationId="{5B538C81-213B-41EC-BB81-FEF313C9D880}"/>
          </ac:spMkLst>
        </pc:spChg>
        <pc:spChg chg="mod">
          <ac:chgData name="Kanduru, Raghava" userId="cf8c09de-c40c-47a2-971b-c612c06e0906" providerId="ADAL" clId="{286376FE-45D7-4F25-8C20-F68F85ED1A92}" dt="2024-03-13T02:37:01.163" v="27" actId="20577"/>
          <ac:spMkLst>
            <pc:docMk/>
            <pc:sldMasterMk cId="260528291" sldId="2147484030"/>
            <ac:spMk id="89" creationId="{01D50803-B26A-4936-A06C-6E086A6DD719}"/>
          </ac:spMkLst>
        </pc:spChg>
      </pc:sldMasterChg>
      <pc:sldMasterChg chg="addSp delSp modSp mod">
        <pc:chgData name="Kanduru, Raghava" userId="cf8c09de-c40c-47a2-971b-c612c06e0906" providerId="ADAL" clId="{286376FE-45D7-4F25-8C20-F68F85ED1A92}" dt="2024-03-13T02:37:26.441" v="30" actId="20577"/>
        <pc:sldMasterMkLst>
          <pc:docMk/>
          <pc:sldMasterMk cId="3038761969" sldId="2147484068"/>
        </pc:sldMasterMkLst>
        <pc:spChg chg="add mod">
          <ac:chgData name="Kanduru, Raghava" userId="cf8c09de-c40c-47a2-971b-c612c06e0906" providerId="ADAL" clId="{286376FE-45D7-4F25-8C20-F68F85ED1A92}" dt="2024-03-13T02:37:16.940" v="29"/>
          <ac:spMkLst>
            <pc:docMk/>
            <pc:sldMasterMk cId="3038761969" sldId="2147484068"/>
            <ac:spMk id="2" creationId="{28BB344A-D0C7-2ABD-C194-00D5F70A79E5}"/>
          </ac:spMkLst>
        </pc:spChg>
        <pc:spChg chg="del">
          <ac:chgData name="Kanduru, Raghava" userId="cf8c09de-c40c-47a2-971b-c612c06e0906" providerId="ADAL" clId="{286376FE-45D7-4F25-8C20-F68F85ED1A92}" dt="2024-03-13T02:37:16.239" v="28" actId="478"/>
          <ac:spMkLst>
            <pc:docMk/>
            <pc:sldMasterMk cId="3038761969" sldId="2147484068"/>
            <ac:spMk id="65" creationId="{5B538C81-213B-41EC-BB81-FEF313C9D880}"/>
          </ac:spMkLst>
        </pc:spChg>
        <pc:spChg chg="mod">
          <ac:chgData name="Kanduru, Raghava" userId="cf8c09de-c40c-47a2-971b-c612c06e0906" providerId="ADAL" clId="{286376FE-45D7-4F25-8C20-F68F85ED1A92}" dt="2024-03-13T02:37:26.441" v="30" actId="20577"/>
          <ac:spMkLst>
            <pc:docMk/>
            <pc:sldMasterMk cId="3038761969" sldId="2147484068"/>
            <ac:spMk id="89" creationId="{01D50803-B26A-4936-A06C-6E086A6DD719}"/>
          </ac:spMkLst>
        </pc:spChg>
      </pc:sldMasterChg>
    </pc:docChg>
  </pc:docChgLst>
  <pc:docChgLst>
    <pc:chgData name="Kanduru, Raghava" userId="S::raghava.kanduru@capgemini.com::cf8c09de-c40c-47a2-971b-c612c06e0906" providerId="AD" clId="Web-{FEAE804D-E5B6-4702-B695-7EDCEEC9BB9E}"/>
    <pc:docChg chg="modSld">
      <pc:chgData name="Kanduru, Raghava" userId="S::raghava.kanduru@capgemini.com::cf8c09de-c40c-47a2-971b-c612c06e0906" providerId="AD" clId="Web-{FEAE804D-E5B6-4702-B695-7EDCEEC9BB9E}" dt="2024-03-12T12:20:21.897" v="427" actId="20577"/>
      <pc:docMkLst>
        <pc:docMk/>
      </pc:docMkLst>
      <pc:sldChg chg="delSp modSp">
        <pc:chgData name="Kanduru, Raghava" userId="S::raghava.kanduru@capgemini.com::cf8c09de-c40c-47a2-971b-c612c06e0906" providerId="AD" clId="Web-{FEAE804D-E5B6-4702-B695-7EDCEEC9BB9E}" dt="2024-03-12T11:42:45.807" v="19" actId="14100"/>
        <pc:sldMkLst>
          <pc:docMk/>
          <pc:sldMk cId="2751412619" sldId="2147474107"/>
        </pc:sldMkLst>
        <pc:spChg chg="del">
          <ac:chgData name="Kanduru, Raghava" userId="S::raghava.kanduru@capgemini.com::cf8c09de-c40c-47a2-971b-c612c06e0906" providerId="AD" clId="Web-{FEAE804D-E5B6-4702-B695-7EDCEEC9BB9E}" dt="2024-03-12T11:41:02.053" v="13"/>
          <ac:spMkLst>
            <pc:docMk/>
            <pc:sldMk cId="2751412619" sldId="2147474107"/>
            <ac:spMk id="20" creationId="{7091DC8B-67F8-4CCA-BAA5-DD9D4D88BACC}"/>
          </ac:spMkLst>
        </pc:spChg>
        <pc:spChg chg="del">
          <ac:chgData name="Kanduru, Raghava" userId="S::raghava.kanduru@capgemini.com::cf8c09de-c40c-47a2-971b-c612c06e0906" providerId="AD" clId="Web-{FEAE804D-E5B6-4702-B695-7EDCEEC9BB9E}" dt="2024-03-12T11:41:04.616" v="14"/>
          <ac:spMkLst>
            <pc:docMk/>
            <pc:sldMk cId="2751412619" sldId="2147474107"/>
            <ac:spMk id="23" creationId="{2998D9F0-2323-44D5-297A-CA9D377331FA}"/>
          </ac:spMkLst>
        </pc:spChg>
        <pc:spChg chg="del">
          <ac:chgData name="Kanduru, Raghava" userId="S::raghava.kanduru@capgemini.com::cf8c09de-c40c-47a2-971b-c612c06e0906" providerId="AD" clId="Web-{FEAE804D-E5B6-4702-B695-7EDCEEC9BB9E}" dt="2024-03-12T11:41:08.725" v="15"/>
          <ac:spMkLst>
            <pc:docMk/>
            <pc:sldMk cId="2751412619" sldId="2147474107"/>
            <ac:spMk id="26" creationId="{58BC2055-0913-D1D4-02B0-BD6EC17AE886}"/>
          </ac:spMkLst>
        </pc:spChg>
        <pc:spChg chg="del">
          <ac:chgData name="Kanduru, Raghava" userId="S::raghava.kanduru@capgemini.com::cf8c09de-c40c-47a2-971b-c612c06e0906" providerId="AD" clId="Web-{FEAE804D-E5B6-4702-B695-7EDCEEC9BB9E}" dt="2024-03-12T11:41:09.460" v="16"/>
          <ac:spMkLst>
            <pc:docMk/>
            <pc:sldMk cId="2751412619" sldId="2147474107"/>
            <ac:spMk id="29" creationId="{4F7D053F-3C07-A3D2-9F00-82BD172D4F28}"/>
          </ac:spMkLst>
        </pc:spChg>
        <pc:spChg chg="del">
          <ac:chgData name="Kanduru, Raghava" userId="S::raghava.kanduru@capgemini.com::cf8c09de-c40c-47a2-971b-c612c06e0906" providerId="AD" clId="Web-{FEAE804D-E5B6-4702-B695-7EDCEEC9BB9E}" dt="2024-03-12T11:41:11.491" v="17"/>
          <ac:spMkLst>
            <pc:docMk/>
            <pc:sldMk cId="2751412619" sldId="2147474107"/>
            <ac:spMk id="32" creationId="{F514AD11-FF86-5011-3DC2-183C7602E640}"/>
          </ac:spMkLst>
        </pc:spChg>
        <pc:spChg chg="mod">
          <ac:chgData name="Kanduru, Raghava" userId="S::raghava.kanduru@capgemini.com::cf8c09de-c40c-47a2-971b-c612c06e0906" providerId="AD" clId="Web-{FEAE804D-E5B6-4702-B695-7EDCEEC9BB9E}" dt="2024-03-12T11:42:45.807" v="19" actId="14100"/>
          <ac:spMkLst>
            <pc:docMk/>
            <pc:sldMk cId="2751412619" sldId="2147474107"/>
            <ac:spMk id="38" creationId="{B408390E-9B39-C9E3-ADDA-1FEF0CF13576}"/>
          </ac:spMkLst>
        </pc:spChg>
      </pc:sldChg>
      <pc:sldChg chg="delSp">
        <pc:chgData name="Kanduru, Raghava" userId="S::raghava.kanduru@capgemini.com::cf8c09de-c40c-47a2-971b-c612c06e0906" providerId="AD" clId="Web-{FEAE804D-E5B6-4702-B695-7EDCEEC9BB9E}" dt="2024-03-12T11:38:55.377" v="0"/>
        <pc:sldMkLst>
          <pc:docMk/>
          <pc:sldMk cId="3447131155" sldId="2147474155"/>
        </pc:sldMkLst>
        <pc:spChg chg="del">
          <ac:chgData name="Kanduru, Raghava" userId="S::raghava.kanduru@capgemini.com::cf8c09de-c40c-47a2-971b-c612c06e0906" providerId="AD" clId="Web-{FEAE804D-E5B6-4702-B695-7EDCEEC9BB9E}" dt="2024-03-12T11:38:55.377" v="0"/>
          <ac:spMkLst>
            <pc:docMk/>
            <pc:sldMk cId="3447131155" sldId="2147474155"/>
            <ac:spMk id="5" creationId="{4CA39B15-9949-C8EF-AD56-299DB327751E}"/>
          </ac:spMkLst>
        </pc:spChg>
      </pc:sldChg>
      <pc:sldChg chg="addSp delSp modSp">
        <pc:chgData name="Kanduru, Raghava" userId="S::raghava.kanduru@capgemini.com::cf8c09de-c40c-47a2-971b-c612c06e0906" providerId="AD" clId="Web-{FEAE804D-E5B6-4702-B695-7EDCEEC9BB9E}" dt="2024-03-12T12:13:35.743" v="365" actId="1076"/>
        <pc:sldMkLst>
          <pc:docMk/>
          <pc:sldMk cId="3711325015" sldId="2147474159"/>
        </pc:sldMkLst>
        <pc:spChg chg="del">
          <ac:chgData name="Kanduru, Raghava" userId="S::raghava.kanduru@capgemini.com::cf8c09de-c40c-47a2-971b-c612c06e0906" providerId="AD" clId="Web-{FEAE804D-E5B6-4702-B695-7EDCEEC9BB9E}" dt="2024-03-12T12:10:38.721" v="293"/>
          <ac:spMkLst>
            <pc:docMk/>
            <pc:sldMk cId="3711325015" sldId="2147474159"/>
            <ac:spMk id="3" creationId="{0741EAE5-01EC-CF52-4410-9B179E074F2D}"/>
          </ac:spMkLst>
        </pc:spChg>
        <pc:spChg chg="add mod">
          <ac:chgData name="Kanduru, Raghava" userId="S::raghava.kanduru@capgemini.com::cf8c09de-c40c-47a2-971b-c612c06e0906" providerId="AD" clId="Web-{FEAE804D-E5B6-4702-B695-7EDCEEC9BB9E}" dt="2024-03-12T12:13:34.993" v="355" actId="1076"/>
          <ac:spMkLst>
            <pc:docMk/>
            <pc:sldMk cId="3711325015" sldId="2147474159"/>
            <ac:spMk id="6" creationId="{4075ED8A-5485-62F1-BBA6-2C62EAA06B1C}"/>
          </ac:spMkLst>
        </pc:spChg>
        <pc:spChg chg="mod">
          <ac:chgData name="Kanduru, Raghava" userId="S::raghava.kanduru@capgemini.com::cf8c09de-c40c-47a2-971b-c612c06e0906" providerId="AD" clId="Web-{FEAE804D-E5B6-4702-B695-7EDCEEC9BB9E}" dt="2024-03-12T12:13:32.149" v="322" actId="1076"/>
          <ac:spMkLst>
            <pc:docMk/>
            <pc:sldMk cId="3711325015" sldId="2147474159"/>
            <ac:spMk id="7" creationId="{CF482E92-8843-4B1E-9460-85D780F726E7}"/>
          </ac:spMkLst>
        </pc:spChg>
        <pc:spChg chg="mod">
          <ac:chgData name="Kanduru, Raghava" userId="S::raghava.kanduru@capgemini.com::cf8c09de-c40c-47a2-971b-c612c06e0906" providerId="AD" clId="Web-{FEAE804D-E5B6-4702-B695-7EDCEEC9BB9E}" dt="2024-03-12T12:13:32.258" v="323" actId="1076"/>
          <ac:spMkLst>
            <pc:docMk/>
            <pc:sldMk cId="3711325015" sldId="2147474159"/>
            <ac:spMk id="8" creationId="{D2143455-0E20-4682-A2DF-1F58AC4B1135}"/>
          </ac:spMkLst>
        </pc:spChg>
        <pc:spChg chg="mod">
          <ac:chgData name="Kanduru, Raghava" userId="S::raghava.kanduru@capgemini.com::cf8c09de-c40c-47a2-971b-c612c06e0906" providerId="AD" clId="Web-{FEAE804D-E5B6-4702-B695-7EDCEEC9BB9E}" dt="2024-03-12T12:13:32.383" v="324" actId="1076"/>
          <ac:spMkLst>
            <pc:docMk/>
            <pc:sldMk cId="3711325015" sldId="2147474159"/>
            <ac:spMk id="9" creationId="{C1937554-0865-4E7F-8D99-F7B08ABAFA6F}"/>
          </ac:spMkLst>
        </pc:spChg>
        <pc:spChg chg="mod">
          <ac:chgData name="Kanduru, Raghava" userId="S::raghava.kanduru@capgemini.com::cf8c09de-c40c-47a2-971b-c612c06e0906" providerId="AD" clId="Web-{FEAE804D-E5B6-4702-B695-7EDCEEC9BB9E}" dt="2024-03-12T12:13:32.477" v="325" actId="1076"/>
          <ac:spMkLst>
            <pc:docMk/>
            <pc:sldMk cId="3711325015" sldId="2147474159"/>
            <ac:spMk id="10" creationId="{FEE61689-EBDC-4DD7-8E85-3EDAE8A91A48}"/>
          </ac:spMkLst>
        </pc:spChg>
        <pc:spChg chg="add mod">
          <ac:chgData name="Kanduru, Raghava" userId="S::raghava.kanduru@capgemini.com::cf8c09de-c40c-47a2-971b-c612c06e0906" providerId="AD" clId="Web-{FEAE804D-E5B6-4702-B695-7EDCEEC9BB9E}" dt="2024-03-12T12:13:35.055" v="356" actId="1076"/>
          <ac:spMkLst>
            <pc:docMk/>
            <pc:sldMk cId="3711325015" sldId="2147474159"/>
            <ac:spMk id="11" creationId="{873DABBF-ACC5-70E9-5C0E-7E29BF76981A}"/>
          </ac:spMkLst>
        </pc:spChg>
        <pc:spChg chg="mod">
          <ac:chgData name="Kanduru, Raghava" userId="S::raghava.kanduru@capgemini.com::cf8c09de-c40c-47a2-971b-c612c06e0906" providerId="AD" clId="Web-{FEAE804D-E5B6-4702-B695-7EDCEEC9BB9E}" dt="2024-03-12T12:13:32.555" v="326" actId="1076"/>
          <ac:spMkLst>
            <pc:docMk/>
            <pc:sldMk cId="3711325015" sldId="2147474159"/>
            <ac:spMk id="13" creationId="{95FBCEB3-4ABC-4E9E-BA08-C48578BAB9FD}"/>
          </ac:spMkLst>
        </pc:spChg>
        <pc:spChg chg="del">
          <ac:chgData name="Kanduru, Raghava" userId="S::raghava.kanduru@capgemini.com::cf8c09de-c40c-47a2-971b-c612c06e0906" providerId="AD" clId="Web-{FEAE804D-E5B6-4702-B695-7EDCEEC9BB9E}" dt="2024-03-12T12:13:05.961" v="303"/>
          <ac:spMkLst>
            <pc:docMk/>
            <pc:sldMk cId="3711325015" sldId="2147474159"/>
            <ac:spMk id="15" creationId="{1B2C9BE3-4653-4020-B9D7-FE844E52345E}"/>
          </ac:spMkLst>
        </pc:spChg>
        <pc:spChg chg="mod">
          <ac:chgData name="Kanduru, Raghava" userId="S::raghava.kanduru@capgemini.com::cf8c09de-c40c-47a2-971b-c612c06e0906" providerId="AD" clId="Web-{FEAE804D-E5B6-4702-B695-7EDCEEC9BB9E}" dt="2024-03-12T12:13:32.727" v="328" actId="1076"/>
          <ac:spMkLst>
            <pc:docMk/>
            <pc:sldMk cId="3711325015" sldId="2147474159"/>
            <ac:spMk id="17" creationId="{F7E444AF-7BFA-5FBE-BCCC-C8CF5A9F0EC0}"/>
          </ac:spMkLst>
        </pc:spChg>
        <pc:spChg chg="mod">
          <ac:chgData name="Kanduru, Raghava" userId="S::raghava.kanduru@capgemini.com::cf8c09de-c40c-47a2-971b-c612c06e0906" providerId="AD" clId="Web-{FEAE804D-E5B6-4702-B695-7EDCEEC9BB9E}" dt="2024-03-12T12:13:32.805" v="329" actId="1076"/>
          <ac:spMkLst>
            <pc:docMk/>
            <pc:sldMk cId="3711325015" sldId="2147474159"/>
            <ac:spMk id="18" creationId="{571B77EA-D609-72E9-E7C1-18DC17A1913C}"/>
          </ac:spMkLst>
        </pc:spChg>
        <pc:spChg chg="mod">
          <ac:chgData name="Kanduru, Raghava" userId="S::raghava.kanduru@capgemini.com::cf8c09de-c40c-47a2-971b-c612c06e0906" providerId="AD" clId="Web-{FEAE804D-E5B6-4702-B695-7EDCEEC9BB9E}" dt="2024-03-12T12:13:32.633" v="327" actId="1076"/>
          <ac:spMkLst>
            <pc:docMk/>
            <pc:sldMk cId="3711325015" sldId="2147474159"/>
            <ac:spMk id="19" creationId="{6B3A656C-CE13-452F-85D6-4B259CB637C3}"/>
          </ac:spMkLst>
        </pc:spChg>
        <pc:spChg chg="mod">
          <ac:chgData name="Kanduru, Raghava" userId="S::raghava.kanduru@capgemini.com::cf8c09de-c40c-47a2-971b-c612c06e0906" providerId="AD" clId="Web-{FEAE804D-E5B6-4702-B695-7EDCEEC9BB9E}" dt="2024-03-12T12:13:32.899" v="330" actId="1076"/>
          <ac:spMkLst>
            <pc:docMk/>
            <pc:sldMk cId="3711325015" sldId="2147474159"/>
            <ac:spMk id="24" creationId="{955E6E69-29C1-1718-D72A-5AE79009A804}"/>
          </ac:spMkLst>
        </pc:spChg>
        <pc:spChg chg="mod">
          <ac:chgData name="Kanduru, Raghava" userId="S::raghava.kanduru@capgemini.com::cf8c09de-c40c-47a2-971b-c612c06e0906" providerId="AD" clId="Web-{FEAE804D-E5B6-4702-B695-7EDCEEC9BB9E}" dt="2024-03-12T12:13:32.977" v="331" actId="1076"/>
          <ac:spMkLst>
            <pc:docMk/>
            <pc:sldMk cId="3711325015" sldId="2147474159"/>
            <ac:spMk id="25" creationId="{D41F7F17-E643-06F5-2DCE-DAA285B8B81F}"/>
          </ac:spMkLst>
        </pc:spChg>
        <pc:spChg chg="del">
          <ac:chgData name="Kanduru, Raghava" userId="S::raghava.kanduru@capgemini.com::cf8c09de-c40c-47a2-971b-c612c06e0906" providerId="AD" clId="Web-{FEAE804D-E5B6-4702-B695-7EDCEEC9BB9E}" dt="2024-03-12T12:13:05.961" v="302"/>
          <ac:spMkLst>
            <pc:docMk/>
            <pc:sldMk cId="3711325015" sldId="2147474159"/>
            <ac:spMk id="26" creationId="{138A8785-F533-6C82-93DE-6F7E062D8734}"/>
          </ac:spMkLst>
        </pc:spChg>
        <pc:spChg chg="mod">
          <ac:chgData name="Kanduru, Raghava" userId="S::raghava.kanduru@capgemini.com::cf8c09de-c40c-47a2-971b-c612c06e0906" providerId="AD" clId="Web-{FEAE804D-E5B6-4702-B695-7EDCEEC9BB9E}" dt="2024-03-12T12:13:33.086" v="332" actId="1076"/>
          <ac:spMkLst>
            <pc:docMk/>
            <pc:sldMk cId="3711325015" sldId="2147474159"/>
            <ac:spMk id="27" creationId="{037FD3AD-AAD4-B517-A34E-059E0882B174}"/>
          </ac:spMkLst>
        </pc:spChg>
        <pc:spChg chg="mod">
          <ac:chgData name="Kanduru, Raghava" userId="S::raghava.kanduru@capgemini.com::cf8c09de-c40c-47a2-971b-c612c06e0906" providerId="AD" clId="Web-{FEAE804D-E5B6-4702-B695-7EDCEEC9BB9E}" dt="2024-03-12T12:13:33.165" v="333" actId="1076"/>
          <ac:spMkLst>
            <pc:docMk/>
            <pc:sldMk cId="3711325015" sldId="2147474159"/>
            <ac:spMk id="29" creationId="{82A4A6F6-0286-166E-F87A-239937A5288F}"/>
          </ac:spMkLst>
        </pc:spChg>
        <pc:spChg chg="mod">
          <ac:chgData name="Kanduru, Raghava" userId="S::raghava.kanduru@capgemini.com::cf8c09de-c40c-47a2-971b-c612c06e0906" providerId="AD" clId="Web-{FEAE804D-E5B6-4702-B695-7EDCEEC9BB9E}" dt="2024-03-12T12:13:33.243" v="334" actId="1076"/>
          <ac:spMkLst>
            <pc:docMk/>
            <pc:sldMk cId="3711325015" sldId="2147474159"/>
            <ac:spMk id="30" creationId="{012C5B66-D9FD-0740-42A2-41AA4659C14F}"/>
          </ac:spMkLst>
        </pc:spChg>
        <pc:spChg chg="mod">
          <ac:chgData name="Kanduru, Raghava" userId="S::raghava.kanduru@capgemini.com::cf8c09de-c40c-47a2-971b-c612c06e0906" providerId="AD" clId="Web-{FEAE804D-E5B6-4702-B695-7EDCEEC9BB9E}" dt="2024-03-12T12:13:33.336" v="335" actId="1076"/>
          <ac:spMkLst>
            <pc:docMk/>
            <pc:sldMk cId="3711325015" sldId="2147474159"/>
            <ac:spMk id="31" creationId="{AEF0F270-8715-80BD-8234-1A25BB77CD8A}"/>
          </ac:spMkLst>
        </pc:spChg>
        <pc:spChg chg="mod">
          <ac:chgData name="Kanduru, Raghava" userId="S::raghava.kanduru@capgemini.com::cf8c09de-c40c-47a2-971b-c612c06e0906" providerId="AD" clId="Web-{FEAE804D-E5B6-4702-B695-7EDCEEC9BB9E}" dt="2024-03-12T12:13:33.446" v="336" actId="1076"/>
          <ac:spMkLst>
            <pc:docMk/>
            <pc:sldMk cId="3711325015" sldId="2147474159"/>
            <ac:spMk id="32" creationId="{366739DA-9C53-EEA1-000E-0492FA2AF72B}"/>
          </ac:spMkLst>
        </pc:spChg>
        <pc:spChg chg="mod">
          <ac:chgData name="Kanduru, Raghava" userId="S::raghava.kanduru@capgemini.com::cf8c09de-c40c-47a2-971b-c612c06e0906" providerId="AD" clId="Web-{FEAE804D-E5B6-4702-B695-7EDCEEC9BB9E}" dt="2024-03-12T12:13:33.540" v="337" actId="1076"/>
          <ac:spMkLst>
            <pc:docMk/>
            <pc:sldMk cId="3711325015" sldId="2147474159"/>
            <ac:spMk id="33" creationId="{A3F475C5-907D-6532-8579-331CF8BAE291}"/>
          </ac:spMkLst>
        </pc:spChg>
        <pc:spChg chg="del">
          <ac:chgData name="Kanduru, Raghava" userId="S::raghava.kanduru@capgemini.com::cf8c09de-c40c-47a2-971b-c612c06e0906" providerId="AD" clId="Web-{FEAE804D-E5B6-4702-B695-7EDCEEC9BB9E}" dt="2024-03-12T12:13:05.961" v="301"/>
          <ac:spMkLst>
            <pc:docMk/>
            <pc:sldMk cId="3711325015" sldId="2147474159"/>
            <ac:spMk id="34" creationId="{6C2E6CAA-86CD-E77A-4D57-BDE09464B028}"/>
          </ac:spMkLst>
        </pc:spChg>
        <pc:spChg chg="mod">
          <ac:chgData name="Kanduru, Raghava" userId="S::raghava.kanduru@capgemini.com::cf8c09de-c40c-47a2-971b-c612c06e0906" providerId="AD" clId="Web-{FEAE804D-E5B6-4702-B695-7EDCEEC9BB9E}" dt="2024-03-12T12:13:33.618" v="338" actId="1076"/>
          <ac:spMkLst>
            <pc:docMk/>
            <pc:sldMk cId="3711325015" sldId="2147474159"/>
            <ac:spMk id="35" creationId="{38C0802D-0DD2-8962-D173-E0CEC0C1442F}"/>
          </ac:spMkLst>
        </pc:spChg>
        <pc:spChg chg="mod">
          <ac:chgData name="Kanduru, Raghava" userId="S::raghava.kanduru@capgemini.com::cf8c09de-c40c-47a2-971b-c612c06e0906" providerId="AD" clId="Web-{FEAE804D-E5B6-4702-B695-7EDCEEC9BB9E}" dt="2024-03-12T12:13:33.711" v="339" actId="1076"/>
          <ac:spMkLst>
            <pc:docMk/>
            <pc:sldMk cId="3711325015" sldId="2147474159"/>
            <ac:spMk id="36" creationId="{BE767C46-A885-510E-32C0-2B3BC0F7AEF8}"/>
          </ac:spMkLst>
        </pc:spChg>
        <pc:spChg chg="mod">
          <ac:chgData name="Kanduru, Raghava" userId="S::raghava.kanduru@capgemini.com::cf8c09de-c40c-47a2-971b-c612c06e0906" providerId="AD" clId="Web-{FEAE804D-E5B6-4702-B695-7EDCEEC9BB9E}" dt="2024-03-12T12:13:33.805" v="340" actId="1076"/>
          <ac:spMkLst>
            <pc:docMk/>
            <pc:sldMk cId="3711325015" sldId="2147474159"/>
            <ac:spMk id="37" creationId="{BF0DF6CC-3BE1-2648-3B74-57113A199020}"/>
          </ac:spMkLst>
        </pc:spChg>
        <pc:spChg chg="mod">
          <ac:chgData name="Kanduru, Raghava" userId="S::raghava.kanduru@capgemini.com::cf8c09de-c40c-47a2-971b-c612c06e0906" providerId="AD" clId="Web-{FEAE804D-E5B6-4702-B695-7EDCEEC9BB9E}" dt="2024-03-12T12:13:33.868" v="341" actId="1076"/>
          <ac:spMkLst>
            <pc:docMk/>
            <pc:sldMk cId="3711325015" sldId="2147474159"/>
            <ac:spMk id="38" creationId="{F842315E-7E2E-F59B-6C2D-5C287A347C4B}"/>
          </ac:spMkLst>
        </pc:spChg>
        <pc:spChg chg="mod">
          <ac:chgData name="Kanduru, Raghava" userId="S::raghava.kanduru@capgemini.com::cf8c09de-c40c-47a2-971b-c612c06e0906" providerId="AD" clId="Web-{FEAE804D-E5B6-4702-B695-7EDCEEC9BB9E}" dt="2024-03-12T12:13:33.946" v="342" actId="1076"/>
          <ac:spMkLst>
            <pc:docMk/>
            <pc:sldMk cId="3711325015" sldId="2147474159"/>
            <ac:spMk id="40" creationId="{352D14A1-BAC8-8576-C1DC-F9C4DD35CBBE}"/>
          </ac:spMkLst>
        </pc:spChg>
        <pc:spChg chg="mod">
          <ac:chgData name="Kanduru, Raghava" userId="S::raghava.kanduru@capgemini.com::cf8c09de-c40c-47a2-971b-c612c06e0906" providerId="AD" clId="Web-{FEAE804D-E5B6-4702-B695-7EDCEEC9BB9E}" dt="2024-03-12T12:13:34.024" v="343" actId="1076"/>
          <ac:spMkLst>
            <pc:docMk/>
            <pc:sldMk cId="3711325015" sldId="2147474159"/>
            <ac:spMk id="41" creationId="{4C190D60-093C-635E-2898-FD5FA695A54C}"/>
          </ac:spMkLst>
        </pc:spChg>
        <pc:spChg chg="mod">
          <ac:chgData name="Kanduru, Raghava" userId="S::raghava.kanduru@capgemini.com::cf8c09de-c40c-47a2-971b-c612c06e0906" providerId="AD" clId="Web-{FEAE804D-E5B6-4702-B695-7EDCEEC9BB9E}" dt="2024-03-12T12:13:34.118" v="344" actId="1076"/>
          <ac:spMkLst>
            <pc:docMk/>
            <pc:sldMk cId="3711325015" sldId="2147474159"/>
            <ac:spMk id="42" creationId="{19ED339B-7A18-7B10-E72E-B41146A09498}"/>
          </ac:spMkLst>
        </pc:spChg>
        <pc:spChg chg="mod">
          <ac:chgData name="Kanduru, Raghava" userId="S::raghava.kanduru@capgemini.com::cf8c09de-c40c-47a2-971b-c612c06e0906" providerId="AD" clId="Web-{FEAE804D-E5B6-4702-B695-7EDCEEC9BB9E}" dt="2024-03-12T12:13:34.227" v="345" actId="1076"/>
          <ac:spMkLst>
            <pc:docMk/>
            <pc:sldMk cId="3711325015" sldId="2147474159"/>
            <ac:spMk id="43" creationId="{E8A31937-0281-AB06-CD23-C92E28045440}"/>
          </ac:spMkLst>
        </pc:spChg>
        <pc:spChg chg="mod">
          <ac:chgData name="Kanduru, Raghava" userId="S::raghava.kanduru@capgemini.com::cf8c09de-c40c-47a2-971b-c612c06e0906" providerId="AD" clId="Web-{FEAE804D-E5B6-4702-B695-7EDCEEC9BB9E}" dt="2024-03-12T12:13:34.305" v="346" actId="1076"/>
          <ac:spMkLst>
            <pc:docMk/>
            <pc:sldMk cId="3711325015" sldId="2147474159"/>
            <ac:spMk id="45" creationId="{F90EC28B-1E07-0F7A-F0F6-57BE81225AA2}"/>
          </ac:spMkLst>
        </pc:spChg>
        <pc:spChg chg="mod">
          <ac:chgData name="Kanduru, Raghava" userId="S::raghava.kanduru@capgemini.com::cf8c09de-c40c-47a2-971b-c612c06e0906" providerId="AD" clId="Web-{FEAE804D-E5B6-4702-B695-7EDCEEC9BB9E}" dt="2024-03-12T12:13:34.368" v="347" actId="1076"/>
          <ac:spMkLst>
            <pc:docMk/>
            <pc:sldMk cId="3711325015" sldId="2147474159"/>
            <ac:spMk id="46" creationId="{29E3ED98-0A5D-ACDF-C52F-5C788B3262F4}"/>
          </ac:spMkLst>
        </pc:spChg>
        <pc:spChg chg="mod">
          <ac:chgData name="Kanduru, Raghava" userId="S::raghava.kanduru@capgemini.com::cf8c09de-c40c-47a2-971b-c612c06e0906" providerId="AD" clId="Web-{FEAE804D-E5B6-4702-B695-7EDCEEC9BB9E}" dt="2024-03-12T12:13:34.446" v="348" actId="1076"/>
          <ac:spMkLst>
            <pc:docMk/>
            <pc:sldMk cId="3711325015" sldId="2147474159"/>
            <ac:spMk id="47" creationId="{C1FD1D2F-8602-F2F1-0EF8-F3A5E2C835B3}"/>
          </ac:spMkLst>
        </pc:spChg>
        <pc:spChg chg="mod">
          <ac:chgData name="Kanduru, Raghava" userId="S::raghava.kanduru@capgemini.com::cf8c09de-c40c-47a2-971b-c612c06e0906" providerId="AD" clId="Web-{FEAE804D-E5B6-4702-B695-7EDCEEC9BB9E}" dt="2024-03-12T12:13:34.508" v="349" actId="1076"/>
          <ac:spMkLst>
            <pc:docMk/>
            <pc:sldMk cId="3711325015" sldId="2147474159"/>
            <ac:spMk id="48" creationId="{DBBD1BD3-AEB4-3796-CD10-3E64FE8AEC55}"/>
          </ac:spMkLst>
        </pc:spChg>
        <pc:spChg chg="mod">
          <ac:chgData name="Kanduru, Raghava" userId="S::raghava.kanduru@capgemini.com::cf8c09de-c40c-47a2-971b-c612c06e0906" providerId="AD" clId="Web-{FEAE804D-E5B6-4702-B695-7EDCEEC9BB9E}" dt="2024-03-12T12:13:34.586" v="350" actId="1076"/>
          <ac:spMkLst>
            <pc:docMk/>
            <pc:sldMk cId="3711325015" sldId="2147474159"/>
            <ac:spMk id="49" creationId="{4D207688-39E6-D5AF-EA8F-22F7187A7A77}"/>
          </ac:spMkLst>
        </pc:spChg>
        <pc:spChg chg="mod">
          <ac:chgData name="Kanduru, Raghava" userId="S::raghava.kanduru@capgemini.com::cf8c09de-c40c-47a2-971b-c612c06e0906" providerId="AD" clId="Web-{FEAE804D-E5B6-4702-B695-7EDCEEC9BB9E}" dt="2024-03-12T12:13:34.665" v="351" actId="1076"/>
          <ac:spMkLst>
            <pc:docMk/>
            <pc:sldMk cId="3711325015" sldId="2147474159"/>
            <ac:spMk id="50" creationId="{D31C03AB-5717-C9FC-3DCC-1A11E329B31D}"/>
          </ac:spMkLst>
        </pc:spChg>
        <pc:spChg chg="mod">
          <ac:chgData name="Kanduru, Raghava" userId="S::raghava.kanduru@capgemini.com::cf8c09de-c40c-47a2-971b-c612c06e0906" providerId="AD" clId="Web-{FEAE804D-E5B6-4702-B695-7EDCEEC9BB9E}" dt="2024-03-12T12:13:35.133" v="357" actId="1076"/>
          <ac:spMkLst>
            <pc:docMk/>
            <pc:sldMk cId="3711325015" sldId="2147474159"/>
            <ac:spMk id="51" creationId="{DEEC0034-B3D3-273D-2EAA-CA6ABA791932}"/>
          </ac:spMkLst>
        </pc:spChg>
        <pc:spChg chg="del">
          <ac:chgData name="Kanduru, Raghava" userId="S::raghava.kanduru@capgemini.com::cf8c09de-c40c-47a2-971b-c612c06e0906" providerId="AD" clId="Web-{FEAE804D-E5B6-4702-B695-7EDCEEC9BB9E}" dt="2024-03-12T12:04:47.413" v="229"/>
          <ac:spMkLst>
            <pc:docMk/>
            <pc:sldMk cId="3711325015" sldId="2147474159"/>
            <ac:spMk id="52" creationId="{4D0F37BA-54E9-E4B0-AEEE-14E8DD3E5982}"/>
          </ac:spMkLst>
        </pc:spChg>
        <pc:spChg chg="mod">
          <ac:chgData name="Kanduru, Raghava" userId="S::raghava.kanduru@capgemini.com::cf8c09de-c40c-47a2-971b-c612c06e0906" providerId="AD" clId="Web-{FEAE804D-E5B6-4702-B695-7EDCEEC9BB9E}" dt="2024-03-12T12:13:34.743" v="352" actId="1076"/>
          <ac:spMkLst>
            <pc:docMk/>
            <pc:sldMk cId="3711325015" sldId="2147474159"/>
            <ac:spMk id="54" creationId="{E71E1F2D-6EDC-DCFD-7472-49C20451C5CE}"/>
          </ac:spMkLst>
        </pc:spChg>
        <pc:spChg chg="mod">
          <ac:chgData name="Kanduru, Raghava" userId="S::raghava.kanduru@capgemini.com::cf8c09de-c40c-47a2-971b-c612c06e0906" providerId="AD" clId="Web-{FEAE804D-E5B6-4702-B695-7EDCEEC9BB9E}" dt="2024-03-12T12:13:34.821" v="353" actId="1076"/>
          <ac:spMkLst>
            <pc:docMk/>
            <pc:sldMk cId="3711325015" sldId="2147474159"/>
            <ac:spMk id="55" creationId="{14133841-23B0-214F-D90C-3566F5697992}"/>
          </ac:spMkLst>
        </pc:spChg>
        <pc:spChg chg="mod">
          <ac:chgData name="Kanduru, Raghava" userId="S::raghava.kanduru@capgemini.com::cf8c09de-c40c-47a2-971b-c612c06e0906" providerId="AD" clId="Web-{FEAE804D-E5B6-4702-B695-7EDCEEC9BB9E}" dt="2024-03-12T12:13:35.243" v="358" actId="1076"/>
          <ac:spMkLst>
            <pc:docMk/>
            <pc:sldMk cId="3711325015" sldId="2147474159"/>
            <ac:spMk id="56" creationId="{5A0D705D-0922-C500-DCCF-A70855A706D0}"/>
          </ac:spMkLst>
        </pc:spChg>
        <pc:spChg chg="mod">
          <ac:chgData name="Kanduru, Raghava" userId="S::raghava.kanduru@capgemini.com::cf8c09de-c40c-47a2-971b-c612c06e0906" providerId="AD" clId="Web-{FEAE804D-E5B6-4702-B695-7EDCEEC9BB9E}" dt="2024-03-12T12:13:35.322" v="359" actId="1076"/>
          <ac:spMkLst>
            <pc:docMk/>
            <pc:sldMk cId="3711325015" sldId="2147474159"/>
            <ac:spMk id="57" creationId="{FA9B77D7-CB12-72E7-9C39-15642DAD2A8B}"/>
          </ac:spMkLst>
        </pc:spChg>
        <pc:spChg chg="mod">
          <ac:chgData name="Kanduru, Raghava" userId="S::raghava.kanduru@capgemini.com::cf8c09de-c40c-47a2-971b-c612c06e0906" providerId="AD" clId="Web-{FEAE804D-E5B6-4702-B695-7EDCEEC9BB9E}" dt="2024-03-12T12:13:35.399" v="360" actId="1076"/>
          <ac:spMkLst>
            <pc:docMk/>
            <pc:sldMk cId="3711325015" sldId="2147474159"/>
            <ac:spMk id="58" creationId="{476F6A9E-1225-F31F-CC6D-DF0BCC19D373}"/>
          </ac:spMkLst>
        </pc:spChg>
        <pc:spChg chg="mod">
          <ac:chgData name="Kanduru, Raghava" userId="S::raghava.kanduru@capgemini.com::cf8c09de-c40c-47a2-971b-c612c06e0906" providerId="AD" clId="Web-{FEAE804D-E5B6-4702-B695-7EDCEEC9BB9E}" dt="2024-03-12T12:13:35.461" v="361" actId="1076"/>
          <ac:spMkLst>
            <pc:docMk/>
            <pc:sldMk cId="3711325015" sldId="2147474159"/>
            <ac:spMk id="59" creationId="{CDE1D0B7-DA30-A637-76B8-271365BC7CCD}"/>
          </ac:spMkLst>
        </pc:spChg>
        <pc:spChg chg="mod">
          <ac:chgData name="Kanduru, Raghava" userId="S::raghava.kanduru@capgemini.com::cf8c09de-c40c-47a2-971b-c612c06e0906" providerId="AD" clId="Web-{FEAE804D-E5B6-4702-B695-7EDCEEC9BB9E}" dt="2024-03-12T12:13:34.899" v="354" actId="1076"/>
          <ac:spMkLst>
            <pc:docMk/>
            <pc:sldMk cId="3711325015" sldId="2147474159"/>
            <ac:spMk id="60" creationId="{1908A986-EA3E-EC36-BB95-059E12FB0A7C}"/>
          </ac:spMkLst>
        </pc:spChg>
        <pc:spChg chg="mod">
          <ac:chgData name="Kanduru, Raghava" userId="S::raghava.kanduru@capgemini.com::cf8c09de-c40c-47a2-971b-c612c06e0906" providerId="AD" clId="Web-{FEAE804D-E5B6-4702-B695-7EDCEEC9BB9E}" dt="2024-03-12T12:13:35.540" v="362" actId="1076"/>
          <ac:spMkLst>
            <pc:docMk/>
            <pc:sldMk cId="3711325015" sldId="2147474159"/>
            <ac:spMk id="61" creationId="{C2E3A710-56D1-D87E-6D0E-C89529B2914A}"/>
          </ac:spMkLst>
        </pc:spChg>
        <pc:spChg chg="mod">
          <ac:chgData name="Kanduru, Raghava" userId="S::raghava.kanduru@capgemini.com::cf8c09de-c40c-47a2-971b-c612c06e0906" providerId="AD" clId="Web-{FEAE804D-E5B6-4702-B695-7EDCEEC9BB9E}" dt="2024-03-12T12:13:35.618" v="363" actId="1076"/>
          <ac:spMkLst>
            <pc:docMk/>
            <pc:sldMk cId="3711325015" sldId="2147474159"/>
            <ac:spMk id="62" creationId="{87B5035F-E074-5491-CF81-A6FFF4A9AA31}"/>
          </ac:spMkLst>
        </pc:spChg>
        <pc:spChg chg="mod">
          <ac:chgData name="Kanduru, Raghava" userId="S::raghava.kanduru@capgemini.com::cf8c09de-c40c-47a2-971b-c612c06e0906" providerId="AD" clId="Web-{FEAE804D-E5B6-4702-B695-7EDCEEC9BB9E}" dt="2024-03-12T12:13:35.680" v="364" actId="1076"/>
          <ac:spMkLst>
            <pc:docMk/>
            <pc:sldMk cId="3711325015" sldId="2147474159"/>
            <ac:spMk id="63" creationId="{50DD9E0E-2C39-FA9B-D9E5-9B701ADC9A24}"/>
          </ac:spMkLst>
        </pc:spChg>
        <pc:spChg chg="mod">
          <ac:chgData name="Kanduru, Raghava" userId="S::raghava.kanduru@capgemini.com::cf8c09de-c40c-47a2-971b-c612c06e0906" providerId="AD" clId="Web-{FEAE804D-E5B6-4702-B695-7EDCEEC9BB9E}" dt="2024-03-12T12:13:35.743" v="365" actId="1076"/>
          <ac:spMkLst>
            <pc:docMk/>
            <pc:sldMk cId="3711325015" sldId="2147474159"/>
            <ac:spMk id="64" creationId="{302EC9C9-04A4-2F03-58BE-9CFC5EF42DD0}"/>
          </ac:spMkLst>
        </pc:spChg>
      </pc:sldChg>
      <pc:sldChg chg="modSp">
        <pc:chgData name="Kanduru, Raghava" userId="S::raghava.kanduru@capgemini.com::cf8c09de-c40c-47a2-971b-c612c06e0906" providerId="AD" clId="Web-{FEAE804D-E5B6-4702-B695-7EDCEEC9BB9E}" dt="2024-03-12T11:40:53.803" v="12" actId="20577"/>
        <pc:sldMkLst>
          <pc:docMk/>
          <pc:sldMk cId="2318877968" sldId="2147474163"/>
        </pc:sldMkLst>
        <pc:spChg chg="mod">
          <ac:chgData name="Kanduru, Raghava" userId="S::raghava.kanduru@capgemini.com::cf8c09de-c40c-47a2-971b-c612c06e0906" providerId="AD" clId="Web-{FEAE804D-E5B6-4702-B695-7EDCEEC9BB9E}" dt="2024-03-12T11:40:53.803" v="12" actId="20577"/>
          <ac:spMkLst>
            <pc:docMk/>
            <pc:sldMk cId="2318877968" sldId="2147474163"/>
            <ac:spMk id="18" creationId="{6D01198E-B478-05A3-EF58-AD2CF3A0DEEB}"/>
          </ac:spMkLst>
        </pc:spChg>
      </pc:sldChg>
      <pc:sldChg chg="addSp delSp modSp">
        <pc:chgData name="Kanduru, Raghava" userId="S::raghava.kanduru@capgemini.com::cf8c09de-c40c-47a2-971b-c612c06e0906" providerId="AD" clId="Web-{FEAE804D-E5B6-4702-B695-7EDCEEC9BB9E}" dt="2024-03-12T12:20:21.897" v="427" actId="20577"/>
        <pc:sldMkLst>
          <pc:docMk/>
          <pc:sldMk cId="3236229823" sldId="2147474164"/>
        </pc:sldMkLst>
        <pc:spChg chg="mod">
          <ac:chgData name="Kanduru, Raghava" userId="S::raghava.kanduru@capgemini.com::cf8c09de-c40c-47a2-971b-c612c06e0906" providerId="AD" clId="Web-{FEAE804D-E5B6-4702-B695-7EDCEEC9BB9E}" dt="2024-03-12T11:59:14.605" v="200" actId="1076"/>
          <ac:spMkLst>
            <pc:docMk/>
            <pc:sldMk cId="3236229823" sldId="2147474164"/>
            <ac:spMk id="3" creationId="{E7A0A04E-4539-76F3-C369-AD07AF8FA944}"/>
          </ac:spMkLst>
        </pc:spChg>
        <pc:spChg chg="mod">
          <ac:chgData name="Kanduru, Raghava" userId="S::raghava.kanduru@capgemini.com::cf8c09de-c40c-47a2-971b-c612c06e0906" providerId="AD" clId="Web-{FEAE804D-E5B6-4702-B695-7EDCEEC9BB9E}" dt="2024-03-12T12:00:36.623" v="206" actId="1076"/>
          <ac:spMkLst>
            <pc:docMk/>
            <pc:sldMk cId="3236229823" sldId="2147474164"/>
            <ac:spMk id="4" creationId="{706B6A75-28EE-1CEB-7E72-360E7BA43EB4}"/>
          </ac:spMkLst>
        </pc:spChg>
        <pc:spChg chg="del">
          <ac:chgData name="Kanduru, Raghava" userId="S::raghava.kanduru@capgemini.com::cf8c09de-c40c-47a2-971b-c612c06e0906" providerId="AD" clId="Web-{FEAE804D-E5B6-4702-B695-7EDCEEC9BB9E}" dt="2024-03-12T11:56:51.866" v="169"/>
          <ac:spMkLst>
            <pc:docMk/>
            <pc:sldMk cId="3236229823" sldId="2147474164"/>
            <ac:spMk id="22" creationId="{C8AEB16C-B524-FEC4-CF7B-4F32BD03B7A4}"/>
          </ac:spMkLst>
        </pc:spChg>
        <pc:spChg chg="del">
          <ac:chgData name="Kanduru, Raghava" userId="S::raghava.kanduru@capgemini.com::cf8c09de-c40c-47a2-971b-c612c06e0906" providerId="AD" clId="Web-{FEAE804D-E5B6-4702-B695-7EDCEEC9BB9E}" dt="2024-03-12T11:55:06.237" v="152"/>
          <ac:spMkLst>
            <pc:docMk/>
            <pc:sldMk cId="3236229823" sldId="2147474164"/>
            <ac:spMk id="23" creationId="{3C1EC9D6-9A54-FB80-1934-F123AEA2D776}"/>
          </ac:spMkLst>
        </pc:spChg>
        <pc:spChg chg="del mod">
          <ac:chgData name="Kanduru, Raghava" userId="S::raghava.kanduru@capgemini.com::cf8c09de-c40c-47a2-971b-c612c06e0906" providerId="AD" clId="Web-{FEAE804D-E5B6-4702-B695-7EDCEEC9BB9E}" dt="2024-03-12T11:51:14.745" v="120"/>
          <ac:spMkLst>
            <pc:docMk/>
            <pc:sldMk cId="3236229823" sldId="2147474164"/>
            <ac:spMk id="24" creationId="{B2E8C7B2-49F0-F8F5-8B5B-40C4277DBDF1}"/>
          </ac:spMkLst>
        </pc:spChg>
        <pc:spChg chg="del">
          <ac:chgData name="Kanduru, Raghava" userId="S::raghava.kanduru@capgemini.com::cf8c09de-c40c-47a2-971b-c612c06e0906" providerId="AD" clId="Web-{FEAE804D-E5B6-4702-B695-7EDCEEC9BB9E}" dt="2024-03-12T11:56:51.866" v="168"/>
          <ac:spMkLst>
            <pc:docMk/>
            <pc:sldMk cId="3236229823" sldId="2147474164"/>
            <ac:spMk id="25" creationId="{C65A9B1D-85D4-6894-1C87-58A9458231E9}"/>
          </ac:spMkLst>
        </pc:spChg>
        <pc:spChg chg="del">
          <ac:chgData name="Kanduru, Raghava" userId="S::raghava.kanduru@capgemini.com::cf8c09de-c40c-47a2-971b-c612c06e0906" providerId="AD" clId="Web-{FEAE804D-E5B6-4702-B695-7EDCEEC9BB9E}" dt="2024-03-12T11:55:06.222" v="151"/>
          <ac:spMkLst>
            <pc:docMk/>
            <pc:sldMk cId="3236229823" sldId="2147474164"/>
            <ac:spMk id="26" creationId="{FB02089F-7999-44B7-7BDF-5E837335AFD2}"/>
          </ac:spMkLst>
        </pc:spChg>
        <pc:spChg chg="del">
          <ac:chgData name="Kanduru, Raghava" userId="S::raghava.kanduru@capgemini.com::cf8c09de-c40c-47a2-971b-c612c06e0906" providerId="AD" clId="Web-{FEAE804D-E5B6-4702-B695-7EDCEEC9BB9E}" dt="2024-03-12T11:49:48.524" v="113"/>
          <ac:spMkLst>
            <pc:docMk/>
            <pc:sldMk cId="3236229823" sldId="2147474164"/>
            <ac:spMk id="27" creationId="{5F4D5FDD-8F0B-B331-6ADC-FEA916B2E436}"/>
          </ac:spMkLst>
        </pc:spChg>
        <pc:spChg chg="del">
          <ac:chgData name="Kanduru, Raghava" userId="S::raghava.kanduru@capgemini.com::cf8c09de-c40c-47a2-971b-c612c06e0906" providerId="AD" clId="Web-{FEAE804D-E5B6-4702-B695-7EDCEEC9BB9E}" dt="2024-03-12T11:56:51.866" v="167"/>
          <ac:spMkLst>
            <pc:docMk/>
            <pc:sldMk cId="3236229823" sldId="2147474164"/>
            <ac:spMk id="28" creationId="{6618089D-87C0-6293-AAD2-BB3037CF2215}"/>
          </ac:spMkLst>
        </pc:spChg>
        <pc:spChg chg="del">
          <ac:chgData name="Kanduru, Raghava" userId="S::raghava.kanduru@capgemini.com::cf8c09de-c40c-47a2-971b-c612c06e0906" providerId="AD" clId="Web-{FEAE804D-E5B6-4702-B695-7EDCEEC9BB9E}" dt="2024-03-12T11:55:06.222" v="150"/>
          <ac:spMkLst>
            <pc:docMk/>
            <pc:sldMk cId="3236229823" sldId="2147474164"/>
            <ac:spMk id="29" creationId="{8F9AC9CE-EE22-8999-C91E-7C53927F2574}"/>
          </ac:spMkLst>
        </pc:spChg>
        <pc:spChg chg="del">
          <ac:chgData name="Kanduru, Raghava" userId="S::raghava.kanduru@capgemini.com::cf8c09de-c40c-47a2-971b-c612c06e0906" providerId="AD" clId="Web-{FEAE804D-E5B6-4702-B695-7EDCEEC9BB9E}" dt="2024-03-12T11:49:48.524" v="112"/>
          <ac:spMkLst>
            <pc:docMk/>
            <pc:sldMk cId="3236229823" sldId="2147474164"/>
            <ac:spMk id="30" creationId="{5E82B770-D54A-FBF8-FE78-3CD59F1E0B3C}"/>
          </ac:spMkLst>
        </pc:spChg>
        <pc:spChg chg="mod">
          <ac:chgData name="Kanduru, Raghava" userId="S::raghava.kanduru@capgemini.com::cf8c09de-c40c-47a2-971b-c612c06e0906" providerId="AD" clId="Web-{FEAE804D-E5B6-4702-B695-7EDCEEC9BB9E}" dt="2024-03-12T12:00:36.920" v="210" actId="1076"/>
          <ac:spMkLst>
            <pc:docMk/>
            <pc:sldMk cId="3236229823" sldId="2147474164"/>
            <ac:spMk id="31" creationId="{F6EDAFA3-CF5D-6CD1-3F04-F26402155D40}"/>
          </ac:spMkLst>
        </pc:spChg>
        <pc:spChg chg="add mod">
          <ac:chgData name="Kanduru, Raghava" userId="S::raghava.kanduru@capgemini.com::cf8c09de-c40c-47a2-971b-c612c06e0906" providerId="AD" clId="Web-{FEAE804D-E5B6-4702-B695-7EDCEEC9BB9E}" dt="2024-03-12T12:01:07.187" v="213" actId="1076"/>
          <ac:spMkLst>
            <pc:docMk/>
            <pc:sldMk cId="3236229823" sldId="2147474164"/>
            <ac:spMk id="32" creationId="{9E2631F3-619B-FDD4-3D9F-C00744220037}"/>
          </ac:spMkLst>
        </pc:spChg>
        <pc:spChg chg="add mod">
          <ac:chgData name="Kanduru, Raghava" userId="S::raghava.kanduru@capgemini.com::cf8c09de-c40c-47a2-971b-c612c06e0906" providerId="AD" clId="Web-{FEAE804D-E5B6-4702-B695-7EDCEEC9BB9E}" dt="2024-03-12T11:52:24.263" v="149" actId="14100"/>
          <ac:spMkLst>
            <pc:docMk/>
            <pc:sldMk cId="3236229823" sldId="2147474164"/>
            <ac:spMk id="34" creationId="{15C5CECE-DD38-EEFF-8D9A-FA5871A281C0}"/>
          </ac:spMkLst>
        </pc:spChg>
        <pc:spChg chg="add mod">
          <ac:chgData name="Kanduru, Raghava" userId="S::raghava.kanduru@capgemini.com::cf8c09de-c40c-47a2-971b-c612c06e0906" providerId="AD" clId="Web-{FEAE804D-E5B6-4702-B695-7EDCEEC9BB9E}" dt="2024-03-12T12:01:03.765" v="212" actId="1076"/>
          <ac:spMkLst>
            <pc:docMk/>
            <pc:sldMk cId="3236229823" sldId="2147474164"/>
            <ac:spMk id="35" creationId="{B9469419-B5B9-33C8-9323-BEFC55B033AA}"/>
          </ac:spMkLst>
        </pc:spChg>
        <pc:spChg chg="add mod">
          <ac:chgData name="Kanduru, Raghava" userId="S::raghava.kanduru@capgemini.com::cf8c09de-c40c-47a2-971b-c612c06e0906" providerId="AD" clId="Web-{FEAE804D-E5B6-4702-B695-7EDCEEC9BB9E}" dt="2024-03-12T11:55:49.192" v="166" actId="20577"/>
          <ac:spMkLst>
            <pc:docMk/>
            <pc:sldMk cId="3236229823" sldId="2147474164"/>
            <ac:spMk id="36" creationId="{9734F6C7-2DF3-0F90-2005-F95170705822}"/>
          </ac:spMkLst>
        </pc:spChg>
        <pc:spChg chg="add mod">
          <ac:chgData name="Kanduru, Raghava" userId="S::raghava.kanduru@capgemini.com::cf8c09de-c40c-47a2-971b-c612c06e0906" providerId="AD" clId="Web-{FEAE804D-E5B6-4702-B695-7EDCEEC9BB9E}" dt="2024-03-12T11:57:57.915" v="182" actId="1076"/>
          <ac:spMkLst>
            <pc:docMk/>
            <pc:sldMk cId="3236229823" sldId="2147474164"/>
            <ac:spMk id="37" creationId="{15CF1724-7B54-F1AA-89DF-4918B3D30983}"/>
          </ac:spMkLst>
        </pc:spChg>
        <pc:spChg chg="add mod">
          <ac:chgData name="Kanduru, Raghava" userId="S::raghava.kanduru@capgemini.com::cf8c09de-c40c-47a2-971b-c612c06e0906" providerId="AD" clId="Web-{FEAE804D-E5B6-4702-B695-7EDCEEC9BB9E}" dt="2024-03-12T12:01:14.828" v="214" actId="1076"/>
          <ac:spMkLst>
            <pc:docMk/>
            <pc:sldMk cId="3236229823" sldId="2147474164"/>
            <ac:spMk id="38" creationId="{26558AFD-6EAC-E706-D6BF-6C13B50D5923}"/>
          </ac:spMkLst>
        </pc:spChg>
        <pc:spChg chg="mod">
          <ac:chgData name="Kanduru, Raghava" userId="S::raghava.kanduru@capgemini.com::cf8c09de-c40c-47a2-971b-c612c06e0906" providerId="AD" clId="Web-{FEAE804D-E5B6-4702-B695-7EDCEEC9BB9E}" dt="2024-03-12T12:00:41.795" v="211" actId="1076"/>
          <ac:spMkLst>
            <pc:docMk/>
            <pc:sldMk cId="3236229823" sldId="2147474164"/>
            <ac:spMk id="64" creationId="{56C8ED0B-81D8-46AA-6AD3-9599BED25299}"/>
          </ac:spMkLst>
        </pc:spChg>
        <pc:spChg chg="mod">
          <ac:chgData name="Kanduru, Raghava" userId="S::raghava.kanduru@capgemini.com::cf8c09de-c40c-47a2-971b-c612c06e0906" providerId="AD" clId="Web-{FEAE804D-E5B6-4702-B695-7EDCEEC9BB9E}" dt="2024-03-12T12:20:21.897" v="427" actId="20577"/>
          <ac:spMkLst>
            <pc:docMk/>
            <pc:sldMk cId="3236229823" sldId="2147474164"/>
            <ac:spMk id="66" creationId="{29E59022-4BF3-E29E-C12E-B58C08FA9385}"/>
          </ac:spMkLst>
        </pc:spChg>
        <pc:spChg chg="del">
          <ac:chgData name="Kanduru, Raghava" userId="S::raghava.kanduru@capgemini.com::cf8c09de-c40c-47a2-971b-c612c06e0906" providerId="AD" clId="Web-{FEAE804D-E5B6-4702-B695-7EDCEEC9BB9E}" dt="2024-03-12T11:47:19.409" v="101"/>
          <ac:spMkLst>
            <pc:docMk/>
            <pc:sldMk cId="3236229823" sldId="2147474164"/>
            <ac:spMk id="67" creationId="{3E936388-8B97-58FF-A34C-E612EA3AE1DB}"/>
          </ac:spMkLst>
        </pc:spChg>
        <pc:spChg chg="mod">
          <ac:chgData name="Kanduru, Raghava" userId="S::raghava.kanduru@capgemini.com::cf8c09de-c40c-47a2-971b-c612c06e0906" providerId="AD" clId="Web-{FEAE804D-E5B6-4702-B695-7EDCEEC9BB9E}" dt="2024-03-12T12:00:36.764" v="208" actId="1076"/>
          <ac:spMkLst>
            <pc:docMk/>
            <pc:sldMk cId="3236229823" sldId="2147474164"/>
            <ac:spMk id="68" creationId="{6EC92D07-E96C-E6F1-6144-5C016A8483E5}"/>
          </ac:spMkLst>
        </pc:spChg>
        <pc:spChg chg="mod">
          <ac:chgData name="Kanduru, Raghava" userId="S::raghava.kanduru@capgemini.com::cf8c09de-c40c-47a2-971b-c612c06e0906" providerId="AD" clId="Web-{FEAE804D-E5B6-4702-B695-7EDCEEC9BB9E}" dt="2024-03-12T12:00:36.858" v="209" actId="1076"/>
          <ac:spMkLst>
            <pc:docMk/>
            <pc:sldMk cId="3236229823" sldId="2147474164"/>
            <ac:spMk id="69" creationId="{5D7DF35D-547B-CEF6-8912-5239B47DA582}"/>
          </ac:spMkLst>
        </pc:spChg>
        <pc:spChg chg="del">
          <ac:chgData name="Kanduru, Raghava" userId="S::raghava.kanduru@capgemini.com::cf8c09de-c40c-47a2-971b-c612c06e0906" providerId="AD" clId="Web-{FEAE804D-E5B6-4702-B695-7EDCEEC9BB9E}" dt="2024-03-12T11:47:31.082" v="104"/>
          <ac:spMkLst>
            <pc:docMk/>
            <pc:sldMk cId="3236229823" sldId="2147474164"/>
            <ac:spMk id="70" creationId="{FAE2441E-7556-7B01-38DD-4F7576311E9F}"/>
          </ac:spMkLst>
        </pc:spChg>
        <pc:spChg chg="mod">
          <ac:chgData name="Kanduru, Raghava" userId="S::raghava.kanduru@capgemini.com::cf8c09de-c40c-47a2-971b-c612c06e0906" providerId="AD" clId="Web-{FEAE804D-E5B6-4702-B695-7EDCEEC9BB9E}" dt="2024-03-12T11:59:38.403" v="202" actId="1076"/>
          <ac:spMkLst>
            <pc:docMk/>
            <pc:sldMk cId="3236229823" sldId="2147474164"/>
            <ac:spMk id="71" creationId="{CFB73E41-28E5-5B6A-78F2-6DDBCEC42C75}"/>
          </ac:spMkLst>
        </pc:spChg>
        <pc:spChg chg="mod">
          <ac:chgData name="Kanduru, Raghava" userId="S::raghava.kanduru@capgemini.com::cf8c09de-c40c-47a2-971b-c612c06e0906" providerId="AD" clId="Web-{FEAE804D-E5B6-4702-B695-7EDCEEC9BB9E}" dt="2024-03-12T11:59:53.216" v="203" actId="1076"/>
          <ac:spMkLst>
            <pc:docMk/>
            <pc:sldMk cId="3236229823" sldId="2147474164"/>
            <ac:spMk id="73" creationId="{DA88CA85-FB53-C64C-A159-419AAEA605FC}"/>
          </ac:spMkLst>
        </pc:spChg>
        <pc:spChg chg="del">
          <ac:chgData name="Kanduru, Raghava" userId="S::raghava.kanduru@capgemini.com::cf8c09de-c40c-47a2-971b-c612c06e0906" providerId="AD" clId="Web-{FEAE804D-E5B6-4702-B695-7EDCEEC9BB9E}" dt="2024-03-12T11:58:03.228" v="183"/>
          <ac:spMkLst>
            <pc:docMk/>
            <pc:sldMk cId="3236229823" sldId="2147474164"/>
            <ac:spMk id="74" creationId="{09C7C15D-2C82-6EBF-7732-7EE3199114C7}"/>
          </ac:spMkLst>
        </pc:spChg>
        <pc:spChg chg="mod">
          <ac:chgData name="Kanduru, Raghava" userId="S::raghava.kanduru@capgemini.com::cf8c09de-c40c-47a2-971b-c612c06e0906" providerId="AD" clId="Web-{FEAE804D-E5B6-4702-B695-7EDCEEC9BB9E}" dt="2024-03-12T12:19:11.160" v="373" actId="1076"/>
          <ac:spMkLst>
            <pc:docMk/>
            <pc:sldMk cId="3236229823" sldId="2147474164"/>
            <ac:spMk id="75" creationId="{91FCB2E9-EFCE-A69F-5B43-74088B169490}"/>
          </ac:spMkLst>
        </pc:spChg>
        <pc:spChg chg="del">
          <ac:chgData name="Kanduru, Raghava" userId="S::raghava.kanduru@capgemini.com::cf8c09de-c40c-47a2-971b-c612c06e0906" providerId="AD" clId="Web-{FEAE804D-E5B6-4702-B695-7EDCEEC9BB9E}" dt="2024-03-12T11:52:03.419" v="145"/>
          <ac:spMkLst>
            <pc:docMk/>
            <pc:sldMk cId="3236229823" sldId="2147474164"/>
            <ac:spMk id="76" creationId="{660483A6-BF2E-831F-93A1-BC2E4F558646}"/>
          </ac:spMkLst>
        </pc:spChg>
        <pc:spChg chg="del">
          <ac:chgData name="Kanduru, Raghava" userId="S::raghava.kanduru@capgemini.com::cf8c09de-c40c-47a2-971b-c612c06e0906" providerId="AD" clId="Web-{FEAE804D-E5B6-4702-B695-7EDCEEC9BB9E}" dt="2024-03-12T11:55:31.316" v="162"/>
          <ac:spMkLst>
            <pc:docMk/>
            <pc:sldMk cId="3236229823" sldId="2147474164"/>
            <ac:spMk id="77" creationId="{74A95E0F-3AB5-937B-3315-BED95511C67C}"/>
          </ac:spMkLst>
        </pc:spChg>
        <pc:spChg chg="mod">
          <ac:chgData name="Kanduru, Raghava" userId="S::raghava.kanduru@capgemini.com::cf8c09de-c40c-47a2-971b-c612c06e0906" providerId="AD" clId="Web-{FEAE804D-E5B6-4702-B695-7EDCEEC9BB9E}" dt="2024-03-12T12:00:13.060" v="204" actId="1076"/>
          <ac:spMkLst>
            <pc:docMk/>
            <pc:sldMk cId="3236229823" sldId="2147474164"/>
            <ac:spMk id="161" creationId="{D33F3196-94FF-53A9-BF8E-DF5118DDD82D}"/>
          </ac:spMkLst>
        </pc:spChg>
        <pc:spChg chg="mod">
          <ac:chgData name="Kanduru, Raghava" userId="S::raghava.kanduru@capgemini.com::cf8c09de-c40c-47a2-971b-c612c06e0906" providerId="AD" clId="Web-{FEAE804D-E5B6-4702-B695-7EDCEEC9BB9E}" dt="2024-03-12T12:00:17.310" v="205" actId="1076"/>
          <ac:spMkLst>
            <pc:docMk/>
            <pc:sldMk cId="3236229823" sldId="2147474164"/>
            <ac:spMk id="162" creationId="{5E165112-15A1-D585-19AD-FF403D4091AB}"/>
          </ac:spMkLst>
        </pc:spChg>
      </pc:sldChg>
    </pc:docChg>
  </pc:docChgLst>
  <pc:docChgLst>
    <pc:chgData name="Kanduru, Raghava" userId="S::raghava.kanduru@capgemini.com::cf8c09de-c40c-47a2-971b-c612c06e0906" providerId="AD" clId="Web-{F4CB1E13-58FB-45EB-899E-86D3BD22C94F}"/>
    <pc:docChg chg="modSld">
      <pc:chgData name="Kanduru, Raghava" userId="S::raghava.kanduru@capgemini.com::cf8c09de-c40c-47a2-971b-c612c06e0906" providerId="AD" clId="Web-{F4CB1E13-58FB-45EB-899E-86D3BD22C94F}" dt="2024-03-12T08:58:54.356" v="28"/>
      <pc:docMkLst>
        <pc:docMk/>
      </pc:docMkLst>
      <pc:sldChg chg="modSp">
        <pc:chgData name="Kanduru, Raghava" userId="S::raghava.kanduru@capgemini.com::cf8c09de-c40c-47a2-971b-c612c06e0906" providerId="AD" clId="Web-{F4CB1E13-58FB-45EB-899E-86D3BD22C94F}" dt="2024-03-12T08:56:39.472" v="26"/>
        <pc:sldMkLst>
          <pc:docMk/>
          <pc:sldMk cId="1411463970" sldId="2147474152"/>
        </pc:sldMkLst>
        <pc:graphicFrameChg chg="modGraphic">
          <ac:chgData name="Kanduru, Raghava" userId="S::raghava.kanduru@capgemini.com::cf8c09de-c40c-47a2-971b-c612c06e0906" providerId="AD" clId="Web-{F4CB1E13-58FB-45EB-899E-86D3BD22C94F}" dt="2024-03-12T08:56:39.472" v="26"/>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F4CB1E13-58FB-45EB-899E-86D3BD22C94F}" dt="2024-03-12T08:56:30.018" v="25"/>
        <pc:sldMkLst>
          <pc:docMk/>
          <pc:sldMk cId="2001861423" sldId="2147474153"/>
        </pc:sldMkLst>
        <pc:graphicFrameChg chg="modGraphic">
          <ac:chgData name="Kanduru, Raghava" userId="S::raghava.kanduru@capgemini.com::cf8c09de-c40c-47a2-971b-c612c06e0906" providerId="AD" clId="Web-{F4CB1E13-58FB-45EB-899E-86D3BD22C94F}" dt="2024-03-12T08:56:30.018" v="25"/>
          <ac:graphicFrameMkLst>
            <pc:docMk/>
            <pc:sldMk cId="2001861423" sldId="2147474153"/>
            <ac:graphicFrameMk id="8" creationId="{0449F75F-2706-876C-71DE-D728F38E233D}"/>
          </ac:graphicFrameMkLst>
        </pc:graphicFrameChg>
      </pc:sldChg>
      <pc:sldChg chg="modSp">
        <pc:chgData name="Kanduru, Raghava" userId="S::raghava.kanduru@capgemini.com::cf8c09de-c40c-47a2-971b-c612c06e0906" providerId="AD" clId="Web-{F4CB1E13-58FB-45EB-899E-86D3BD22C94F}" dt="2024-03-12T08:58:54.356" v="28"/>
        <pc:sldMkLst>
          <pc:docMk/>
          <pc:sldMk cId="2251188276" sldId="2147474154"/>
        </pc:sldMkLst>
        <pc:graphicFrameChg chg="modGraphic">
          <ac:chgData name="Kanduru, Raghava" userId="S::raghava.kanduru@capgemini.com::cf8c09de-c40c-47a2-971b-c612c06e0906" providerId="AD" clId="Web-{F4CB1E13-58FB-45EB-899E-86D3BD22C94F}" dt="2024-03-12T08:58:54.356" v="28"/>
          <ac:graphicFrameMkLst>
            <pc:docMk/>
            <pc:sldMk cId="2251188276" sldId="2147474154"/>
            <ac:graphicFrameMk id="2" creationId="{F1AF107A-F151-DF54-AA2A-F9C5CDF5B288}"/>
          </ac:graphicFrameMkLst>
        </pc:graphicFrameChg>
      </pc:sldChg>
      <pc:sldChg chg="modSp">
        <pc:chgData name="Kanduru, Raghava" userId="S::raghava.kanduru@capgemini.com::cf8c09de-c40c-47a2-971b-c612c06e0906" providerId="AD" clId="Web-{F4CB1E13-58FB-45EB-899E-86D3BD22C94F}" dt="2024-03-12T08:58:22.994" v="27"/>
        <pc:sldMkLst>
          <pc:docMk/>
          <pc:sldMk cId="3447131155" sldId="2147474155"/>
        </pc:sldMkLst>
        <pc:graphicFrameChg chg="modGraphic">
          <ac:chgData name="Kanduru, Raghava" userId="S::raghava.kanduru@capgemini.com::cf8c09de-c40c-47a2-971b-c612c06e0906" providerId="AD" clId="Web-{F4CB1E13-58FB-45EB-899E-86D3BD22C94F}" dt="2024-03-12T08:58:22.994" v="27"/>
          <ac:graphicFrameMkLst>
            <pc:docMk/>
            <pc:sldMk cId="3447131155" sldId="2147474155"/>
            <ac:graphicFrameMk id="2" creationId="{D0BCB5DE-6896-5F5C-6600-0AA0464C3ADF}"/>
          </ac:graphicFrameMkLst>
        </pc:graphicFrameChg>
      </pc:sldChg>
      <pc:sldChg chg="modSp">
        <pc:chgData name="Kanduru, Raghava" userId="S::raghava.kanduru@capgemini.com::cf8c09de-c40c-47a2-971b-c612c06e0906" providerId="AD" clId="Web-{F4CB1E13-58FB-45EB-899E-86D3BD22C94F}" dt="2024-03-12T08:56:12.173" v="24"/>
        <pc:sldMkLst>
          <pc:docMk/>
          <pc:sldMk cId="3711325015" sldId="2147474159"/>
        </pc:sldMkLst>
        <pc:spChg chg="mod">
          <ac:chgData name="Kanduru, Raghava" userId="S::raghava.kanduru@capgemini.com::cf8c09de-c40c-47a2-971b-c612c06e0906" providerId="AD" clId="Web-{F4CB1E13-58FB-45EB-899E-86D3BD22C94F}" dt="2024-03-12T08:56:12.173" v="24"/>
          <ac:spMkLst>
            <pc:docMk/>
            <pc:sldMk cId="3711325015" sldId="2147474159"/>
            <ac:spMk id="2" creationId="{C0CAE81E-CAC7-0C52-E2E4-6A9F71FAF871}"/>
          </ac:spMkLst>
        </pc:spChg>
        <pc:spChg chg="mod">
          <ac:chgData name="Kanduru, Raghava" userId="S::raghava.kanduru@capgemini.com::cf8c09de-c40c-47a2-971b-c612c06e0906" providerId="AD" clId="Web-{F4CB1E13-58FB-45EB-899E-86D3BD22C94F}" dt="2024-03-12T08:56:10.939" v="2"/>
          <ac:spMkLst>
            <pc:docMk/>
            <pc:sldMk cId="3711325015" sldId="2147474159"/>
            <ac:spMk id="27" creationId="{037FD3AD-AAD4-B517-A34E-059E0882B174}"/>
          </ac:spMkLst>
        </pc:spChg>
        <pc:spChg chg="mod">
          <ac:chgData name="Kanduru, Raghava" userId="S::raghava.kanduru@capgemini.com::cf8c09de-c40c-47a2-971b-c612c06e0906" providerId="AD" clId="Web-{F4CB1E13-58FB-45EB-899E-86D3BD22C94F}" dt="2024-03-12T08:56:10.939" v="3"/>
          <ac:spMkLst>
            <pc:docMk/>
            <pc:sldMk cId="3711325015" sldId="2147474159"/>
            <ac:spMk id="29" creationId="{82A4A6F6-0286-166E-F87A-239937A5288F}"/>
          </ac:spMkLst>
        </pc:spChg>
        <pc:spChg chg="mod">
          <ac:chgData name="Kanduru, Raghava" userId="S::raghava.kanduru@capgemini.com::cf8c09de-c40c-47a2-971b-c612c06e0906" providerId="AD" clId="Web-{F4CB1E13-58FB-45EB-899E-86D3BD22C94F}" dt="2024-03-12T08:56:10.939" v="4"/>
          <ac:spMkLst>
            <pc:docMk/>
            <pc:sldMk cId="3711325015" sldId="2147474159"/>
            <ac:spMk id="30" creationId="{012C5B66-D9FD-0740-42A2-41AA4659C14F}"/>
          </ac:spMkLst>
        </pc:spChg>
        <pc:spChg chg="mod">
          <ac:chgData name="Kanduru, Raghava" userId="S::raghava.kanduru@capgemini.com::cf8c09de-c40c-47a2-971b-c612c06e0906" providerId="AD" clId="Web-{F4CB1E13-58FB-45EB-899E-86D3BD22C94F}" dt="2024-03-12T08:56:10.939" v="5"/>
          <ac:spMkLst>
            <pc:docMk/>
            <pc:sldMk cId="3711325015" sldId="2147474159"/>
            <ac:spMk id="31" creationId="{AEF0F270-8715-80BD-8234-1A25BB77CD8A}"/>
          </ac:spMkLst>
        </pc:spChg>
        <pc:spChg chg="mod">
          <ac:chgData name="Kanduru, Raghava" userId="S::raghava.kanduru@capgemini.com::cf8c09de-c40c-47a2-971b-c612c06e0906" providerId="AD" clId="Web-{F4CB1E13-58FB-45EB-899E-86D3BD22C94F}" dt="2024-03-12T08:56:10.939" v="6"/>
          <ac:spMkLst>
            <pc:docMk/>
            <pc:sldMk cId="3711325015" sldId="2147474159"/>
            <ac:spMk id="32" creationId="{366739DA-9C53-EEA1-000E-0492FA2AF72B}"/>
          </ac:spMkLst>
        </pc:spChg>
        <pc:spChg chg="mod">
          <ac:chgData name="Kanduru, Raghava" userId="S::raghava.kanduru@capgemini.com::cf8c09de-c40c-47a2-971b-c612c06e0906" providerId="AD" clId="Web-{F4CB1E13-58FB-45EB-899E-86D3BD22C94F}" dt="2024-03-12T08:56:10.939" v="7"/>
          <ac:spMkLst>
            <pc:docMk/>
            <pc:sldMk cId="3711325015" sldId="2147474159"/>
            <ac:spMk id="33" creationId="{A3F475C5-907D-6532-8579-331CF8BAE291}"/>
          </ac:spMkLst>
        </pc:spChg>
        <pc:spChg chg="mod">
          <ac:chgData name="Kanduru, Raghava" userId="S::raghava.kanduru@capgemini.com::cf8c09de-c40c-47a2-971b-c612c06e0906" providerId="AD" clId="Web-{F4CB1E13-58FB-45EB-899E-86D3BD22C94F}" dt="2024-03-12T08:56:10.939" v="8"/>
          <ac:spMkLst>
            <pc:docMk/>
            <pc:sldMk cId="3711325015" sldId="2147474159"/>
            <ac:spMk id="34" creationId="{6C2E6CAA-86CD-E77A-4D57-BDE09464B028}"/>
          </ac:spMkLst>
        </pc:spChg>
        <pc:spChg chg="mod">
          <ac:chgData name="Kanduru, Raghava" userId="S::raghava.kanduru@capgemini.com::cf8c09de-c40c-47a2-971b-c612c06e0906" providerId="AD" clId="Web-{F4CB1E13-58FB-45EB-899E-86D3BD22C94F}" dt="2024-03-12T08:56:10.939" v="9"/>
          <ac:spMkLst>
            <pc:docMk/>
            <pc:sldMk cId="3711325015" sldId="2147474159"/>
            <ac:spMk id="35" creationId="{38C0802D-0DD2-8962-D173-E0CEC0C1442F}"/>
          </ac:spMkLst>
        </pc:spChg>
        <pc:spChg chg="mod">
          <ac:chgData name="Kanduru, Raghava" userId="S::raghava.kanduru@capgemini.com::cf8c09de-c40c-47a2-971b-c612c06e0906" providerId="AD" clId="Web-{F4CB1E13-58FB-45EB-899E-86D3BD22C94F}" dt="2024-03-12T08:56:10.939" v="10"/>
          <ac:spMkLst>
            <pc:docMk/>
            <pc:sldMk cId="3711325015" sldId="2147474159"/>
            <ac:spMk id="36" creationId="{BE767C46-A885-510E-32C0-2B3BC0F7AEF8}"/>
          </ac:spMkLst>
        </pc:spChg>
        <pc:spChg chg="mod">
          <ac:chgData name="Kanduru, Raghava" userId="S::raghava.kanduru@capgemini.com::cf8c09de-c40c-47a2-971b-c612c06e0906" providerId="AD" clId="Web-{F4CB1E13-58FB-45EB-899E-86D3BD22C94F}" dt="2024-03-12T08:56:10.939" v="11"/>
          <ac:spMkLst>
            <pc:docMk/>
            <pc:sldMk cId="3711325015" sldId="2147474159"/>
            <ac:spMk id="37" creationId="{BF0DF6CC-3BE1-2648-3B74-57113A199020}"/>
          </ac:spMkLst>
        </pc:spChg>
        <pc:spChg chg="mod">
          <ac:chgData name="Kanduru, Raghava" userId="S::raghava.kanduru@capgemini.com::cf8c09de-c40c-47a2-971b-c612c06e0906" providerId="AD" clId="Web-{F4CB1E13-58FB-45EB-899E-86D3BD22C94F}" dt="2024-03-12T08:56:10.939" v="12"/>
          <ac:spMkLst>
            <pc:docMk/>
            <pc:sldMk cId="3711325015" sldId="2147474159"/>
            <ac:spMk id="40" creationId="{352D14A1-BAC8-8576-C1DC-F9C4DD35CBBE}"/>
          </ac:spMkLst>
        </pc:spChg>
        <pc:spChg chg="mod">
          <ac:chgData name="Kanduru, Raghava" userId="S::raghava.kanduru@capgemini.com::cf8c09de-c40c-47a2-971b-c612c06e0906" providerId="AD" clId="Web-{F4CB1E13-58FB-45EB-899E-86D3BD22C94F}" dt="2024-03-12T08:56:10.939" v="13"/>
          <ac:spMkLst>
            <pc:docMk/>
            <pc:sldMk cId="3711325015" sldId="2147474159"/>
            <ac:spMk id="41" creationId="{4C190D60-093C-635E-2898-FD5FA695A54C}"/>
          </ac:spMkLst>
        </pc:spChg>
        <pc:spChg chg="mod">
          <ac:chgData name="Kanduru, Raghava" userId="S::raghava.kanduru@capgemini.com::cf8c09de-c40c-47a2-971b-c612c06e0906" providerId="AD" clId="Web-{F4CB1E13-58FB-45EB-899E-86D3BD22C94F}" dt="2024-03-12T08:56:10.939" v="14"/>
          <ac:spMkLst>
            <pc:docMk/>
            <pc:sldMk cId="3711325015" sldId="2147474159"/>
            <ac:spMk id="47" creationId="{C1FD1D2F-8602-F2F1-0EF8-F3A5E2C835B3}"/>
          </ac:spMkLst>
        </pc:spChg>
        <pc:spChg chg="mod">
          <ac:chgData name="Kanduru, Raghava" userId="S::raghava.kanduru@capgemini.com::cf8c09de-c40c-47a2-971b-c612c06e0906" providerId="AD" clId="Web-{F4CB1E13-58FB-45EB-899E-86D3BD22C94F}" dt="2024-03-12T08:56:10.939" v="15"/>
          <ac:spMkLst>
            <pc:docMk/>
            <pc:sldMk cId="3711325015" sldId="2147474159"/>
            <ac:spMk id="50" creationId="{D31C03AB-5717-C9FC-3DCC-1A11E329B31D}"/>
          </ac:spMkLst>
        </pc:spChg>
        <pc:spChg chg="mod">
          <ac:chgData name="Kanduru, Raghava" userId="S::raghava.kanduru@capgemini.com::cf8c09de-c40c-47a2-971b-c612c06e0906" providerId="AD" clId="Web-{F4CB1E13-58FB-45EB-899E-86D3BD22C94F}" dt="2024-03-12T08:56:10.939" v="16"/>
          <ac:spMkLst>
            <pc:docMk/>
            <pc:sldMk cId="3711325015" sldId="2147474159"/>
            <ac:spMk id="55" creationId="{14133841-23B0-214F-D90C-3566F5697992}"/>
          </ac:spMkLst>
        </pc:spChg>
        <pc:spChg chg="mod">
          <ac:chgData name="Kanduru, Raghava" userId="S::raghava.kanduru@capgemini.com::cf8c09de-c40c-47a2-971b-c612c06e0906" providerId="AD" clId="Web-{F4CB1E13-58FB-45EB-899E-86D3BD22C94F}" dt="2024-03-12T08:56:10.939" v="17"/>
          <ac:spMkLst>
            <pc:docMk/>
            <pc:sldMk cId="3711325015" sldId="2147474159"/>
            <ac:spMk id="58" creationId="{476F6A9E-1225-F31F-CC6D-DF0BCC19D373}"/>
          </ac:spMkLst>
        </pc:spChg>
        <pc:spChg chg="mod">
          <ac:chgData name="Kanduru, Raghava" userId="S::raghava.kanduru@capgemini.com::cf8c09de-c40c-47a2-971b-c612c06e0906" providerId="AD" clId="Web-{F4CB1E13-58FB-45EB-899E-86D3BD22C94F}" dt="2024-03-12T08:56:10.939" v="18"/>
          <ac:spMkLst>
            <pc:docMk/>
            <pc:sldMk cId="3711325015" sldId="2147474159"/>
            <ac:spMk id="59" creationId="{CDE1D0B7-DA30-A637-76B8-271365BC7CCD}"/>
          </ac:spMkLst>
        </pc:spChg>
        <pc:spChg chg="mod">
          <ac:chgData name="Kanduru, Raghava" userId="S::raghava.kanduru@capgemini.com::cf8c09de-c40c-47a2-971b-c612c06e0906" providerId="AD" clId="Web-{F4CB1E13-58FB-45EB-899E-86D3BD22C94F}" dt="2024-03-12T08:56:10.939" v="19"/>
          <ac:spMkLst>
            <pc:docMk/>
            <pc:sldMk cId="3711325015" sldId="2147474159"/>
            <ac:spMk id="60" creationId="{1908A986-EA3E-EC36-BB95-059E12FB0A7C}"/>
          </ac:spMkLst>
        </pc:spChg>
        <pc:spChg chg="mod">
          <ac:chgData name="Kanduru, Raghava" userId="S::raghava.kanduru@capgemini.com::cf8c09de-c40c-47a2-971b-c612c06e0906" providerId="AD" clId="Web-{F4CB1E13-58FB-45EB-899E-86D3BD22C94F}" dt="2024-03-12T08:56:10.939" v="20"/>
          <ac:spMkLst>
            <pc:docMk/>
            <pc:sldMk cId="3711325015" sldId="2147474159"/>
            <ac:spMk id="61" creationId="{C2E3A710-56D1-D87E-6D0E-C89529B2914A}"/>
          </ac:spMkLst>
        </pc:spChg>
        <pc:spChg chg="mod">
          <ac:chgData name="Kanduru, Raghava" userId="S::raghava.kanduru@capgemini.com::cf8c09de-c40c-47a2-971b-c612c06e0906" providerId="AD" clId="Web-{F4CB1E13-58FB-45EB-899E-86D3BD22C94F}" dt="2024-03-12T08:56:10.939" v="21"/>
          <ac:spMkLst>
            <pc:docMk/>
            <pc:sldMk cId="3711325015" sldId="2147474159"/>
            <ac:spMk id="62" creationId="{87B5035F-E074-5491-CF81-A6FFF4A9AA31}"/>
          </ac:spMkLst>
        </pc:spChg>
        <pc:spChg chg="mod">
          <ac:chgData name="Kanduru, Raghava" userId="S::raghava.kanduru@capgemini.com::cf8c09de-c40c-47a2-971b-c612c06e0906" providerId="AD" clId="Web-{F4CB1E13-58FB-45EB-899E-86D3BD22C94F}" dt="2024-03-12T08:56:10.939" v="22"/>
          <ac:spMkLst>
            <pc:docMk/>
            <pc:sldMk cId="3711325015" sldId="2147474159"/>
            <ac:spMk id="63" creationId="{50DD9E0E-2C39-FA9B-D9E5-9B701ADC9A24}"/>
          </ac:spMkLst>
        </pc:spChg>
        <pc:spChg chg="mod">
          <ac:chgData name="Kanduru, Raghava" userId="S::raghava.kanduru@capgemini.com::cf8c09de-c40c-47a2-971b-c612c06e0906" providerId="AD" clId="Web-{F4CB1E13-58FB-45EB-899E-86D3BD22C94F}" dt="2024-03-12T08:56:10.939" v="23"/>
          <ac:spMkLst>
            <pc:docMk/>
            <pc:sldMk cId="3711325015" sldId="2147474159"/>
            <ac:spMk id="64" creationId="{302EC9C9-04A4-2F03-58BE-9CFC5EF42DD0}"/>
          </ac:spMkLst>
        </pc:spChg>
      </pc:sldChg>
      <pc:sldChg chg="modSp">
        <pc:chgData name="Kanduru, Raghava" userId="S::raghava.kanduru@capgemini.com::cf8c09de-c40c-47a2-971b-c612c06e0906" providerId="AD" clId="Web-{F4CB1E13-58FB-45EB-899E-86D3BD22C94F}" dt="2024-03-12T08:55:29.967" v="1"/>
        <pc:sldMkLst>
          <pc:docMk/>
          <pc:sldMk cId="1414742847" sldId="2147474160"/>
        </pc:sldMkLst>
        <pc:graphicFrameChg chg="modGraphic">
          <ac:chgData name="Kanduru, Raghava" userId="S::raghava.kanduru@capgemini.com::cf8c09de-c40c-47a2-971b-c612c06e0906" providerId="AD" clId="Web-{F4CB1E13-58FB-45EB-899E-86D3BD22C94F}" dt="2024-03-12T08:55:29.967" v="1"/>
          <ac:graphicFrameMkLst>
            <pc:docMk/>
            <pc:sldMk cId="1414742847" sldId="2147474160"/>
            <ac:graphicFrameMk id="7" creationId="{1470A3E6-EED3-B469-6894-7ADF80D74BC2}"/>
          </ac:graphicFrameMkLst>
        </pc:graphicFrameChg>
      </pc:sldChg>
      <pc:sldChg chg="modSp">
        <pc:chgData name="Kanduru, Raghava" userId="S::raghava.kanduru@capgemini.com::cf8c09de-c40c-47a2-971b-c612c06e0906" providerId="AD" clId="Web-{F4CB1E13-58FB-45EB-899E-86D3BD22C94F}" dt="2024-03-12T08:54:53.199" v="0"/>
        <pc:sldMkLst>
          <pc:docMk/>
          <pc:sldMk cId="885501633" sldId="2147474161"/>
        </pc:sldMkLst>
        <pc:graphicFrameChg chg="modGraphic">
          <ac:chgData name="Kanduru, Raghava" userId="S::raghava.kanduru@capgemini.com::cf8c09de-c40c-47a2-971b-c612c06e0906" providerId="AD" clId="Web-{F4CB1E13-58FB-45EB-899E-86D3BD22C94F}" dt="2024-03-12T08:54:53.199" v="0"/>
          <ac:graphicFrameMkLst>
            <pc:docMk/>
            <pc:sldMk cId="885501633" sldId="2147474161"/>
            <ac:graphicFrameMk id="7" creationId="{F09AD3DE-54A7-DD92-2123-3432F75CB9A8}"/>
          </ac:graphicFrameMkLst>
        </pc:graphicFrameChg>
      </pc:sldChg>
    </pc:docChg>
  </pc:docChgLst>
  <pc:docChgLst>
    <pc:chgData name="Kanduru, Raghava" userId="S::raghava.kanduru@capgemini.com::cf8c09de-c40c-47a2-971b-c612c06e0906" providerId="AD" clId="Web-{F70593F0-FFDB-44C7-A6A8-0863BFFA927C}"/>
    <pc:docChg chg="modSld">
      <pc:chgData name="Kanduru, Raghava" userId="S::raghava.kanduru@capgemini.com::cf8c09de-c40c-47a2-971b-c612c06e0906" providerId="AD" clId="Web-{F70593F0-FFDB-44C7-A6A8-0863BFFA927C}" dt="2024-03-12T12:34:36.364" v="45" actId="14100"/>
      <pc:docMkLst>
        <pc:docMk/>
      </pc:docMkLst>
      <pc:sldChg chg="modSp">
        <pc:chgData name="Kanduru, Raghava" userId="S::raghava.kanduru@capgemini.com::cf8c09de-c40c-47a2-971b-c612c06e0906" providerId="AD" clId="Web-{F70593F0-FFDB-44C7-A6A8-0863BFFA927C}" dt="2024-03-12T12:31:47.594" v="35"/>
        <pc:sldMkLst>
          <pc:docMk/>
          <pc:sldMk cId="3447131155" sldId="2147474155"/>
        </pc:sldMkLst>
        <pc:graphicFrameChg chg="mod modGraphic">
          <ac:chgData name="Kanduru, Raghava" userId="S::raghava.kanduru@capgemini.com::cf8c09de-c40c-47a2-971b-c612c06e0906" providerId="AD" clId="Web-{F70593F0-FFDB-44C7-A6A8-0863BFFA927C}" dt="2024-03-12T12:31:47.594" v="35"/>
          <ac:graphicFrameMkLst>
            <pc:docMk/>
            <pc:sldMk cId="3447131155" sldId="2147474155"/>
            <ac:graphicFrameMk id="2" creationId="{D0BCB5DE-6896-5F5C-6600-0AA0464C3ADF}"/>
          </ac:graphicFrameMkLst>
        </pc:graphicFrameChg>
      </pc:sldChg>
      <pc:sldChg chg="addSp delSp modSp">
        <pc:chgData name="Kanduru, Raghava" userId="S::raghava.kanduru@capgemini.com::cf8c09de-c40c-47a2-971b-c612c06e0906" providerId="AD" clId="Web-{F70593F0-FFDB-44C7-A6A8-0863BFFA927C}" dt="2024-03-12T12:34:36.364" v="45" actId="14100"/>
        <pc:sldMkLst>
          <pc:docMk/>
          <pc:sldMk cId="3711325015" sldId="2147474159"/>
        </pc:sldMkLst>
        <pc:spChg chg="add mod">
          <ac:chgData name="Kanduru, Raghava" userId="S::raghava.kanduru@capgemini.com::cf8c09de-c40c-47a2-971b-c612c06e0906" providerId="AD" clId="Web-{F70593F0-FFDB-44C7-A6A8-0863BFFA927C}" dt="2024-03-12T12:34:36.364" v="45" actId="14100"/>
          <ac:spMkLst>
            <pc:docMk/>
            <pc:sldMk cId="3711325015" sldId="2147474159"/>
            <ac:spMk id="3" creationId="{FEFD9BC5-C28B-C1C8-3052-EEA547CE97F1}"/>
          </ac:spMkLst>
        </pc:spChg>
        <pc:spChg chg="mod">
          <ac:chgData name="Kanduru, Raghava" userId="S::raghava.kanduru@capgemini.com::cf8c09de-c40c-47a2-971b-c612c06e0906" providerId="AD" clId="Web-{F70593F0-FFDB-44C7-A6A8-0863BFFA927C}" dt="2024-03-12T12:34:03.754" v="37" actId="1076"/>
          <ac:spMkLst>
            <pc:docMk/>
            <pc:sldMk cId="3711325015" sldId="2147474159"/>
            <ac:spMk id="31" creationId="{AEF0F270-8715-80BD-8234-1A25BB77CD8A}"/>
          </ac:spMkLst>
        </pc:spChg>
        <pc:spChg chg="mod">
          <ac:chgData name="Kanduru, Raghava" userId="S::raghava.kanduru@capgemini.com::cf8c09de-c40c-47a2-971b-c612c06e0906" providerId="AD" clId="Web-{F70593F0-FFDB-44C7-A6A8-0863BFFA927C}" dt="2024-03-12T12:34:03.801" v="38" actId="1076"/>
          <ac:spMkLst>
            <pc:docMk/>
            <pc:sldMk cId="3711325015" sldId="2147474159"/>
            <ac:spMk id="40" creationId="{352D14A1-BAC8-8576-C1DC-F9C4DD35CBBE}"/>
          </ac:spMkLst>
        </pc:spChg>
        <pc:spChg chg="del">
          <ac:chgData name="Kanduru, Raghava" userId="S::raghava.kanduru@capgemini.com::cf8c09de-c40c-47a2-971b-c612c06e0906" providerId="AD" clId="Web-{F70593F0-FFDB-44C7-A6A8-0863BFFA927C}" dt="2024-03-12T12:33:39.144" v="36"/>
          <ac:spMkLst>
            <pc:docMk/>
            <pc:sldMk cId="3711325015" sldId="2147474159"/>
            <ac:spMk id="41" creationId="{4C190D60-093C-635E-2898-FD5FA695A54C}"/>
          </ac:spMkLst>
        </pc:spChg>
      </pc:sldChg>
    </pc:docChg>
  </pc:docChgLst>
  <pc:docChgLst>
    <pc:chgData name="Kanduru, Raghava" userId="S::raghava.kanduru@capgemini.com::cf8c09de-c40c-47a2-971b-c612c06e0906" providerId="AD" clId="Web-{B9294E87-4A3B-4B5B-9C87-389ED7B88379}"/>
    <pc:docChg chg="modSld">
      <pc:chgData name="Kanduru, Raghava" userId="S::raghava.kanduru@capgemini.com::cf8c09de-c40c-47a2-971b-c612c06e0906" providerId="AD" clId="Web-{B9294E87-4A3B-4B5B-9C87-389ED7B88379}" dt="2024-03-13T05:34:47.182" v="15"/>
      <pc:docMkLst>
        <pc:docMk/>
      </pc:docMkLst>
      <pc:sldChg chg="modSp">
        <pc:chgData name="Kanduru, Raghava" userId="S::raghava.kanduru@capgemini.com::cf8c09de-c40c-47a2-971b-c612c06e0906" providerId="AD" clId="Web-{B9294E87-4A3B-4B5B-9C87-389ED7B88379}" dt="2024-03-13T05:34:47.182" v="15"/>
        <pc:sldMkLst>
          <pc:docMk/>
          <pc:sldMk cId="1411463970" sldId="2147474152"/>
        </pc:sldMkLst>
        <pc:graphicFrameChg chg="mod modGraphic">
          <ac:chgData name="Kanduru, Raghava" userId="S::raghava.kanduru@capgemini.com::cf8c09de-c40c-47a2-971b-c612c06e0906" providerId="AD" clId="Web-{B9294E87-4A3B-4B5B-9C87-389ED7B88379}" dt="2024-03-13T05:34:47.182" v="15"/>
          <ac:graphicFrameMkLst>
            <pc:docMk/>
            <pc:sldMk cId="1411463970" sldId="2147474152"/>
            <ac:graphicFrameMk id="8" creationId="{0449F75F-2706-876C-71DE-D728F38E233D}"/>
          </ac:graphicFrameMkLst>
        </pc:graphicFrameChg>
      </pc:sldChg>
    </pc:docChg>
  </pc:docChgLst>
  <pc:docChgLst>
    <pc:chgData name="Kanduru, Raghava" userId="S::raghava.kanduru@capgemini.com::cf8c09de-c40c-47a2-971b-c612c06e0906" providerId="AD" clId="Web-{8EC28091-A089-4215-9C69-17B549A8F4AC}"/>
    <pc:docChg chg="addSld delSld modSld sldOrd">
      <pc:chgData name="Kanduru, Raghava" userId="S::raghava.kanduru@capgemini.com::cf8c09de-c40c-47a2-971b-c612c06e0906" providerId="AD" clId="Web-{8EC28091-A089-4215-9C69-17B549A8F4AC}" dt="2024-03-12T06:08:54.789" v="58"/>
      <pc:docMkLst>
        <pc:docMk/>
      </pc:docMkLst>
      <pc:sldChg chg="modSp">
        <pc:chgData name="Kanduru, Raghava" userId="S::raghava.kanduru@capgemini.com::cf8c09de-c40c-47a2-971b-c612c06e0906" providerId="AD" clId="Web-{8EC28091-A089-4215-9C69-17B549A8F4AC}" dt="2024-03-12T06:00:03.837" v="36" actId="1076"/>
        <pc:sldMkLst>
          <pc:docMk/>
          <pc:sldMk cId="3549773025" sldId="413"/>
        </pc:sldMkLst>
        <pc:spChg chg="mod">
          <ac:chgData name="Kanduru, Raghava" userId="S::raghava.kanduru@capgemini.com::cf8c09de-c40c-47a2-971b-c612c06e0906" providerId="AD" clId="Web-{8EC28091-A089-4215-9C69-17B549A8F4AC}" dt="2024-03-12T06:00:02.977" v="26" actId="1076"/>
          <ac:spMkLst>
            <pc:docMk/>
            <pc:sldMk cId="3549773025" sldId="413"/>
            <ac:spMk id="4" creationId="{00000000-0000-0000-0000-000000000000}"/>
          </ac:spMkLst>
        </pc:spChg>
        <pc:spChg chg="mod">
          <ac:chgData name="Kanduru, Raghava" userId="S::raghava.kanduru@capgemini.com::cf8c09de-c40c-47a2-971b-c612c06e0906" providerId="AD" clId="Web-{8EC28091-A089-4215-9C69-17B549A8F4AC}" dt="2024-03-12T06:00:01.962" v="15" actId="1076"/>
          <ac:spMkLst>
            <pc:docMk/>
            <pc:sldMk cId="3549773025" sldId="413"/>
            <ac:spMk id="5" creationId="{00000000-0000-0000-0000-000000000000}"/>
          </ac:spMkLst>
        </pc:spChg>
        <pc:spChg chg="mod">
          <ac:chgData name="Kanduru, Raghava" userId="S::raghava.kanduru@capgemini.com::cf8c09de-c40c-47a2-971b-c612c06e0906" providerId="AD" clId="Web-{8EC28091-A089-4215-9C69-17B549A8F4AC}" dt="2024-03-12T06:00:01.868" v="14" actId="1076"/>
          <ac:spMkLst>
            <pc:docMk/>
            <pc:sldMk cId="3549773025" sldId="413"/>
            <ac:spMk id="6" creationId="{00000000-0000-0000-0000-000000000000}"/>
          </ac:spMkLst>
        </pc:spChg>
        <pc:spChg chg="mod">
          <ac:chgData name="Kanduru, Raghava" userId="S::raghava.kanduru@capgemini.com::cf8c09de-c40c-47a2-971b-c612c06e0906" providerId="AD" clId="Web-{8EC28091-A089-4215-9C69-17B549A8F4AC}" dt="2024-03-12T06:00:02.055" v="16" actId="1076"/>
          <ac:spMkLst>
            <pc:docMk/>
            <pc:sldMk cId="3549773025" sldId="413"/>
            <ac:spMk id="7" creationId="{00000000-0000-0000-0000-000000000000}"/>
          </ac:spMkLst>
        </pc:spChg>
        <pc:spChg chg="mod">
          <ac:chgData name="Kanduru, Raghava" userId="S::raghava.kanduru@capgemini.com::cf8c09de-c40c-47a2-971b-c612c06e0906" providerId="AD" clId="Web-{8EC28091-A089-4215-9C69-17B549A8F4AC}" dt="2024-03-12T06:00:02.165" v="17" actId="1076"/>
          <ac:spMkLst>
            <pc:docMk/>
            <pc:sldMk cId="3549773025" sldId="413"/>
            <ac:spMk id="8" creationId="{00000000-0000-0000-0000-000000000000}"/>
          </ac:spMkLst>
        </pc:spChg>
        <pc:spChg chg="mod">
          <ac:chgData name="Kanduru, Raghava" userId="S::raghava.kanduru@capgemini.com::cf8c09de-c40c-47a2-971b-c612c06e0906" providerId="AD" clId="Web-{8EC28091-A089-4215-9C69-17B549A8F4AC}" dt="2024-03-12T06:00:03.071" v="27" actId="1076"/>
          <ac:spMkLst>
            <pc:docMk/>
            <pc:sldMk cId="3549773025" sldId="413"/>
            <ac:spMk id="9" creationId="{00000000-0000-0000-0000-000000000000}"/>
          </ac:spMkLst>
        </pc:spChg>
        <pc:spChg chg="mod">
          <ac:chgData name="Kanduru, Raghava" userId="S::raghava.kanduru@capgemini.com::cf8c09de-c40c-47a2-971b-c612c06e0906" providerId="AD" clId="Web-{8EC28091-A089-4215-9C69-17B549A8F4AC}" dt="2024-03-12T06:00:03.149" v="28" actId="1076"/>
          <ac:spMkLst>
            <pc:docMk/>
            <pc:sldMk cId="3549773025" sldId="413"/>
            <ac:spMk id="10" creationId="{00000000-0000-0000-0000-000000000000}"/>
          </ac:spMkLst>
        </pc:spChg>
        <pc:spChg chg="mod">
          <ac:chgData name="Kanduru, Raghava" userId="S::raghava.kanduru@capgemini.com::cf8c09de-c40c-47a2-971b-c612c06e0906" providerId="AD" clId="Web-{8EC28091-A089-4215-9C69-17B549A8F4AC}" dt="2024-03-12T06:00:02.274" v="18" actId="1076"/>
          <ac:spMkLst>
            <pc:docMk/>
            <pc:sldMk cId="3549773025" sldId="413"/>
            <ac:spMk id="12" creationId="{00000000-0000-0000-0000-000000000000}"/>
          </ac:spMkLst>
        </pc:spChg>
        <pc:spChg chg="mod">
          <ac:chgData name="Kanduru, Raghava" userId="S::raghava.kanduru@capgemini.com::cf8c09de-c40c-47a2-971b-c612c06e0906" providerId="AD" clId="Web-{8EC28091-A089-4215-9C69-17B549A8F4AC}" dt="2024-03-12T06:00:02.368" v="19" actId="1076"/>
          <ac:spMkLst>
            <pc:docMk/>
            <pc:sldMk cId="3549773025" sldId="413"/>
            <ac:spMk id="13" creationId="{00000000-0000-0000-0000-000000000000}"/>
          </ac:spMkLst>
        </pc:spChg>
        <pc:spChg chg="mod">
          <ac:chgData name="Kanduru, Raghava" userId="S::raghava.kanduru@capgemini.com::cf8c09de-c40c-47a2-971b-c612c06e0906" providerId="AD" clId="Web-{8EC28091-A089-4215-9C69-17B549A8F4AC}" dt="2024-03-12T06:00:02.462" v="20" actId="1076"/>
          <ac:spMkLst>
            <pc:docMk/>
            <pc:sldMk cId="3549773025" sldId="413"/>
            <ac:spMk id="14" creationId="{00000000-0000-0000-0000-000000000000}"/>
          </ac:spMkLst>
        </pc:spChg>
        <pc:spChg chg="mod">
          <ac:chgData name="Kanduru, Raghava" userId="S::raghava.kanduru@capgemini.com::cf8c09de-c40c-47a2-971b-c612c06e0906" providerId="AD" clId="Web-{8EC28091-A089-4215-9C69-17B549A8F4AC}" dt="2024-03-12T06:00:02.540" v="21" actId="1076"/>
          <ac:spMkLst>
            <pc:docMk/>
            <pc:sldMk cId="3549773025" sldId="413"/>
            <ac:spMk id="15" creationId="{00000000-0000-0000-0000-000000000000}"/>
          </ac:spMkLst>
        </pc:spChg>
        <pc:spChg chg="mod">
          <ac:chgData name="Kanduru, Raghava" userId="S::raghava.kanduru@capgemini.com::cf8c09de-c40c-47a2-971b-c612c06e0906" providerId="AD" clId="Web-{8EC28091-A089-4215-9C69-17B549A8F4AC}" dt="2024-03-12T06:00:02.633" v="22" actId="1076"/>
          <ac:spMkLst>
            <pc:docMk/>
            <pc:sldMk cId="3549773025" sldId="413"/>
            <ac:spMk id="16" creationId="{00000000-0000-0000-0000-000000000000}"/>
          </ac:spMkLst>
        </pc:spChg>
        <pc:spChg chg="mod">
          <ac:chgData name="Kanduru, Raghava" userId="S::raghava.kanduru@capgemini.com::cf8c09de-c40c-47a2-971b-c612c06e0906" providerId="AD" clId="Web-{8EC28091-A089-4215-9C69-17B549A8F4AC}" dt="2024-03-12T06:00:02.727" v="23" actId="1076"/>
          <ac:spMkLst>
            <pc:docMk/>
            <pc:sldMk cId="3549773025" sldId="413"/>
            <ac:spMk id="18" creationId="{00000000-0000-0000-0000-000000000000}"/>
          </ac:spMkLst>
        </pc:spChg>
        <pc:spChg chg="mod">
          <ac:chgData name="Kanduru, Raghava" userId="S::raghava.kanduru@capgemini.com::cf8c09de-c40c-47a2-971b-c612c06e0906" providerId="AD" clId="Web-{8EC28091-A089-4215-9C69-17B549A8F4AC}" dt="2024-03-12T06:00:03.587" v="33" actId="1076"/>
          <ac:spMkLst>
            <pc:docMk/>
            <pc:sldMk cId="3549773025" sldId="413"/>
            <ac:spMk id="20" creationId="{772AB223-5A5B-DECE-EAE5-3AB13BD7A52F}"/>
          </ac:spMkLst>
        </pc:spChg>
        <pc:spChg chg="mod">
          <ac:chgData name="Kanduru, Raghava" userId="S::raghava.kanduru@capgemini.com::cf8c09de-c40c-47a2-971b-c612c06e0906" providerId="AD" clId="Web-{8EC28091-A089-4215-9C69-17B549A8F4AC}" dt="2024-03-12T06:00:02.805" v="24" actId="1076"/>
          <ac:spMkLst>
            <pc:docMk/>
            <pc:sldMk cId="3549773025" sldId="413"/>
            <ac:spMk id="21" creationId="{00000000-0000-0000-0000-000000000000}"/>
          </ac:spMkLst>
        </pc:spChg>
        <pc:spChg chg="mod">
          <ac:chgData name="Kanduru, Raghava" userId="S::raghava.kanduru@capgemini.com::cf8c09de-c40c-47a2-971b-c612c06e0906" providerId="AD" clId="Web-{8EC28091-A089-4215-9C69-17B549A8F4AC}" dt="2024-03-12T06:00:02.899" v="25" actId="1076"/>
          <ac:spMkLst>
            <pc:docMk/>
            <pc:sldMk cId="3549773025" sldId="413"/>
            <ac:spMk id="22" creationId="{00000000-0000-0000-0000-000000000000}"/>
          </ac:spMkLst>
        </pc:spChg>
        <pc:spChg chg="mod">
          <ac:chgData name="Kanduru, Raghava" userId="S::raghava.kanduru@capgemini.com::cf8c09de-c40c-47a2-971b-c612c06e0906" providerId="AD" clId="Web-{8EC28091-A089-4215-9C69-17B549A8F4AC}" dt="2024-03-12T06:00:03.665" v="34" actId="1076"/>
          <ac:spMkLst>
            <pc:docMk/>
            <pc:sldMk cId="3549773025" sldId="413"/>
            <ac:spMk id="23" creationId="{166064AA-3970-EAF6-6878-FF5B872FA03D}"/>
          </ac:spMkLst>
        </pc:spChg>
        <pc:spChg chg="mod">
          <ac:chgData name="Kanduru, Raghava" userId="S::raghava.kanduru@capgemini.com::cf8c09de-c40c-47a2-971b-c612c06e0906" providerId="AD" clId="Web-{8EC28091-A089-4215-9C69-17B549A8F4AC}" dt="2024-03-12T06:00:03.743" v="35" actId="1076"/>
          <ac:spMkLst>
            <pc:docMk/>
            <pc:sldMk cId="3549773025" sldId="413"/>
            <ac:spMk id="24" creationId="{D5E3F5C7-FD59-0DD9-219F-541164A2980A}"/>
          </ac:spMkLst>
        </pc:spChg>
        <pc:spChg chg="mod">
          <ac:chgData name="Kanduru, Raghava" userId="S::raghava.kanduru@capgemini.com::cf8c09de-c40c-47a2-971b-c612c06e0906" providerId="AD" clId="Web-{8EC28091-A089-4215-9C69-17B549A8F4AC}" dt="2024-03-12T06:00:03.415" v="31" actId="1076"/>
          <ac:spMkLst>
            <pc:docMk/>
            <pc:sldMk cId="3549773025" sldId="413"/>
            <ac:spMk id="25" creationId="{FD3FC431-89F0-0EE2-0AFB-60DBF276B912}"/>
          </ac:spMkLst>
        </pc:spChg>
        <pc:spChg chg="mod">
          <ac:chgData name="Kanduru, Raghava" userId="S::raghava.kanduru@capgemini.com::cf8c09de-c40c-47a2-971b-c612c06e0906" providerId="AD" clId="Web-{8EC28091-A089-4215-9C69-17B549A8F4AC}" dt="2024-03-12T06:00:03.493" v="32" actId="1076"/>
          <ac:spMkLst>
            <pc:docMk/>
            <pc:sldMk cId="3549773025" sldId="413"/>
            <ac:spMk id="26" creationId="{E44BB4F1-FAF2-7675-184A-FF75667CE860}"/>
          </ac:spMkLst>
        </pc:spChg>
        <pc:spChg chg="mod">
          <ac:chgData name="Kanduru, Raghava" userId="S::raghava.kanduru@capgemini.com::cf8c09de-c40c-47a2-971b-c612c06e0906" providerId="AD" clId="Web-{8EC28091-A089-4215-9C69-17B549A8F4AC}" dt="2024-03-12T06:00:03.321" v="30" actId="1076"/>
          <ac:spMkLst>
            <pc:docMk/>
            <pc:sldMk cId="3549773025" sldId="413"/>
            <ac:spMk id="27" creationId="{6D34361F-8873-E234-7D1D-5A09C53B0F02}"/>
          </ac:spMkLst>
        </pc:spChg>
        <pc:spChg chg="mod">
          <ac:chgData name="Kanduru, Raghava" userId="S::raghava.kanduru@capgemini.com::cf8c09de-c40c-47a2-971b-c612c06e0906" providerId="AD" clId="Web-{8EC28091-A089-4215-9C69-17B549A8F4AC}" dt="2024-03-12T06:00:03.837" v="36" actId="1076"/>
          <ac:spMkLst>
            <pc:docMk/>
            <pc:sldMk cId="3549773025" sldId="413"/>
            <ac:spMk id="28" creationId="{7E3BE2E9-8E5E-00AF-2824-6AF4F3917AC5}"/>
          </ac:spMkLst>
        </pc:spChg>
        <pc:spChg chg="mod">
          <ac:chgData name="Kanduru, Raghava" userId="S::raghava.kanduru@capgemini.com::cf8c09de-c40c-47a2-971b-c612c06e0906" providerId="AD" clId="Web-{8EC28091-A089-4215-9C69-17B549A8F4AC}" dt="2024-03-12T06:00:03.243" v="29" actId="1076"/>
          <ac:spMkLst>
            <pc:docMk/>
            <pc:sldMk cId="3549773025" sldId="413"/>
            <ac:spMk id="30" creationId="{A84460F7-5950-A0AF-784D-82E9374B5DA9}"/>
          </ac:spMkLst>
        </pc:spChg>
      </pc:sldChg>
      <pc:sldChg chg="modSp">
        <pc:chgData name="Kanduru, Raghava" userId="S::raghava.kanduru@capgemini.com::cf8c09de-c40c-47a2-971b-c612c06e0906" providerId="AD" clId="Web-{8EC28091-A089-4215-9C69-17B549A8F4AC}" dt="2024-03-12T05:59:47.742" v="13" actId="1076"/>
        <pc:sldMkLst>
          <pc:docMk/>
          <pc:sldMk cId="333276221" sldId="2145706650"/>
        </pc:sldMkLst>
        <pc:spChg chg="mod">
          <ac:chgData name="Kanduru, Raghava" userId="S::raghava.kanduru@capgemini.com::cf8c09de-c40c-47a2-971b-c612c06e0906" providerId="AD" clId="Web-{8EC28091-A089-4215-9C69-17B549A8F4AC}" dt="2024-03-12T05:59:38.289" v="3" actId="1076"/>
          <ac:spMkLst>
            <pc:docMk/>
            <pc:sldMk cId="333276221" sldId="2145706650"/>
            <ac:spMk id="3" creationId="{36FCBC7F-C041-4D72-D82E-C0DD0CB453A2}"/>
          </ac:spMkLst>
        </pc:spChg>
        <pc:spChg chg="mod">
          <ac:chgData name="Kanduru, Raghava" userId="S::raghava.kanduru@capgemini.com::cf8c09de-c40c-47a2-971b-c612c06e0906" providerId="AD" clId="Web-{8EC28091-A089-4215-9C69-17B549A8F4AC}" dt="2024-03-12T05:59:47.258" v="4" actId="1076"/>
          <ac:spMkLst>
            <pc:docMk/>
            <pc:sldMk cId="333276221" sldId="2145706650"/>
            <ac:spMk id="10" creationId="{52B81F29-42C5-5839-C4B8-67E99486C522}"/>
          </ac:spMkLst>
        </pc:spChg>
        <pc:spChg chg="mod">
          <ac:chgData name="Kanduru, Raghava" userId="S::raghava.kanduru@capgemini.com::cf8c09de-c40c-47a2-971b-c612c06e0906" providerId="AD" clId="Web-{8EC28091-A089-4215-9C69-17B549A8F4AC}" dt="2024-03-12T05:59:47.305" v="5" actId="1076"/>
          <ac:spMkLst>
            <pc:docMk/>
            <pc:sldMk cId="333276221" sldId="2145706650"/>
            <ac:spMk id="11" creationId="{D1238252-359C-4EAC-45C2-6A8CA775ABEF}"/>
          </ac:spMkLst>
        </pc:spChg>
        <pc:spChg chg="mod">
          <ac:chgData name="Kanduru, Raghava" userId="S::raghava.kanduru@capgemini.com::cf8c09de-c40c-47a2-971b-c612c06e0906" providerId="AD" clId="Web-{8EC28091-A089-4215-9C69-17B549A8F4AC}" dt="2024-03-12T05:59:47.352" v="6" actId="1076"/>
          <ac:spMkLst>
            <pc:docMk/>
            <pc:sldMk cId="333276221" sldId="2145706650"/>
            <ac:spMk id="12" creationId="{3A22AACE-03B0-EC75-591E-0E2104B8A872}"/>
          </ac:spMkLst>
        </pc:spChg>
        <pc:spChg chg="mod">
          <ac:chgData name="Kanduru, Raghava" userId="S::raghava.kanduru@capgemini.com::cf8c09de-c40c-47a2-971b-c612c06e0906" providerId="AD" clId="Web-{8EC28091-A089-4215-9C69-17B549A8F4AC}" dt="2024-03-12T05:59:47.399" v="7" actId="1076"/>
          <ac:spMkLst>
            <pc:docMk/>
            <pc:sldMk cId="333276221" sldId="2145706650"/>
            <ac:spMk id="14" creationId="{80055329-70AB-6F1F-5B53-FDAFA70EBB94}"/>
          </ac:spMkLst>
        </pc:spChg>
        <pc:spChg chg="mod">
          <ac:chgData name="Kanduru, Raghava" userId="S::raghava.kanduru@capgemini.com::cf8c09de-c40c-47a2-971b-c612c06e0906" providerId="AD" clId="Web-{8EC28091-A089-4215-9C69-17B549A8F4AC}" dt="2024-03-12T05:59:47.461" v="8" actId="1076"/>
          <ac:spMkLst>
            <pc:docMk/>
            <pc:sldMk cId="333276221" sldId="2145706650"/>
            <ac:spMk id="15" creationId="{CC114799-AAB7-F97C-8429-F19C30770CFF}"/>
          </ac:spMkLst>
        </pc:spChg>
        <pc:spChg chg="mod">
          <ac:chgData name="Kanduru, Raghava" userId="S::raghava.kanduru@capgemini.com::cf8c09de-c40c-47a2-971b-c612c06e0906" providerId="AD" clId="Web-{8EC28091-A089-4215-9C69-17B549A8F4AC}" dt="2024-03-12T05:59:47.508" v="9" actId="1076"/>
          <ac:spMkLst>
            <pc:docMk/>
            <pc:sldMk cId="333276221" sldId="2145706650"/>
            <ac:spMk id="17" creationId="{E364B1D1-31B1-AB5A-235E-A3E8E709454D}"/>
          </ac:spMkLst>
        </pc:spChg>
        <pc:spChg chg="mod">
          <ac:chgData name="Kanduru, Raghava" userId="S::raghava.kanduru@capgemini.com::cf8c09de-c40c-47a2-971b-c612c06e0906" providerId="AD" clId="Web-{8EC28091-A089-4215-9C69-17B549A8F4AC}" dt="2024-03-12T05:59:47.571" v="10" actId="1076"/>
          <ac:spMkLst>
            <pc:docMk/>
            <pc:sldMk cId="333276221" sldId="2145706650"/>
            <ac:spMk id="18" creationId="{311304A1-105F-D9ED-3C6E-88C4F9A0A867}"/>
          </ac:spMkLst>
        </pc:spChg>
        <pc:spChg chg="mod">
          <ac:chgData name="Kanduru, Raghava" userId="S::raghava.kanduru@capgemini.com::cf8c09de-c40c-47a2-971b-c612c06e0906" providerId="AD" clId="Web-{8EC28091-A089-4215-9C69-17B549A8F4AC}" dt="2024-03-12T05:59:47.633" v="11" actId="1076"/>
          <ac:spMkLst>
            <pc:docMk/>
            <pc:sldMk cId="333276221" sldId="2145706650"/>
            <ac:spMk id="19" creationId="{161D02D1-6709-0FA2-F2FF-00267375AC43}"/>
          </ac:spMkLst>
        </pc:spChg>
        <pc:spChg chg="mod">
          <ac:chgData name="Kanduru, Raghava" userId="S::raghava.kanduru@capgemini.com::cf8c09de-c40c-47a2-971b-c612c06e0906" providerId="AD" clId="Web-{8EC28091-A089-4215-9C69-17B549A8F4AC}" dt="2024-03-12T05:59:47.680" v="12" actId="1076"/>
          <ac:spMkLst>
            <pc:docMk/>
            <pc:sldMk cId="333276221" sldId="2145706650"/>
            <ac:spMk id="20" creationId="{51F9B072-82C1-318E-1E82-74FA09A6CDAD}"/>
          </ac:spMkLst>
        </pc:spChg>
        <pc:spChg chg="mod">
          <ac:chgData name="Kanduru, Raghava" userId="S::raghava.kanduru@capgemini.com::cf8c09de-c40c-47a2-971b-c612c06e0906" providerId="AD" clId="Web-{8EC28091-A089-4215-9C69-17B549A8F4AC}" dt="2024-03-12T05:59:47.742" v="13" actId="1076"/>
          <ac:spMkLst>
            <pc:docMk/>
            <pc:sldMk cId="333276221" sldId="2145706650"/>
            <ac:spMk id="21" creationId="{6782AD63-682A-B67A-1EEC-E90C656893E6}"/>
          </ac:spMkLst>
        </pc:spChg>
      </pc:sldChg>
      <pc:sldChg chg="del">
        <pc:chgData name="Kanduru, Raghava" userId="S::raghava.kanduru@capgemini.com::cf8c09de-c40c-47a2-971b-c612c06e0906" providerId="AD" clId="Web-{8EC28091-A089-4215-9C69-17B549A8F4AC}" dt="2024-03-12T05:38:13.271" v="1"/>
        <pc:sldMkLst>
          <pc:docMk/>
          <pc:sldMk cId="477504348" sldId="2147473755"/>
        </pc:sldMkLst>
      </pc:sldChg>
      <pc:sldChg chg="mod ord modShow">
        <pc:chgData name="Kanduru, Raghava" userId="S::raghava.kanduru@capgemini.com::cf8c09de-c40c-47a2-971b-c612c06e0906" providerId="AD" clId="Web-{8EC28091-A089-4215-9C69-17B549A8F4AC}" dt="2024-03-12T06:07:27.333" v="52"/>
        <pc:sldMkLst>
          <pc:docMk/>
          <pc:sldMk cId="1766115488" sldId="2147474071"/>
        </pc:sldMkLst>
      </pc:sldChg>
      <pc:sldChg chg="ord">
        <pc:chgData name="Kanduru, Raghava" userId="S::raghava.kanduru@capgemini.com::cf8c09de-c40c-47a2-971b-c612c06e0906" providerId="AD" clId="Web-{8EC28091-A089-4215-9C69-17B549A8F4AC}" dt="2024-03-12T06:03:18.748" v="45"/>
        <pc:sldMkLst>
          <pc:docMk/>
          <pc:sldMk cId="2083448681" sldId="2147474099"/>
        </pc:sldMkLst>
      </pc:sldChg>
      <pc:sldChg chg="ord">
        <pc:chgData name="Kanduru, Raghava" userId="S::raghava.kanduru@capgemini.com::cf8c09de-c40c-47a2-971b-c612c06e0906" providerId="AD" clId="Web-{8EC28091-A089-4215-9C69-17B549A8F4AC}" dt="2024-03-12T06:04:31.281" v="48"/>
        <pc:sldMkLst>
          <pc:docMk/>
          <pc:sldMk cId="807573619" sldId="2147474100"/>
        </pc:sldMkLst>
      </pc:sldChg>
      <pc:sldChg chg="ord">
        <pc:chgData name="Kanduru, Raghava" userId="S::raghava.kanduru@capgemini.com::cf8c09de-c40c-47a2-971b-c612c06e0906" providerId="AD" clId="Web-{8EC28091-A089-4215-9C69-17B549A8F4AC}" dt="2024-03-12T06:03:59.390" v="47"/>
        <pc:sldMkLst>
          <pc:docMk/>
          <pc:sldMk cId="3301828130" sldId="2147474101"/>
        </pc:sldMkLst>
      </pc:sldChg>
      <pc:sldChg chg="ord">
        <pc:chgData name="Kanduru, Raghava" userId="S::raghava.kanduru@capgemini.com::cf8c09de-c40c-47a2-971b-c612c06e0906" providerId="AD" clId="Web-{8EC28091-A089-4215-9C69-17B549A8F4AC}" dt="2024-03-12T06:03:59.374" v="46"/>
        <pc:sldMkLst>
          <pc:docMk/>
          <pc:sldMk cId="2894879383" sldId="2147474103"/>
        </pc:sldMkLst>
      </pc:sldChg>
      <pc:sldChg chg="mod ord modShow">
        <pc:chgData name="Kanduru, Raghava" userId="S::raghava.kanduru@capgemini.com::cf8c09de-c40c-47a2-971b-c612c06e0906" providerId="AD" clId="Web-{8EC28091-A089-4215-9C69-17B549A8F4AC}" dt="2024-03-12T06:05:32.455" v="50"/>
        <pc:sldMkLst>
          <pc:docMk/>
          <pc:sldMk cId="4144516887" sldId="2147474104"/>
        </pc:sldMkLst>
      </pc:sldChg>
      <pc:sldChg chg="mod ord modShow">
        <pc:chgData name="Kanduru, Raghava" userId="S::raghava.kanduru@capgemini.com::cf8c09de-c40c-47a2-971b-c612c06e0906" providerId="AD" clId="Web-{8EC28091-A089-4215-9C69-17B549A8F4AC}" dt="2024-03-12T06:08:54.789" v="58"/>
        <pc:sldMkLst>
          <pc:docMk/>
          <pc:sldMk cId="1393123966" sldId="2147474105"/>
        </pc:sldMkLst>
      </pc:sldChg>
      <pc:sldChg chg="mod ord modShow">
        <pc:chgData name="Kanduru, Raghava" userId="S::raghava.kanduru@capgemini.com::cf8c09de-c40c-47a2-971b-c612c06e0906" providerId="AD" clId="Web-{8EC28091-A089-4215-9C69-17B549A8F4AC}" dt="2024-03-12T06:08:54.570" v="56"/>
        <pc:sldMkLst>
          <pc:docMk/>
          <pc:sldMk cId="1302496557" sldId="2147474106"/>
        </pc:sldMkLst>
      </pc:sldChg>
      <pc:sldChg chg="mod ord modShow">
        <pc:chgData name="Kanduru, Raghava" userId="S::raghava.kanduru@capgemini.com::cf8c09de-c40c-47a2-971b-c612c06e0906" providerId="AD" clId="Web-{8EC28091-A089-4215-9C69-17B549A8F4AC}" dt="2024-03-12T06:08:54.664" v="57"/>
        <pc:sldMkLst>
          <pc:docMk/>
          <pc:sldMk cId="2311759624" sldId="2147474110"/>
        </pc:sldMkLst>
      </pc:sldChg>
      <pc:sldChg chg="ord">
        <pc:chgData name="Kanduru, Raghava" userId="S::raghava.kanduru@capgemini.com::cf8c09de-c40c-47a2-971b-c612c06e0906" providerId="AD" clId="Web-{8EC28091-A089-4215-9C69-17B549A8F4AC}" dt="2024-03-12T06:00:34.025" v="38"/>
        <pc:sldMkLst>
          <pc:docMk/>
          <pc:sldMk cId="1213705177" sldId="2147474113"/>
        </pc:sldMkLst>
      </pc:sldChg>
      <pc:sldChg chg="mod ord modShow">
        <pc:chgData name="Kanduru, Raghava" userId="S::raghava.kanduru@capgemini.com::cf8c09de-c40c-47a2-971b-c612c06e0906" providerId="AD" clId="Web-{8EC28091-A089-4215-9C69-17B549A8F4AC}" dt="2024-03-12T06:01:22.651" v="42"/>
        <pc:sldMkLst>
          <pc:docMk/>
          <pc:sldMk cId="3523945655" sldId="2147474114"/>
        </pc:sldMkLst>
      </pc:sldChg>
      <pc:sldChg chg="ord">
        <pc:chgData name="Kanduru, Raghava" userId="S::raghava.kanduru@capgemini.com::cf8c09de-c40c-47a2-971b-c612c06e0906" providerId="AD" clId="Web-{8EC28091-A089-4215-9C69-17B549A8F4AC}" dt="2024-03-12T06:01:15.589" v="39"/>
        <pc:sldMkLst>
          <pc:docMk/>
          <pc:sldMk cId="3753178280" sldId="2147474115"/>
        </pc:sldMkLst>
      </pc:sldChg>
      <pc:sldChg chg="ord">
        <pc:chgData name="Kanduru, Raghava" userId="S::raghava.kanduru@capgemini.com::cf8c09de-c40c-47a2-971b-c612c06e0906" providerId="AD" clId="Web-{8EC28091-A089-4215-9C69-17B549A8F4AC}" dt="2024-03-12T06:00:34.025" v="37"/>
        <pc:sldMkLst>
          <pc:docMk/>
          <pc:sldMk cId="3242958873" sldId="2147474116"/>
        </pc:sldMkLst>
      </pc:sldChg>
      <pc:sldChg chg="ord">
        <pc:chgData name="Kanduru, Raghava" userId="S::raghava.kanduru@capgemini.com::cf8c09de-c40c-47a2-971b-c612c06e0906" providerId="AD" clId="Web-{8EC28091-A089-4215-9C69-17B549A8F4AC}" dt="2024-03-12T06:01:15.589" v="41"/>
        <pc:sldMkLst>
          <pc:docMk/>
          <pc:sldMk cId="1493796699" sldId="2147474123"/>
        </pc:sldMkLst>
      </pc:sldChg>
      <pc:sldChg chg="mod ord modShow">
        <pc:chgData name="Kanduru, Raghava" userId="S::raghava.kanduru@capgemini.com::cf8c09de-c40c-47a2-971b-c612c06e0906" providerId="AD" clId="Web-{8EC28091-A089-4215-9C69-17B549A8F4AC}" dt="2024-03-12T06:03:18.748" v="44"/>
        <pc:sldMkLst>
          <pc:docMk/>
          <pc:sldMk cId="3692177319" sldId="2147474156"/>
        </pc:sldMkLst>
      </pc:sldChg>
      <pc:sldChg chg="ord">
        <pc:chgData name="Kanduru, Raghava" userId="S::raghava.kanduru@capgemini.com::cf8c09de-c40c-47a2-971b-c612c06e0906" providerId="AD" clId="Web-{8EC28091-A089-4215-9C69-17B549A8F4AC}" dt="2024-03-12T05:58:42.506" v="2"/>
        <pc:sldMkLst>
          <pc:docMk/>
          <pc:sldMk cId="2806278602" sldId="2147474157"/>
        </pc:sldMkLst>
      </pc:sldChg>
      <pc:sldChg chg="add">
        <pc:chgData name="Kanduru, Raghava" userId="S::raghava.kanduru@capgemini.com::cf8c09de-c40c-47a2-971b-c612c06e0906" providerId="AD" clId="Web-{8EC28091-A089-4215-9C69-17B549A8F4AC}" dt="2024-03-12T05:38:05.021" v="0"/>
        <pc:sldMkLst>
          <pc:docMk/>
          <pc:sldMk cId="3711325015" sldId="2147474159"/>
        </pc:sldMkLst>
      </pc:sldChg>
    </pc:docChg>
  </pc:docChgLst>
  <pc:docChgLst>
    <pc:chgData name="Kanduru, Raghava" userId="S::raghava.kanduru@capgemini.com::cf8c09de-c40c-47a2-971b-c612c06e0906" providerId="AD" clId="Web-{6323A252-A620-49AA-9D35-DC01AF2DCCA3}"/>
    <pc:docChg chg="addSld">
      <pc:chgData name="Kanduru, Raghava" userId="S::raghava.kanduru@capgemini.com::cf8c09de-c40c-47a2-971b-c612c06e0906" providerId="AD" clId="Web-{6323A252-A620-49AA-9D35-DC01AF2DCCA3}" dt="2024-03-12T18:11:33.493" v="0"/>
      <pc:docMkLst>
        <pc:docMk/>
      </pc:docMkLst>
      <pc:sldChg chg="add">
        <pc:chgData name="Kanduru, Raghava" userId="S::raghava.kanduru@capgemini.com::cf8c09de-c40c-47a2-971b-c612c06e0906" providerId="AD" clId="Web-{6323A252-A620-49AA-9D35-DC01AF2DCCA3}" dt="2024-03-12T18:11:33.493" v="0"/>
        <pc:sldMkLst>
          <pc:docMk/>
          <pc:sldMk cId="3845078339" sldId="2147474167"/>
        </pc:sldMkLst>
      </pc:sldChg>
    </pc:docChg>
  </pc:docChgLst>
  <pc:docChgLst>
    <pc:chgData name="Kanduru, Raghava" userId="S::raghava.kanduru@capgemini.com::cf8c09de-c40c-47a2-971b-c612c06e0906" providerId="AD" clId="Web-{D59FA340-F58F-4A35-8D63-DFCB06BC2D6A}"/>
    <pc:docChg chg="addSld delSld">
      <pc:chgData name="Kanduru, Raghava" userId="S::raghava.kanduru@capgemini.com::cf8c09de-c40c-47a2-971b-c612c06e0906" providerId="AD" clId="Web-{D59FA340-F58F-4A35-8D63-DFCB06BC2D6A}" dt="2024-03-12T17:05:00.450" v="1"/>
      <pc:docMkLst>
        <pc:docMk/>
      </pc:docMkLst>
      <pc:sldChg chg="del">
        <pc:chgData name="Kanduru, Raghava" userId="S::raghava.kanduru@capgemini.com::cf8c09de-c40c-47a2-971b-c612c06e0906" providerId="AD" clId="Web-{D59FA340-F58F-4A35-8D63-DFCB06BC2D6A}" dt="2024-03-12T17:05:00.450" v="1"/>
        <pc:sldMkLst>
          <pc:docMk/>
          <pc:sldMk cId="2553721168" sldId="2147474109"/>
        </pc:sldMkLst>
      </pc:sldChg>
      <pc:sldChg chg="add">
        <pc:chgData name="Kanduru, Raghava" userId="S::raghava.kanduru@capgemini.com::cf8c09de-c40c-47a2-971b-c612c06e0906" providerId="AD" clId="Web-{D59FA340-F58F-4A35-8D63-DFCB06BC2D6A}" dt="2024-03-12T17:04:56.341" v="0"/>
        <pc:sldMkLst>
          <pc:docMk/>
          <pc:sldMk cId="3281052071" sldId="2147474166"/>
        </pc:sldMkLst>
      </pc:sldChg>
    </pc:docChg>
  </pc:docChgLst>
  <pc:docChgLst>
    <pc:chgData name="Kanduru, Raghava" userId="S::raghava.kanduru@capgemini.com::cf8c09de-c40c-47a2-971b-c612c06e0906" providerId="AD" clId="Web-{ADB179A1-D191-42D5-A8F4-ED646E95FC00}"/>
    <pc:docChg chg="modSld">
      <pc:chgData name="Kanduru, Raghava" userId="S::raghava.kanduru@capgemini.com::cf8c09de-c40c-47a2-971b-c612c06e0906" providerId="AD" clId="Web-{ADB179A1-D191-42D5-A8F4-ED646E95FC00}" dt="2024-03-12T08:05:50.080" v="252"/>
      <pc:docMkLst>
        <pc:docMk/>
      </pc:docMkLst>
      <pc:sldChg chg="modSp">
        <pc:chgData name="Kanduru, Raghava" userId="S::raghava.kanduru@capgemini.com::cf8c09de-c40c-47a2-971b-c612c06e0906" providerId="AD" clId="Web-{ADB179A1-D191-42D5-A8F4-ED646E95FC00}" dt="2024-03-12T07:44:00.611" v="0" actId="14100"/>
        <pc:sldMkLst>
          <pc:docMk/>
          <pc:sldMk cId="68534792" sldId="2147474108"/>
        </pc:sldMkLst>
        <pc:spChg chg="mod">
          <ac:chgData name="Kanduru, Raghava" userId="S::raghava.kanduru@capgemini.com::cf8c09de-c40c-47a2-971b-c612c06e0906" providerId="AD" clId="Web-{ADB179A1-D191-42D5-A8F4-ED646E95FC00}" dt="2024-03-12T07:44:00.611" v="0" actId="14100"/>
          <ac:spMkLst>
            <pc:docMk/>
            <pc:sldMk cId="68534792" sldId="2147474108"/>
            <ac:spMk id="40" creationId="{177601E0-B58B-7EA0-D052-79361B5E63E1}"/>
          </ac:spMkLst>
        </pc:spChg>
      </pc:sldChg>
      <pc:sldChg chg="modSp">
        <pc:chgData name="Kanduru, Raghava" userId="S::raghava.kanduru@capgemini.com::cf8c09de-c40c-47a2-971b-c612c06e0906" providerId="AD" clId="Web-{ADB179A1-D191-42D5-A8F4-ED646E95FC00}" dt="2024-03-12T08:05:50.080" v="252"/>
        <pc:sldMkLst>
          <pc:docMk/>
          <pc:sldMk cId="1411463970" sldId="2147474152"/>
        </pc:sldMkLst>
        <pc:graphicFrameChg chg="mod modGraphic">
          <ac:chgData name="Kanduru, Raghava" userId="S::raghava.kanduru@capgemini.com::cf8c09de-c40c-47a2-971b-c612c06e0906" providerId="AD" clId="Web-{ADB179A1-D191-42D5-A8F4-ED646E95FC00}" dt="2024-03-12T08:05:50.080" v="252"/>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ADB179A1-D191-42D5-A8F4-ED646E95FC00}" dt="2024-03-12T08:03:36.289" v="214"/>
        <pc:sldMkLst>
          <pc:docMk/>
          <pc:sldMk cId="2001861423" sldId="2147474153"/>
        </pc:sldMkLst>
        <pc:graphicFrameChg chg="mod modGraphic">
          <ac:chgData name="Kanduru, Raghava" userId="S::raghava.kanduru@capgemini.com::cf8c09de-c40c-47a2-971b-c612c06e0906" providerId="AD" clId="Web-{ADB179A1-D191-42D5-A8F4-ED646E95FC00}" dt="2024-03-12T08:03:36.289" v="214"/>
          <ac:graphicFrameMkLst>
            <pc:docMk/>
            <pc:sldMk cId="2001861423" sldId="2147474153"/>
            <ac:graphicFrameMk id="8" creationId="{0449F75F-2706-876C-71DE-D728F38E233D}"/>
          </ac:graphicFrameMkLst>
        </pc:graphicFrameChg>
      </pc:sldChg>
      <pc:sldChg chg="modSp">
        <pc:chgData name="Kanduru, Raghava" userId="S::raghava.kanduru@capgemini.com::cf8c09de-c40c-47a2-971b-c612c06e0906" providerId="AD" clId="Web-{ADB179A1-D191-42D5-A8F4-ED646E95FC00}" dt="2024-03-12T07:55:18.630" v="44"/>
        <pc:sldMkLst>
          <pc:docMk/>
          <pc:sldMk cId="885501633" sldId="2147474161"/>
        </pc:sldMkLst>
        <pc:graphicFrameChg chg="mod modGraphic">
          <ac:chgData name="Kanduru, Raghava" userId="S::raghava.kanduru@capgemini.com::cf8c09de-c40c-47a2-971b-c612c06e0906" providerId="AD" clId="Web-{ADB179A1-D191-42D5-A8F4-ED646E95FC00}" dt="2024-03-12T07:55:18.630" v="44"/>
          <ac:graphicFrameMkLst>
            <pc:docMk/>
            <pc:sldMk cId="885501633" sldId="2147474161"/>
            <ac:graphicFrameMk id="7" creationId="{F09AD3DE-54A7-DD92-2123-3432F75CB9A8}"/>
          </ac:graphicFrameMkLst>
        </pc:graphicFrameChg>
      </pc:sldChg>
    </pc:docChg>
  </pc:docChgLst>
  <pc:docChgLst>
    <pc:chgData name="Kanduru, Raghava" userId="S::raghava.kanduru@capgemini.com::cf8c09de-c40c-47a2-971b-c612c06e0906" providerId="AD" clId="Web-{ED33B2FB-F84E-4FCB-88E2-127186548EA2}"/>
    <pc:docChg chg="modSld">
      <pc:chgData name="Kanduru, Raghava" userId="S::raghava.kanduru@capgemini.com::cf8c09de-c40c-47a2-971b-c612c06e0906" providerId="AD" clId="Web-{ED33B2FB-F84E-4FCB-88E2-127186548EA2}" dt="2024-03-12T14:10:46.806" v="9" actId="20577"/>
      <pc:docMkLst>
        <pc:docMk/>
      </pc:docMkLst>
      <pc:sldChg chg="modSp">
        <pc:chgData name="Kanduru, Raghava" userId="S::raghava.kanduru@capgemini.com::cf8c09de-c40c-47a2-971b-c612c06e0906" providerId="AD" clId="Web-{ED33B2FB-F84E-4FCB-88E2-127186548EA2}" dt="2024-03-12T14:10:46.806" v="9" actId="20577"/>
        <pc:sldMkLst>
          <pc:docMk/>
          <pc:sldMk cId="3711325015" sldId="2147474159"/>
        </pc:sldMkLst>
        <pc:spChg chg="mod">
          <ac:chgData name="Kanduru, Raghava" userId="S::raghava.kanduru@capgemini.com::cf8c09de-c40c-47a2-971b-c612c06e0906" providerId="AD" clId="Web-{ED33B2FB-F84E-4FCB-88E2-127186548EA2}" dt="2024-03-12T14:10:02.274" v="5" actId="20577"/>
          <ac:spMkLst>
            <pc:docMk/>
            <pc:sldMk cId="3711325015" sldId="2147474159"/>
            <ac:spMk id="3" creationId="{FEFD9BC5-C28B-C1C8-3052-EEA547CE97F1}"/>
          </ac:spMkLst>
        </pc:spChg>
        <pc:spChg chg="mod">
          <ac:chgData name="Kanduru, Raghava" userId="S::raghava.kanduru@capgemini.com::cf8c09de-c40c-47a2-971b-c612c06e0906" providerId="AD" clId="Web-{ED33B2FB-F84E-4FCB-88E2-127186548EA2}" dt="2024-03-12T14:10:46.806" v="9" actId="20577"/>
          <ac:spMkLst>
            <pc:docMk/>
            <pc:sldMk cId="3711325015" sldId="2147474159"/>
            <ac:spMk id="57" creationId="{FA9B77D7-CB12-72E7-9C39-15642DAD2A8B}"/>
          </ac:spMkLst>
        </pc:spChg>
      </pc:sldChg>
    </pc:docChg>
  </pc:docChgLst>
  <pc:docChgLst>
    <pc:chgData name="Kanduru, Raghava" userId="S::raghava.kanduru@capgemini.com::cf8c09de-c40c-47a2-971b-c612c06e0906" providerId="AD" clId="Web-{00361540-B1A9-4A17-8EAE-83214B8D842A}"/>
    <pc:docChg chg="modSld">
      <pc:chgData name="Kanduru, Raghava" userId="S::raghava.kanduru@capgemini.com::cf8c09de-c40c-47a2-971b-c612c06e0906" providerId="AD" clId="Web-{00361540-B1A9-4A17-8EAE-83214B8D842A}" dt="2024-03-12T09:42:57.032" v="25"/>
      <pc:docMkLst>
        <pc:docMk/>
      </pc:docMkLst>
      <pc:sldChg chg="modSp">
        <pc:chgData name="Kanduru, Raghava" userId="S::raghava.kanduru@capgemini.com::cf8c09de-c40c-47a2-971b-c612c06e0906" providerId="AD" clId="Web-{00361540-B1A9-4A17-8EAE-83214B8D842A}" dt="2024-03-12T09:42:57.032" v="25"/>
        <pc:sldMkLst>
          <pc:docMk/>
          <pc:sldMk cId="1414742847" sldId="2147474160"/>
        </pc:sldMkLst>
        <pc:graphicFrameChg chg="mod modGraphic">
          <ac:chgData name="Kanduru, Raghava" userId="S::raghava.kanduru@capgemini.com::cf8c09de-c40c-47a2-971b-c612c06e0906" providerId="AD" clId="Web-{00361540-B1A9-4A17-8EAE-83214B8D842A}" dt="2024-03-12T09:42:57.032" v="25"/>
          <ac:graphicFrameMkLst>
            <pc:docMk/>
            <pc:sldMk cId="1414742847" sldId="2147474160"/>
            <ac:graphicFrameMk id="7" creationId="{1470A3E6-EED3-B469-6894-7ADF80D74BC2}"/>
          </ac:graphicFrameMkLst>
        </pc:graphicFrameChg>
      </pc:sldChg>
    </pc:docChg>
  </pc:docChgLst>
  <pc:docChgLst>
    <pc:chgData name="Kanduru, Raghava" userId="S::raghava.kanduru@capgemini.com::cf8c09de-c40c-47a2-971b-c612c06e0906" providerId="AD" clId="Web-{919010C4-DE47-4F09-81BE-5FEA0F973454}"/>
    <pc:docChg chg="delSld">
      <pc:chgData name="Kanduru, Raghava" userId="S::raghava.kanduru@capgemini.com::cf8c09de-c40c-47a2-971b-c612c06e0906" providerId="AD" clId="Web-{919010C4-DE47-4F09-81BE-5FEA0F973454}" dt="2024-03-13T05:28:11.159" v="2"/>
      <pc:docMkLst>
        <pc:docMk/>
      </pc:docMkLst>
      <pc:sldChg chg="del">
        <pc:chgData name="Kanduru, Raghava" userId="S::raghava.kanduru@capgemini.com::cf8c09de-c40c-47a2-971b-c612c06e0906" providerId="AD" clId="Web-{919010C4-DE47-4F09-81BE-5FEA0F973454}" dt="2024-03-13T05:28:11.159" v="2"/>
        <pc:sldMkLst>
          <pc:docMk/>
          <pc:sldMk cId="1393123966" sldId="2147474105"/>
        </pc:sldMkLst>
      </pc:sldChg>
      <pc:sldChg chg="del">
        <pc:chgData name="Kanduru, Raghava" userId="S::raghava.kanduru@capgemini.com::cf8c09de-c40c-47a2-971b-c612c06e0906" providerId="AD" clId="Web-{919010C4-DE47-4F09-81BE-5FEA0F973454}" dt="2024-03-13T05:28:11.159" v="1"/>
        <pc:sldMkLst>
          <pc:docMk/>
          <pc:sldMk cId="1302496557" sldId="2147474106"/>
        </pc:sldMkLst>
      </pc:sldChg>
      <pc:sldChg chg="del">
        <pc:chgData name="Kanduru, Raghava" userId="S::raghava.kanduru@capgemini.com::cf8c09de-c40c-47a2-971b-c612c06e0906" providerId="AD" clId="Web-{919010C4-DE47-4F09-81BE-5FEA0F973454}" dt="2024-03-13T05:28:11.143" v="0"/>
        <pc:sldMkLst>
          <pc:docMk/>
          <pc:sldMk cId="2311759624" sldId="2147474110"/>
        </pc:sldMkLst>
      </pc:sldChg>
    </pc:docChg>
  </pc:docChgLst>
  <pc:docChgLst>
    <pc:chgData name="Kanduru, Raghava" userId="S::raghava.kanduru@capgemini.com::cf8c09de-c40c-47a2-971b-c612c06e0906" providerId="AD" clId="Web-{4DC1C0E1-0D5C-4F00-A7FD-577929282E27}"/>
    <pc:docChg chg="modSld sldOrd">
      <pc:chgData name="Kanduru, Raghava" userId="S::raghava.kanduru@capgemini.com::cf8c09de-c40c-47a2-971b-c612c06e0906" providerId="AD" clId="Web-{4DC1C0E1-0D5C-4F00-A7FD-577929282E27}" dt="2024-03-12T10:11:01.645" v="1"/>
      <pc:docMkLst>
        <pc:docMk/>
      </pc:docMkLst>
      <pc:sldChg chg="mod ord modShow">
        <pc:chgData name="Kanduru, Raghava" userId="S::raghava.kanduru@capgemini.com::cf8c09de-c40c-47a2-971b-c612c06e0906" providerId="AD" clId="Web-{4DC1C0E1-0D5C-4F00-A7FD-577929282E27}" dt="2024-03-12T10:11:01.645" v="1"/>
        <pc:sldMkLst>
          <pc:docMk/>
          <pc:sldMk cId="2626391186" sldId="2147474118"/>
        </pc:sldMkLst>
      </pc:sldChg>
    </pc:docChg>
  </pc:docChgLst>
  <pc:docChgLst>
    <pc:chgData name="Kanduru, Raghava" userId="S::raghava.kanduru@capgemini.com::cf8c09de-c40c-47a2-971b-c612c06e0906" providerId="AD" clId="Web-{63AAD094-420F-4012-A966-A977F70FBF11}"/>
    <pc:docChg chg="addSld delSld modSld">
      <pc:chgData name="Kanduru, Raghava" userId="S::raghava.kanduru@capgemini.com::cf8c09de-c40c-47a2-971b-c612c06e0906" providerId="AD" clId="Web-{63AAD094-420F-4012-A966-A977F70FBF11}" dt="2024-03-12T09:18:17.096" v="9"/>
      <pc:docMkLst>
        <pc:docMk/>
      </pc:docMkLst>
      <pc:sldChg chg="modSp del">
        <pc:chgData name="Kanduru, Raghava" userId="S::raghava.kanduru@capgemini.com::cf8c09de-c40c-47a2-971b-c612c06e0906" providerId="AD" clId="Web-{63AAD094-420F-4012-A966-A977F70FBF11}" dt="2024-03-12T09:18:17.096" v="9"/>
        <pc:sldMkLst>
          <pc:docMk/>
          <pc:sldMk cId="1777781894" sldId="2147474098"/>
        </pc:sldMkLst>
        <pc:spChg chg="mod">
          <ac:chgData name="Kanduru, Raghava" userId="S::raghava.kanduru@capgemini.com::cf8c09de-c40c-47a2-971b-c612c06e0906" providerId="AD" clId="Web-{63AAD094-420F-4012-A966-A977F70FBF11}" dt="2024-03-12T09:13:57.873" v="1"/>
          <ac:spMkLst>
            <pc:docMk/>
            <pc:sldMk cId="1777781894" sldId="2147474098"/>
            <ac:spMk id="4" creationId="{706B6A75-28EE-1CEB-7E72-360E7BA43EB4}"/>
          </ac:spMkLst>
        </pc:spChg>
        <pc:spChg chg="mod">
          <ac:chgData name="Kanduru, Raghava" userId="S::raghava.kanduru@capgemini.com::cf8c09de-c40c-47a2-971b-c612c06e0906" providerId="AD" clId="Web-{63AAD094-420F-4012-A966-A977F70FBF11}" dt="2024-03-12T09:16:39.751" v="7" actId="1076"/>
          <ac:spMkLst>
            <pc:docMk/>
            <pc:sldMk cId="1777781894" sldId="2147474098"/>
            <ac:spMk id="64" creationId="{56C8ED0B-81D8-46AA-6AD3-9599BED25299}"/>
          </ac:spMkLst>
        </pc:spChg>
        <pc:spChg chg="mod">
          <ac:chgData name="Kanduru, Raghava" userId="S::raghava.kanduru@capgemini.com::cf8c09de-c40c-47a2-971b-c612c06e0906" providerId="AD" clId="Web-{63AAD094-420F-4012-A966-A977F70FBF11}" dt="2024-03-12T09:14:24.436" v="3"/>
          <ac:spMkLst>
            <pc:docMk/>
            <pc:sldMk cId="1777781894" sldId="2147474098"/>
            <ac:spMk id="67" creationId="{3E936388-8B97-58FF-A34C-E612EA3AE1DB}"/>
          </ac:spMkLst>
        </pc:spChg>
        <pc:spChg chg="mod">
          <ac:chgData name="Kanduru, Raghava" userId="S::raghava.kanduru@capgemini.com::cf8c09de-c40c-47a2-971b-c612c06e0906" providerId="AD" clId="Web-{63AAD094-420F-4012-A966-A977F70FBF11}" dt="2024-03-12T09:14:24.436" v="4"/>
          <ac:spMkLst>
            <pc:docMk/>
            <pc:sldMk cId="1777781894" sldId="2147474098"/>
            <ac:spMk id="68" creationId="{6EC92D07-E96C-E6F1-6144-5C016A8483E5}"/>
          </ac:spMkLst>
        </pc:spChg>
        <pc:spChg chg="mod">
          <ac:chgData name="Kanduru, Raghava" userId="S::raghava.kanduru@capgemini.com::cf8c09de-c40c-47a2-971b-c612c06e0906" providerId="AD" clId="Web-{63AAD094-420F-4012-A966-A977F70FBF11}" dt="2024-03-12T09:14:24.436" v="5"/>
          <ac:spMkLst>
            <pc:docMk/>
            <pc:sldMk cId="1777781894" sldId="2147474098"/>
            <ac:spMk id="69" creationId="{5D7DF35D-547B-CEF6-8912-5239B47DA582}"/>
          </ac:spMkLst>
        </pc:spChg>
        <pc:spChg chg="mod">
          <ac:chgData name="Kanduru, Raghava" userId="S::raghava.kanduru@capgemini.com::cf8c09de-c40c-47a2-971b-c612c06e0906" providerId="AD" clId="Web-{63AAD094-420F-4012-A966-A977F70FBF11}" dt="2024-03-12T09:14:24.655" v="6"/>
          <ac:spMkLst>
            <pc:docMk/>
            <pc:sldMk cId="1777781894" sldId="2147474098"/>
            <ac:spMk id="70" creationId="{FAE2441E-7556-7B01-38DD-4F7576311E9F}"/>
          </ac:spMkLst>
        </pc:spChg>
      </pc:sldChg>
      <pc:sldChg chg="add">
        <pc:chgData name="Kanduru, Raghava" userId="S::raghava.kanduru@capgemini.com::cf8c09de-c40c-47a2-971b-c612c06e0906" providerId="AD" clId="Web-{63AAD094-420F-4012-A966-A977F70FBF11}" dt="2024-03-12T09:18:06.408" v="8"/>
        <pc:sldMkLst>
          <pc:docMk/>
          <pc:sldMk cId="3236229823" sldId="2147474164"/>
        </pc:sldMkLst>
      </pc:sldChg>
    </pc:docChg>
  </pc:docChgLst>
  <pc:docChgLst>
    <pc:chgData name="Kanduru, Raghava" userId="S::raghava.kanduru@capgemini.com::cf8c09de-c40c-47a2-971b-c612c06e0906" providerId="AD" clId="Web-{84D89B99-BBD0-431D-A403-90C78B55FA24}"/>
    <pc:docChg chg="modSld">
      <pc:chgData name="Kanduru, Raghava" userId="S::raghava.kanduru@capgemini.com::cf8c09de-c40c-47a2-971b-c612c06e0906" providerId="AD" clId="Web-{84D89B99-BBD0-431D-A403-90C78B55FA24}" dt="2024-03-12T13:58:45.567" v="204" actId="14100"/>
      <pc:docMkLst>
        <pc:docMk/>
      </pc:docMkLst>
      <pc:sldChg chg="addSp delSp modSp">
        <pc:chgData name="Kanduru, Raghava" userId="S::raghava.kanduru@capgemini.com::cf8c09de-c40c-47a2-971b-c612c06e0906" providerId="AD" clId="Web-{84D89B99-BBD0-431D-A403-90C78B55FA24}" dt="2024-03-12T13:58:45.567" v="204" actId="14100"/>
        <pc:sldMkLst>
          <pc:docMk/>
          <pc:sldMk cId="3711325015" sldId="2147474159"/>
        </pc:sldMkLst>
        <pc:spChg chg="add del mod">
          <ac:chgData name="Kanduru, Raghava" userId="S::raghava.kanduru@capgemini.com::cf8c09de-c40c-47a2-971b-c612c06e0906" providerId="AD" clId="Web-{84D89B99-BBD0-431D-A403-90C78B55FA24}" dt="2024-03-12T13:49:24.806" v="147" actId="1076"/>
          <ac:spMkLst>
            <pc:docMk/>
            <pc:sldMk cId="3711325015" sldId="2147474159"/>
            <ac:spMk id="3" creationId="{FEFD9BC5-C28B-C1C8-3052-EEA547CE97F1}"/>
          </ac:spMkLst>
        </pc:spChg>
        <pc:spChg chg="add del mod">
          <ac:chgData name="Kanduru, Raghava" userId="S::raghava.kanduru@capgemini.com::cf8c09de-c40c-47a2-971b-c612c06e0906" providerId="AD" clId="Web-{84D89B99-BBD0-431D-A403-90C78B55FA24}" dt="2024-03-12T13:49:31.041" v="163" actId="1076"/>
          <ac:spMkLst>
            <pc:docMk/>
            <pc:sldMk cId="3711325015" sldId="2147474159"/>
            <ac:spMk id="6" creationId="{4075ED8A-5485-62F1-BBA6-2C62EAA06B1C}"/>
          </ac:spMkLst>
        </pc:spChg>
        <pc:spChg chg="add del mod">
          <ac:chgData name="Kanduru, Raghava" userId="S::raghava.kanduru@capgemini.com::cf8c09de-c40c-47a2-971b-c612c06e0906" providerId="AD" clId="Web-{84D89B99-BBD0-431D-A403-90C78B55FA24}" dt="2024-03-12T13:49:22.665" v="121" actId="1076"/>
          <ac:spMkLst>
            <pc:docMk/>
            <pc:sldMk cId="3711325015" sldId="2147474159"/>
            <ac:spMk id="7" creationId="{CF482E92-8843-4B1E-9460-85D780F726E7}"/>
          </ac:spMkLst>
        </pc:spChg>
        <pc:spChg chg="add del mod">
          <ac:chgData name="Kanduru, Raghava" userId="S::raghava.kanduru@capgemini.com::cf8c09de-c40c-47a2-971b-c612c06e0906" providerId="AD" clId="Web-{84D89B99-BBD0-431D-A403-90C78B55FA24}" dt="2024-03-12T13:49:22.743" v="122" actId="1076"/>
          <ac:spMkLst>
            <pc:docMk/>
            <pc:sldMk cId="3711325015" sldId="2147474159"/>
            <ac:spMk id="8" creationId="{D2143455-0E20-4682-A2DF-1F58AC4B1135}"/>
          </ac:spMkLst>
        </pc:spChg>
        <pc:spChg chg="add del mod">
          <ac:chgData name="Kanduru, Raghava" userId="S::raghava.kanduru@capgemini.com::cf8c09de-c40c-47a2-971b-c612c06e0906" providerId="AD" clId="Web-{84D89B99-BBD0-431D-A403-90C78B55FA24}" dt="2024-03-12T13:49:29.728" v="148" actId="1076"/>
          <ac:spMkLst>
            <pc:docMk/>
            <pc:sldMk cId="3711325015" sldId="2147474159"/>
            <ac:spMk id="9" creationId="{C1937554-0865-4E7F-8D99-F7B08ABAFA6F}"/>
          </ac:spMkLst>
        </pc:spChg>
        <pc:spChg chg="add del mod">
          <ac:chgData name="Kanduru, Raghava" userId="S::raghava.kanduru@capgemini.com::cf8c09de-c40c-47a2-971b-c612c06e0906" providerId="AD" clId="Web-{84D89B99-BBD0-431D-A403-90C78B55FA24}" dt="2024-03-12T13:49:29.822" v="149" actId="1076"/>
          <ac:spMkLst>
            <pc:docMk/>
            <pc:sldMk cId="3711325015" sldId="2147474159"/>
            <ac:spMk id="10" creationId="{FEE61689-EBDC-4DD7-8E85-3EDAE8A91A48}"/>
          </ac:spMkLst>
        </pc:spChg>
        <pc:spChg chg="add del mod">
          <ac:chgData name="Kanduru, Raghava" userId="S::raghava.kanduru@capgemini.com::cf8c09de-c40c-47a2-971b-c612c06e0906" providerId="AD" clId="Web-{84D89B99-BBD0-431D-A403-90C78B55FA24}" dt="2024-03-12T13:49:31.103" v="164" actId="1076"/>
          <ac:spMkLst>
            <pc:docMk/>
            <pc:sldMk cId="3711325015" sldId="2147474159"/>
            <ac:spMk id="11" creationId="{873DABBF-ACC5-70E9-5C0E-7E29BF76981A}"/>
          </ac:spMkLst>
        </pc:spChg>
        <pc:spChg chg="add del mod">
          <ac:chgData name="Kanduru, Raghava" userId="S::raghava.kanduru@capgemini.com::cf8c09de-c40c-47a2-971b-c612c06e0906" providerId="AD" clId="Web-{84D89B99-BBD0-431D-A403-90C78B55FA24}" dt="2024-03-12T13:49:22.837" v="123" actId="1076"/>
          <ac:spMkLst>
            <pc:docMk/>
            <pc:sldMk cId="3711325015" sldId="2147474159"/>
            <ac:spMk id="13" creationId="{95FBCEB3-4ABC-4E9E-BA08-C48578BAB9FD}"/>
          </ac:spMkLst>
        </pc:spChg>
        <pc:spChg chg="add mod">
          <ac:chgData name="Kanduru, Raghava" userId="S::raghava.kanduru@capgemini.com::cf8c09de-c40c-47a2-971b-c612c06e0906" providerId="AD" clId="Web-{84D89B99-BBD0-431D-A403-90C78B55FA24}" dt="2024-03-12T13:51:00.967" v="180" actId="20577"/>
          <ac:spMkLst>
            <pc:docMk/>
            <pc:sldMk cId="3711325015" sldId="2147474159"/>
            <ac:spMk id="15" creationId="{F5F56D37-7D16-F5FB-A7BB-EC0BE051CBC4}"/>
          </ac:spMkLst>
        </pc:spChg>
        <pc:spChg chg="add mod">
          <ac:chgData name="Kanduru, Raghava" userId="S::raghava.kanduru@capgemini.com::cf8c09de-c40c-47a2-971b-c612c06e0906" providerId="AD" clId="Web-{84D89B99-BBD0-431D-A403-90C78B55FA24}" dt="2024-03-12T13:57:25.939" v="197" actId="14100"/>
          <ac:spMkLst>
            <pc:docMk/>
            <pc:sldMk cId="3711325015" sldId="2147474159"/>
            <ac:spMk id="16" creationId="{B6115C53-43F7-67FD-689E-29E4FE040E16}"/>
          </ac:spMkLst>
        </pc:spChg>
        <pc:spChg chg="add del mod">
          <ac:chgData name="Kanduru, Raghava" userId="S::raghava.kanduru@capgemini.com::cf8c09de-c40c-47a2-971b-c612c06e0906" providerId="AD" clId="Web-{84D89B99-BBD0-431D-A403-90C78B55FA24}" dt="2024-03-12T13:55:11.667" v="190" actId="20577"/>
          <ac:spMkLst>
            <pc:docMk/>
            <pc:sldMk cId="3711325015" sldId="2147474159"/>
            <ac:spMk id="17" creationId="{F7E444AF-7BFA-5FBE-BCCC-C8CF5A9F0EC0}"/>
          </ac:spMkLst>
        </pc:spChg>
        <pc:spChg chg="add del mod">
          <ac:chgData name="Kanduru, Raghava" userId="S::raghava.kanduru@capgemini.com::cf8c09de-c40c-47a2-971b-c612c06e0906" providerId="AD" clId="Web-{84D89B99-BBD0-431D-A403-90C78B55FA24}" dt="2024-03-12T13:49:23.072" v="126" actId="1076"/>
          <ac:spMkLst>
            <pc:docMk/>
            <pc:sldMk cId="3711325015" sldId="2147474159"/>
            <ac:spMk id="18" creationId="{571B77EA-D609-72E9-E7C1-18DC17A1913C}"/>
          </ac:spMkLst>
        </pc:spChg>
        <pc:spChg chg="add del mod">
          <ac:chgData name="Kanduru, Raghava" userId="S::raghava.kanduru@capgemini.com::cf8c09de-c40c-47a2-971b-c612c06e0906" providerId="AD" clId="Web-{84D89B99-BBD0-431D-A403-90C78B55FA24}" dt="2024-03-12T13:49:22.915" v="124" actId="1076"/>
          <ac:spMkLst>
            <pc:docMk/>
            <pc:sldMk cId="3711325015" sldId="2147474159"/>
            <ac:spMk id="19" creationId="{6B3A656C-CE13-452F-85D6-4B259CB637C3}"/>
          </ac:spMkLst>
        </pc:spChg>
        <pc:spChg chg="add del mod">
          <ac:chgData name="Kanduru, Raghava" userId="S::raghava.kanduru@capgemini.com::cf8c09de-c40c-47a2-971b-c612c06e0906" providerId="AD" clId="Web-{84D89B99-BBD0-431D-A403-90C78B55FA24}" dt="2024-03-12T13:57:14.126" v="195"/>
          <ac:spMkLst>
            <pc:docMk/>
            <pc:sldMk cId="3711325015" sldId="2147474159"/>
            <ac:spMk id="20" creationId="{C919CAF5-06CE-05BF-DC16-A4CBB03AD200}"/>
          </ac:spMkLst>
        </pc:spChg>
        <pc:spChg chg="add mod">
          <ac:chgData name="Kanduru, Raghava" userId="S::raghava.kanduru@capgemini.com::cf8c09de-c40c-47a2-971b-c612c06e0906" providerId="AD" clId="Web-{84D89B99-BBD0-431D-A403-90C78B55FA24}" dt="2024-03-12T13:58:00.300" v="201" actId="14100"/>
          <ac:spMkLst>
            <pc:docMk/>
            <pc:sldMk cId="3711325015" sldId="2147474159"/>
            <ac:spMk id="21" creationId="{FCD6F789-9030-3356-D557-FF5CD98FC225}"/>
          </ac:spMkLst>
        </pc:spChg>
        <pc:spChg chg="add mod">
          <ac:chgData name="Kanduru, Raghava" userId="S::raghava.kanduru@capgemini.com::cf8c09de-c40c-47a2-971b-c612c06e0906" providerId="AD" clId="Web-{84D89B99-BBD0-431D-A403-90C78B55FA24}" dt="2024-03-12T13:57:49.643" v="200" actId="20577"/>
          <ac:spMkLst>
            <pc:docMk/>
            <pc:sldMk cId="3711325015" sldId="2147474159"/>
            <ac:spMk id="22" creationId="{C5477E02-1B87-0425-2FFE-22E7E6642DDC}"/>
          </ac:spMkLst>
        </pc:spChg>
        <pc:spChg chg="add del mod">
          <ac:chgData name="Kanduru, Raghava" userId="S::raghava.kanduru@capgemini.com::cf8c09de-c40c-47a2-971b-c612c06e0906" providerId="AD" clId="Web-{84D89B99-BBD0-431D-A403-90C78B55FA24}" dt="2024-03-12T13:49:23.134" v="127" actId="1076"/>
          <ac:spMkLst>
            <pc:docMk/>
            <pc:sldMk cId="3711325015" sldId="2147474159"/>
            <ac:spMk id="24" creationId="{955E6E69-29C1-1718-D72A-5AE79009A804}"/>
          </ac:spMkLst>
        </pc:spChg>
        <pc:spChg chg="add del mod">
          <ac:chgData name="Kanduru, Raghava" userId="S::raghava.kanduru@capgemini.com::cf8c09de-c40c-47a2-971b-c612c06e0906" providerId="AD" clId="Web-{84D89B99-BBD0-431D-A403-90C78B55FA24}" dt="2024-03-12T13:58:13.878" v="202" actId="14100"/>
          <ac:spMkLst>
            <pc:docMk/>
            <pc:sldMk cId="3711325015" sldId="2147474159"/>
            <ac:spMk id="25" creationId="{D41F7F17-E643-06F5-2DCE-DAA285B8B81F}"/>
          </ac:spMkLst>
        </pc:spChg>
        <pc:spChg chg="add del mod">
          <ac:chgData name="Kanduru, Raghava" userId="S::raghava.kanduru@capgemini.com::cf8c09de-c40c-47a2-971b-c612c06e0906" providerId="AD" clId="Web-{84D89B99-BBD0-431D-A403-90C78B55FA24}" dt="2024-03-12T13:49:29.916" v="150" actId="1076"/>
          <ac:spMkLst>
            <pc:docMk/>
            <pc:sldMk cId="3711325015" sldId="2147474159"/>
            <ac:spMk id="27" creationId="{037FD3AD-AAD4-B517-A34E-059E0882B174}"/>
          </ac:spMkLst>
        </pc:spChg>
        <pc:spChg chg="add del mod">
          <ac:chgData name="Kanduru, Raghava" userId="S::raghava.kanduru@capgemini.com::cf8c09de-c40c-47a2-971b-c612c06e0906" providerId="AD" clId="Web-{84D89B99-BBD0-431D-A403-90C78B55FA24}" dt="2024-03-12T13:49:29.994" v="151" actId="1076"/>
          <ac:spMkLst>
            <pc:docMk/>
            <pc:sldMk cId="3711325015" sldId="2147474159"/>
            <ac:spMk id="29" creationId="{82A4A6F6-0286-166E-F87A-239937A5288F}"/>
          </ac:spMkLst>
        </pc:spChg>
        <pc:spChg chg="add del mod">
          <ac:chgData name="Kanduru, Raghava" userId="S::raghava.kanduru@capgemini.com::cf8c09de-c40c-47a2-971b-c612c06e0906" providerId="AD" clId="Web-{84D89B99-BBD0-431D-A403-90C78B55FA24}" dt="2024-03-12T13:55:42.402" v="193" actId="14100"/>
          <ac:spMkLst>
            <pc:docMk/>
            <pc:sldMk cId="3711325015" sldId="2147474159"/>
            <ac:spMk id="30" creationId="{012C5B66-D9FD-0740-42A2-41AA4659C14F}"/>
          </ac:spMkLst>
        </pc:spChg>
        <pc:spChg chg="add del mod">
          <ac:chgData name="Kanduru, Raghava" userId="S::raghava.kanduru@capgemini.com::cf8c09de-c40c-47a2-971b-c612c06e0906" providerId="AD" clId="Web-{84D89B99-BBD0-431D-A403-90C78B55FA24}" dt="2024-03-12T13:49:23.368" v="130" actId="1076"/>
          <ac:spMkLst>
            <pc:docMk/>
            <pc:sldMk cId="3711325015" sldId="2147474159"/>
            <ac:spMk id="31" creationId="{AEF0F270-8715-80BD-8234-1A25BB77CD8A}"/>
          </ac:spMkLst>
        </pc:spChg>
        <pc:spChg chg="add del mod">
          <ac:chgData name="Kanduru, Raghava" userId="S::raghava.kanduru@capgemini.com::cf8c09de-c40c-47a2-971b-c612c06e0906" providerId="AD" clId="Web-{84D89B99-BBD0-431D-A403-90C78B55FA24}" dt="2024-03-12T13:49:23.447" v="131" actId="1076"/>
          <ac:spMkLst>
            <pc:docMk/>
            <pc:sldMk cId="3711325015" sldId="2147474159"/>
            <ac:spMk id="32" creationId="{366739DA-9C53-EEA1-000E-0492FA2AF72B}"/>
          </ac:spMkLst>
        </pc:spChg>
        <pc:spChg chg="add del mod">
          <ac:chgData name="Kanduru, Raghava" userId="S::raghava.kanduru@capgemini.com::cf8c09de-c40c-47a2-971b-c612c06e0906" providerId="AD" clId="Web-{84D89B99-BBD0-431D-A403-90C78B55FA24}" dt="2024-03-12T13:49:23.540" v="132" actId="1076"/>
          <ac:spMkLst>
            <pc:docMk/>
            <pc:sldMk cId="3711325015" sldId="2147474159"/>
            <ac:spMk id="33" creationId="{A3F475C5-907D-6532-8579-331CF8BAE291}"/>
          </ac:spMkLst>
        </pc:spChg>
        <pc:spChg chg="add del mod">
          <ac:chgData name="Kanduru, Raghava" userId="S::raghava.kanduru@capgemini.com::cf8c09de-c40c-47a2-971b-c612c06e0906" providerId="AD" clId="Web-{84D89B99-BBD0-431D-A403-90C78B55FA24}" dt="2024-03-12T13:49:30.072" v="152" actId="1076"/>
          <ac:spMkLst>
            <pc:docMk/>
            <pc:sldMk cId="3711325015" sldId="2147474159"/>
            <ac:spMk id="35" creationId="{38C0802D-0DD2-8962-D173-E0CEC0C1442F}"/>
          </ac:spMkLst>
        </pc:spChg>
        <pc:spChg chg="add del mod">
          <ac:chgData name="Kanduru, Raghava" userId="S::raghava.kanduru@capgemini.com::cf8c09de-c40c-47a2-971b-c612c06e0906" providerId="AD" clId="Web-{84D89B99-BBD0-431D-A403-90C78B55FA24}" dt="2024-03-12T13:49:30.166" v="153" actId="1076"/>
          <ac:spMkLst>
            <pc:docMk/>
            <pc:sldMk cId="3711325015" sldId="2147474159"/>
            <ac:spMk id="36" creationId="{BE767C46-A885-510E-32C0-2B3BC0F7AEF8}"/>
          </ac:spMkLst>
        </pc:spChg>
        <pc:spChg chg="add del mod">
          <ac:chgData name="Kanduru, Raghava" userId="S::raghava.kanduru@capgemini.com::cf8c09de-c40c-47a2-971b-c612c06e0906" providerId="AD" clId="Web-{84D89B99-BBD0-431D-A403-90C78B55FA24}" dt="2024-03-12T13:55:53.215" v="194" actId="14100"/>
          <ac:spMkLst>
            <pc:docMk/>
            <pc:sldMk cId="3711325015" sldId="2147474159"/>
            <ac:spMk id="37" creationId="{BF0DF6CC-3BE1-2648-3B74-57113A199020}"/>
          </ac:spMkLst>
        </pc:spChg>
        <pc:spChg chg="add del mod">
          <ac:chgData name="Kanduru, Raghava" userId="S::raghava.kanduru@capgemini.com::cf8c09de-c40c-47a2-971b-c612c06e0906" providerId="AD" clId="Web-{84D89B99-BBD0-431D-A403-90C78B55FA24}" dt="2024-03-12T13:55:16.260" v="191"/>
          <ac:spMkLst>
            <pc:docMk/>
            <pc:sldMk cId="3711325015" sldId="2147474159"/>
            <ac:spMk id="38" creationId="{F842315E-7E2E-F59B-6C2D-5C287A347C4B}"/>
          </ac:spMkLst>
        </pc:spChg>
        <pc:spChg chg="add del mod">
          <ac:chgData name="Kanduru, Raghava" userId="S::raghava.kanduru@capgemini.com::cf8c09de-c40c-47a2-971b-c612c06e0906" providerId="AD" clId="Web-{84D89B99-BBD0-431D-A403-90C78B55FA24}" dt="2024-03-12T13:49:23.853" v="135" actId="1076"/>
          <ac:spMkLst>
            <pc:docMk/>
            <pc:sldMk cId="3711325015" sldId="2147474159"/>
            <ac:spMk id="40" creationId="{352D14A1-BAC8-8576-C1DC-F9C4DD35CBBE}"/>
          </ac:spMkLst>
        </pc:spChg>
        <pc:spChg chg="add del mod">
          <ac:chgData name="Kanduru, Raghava" userId="S::raghava.kanduru@capgemini.com::cf8c09de-c40c-47a2-971b-c612c06e0906" providerId="AD" clId="Web-{84D89B99-BBD0-431D-A403-90C78B55FA24}" dt="2024-03-12T13:49:23.931" v="136" actId="1076"/>
          <ac:spMkLst>
            <pc:docMk/>
            <pc:sldMk cId="3711325015" sldId="2147474159"/>
            <ac:spMk id="42" creationId="{19ED339B-7A18-7B10-E72E-B41146A09498}"/>
          </ac:spMkLst>
        </pc:spChg>
        <pc:spChg chg="add del mod">
          <ac:chgData name="Kanduru, Raghava" userId="S::raghava.kanduru@capgemini.com::cf8c09de-c40c-47a2-971b-c612c06e0906" providerId="AD" clId="Web-{84D89B99-BBD0-431D-A403-90C78B55FA24}" dt="2024-03-12T13:49:24.025" v="137" actId="1076"/>
          <ac:spMkLst>
            <pc:docMk/>
            <pc:sldMk cId="3711325015" sldId="2147474159"/>
            <ac:spMk id="43" creationId="{E8A31937-0281-AB06-CD23-C92E28045440}"/>
          </ac:spMkLst>
        </pc:spChg>
        <pc:spChg chg="add del mod">
          <ac:chgData name="Kanduru, Raghava" userId="S::raghava.kanduru@capgemini.com::cf8c09de-c40c-47a2-971b-c612c06e0906" providerId="AD" clId="Web-{84D89B99-BBD0-431D-A403-90C78B55FA24}" dt="2024-03-12T13:49:30.275" v="154" actId="1076"/>
          <ac:spMkLst>
            <pc:docMk/>
            <pc:sldMk cId="3711325015" sldId="2147474159"/>
            <ac:spMk id="45" creationId="{F90EC28B-1E07-0F7A-F0F6-57BE81225AA2}"/>
          </ac:spMkLst>
        </pc:spChg>
        <pc:spChg chg="add del mod">
          <ac:chgData name="Kanduru, Raghava" userId="S::raghava.kanduru@capgemini.com::cf8c09de-c40c-47a2-971b-c612c06e0906" providerId="AD" clId="Web-{84D89B99-BBD0-431D-A403-90C78B55FA24}" dt="2024-03-12T13:58:45.567" v="204" actId="14100"/>
          <ac:spMkLst>
            <pc:docMk/>
            <pc:sldMk cId="3711325015" sldId="2147474159"/>
            <ac:spMk id="46" creationId="{29E3ED98-0A5D-ACDF-C52F-5C788B3262F4}"/>
          </ac:spMkLst>
        </pc:spChg>
        <pc:spChg chg="add del mod">
          <ac:chgData name="Kanduru, Raghava" userId="S::raghava.kanduru@capgemini.com::cf8c09de-c40c-47a2-971b-c612c06e0906" providerId="AD" clId="Web-{84D89B99-BBD0-431D-A403-90C78B55FA24}" dt="2024-03-12T13:49:30.478" v="156" actId="1076"/>
          <ac:spMkLst>
            <pc:docMk/>
            <pc:sldMk cId="3711325015" sldId="2147474159"/>
            <ac:spMk id="47" creationId="{C1FD1D2F-8602-F2F1-0EF8-F3A5E2C835B3}"/>
          </ac:spMkLst>
        </pc:spChg>
        <pc:spChg chg="add del mod">
          <ac:chgData name="Kanduru, Raghava" userId="S::raghava.kanduru@capgemini.com::cf8c09de-c40c-47a2-971b-c612c06e0906" providerId="AD" clId="Web-{84D89B99-BBD0-431D-A403-90C78B55FA24}" dt="2024-03-12T13:49:30.572" v="157" actId="1076"/>
          <ac:spMkLst>
            <pc:docMk/>
            <pc:sldMk cId="3711325015" sldId="2147474159"/>
            <ac:spMk id="48" creationId="{DBBD1BD3-AEB4-3796-CD10-3E64FE8AEC55}"/>
          </ac:spMkLst>
        </pc:spChg>
        <pc:spChg chg="add del mod">
          <ac:chgData name="Kanduru, Raghava" userId="S::raghava.kanduru@capgemini.com::cf8c09de-c40c-47a2-971b-c612c06e0906" providerId="AD" clId="Web-{84D89B99-BBD0-431D-A403-90C78B55FA24}" dt="2024-03-12T13:49:30.650" v="158" actId="1076"/>
          <ac:spMkLst>
            <pc:docMk/>
            <pc:sldMk cId="3711325015" sldId="2147474159"/>
            <ac:spMk id="49" creationId="{4D207688-39E6-D5AF-EA8F-22F7187A7A77}"/>
          </ac:spMkLst>
        </pc:spChg>
        <pc:spChg chg="add del mod">
          <ac:chgData name="Kanduru, Raghava" userId="S::raghava.kanduru@capgemini.com::cf8c09de-c40c-47a2-971b-c612c06e0906" providerId="AD" clId="Web-{84D89B99-BBD0-431D-A403-90C78B55FA24}" dt="2024-03-12T13:49:30.728" v="159" actId="1076"/>
          <ac:spMkLst>
            <pc:docMk/>
            <pc:sldMk cId="3711325015" sldId="2147474159"/>
            <ac:spMk id="50" creationId="{D31C03AB-5717-C9FC-3DCC-1A11E329B31D}"/>
          </ac:spMkLst>
        </pc:spChg>
        <pc:spChg chg="add del mod">
          <ac:chgData name="Kanduru, Raghava" userId="S::raghava.kanduru@capgemini.com::cf8c09de-c40c-47a2-971b-c612c06e0906" providerId="AD" clId="Web-{84D89B99-BBD0-431D-A403-90C78B55FA24}" dt="2024-03-12T13:49:24.119" v="138" actId="1076"/>
          <ac:spMkLst>
            <pc:docMk/>
            <pc:sldMk cId="3711325015" sldId="2147474159"/>
            <ac:spMk id="51" creationId="{DEEC0034-B3D3-273D-2EAA-CA6ABA791932}"/>
          </ac:spMkLst>
        </pc:spChg>
        <pc:spChg chg="add del mod">
          <ac:chgData name="Kanduru, Raghava" userId="S::raghava.kanduru@capgemini.com::cf8c09de-c40c-47a2-971b-c612c06e0906" providerId="AD" clId="Web-{84D89B99-BBD0-431D-A403-90C78B55FA24}" dt="2024-03-12T13:49:30.806" v="160" actId="1076"/>
          <ac:spMkLst>
            <pc:docMk/>
            <pc:sldMk cId="3711325015" sldId="2147474159"/>
            <ac:spMk id="54" creationId="{E71E1F2D-6EDC-DCFD-7472-49C20451C5CE}"/>
          </ac:spMkLst>
        </pc:spChg>
        <pc:spChg chg="add del mod">
          <ac:chgData name="Kanduru, Raghava" userId="S::raghava.kanduru@capgemini.com::cf8c09de-c40c-47a2-971b-c612c06e0906" providerId="AD" clId="Web-{84D89B99-BBD0-431D-A403-90C78B55FA24}" dt="2024-03-12T13:49:30.884" v="161" actId="1076"/>
          <ac:spMkLst>
            <pc:docMk/>
            <pc:sldMk cId="3711325015" sldId="2147474159"/>
            <ac:spMk id="55" creationId="{14133841-23B0-214F-D90C-3566F5697992}"/>
          </ac:spMkLst>
        </pc:spChg>
        <pc:spChg chg="add del mod">
          <ac:chgData name="Kanduru, Raghava" userId="S::raghava.kanduru@capgemini.com::cf8c09de-c40c-47a2-971b-c612c06e0906" providerId="AD" clId="Web-{84D89B99-BBD0-431D-A403-90C78B55FA24}" dt="2024-03-12T13:49:24.197" v="139" actId="1076"/>
          <ac:spMkLst>
            <pc:docMk/>
            <pc:sldMk cId="3711325015" sldId="2147474159"/>
            <ac:spMk id="56" creationId="{5A0D705D-0922-C500-DCCF-A70855A706D0}"/>
          </ac:spMkLst>
        </pc:spChg>
        <pc:spChg chg="add del mod">
          <ac:chgData name="Kanduru, Raghava" userId="S::raghava.kanduru@capgemini.com::cf8c09de-c40c-47a2-971b-c612c06e0906" providerId="AD" clId="Web-{84D89B99-BBD0-431D-A403-90C78B55FA24}" dt="2024-03-12T13:58:21.473" v="203" actId="14100"/>
          <ac:spMkLst>
            <pc:docMk/>
            <pc:sldMk cId="3711325015" sldId="2147474159"/>
            <ac:spMk id="57" creationId="{FA9B77D7-CB12-72E7-9C39-15642DAD2A8B}"/>
          </ac:spMkLst>
        </pc:spChg>
        <pc:spChg chg="add del mod">
          <ac:chgData name="Kanduru, Raghava" userId="S::raghava.kanduru@capgemini.com::cf8c09de-c40c-47a2-971b-c612c06e0906" providerId="AD" clId="Web-{84D89B99-BBD0-431D-A403-90C78B55FA24}" dt="2024-03-12T13:49:24.384" v="141" actId="1076"/>
          <ac:spMkLst>
            <pc:docMk/>
            <pc:sldMk cId="3711325015" sldId="2147474159"/>
            <ac:spMk id="58" creationId="{476F6A9E-1225-F31F-CC6D-DF0BCC19D373}"/>
          </ac:spMkLst>
        </pc:spChg>
        <pc:spChg chg="add del mod">
          <ac:chgData name="Kanduru, Raghava" userId="S::raghava.kanduru@capgemini.com::cf8c09de-c40c-47a2-971b-c612c06e0906" providerId="AD" clId="Web-{84D89B99-BBD0-431D-A403-90C78B55FA24}" dt="2024-03-12T13:49:24.462" v="142" actId="1076"/>
          <ac:spMkLst>
            <pc:docMk/>
            <pc:sldMk cId="3711325015" sldId="2147474159"/>
            <ac:spMk id="59" creationId="{CDE1D0B7-DA30-A637-76B8-271365BC7CCD}"/>
          </ac:spMkLst>
        </pc:spChg>
        <pc:spChg chg="add del mod">
          <ac:chgData name="Kanduru, Raghava" userId="S::raghava.kanduru@capgemini.com::cf8c09de-c40c-47a2-971b-c612c06e0906" providerId="AD" clId="Web-{84D89B99-BBD0-431D-A403-90C78B55FA24}" dt="2024-03-12T13:49:30.963" v="162" actId="1076"/>
          <ac:spMkLst>
            <pc:docMk/>
            <pc:sldMk cId="3711325015" sldId="2147474159"/>
            <ac:spMk id="60" creationId="{1908A986-EA3E-EC36-BB95-059E12FB0A7C}"/>
          </ac:spMkLst>
        </pc:spChg>
        <pc:spChg chg="add del mod">
          <ac:chgData name="Kanduru, Raghava" userId="S::raghava.kanduru@capgemini.com::cf8c09de-c40c-47a2-971b-c612c06e0906" providerId="AD" clId="Web-{84D89B99-BBD0-431D-A403-90C78B55FA24}" dt="2024-03-12T13:49:24.525" v="143" actId="1076"/>
          <ac:spMkLst>
            <pc:docMk/>
            <pc:sldMk cId="3711325015" sldId="2147474159"/>
            <ac:spMk id="61" creationId="{C2E3A710-56D1-D87E-6D0E-C89529B2914A}"/>
          </ac:spMkLst>
        </pc:spChg>
        <pc:spChg chg="add del mod">
          <ac:chgData name="Kanduru, Raghava" userId="S::raghava.kanduru@capgemini.com::cf8c09de-c40c-47a2-971b-c612c06e0906" providerId="AD" clId="Web-{84D89B99-BBD0-431D-A403-90C78B55FA24}" dt="2024-03-12T13:49:24.603" v="144" actId="1076"/>
          <ac:spMkLst>
            <pc:docMk/>
            <pc:sldMk cId="3711325015" sldId="2147474159"/>
            <ac:spMk id="62" creationId="{87B5035F-E074-5491-CF81-A6FFF4A9AA31}"/>
          </ac:spMkLst>
        </pc:spChg>
        <pc:spChg chg="add del mod">
          <ac:chgData name="Kanduru, Raghava" userId="S::raghava.kanduru@capgemini.com::cf8c09de-c40c-47a2-971b-c612c06e0906" providerId="AD" clId="Web-{84D89B99-BBD0-431D-A403-90C78B55FA24}" dt="2024-03-12T13:49:24.665" v="145" actId="1076"/>
          <ac:spMkLst>
            <pc:docMk/>
            <pc:sldMk cId="3711325015" sldId="2147474159"/>
            <ac:spMk id="63" creationId="{50DD9E0E-2C39-FA9B-D9E5-9B701ADC9A24}"/>
          </ac:spMkLst>
        </pc:spChg>
        <pc:spChg chg="add del mod">
          <ac:chgData name="Kanduru, Raghava" userId="S::raghava.kanduru@capgemini.com::cf8c09de-c40c-47a2-971b-c612c06e0906" providerId="AD" clId="Web-{84D89B99-BBD0-431D-A403-90C78B55FA24}" dt="2024-03-12T13:49:24.728" v="146" actId="1076"/>
          <ac:spMkLst>
            <pc:docMk/>
            <pc:sldMk cId="3711325015" sldId="2147474159"/>
            <ac:spMk id="64" creationId="{302EC9C9-04A4-2F03-58BE-9CFC5EF42DD0}"/>
          </ac:spMkLst>
        </pc:spChg>
        <pc:picChg chg="add del mod">
          <ac:chgData name="Kanduru, Raghava" userId="S::raghava.kanduru@capgemini.com::cf8c09de-c40c-47a2-971b-c612c06e0906" providerId="AD" clId="Web-{84D89B99-BBD0-431D-A403-90C78B55FA24}" dt="2024-03-12T13:47:41.207" v="45"/>
          <ac:picMkLst>
            <pc:docMk/>
            <pc:sldMk cId="3711325015" sldId="2147474159"/>
            <ac:picMk id="12" creationId="{25314093-FC1D-D569-F06A-353A5F4BD8DF}"/>
          </ac:picMkLst>
        </pc:picChg>
        <pc:picChg chg="add del mod">
          <ac:chgData name="Kanduru, Raghava" userId="S::raghava.kanduru@capgemini.com::cf8c09de-c40c-47a2-971b-c612c06e0906" providerId="AD" clId="Web-{84D89B99-BBD0-431D-A403-90C78B55FA24}" dt="2024-03-12T13:48:13.850" v="47"/>
          <ac:picMkLst>
            <pc:docMk/>
            <pc:sldMk cId="3711325015" sldId="2147474159"/>
            <ac:picMk id="14" creationId="{9BBE10C2-5D33-5F61-E958-5C22FBE012DA}"/>
          </ac:picMkLst>
        </pc:picChg>
      </pc:sldChg>
    </pc:docChg>
  </pc:docChgLst>
  <pc:docChgLst>
    <pc:chgData name="Houston, Barry" userId="a18d2323-4aba-476e-bf84-02c17c485c96" providerId="ADAL" clId="{6341E3AA-CC12-4DC9-AE73-BAA5F1ABDA5B}"/>
    <pc:docChg chg="modSld">
      <pc:chgData name="Houston, Barry" userId="a18d2323-4aba-476e-bf84-02c17c485c96" providerId="ADAL" clId="{6341E3AA-CC12-4DC9-AE73-BAA5F1ABDA5B}" dt="2024-03-12T12:10:59.944" v="44"/>
      <pc:docMkLst>
        <pc:docMk/>
      </pc:docMkLst>
      <pc:sldChg chg="addCm">
        <pc:chgData name="Houston, Barry" userId="a18d2323-4aba-476e-bf84-02c17c485c96" providerId="ADAL" clId="{6341E3AA-CC12-4DC9-AE73-BAA5F1ABDA5B}" dt="2024-03-12T11:50:09.578" v="3"/>
        <pc:sldMkLst>
          <pc:docMk/>
          <pc:sldMk cId="3549773025" sldId="413"/>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0:09.578" v="3"/>
              <pc2:cmMkLst xmlns:pc2="http://schemas.microsoft.com/office/powerpoint/2019/9/main/command">
                <pc:docMk/>
                <pc:sldMk cId="3549773025" sldId="413"/>
                <pc2:cmMk id="{9DEDD709-F2EB-458D-A9B9-46756F34D26E}"/>
              </pc2:cmMkLst>
            </pc226:cmChg>
          </p:ext>
        </pc:extLst>
      </pc:sldChg>
      <pc:sldChg chg="addCm">
        <pc:chgData name="Houston, Barry" userId="a18d2323-4aba-476e-bf84-02c17c485c96" providerId="ADAL" clId="{6341E3AA-CC12-4DC9-AE73-BAA5F1ABDA5B}" dt="2024-03-12T11:47:42.109" v="1"/>
        <pc:sldMkLst>
          <pc:docMk/>
          <pc:sldMk cId="3832760879" sldId="2076137775"/>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47:42.109" v="1"/>
              <pc2:cmMkLst xmlns:pc2="http://schemas.microsoft.com/office/powerpoint/2019/9/main/command">
                <pc:docMk/>
                <pc:sldMk cId="3832760879" sldId="2076137775"/>
                <pc2:cmMk id="{D34A1BE1-5E02-4B0B-B03F-9A6F0EFB9910}"/>
              </pc2:cmMkLst>
            </pc226:cmChg>
          </p:ext>
        </pc:extLst>
      </pc:sldChg>
      <pc:sldChg chg="addCm">
        <pc:chgData name="Houston, Barry" userId="a18d2323-4aba-476e-bf84-02c17c485c96" providerId="ADAL" clId="{6341E3AA-CC12-4DC9-AE73-BAA5F1ABDA5B}" dt="2024-03-12T11:52:52.626" v="6"/>
        <pc:sldMkLst>
          <pc:docMk/>
          <pc:sldMk cId="333276221" sldId="2145706650"/>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2:52.626" v="6"/>
              <pc2:cmMkLst xmlns:pc2="http://schemas.microsoft.com/office/powerpoint/2019/9/main/command">
                <pc:docMk/>
                <pc:sldMk cId="333276221" sldId="2145706650"/>
                <pc2:cmMk id="{0ACA1118-FF98-4AD3-B869-D1B0C6B06280}"/>
              </pc2:cmMkLst>
            </pc226:cmChg>
          </p:ext>
        </pc:extLst>
      </pc:sldChg>
      <pc:sldChg chg="addCm modCm">
        <pc:chgData name="Houston, Barry" userId="a18d2323-4aba-476e-bf84-02c17c485c96" providerId="ADAL" clId="{6341E3AA-CC12-4DC9-AE73-BAA5F1ABDA5B}" dt="2024-03-12T11:59:30.144" v="41"/>
        <pc:sldMkLst>
          <pc:docMk/>
          <pc:sldMk cId="2751412619" sldId="2147474107"/>
        </pc:sldMkLst>
        <pc:extLst>
          <p:ext xmlns:p="http://schemas.openxmlformats.org/presentationml/2006/main" uri="{D6D511B9-2390-475A-947B-AFAB55BFBCF1}">
            <pc226:cmChg xmlns:pc226="http://schemas.microsoft.com/office/powerpoint/2022/06/main/command" chg="add mod">
              <pc226:chgData name="Houston, Barry" userId="a18d2323-4aba-476e-bf84-02c17c485c96" providerId="ADAL" clId="{6341E3AA-CC12-4DC9-AE73-BAA5F1ABDA5B}" dt="2024-03-12T11:59:30.144" v="41"/>
              <pc2:cmMkLst xmlns:pc2="http://schemas.microsoft.com/office/powerpoint/2019/9/main/command">
                <pc:docMk/>
                <pc:sldMk cId="2751412619" sldId="2147474107"/>
                <pc2:cmMk id="{B8E917C2-6ABA-4163-9835-875F1A5B2A75}"/>
              </pc2:cmMkLst>
            </pc226:cmChg>
          </p:ext>
        </pc:extLst>
      </pc:sldChg>
      <pc:sldChg chg="addCm">
        <pc:chgData name="Houston, Barry" userId="a18d2323-4aba-476e-bf84-02c17c485c96" providerId="ADAL" clId="{6341E3AA-CC12-4DC9-AE73-BAA5F1ABDA5B}" dt="2024-03-12T12:10:38.109" v="43"/>
        <pc:sldMkLst>
          <pc:docMk/>
          <pc:sldMk cId="3727333396" sldId="2147474111"/>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2:10:38.109" v="43"/>
              <pc2:cmMkLst xmlns:pc2="http://schemas.microsoft.com/office/powerpoint/2019/9/main/command">
                <pc:docMk/>
                <pc:sldMk cId="3727333396" sldId="2147474111"/>
                <pc2:cmMk id="{458F419E-03CC-4607-B8AD-5EC6320B8477}"/>
              </pc2:cmMkLst>
            </pc226:cmChg>
          </p:ext>
        </pc:extLst>
      </pc:sldChg>
      <pc:sldChg chg="addCm">
        <pc:chgData name="Houston, Barry" userId="a18d2323-4aba-476e-bf84-02c17c485c96" providerId="ADAL" clId="{6341E3AA-CC12-4DC9-AE73-BAA5F1ABDA5B}" dt="2024-03-12T11:52:13.325" v="5"/>
        <pc:sldMkLst>
          <pc:docMk/>
          <pc:sldMk cId="2411987227" sldId="2147474112"/>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2:13.325" v="5"/>
              <pc2:cmMkLst xmlns:pc2="http://schemas.microsoft.com/office/powerpoint/2019/9/main/command">
                <pc:docMk/>
                <pc:sldMk cId="2411987227" sldId="2147474112"/>
                <pc2:cmMk id="{8FF6C95F-8CFF-4309-83C8-AAD3E57BAAE6}"/>
              </pc2:cmMkLst>
            </pc226:cmChg>
          </p:ext>
        </pc:extLst>
      </pc:sldChg>
      <pc:sldChg chg="addCm">
        <pc:chgData name="Houston, Barry" userId="a18d2323-4aba-476e-bf84-02c17c485c96" providerId="ADAL" clId="{6341E3AA-CC12-4DC9-AE73-BAA5F1ABDA5B}" dt="2024-03-12T11:45:56.304" v="0"/>
        <pc:sldMkLst>
          <pc:docMk/>
          <pc:sldMk cId="336240612" sldId="2147474119"/>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45:56.304" v="0"/>
              <pc2:cmMkLst xmlns:pc2="http://schemas.microsoft.com/office/powerpoint/2019/9/main/command">
                <pc:docMk/>
                <pc:sldMk cId="336240612" sldId="2147474119"/>
                <pc2:cmMk id="{8EBA09D0-D42D-4DBF-9662-96B704910380}"/>
              </pc2:cmMkLst>
            </pc226:cmChg>
          </p:ext>
        </pc:extLst>
      </pc:sldChg>
      <pc:sldChg chg="addCm">
        <pc:chgData name="Houston, Barry" userId="a18d2323-4aba-476e-bf84-02c17c485c96" providerId="ADAL" clId="{6341E3AA-CC12-4DC9-AE73-BAA5F1ABDA5B}" dt="2024-03-12T12:10:59.944" v="44"/>
        <pc:sldMkLst>
          <pc:docMk/>
          <pc:sldMk cId="1652569049" sldId="2147474120"/>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2:10:59.944" v="44"/>
              <pc2:cmMkLst xmlns:pc2="http://schemas.microsoft.com/office/powerpoint/2019/9/main/command">
                <pc:docMk/>
                <pc:sldMk cId="1652569049" sldId="2147474120"/>
                <pc2:cmMk id="{C028BA11-1D25-43FA-8C40-9A3CBA1F82E8}"/>
              </pc2:cmMkLst>
            </pc226:cmChg>
          </p:ext>
        </pc:extLst>
      </pc:sldChg>
      <pc:sldChg chg="modSp mod addCm">
        <pc:chgData name="Houston, Barry" userId="a18d2323-4aba-476e-bf84-02c17c485c96" providerId="ADAL" clId="{6341E3AA-CC12-4DC9-AE73-BAA5F1ABDA5B}" dt="2024-03-12T11:58:54.293" v="39"/>
        <pc:sldMkLst>
          <pc:docMk/>
          <pc:sldMk cId="3447131155" sldId="2147474155"/>
        </pc:sldMkLst>
        <pc:graphicFrameChg chg="modGraphic">
          <ac:chgData name="Houston, Barry" userId="a18d2323-4aba-476e-bf84-02c17c485c96" providerId="ADAL" clId="{6341E3AA-CC12-4DC9-AE73-BAA5F1ABDA5B}" dt="2024-03-12T11:57:28.462" v="38" actId="20577"/>
          <ac:graphicFrameMkLst>
            <pc:docMk/>
            <pc:sldMk cId="3447131155" sldId="2147474155"/>
            <ac:graphicFrameMk id="2" creationId="{D0BCB5DE-6896-5F5C-6600-0AA0464C3ADF}"/>
          </ac:graphicFrameMkLst>
        </pc:graphicFrameChg>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8:54.293" v="39"/>
              <pc2:cmMkLst xmlns:pc2="http://schemas.microsoft.com/office/powerpoint/2019/9/main/command">
                <pc:docMk/>
                <pc:sldMk cId="3447131155" sldId="2147474155"/>
                <pc2:cmMk id="{A67C2E24-FA86-4CDD-B523-F2F3AA16532C}"/>
              </pc2:cmMkLst>
            </pc226:cmChg>
          </p:ext>
        </pc:extLst>
      </pc:sldChg>
      <pc:sldChg chg="addCm modCm">
        <pc:chgData name="Houston, Barry" userId="a18d2323-4aba-476e-bf84-02c17c485c96" providerId="ADAL" clId="{6341E3AA-CC12-4DC9-AE73-BAA5F1ABDA5B}" dt="2024-03-12T11:56:53.737" v="8"/>
        <pc:sldMkLst>
          <pc:docMk/>
          <pc:sldMk cId="3711325015" sldId="2147474159"/>
        </pc:sldMkLst>
        <pc:extLst>
          <p:ext xmlns:p="http://schemas.openxmlformats.org/presentationml/2006/main" uri="{D6D511B9-2390-475A-947B-AFAB55BFBCF1}">
            <pc226:cmChg xmlns:pc226="http://schemas.microsoft.com/office/powerpoint/2022/06/main/command" chg="add mod">
              <pc226:chgData name="Houston, Barry" userId="a18d2323-4aba-476e-bf84-02c17c485c96" providerId="ADAL" clId="{6341E3AA-CC12-4DC9-AE73-BAA5F1ABDA5B}" dt="2024-03-12T11:56:53.737" v="8"/>
              <pc2:cmMkLst xmlns:pc2="http://schemas.microsoft.com/office/powerpoint/2019/9/main/command">
                <pc:docMk/>
                <pc:sldMk cId="3711325015" sldId="2147474159"/>
                <pc2:cmMk id="{538A4D0B-0366-4E61-9FE8-09A20BD3DBEB}"/>
              </pc2:cmMkLst>
            </pc226:cmChg>
          </p:ext>
        </pc:extLst>
      </pc:sldChg>
      <pc:sldChg chg="addCm">
        <pc:chgData name="Houston, Barry" userId="a18d2323-4aba-476e-bf84-02c17c485c96" providerId="ADAL" clId="{6341E3AA-CC12-4DC9-AE73-BAA5F1ABDA5B}" dt="2024-03-12T11:51:28.271" v="4"/>
        <pc:sldMkLst>
          <pc:docMk/>
          <pc:sldMk cId="885501633" sldId="2147474161"/>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51:28.271" v="4"/>
              <pc2:cmMkLst xmlns:pc2="http://schemas.microsoft.com/office/powerpoint/2019/9/main/command">
                <pc:docMk/>
                <pc:sldMk cId="885501633" sldId="2147474161"/>
                <pc2:cmMk id="{82044199-EFAE-42AC-A7E6-803F10691806}"/>
              </pc2:cmMkLst>
            </pc226:cmChg>
          </p:ext>
        </pc:extLst>
      </pc:sldChg>
      <pc:sldChg chg="addCm">
        <pc:chgData name="Houston, Barry" userId="a18d2323-4aba-476e-bf84-02c17c485c96" providerId="ADAL" clId="{6341E3AA-CC12-4DC9-AE73-BAA5F1ABDA5B}" dt="2024-03-12T12:00:30.016" v="42"/>
        <pc:sldMkLst>
          <pc:docMk/>
          <pc:sldMk cId="3236229823" sldId="2147474164"/>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2:00:30.016" v="42"/>
              <pc2:cmMkLst xmlns:pc2="http://schemas.microsoft.com/office/powerpoint/2019/9/main/command">
                <pc:docMk/>
                <pc:sldMk cId="3236229823" sldId="2147474164"/>
                <pc2:cmMk id="{47F303BE-EA0F-4C30-B56D-F2224404B8F4}"/>
              </pc2:cmMkLst>
            </pc226:cmChg>
          </p:ext>
        </pc:extLst>
      </pc:sldChg>
      <pc:sldChg chg="addCm">
        <pc:chgData name="Houston, Barry" userId="a18d2323-4aba-476e-bf84-02c17c485c96" providerId="ADAL" clId="{6341E3AA-CC12-4DC9-AE73-BAA5F1ABDA5B}" dt="2024-03-12T11:49:13.394" v="2"/>
        <pc:sldMkLst>
          <pc:docMk/>
          <pc:sldMk cId="3760393550" sldId="2147474165"/>
        </pc:sldMkLst>
        <pc:extLst>
          <p:ext xmlns:p="http://schemas.openxmlformats.org/presentationml/2006/main" uri="{D6D511B9-2390-475A-947B-AFAB55BFBCF1}">
            <pc226:cmChg xmlns:pc226="http://schemas.microsoft.com/office/powerpoint/2022/06/main/command" chg="add">
              <pc226:chgData name="Houston, Barry" userId="a18d2323-4aba-476e-bf84-02c17c485c96" providerId="ADAL" clId="{6341E3AA-CC12-4DC9-AE73-BAA5F1ABDA5B}" dt="2024-03-12T11:49:13.394" v="2"/>
              <pc2:cmMkLst xmlns:pc2="http://schemas.microsoft.com/office/powerpoint/2019/9/main/command">
                <pc:docMk/>
                <pc:sldMk cId="3760393550" sldId="2147474165"/>
                <pc2:cmMk id="{CDA10928-5350-4AF5-9546-11FBC6ECD514}"/>
              </pc2:cmMkLst>
            </pc226:cmChg>
          </p:ext>
        </pc:extLst>
      </pc:sldChg>
    </pc:docChg>
  </pc:docChgLst>
  <pc:docChgLst>
    <pc:chgData name="Kanduru, Raghava" userId="S::raghava.kanduru@capgemini.com::cf8c09de-c40c-47a2-971b-c612c06e0906" providerId="AD" clId="Web-{1EC1196D-8C22-4113-B21A-234AF88258FC}"/>
    <pc:docChg chg="modSld">
      <pc:chgData name="Kanduru, Raghava" userId="S::raghava.kanduru@capgemini.com::cf8c09de-c40c-47a2-971b-c612c06e0906" providerId="AD" clId="Web-{1EC1196D-8C22-4113-B21A-234AF88258FC}" dt="2024-03-13T04:04:57.066" v="2"/>
      <pc:docMkLst>
        <pc:docMk/>
      </pc:docMkLst>
      <pc:sldChg chg="modSp">
        <pc:chgData name="Kanduru, Raghava" userId="S::raghava.kanduru@capgemini.com::cf8c09de-c40c-47a2-971b-c612c06e0906" providerId="AD" clId="Web-{1EC1196D-8C22-4113-B21A-234AF88258FC}" dt="2024-03-13T04:04:09.533" v="1" actId="20577"/>
        <pc:sldMkLst>
          <pc:docMk/>
          <pc:sldMk cId="1923745520" sldId="2147474097"/>
        </pc:sldMkLst>
        <pc:spChg chg="mod">
          <ac:chgData name="Kanduru, Raghava" userId="S::raghava.kanduru@capgemini.com::cf8c09de-c40c-47a2-971b-c612c06e0906" providerId="AD" clId="Web-{1EC1196D-8C22-4113-B21A-234AF88258FC}" dt="2024-03-13T04:04:09.533" v="1" actId="20577"/>
          <ac:spMkLst>
            <pc:docMk/>
            <pc:sldMk cId="1923745520" sldId="2147474097"/>
            <ac:spMk id="3" creationId="{776E779B-9047-50C9-5827-CAAC8867C88D}"/>
          </ac:spMkLst>
        </pc:spChg>
      </pc:sldChg>
      <pc:sldChg chg="delSp">
        <pc:chgData name="Kanduru, Raghava" userId="S::raghava.kanduru@capgemini.com::cf8c09de-c40c-47a2-971b-c612c06e0906" providerId="AD" clId="Web-{1EC1196D-8C22-4113-B21A-234AF88258FC}" dt="2024-03-13T04:04:57.066" v="2"/>
        <pc:sldMkLst>
          <pc:docMk/>
          <pc:sldMk cId="2251188276" sldId="2147474154"/>
        </pc:sldMkLst>
        <pc:spChg chg="del">
          <ac:chgData name="Kanduru, Raghava" userId="S::raghava.kanduru@capgemini.com::cf8c09de-c40c-47a2-971b-c612c06e0906" providerId="AD" clId="Web-{1EC1196D-8C22-4113-B21A-234AF88258FC}" dt="2024-03-13T04:04:57.066" v="2"/>
          <ac:spMkLst>
            <pc:docMk/>
            <pc:sldMk cId="2251188276" sldId="2147474154"/>
            <ac:spMk id="5" creationId="{4CA39B15-9949-C8EF-AD56-299DB327751E}"/>
          </ac:spMkLst>
        </pc:spChg>
      </pc:sldChg>
    </pc:docChg>
  </pc:docChgLst>
  <pc:docChgLst>
    <pc:chgData name="Kanduru, Raghava" userId="S::raghava.kanduru@capgemini.com::cf8c09de-c40c-47a2-971b-c612c06e0906" providerId="AD" clId="Web-{EF94DF0B-611D-4F60-97FC-6EA864EC2998}"/>
    <pc:docChg chg="addSld delSld">
      <pc:chgData name="Kanduru, Raghava" userId="S::raghava.kanduru@capgemini.com::cf8c09de-c40c-47a2-971b-c612c06e0906" providerId="AD" clId="Web-{EF94DF0B-611D-4F60-97FC-6EA864EC2998}" dt="2024-03-12T18:25:20.973" v="1"/>
      <pc:docMkLst>
        <pc:docMk/>
      </pc:docMkLst>
      <pc:sldChg chg="del">
        <pc:chgData name="Kanduru, Raghava" userId="S::raghava.kanduru@capgemini.com::cf8c09de-c40c-47a2-971b-c612c06e0906" providerId="AD" clId="Web-{EF94DF0B-611D-4F60-97FC-6EA864EC2998}" dt="2024-03-12T18:25:20.973" v="1"/>
        <pc:sldMkLst>
          <pc:docMk/>
          <pc:sldMk cId="3281052071" sldId="2147474166"/>
        </pc:sldMkLst>
      </pc:sldChg>
      <pc:sldChg chg="add">
        <pc:chgData name="Kanduru, Raghava" userId="S::raghava.kanduru@capgemini.com::cf8c09de-c40c-47a2-971b-c612c06e0906" providerId="AD" clId="Web-{EF94DF0B-611D-4F60-97FC-6EA864EC2998}" dt="2024-03-12T18:25:07.395" v="0"/>
        <pc:sldMkLst>
          <pc:docMk/>
          <pc:sldMk cId="2907488151" sldId="2147474168"/>
        </pc:sldMkLst>
      </pc:sldChg>
    </pc:docChg>
  </pc:docChgLst>
  <pc:docChgLst>
    <pc:chgData name="Gudla, Natraj" userId="1b097815-ad51-435d-a557-eb69be7a0b69" providerId="ADAL" clId="{BF5BD8BC-BC64-4E33-A2DC-6981917607A2}"/>
    <pc:docChg chg="undo custSel addSld delSld modSld sldOrd">
      <pc:chgData name="Gudla, Natraj" userId="1b097815-ad51-435d-a557-eb69be7a0b69" providerId="ADAL" clId="{BF5BD8BC-BC64-4E33-A2DC-6981917607A2}" dt="2024-03-13T11:05:27.577" v="8455"/>
      <pc:docMkLst>
        <pc:docMk/>
      </pc:docMkLst>
      <pc:sldChg chg="addSp delSp modSp add mod ord modClrScheme modShow chgLayout modNotesTx">
        <pc:chgData name="Gudla, Natraj" userId="1b097815-ad51-435d-a557-eb69be7a0b69" providerId="ADAL" clId="{BF5BD8BC-BC64-4E33-A2DC-6981917607A2}" dt="2024-03-13T01:40:40.354" v="7617"/>
        <pc:sldMkLst>
          <pc:docMk/>
          <pc:sldMk cId="3549773025" sldId="413"/>
        </pc:sldMkLst>
        <pc:spChg chg="mod ord">
          <ac:chgData name="Gudla, Natraj" userId="1b097815-ad51-435d-a557-eb69be7a0b69" providerId="ADAL" clId="{BF5BD8BC-BC64-4E33-A2DC-6981917607A2}" dt="2024-03-12T05:49:59.432" v="4208" actId="20577"/>
          <ac:spMkLst>
            <pc:docMk/>
            <pc:sldMk cId="3549773025" sldId="413"/>
            <ac:spMk id="2"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3" creationId="{BDA4AEA2-8221-F542-3484-6CDF9C92D0C4}"/>
          </ac:spMkLst>
        </pc:spChg>
        <pc:spChg chg="mod">
          <ac:chgData name="Gudla, Natraj" userId="1b097815-ad51-435d-a557-eb69be7a0b69" providerId="ADAL" clId="{BF5BD8BC-BC64-4E33-A2DC-6981917607A2}" dt="2024-03-12T05:37:08.053" v="4128" actId="11530"/>
          <ac:spMkLst>
            <pc:docMk/>
            <pc:sldMk cId="3549773025" sldId="413"/>
            <ac:spMk id="4"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5"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6"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7" creationId="{00000000-0000-0000-0000-000000000000}"/>
          </ac:spMkLst>
        </pc:spChg>
        <pc:spChg chg="mod">
          <ac:chgData name="Gudla, Natraj" userId="1b097815-ad51-435d-a557-eb69be7a0b69" providerId="ADAL" clId="{BF5BD8BC-BC64-4E33-A2DC-6981917607A2}" dt="2024-03-12T05:18:00.129" v="3992" actId="14100"/>
          <ac:spMkLst>
            <pc:docMk/>
            <pc:sldMk cId="3549773025" sldId="413"/>
            <ac:spMk id="8" creationId="{00000000-0000-0000-0000-000000000000}"/>
          </ac:spMkLst>
        </pc:spChg>
        <pc:spChg chg="mod">
          <ac:chgData name="Gudla, Natraj" userId="1b097815-ad51-435d-a557-eb69be7a0b69" providerId="ADAL" clId="{BF5BD8BC-BC64-4E33-A2DC-6981917607A2}" dt="2024-03-12T05:37:07.393" v="4127" actId="1076"/>
          <ac:spMkLst>
            <pc:docMk/>
            <pc:sldMk cId="3549773025" sldId="413"/>
            <ac:spMk id="9" creationId="{00000000-0000-0000-0000-000000000000}"/>
          </ac:spMkLst>
        </pc:spChg>
        <pc:spChg chg="mod">
          <ac:chgData name="Gudla, Natraj" userId="1b097815-ad51-435d-a557-eb69be7a0b69" providerId="ADAL" clId="{BF5BD8BC-BC64-4E33-A2DC-6981917607A2}" dt="2024-03-12T05:15:01.788" v="3982" actId="6549"/>
          <ac:spMkLst>
            <pc:docMk/>
            <pc:sldMk cId="3549773025" sldId="413"/>
            <ac:spMk id="10"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11" creationId="{9EC471D7-E200-3E55-EAC5-4CE3E174F5B0}"/>
          </ac:spMkLst>
        </pc:spChg>
        <pc:spChg chg="mod">
          <ac:chgData name="Gudla, Natraj" userId="1b097815-ad51-435d-a557-eb69be7a0b69" providerId="ADAL" clId="{BF5BD8BC-BC64-4E33-A2DC-6981917607A2}" dt="2024-03-12T05:17:16.291" v="3990" actId="255"/>
          <ac:spMkLst>
            <pc:docMk/>
            <pc:sldMk cId="3549773025" sldId="413"/>
            <ac:spMk id="12"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3"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4"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5"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16"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17" creationId="{E96400CD-A99D-3265-78C1-B03CBD9A5066}"/>
          </ac:spMkLst>
        </pc:spChg>
        <pc:spChg chg="mod">
          <ac:chgData name="Gudla, Natraj" userId="1b097815-ad51-435d-a557-eb69be7a0b69" providerId="ADAL" clId="{BF5BD8BC-BC64-4E33-A2DC-6981917607A2}" dt="2024-03-12T05:17:16.291" v="3990" actId="255"/>
          <ac:spMkLst>
            <pc:docMk/>
            <pc:sldMk cId="3549773025" sldId="413"/>
            <ac:spMk id="18" creationId="{00000000-0000-0000-0000-000000000000}"/>
          </ac:spMkLst>
        </pc:spChg>
        <pc:spChg chg="add del mod">
          <ac:chgData name="Gudla, Natraj" userId="1b097815-ad51-435d-a557-eb69be7a0b69" providerId="ADAL" clId="{BF5BD8BC-BC64-4E33-A2DC-6981917607A2}" dt="2024-03-12T04:45:16.978" v="3874"/>
          <ac:spMkLst>
            <pc:docMk/>
            <pc:sldMk cId="3549773025" sldId="413"/>
            <ac:spMk id="19" creationId="{F4ABC29D-A4D4-E39C-AC5A-63A9CC1D6ACC}"/>
          </ac:spMkLst>
        </pc:spChg>
        <pc:spChg chg="add mod">
          <ac:chgData name="Gudla, Natraj" userId="1b097815-ad51-435d-a557-eb69be7a0b69" providerId="ADAL" clId="{BF5BD8BC-BC64-4E33-A2DC-6981917607A2}" dt="2024-03-12T05:18:00.129" v="3992" actId="14100"/>
          <ac:spMkLst>
            <pc:docMk/>
            <pc:sldMk cId="3549773025" sldId="413"/>
            <ac:spMk id="20" creationId="{772AB223-5A5B-DECE-EAE5-3AB13BD7A52F}"/>
          </ac:spMkLst>
        </pc:spChg>
        <pc:spChg chg="mod">
          <ac:chgData name="Gudla, Natraj" userId="1b097815-ad51-435d-a557-eb69be7a0b69" providerId="ADAL" clId="{BF5BD8BC-BC64-4E33-A2DC-6981917607A2}" dt="2024-03-12T05:17:16.291" v="3990" actId="255"/>
          <ac:spMkLst>
            <pc:docMk/>
            <pc:sldMk cId="3549773025" sldId="413"/>
            <ac:spMk id="21" creationId="{00000000-0000-0000-0000-000000000000}"/>
          </ac:spMkLst>
        </pc:spChg>
        <pc:spChg chg="mod">
          <ac:chgData name="Gudla, Natraj" userId="1b097815-ad51-435d-a557-eb69be7a0b69" providerId="ADAL" clId="{BF5BD8BC-BC64-4E33-A2DC-6981917607A2}" dt="2024-03-12T05:17:16.291" v="3990" actId="255"/>
          <ac:spMkLst>
            <pc:docMk/>
            <pc:sldMk cId="3549773025" sldId="413"/>
            <ac:spMk id="22" creationId="{00000000-0000-0000-0000-000000000000}"/>
          </ac:spMkLst>
        </pc:spChg>
        <pc:spChg chg="add mod">
          <ac:chgData name="Gudla, Natraj" userId="1b097815-ad51-435d-a557-eb69be7a0b69" providerId="ADAL" clId="{BF5BD8BC-BC64-4E33-A2DC-6981917607A2}" dt="2024-03-12T16:39:27.080" v="7456" actId="20577"/>
          <ac:spMkLst>
            <pc:docMk/>
            <pc:sldMk cId="3549773025" sldId="413"/>
            <ac:spMk id="23" creationId="{166064AA-3970-EAF6-6878-FF5B872FA03D}"/>
          </ac:spMkLst>
        </pc:spChg>
        <pc:spChg chg="add mod">
          <ac:chgData name="Gudla, Natraj" userId="1b097815-ad51-435d-a557-eb69be7a0b69" providerId="ADAL" clId="{BF5BD8BC-BC64-4E33-A2DC-6981917607A2}" dt="2024-03-12T05:16:22.447" v="3986" actId="3064"/>
          <ac:spMkLst>
            <pc:docMk/>
            <pc:sldMk cId="3549773025" sldId="413"/>
            <ac:spMk id="24" creationId="{D5E3F5C7-FD59-0DD9-219F-541164A2980A}"/>
          </ac:spMkLst>
        </pc:spChg>
        <pc:spChg chg="mod">
          <ac:chgData name="Gudla, Natraj" userId="1b097815-ad51-435d-a557-eb69be7a0b69" providerId="ADAL" clId="{BF5BD8BC-BC64-4E33-A2DC-6981917607A2}" dt="2024-03-12T05:17:16.291" v="3990" actId="255"/>
          <ac:spMkLst>
            <pc:docMk/>
            <pc:sldMk cId="3549773025" sldId="413"/>
            <ac:spMk id="25" creationId="{FD3FC431-89F0-0EE2-0AFB-60DBF276B912}"/>
          </ac:spMkLst>
        </pc:spChg>
        <pc:spChg chg="mod">
          <ac:chgData name="Gudla, Natraj" userId="1b097815-ad51-435d-a557-eb69be7a0b69" providerId="ADAL" clId="{BF5BD8BC-BC64-4E33-A2DC-6981917607A2}" dt="2024-03-12T05:17:16.291" v="3990" actId="255"/>
          <ac:spMkLst>
            <pc:docMk/>
            <pc:sldMk cId="3549773025" sldId="413"/>
            <ac:spMk id="26" creationId="{E44BB4F1-FAF2-7675-184A-FF75667CE860}"/>
          </ac:spMkLst>
        </pc:spChg>
        <pc:spChg chg="mod">
          <ac:chgData name="Gudla, Natraj" userId="1b097815-ad51-435d-a557-eb69be7a0b69" providerId="ADAL" clId="{BF5BD8BC-BC64-4E33-A2DC-6981917607A2}" dt="2024-03-12T05:17:16.291" v="3990" actId="255"/>
          <ac:spMkLst>
            <pc:docMk/>
            <pc:sldMk cId="3549773025" sldId="413"/>
            <ac:spMk id="27" creationId="{6D34361F-8873-E234-7D1D-5A09C53B0F02}"/>
          </ac:spMkLst>
        </pc:spChg>
        <pc:spChg chg="add mod">
          <ac:chgData name="Gudla, Natraj" userId="1b097815-ad51-435d-a557-eb69be7a0b69" providerId="ADAL" clId="{BF5BD8BC-BC64-4E33-A2DC-6981917607A2}" dt="2024-03-12T05:16:29.159" v="3987" actId="3064"/>
          <ac:spMkLst>
            <pc:docMk/>
            <pc:sldMk cId="3549773025" sldId="413"/>
            <ac:spMk id="28" creationId="{7E3BE2E9-8E5E-00AF-2824-6AF4F3917AC5}"/>
          </ac:spMkLst>
        </pc:spChg>
        <pc:spChg chg="add mod">
          <ac:chgData name="Gudla, Natraj" userId="1b097815-ad51-435d-a557-eb69be7a0b69" providerId="ADAL" clId="{BF5BD8BC-BC64-4E33-A2DC-6981917607A2}" dt="2024-03-12T05:38:05.399" v="4166" actId="1076"/>
          <ac:spMkLst>
            <pc:docMk/>
            <pc:sldMk cId="3549773025" sldId="413"/>
            <ac:spMk id="29" creationId="{F775D17F-4F76-3019-AFF6-FE3E9E255426}"/>
          </ac:spMkLst>
        </pc:spChg>
        <pc:spChg chg="mod">
          <ac:chgData name="Gudla, Natraj" userId="1b097815-ad51-435d-a557-eb69be7a0b69" providerId="ADAL" clId="{BF5BD8BC-BC64-4E33-A2DC-6981917607A2}" dt="2024-03-12T05:17:16.291" v="3990" actId="255"/>
          <ac:spMkLst>
            <pc:docMk/>
            <pc:sldMk cId="3549773025" sldId="413"/>
            <ac:spMk id="30" creationId="{A84460F7-5950-A0AF-784D-82E9374B5DA9}"/>
          </ac:spMkLst>
        </pc:spChg>
      </pc:sldChg>
      <pc:sldChg chg="delSp modSp add mod ord modCm">
        <pc:chgData name="Gudla, Natraj" userId="1b097815-ad51-435d-a557-eb69be7a0b69" providerId="ADAL" clId="{BF5BD8BC-BC64-4E33-A2DC-6981917607A2}" dt="2024-03-13T04:50:58.135" v="8034"/>
        <pc:sldMkLst>
          <pc:docMk/>
          <pc:sldMk cId="3832760879" sldId="2076137775"/>
        </pc:sldMkLst>
        <pc:spChg chg="mod">
          <ac:chgData name="Gudla, Natraj" userId="1b097815-ad51-435d-a557-eb69be7a0b69" providerId="ADAL" clId="{BF5BD8BC-BC64-4E33-A2DC-6981917607A2}" dt="2024-03-12T08:35:28.757" v="4495" actId="14100"/>
          <ac:spMkLst>
            <pc:docMk/>
            <pc:sldMk cId="3832760879" sldId="2076137775"/>
            <ac:spMk id="4" creationId="{DC414236-5C82-48D0-806C-62CD41B1E435}"/>
          </ac:spMkLst>
        </pc:spChg>
        <pc:spChg chg="mod">
          <ac:chgData name="Gudla, Natraj" userId="1b097815-ad51-435d-a557-eb69be7a0b69" providerId="ADAL" clId="{BF5BD8BC-BC64-4E33-A2DC-6981917607A2}" dt="2024-03-12T11:26:56.711" v="5484" actId="20577"/>
          <ac:spMkLst>
            <pc:docMk/>
            <pc:sldMk cId="3832760879" sldId="2076137775"/>
            <ac:spMk id="6" creationId="{8F405387-D8E2-4B6F-964A-5340BD4F7A0C}"/>
          </ac:spMkLst>
        </pc:spChg>
        <pc:spChg chg="del">
          <ac:chgData name="Gudla, Natraj" userId="1b097815-ad51-435d-a557-eb69be7a0b69" providerId="ADAL" clId="{BF5BD8BC-BC64-4E33-A2DC-6981917607A2}" dt="2024-03-12T08:19:58.766" v="4411" actId="478"/>
          <ac:spMkLst>
            <pc:docMk/>
            <pc:sldMk cId="3832760879" sldId="2076137775"/>
            <ac:spMk id="23" creationId="{4DD1A85B-24BD-406A-A932-5AE260E62521}"/>
          </ac:spMkLst>
        </pc:spChg>
        <pc:spChg chg="mod">
          <ac:chgData name="Gudla, Natraj" userId="1b097815-ad51-435d-a557-eb69be7a0b69" providerId="ADAL" clId="{BF5BD8BC-BC64-4E33-A2DC-6981917607A2}" dt="2024-03-12T15:11:35.183" v="7030" actId="20577"/>
          <ac:spMkLst>
            <pc:docMk/>
            <pc:sldMk cId="3832760879" sldId="2076137775"/>
            <ac:spMk id="62" creationId="{2A8967D8-5F5F-455E-8B71-9B699B2642D4}"/>
          </ac:spMkLst>
        </pc:spChg>
        <pc:spChg chg="mod">
          <ac:chgData name="Gudla, Natraj" userId="1b097815-ad51-435d-a557-eb69be7a0b69" providerId="ADAL" clId="{BF5BD8BC-BC64-4E33-A2DC-6981917607A2}" dt="2024-03-12T08:20:50.373" v="4420" actId="20577"/>
          <ac:spMkLst>
            <pc:docMk/>
            <pc:sldMk cId="3832760879" sldId="2076137775"/>
            <ac:spMk id="86" creationId="{3CF53EC4-E534-41CD-A9E3-3F741E9CEA50}"/>
          </ac:spMkLst>
        </pc:spChg>
        <pc:picChg chg="del">
          <ac:chgData name="Gudla, Natraj" userId="1b097815-ad51-435d-a557-eb69be7a0b69" providerId="ADAL" clId="{BF5BD8BC-BC64-4E33-A2DC-6981917607A2}" dt="2024-03-12T08:19:56.311" v="4410" actId="478"/>
          <ac:picMkLst>
            <pc:docMk/>
            <pc:sldMk cId="3832760879" sldId="2076137775"/>
            <ac:picMk id="22" creationId="{F9816353-7563-4919-8A80-5D64F0718F90}"/>
          </ac:picMkLst>
        </pc:pic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04:50:58.135" v="8034"/>
              <pc2:cmMkLst xmlns:pc2="http://schemas.microsoft.com/office/powerpoint/2019/9/main/command">
                <pc:docMk/>
                <pc:sldMk cId="3832760879" sldId="2076137775"/>
                <pc2:cmMk id="{D34A1BE1-5E02-4B0B-B03F-9A6F0EFB9910}"/>
              </pc2:cmMkLst>
              <pc226:cmRplyChg chg="add">
                <pc226:chgData name="Gudla, Natraj" userId="1b097815-ad51-435d-a557-eb69be7a0b69" providerId="ADAL" clId="{BF5BD8BC-BC64-4E33-A2DC-6981917607A2}" dt="2024-03-12T15:12:17.474" v="7031"/>
                <pc2:cmRplyMkLst xmlns:pc2="http://schemas.microsoft.com/office/powerpoint/2019/9/main/command">
                  <pc:docMk/>
                  <pc:sldMk cId="3832760879" sldId="2076137775"/>
                  <pc2:cmMk id="{D34A1BE1-5E02-4B0B-B03F-9A6F0EFB9910}"/>
                  <pc2:cmRplyMk id="{D0935E3A-3119-416A-BAC9-30D2CAB0D771}"/>
                </pc2:cmRplyMkLst>
              </pc226:cmRplyChg>
            </pc226:cmChg>
          </p:ext>
        </pc:extLst>
      </pc:sldChg>
      <pc:sldChg chg="modSp mod ord">
        <pc:chgData name="Gudla, Natraj" userId="1b097815-ad51-435d-a557-eb69be7a0b69" providerId="ADAL" clId="{BF5BD8BC-BC64-4E33-A2DC-6981917607A2}" dt="2024-03-13T08:12:56.966" v="8429" actId="108"/>
        <pc:sldMkLst>
          <pc:docMk/>
          <pc:sldMk cId="1853885874" sldId="2141412330"/>
        </pc:sldMkLst>
        <pc:graphicFrameChg chg="mod modGraphic">
          <ac:chgData name="Gudla, Natraj" userId="1b097815-ad51-435d-a557-eb69be7a0b69" providerId="ADAL" clId="{BF5BD8BC-BC64-4E33-A2DC-6981917607A2}" dt="2024-03-13T08:12:56.966" v="8429" actId="108"/>
          <ac:graphicFrameMkLst>
            <pc:docMk/>
            <pc:sldMk cId="1853885874" sldId="2141412330"/>
            <ac:graphicFrameMk id="4" creationId="{BF751E83-40E8-42F7-A58D-21FB1E3D3346}"/>
          </ac:graphicFrameMkLst>
        </pc:graphicFrameChg>
      </pc:sldChg>
      <pc:sldChg chg="delSp modSp add mod ord setBg modShow modCm">
        <pc:chgData name="Gudla, Natraj" userId="1b097815-ad51-435d-a557-eb69be7a0b69" providerId="ADAL" clId="{BF5BD8BC-BC64-4E33-A2DC-6981917607A2}" dt="2024-03-12T16:16:45.926" v="7200"/>
        <pc:sldMkLst>
          <pc:docMk/>
          <pc:sldMk cId="333276221" sldId="2145706650"/>
        </pc:sldMkLst>
        <pc:spChg chg="del">
          <ac:chgData name="Gudla, Natraj" userId="1b097815-ad51-435d-a557-eb69be7a0b69" providerId="ADAL" clId="{BF5BD8BC-BC64-4E33-A2DC-6981917607A2}" dt="2024-03-12T04:12:57.683" v="3586" actId="478"/>
          <ac:spMkLst>
            <pc:docMk/>
            <pc:sldMk cId="333276221" sldId="2145706650"/>
            <ac:spMk id="2" creationId="{02471354-F9DF-0964-CF44-A5A37877C637}"/>
          </ac:spMkLst>
        </pc:spChg>
        <pc:spChg chg="mod">
          <ac:chgData name="Gudla, Natraj" userId="1b097815-ad51-435d-a557-eb69be7a0b69" providerId="ADAL" clId="{BF5BD8BC-BC64-4E33-A2DC-6981917607A2}" dt="2024-03-12T05:47:43.525" v="4189" actId="13926"/>
          <ac:spMkLst>
            <pc:docMk/>
            <pc:sldMk cId="333276221" sldId="2145706650"/>
            <ac:spMk id="3" creationId="{36FCBC7F-C041-4D72-D82E-C0DD0CB453A2}"/>
          </ac:spMkLst>
        </pc:spChg>
        <pc:spChg chg="mod">
          <ac:chgData name="Gudla, Natraj" userId="1b097815-ad51-435d-a557-eb69be7a0b69" providerId="ADAL" clId="{BF5BD8BC-BC64-4E33-A2DC-6981917607A2}" dt="2024-03-12T06:27:56.160" v="4249" actId="20577"/>
          <ac:spMkLst>
            <pc:docMk/>
            <pc:sldMk cId="333276221" sldId="2145706650"/>
            <ac:spMk id="17" creationId="{E364B1D1-31B1-AB5A-235E-A3E8E709454D}"/>
          </ac:spMkLst>
        </pc:spChg>
        <pc:spChg chg="mod">
          <ac:chgData name="Gudla, Natraj" userId="1b097815-ad51-435d-a557-eb69be7a0b69" providerId="ADAL" clId="{BF5BD8BC-BC64-4E33-A2DC-6981917607A2}" dt="2024-03-12T06:27:12.492" v="4236" actId="6549"/>
          <ac:spMkLst>
            <pc:docMk/>
            <pc:sldMk cId="333276221" sldId="2145706650"/>
            <ac:spMk id="18" creationId="{311304A1-105F-D9ED-3C6E-88C4F9A0A867}"/>
          </ac:spMkLst>
        </pc:spChg>
        <pc:spChg chg="mod">
          <ac:chgData name="Gudla, Natraj" userId="1b097815-ad51-435d-a557-eb69be7a0b69" providerId="ADAL" clId="{BF5BD8BC-BC64-4E33-A2DC-6981917607A2}" dt="2024-03-12T04:36:19.354" v="3838" actId="403"/>
          <ac:spMkLst>
            <pc:docMk/>
            <pc:sldMk cId="333276221" sldId="2145706650"/>
            <ac:spMk id="19" creationId="{161D02D1-6709-0FA2-F2FF-00267375AC43}"/>
          </ac:spMkLst>
        </pc:spChg>
        <pc:spChg chg="mod">
          <ac:chgData name="Gudla, Natraj" userId="1b097815-ad51-435d-a557-eb69be7a0b69" providerId="ADAL" clId="{BF5BD8BC-BC64-4E33-A2DC-6981917607A2}" dt="2024-03-12T06:28:52.399" v="4252" actId="6549"/>
          <ac:spMkLst>
            <pc:docMk/>
            <pc:sldMk cId="333276221" sldId="2145706650"/>
            <ac:spMk id="20" creationId="{51F9B072-82C1-318E-1E82-74FA09A6CDAD}"/>
          </ac:spMkLst>
        </pc:spChg>
        <pc:spChg chg="mod">
          <ac:chgData name="Gudla, Natraj" userId="1b097815-ad51-435d-a557-eb69be7a0b69" providerId="ADAL" clId="{BF5BD8BC-BC64-4E33-A2DC-6981917607A2}" dt="2024-03-12T04:36:25.769" v="3840" actId="403"/>
          <ac:spMkLst>
            <pc:docMk/>
            <pc:sldMk cId="333276221" sldId="2145706650"/>
            <ac:spMk id="21" creationId="{6782AD63-682A-B67A-1EEC-E90C656893E6}"/>
          </ac:spMkLst>
        </pc:spChg>
        <pc:spChg chg="del mod">
          <ac:chgData name="Gudla, Natraj" userId="1b097815-ad51-435d-a557-eb69be7a0b69" providerId="ADAL" clId="{BF5BD8BC-BC64-4E33-A2DC-6981917607A2}" dt="2024-03-12T04:15:18.387" v="3634" actId="478"/>
          <ac:spMkLst>
            <pc:docMk/>
            <pc:sldMk cId="333276221" sldId="2145706650"/>
            <ac:spMk id="22" creationId="{8C031018-D7E1-7F5C-F21C-A6D0BFD46EA2}"/>
          </ac:spMkLst>
        </pc:spChg>
        <pc:spChg chg="del mod">
          <ac:chgData name="Gudla, Natraj" userId="1b097815-ad51-435d-a557-eb69be7a0b69" providerId="ADAL" clId="{BF5BD8BC-BC64-4E33-A2DC-6981917607A2}" dt="2024-03-12T04:15:18.387" v="3634" actId="478"/>
          <ac:spMkLst>
            <pc:docMk/>
            <pc:sldMk cId="333276221" sldId="2145706650"/>
            <ac:spMk id="23" creationId="{38303B2F-6B69-C41A-1E0A-0250454EAB01}"/>
          </ac:spMkLst>
        </pc:spChg>
        <pc:spChg chg="del mod">
          <ac:chgData name="Gudla, Natraj" userId="1b097815-ad51-435d-a557-eb69be7a0b69" providerId="ADAL" clId="{BF5BD8BC-BC64-4E33-A2DC-6981917607A2}" dt="2024-03-12T04:15:18.387" v="3634" actId="478"/>
          <ac:spMkLst>
            <pc:docMk/>
            <pc:sldMk cId="333276221" sldId="2145706650"/>
            <ac:spMk id="24" creationId="{F7E6583B-CE58-24AE-0ED8-A7AB95DFD586}"/>
          </ac:spMkLst>
        </pc:spChg>
        <pc:spChg chg="del mod">
          <ac:chgData name="Gudla, Natraj" userId="1b097815-ad51-435d-a557-eb69be7a0b69" providerId="ADAL" clId="{BF5BD8BC-BC64-4E33-A2DC-6981917607A2}" dt="2024-03-12T04:15:18.387" v="3634" actId="478"/>
          <ac:spMkLst>
            <pc:docMk/>
            <pc:sldMk cId="333276221" sldId="2145706650"/>
            <ac:spMk id="25" creationId="{4D18E0AB-7822-700F-4E26-FA8B6DF9BF54}"/>
          </ac:spMkLst>
        </pc:spChg>
        <pc:spChg chg="del mod">
          <ac:chgData name="Gudla, Natraj" userId="1b097815-ad51-435d-a557-eb69be7a0b69" providerId="ADAL" clId="{BF5BD8BC-BC64-4E33-A2DC-6981917607A2}" dt="2024-03-12T04:15:18.387" v="3634" actId="478"/>
          <ac:spMkLst>
            <pc:docMk/>
            <pc:sldMk cId="333276221" sldId="2145706650"/>
            <ac:spMk id="26" creationId="{BA569008-8320-44E0-11A6-3DBE66A75EDA}"/>
          </ac:spMkLst>
        </pc:spChg>
        <pc:grpChg chg="del">
          <ac:chgData name="Gudla, Natraj" userId="1b097815-ad51-435d-a557-eb69be7a0b69" providerId="ADAL" clId="{BF5BD8BC-BC64-4E33-A2DC-6981917607A2}" dt="2024-03-12T04:12:56.574" v="3585" actId="478"/>
          <ac:grpSpMkLst>
            <pc:docMk/>
            <pc:sldMk cId="333276221" sldId="2145706650"/>
            <ac:grpSpMk id="9" creationId="{511B9696-D834-9D68-6248-9B5FE7DD3FE0}"/>
          </ac:grpSpMkLst>
        </pc:grpChg>
        <pc:cxnChg chg="del">
          <ac:chgData name="Gudla, Natraj" userId="1b097815-ad51-435d-a557-eb69be7a0b69" providerId="ADAL" clId="{BF5BD8BC-BC64-4E33-A2DC-6981917607A2}" dt="2024-03-12T04:15:12.897" v="3633" actId="478"/>
          <ac:cxnSpMkLst>
            <pc:docMk/>
            <pc:sldMk cId="333276221" sldId="2145706650"/>
            <ac:cxnSpMk id="28" creationId="{2898D70D-3FD5-C8C1-48BD-6D574D92AEC7}"/>
          </ac:cxnSpMkLst>
        </pc:cxnChg>
        <pc:extLst>
          <p:ext xmlns:p="http://schemas.openxmlformats.org/presentationml/2006/main" uri="{D6D511B9-2390-475A-947B-AFAB55BFBCF1}">
            <pc226:cmChg xmlns:pc226="http://schemas.microsoft.com/office/powerpoint/2022/06/main/command" chg="">
              <pc226:chgData name="Gudla, Natraj" userId="1b097815-ad51-435d-a557-eb69be7a0b69" providerId="ADAL" clId="{BF5BD8BC-BC64-4E33-A2DC-6981917607A2}" dt="2024-03-12T14:52:54.181" v="6874"/>
              <pc2:cmMkLst xmlns:pc2="http://schemas.microsoft.com/office/powerpoint/2019/9/main/command">
                <pc:docMk/>
                <pc:sldMk cId="333276221" sldId="2145706650"/>
                <pc2:cmMk id="{0ACA1118-FF98-4AD3-B869-D1B0C6B06280}"/>
              </pc2:cmMkLst>
              <pc226:cmRplyChg chg="add">
                <pc226:chgData name="Gudla, Natraj" userId="1b097815-ad51-435d-a557-eb69be7a0b69" providerId="ADAL" clId="{BF5BD8BC-BC64-4E33-A2DC-6981917607A2}" dt="2024-03-12T14:52:54.181" v="6874"/>
                <pc2:cmRplyMkLst xmlns:pc2="http://schemas.microsoft.com/office/powerpoint/2019/9/main/command">
                  <pc:docMk/>
                  <pc:sldMk cId="333276221" sldId="2145706650"/>
                  <pc2:cmMk id="{0ACA1118-FF98-4AD3-B869-D1B0C6B06280}"/>
                  <pc2:cmRplyMk id="{85D292DC-27D8-4204-A1C8-5BC9E1B0E671}"/>
                </pc2:cmRplyMkLst>
              </pc226:cmRplyChg>
            </pc226:cmChg>
          </p:ext>
        </pc:extLst>
      </pc:sldChg>
      <pc:sldChg chg="ord">
        <pc:chgData name="Gudla, Natraj" userId="1b097815-ad51-435d-a557-eb69be7a0b69" providerId="ADAL" clId="{BF5BD8BC-BC64-4E33-A2DC-6981917607A2}" dt="2024-03-11T15:58:46.817" v="1075"/>
        <pc:sldMkLst>
          <pc:docMk/>
          <pc:sldMk cId="1766115488" sldId="2147474071"/>
        </pc:sldMkLst>
      </pc:sldChg>
      <pc:sldChg chg="modSp mod">
        <pc:chgData name="Gudla, Natraj" userId="1b097815-ad51-435d-a557-eb69be7a0b69" providerId="ADAL" clId="{BF5BD8BC-BC64-4E33-A2DC-6981917607A2}" dt="2024-03-13T04:12:55.448" v="7671" actId="20577"/>
        <pc:sldMkLst>
          <pc:docMk/>
          <pc:sldMk cId="1923745520" sldId="2147474097"/>
        </pc:sldMkLst>
        <pc:spChg chg="mod">
          <ac:chgData name="Gudla, Natraj" userId="1b097815-ad51-435d-a557-eb69be7a0b69" providerId="ADAL" clId="{BF5BD8BC-BC64-4E33-A2DC-6981917607A2}" dt="2024-03-13T04:12:55.448" v="7671" actId="20577"/>
          <ac:spMkLst>
            <pc:docMk/>
            <pc:sldMk cId="1923745520" sldId="2147474097"/>
            <ac:spMk id="3" creationId="{776E779B-9047-50C9-5827-CAAC8867C88D}"/>
          </ac:spMkLst>
        </pc:spChg>
      </pc:sldChg>
      <pc:sldChg chg="modSp ord">
        <pc:chgData name="Gudla, Natraj" userId="1b097815-ad51-435d-a557-eb69be7a0b69" providerId="ADAL" clId="{BF5BD8BC-BC64-4E33-A2DC-6981917607A2}" dt="2024-03-13T02:15:22.471" v="7668"/>
        <pc:sldMkLst>
          <pc:docMk/>
          <pc:sldMk cId="4144516887" sldId="2147474104"/>
        </pc:sldMkLst>
        <pc:graphicFrameChg chg="mod">
          <ac:chgData name="Gudla, Natraj" userId="1b097815-ad51-435d-a557-eb69be7a0b69" providerId="ADAL" clId="{BF5BD8BC-BC64-4E33-A2DC-6981917607A2}" dt="2024-03-13T01:44:24.990" v="7625"/>
          <ac:graphicFrameMkLst>
            <pc:docMk/>
            <pc:sldMk cId="4144516887" sldId="2147474104"/>
            <ac:graphicFrameMk id="13" creationId="{0A77BF4B-B28F-6D91-7CD1-68DFE13EA694}"/>
          </ac:graphicFrameMkLst>
        </pc:graphicFrameChg>
      </pc:sldChg>
      <pc:sldChg chg="delSp modSp mod ord modCm">
        <pc:chgData name="Gudla, Natraj" userId="1b097815-ad51-435d-a557-eb69be7a0b69" providerId="ADAL" clId="{BF5BD8BC-BC64-4E33-A2DC-6981917607A2}" dt="2024-03-13T11:05:19.914" v="8454"/>
        <pc:sldMkLst>
          <pc:docMk/>
          <pc:sldMk cId="2751412619" sldId="2147474107"/>
        </pc:sldMkLst>
        <pc:spChg chg="mod">
          <ac:chgData name="Gudla, Natraj" userId="1b097815-ad51-435d-a557-eb69be7a0b69" providerId="ADAL" clId="{BF5BD8BC-BC64-4E33-A2DC-6981917607A2}" dt="2024-03-12T09:09:04.860" v="4593" actId="20577"/>
          <ac:spMkLst>
            <pc:docMk/>
            <pc:sldMk cId="2751412619" sldId="2147474107"/>
            <ac:spMk id="2" creationId="{8DAF0583-FC0E-F8D9-8735-8BB2DCA786A8}"/>
          </ac:spMkLst>
        </pc:spChg>
        <pc:spChg chg="del">
          <ac:chgData name="Gudla, Natraj" userId="1b097815-ad51-435d-a557-eb69be7a0b69" providerId="ADAL" clId="{BF5BD8BC-BC64-4E33-A2DC-6981917607A2}" dt="2024-03-12T09:08:56.610" v="4584" actId="478"/>
          <ac:spMkLst>
            <pc:docMk/>
            <pc:sldMk cId="2751412619" sldId="2147474107"/>
            <ac:spMk id="5" creationId="{4CA39B15-9949-C8EF-AD56-299DB327751E}"/>
          </ac:spMkLst>
        </pc:spChg>
        <pc:spChg chg="mod">
          <ac:chgData name="Gudla, Natraj" userId="1b097815-ad51-435d-a557-eb69be7a0b69" providerId="ADAL" clId="{BF5BD8BC-BC64-4E33-A2DC-6981917607A2}" dt="2024-03-12T09:06:16.444" v="4583" actId="20577"/>
          <ac:spMkLst>
            <pc:docMk/>
            <pc:sldMk cId="2751412619" sldId="2147474107"/>
            <ac:spMk id="17" creationId="{E4DF2C5C-C5A7-F187-90CE-A36184ED4132}"/>
          </ac:spMkLst>
        </pc:spChg>
        <pc:spChg chg="mod">
          <ac:chgData name="Gudla, Natraj" userId="1b097815-ad51-435d-a557-eb69be7a0b69" providerId="ADAL" clId="{BF5BD8BC-BC64-4E33-A2DC-6981917607A2}" dt="2024-03-13T04:26:07.374" v="7846" actId="20577"/>
          <ac:spMkLst>
            <pc:docMk/>
            <pc:sldMk cId="2751412619" sldId="2147474107"/>
            <ac:spMk id="35" creationId="{E9A46DFF-37AF-1D9A-A94C-1EDAA7435D52}"/>
          </ac:spMkLst>
        </pc:spChg>
        <pc:spChg chg="del">
          <ac:chgData name="Gudla, Natraj" userId="1b097815-ad51-435d-a557-eb69be7a0b69" providerId="ADAL" clId="{BF5BD8BC-BC64-4E33-A2DC-6981917607A2}" dt="2024-03-12T16:26:45.448" v="7376" actId="478"/>
          <ac:spMkLst>
            <pc:docMk/>
            <pc:sldMk cId="2751412619" sldId="2147474107"/>
            <ac:spMk id="38" creationId="{B408390E-9B39-C9E3-ADDA-1FEF0CF13576}"/>
          </ac:spMkLst>
        </pc:spChg>
        <pc:graphicFrameChg chg="modGraphic">
          <ac:chgData name="Gudla, Natraj" userId="1b097815-ad51-435d-a557-eb69be7a0b69" providerId="ADAL" clId="{BF5BD8BC-BC64-4E33-A2DC-6981917607A2}" dt="2024-03-13T04:25:42.541" v="7841" actId="20577"/>
          <ac:graphicFrameMkLst>
            <pc:docMk/>
            <pc:sldMk cId="2751412619" sldId="2147474107"/>
            <ac:graphicFrameMk id="6" creationId="{90F47839-8A78-F80B-6AB1-950C093ECF8D}"/>
          </ac:graphicFrameMkLst>
        </pc:graphicFrame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11:05:19.914" v="8454"/>
              <pc2:cmMkLst xmlns:pc2="http://schemas.microsoft.com/office/powerpoint/2019/9/main/command">
                <pc:docMk/>
                <pc:sldMk cId="2751412619" sldId="2147474107"/>
                <pc2:cmMk id="{B8E917C2-6ABA-4163-9835-875F1A5B2A75}"/>
              </pc2:cmMkLst>
            </pc226:cmChg>
          </p:ext>
        </pc:extLst>
      </pc:sldChg>
      <pc:sldChg chg="ord">
        <pc:chgData name="Gudla, Natraj" userId="1b097815-ad51-435d-a557-eb69be7a0b69" providerId="ADAL" clId="{BF5BD8BC-BC64-4E33-A2DC-6981917607A2}" dt="2024-03-12T09:29:07.605" v="4627"/>
        <pc:sldMkLst>
          <pc:docMk/>
          <pc:sldMk cId="68534792" sldId="2147474108"/>
        </pc:sldMkLst>
      </pc:sldChg>
      <pc:sldChg chg="addSp delSp modSp mod ord modCm">
        <pc:chgData name="Gudla, Natraj" userId="1b097815-ad51-435d-a557-eb69be7a0b69" providerId="ADAL" clId="{BF5BD8BC-BC64-4E33-A2DC-6981917607A2}" dt="2024-03-13T11:04:49.921" v="8449"/>
        <pc:sldMkLst>
          <pc:docMk/>
          <pc:sldMk cId="3727333396" sldId="2147474111"/>
        </pc:sldMkLst>
        <pc:spChg chg="mod">
          <ac:chgData name="Gudla, Natraj" userId="1b097815-ad51-435d-a557-eb69be7a0b69" providerId="ADAL" clId="{BF5BD8BC-BC64-4E33-A2DC-6981917607A2}" dt="2024-03-13T04:40:21.984" v="7993" actId="207"/>
          <ac:spMkLst>
            <pc:docMk/>
            <pc:sldMk cId="3727333396" sldId="2147474111"/>
            <ac:spMk id="14" creationId="{D2D7E358-6DE7-AC81-78A4-C6C9C453B8E3}"/>
          </ac:spMkLst>
        </pc:spChg>
        <pc:spChg chg="mod">
          <ac:chgData name="Gudla, Natraj" userId="1b097815-ad51-435d-a557-eb69be7a0b69" providerId="ADAL" clId="{BF5BD8BC-BC64-4E33-A2DC-6981917607A2}" dt="2024-03-13T04:40:07.907" v="7991" actId="1076"/>
          <ac:spMkLst>
            <pc:docMk/>
            <pc:sldMk cId="3727333396" sldId="2147474111"/>
            <ac:spMk id="15" creationId="{7114F612-1D6D-A91C-B8FD-07C6097D12EB}"/>
          </ac:spMkLst>
        </pc:spChg>
        <pc:spChg chg="mod">
          <ac:chgData name="Gudla, Natraj" userId="1b097815-ad51-435d-a557-eb69be7a0b69" providerId="ADAL" clId="{BF5BD8BC-BC64-4E33-A2DC-6981917607A2}" dt="2024-03-12T09:13:39.060" v="4625" actId="20577"/>
          <ac:spMkLst>
            <pc:docMk/>
            <pc:sldMk cId="3727333396" sldId="2147474111"/>
            <ac:spMk id="22" creationId="{9A60AF97-6E43-B267-8FBF-4853A70CA2DC}"/>
          </ac:spMkLst>
        </pc:spChg>
        <pc:grpChg chg="mod">
          <ac:chgData name="Gudla, Natraj" userId="1b097815-ad51-435d-a557-eb69be7a0b69" providerId="ADAL" clId="{BF5BD8BC-BC64-4E33-A2DC-6981917607A2}" dt="2024-03-13T04:40:36.394" v="7996" actId="1076"/>
          <ac:grpSpMkLst>
            <pc:docMk/>
            <pc:sldMk cId="3727333396" sldId="2147474111"/>
            <ac:grpSpMk id="18" creationId="{1945267C-D67E-6522-A49B-2F0BD2157224}"/>
          </ac:grpSpMkLst>
        </pc:grpChg>
        <pc:graphicFrameChg chg="add mod modGraphic">
          <ac:chgData name="Gudla, Natraj" userId="1b097815-ad51-435d-a557-eb69be7a0b69" providerId="ADAL" clId="{BF5BD8BC-BC64-4E33-A2DC-6981917607A2}" dt="2024-03-13T04:47:10.607" v="8026" actId="1076"/>
          <ac:graphicFrameMkLst>
            <pc:docMk/>
            <pc:sldMk cId="3727333396" sldId="2147474111"/>
            <ac:graphicFrameMk id="5" creationId="{2D49F938-EF32-0FC1-7E10-BA6C667906B8}"/>
          </ac:graphicFrameMkLst>
        </pc:graphicFrameChg>
        <pc:graphicFrameChg chg="add mod modGraphic">
          <ac:chgData name="Gudla, Natraj" userId="1b097815-ad51-435d-a557-eb69be7a0b69" providerId="ADAL" clId="{BF5BD8BC-BC64-4E33-A2DC-6981917607A2}" dt="2024-03-13T04:45:20.508" v="8018" actId="1076"/>
          <ac:graphicFrameMkLst>
            <pc:docMk/>
            <pc:sldMk cId="3727333396" sldId="2147474111"/>
            <ac:graphicFrameMk id="6" creationId="{C2E01FA7-357D-F4F4-5E40-9253AA3CD2AC}"/>
          </ac:graphicFrameMkLst>
        </pc:graphicFrameChg>
        <pc:graphicFrameChg chg="add mod modGraphic">
          <ac:chgData name="Gudla, Natraj" userId="1b097815-ad51-435d-a557-eb69be7a0b69" providerId="ADAL" clId="{BF5BD8BC-BC64-4E33-A2DC-6981917607A2}" dt="2024-03-13T04:46:34.396" v="8024" actId="1076"/>
          <ac:graphicFrameMkLst>
            <pc:docMk/>
            <pc:sldMk cId="3727333396" sldId="2147474111"/>
            <ac:graphicFrameMk id="7" creationId="{E61F256C-684D-D6A6-CA56-440CEA3A2335}"/>
          </ac:graphicFrameMkLst>
        </pc:graphicFrameChg>
        <pc:graphicFrameChg chg="add mod modGraphic">
          <ac:chgData name="Gudla, Natraj" userId="1b097815-ad51-435d-a557-eb69be7a0b69" providerId="ADAL" clId="{BF5BD8BC-BC64-4E33-A2DC-6981917607A2}" dt="2024-03-13T04:48:15.681" v="8031" actId="1076"/>
          <ac:graphicFrameMkLst>
            <pc:docMk/>
            <pc:sldMk cId="3727333396" sldId="2147474111"/>
            <ac:graphicFrameMk id="8" creationId="{E639E75B-58B1-2B18-9545-9B08EFDE673E}"/>
          </ac:graphicFrameMkLst>
        </pc:graphicFrameChg>
        <pc:picChg chg="del mod">
          <ac:chgData name="Gudla, Natraj" userId="1b097815-ad51-435d-a557-eb69be7a0b69" providerId="ADAL" clId="{BF5BD8BC-BC64-4E33-A2DC-6981917607A2}" dt="2024-03-13T04:47:05.421" v="8025" actId="478"/>
          <ac:picMkLst>
            <pc:docMk/>
            <pc:sldMk cId="3727333396" sldId="2147474111"/>
            <ac:picMk id="21" creationId="{89F1E07B-317F-E0CC-F94D-C9583B2BEDC6}"/>
          </ac:picMkLst>
        </pc:picChg>
        <pc:cxnChg chg="del mod">
          <ac:chgData name="Gudla, Natraj" userId="1b097815-ad51-435d-a557-eb69be7a0b69" providerId="ADAL" clId="{BF5BD8BC-BC64-4E33-A2DC-6981917607A2}" dt="2024-03-13T04:40:33.332" v="7995" actId="478"/>
          <ac:cxnSpMkLst>
            <pc:docMk/>
            <pc:sldMk cId="3727333396" sldId="2147474111"/>
            <ac:cxnSpMk id="16" creationId="{84EF3ECD-8153-4081-CD98-544E16E1B40F}"/>
          </ac:cxnSpMkLst>
        </pc:cxnChg>
        <pc:cxnChg chg="del mod">
          <ac:chgData name="Gudla, Natraj" userId="1b097815-ad51-435d-a557-eb69be7a0b69" providerId="ADAL" clId="{BF5BD8BC-BC64-4E33-A2DC-6981917607A2}" dt="2024-03-13T04:40:52.590" v="8000" actId="478"/>
          <ac:cxnSpMkLst>
            <pc:docMk/>
            <pc:sldMk cId="3727333396" sldId="2147474111"/>
            <ac:cxnSpMk id="17" creationId="{E1777E79-1AED-788F-CD97-1FDB3A01DD33}"/>
          </ac:cxnSpMkLst>
        </pc:cxn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11:04:49.921" v="8449"/>
              <pc2:cmMkLst xmlns:pc2="http://schemas.microsoft.com/office/powerpoint/2019/9/main/command">
                <pc:docMk/>
                <pc:sldMk cId="3727333396" sldId="2147474111"/>
                <pc2:cmMk id="{458F419E-03CC-4607-B8AD-5EC6320B8477}"/>
              </pc2:cmMkLst>
            </pc226:cmChg>
          </p:ext>
        </pc:extLst>
      </pc:sldChg>
      <pc:sldChg chg="delSp modSp mod ord modCm">
        <pc:chgData name="Gudla, Natraj" userId="1b097815-ad51-435d-a557-eb69be7a0b69" providerId="ADAL" clId="{BF5BD8BC-BC64-4E33-A2DC-6981917607A2}" dt="2024-03-13T04:20:51.630" v="7810"/>
        <pc:sldMkLst>
          <pc:docMk/>
          <pc:sldMk cId="2411987227" sldId="2147474112"/>
        </pc:sldMkLst>
        <pc:spChg chg="del mod">
          <ac:chgData name="Gudla, Natraj" userId="1b097815-ad51-435d-a557-eb69be7a0b69" providerId="ADAL" clId="{BF5BD8BC-BC64-4E33-A2DC-6981917607A2}" dt="2024-03-13T04:20:27.168" v="7808" actId="478"/>
          <ac:spMkLst>
            <pc:docMk/>
            <pc:sldMk cId="2411987227" sldId="2147474112"/>
            <ac:spMk id="142" creationId="{597E908B-EA70-6CF5-CDF0-953A3E62B9E8}"/>
          </ac:spMkLst>
        </pc:spChg>
        <pc:spChg chg="mod">
          <ac:chgData name="Gudla, Natraj" userId="1b097815-ad51-435d-a557-eb69be7a0b69" providerId="ADAL" clId="{BF5BD8BC-BC64-4E33-A2DC-6981917607A2}" dt="2024-03-13T01:42:55.610" v="7620" actId="6549"/>
          <ac:spMkLst>
            <pc:docMk/>
            <pc:sldMk cId="2411987227" sldId="2147474112"/>
            <ac:spMk id="147" creationId="{E04A8A85-F206-2907-B975-2470983DDE9D}"/>
          </ac:spMkLst>
        </pc:spChg>
        <pc:spChg chg="mod">
          <ac:chgData name="Gudla, Natraj" userId="1b097815-ad51-435d-a557-eb69be7a0b69" providerId="ADAL" clId="{BF5BD8BC-BC64-4E33-A2DC-6981917607A2}" dt="2024-03-13T01:43:08.326" v="7621" actId="6549"/>
          <ac:spMkLst>
            <pc:docMk/>
            <pc:sldMk cId="2411987227" sldId="2147474112"/>
            <ac:spMk id="168" creationId="{AB941B2B-17D1-9DDD-992A-1440109786C9}"/>
          </ac:spMkLst>
        </pc:spChg>
        <pc:spChg chg="mod">
          <ac:chgData name="Gudla, Natraj" userId="1b097815-ad51-435d-a557-eb69be7a0b69" providerId="ADAL" clId="{BF5BD8BC-BC64-4E33-A2DC-6981917607A2}" dt="2024-03-13T01:43:33.903" v="7624" actId="20577"/>
          <ac:spMkLst>
            <pc:docMk/>
            <pc:sldMk cId="2411987227" sldId="2147474112"/>
            <ac:spMk id="184" creationId="{6CC2E6F0-8A52-BD5F-4C35-DB4ED0377547}"/>
          </ac:spMkLst>
        </pc:spChg>
        <pc:spChg chg="del mod">
          <ac:chgData name="Gudla, Natraj" userId="1b097815-ad51-435d-a557-eb69be7a0b69" providerId="ADAL" clId="{BF5BD8BC-BC64-4E33-A2DC-6981917607A2}" dt="2024-03-13T01:41:10.546" v="7618" actId="478"/>
          <ac:spMkLst>
            <pc:docMk/>
            <pc:sldMk cId="2411987227" sldId="2147474112"/>
            <ac:spMk id="212" creationId="{E9E9EF0F-AF07-BFD0-050D-40D1F632CE4D}"/>
          </ac:spMkLst>
        </pc:sp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01:41:28.423" v="7619"/>
              <pc2:cmMkLst xmlns:pc2="http://schemas.microsoft.com/office/powerpoint/2019/9/main/command">
                <pc:docMk/>
                <pc:sldMk cId="2411987227" sldId="2147474112"/>
                <pc2:cmMk id="{8FF6C95F-8CFF-4309-83C8-AAD3E57BAAE6}"/>
              </pc2:cmMkLst>
            </pc226:cmChg>
          </p:ext>
        </pc:extLst>
      </pc:sldChg>
      <pc:sldChg chg="mod modShow">
        <pc:chgData name="Gudla, Natraj" userId="1b097815-ad51-435d-a557-eb69be7a0b69" providerId="ADAL" clId="{BF5BD8BC-BC64-4E33-A2DC-6981917607A2}" dt="2024-03-11T16:11:47.949" v="1081" actId="729"/>
        <pc:sldMkLst>
          <pc:docMk/>
          <pc:sldMk cId="3753178280" sldId="2147474115"/>
        </pc:sldMkLst>
      </pc:sldChg>
      <pc:sldChg chg="delSp mod">
        <pc:chgData name="Gudla, Natraj" userId="1b097815-ad51-435d-a557-eb69be7a0b69" providerId="ADAL" clId="{BF5BD8BC-BC64-4E33-A2DC-6981917607A2}" dt="2024-03-12T16:30:20.214" v="7436" actId="478"/>
        <pc:sldMkLst>
          <pc:docMk/>
          <pc:sldMk cId="2479366280" sldId="2147474117"/>
        </pc:sldMkLst>
        <pc:spChg chg="del">
          <ac:chgData name="Gudla, Natraj" userId="1b097815-ad51-435d-a557-eb69be7a0b69" providerId="ADAL" clId="{BF5BD8BC-BC64-4E33-A2DC-6981917607A2}" dt="2024-03-12T16:30:20.214" v="7436" actId="478"/>
          <ac:spMkLst>
            <pc:docMk/>
            <pc:sldMk cId="2479366280" sldId="2147474117"/>
            <ac:spMk id="2" creationId="{A12F6D44-E7A3-0ABE-257B-CE6CFD018E5C}"/>
          </ac:spMkLst>
        </pc:spChg>
      </pc:sldChg>
      <pc:sldChg chg="addSp modSp new mod ord modCm">
        <pc:chgData name="Gudla, Natraj" userId="1b097815-ad51-435d-a557-eb69be7a0b69" providerId="ADAL" clId="{BF5BD8BC-BC64-4E33-A2DC-6981917607A2}" dt="2024-03-13T04:57:48.126" v="8321" actId="14100"/>
        <pc:sldMkLst>
          <pc:docMk/>
          <pc:sldMk cId="336240612" sldId="2147474119"/>
        </pc:sldMkLst>
        <pc:spChg chg="mod">
          <ac:chgData name="Gudla, Natraj" userId="1b097815-ad51-435d-a557-eb69be7a0b69" providerId="ADAL" clId="{BF5BD8BC-BC64-4E33-A2DC-6981917607A2}" dt="2024-03-11T10:40:03.508" v="632" actId="1076"/>
          <ac:spMkLst>
            <pc:docMk/>
            <pc:sldMk cId="336240612" sldId="2147474119"/>
            <ac:spMk id="2" creationId="{A923476B-91F6-439A-224A-E47160CC010B}"/>
          </ac:spMkLst>
        </pc:spChg>
        <pc:spChg chg="add mod">
          <ac:chgData name="Gudla, Natraj" userId="1b097815-ad51-435d-a557-eb69be7a0b69" providerId="ADAL" clId="{BF5BD8BC-BC64-4E33-A2DC-6981917607A2}" dt="2024-03-13T04:57:48.126" v="8321" actId="14100"/>
          <ac:spMkLst>
            <pc:docMk/>
            <pc:sldMk cId="336240612" sldId="2147474119"/>
            <ac:spMk id="3" creationId="{E8D7E566-D0A0-BDA1-692E-AEC1850354BA}"/>
          </ac:spMkLst>
        </pc:spChg>
        <pc:spChg chg="add mod">
          <ac:chgData name="Gudla, Natraj" userId="1b097815-ad51-435d-a557-eb69be7a0b69" providerId="ADAL" clId="{BF5BD8BC-BC64-4E33-A2DC-6981917607A2}" dt="2024-03-13T04:57:16.735" v="8278" actId="1076"/>
          <ac:spMkLst>
            <pc:docMk/>
            <pc:sldMk cId="336240612" sldId="2147474119"/>
            <ac:spMk id="4" creationId="{12F5E7F4-21B2-ECB1-1775-9F3F04E9F92D}"/>
          </ac:spMkLst>
        </pc:spChg>
        <pc:spChg chg="add mod">
          <ac:chgData name="Gudla, Natraj" userId="1b097815-ad51-435d-a557-eb69be7a0b69" providerId="ADAL" clId="{BF5BD8BC-BC64-4E33-A2DC-6981917607A2}" dt="2024-03-12T12:20:11.253" v="6868" actId="1036"/>
          <ac:spMkLst>
            <pc:docMk/>
            <pc:sldMk cId="336240612" sldId="2147474119"/>
            <ac:spMk id="7" creationId="{E11ECEF2-9C2A-4D25-707D-105F042E2365}"/>
          </ac:spMkLst>
        </pc:spChg>
        <pc:spChg chg="add mod ord">
          <ac:chgData name="Gudla, Natraj" userId="1b097815-ad51-435d-a557-eb69be7a0b69" providerId="ADAL" clId="{BF5BD8BC-BC64-4E33-A2DC-6981917607A2}" dt="2024-03-12T12:19:46.208" v="6841" actId="14100"/>
          <ac:spMkLst>
            <pc:docMk/>
            <pc:sldMk cId="336240612" sldId="2147474119"/>
            <ac:spMk id="8" creationId="{3DF60BF4-8471-6F8A-A08C-AC619450B681}"/>
          </ac:spMkLst>
        </pc:spChg>
        <pc:spChg chg="add mod">
          <ac:chgData name="Gudla, Natraj" userId="1b097815-ad51-435d-a557-eb69be7a0b69" providerId="ADAL" clId="{BF5BD8BC-BC64-4E33-A2DC-6981917607A2}" dt="2024-03-13T04:56:29.110" v="8269" actId="1076"/>
          <ac:spMkLst>
            <pc:docMk/>
            <pc:sldMk cId="336240612" sldId="2147474119"/>
            <ac:spMk id="9" creationId="{E83694F7-709F-E499-3ECD-0339AC00CC39}"/>
          </ac:spMkLst>
        </pc:spChg>
        <pc:graphicFrameChg chg="add mod modGraphic">
          <ac:chgData name="Gudla, Natraj" userId="1b097815-ad51-435d-a557-eb69be7a0b69" providerId="ADAL" clId="{BF5BD8BC-BC64-4E33-A2DC-6981917607A2}" dt="2024-03-12T12:20:02.956" v="6854" actId="1036"/>
          <ac:graphicFrameMkLst>
            <pc:docMk/>
            <pc:sldMk cId="336240612" sldId="2147474119"/>
            <ac:graphicFrameMk id="5" creationId="{896ED968-B0D0-B357-BD13-0D83CFF33D69}"/>
          </ac:graphicFrameMkLst>
        </pc:graphicFrameChg>
        <pc:graphicFrameChg chg="add mod">
          <ac:chgData name="Gudla, Natraj" userId="1b097815-ad51-435d-a557-eb69be7a0b69" providerId="ADAL" clId="{BF5BD8BC-BC64-4E33-A2DC-6981917607A2}" dt="2024-03-12T12:19:02.609" v="6831" actId="1076"/>
          <ac:graphicFrameMkLst>
            <pc:docMk/>
            <pc:sldMk cId="336240612" sldId="2147474119"/>
            <ac:graphicFrameMk id="6" creationId="{FD1B7925-B52C-F0E2-BD24-1FCAE823D2AE}"/>
          </ac:graphicFrameMkLst>
        </pc:graphicFrame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04:51:08.793" v="8035"/>
              <pc2:cmMkLst xmlns:pc2="http://schemas.microsoft.com/office/powerpoint/2019/9/main/command">
                <pc:docMk/>
                <pc:sldMk cId="336240612" sldId="2147474119"/>
                <pc2:cmMk id="{8EBA09D0-D42D-4DBF-9662-96B704910380}"/>
              </pc2:cmMkLst>
              <pc226:cmRplyChg chg="add">
                <pc226:chgData name="Gudla, Natraj" userId="1b097815-ad51-435d-a557-eb69be7a0b69" providerId="ADAL" clId="{BF5BD8BC-BC64-4E33-A2DC-6981917607A2}" dt="2024-03-12T12:21:56.679" v="6873"/>
                <pc2:cmRplyMkLst xmlns:pc2="http://schemas.microsoft.com/office/powerpoint/2019/9/main/command">
                  <pc:docMk/>
                  <pc:sldMk cId="336240612" sldId="2147474119"/>
                  <pc2:cmMk id="{8EBA09D0-D42D-4DBF-9662-96B704910380}"/>
                  <pc2:cmRplyMk id="{8568F98C-0EE5-44A6-A854-58EE3AE2E33B}"/>
                </pc2:cmRplyMkLst>
              </pc226:cmRplyChg>
            </pc226:cmChg>
          </p:ext>
        </pc:extLst>
      </pc:sldChg>
      <pc:sldChg chg="new del">
        <pc:chgData name="Gudla, Natraj" userId="1b097815-ad51-435d-a557-eb69be7a0b69" providerId="ADAL" clId="{BF5BD8BC-BC64-4E33-A2DC-6981917607A2}" dt="2024-03-11T10:14:58.643" v="2" actId="47"/>
        <pc:sldMkLst>
          <pc:docMk/>
          <pc:sldMk cId="3145750422" sldId="2147474119"/>
        </pc:sldMkLst>
      </pc:sldChg>
      <pc:sldChg chg="new del ord">
        <pc:chgData name="Gudla, Natraj" userId="1b097815-ad51-435d-a557-eb69be7a0b69" providerId="ADAL" clId="{BF5BD8BC-BC64-4E33-A2DC-6981917607A2}" dt="2024-03-11T11:17:07.934" v="688" actId="47"/>
        <pc:sldMkLst>
          <pc:docMk/>
          <pc:sldMk cId="211940438" sldId="2147474120"/>
        </pc:sldMkLst>
      </pc:sldChg>
      <pc:sldChg chg="add mod ord modShow modCm">
        <pc:chgData name="Gudla, Natraj" userId="1b097815-ad51-435d-a557-eb69be7a0b69" providerId="ADAL" clId="{BF5BD8BC-BC64-4E33-A2DC-6981917607A2}" dt="2024-03-12T16:30:45.675" v="7439"/>
        <pc:sldMkLst>
          <pc:docMk/>
          <pc:sldMk cId="1652569049" sldId="2147474120"/>
        </pc:sldMkLst>
        <pc:extLst>
          <p:ext xmlns:p="http://schemas.openxmlformats.org/presentationml/2006/main" uri="{D6D511B9-2390-475A-947B-AFAB55BFBCF1}">
            <pc226:cmChg xmlns:pc226="http://schemas.microsoft.com/office/powerpoint/2022/06/main/command" chg="">
              <pc226:chgData name="Gudla, Natraj" userId="1b097815-ad51-435d-a557-eb69be7a0b69" providerId="ADAL" clId="{BF5BD8BC-BC64-4E33-A2DC-6981917607A2}" dt="2024-03-12T15:27:34.868" v="7049"/>
              <pc2:cmMkLst xmlns:pc2="http://schemas.microsoft.com/office/powerpoint/2019/9/main/command">
                <pc:docMk/>
                <pc:sldMk cId="1652569049" sldId="2147474120"/>
                <pc2:cmMk id="{C028BA11-1D25-43FA-8C40-9A3CBA1F82E8}"/>
              </pc2:cmMkLst>
              <pc226:cmRplyChg chg="add">
                <pc226:chgData name="Gudla, Natraj" userId="1b097815-ad51-435d-a557-eb69be7a0b69" providerId="ADAL" clId="{BF5BD8BC-BC64-4E33-A2DC-6981917607A2}" dt="2024-03-12T15:27:34.868" v="7049"/>
                <pc2:cmRplyMkLst xmlns:pc2="http://schemas.microsoft.com/office/powerpoint/2019/9/main/command">
                  <pc:docMk/>
                  <pc:sldMk cId="1652569049" sldId="2147474120"/>
                  <pc2:cmMk id="{C028BA11-1D25-43FA-8C40-9A3CBA1F82E8}"/>
                  <pc2:cmRplyMk id="{EFE1D93D-6DAE-4138-A1FE-4D94C1D21C72}"/>
                </pc2:cmRplyMkLst>
              </pc226:cmRplyChg>
            </pc226:cmChg>
          </p:ext>
        </pc:extLst>
      </pc:sldChg>
      <pc:sldChg chg="ord">
        <pc:chgData name="Gudla, Natraj" userId="1b097815-ad51-435d-a557-eb69be7a0b69" providerId="ADAL" clId="{BF5BD8BC-BC64-4E33-A2DC-6981917607A2}" dt="2024-03-12T04:03:22.381" v="3573"/>
        <pc:sldMkLst>
          <pc:docMk/>
          <pc:sldMk cId="1493796699" sldId="2147474123"/>
        </pc:sldMkLst>
      </pc:sldChg>
      <pc:sldChg chg="add mod ord modShow">
        <pc:chgData name="Gudla, Natraj" userId="1b097815-ad51-435d-a557-eb69be7a0b69" providerId="ADAL" clId="{BF5BD8BC-BC64-4E33-A2DC-6981917607A2}" dt="2024-03-12T08:29:41.573" v="4456"/>
        <pc:sldMkLst>
          <pc:docMk/>
          <pc:sldMk cId="3666755891" sldId="2147474148"/>
        </pc:sldMkLst>
      </pc:sldChg>
      <pc:sldChg chg="addSp modSp add del mod modShow">
        <pc:chgData name="Gudla, Natraj" userId="1b097815-ad51-435d-a557-eb69be7a0b69" providerId="ADAL" clId="{BF5BD8BC-BC64-4E33-A2DC-6981917607A2}" dt="2024-03-12T04:03:17.606" v="3571" actId="47"/>
        <pc:sldMkLst>
          <pc:docMk/>
          <pc:sldMk cId="464572576" sldId="2147474149"/>
        </pc:sldMkLst>
        <pc:spChg chg="add mod">
          <ac:chgData name="Gudla, Natraj" userId="1b097815-ad51-435d-a557-eb69be7a0b69" providerId="ADAL" clId="{BF5BD8BC-BC64-4E33-A2DC-6981917607A2}" dt="2024-03-11T16:10:11.431" v="1080" actId="1076"/>
          <ac:spMkLst>
            <pc:docMk/>
            <pc:sldMk cId="464572576" sldId="2147474149"/>
            <ac:spMk id="2" creationId="{6879D76E-E16F-6841-CAD7-DE737D441281}"/>
          </ac:spMkLst>
        </pc:spChg>
        <pc:spChg chg="mod">
          <ac:chgData name="Gudla, Natraj" userId="1b097815-ad51-435d-a557-eb69be7a0b69" providerId="ADAL" clId="{BF5BD8BC-BC64-4E33-A2DC-6981917607A2}" dt="2024-03-11T16:09:56.798" v="1078" actId="14100"/>
          <ac:spMkLst>
            <pc:docMk/>
            <pc:sldMk cId="464572576" sldId="2147474149"/>
            <ac:spMk id="305" creationId="{5D517C40-BDDC-8A3E-3966-1C81D21DAE4D}"/>
          </ac:spMkLst>
        </pc:spChg>
      </pc:sldChg>
      <pc:sldChg chg="delSp modSp mod">
        <pc:chgData name="Gudla, Natraj" userId="1b097815-ad51-435d-a557-eb69be7a0b69" providerId="ADAL" clId="{BF5BD8BC-BC64-4E33-A2DC-6981917607A2}" dt="2024-03-12T03:19:03.863" v="1406" actId="20577"/>
        <pc:sldMkLst>
          <pc:docMk/>
          <pc:sldMk cId="2590187641" sldId="2147474150"/>
        </pc:sldMkLst>
        <pc:spChg chg="mod">
          <ac:chgData name="Gudla, Natraj" userId="1b097815-ad51-435d-a557-eb69be7a0b69" providerId="ADAL" clId="{BF5BD8BC-BC64-4E33-A2DC-6981917607A2}" dt="2024-03-12T03:19:03.863" v="1406" actId="20577"/>
          <ac:spMkLst>
            <pc:docMk/>
            <pc:sldMk cId="2590187641" sldId="2147474150"/>
            <ac:spMk id="9" creationId="{3D54C89B-1399-C1AC-A358-E4B00D566802}"/>
          </ac:spMkLst>
        </pc:spChg>
        <pc:spChg chg="del mod">
          <ac:chgData name="Gudla, Natraj" userId="1b097815-ad51-435d-a557-eb69be7a0b69" providerId="ADAL" clId="{BF5BD8BC-BC64-4E33-A2DC-6981917607A2}" dt="2024-03-12T03:17:57.149" v="1393" actId="478"/>
          <ac:spMkLst>
            <pc:docMk/>
            <pc:sldMk cId="2590187641" sldId="2147474150"/>
            <ac:spMk id="212" creationId="{E9E9EF0F-AF07-BFD0-050D-40D1F632CE4D}"/>
          </ac:spMkLst>
        </pc:spChg>
      </pc:sldChg>
      <pc:sldChg chg="delSp modSp mod">
        <pc:chgData name="Gudla, Natraj" userId="1b097815-ad51-435d-a557-eb69be7a0b69" providerId="ADAL" clId="{BF5BD8BC-BC64-4E33-A2DC-6981917607A2}" dt="2024-03-12T03:19:42.254" v="1412" actId="20577"/>
        <pc:sldMkLst>
          <pc:docMk/>
          <pc:sldMk cId="4172231173" sldId="2147474151"/>
        </pc:sldMkLst>
        <pc:spChg chg="mod">
          <ac:chgData name="Gudla, Natraj" userId="1b097815-ad51-435d-a557-eb69be7a0b69" providerId="ADAL" clId="{BF5BD8BC-BC64-4E33-A2DC-6981917607A2}" dt="2024-03-12T03:18:44.520" v="1403" actId="6549"/>
          <ac:spMkLst>
            <pc:docMk/>
            <pc:sldMk cId="4172231173" sldId="2147474151"/>
            <ac:spMk id="8" creationId="{0FC11A24-1C94-770E-AEE9-EAB1535A997B}"/>
          </ac:spMkLst>
        </pc:spChg>
        <pc:spChg chg="del">
          <ac:chgData name="Gudla, Natraj" userId="1b097815-ad51-435d-a557-eb69be7a0b69" providerId="ADAL" clId="{BF5BD8BC-BC64-4E33-A2DC-6981917607A2}" dt="2024-03-12T03:17:52.558" v="1391" actId="478"/>
          <ac:spMkLst>
            <pc:docMk/>
            <pc:sldMk cId="4172231173" sldId="2147474151"/>
            <ac:spMk id="212" creationId="{E9E9EF0F-AF07-BFD0-050D-40D1F632CE4D}"/>
          </ac:spMkLst>
        </pc:spChg>
        <pc:graphicFrameChg chg="modGraphic">
          <ac:chgData name="Gudla, Natraj" userId="1b097815-ad51-435d-a557-eb69be7a0b69" providerId="ADAL" clId="{BF5BD8BC-BC64-4E33-A2DC-6981917607A2}" dt="2024-03-12T03:19:42.254" v="1412" actId="20577"/>
          <ac:graphicFrameMkLst>
            <pc:docMk/>
            <pc:sldMk cId="4172231173" sldId="2147474151"/>
            <ac:graphicFrameMk id="7" creationId="{F09AD3DE-54A7-DD92-2123-3432F75CB9A8}"/>
          </ac:graphicFrameMkLst>
        </pc:graphicFrameChg>
      </pc:sldChg>
      <pc:sldChg chg="modSp mod">
        <pc:chgData name="Gudla, Natraj" userId="1b097815-ad51-435d-a557-eb69be7a0b69" providerId="ADAL" clId="{BF5BD8BC-BC64-4E33-A2DC-6981917607A2}" dt="2024-03-12T08:10:36.688" v="4408" actId="20577"/>
        <pc:sldMkLst>
          <pc:docMk/>
          <pc:sldMk cId="2251188276" sldId="2147474154"/>
        </pc:sldMkLst>
        <pc:graphicFrameChg chg="modGraphic">
          <ac:chgData name="Gudla, Natraj" userId="1b097815-ad51-435d-a557-eb69be7a0b69" providerId="ADAL" clId="{BF5BD8BC-BC64-4E33-A2DC-6981917607A2}" dt="2024-03-12T08:10:36.688" v="4408" actId="20577"/>
          <ac:graphicFrameMkLst>
            <pc:docMk/>
            <pc:sldMk cId="2251188276" sldId="2147474154"/>
            <ac:graphicFrameMk id="2" creationId="{F1AF107A-F151-DF54-AA2A-F9C5CDF5B288}"/>
          </ac:graphicFrameMkLst>
        </pc:graphicFrameChg>
      </pc:sldChg>
      <pc:sldChg chg="modSp mod modCm">
        <pc:chgData name="Gudla, Natraj" userId="1b097815-ad51-435d-a557-eb69be7a0b69" providerId="ADAL" clId="{BF5BD8BC-BC64-4E33-A2DC-6981917607A2}" dt="2024-03-13T11:05:12.367" v="8453"/>
        <pc:sldMkLst>
          <pc:docMk/>
          <pc:sldMk cId="3447131155" sldId="2147474155"/>
        </pc:sldMkLst>
        <pc:graphicFrameChg chg="mod modGraphic">
          <ac:chgData name="Gudla, Natraj" userId="1b097815-ad51-435d-a557-eb69be7a0b69" providerId="ADAL" clId="{BF5BD8BC-BC64-4E33-A2DC-6981917607A2}" dt="2024-03-12T16:24:46.845" v="7366" actId="20577"/>
          <ac:graphicFrameMkLst>
            <pc:docMk/>
            <pc:sldMk cId="3447131155" sldId="2147474155"/>
            <ac:graphicFrameMk id="2" creationId="{D0BCB5DE-6896-5F5C-6600-0AA0464C3ADF}"/>
          </ac:graphicFrameMkLst>
        </pc:graphicFrame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11:05:12.367" v="8453"/>
              <pc2:cmMkLst xmlns:pc2="http://schemas.microsoft.com/office/powerpoint/2019/9/main/command">
                <pc:docMk/>
                <pc:sldMk cId="3447131155" sldId="2147474155"/>
                <pc2:cmMk id="{A67C2E24-FA86-4CDD-B523-F2F3AA16532C}"/>
              </pc2:cmMkLst>
            </pc226:cmChg>
          </p:ext>
        </pc:extLst>
      </pc:sldChg>
      <pc:sldChg chg="add mod modShow">
        <pc:chgData name="Gudla, Natraj" userId="1b097815-ad51-435d-a557-eb69be7a0b69" providerId="ADAL" clId="{BF5BD8BC-BC64-4E33-A2DC-6981917607A2}" dt="2024-03-12T03:17:35.158" v="1390" actId="729"/>
        <pc:sldMkLst>
          <pc:docMk/>
          <pc:sldMk cId="2806278602" sldId="2147474157"/>
        </pc:sldMkLst>
      </pc:sldChg>
      <pc:sldChg chg="addSp modSp new mod ord">
        <pc:chgData name="Gudla, Natraj" userId="1b097815-ad51-435d-a557-eb69be7a0b69" providerId="ADAL" clId="{BF5BD8BC-BC64-4E33-A2DC-6981917607A2}" dt="2024-03-12T04:33:14.064" v="3828" actId="6549"/>
        <pc:sldMkLst>
          <pc:docMk/>
          <pc:sldMk cId="2039370297" sldId="2147474158"/>
        </pc:sldMkLst>
        <pc:spChg chg="mod">
          <ac:chgData name="Gudla, Natraj" userId="1b097815-ad51-435d-a557-eb69be7a0b69" providerId="ADAL" clId="{BF5BD8BC-BC64-4E33-A2DC-6981917607A2}" dt="2024-03-12T03:30:09.381" v="1492" actId="1076"/>
          <ac:spMkLst>
            <pc:docMk/>
            <pc:sldMk cId="2039370297" sldId="2147474158"/>
            <ac:spMk id="2" creationId="{534977FF-C41A-E11A-5FC0-772CD3D72343}"/>
          </ac:spMkLst>
        </pc:spChg>
        <pc:spChg chg="add mod">
          <ac:chgData name="Gudla, Natraj" userId="1b097815-ad51-435d-a557-eb69be7a0b69" providerId="ADAL" clId="{BF5BD8BC-BC64-4E33-A2DC-6981917607A2}" dt="2024-03-12T04:20:32.489" v="3745" actId="1076"/>
          <ac:spMkLst>
            <pc:docMk/>
            <pc:sldMk cId="2039370297" sldId="2147474158"/>
            <ac:spMk id="3" creationId="{84EB99FE-CDE2-5E96-9B09-A23AC697E275}"/>
          </ac:spMkLst>
        </pc:spChg>
        <pc:spChg chg="add mod">
          <ac:chgData name="Gudla, Natraj" userId="1b097815-ad51-435d-a557-eb69be7a0b69" providerId="ADAL" clId="{BF5BD8BC-BC64-4E33-A2DC-6981917607A2}" dt="2024-03-12T04:33:14.064" v="3828" actId="6549"/>
          <ac:spMkLst>
            <pc:docMk/>
            <pc:sldMk cId="2039370297" sldId="2147474158"/>
            <ac:spMk id="4" creationId="{D0E3B56D-C914-F6F6-B709-B1100F7A7A50}"/>
          </ac:spMkLst>
        </pc:spChg>
        <pc:spChg chg="add mod">
          <ac:chgData name="Gudla, Natraj" userId="1b097815-ad51-435d-a557-eb69be7a0b69" providerId="ADAL" clId="{BF5BD8BC-BC64-4E33-A2DC-6981917607A2}" dt="2024-03-12T04:21:57.404" v="3753" actId="115"/>
          <ac:spMkLst>
            <pc:docMk/>
            <pc:sldMk cId="2039370297" sldId="2147474158"/>
            <ac:spMk id="5" creationId="{16A929D2-8D5D-5B24-55A3-1E1C831846BD}"/>
          </ac:spMkLst>
        </pc:spChg>
      </pc:sldChg>
      <pc:sldChg chg="addSp delSp modSp mod addCm modCm">
        <pc:chgData name="Gudla, Natraj" userId="1b097815-ad51-435d-a557-eb69be7a0b69" providerId="ADAL" clId="{BF5BD8BC-BC64-4E33-A2DC-6981917607A2}" dt="2024-03-13T11:05:03.005" v="8452"/>
        <pc:sldMkLst>
          <pc:docMk/>
          <pc:sldMk cId="3711325015" sldId="2147474159"/>
        </pc:sldMkLst>
        <pc:spChg chg="add mod">
          <ac:chgData name="Gudla, Natraj" userId="1b097815-ad51-435d-a557-eb69be7a0b69" providerId="ADAL" clId="{BF5BD8BC-BC64-4E33-A2DC-6981917607A2}" dt="2024-03-12T08:41:32.853" v="4557" actId="14100"/>
          <ac:spMkLst>
            <pc:docMk/>
            <pc:sldMk cId="3711325015" sldId="2147474159"/>
            <ac:spMk id="2" creationId="{C0CAE81E-CAC7-0C52-E2E4-6A9F71FAF871}"/>
          </ac:spMkLst>
        </pc:spChg>
        <pc:spChg chg="add mod">
          <ac:chgData name="Gudla, Natraj" userId="1b097815-ad51-435d-a557-eb69be7a0b69" providerId="ADAL" clId="{BF5BD8BC-BC64-4E33-A2DC-6981917607A2}" dt="2024-03-12T08:41:45.762" v="4571" actId="14100"/>
          <ac:spMkLst>
            <pc:docMk/>
            <pc:sldMk cId="3711325015" sldId="2147474159"/>
            <ac:spMk id="5" creationId="{28929B99-8514-BD0D-C3FF-41DC0E1AB85A}"/>
          </ac:spMkLst>
        </pc:spChg>
        <pc:spChg chg="add mod">
          <ac:chgData name="Gudla, Natraj" userId="1b097815-ad51-435d-a557-eb69be7a0b69" providerId="ADAL" clId="{BF5BD8BC-BC64-4E33-A2DC-6981917607A2}" dt="2024-03-12T16:18:04.129" v="7216" actId="14100"/>
          <ac:spMkLst>
            <pc:docMk/>
            <pc:sldMk cId="3711325015" sldId="2147474159"/>
            <ac:spMk id="12" creationId="{9E4BF4D9-9D54-2EA5-0D69-7C0FF8C6E2A2}"/>
          </ac:spMkLst>
        </pc:spChg>
        <pc:spChg chg="add mod">
          <ac:chgData name="Gudla, Natraj" userId="1b097815-ad51-435d-a557-eb69be7a0b69" providerId="ADAL" clId="{BF5BD8BC-BC64-4E33-A2DC-6981917607A2}" dt="2024-03-12T16:18:50.475" v="7238" actId="1036"/>
          <ac:spMkLst>
            <pc:docMk/>
            <pc:sldMk cId="3711325015" sldId="2147474159"/>
            <ac:spMk id="14" creationId="{6BB6CD4C-2327-F604-CD62-6B258FAE91F0}"/>
          </ac:spMkLst>
        </pc:spChg>
        <pc:spChg chg="del">
          <ac:chgData name="Gudla, Natraj" userId="1b097815-ad51-435d-a557-eb69be7a0b69" providerId="ADAL" clId="{BF5BD8BC-BC64-4E33-A2DC-6981917607A2}" dt="2024-03-12T16:19:26.268" v="7240" actId="478"/>
          <ac:spMkLst>
            <pc:docMk/>
            <pc:sldMk cId="3711325015" sldId="2147474159"/>
            <ac:spMk id="17" creationId="{F7E444AF-7BFA-5FBE-BCCC-C8CF5A9F0EC0}"/>
          </ac:spMkLst>
        </pc:spChg>
        <pc:spChg chg="del">
          <ac:chgData name="Gudla, Natraj" userId="1b097815-ad51-435d-a557-eb69be7a0b69" providerId="ADAL" clId="{BF5BD8BC-BC64-4E33-A2DC-6981917607A2}" dt="2024-03-12T16:19:37.325" v="7243" actId="478"/>
          <ac:spMkLst>
            <pc:docMk/>
            <pc:sldMk cId="3711325015" sldId="2147474159"/>
            <ac:spMk id="21" creationId="{FCD6F789-9030-3356-D557-FF5CD98FC225}"/>
          </ac:spMkLst>
        </pc:spChg>
        <pc:spChg chg="mod">
          <ac:chgData name="Gudla, Natraj" userId="1b097815-ad51-435d-a557-eb69be7a0b69" providerId="ADAL" clId="{BF5BD8BC-BC64-4E33-A2DC-6981917607A2}" dt="2024-03-12T16:19:46.563" v="7245" actId="1038"/>
          <ac:spMkLst>
            <pc:docMk/>
            <pc:sldMk cId="3711325015" sldId="2147474159"/>
            <ac:spMk id="22" creationId="{C5477E02-1B87-0425-2FFE-22E7E6642DDC}"/>
          </ac:spMkLst>
        </pc:spChg>
        <pc:spChg chg="mod">
          <ac:chgData name="Gudla, Natraj" userId="1b097815-ad51-435d-a557-eb69be7a0b69" providerId="ADAL" clId="{BF5BD8BC-BC64-4E33-A2DC-6981917607A2}" dt="2024-03-12T16:19:30.444" v="7241" actId="1076"/>
          <ac:spMkLst>
            <pc:docMk/>
            <pc:sldMk cId="3711325015" sldId="2147474159"/>
            <ac:spMk id="30" creationId="{012C5B66-D9FD-0740-42A2-41AA4659C14F}"/>
          </ac:spMkLst>
        </pc:spChg>
        <pc:spChg chg="del">
          <ac:chgData name="Gudla, Natraj" userId="1b097815-ad51-435d-a557-eb69be7a0b69" providerId="ADAL" clId="{BF5BD8BC-BC64-4E33-A2DC-6981917607A2}" dt="2024-03-12T16:19:12.180" v="7239" actId="478"/>
          <ac:spMkLst>
            <pc:docMk/>
            <pc:sldMk cId="3711325015" sldId="2147474159"/>
            <ac:spMk id="32" creationId="{366739DA-9C53-EEA1-000E-0492FA2AF72B}"/>
          </ac:spMkLst>
        </pc:spChg>
        <pc:spChg chg="mod">
          <ac:chgData name="Gudla, Natraj" userId="1b097815-ad51-435d-a557-eb69be7a0b69" providerId="ADAL" clId="{BF5BD8BC-BC64-4E33-A2DC-6981917607A2}" dt="2024-03-12T16:19:42.476" v="7244" actId="1076"/>
          <ac:spMkLst>
            <pc:docMk/>
            <pc:sldMk cId="3711325015" sldId="2147474159"/>
            <ac:spMk id="37" creationId="{BF0DF6CC-3BE1-2648-3B74-57113A199020}"/>
          </ac:spMkLst>
        </pc:spChg>
        <pc:spChg chg="del">
          <ac:chgData name="Gudla, Natraj" userId="1b097815-ad51-435d-a557-eb69be7a0b69" providerId="ADAL" clId="{BF5BD8BC-BC64-4E33-A2DC-6981917607A2}" dt="2024-03-12T16:20:03.083" v="7246" actId="478"/>
          <ac:spMkLst>
            <pc:docMk/>
            <pc:sldMk cId="3711325015" sldId="2147474159"/>
            <ac:spMk id="50" creationId="{D31C03AB-5717-C9FC-3DCC-1A11E329B31D}"/>
          </ac:spMkLst>
        </pc:spChg>
        <pc:spChg chg="mod">
          <ac:chgData name="Gudla, Natraj" userId="1b097815-ad51-435d-a557-eb69be7a0b69" providerId="ADAL" clId="{BF5BD8BC-BC64-4E33-A2DC-6981917607A2}" dt="2024-03-12T16:17:31.334" v="7201" actId="313"/>
          <ac:spMkLst>
            <pc:docMk/>
            <pc:sldMk cId="3711325015" sldId="2147474159"/>
            <ac:spMk id="51" creationId="{DEEC0034-B3D3-273D-2EAA-CA6ABA791932}"/>
          </ac:spMkLst>
        </pc:spChg>
        <pc:spChg chg="mod">
          <ac:chgData name="Gudla, Natraj" userId="1b097815-ad51-435d-a557-eb69be7a0b69" providerId="ADAL" clId="{BF5BD8BC-BC64-4E33-A2DC-6981917607A2}" dt="2024-03-12T09:42:22.417" v="4640" actId="207"/>
          <ac:spMkLst>
            <pc:docMk/>
            <pc:sldMk cId="3711325015" sldId="2147474159"/>
            <ac:spMk id="55" creationId="{14133841-23B0-214F-D90C-3566F5697992}"/>
          </ac:spMkLst>
        </pc:spChg>
        <pc:spChg chg="del">
          <ac:chgData name="Gudla, Natraj" userId="1b097815-ad51-435d-a557-eb69be7a0b69" providerId="ADAL" clId="{BF5BD8BC-BC64-4E33-A2DC-6981917607A2}" dt="2024-03-12T16:17:48.923" v="7202" actId="478"/>
          <ac:spMkLst>
            <pc:docMk/>
            <pc:sldMk cId="3711325015" sldId="2147474159"/>
            <ac:spMk id="59" creationId="{CDE1D0B7-DA30-A637-76B8-271365BC7CCD}"/>
          </ac:spMkLst>
        </pc:spChg>
        <pc:spChg chg="del">
          <ac:chgData name="Gudla, Natraj" userId="1b097815-ad51-435d-a557-eb69be7a0b69" providerId="ADAL" clId="{BF5BD8BC-BC64-4E33-A2DC-6981917607A2}" dt="2024-03-12T16:18:09.012" v="7217" actId="478"/>
          <ac:spMkLst>
            <pc:docMk/>
            <pc:sldMk cId="3711325015" sldId="2147474159"/>
            <ac:spMk id="61" creationId="{C2E3A710-56D1-D87E-6D0E-C89529B2914A}"/>
          </ac:spMkLst>
        </pc:spChg>
        <pc:spChg chg="del">
          <ac:chgData name="Gudla, Natraj" userId="1b097815-ad51-435d-a557-eb69be7a0b69" providerId="ADAL" clId="{BF5BD8BC-BC64-4E33-A2DC-6981917607A2}" dt="2024-03-12T16:18:20.802" v="7220" actId="478"/>
          <ac:spMkLst>
            <pc:docMk/>
            <pc:sldMk cId="3711325015" sldId="2147474159"/>
            <ac:spMk id="62" creationId="{87B5035F-E074-5491-CF81-A6FFF4A9AA31}"/>
          </ac:spMkLst>
        </pc:spChg>
        <pc:spChg chg="del">
          <ac:chgData name="Gudla, Natraj" userId="1b097815-ad51-435d-a557-eb69be7a0b69" providerId="ADAL" clId="{BF5BD8BC-BC64-4E33-A2DC-6981917607A2}" dt="2024-03-12T16:18:25.755" v="7221" actId="478"/>
          <ac:spMkLst>
            <pc:docMk/>
            <pc:sldMk cId="3711325015" sldId="2147474159"/>
            <ac:spMk id="63" creationId="{50DD9E0E-2C39-FA9B-D9E5-9B701ADC9A24}"/>
          </ac:spMkLst>
        </pc:spChg>
        <pc:spChg chg="del">
          <ac:chgData name="Gudla, Natraj" userId="1b097815-ad51-435d-a557-eb69be7a0b69" providerId="ADAL" clId="{BF5BD8BC-BC64-4E33-A2DC-6981917607A2}" dt="2024-03-12T16:18:28.971" v="7222" actId="478"/>
          <ac:spMkLst>
            <pc:docMk/>
            <pc:sldMk cId="3711325015" sldId="2147474159"/>
            <ac:spMk id="64" creationId="{302EC9C9-04A4-2F03-58BE-9CFC5EF42DD0}"/>
          </ac:spMkLst>
        </pc:sp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11:05:03.005" v="8452"/>
              <pc2:cmMkLst xmlns:pc2="http://schemas.microsoft.com/office/powerpoint/2019/9/main/command">
                <pc:docMk/>
                <pc:sldMk cId="3711325015" sldId="2147474159"/>
                <pc2:cmMk id="{538A4D0B-0366-4E61-9FE8-09A20BD3DBEB}"/>
              </pc2:cmMkLst>
            </pc226:cmChg>
            <pc226:cmChg xmlns:pc226="http://schemas.microsoft.com/office/powerpoint/2022/06/main/command" chg="add mod">
              <pc226:chgData name="Gudla, Natraj" userId="1b097815-ad51-435d-a557-eb69be7a0b69" providerId="ADAL" clId="{BF5BD8BC-BC64-4E33-A2DC-6981917607A2}" dt="2024-03-13T11:05:01.055" v="8451"/>
              <pc2:cmMkLst xmlns:pc2="http://schemas.microsoft.com/office/powerpoint/2019/9/main/command">
                <pc:docMk/>
                <pc:sldMk cId="3711325015" sldId="2147474159"/>
                <pc2:cmMk id="{C4FEAF43-8719-4B93-87AF-B6CD00A3D309}"/>
              </pc2:cmMkLst>
            </pc226:cmChg>
          </p:ext>
        </pc:extLst>
      </pc:sldChg>
      <pc:sldChg chg="addSp delSp modSp new del mod setBg modClrScheme chgLayout">
        <pc:chgData name="Gudla, Natraj" userId="1b097815-ad51-435d-a557-eb69be7a0b69" providerId="ADAL" clId="{BF5BD8BC-BC64-4E33-A2DC-6981917607A2}" dt="2024-03-12T04:39:01.456" v="3852" actId="47"/>
        <pc:sldMkLst>
          <pc:docMk/>
          <pc:sldMk cId="273965976" sldId="2147474160"/>
        </pc:sldMkLst>
        <pc:spChg chg="del">
          <ac:chgData name="Gudla, Natraj" userId="1b097815-ad51-435d-a557-eb69be7a0b69" providerId="ADAL" clId="{BF5BD8BC-BC64-4E33-A2DC-6981917607A2}" dt="2024-03-12T04:38:03.463" v="3848" actId="26606"/>
          <ac:spMkLst>
            <pc:docMk/>
            <pc:sldMk cId="273965976" sldId="2147474160"/>
            <ac:spMk id="2" creationId="{2FD4EDBB-E6FD-B284-6743-936C79C3B285}"/>
          </ac:spMkLst>
        </pc:spChg>
        <pc:picChg chg="add del mod">
          <ac:chgData name="Gudla, Natraj" userId="1b097815-ad51-435d-a557-eb69be7a0b69" providerId="ADAL" clId="{BF5BD8BC-BC64-4E33-A2DC-6981917607A2}" dt="2024-03-12T04:38:56.530" v="3851" actId="478"/>
          <ac:picMkLst>
            <pc:docMk/>
            <pc:sldMk cId="273965976" sldId="2147474160"/>
            <ac:picMk id="3" creationId="{EBEE6767-0DA3-8CF5-9559-249989289462}"/>
          </ac:picMkLst>
        </pc:picChg>
      </pc:sldChg>
      <pc:sldChg chg="new del">
        <pc:chgData name="Gudla, Natraj" userId="1b097815-ad51-435d-a557-eb69be7a0b69" providerId="ADAL" clId="{BF5BD8BC-BC64-4E33-A2DC-6981917607A2}" dt="2024-03-12T04:37:24.591" v="3844" actId="47"/>
        <pc:sldMkLst>
          <pc:docMk/>
          <pc:sldMk cId="568951775" sldId="2147474160"/>
        </pc:sldMkLst>
      </pc:sldChg>
      <pc:sldChg chg="addSp delSp modSp new del mod setBg">
        <pc:chgData name="Gudla, Natraj" userId="1b097815-ad51-435d-a557-eb69be7a0b69" providerId="ADAL" clId="{BF5BD8BC-BC64-4E33-A2DC-6981917607A2}" dt="2024-03-12T05:18:31.064" v="3993" actId="47"/>
        <pc:sldMkLst>
          <pc:docMk/>
          <pc:sldMk cId="1403888545" sldId="2147474160"/>
        </pc:sldMkLst>
        <pc:graphicFrameChg chg="add del">
          <ac:chgData name="Gudla, Natraj" userId="1b097815-ad51-435d-a557-eb69be7a0b69" providerId="ADAL" clId="{BF5BD8BC-BC64-4E33-A2DC-6981917607A2}" dt="2024-03-12T04:41:18.312" v="3856" actId="478"/>
          <ac:graphicFrameMkLst>
            <pc:docMk/>
            <pc:sldMk cId="1403888545" sldId="2147474160"/>
            <ac:graphicFrameMk id="3" creationId="{28CC8874-30F6-014B-56EB-B852A6C74CEC}"/>
          </ac:graphicFrameMkLst>
        </pc:graphicFrameChg>
        <pc:graphicFrameChg chg="add mod modGraphic">
          <ac:chgData name="Gudla, Natraj" userId="1b097815-ad51-435d-a557-eb69be7a0b69" providerId="ADAL" clId="{BF5BD8BC-BC64-4E33-A2DC-6981917607A2}" dt="2024-03-12T04:41:55.970" v="3862" actId="2165"/>
          <ac:graphicFrameMkLst>
            <pc:docMk/>
            <pc:sldMk cId="1403888545" sldId="2147474160"/>
            <ac:graphicFrameMk id="4" creationId="{7623BB0B-760D-C845-81B7-ECA761E44A02}"/>
          </ac:graphicFrameMkLst>
        </pc:graphicFrameChg>
      </pc:sldChg>
      <pc:sldChg chg="modSp mod">
        <pc:chgData name="Gudla, Natraj" userId="1b097815-ad51-435d-a557-eb69be7a0b69" providerId="ADAL" clId="{BF5BD8BC-BC64-4E33-A2DC-6981917607A2}" dt="2024-03-12T16:16:22.092" v="7197" actId="13926"/>
        <pc:sldMkLst>
          <pc:docMk/>
          <pc:sldMk cId="1414742847" sldId="2147474160"/>
        </pc:sldMkLst>
        <pc:graphicFrameChg chg="modGraphic">
          <ac:chgData name="Gudla, Natraj" userId="1b097815-ad51-435d-a557-eb69be7a0b69" providerId="ADAL" clId="{BF5BD8BC-BC64-4E33-A2DC-6981917607A2}" dt="2024-03-12T16:16:22.092" v="7197" actId="13926"/>
          <ac:graphicFrameMkLst>
            <pc:docMk/>
            <pc:sldMk cId="1414742847" sldId="2147474160"/>
            <ac:graphicFrameMk id="7" creationId="{1470A3E6-EED3-B469-6894-7ADF80D74BC2}"/>
          </ac:graphicFrameMkLst>
        </pc:graphicFrameChg>
      </pc:sldChg>
      <pc:sldChg chg="modSp mod modCm">
        <pc:chgData name="Gudla, Natraj" userId="1b097815-ad51-435d-a557-eb69be7a0b69" providerId="ADAL" clId="{BF5BD8BC-BC64-4E33-A2DC-6981917607A2}" dt="2024-03-13T11:04:54.013" v="8450"/>
        <pc:sldMkLst>
          <pc:docMk/>
          <pc:sldMk cId="885501633" sldId="2147474161"/>
        </pc:sldMkLst>
        <pc:graphicFrameChg chg="modGraphic">
          <ac:chgData name="Gudla, Natraj" userId="1b097815-ad51-435d-a557-eb69be7a0b69" providerId="ADAL" clId="{BF5BD8BC-BC64-4E33-A2DC-6981917607A2}" dt="2024-03-12T16:15:48.047" v="7193" actId="14100"/>
          <ac:graphicFrameMkLst>
            <pc:docMk/>
            <pc:sldMk cId="885501633" sldId="2147474161"/>
            <ac:graphicFrameMk id="7" creationId="{F09AD3DE-54A7-DD92-2123-3432F75CB9A8}"/>
          </ac:graphicFrameMkLst>
        </pc:graphicFrame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11:04:54.013" v="8450"/>
              <pc2:cmMkLst xmlns:pc2="http://schemas.microsoft.com/office/powerpoint/2019/9/main/command">
                <pc:docMk/>
                <pc:sldMk cId="885501633" sldId="2147474161"/>
                <pc2:cmMk id="{82044199-EFAE-42AC-A7E6-803F10691806}"/>
              </pc2:cmMkLst>
            </pc226:cmChg>
          </p:ext>
        </pc:extLst>
      </pc:sldChg>
      <pc:sldChg chg="modSp new del mod">
        <pc:chgData name="Gudla, Natraj" userId="1b097815-ad51-435d-a557-eb69be7a0b69" providerId="ADAL" clId="{BF5BD8BC-BC64-4E33-A2DC-6981917607A2}" dt="2024-03-12T07:25:06.906" v="4358" actId="2696"/>
        <pc:sldMkLst>
          <pc:docMk/>
          <pc:sldMk cId="3426712564" sldId="2147474162"/>
        </pc:sldMkLst>
        <pc:spChg chg="mod">
          <ac:chgData name="Gudla, Natraj" userId="1b097815-ad51-435d-a557-eb69be7a0b69" providerId="ADAL" clId="{BF5BD8BC-BC64-4E33-A2DC-6981917607A2}" dt="2024-03-12T06:42:34.688" v="4355" actId="20577"/>
          <ac:spMkLst>
            <pc:docMk/>
            <pc:sldMk cId="3426712564" sldId="2147474162"/>
            <ac:spMk id="2" creationId="{6BDE8377-5FC5-C05C-E298-A48FD05E1EED}"/>
          </ac:spMkLst>
        </pc:spChg>
      </pc:sldChg>
      <pc:sldChg chg="delSp modSp mod ord">
        <pc:chgData name="Gudla, Natraj" userId="1b097815-ad51-435d-a557-eb69be7a0b69" providerId="ADAL" clId="{BF5BD8BC-BC64-4E33-A2DC-6981917607A2}" dt="2024-03-13T04:22:33.289" v="7815" actId="6549"/>
        <pc:sldMkLst>
          <pc:docMk/>
          <pc:sldMk cId="2318877968" sldId="2147474163"/>
        </pc:sldMkLst>
        <pc:spChg chg="mod topLvl">
          <ac:chgData name="Gudla, Natraj" userId="1b097815-ad51-435d-a557-eb69be7a0b69" providerId="ADAL" clId="{BF5BD8BC-BC64-4E33-A2DC-6981917607A2}" dt="2024-03-12T16:25:36.958" v="7371" actId="165"/>
          <ac:spMkLst>
            <pc:docMk/>
            <pc:sldMk cId="2318877968" sldId="2147474163"/>
            <ac:spMk id="5" creationId="{AC7B2EB2-2211-2FD0-16CC-072B7D154625}"/>
          </ac:spMkLst>
        </pc:spChg>
        <pc:spChg chg="mod topLvl">
          <ac:chgData name="Gudla, Natraj" userId="1b097815-ad51-435d-a557-eb69be7a0b69" providerId="ADAL" clId="{BF5BD8BC-BC64-4E33-A2DC-6981917607A2}" dt="2024-03-12T16:25:36.958" v="7371" actId="165"/>
          <ac:spMkLst>
            <pc:docMk/>
            <pc:sldMk cId="2318877968" sldId="2147474163"/>
            <ac:spMk id="6" creationId="{BCD3ECD2-8C2E-B16C-F5FD-2CCB12EAA2D1}"/>
          </ac:spMkLst>
        </pc:spChg>
        <pc:spChg chg="mod topLvl">
          <ac:chgData name="Gudla, Natraj" userId="1b097815-ad51-435d-a557-eb69be7a0b69" providerId="ADAL" clId="{BF5BD8BC-BC64-4E33-A2DC-6981917607A2}" dt="2024-03-12T16:25:36.958" v="7371" actId="165"/>
          <ac:spMkLst>
            <pc:docMk/>
            <pc:sldMk cId="2318877968" sldId="2147474163"/>
            <ac:spMk id="8" creationId="{40588A26-1292-75E2-932D-729CAD6A6B77}"/>
          </ac:spMkLst>
        </pc:spChg>
        <pc:spChg chg="mod topLvl">
          <ac:chgData name="Gudla, Natraj" userId="1b097815-ad51-435d-a557-eb69be7a0b69" providerId="ADAL" clId="{BF5BD8BC-BC64-4E33-A2DC-6981917607A2}" dt="2024-03-12T16:25:36.958" v="7371" actId="165"/>
          <ac:spMkLst>
            <pc:docMk/>
            <pc:sldMk cId="2318877968" sldId="2147474163"/>
            <ac:spMk id="9" creationId="{09891D90-93D5-D31D-AED6-36E11D9E9FA9}"/>
          </ac:spMkLst>
        </pc:spChg>
        <pc:spChg chg="mod topLvl">
          <ac:chgData name="Gudla, Natraj" userId="1b097815-ad51-435d-a557-eb69be7a0b69" providerId="ADAL" clId="{BF5BD8BC-BC64-4E33-A2DC-6981917607A2}" dt="2024-03-12T16:25:36.958" v="7371" actId="165"/>
          <ac:spMkLst>
            <pc:docMk/>
            <pc:sldMk cId="2318877968" sldId="2147474163"/>
            <ac:spMk id="14" creationId="{2D098589-0D81-6D04-CCCD-01CEC592A327}"/>
          </ac:spMkLst>
        </pc:spChg>
        <pc:spChg chg="mod topLvl">
          <ac:chgData name="Gudla, Natraj" userId="1b097815-ad51-435d-a557-eb69be7a0b69" providerId="ADAL" clId="{BF5BD8BC-BC64-4E33-A2DC-6981917607A2}" dt="2024-03-12T16:25:36.958" v="7371" actId="165"/>
          <ac:spMkLst>
            <pc:docMk/>
            <pc:sldMk cId="2318877968" sldId="2147474163"/>
            <ac:spMk id="15" creationId="{63CAC485-2128-A839-BB8D-A694C5A783E1}"/>
          </ac:spMkLst>
        </pc:spChg>
        <pc:spChg chg="mod topLvl">
          <ac:chgData name="Gudla, Natraj" userId="1b097815-ad51-435d-a557-eb69be7a0b69" providerId="ADAL" clId="{BF5BD8BC-BC64-4E33-A2DC-6981917607A2}" dt="2024-03-13T04:22:33.289" v="7815" actId="6549"/>
          <ac:spMkLst>
            <pc:docMk/>
            <pc:sldMk cId="2318877968" sldId="2147474163"/>
            <ac:spMk id="16" creationId="{C4A40917-4AAB-1E46-69C0-002C65571A8D}"/>
          </ac:spMkLst>
        </pc:spChg>
        <pc:spChg chg="mod topLvl">
          <ac:chgData name="Gudla, Natraj" userId="1b097815-ad51-435d-a557-eb69be7a0b69" providerId="ADAL" clId="{BF5BD8BC-BC64-4E33-A2DC-6981917607A2}" dt="2024-03-12T16:25:36.958" v="7371" actId="165"/>
          <ac:spMkLst>
            <pc:docMk/>
            <pc:sldMk cId="2318877968" sldId="2147474163"/>
            <ac:spMk id="17" creationId="{E0208C0B-F5AE-BCB8-9564-94CF909EED8E}"/>
          </ac:spMkLst>
        </pc:spChg>
        <pc:spChg chg="mod topLvl">
          <ac:chgData name="Gudla, Natraj" userId="1b097815-ad51-435d-a557-eb69be7a0b69" providerId="ADAL" clId="{BF5BD8BC-BC64-4E33-A2DC-6981917607A2}" dt="2024-03-12T16:25:36.958" v="7371" actId="165"/>
          <ac:spMkLst>
            <pc:docMk/>
            <pc:sldMk cId="2318877968" sldId="2147474163"/>
            <ac:spMk id="18" creationId="{6D01198E-B478-05A3-EF58-AD2CF3A0DEEB}"/>
          </ac:spMkLst>
        </pc:spChg>
        <pc:spChg chg="mod topLvl">
          <ac:chgData name="Gudla, Natraj" userId="1b097815-ad51-435d-a557-eb69be7a0b69" providerId="ADAL" clId="{BF5BD8BC-BC64-4E33-A2DC-6981917607A2}" dt="2024-03-12T16:25:36.958" v="7371" actId="165"/>
          <ac:spMkLst>
            <pc:docMk/>
            <pc:sldMk cId="2318877968" sldId="2147474163"/>
            <ac:spMk id="19" creationId="{74BF8699-E291-2FF4-1A6D-81713EB8426F}"/>
          </ac:spMkLst>
        </pc:spChg>
        <pc:spChg chg="mod">
          <ac:chgData name="Gudla, Natraj" userId="1b097815-ad51-435d-a557-eb69be7a0b69" providerId="ADAL" clId="{BF5BD8BC-BC64-4E33-A2DC-6981917607A2}" dt="2024-03-12T16:25:36.958" v="7371" actId="165"/>
          <ac:spMkLst>
            <pc:docMk/>
            <pc:sldMk cId="2318877968" sldId="2147474163"/>
            <ac:spMk id="21" creationId="{734880CA-8391-26A1-6DB0-A83C9DDCD6C4}"/>
          </ac:spMkLst>
        </pc:spChg>
        <pc:spChg chg="mod">
          <ac:chgData name="Gudla, Natraj" userId="1b097815-ad51-435d-a557-eb69be7a0b69" providerId="ADAL" clId="{BF5BD8BC-BC64-4E33-A2DC-6981917607A2}" dt="2024-03-12T16:25:36.958" v="7371" actId="165"/>
          <ac:spMkLst>
            <pc:docMk/>
            <pc:sldMk cId="2318877968" sldId="2147474163"/>
            <ac:spMk id="22" creationId="{32F33D33-3B71-D6F2-87FF-38BCD08830B6}"/>
          </ac:spMkLst>
        </pc:spChg>
        <pc:spChg chg="mod topLvl">
          <ac:chgData name="Gudla, Natraj" userId="1b097815-ad51-435d-a557-eb69be7a0b69" providerId="ADAL" clId="{BF5BD8BC-BC64-4E33-A2DC-6981917607A2}" dt="2024-03-12T16:25:36.958" v="7371" actId="165"/>
          <ac:spMkLst>
            <pc:docMk/>
            <pc:sldMk cId="2318877968" sldId="2147474163"/>
            <ac:spMk id="23" creationId="{2F9ECD8C-EBC2-82B4-F88C-27771F3B4E39}"/>
          </ac:spMkLst>
        </pc:spChg>
        <pc:spChg chg="mod topLvl">
          <ac:chgData name="Gudla, Natraj" userId="1b097815-ad51-435d-a557-eb69be7a0b69" providerId="ADAL" clId="{BF5BD8BC-BC64-4E33-A2DC-6981917607A2}" dt="2024-03-12T16:25:36.958" v="7371" actId="165"/>
          <ac:spMkLst>
            <pc:docMk/>
            <pc:sldMk cId="2318877968" sldId="2147474163"/>
            <ac:spMk id="24" creationId="{E6751B55-0BCE-41F2-0052-4EA9918D9EF0}"/>
          </ac:spMkLst>
        </pc:spChg>
        <pc:spChg chg="mod topLvl">
          <ac:chgData name="Gudla, Natraj" userId="1b097815-ad51-435d-a557-eb69be7a0b69" providerId="ADAL" clId="{BF5BD8BC-BC64-4E33-A2DC-6981917607A2}" dt="2024-03-12T16:25:36.958" v="7371" actId="165"/>
          <ac:spMkLst>
            <pc:docMk/>
            <pc:sldMk cId="2318877968" sldId="2147474163"/>
            <ac:spMk id="25" creationId="{8BD94D11-69C7-92DF-E698-C65C65FD8706}"/>
          </ac:spMkLst>
        </pc:spChg>
        <pc:spChg chg="mod topLvl">
          <ac:chgData name="Gudla, Natraj" userId="1b097815-ad51-435d-a557-eb69be7a0b69" providerId="ADAL" clId="{BF5BD8BC-BC64-4E33-A2DC-6981917607A2}" dt="2024-03-12T16:25:36.958" v="7371" actId="165"/>
          <ac:spMkLst>
            <pc:docMk/>
            <pc:sldMk cId="2318877968" sldId="2147474163"/>
            <ac:spMk id="26" creationId="{303C2924-2252-5A40-E2D8-C4C3EA903FD1}"/>
          </ac:spMkLst>
        </pc:spChg>
        <pc:spChg chg="mod topLvl">
          <ac:chgData name="Gudla, Natraj" userId="1b097815-ad51-435d-a557-eb69be7a0b69" providerId="ADAL" clId="{BF5BD8BC-BC64-4E33-A2DC-6981917607A2}" dt="2024-03-12T16:25:36.958" v="7371" actId="165"/>
          <ac:spMkLst>
            <pc:docMk/>
            <pc:sldMk cId="2318877968" sldId="2147474163"/>
            <ac:spMk id="27" creationId="{A9C7F449-282B-B975-5597-EC520CB3980B}"/>
          </ac:spMkLst>
        </pc:spChg>
        <pc:spChg chg="mod topLvl">
          <ac:chgData name="Gudla, Natraj" userId="1b097815-ad51-435d-a557-eb69be7a0b69" providerId="ADAL" clId="{BF5BD8BC-BC64-4E33-A2DC-6981917607A2}" dt="2024-03-12T16:25:36.958" v="7371" actId="165"/>
          <ac:spMkLst>
            <pc:docMk/>
            <pc:sldMk cId="2318877968" sldId="2147474163"/>
            <ac:spMk id="28" creationId="{22FBD93E-C8E0-C047-0679-C585C5540EEB}"/>
          </ac:spMkLst>
        </pc:spChg>
        <pc:spChg chg="mod topLvl">
          <ac:chgData name="Gudla, Natraj" userId="1b097815-ad51-435d-a557-eb69be7a0b69" providerId="ADAL" clId="{BF5BD8BC-BC64-4E33-A2DC-6981917607A2}" dt="2024-03-12T16:25:36.958" v="7371" actId="165"/>
          <ac:spMkLst>
            <pc:docMk/>
            <pc:sldMk cId="2318877968" sldId="2147474163"/>
            <ac:spMk id="69" creationId="{DFB62DB8-782F-EA2B-F8CE-EB8601893B28}"/>
          </ac:spMkLst>
        </pc:spChg>
        <pc:spChg chg="mod topLvl">
          <ac:chgData name="Gudla, Natraj" userId="1b097815-ad51-435d-a557-eb69be7a0b69" providerId="ADAL" clId="{BF5BD8BC-BC64-4E33-A2DC-6981917607A2}" dt="2024-03-12T16:25:36.958" v="7371" actId="165"/>
          <ac:spMkLst>
            <pc:docMk/>
            <pc:sldMk cId="2318877968" sldId="2147474163"/>
            <ac:spMk id="70" creationId="{113E0F0A-DCED-DF3E-661E-5DE5AE0D8980}"/>
          </ac:spMkLst>
        </pc:spChg>
        <pc:spChg chg="mod topLvl">
          <ac:chgData name="Gudla, Natraj" userId="1b097815-ad51-435d-a557-eb69be7a0b69" providerId="ADAL" clId="{BF5BD8BC-BC64-4E33-A2DC-6981917607A2}" dt="2024-03-12T16:25:48.643" v="7373" actId="1076"/>
          <ac:spMkLst>
            <pc:docMk/>
            <pc:sldMk cId="2318877968" sldId="2147474163"/>
            <ac:spMk id="71" creationId="{5BC0541C-C514-12D0-CDE5-64C12FC7E027}"/>
          </ac:spMkLst>
        </pc:spChg>
        <pc:spChg chg="del mod topLvl">
          <ac:chgData name="Gudla, Natraj" userId="1b097815-ad51-435d-a557-eb69be7a0b69" providerId="ADAL" clId="{BF5BD8BC-BC64-4E33-A2DC-6981917607A2}" dt="2024-03-12T16:25:42.491" v="7372" actId="478"/>
          <ac:spMkLst>
            <pc:docMk/>
            <pc:sldMk cId="2318877968" sldId="2147474163"/>
            <ac:spMk id="72" creationId="{AF78E145-232E-F34A-B367-C2CA31703579}"/>
          </ac:spMkLst>
        </pc:spChg>
        <pc:spChg chg="del mod">
          <ac:chgData name="Gudla, Natraj" userId="1b097815-ad51-435d-a557-eb69be7a0b69" providerId="ADAL" clId="{BF5BD8BC-BC64-4E33-A2DC-6981917607A2}" dt="2024-03-12T16:26:07.555" v="7375" actId="478"/>
          <ac:spMkLst>
            <pc:docMk/>
            <pc:sldMk cId="2318877968" sldId="2147474163"/>
            <ac:spMk id="73" creationId="{30E5470E-F1A0-5AC3-8EFA-82BAA509F620}"/>
          </ac:spMkLst>
        </pc:spChg>
        <pc:grpChg chg="mod topLvl">
          <ac:chgData name="Gudla, Natraj" userId="1b097815-ad51-435d-a557-eb69be7a0b69" providerId="ADAL" clId="{BF5BD8BC-BC64-4E33-A2DC-6981917607A2}" dt="2024-03-12T16:25:36.958" v="7371" actId="165"/>
          <ac:grpSpMkLst>
            <pc:docMk/>
            <pc:sldMk cId="2318877968" sldId="2147474163"/>
            <ac:grpSpMk id="20" creationId="{B14E38CE-DA1A-05AA-F9E2-D0FEAF3F3FC2}"/>
          </ac:grpSpMkLst>
        </pc:grpChg>
        <pc:grpChg chg="mod">
          <ac:chgData name="Gudla, Natraj" userId="1b097815-ad51-435d-a557-eb69be7a0b69" providerId="ADAL" clId="{BF5BD8BC-BC64-4E33-A2DC-6981917607A2}" dt="2024-03-12T16:25:29.865" v="7370" actId="1076"/>
          <ac:grpSpMkLst>
            <pc:docMk/>
            <pc:sldMk cId="2318877968" sldId="2147474163"/>
            <ac:grpSpMk id="31" creationId="{9BF4C074-83A0-097F-B8EF-D5A120C83C0D}"/>
          </ac:grpSpMkLst>
        </pc:grpChg>
        <pc:grpChg chg="del mod">
          <ac:chgData name="Gudla, Natraj" userId="1b097815-ad51-435d-a557-eb69be7a0b69" providerId="ADAL" clId="{BF5BD8BC-BC64-4E33-A2DC-6981917607A2}" dt="2024-03-12T16:25:36.958" v="7371" actId="165"/>
          <ac:grpSpMkLst>
            <pc:docMk/>
            <pc:sldMk cId="2318877968" sldId="2147474163"/>
            <ac:grpSpMk id="80" creationId="{D64A4A54-406A-E07D-6D69-5A3E6B41512B}"/>
          </ac:grpSpMkLst>
        </pc:grpChg>
        <pc:grpChg chg="del">
          <ac:chgData name="Gudla, Natraj" userId="1b097815-ad51-435d-a557-eb69be7a0b69" providerId="ADAL" clId="{BF5BD8BC-BC64-4E33-A2DC-6981917607A2}" dt="2024-03-12T16:25:08.476" v="7367" actId="478"/>
          <ac:grpSpMkLst>
            <pc:docMk/>
            <pc:sldMk cId="2318877968" sldId="2147474163"/>
            <ac:grpSpMk id="114" creationId="{0187FF2D-57E5-8B7A-167B-51C67D08E70F}"/>
          </ac:grpSpMkLst>
        </pc:grpChg>
        <pc:cxnChg chg="mod topLvl">
          <ac:chgData name="Gudla, Natraj" userId="1b097815-ad51-435d-a557-eb69be7a0b69" providerId="ADAL" clId="{BF5BD8BC-BC64-4E33-A2DC-6981917607A2}" dt="2024-03-12T16:25:36.958" v="7371" actId="165"/>
          <ac:cxnSpMkLst>
            <pc:docMk/>
            <pc:sldMk cId="2318877968" sldId="2147474163"/>
            <ac:cxnSpMk id="7" creationId="{F54A4E13-17C9-6659-9FA7-9105C57A35F1}"/>
          </ac:cxnSpMkLst>
        </pc:cxnChg>
        <pc:cxnChg chg="mod topLvl">
          <ac:chgData name="Gudla, Natraj" userId="1b097815-ad51-435d-a557-eb69be7a0b69" providerId="ADAL" clId="{BF5BD8BC-BC64-4E33-A2DC-6981917607A2}" dt="2024-03-12T16:25:36.958" v="7371" actId="165"/>
          <ac:cxnSpMkLst>
            <pc:docMk/>
            <pc:sldMk cId="2318877968" sldId="2147474163"/>
            <ac:cxnSpMk id="10" creationId="{0B3CA05F-DABA-A334-4AAD-5D548C91D99E}"/>
          </ac:cxnSpMkLst>
        </pc:cxnChg>
        <pc:cxnChg chg="mod topLvl">
          <ac:chgData name="Gudla, Natraj" userId="1b097815-ad51-435d-a557-eb69be7a0b69" providerId="ADAL" clId="{BF5BD8BC-BC64-4E33-A2DC-6981917607A2}" dt="2024-03-12T16:25:36.958" v="7371" actId="165"/>
          <ac:cxnSpMkLst>
            <pc:docMk/>
            <pc:sldMk cId="2318877968" sldId="2147474163"/>
            <ac:cxnSpMk id="11" creationId="{C637C575-84C4-6E7E-27B9-5E660D69088E}"/>
          </ac:cxnSpMkLst>
        </pc:cxnChg>
        <pc:cxnChg chg="mod topLvl">
          <ac:chgData name="Gudla, Natraj" userId="1b097815-ad51-435d-a557-eb69be7a0b69" providerId="ADAL" clId="{BF5BD8BC-BC64-4E33-A2DC-6981917607A2}" dt="2024-03-12T16:25:36.958" v="7371" actId="165"/>
          <ac:cxnSpMkLst>
            <pc:docMk/>
            <pc:sldMk cId="2318877968" sldId="2147474163"/>
            <ac:cxnSpMk id="12" creationId="{492FFC53-DEBC-AAB6-C4BF-C1D47F687D30}"/>
          </ac:cxnSpMkLst>
        </pc:cxnChg>
        <pc:cxnChg chg="mod topLvl">
          <ac:chgData name="Gudla, Natraj" userId="1b097815-ad51-435d-a557-eb69be7a0b69" providerId="ADAL" clId="{BF5BD8BC-BC64-4E33-A2DC-6981917607A2}" dt="2024-03-12T16:25:36.958" v="7371" actId="165"/>
          <ac:cxnSpMkLst>
            <pc:docMk/>
            <pc:sldMk cId="2318877968" sldId="2147474163"/>
            <ac:cxnSpMk id="13" creationId="{55585004-C969-B46F-5274-12CF6020F2B2}"/>
          </ac:cxnSpMkLst>
        </pc:cxnChg>
        <pc:cxnChg chg="mod topLvl">
          <ac:chgData name="Gudla, Natraj" userId="1b097815-ad51-435d-a557-eb69be7a0b69" providerId="ADAL" clId="{BF5BD8BC-BC64-4E33-A2DC-6981917607A2}" dt="2024-03-12T16:25:36.958" v="7371" actId="165"/>
          <ac:cxnSpMkLst>
            <pc:docMk/>
            <pc:sldMk cId="2318877968" sldId="2147474163"/>
            <ac:cxnSpMk id="29" creationId="{8031BBEF-384F-8CB5-3B64-2E75D20F8CFC}"/>
          </ac:cxnSpMkLst>
        </pc:cxnChg>
        <pc:cxnChg chg="mod topLvl">
          <ac:chgData name="Gudla, Natraj" userId="1b097815-ad51-435d-a557-eb69be7a0b69" providerId="ADAL" clId="{BF5BD8BC-BC64-4E33-A2DC-6981917607A2}" dt="2024-03-12T16:25:36.958" v="7371" actId="165"/>
          <ac:cxnSpMkLst>
            <pc:docMk/>
            <pc:sldMk cId="2318877968" sldId="2147474163"/>
            <ac:cxnSpMk id="30" creationId="{95FDF548-067A-B9C0-8861-1DD7822842C9}"/>
          </ac:cxnSpMkLst>
        </pc:cxnChg>
        <pc:cxnChg chg="mod">
          <ac:chgData name="Gudla, Natraj" userId="1b097815-ad51-435d-a557-eb69be7a0b69" providerId="ADAL" clId="{BF5BD8BC-BC64-4E33-A2DC-6981917607A2}" dt="2024-03-12T16:25:08.476" v="7367" actId="478"/>
          <ac:cxnSpMkLst>
            <pc:docMk/>
            <pc:sldMk cId="2318877968" sldId="2147474163"/>
            <ac:cxnSpMk id="126" creationId="{3966EE9D-A357-7620-06AE-62DEFCA16590}"/>
          </ac:cxnSpMkLst>
        </pc:cxnChg>
        <pc:cxnChg chg="mod">
          <ac:chgData name="Gudla, Natraj" userId="1b097815-ad51-435d-a557-eb69be7a0b69" providerId="ADAL" clId="{BF5BD8BC-BC64-4E33-A2DC-6981917607A2}" dt="2024-03-12T16:25:08.476" v="7367" actId="478"/>
          <ac:cxnSpMkLst>
            <pc:docMk/>
            <pc:sldMk cId="2318877968" sldId="2147474163"/>
            <ac:cxnSpMk id="131" creationId="{4306273D-0CCA-1088-7F62-6B4CE329F8DF}"/>
          </ac:cxnSpMkLst>
        </pc:cxnChg>
        <pc:cxnChg chg="mod">
          <ac:chgData name="Gudla, Natraj" userId="1b097815-ad51-435d-a557-eb69be7a0b69" providerId="ADAL" clId="{BF5BD8BC-BC64-4E33-A2DC-6981917607A2}" dt="2024-03-12T16:25:08.476" v="7367" actId="478"/>
          <ac:cxnSpMkLst>
            <pc:docMk/>
            <pc:sldMk cId="2318877968" sldId="2147474163"/>
            <ac:cxnSpMk id="136" creationId="{E1DA9CE7-0D26-9B6B-6D52-DFEA4AF6C369}"/>
          </ac:cxnSpMkLst>
        </pc:cxnChg>
      </pc:sldChg>
      <pc:sldChg chg="delSp modSp mod modCm">
        <pc:chgData name="Gudla, Natraj" userId="1b097815-ad51-435d-a557-eb69be7a0b69" providerId="ADAL" clId="{BF5BD8BC-BC64-4E33-A2DC-6981917607A2}" dt="2024-03-13T11:05:27.577" v="8455"/>
        <pc:sldMkLst>
          <pc:docMk/>
          <pc:sldMk cId="3236229823" sldId="2147474164"/>
        </pc:sldMkLst>
        <pc:spChg chg="del">
          <ac:chgData name="Gudla, Natraj" userId="1b097815-ad51-435d-a557-eb69be7a0b69" providerId="ADAL" clId="{BF5BD8BC-BC64-4E33-A2DC-6981917607A2}" dt="2024-03-12T16:28:20.434" v="7412" actId="478"/>
          <ac:spMkLst>
            <pc:docMk/>
            <pc:sldMk cId="3236229823" sldId="2147474164"/>
            <ac:spMk id="2" creationId="{A12F6D44-E7A3-0ABE-257B-CE6CFD018E5C}"/>
          </ac:spMkLst>
        </pc:spChg>
        <pc:spChg chg="mod">
          <ac:chgData name="Gudla, Natraj" userId="1b097815-ad51-435d-a557-eb69be7a0b69" providerId="ADAL" clId="{BF5BD8BC-BC64-4E33-A2DC-6981917607A2}" dt="2024-03-12T16:27:48.167" v="7409" actId="6549"/>
          <ac:spMkLst>
            <pc:docMk/>
            <pc:sldMk cId="3236229823" sldId="2147474164"/>
            <ac:spMk id="34" creationId="{15C5CECE-DD38-EEFF-8D9A-FA5871A281C0}"/>
          </ac:spMkLst>
        </pc:spChg>
        <pc:spChg chg="mod">
          <ac:chgData name="Gudla, Natraj" userId="1b097815-ad51-435d-a557-eb69be7a0b69" providerId="ADAL" clId="{BF5BD8BC-BC64-4E33-A2DC-6981917607A2}" dt="2024-03-12T16:27:55.405" v="7411" actId="20577"/>
          <ac:spMkLst>
            <pc:docMk/>
            <pc:sldMk cId="3236229823" sldId="2147474164"/>
            <ac:spMk id="35" creationId="{B9469419-B5B9-33C8-9323-BEFC55B033AA}"/>
          </ac:spMkLst>
        </pc:spChg>
        <pc:spChg chg="mod">
          <ac:chgData name="Gudla, Natraj" userId="1b097815-ad51-435d-a557-eb69be7a0b69" providerId="ADAL" clId="{BF5BD8BC-BC64-4E33-A2DC-6981917607A2}" dt="2024-03-12T16:27:52.090" v="7410" actId="20577"/>
          <ac:spMkLst>
            <pc:docMk/>
            <pc:sldMk cId="3236229823" sldId="2147474164"/>
            <ac:spMk id="36" creationId="{9734F6C7-2DF3-0F90-2005-F95170705822}"/>
          </ac:spMkLst>
        </pc:spChg>
        <pc:spChg chg="mod">
          <ac:chgData name="Gudla, Natraj" userId="1b097815-ad51-435d-a557-eb69be7a0b69" providerId="ADAL" clId="{BF5BD8BC-BC64-4E33-A2DC-6981917607A2}" dt="2024-03-12T16:27:35.278" v="7408" actId="20577"/>
          <ac:spMkLst>
            <pc:docMk/>
            <pc:sldMk cId="3236229823" sldId="2147474164"/>
            <ac:spMk id="37" creationId="{15CF1724-7B54-F1AA-89DF-4918B3D30983}"/>
          </ac:spMkLst>
        </pc:spChg>
        <pc:spChg chg="mod">
          <ac:chgData name="Gudla, Natraj" userId="1b097815-ad51-435d-a557-eb69be7a0b69" providerId="ADAL" clId="{BF5BD8BC-BC64-4E33-A2DC-6981917607A2}" dt="2024-03-12T16:27:31.459" v="7400" actId="20577"/>
          <ac:spMkLst>
            <pc:docMk/>
            <pc:sldMk cId="3236229823" sldId="2147474164"/>
            <ac:spMk id="38" creationId="{26558AFD-6EAC-E706-D6BF-6C13B50D5923}"/>
          </ac:spMkLst>
        </pc:spChg>
        <pc:spChg chg="mod">
          <ac:chgData name="Gudla, Natraj" userId="1b097815-ad51-435d-a557-eb69be7a0b69" providerId="ADAL" clId="{BF5BD8BC-BC64-4E33-A2DC-6981917607A2}" dt="2024-03-12T16:29:35.988" v="7422" actId="20577"/>
          <ac:spMkLst>
            <pc:docMk/>
            <pc:sldMk cId="3236229823" sldId="2147474164"/>
            <ac:spMk id="66" creationId="{29E59022-4BF3-E29E-C12E-B58C08FA9385}"/>
          </ac:spMkLst>
        </pc:spChg>
        <pc:spChg chg="mod">
          <ac:chgData name="Gudla, Natraj" userId="1b097815-ad51-435d-a557-eb69be7a0b69" providerId="ADAL" clId="{BF5BD8BC-BC64-4E33-A2DC-6981917607A2}" dt="2024-03-12T16:29:51.377" v="7434" actId="20577"/>
          <ac:spMkLst>
            <pc:docMk/>
            <pc:sldMk cId="3236229823" sldId="2147474164"/>
            <ac:spMk id="75" creationId="{91FCB2E9-EFCE-A69F-5B43-74088B169490}"/>
          </ac:spMkLst>
        </pc:spChg>
        <pc:spChg chg="del">
          <ac:chgData name="Gudla, Natraj" userId="1b097815-ad51-435d-a557-eb69be7a0b69" providerId="ADAL" clId="{BF5BD8BC-BC64-4E33-A2DC-6981917607A2}" dt="2024-03-12T16:30:07.363" v="7435" actId="478"/>
          <ac:spMkLst>
            <pc:docMk/>
            <pc:sldMk cId="3236229823" sldId="2147474164"/>
            <ac:spMk id="165" creationId="{B944EC0A-0D17-C1E5-594F-EF5F09298951}"/>
          </ac:spMkLst>
        </pc:sp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11:05:27.577" v="8455"/>
              <pc2:cmMkLst xmlns:pc2="http://schemas.microsoft.com/office/powerpoint/2019/9/main/command">
                <pc:docMk/>
                <pc:sldMk cId="3236229823" sldId="2147474164"/>
                <pc2:cmMk id="{47F303BE-EA0F-4C30-B56D-F2224404B8F4}"/>
              </pc2:cmMkLst>
            </pc226:cmChg>
          </p:ext>
        </pc:extLst>
      </pc:sldChg>
      <pc:sldChg chg="addSp delSp modSp new mod ord addAnim delAnim modCm">
        <pc:chgData name="Gudla, Natraj" userId="1b097815-ad51-435d-a557-eb69be7a0b69" providerId="ADAL" clId="{BF5BD8BC-BC64-4E33-A2DC-6981917607A2}" dt="2024-03-13T04:51:14.135" v="8036"/>
        <pc:sldMkLst>
          <pc:docMk/>
          <pc:sldMk cId="3760393550" sldId="2147474165"/>
        </pc:sldMkLst>
        <pc:spChg chg="mod ord">
          <ac:chgData name="Gudla, Natraj" userId="1b097815-ad51-435d-a557-eb69be7a0b69" providerId="ADAL" clId="{BF5BD8BC-BC64-4E33-A2DC-6981917607A2}" dt="2024-03-12T10:56:16.693" v="5227" actId="1035"/>
          <ac:spMkLst>
            <pc:docMk/>
            <pc:sldMk cId="3760393550" sldId="2147474165"/>
            <ac:spMk id="2" creationId="{D2CE0C03-8036-93F1-B9E6-D7316BF5205F}"/>
          </ac:spMkLst>
        </pc:spChg>
        <pc:spChg chg="add mod">
          <ac:chgData name="Gudla, Natraj" userId="1b097815-ad51-435d-a557-eb69be7a0b69" providerId="ADAL" clId="{BF5BD8BC-BC64-4E33-A2DC-6981917607A2}" dt="2024-03-13T04:15:41.918" v="7806" actId="14100"/>
          <ac:spMkLst>
            <pc:docMk/>
            <pc:sldMk cId="3760393550" sldId="2147474165"/>
            <ac:spMk id="3" creationId="{7ED7146C-928E-A2C0-BC2C-A2FCE7302BAB}"/>
          </ac:spMkLst>
        </pc:spChg>
        <pc:spChg chg="add mod">
          <ac:chgData name="Gudla, Natraj" userId="1b097815-ad51-435d-a557-eb69be7a0b69" providerId="ADAL" clId="{BF5BD8BC-BC64-4E33-A2DC-6981917607A2}" dt="2024-03-12T16:14:21.395" v="7185" actId="6549"/>
          <ac:spMkLst>
            <pc:docMk/>
            <pc:sldMk cId="3760393550" sldId="2147474165"/>
            <ac:spMk id="4" creationId="{A286A5A4-2232-BE23-7F95-A0948AC8A863}"/>
          </ac:spMkLst>
        </pc:spChg>
        <pc:spChg chg="add mod">
          <ac:chgData name="Gudla, Natraj" userId="1b097815-ad51-435d-a557-eb69be7a0b69" providerId="ADAL" clId="{BF5BD8BC-BC64-4E33-A2DC-6981917607A2}" dt="2024-03-12T16:14:00.287" v="7184" actId="20577"/>
          <ac:spMkLst>
            <pc:docMk/>
            <pc:sldMk cId="3760393550" sldId="2147474165"/>
            <ac:spMk id="5" creationId="{6E6D0BDF-2693-EDA0-C9BC-6D0369204132}"/>
          </ac:spMkLst>
        </pc:spChg>
        <pc:spChg chg="add mod">
          <ac:chgData name="Gudla, Natraj" userId="1b097815-ad51-435d-a557-eb69be7a0b69" providerId="ADAL" clId="{BF5BD8BC-BC64-4E33-A2DC-6981917607A2}" dt="2024-03-12T11:24:24.406" v="5412" actId="1076"/>
          <ac:spMkLst>
            <pc:docMk/>
            <pc:sldMk cId="3760393550" sldId="2147474165"/>
            <ac:spMk id="6" creationId="{6E1CF81D-2826-57AD-AD79-4737835C1A99}"/>
          </ac:spMkLst>
        </pc:spChg>
        <pc:spChg chg="add mod">
          <ac:chgData name="Gudla, Natraj" userId="1b097815-ad51-435d-a557-eb69be7a0b69" providerId="ADAL" clId="{BF5BD8BC-BC64-4E33-A2DC-6981917607A2}" dt="2024-03-12T11:58:38.262" v="5950" actId="1076"/>
          <ac:spMkLst>
            <pc:docMk/>
            <pc:sldMk cId="3760393550" sldId="2147474165"/>
            <ac:spMk id="7" creationId="{8EC98EDC-8444-49BE-CF85-0B5E7AF3B701}"/>
          </ac:spMkLst>
        </pc:spChg>
        <pc:spChg chg="add mod">
          <ac:chgData name="Gudla, Natraj" userId="1b097815-ad51-435d-a557-eb69be7a0b69" providerId="ADAL" clId="{BF5BD8BC-BC64-4E33-A2DC-6981917607A2}" dt="2024-03-12T16:14:33.176" v="7186" actId="1076"/>
          <ac:spMkLst>
            <pc:docMk/>
            <pc:sldMk cId="3760393550" sldId="2147474165"/>
            <ac:spMk id="9" creationId="{9A4AB8D2-7397-FFE5-185E-5357A2015AE9}"/>
          </ac:spMkLst>
        </pc:spChg>
        <pc:spChg chg="add mod">
          <ac:chgData name="Gudla, Natraj" userId="1b097815-ad51-435d-a557-eb69be7a0b69" providerId="ADAL" clId="{BF5BD8BC-BC64-4E33-A2DC-6981917607A2}" dt="2024-03-12T11:40:28.015" v="5502" actId="20577"/>
          <ac:spMkLst>
            <pc:docMk/>
            <pc:sldMk cId="3760393550" sldId="2147474165"/>
            <ac:spMk id="10" creationId="{1E34263D-C1F5-D015-FE8C-4A8C4C44910D}"/>
          </ac:spMkLst>
        </pc:spChg>
        <pc:spChg chg="add mod">
          <ac:chgData name="Gudla, Natraj" userId="1b097815-ad51-435d-a557-eb69be7a0b69" providerId="ADAL" clId="{BF5BD8BC-BC64-4E33-A2DC-6981917607A2}" dt="2024-03-12T11:24:05.833" v="5408" actId="1036"/>
          <ac:spMkLst>
            <pc:docMk/>
            <pc:sldMk cId="3760393550" sldId="2147474165"/>
            <ac:spMk id="20" creationId="{C53E4425-B81F-05CD-BBCB-45158A1AF17B}"/>
          </ac:spMkLst>
        </pc:spChg>
        <pc:spChg chg="add mod">
          <ac:chgData name="Gudla, Natraj" userId="1b097815-ad51-435d-a557-eb69be7a0b69" providerId="ADAL" clId="{BF5BD8BC-BC64-4E33-A2DC-6981917607A2}" dt="2024-03-13T01:46:21.048" v="7631" actId="1076"/>
          <ac:spMkLst>
            <pc:docMk/>
            <pc:sldMk cId="3760393550" sldId="2147474165"/>
            <ac:spMk id="21" creationId="{43EF1F3D-986F-69DE-7F33-3E72EDA1C1F2}"/>
          </ac:spMkLst>
        </pc:spChg>
        <pc:spChg chg="add mod">
          <ac:chgData name="Gudla, Natraj" userId="1b097815-ad51-435d-a557-eb69be7a0b69" providerId="ADAL" clId="{BF5BD8BC-BC64-4E33-A2DC-6981917607A2}" dt="2024-03-12T11:24:05.833" v="5408" actId="1036"/>
          <ac:spMkLst>
            <pc:docMk/>
            <pc:sldMk cId="3760393550" sldId="2147474165"/>
            <ac:spMk id="22" creationId="{3B39B51D-EB0A-DCF1-6EAF-8E8440D8E993}"/>
          </ac:spMkLst>
        </pc:spChg>
        <pc:graphicFrameChg chg="add del mod modGraphic">
          <ac:chgData name="Gudla, Natraj" userId="1b097815-ad51-435d-a557-eb69be7a0b69" providerId="ADAL" clId="{BF5BD8BC-BC64-4E33-A2DC-6981917607A2}" dt="2024-03-12T10:33:38.443" v="4815" actId="478"/>
          <ac:graphicFrameMkLst>
            <pc:docMk/>
            <pc:sldMk cId="3760393550" sldId="2147474165"/>
            <ac:graphicFrameMk id="8" creationId="{3E543E98-39BF-8969-169F-5FEF78E6297F}"/>
          </ac:graphicFrameMkLst>
        </pc:graphicFrameChg>
        <pc:graphicFrameChg chg="add del mod modGraphic">
          <ac:chgData name="Gudla, Natraj" userId="1b097815-ad51-435d-a557-eb69be7a0b69" providerId="ADAL" clId="{BF5BD8BC-BC64-4E33-A2DC-6981917607A2}" dt="2024-03-12T10:49:36.411" v="5152" actId="478"/>
          <ac:graphicFrameMkLst>
            <pc:docMk/>
            <pc:sldMk cId="3760393550" sldId="2147474165"/>
            <ac:graphicFrameMk id="11" creationId="{1660F863-1E79-B026-933F-1083B771184B}"/>
          </ac:graphicFrameMkLst>
        </pc:graphicFrameChg>
        <pc:graphicFrameChg chg="add del mod modGraphic">
          <ac:chgData name="Gudla, Natraj" userId="1b097815-ad51-435d-a557-eb69be7a0b69" providerId="ADAL" clId="{BF5BD8BC-BC64-4E33-A2DC-6981917607A2}" dt="2024-03-12T10:49:34.557" v="5151" actId="478"/>
          <ac:graphicFrameMkLst>
            <pc:docMk/>
            <pc:sldMk cId="3760393550" sldId="2147474165"/>
            <ac:graphicFrameMk id="12" creationId="{E02DA735-034A-8AE7-A081-AC88236E810E}"/>
          </ac:graphicFrameMkLst>
        </pc:graphicFrameChg>
        <pc:graphicFrameChg chg="add del mod modGraphic">
          <ac:chgData name="Gudla, Natraj" userId="1b097815-ad51-435d-a557-eb69be7a0b69" providerId="ADAL" clId="{BF5BD8BC-BC64-4E33-A2DC-6981917607A2}" dt="2024-03-12T10:49:32.654" v="5150" actId="478"/>
          <ac:graphicFrameMkLst>
            <pc:docMk/>
            <pc:sldMk cId="3760393550" sldId="2147474165"/>
            <ac:graphicFrameMk id="13" creationId="{D4481705-A29F-3334-21DD-8B8EE482CF5A}"/>
          </ac:graphicFrameMkLst>
        </pc:graphicFrameChg>
        <pc:graphicFrameChg chg="add del mod modGraphic">
          <ac:chgData name="Gudla, Natraj" userId="1b097815-ad51-435d-a557-eb69be7a0b69" providerId="ADAL" clId="{BF5BD8BC-BC64-4E33-A2DC-6981917607A2}" dt="2024-03-12T10:53:01.460" v="5171" actId="478"/>
          <ac:graphicFrameMkLst>
            <pc:docMk/>
            <pc:sldMk cId="3760393550" sldId="2147474165"/>
            <ac:graphicFrameMk id="14" creationId="{11DB9CA9-A6EF-B631-1D2C-BD829762D682}"/>
          </ac:graphicFrameMkLst>
        </pc:graphicFrameChg>
        <pc:graphicFrameChg chg="add del mod modGraphic">
          <ac:chgData name="Gudla, Natraj" userId="1b097815-ad51-435d-a557-eb69be7a0b69" providerId="ADAL" clId="{BF5BD8BC-BC64-4E33-A2DC-6981917607A2}" dt="2024-03-12T10:57:47.446" v="5228" actId="478"/>
          <ac:graphicFrameMkLst>
            <pc:docMk/>
            <pc:sldMk cId="3760393550" sldId="2147474165"/>
            <ac:graphicFrameMk id="15" creationId="{B89F7386-04DC-DA97-2B55-2BF776C3D931}"/>
          </ac:graphicFrameMkLst>
        </pc:graphicFrameChg>
        <pc:graphicFrameChg chg="add mod ord modGraphic">
          <ac:chgData name="Gudla, Natraj" userId="1b097815-ad51-435d-a557-eb69be7a0b69" providerId="ADAL" clId="{BF5BD8BC-BC64-4E33-A2DC-6981917607A2}" dt="2024-03-12T10:56:13.407" v="5215" actId="1036"/>
          <ac:graphicFrameMkLst>
            <pc:docMk/>
            <pc:sldMk cId="3760393550" sldId="2147474165"/>
            <ac:graphicFrameMk id="16" creationId="{CED897B6-0D73-A5E0-1EFA-B01A458EE59F}"/>
          </ac:graphicFrameMkLst>
        </pc:graphicFrameChg>
        <pc:graphicFrameChg chg="add mod modGraphic">
          <ac:chgData name="Gudla, Natraj" userId="1b097815-ad51-435d-a557-eb69be7a0b69" providerId="ADAL" clId="{BF5BD8BC-BC64-4E33-A2DC-6981917607A2}" dt="2024-03-12T11:23:55.335" v="5388" actId="1076"/>
          <ac:graphicFrameMkLst>
            <pc:docMk/>
            <pc:sldMk cId="3760393550" sldId="2147474165"/>
            <ac:graphicFrameMk id="19" creationId="{7B93DE3C-006C-71CD-6103-22C108D6B9F6}"/>
          </ac:graphicFrameMkLst>
        </pc:graphicFrameChg>
        <pc:picChg chg="add del mod">
          <ac:chgData name="Gudla, Natraj" userId="1b097815-ad51-435d-a557-eb69be7a0b69" providerId="ADAL" clId="{BF5BD8BC-BC64-4E33-A2DC-6981917607A2}" dt="2024-03-12T10:57:49.646" v="5229" actId="478"/>
          <ac:picMkLst>
            <pc:docMk/>
            <pc:sldMk cId="3760393550" sldId="2147474165"/>
            <ac:picMk id="18" creationId="{08749E7C-C494-9F23-496E-A51D1BA21C77}"/>
          </ac:picMkLst>
        </pc:picChg>
        <pc:extLst>
          <p:ext xmlns:p="http://schemas.openxmlformats.org/presentationml/2006/main" uri="{D6D511B9-2390-475A-947B-AFAB55BFBCF1}">
            <pc226:cmChg xmlns:pc226="http://schemas.microsoft.com/office/powerpoint/2022/06/main/command" chg="mod">
              <pc226:chgData name="Gudla, Natraj" userId="1b097815-ad51-435d-a557-eb69be7a0b69" providerId="ADAL" clId="{BF5BD8BC-BC64-4E33-A2DC-6981917607A2}" dt="2024-03-13T04:51:14.135" v="8036"/>
              <pc2:cmMkLst xmlns:pc2="http://schemas.microsoft.com/office/powerpoint/2019/9/main/command">
                <pc:docMk/>
                <pc:sldMk cId="3760393550" sldId="2147474165"/>
                <pc2:cmMk id="{CDA10928-5350-4AF5-9546-11FBC6ECD514}"/>
              </pc2:cmMkLst>
              <pc226:cmRplyChg chg="add">
                <pc226:chgData name="Gudla, Natraj" userId="1b097815-ad51-435d-a557-eb69be7a0b69" providerId="ADAL" clId="{BF5BD8BC-BC64-4E33-A2DC-6981917607A2}" dt="2024-03-12T11:59:06.297" v="5951"/>
                <pc2:cmRplyMkLst xmlns:pc2="http://schemas.microsoft.com/office/powerpoint/2019/9/main/command">
                  <pc:docMk/>
                  <pc:sldMk cId="3760393550" sldId="2147474165"/>
                  <pc2:cmMk id="{CDA10928-5350-4AF5-9546-11FBC6ECD514}"/>
                  <pc2:cmRplyMk id="{8F5CAB1E-F4A2-4D56-BB0E-E9BD47C4F6B2}"/>
                </pc2:cmRplyMkLst>
              </pc226:cmRplyChg>
            </pc226:cmChg>
          </p:ext>
        </pc:extLst>
      </pc:sldChg>
      <pc:sldChg chg="modSp mod">
        <pc:chgData name="Gudla, Natraj" userId="1b097815-ad51-435d-a557-eb69be7a0b69" providerId="ADAL" clId="{BF5BD8BC-BC64-4E33-A2DC-6981917607A2}" dt="2024-03-13T01:21:49.970" v="7457" actId="1076"/>
        <pc:sldMkLst>
          <pc:docMk/>
          <pc:sldMk cId="3845078339" sldId="2147474167"/>
        </pc:sldMkLst>
        <pc:picChg chg="mod">
          <ac:chgData name="Gudla, Natraj" userId="1b097815-ad51-435d-a557-eb69be7a0b69" providerId="ADAL" clId="{BF5BD8BC-BC64-4E33-A2DC-6981917607A2}" dt="2024-03-13T01:21:49.970" v="7457" actId="1076"/>
          <ac:picMkLst>
            <pc:docMk/>
            <pc:sldMk cId="3845078339" sldId="2147474167"/>
            <ac:picMk id="99" creationId="{A5719444-2A5D-200C-E405-417D74D0D71A}"/>
          </ac:picMkLst>
        </pc:picChg>
      </pc:sldChg>
      <pc:sldChg chg="modSp mod">
        <pc:chgData name="Gudla, Natraj" userId="1b097815-ad51-435d-a557-eb69be7a0b69" providerId="ADAL" clId="{BF5BD8BC-BC64-4E33-A2DC-6981917607A2}" dt="2024-03-13T05:05:04.156" v="8400" actId="1076"/>
        <pc:sldMkLst>
          <pc:docMk/>
          <pc:sldMk cId="2907488151" sldId="2147474168"/>
        </pc:sldMkLst>
        <pc:spChg chg="mod">
          <ac:chgData name="Gudla, Natraj" userId="1b097815-ad51-435d-a557-eb69be7a0b69" providerId="ADAL" clId="{BF5BD8BC-BC64-4E33-A2DC-6981917607A2}" dt="2024-03-13T05:05:04.156" v="8400" actId="1076"/>
          <ac:spMkLst>
            <pc:docMk/>
            <pc:sldMk cId="2907488151" sldId="2147474168"/>
            <ac:spMk id="41" creationId="{322EE989-6394-4BD6-808B-4A67F52FD8F7}"/>
          </ac:spMkLst>
        </pc:spChg>
        <pc:spChg chg="mod">
          <ac:chgData name="Gudla, Natraj" userId="1b097815-ad51-435d-a557-eb69be7a0b69" providerId="ADAL" clId="{BF5BD8BC-BC64-4E33-A2DC-6981917607A2}" dt="2024-03-13T04:27:17.079" v="7850" actId="6549"/>
          <ac:spMkLst>
            <pc:docMk/>
            <pc:sldMk cId="2907488151" sldId="2147474168"/>
            <ac:spMk id="64" creationId="{BF953882-DE4B-EC62-C256-AFB492626306}"/>
          </ac:spMkLst>
        </pc:spChg>
        <pc:spChg chg="mod">
          <ac:chgData name="Gudla, Natraj" userId="1b097815-ad51-435d-a557-eb69be7a0b69" providerId="ADAL" clId="{BF5BD8BC-BC64-4E33-A2DC-6981917607A2}" dt="2024-03-13T04:28:19.383" v="7860" actId="20577"/>
          <ac:spMkLst>
            <pc:docMk/>
            <pc:sldMk cId="2907488151" sldId="2147474168"/>
            <ac:spMk id="69" creationId="{B2C593A0-ED20-CA6F-DDCE-AD69076A303C}"/>
          </ac:spMkLst>
        </pc:spChg>
      </pc:sldChg>
      <pc:sldChg chg="addSp delSp modSp add mod">
        <pc:chgData name="Gudla, Natraj" userId="1b097815-ad51-435d-a557-eb69be7a0b69" providerId="ADAL" clId="{BF5BD8BC-BC64-4E33-A2DC-6981917607A2}" dt="2024-03-13T01:40:17.763" v="7614" actId="20577"/>
        <pc:sldMkLst>
          <pc:docMk/>
          <pc:sldMk cId="3590382306" sldId="2147474169"/>
        </pc:sldMkLst>
        <pc:spChg chg="mod">
          <ac:chgData name="Gudla, Natraj" userId="1b097815-ad51-435d-a557-eb69be7a0b69" providerId="ADAL" clId="{BF5BD8BC-BC64-4E33-A2DC-6981917607A2}" dt="2024-03-13T01:38:48.734" v="7604" actId="20577"/>
          <ac:spMkLst>
            <pc:docMk/>
            <pc:sldMk cId="3590382306" sldId="2147474169"/>
            <ac:spMk id="2"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3" creationId="{57961B97-6CFC-56AC-52F1-266A96BBACBB}"/>
          </ac:spMkLst>
        </pc:spChg>
        <pc:spChg chg="mod">
          <ac:chgData name="Gudla, Natraj" userId="1b097815-ad51-435d-a557-eb69be7a0b69" providerId="ADAL" clId="{BF5BD8BC-BC64-4E33-A2DC-6981917607A2}" dt="2024-03-13T01:40:17.763" v="7614" actId="20577"/>
          <ac:spMkLst>
            <pc:docMk/>
            <pc:sldMk cId="3590382306" sldId="2147474169"/>
            <ac:spMk id="4"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5"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6"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7" creationId="{00000000-0000-0000-0000-000000000000}"/>
          </ac:spMkLst>
        </pc:spChg>
        <pc:spChg chg="del">
          <ac:chgData name="Gudla, Natraj" userId="1b097815-ad51-435d-a557-eb69be7a0b69" providerId="ADAL" clId="{BF5BD8BC-BC64-4E33-A2DC-6981917607A2}" dt="2024-03-13T01:34:38.351" v="7489" actId="478"/>
          <ac:spMkLst>
            <pc:docMk/>
            <pc:sldMk cId="3590382306" sldId="2147474169"/>
            <ac:spMk id="8" creationId="{00000000-0000-0000-0000-000000000000}"/>
          </ac:spMkLst>
        </pc:spChg>
        <pc:spChg chg="del mod">
          <ac:chgData name="Gudla, Natraj" userId="1b097815-ad51-435d-a557-eb69be7a0b69" providerId="ADAL" clId="{BF5BD8BC-BC64-4E33-A2DC-6981917607A2}" dt="2024-03-13T01:29:20.892" v="7479" actId="478"/>
          <ac:spMkLst>
            <pc:docMk/>
            <pc:sldMk cId="3590382306" sldId="2147474169"/>
            <ac:spMk id="9" creationId="{00000000-0000-0000-0000-000000000000}"/>
          </ac:spMkLst>
        </pc:spChg>
        <pc:spChg chg="del mod">
          <ac:chgData name="Gudla, Natraj" userId="1b097815-ad51-435d-a557-eb69be7a0b69" providerId="ADAL" clId="{BF5BD8BC-BC64-4E33-A2DC-6981917607A2}" dt="2024-03-13T01:29:22.713" v="7480" actId="478"/>
          <ac:spMkLst>
            <pc:docMk/>
            <pc:sldMk cId="3590382306" sldId="2147474169"/>
            <ac:spMk id="10"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11" creationId="{C5FCC612-FAF0-8B47-A71C-12DE4F88F19D}"/>
          </ac:spMkLst>
        </pc:spChg>
        <pc:spChg chg="del">
          <ac:chgData name="Gudla, Natraj" userId="1b097815-ad51-435d-a557-eb69be7a0b69" providerId="ADAL" clId="{BF5BD8BC-BC64-4E33-A2DC-6981917607A2}" dt="2024-03-13T01:27:05.237" v="7461" actId="478"/>
          <ac:spMkLst>
            <pc:docMk/>
            <pc:sldMk cId="3590382306" sldId="2147474169"/>
            <ac:spMk id="12" creationId="{00000000-0000-0000-0000-000000000000}"/>
          </ac:spMkLst>
        </pc:spChg>
        <pc:spChg chg="del">
          <ac:chgData name="Gudla, Natraj" userId="1b097815-ad51-435d-a557-eb69be7a0b69" providerId="ADAL" clId="{BF5BD8BC-BC64-4E33-A2DC-6981917607A2}" dt="2024-03-13T01:27:15.703" v="7463" actId="478"/>
          <ac:spMkLst>
            <pc:docMk/>
            <pc:sldMk cId="3590382306" sldId="2147474169"/>
            <ac:spMk id="13" creationId="{00000000-0000-0000-0000-000000000000}"/>
          </ac:spMkLst>
        </pc:spChg>
        <pc:spChg chg="del">
          <ac:chgData name="Gudla, Natraj" userId="1b097815-ad51-435d-a557-eb69be7a0b69" providerId="ADAL" clId="{BF5BD8BC-BC64-4E33-A2DC-6981917607A2}" dt="2024-03-13T01:27:19.201" v="7464" actId="478"/>
          <ac:spMkLst>
            <pc:docMk/>
            <pc:sldMk cId="3590382306" sldId="2147474169"/>
            <ac:spMk id="14" creationId="{00000000-0000-0000-0000-000000000000}"/>
          </ac:spMkLst>
        </pc:spChg>
        <pc:spChg chg="del">
          <ac:chgData name="Gudla, Natraj" userId="1b097815-ad51-435d-a557-eb69be7a0b69" providerId="ADAL" clId="{BF5BD8BC-BC64-4E33-A2DC-6981917607A2}" dt="2024-03-13T01:27:19.201" v="7464" actId="478"/>
          <ac:spMkLst>
            <pc:docMk/>
            <pc:sldMk cId="3590382306" sldId="2147474169"/>
            <ac:spMk id="15" creationId="{00000000-0000-0000-0000-000000000000}"/>
          </ac:spMkLst>
        </pc:spChg>
        <pc:spChg chg="del">
          <ac:chgData name="Gudla, Natraj" userId="1b097815-ad51-435d-a557-eb69be7a0b69" providerId="ADAL" clId="{BF5BD8BC-BC64-4E33-A2DC-6981917607A2}" dt="2024-03-13T01:27:15.703" v="7463" actId="478"/>
          <ac:spMkLst>
            <pc:docMk/>
            <pc:sldMk cId="3590382306" sldId="2147474169"/>
            <ac:spMk id="16"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17" creationId="{B614FB58-A8C0-3CCB-41B1-FCA42BA1FFF7}"/>
          </ac:spMkLst>
        </pc:spChg>
        <pc:spChg chg="del">
          <ac:chgData name="Gudla, Natraj" userId="1b097815-ad51-435d-a557-eb69be7a0b69" providerId="ADAL" clId="{BF5BD8BC-BC64-4E33-A2DC-6981917607A2}" dt="2024-03-13T01:27:15.703" v="7463" actId="478"/>
          <ac:spMkLst>
            <pc:docMk/>
            <pc:sldMk cId="3590382306" sldId="2147474169"/>
            <ac:spMk id="18" creationId="{00000000-0000-0000-0000-000000000000}"/>
          </ac:spMkLst>
        </pc:spChg>
        <pc:spChg chg="add del mod">
          <ac:chgData name="Gudla, Natraj" userId="1b097815-ad51-435d-a557-eb69be7a0b69" providerId="ADAL" clId="{BF5BD8BC-BC64-4E33-A2DC-6981917607A2}" dt="2024-03-13T01:27:00.190" v="7460" actId="478"/>
          <ac:spMkLst>
            <pc:docMk/>
            <pc:sldMk cId="3590382306" sldId="2147474169"/>
            <ac:spMk id="19" creationId="{2702C42C-B6A3-CD06-616D-232D2067ED12}"/>
          </ac:spMkLst>
        </pc:spChg>
        <pc:spChg chg="del">
          <ac:chgData name="Gudla, Natraj" userId="1b097815-ad51-435d-a557-eb69be7a0b69" providerId="ADAL" clId="{BF5BD8BC-BC64-4E33-A2DC-6981917607A2}" dt="2024-03-13T01:34:38.351" v="7489" actId="478"/>
          <ac:spMkLst>
            <pc:docMk/>
            <pc:sldMk cId="3590382306" sldId="2147474169"/>
            <ac:spMk id="20" creationId="{772AB223-5A5B-DECE-EAE5-3AB13BD7A52F}"/>
          </ac:spMkLst>
        </pc:spChg>
        <pc:spChg chg="del">
          <ac:chgData name="Gudla, Natraj" userId="1b097815-ad51-435d-a557-eb69be7a0b69" providerId="ADAL" clId="{BF5BD8BC-BC64-4E33-A2DC-6981917607A2}" dt="2024-03-13T01:27:28.947" v="7465" actId="478"/>
          <ac:spMkLst>
            <pc:docMk/>
            <pc:sldMk cId="3590382306" sldId="2147474169"/>
            <ac:spMk id="21" creationId="{00000000-0000-0000-0000-000000000000}"/>
          </ac:spMkLst>
        </pc:spChg>
        <pc:spChg chg="del">
          <ac:chgData name="Gudla, Natraj" userId="1b097815-ad51-435d-a557-eb69be7a0b69" providerId="ADAL" clId="{BF5BD8BC-BC64-4E33-A2DC-6981917607A2}" dt="2024-03-13T01:27:28.947" v="7465" actId="478"/>
          <ac:spMkLst>
            <pc:docMk/>
            <pc:sldMk cId="3590382306" sldId="2147474169"/>
            <ac:spMk id="22" creationId="{00000000-0000-0000-0000-000000000000}"/>
          </ac:spMkLst>
        </pc:spChg>
        <pc:spChg chg="del">
          <ac:chgData name="Gudla, Natraj" userId="1b097815-ad51-435d-a557-eb69be7a0b69" providerId="ADAL" clId="{BF5BD8BC-BC64-4E33-A2DC-6981917607A2}" dt="2024-03-13T01:27:05.237" v="7461" actId="478"/>
          <ac:spMkLst>
            <pc:docMk/>
            <pc:sldMk cId="3590382306" sldId="2147474169"/>
            <ac:spMk id="23" creationId="{166064AA-3970-EAF6-6878-FF5B872FA03D}"/>
          </ac:spMkLst>
        </pc:spChg>
        <pc:spChg chg="del">
          <ac:chgData name="Gudla, Natraj" userId="1b097815-ad51-435d-a557-eb69be7a0b69" providerId="ADAL" clId="{BF5BD8BC-BC64-4E33-A2DC-6981917607A2}" dt="2024-03-13T01:27:15.703" v="7463" actId="478"/>
          <ac:spMkLst>
            <pc:docMk/>
            <pc:sldMk cId="3590382306" sldId="2147474169"/>
            <ac:spMk id="24" creationId="{D5E3F5C7-FD59-0DD9-219F-541164A2980A}"/>
          </ac:spMkLst>
        </pc:spChg>
        <pc:spChg chg="del">
          <ac:chgData name="Gudla, Natraj" userId="1b097815-ad51-435d-a557-eb69be7a0b69" providerId="ADAL" clId="{BF5BD8BC-BC64-4E33-A2DC-6981917607A2}" dt="2024-03-13T01:27:15.703" v="7463" actId="478"/>
          <ac:spMkLst>
            <pc:docMk/>
            <pc:sldMk cId="3590382306" sldId="2147474169"/>
            <ac:spMk id="25" creationId="{FD3FC431-89F0-0EE2-0AFB-60DBF276B912}"/>
          </ac:spMkLst>
        </pc:spChg>
        <pc:spChg chg="del">
          <ac:chgData name="Gudla, Natraj" userId="1b097815-ad51-435d-a557-eb69be7a0b69" providerId="ADAL" clId="{BF5BD8BC-BC64-4E33-A2DC-6981917607A2}" dt="2024-03-13T01:27:00.190" v="7460" actId="478"/>
          <ac:spMkLst>
            <pc:docMk/>
            <pc:sldMk cId="3590382306" sldId="2147474169"/>
            <ac:spMk id="26" creationId="{E44BB4F1-FAF2-7675-184A-FF75667CE860}"/>
          </ac:spMkLst>
        </pc:spChg>
        <pc:spChg chg="del">
          <ac:chgData name="Gudla, Natraj" userId="1b097815-ad51-435d-a557-eb69be7a0b69" providerId="ADAL" clId="{BF5BD8BC-BC64-4E33-A2DC-6981917607A2}" dt="2024-03-13T01:27:28.947" v="7465" actId="478"/>
          <ac:spMkLst>
            <pc:docMk/>
            <pc:sldMk cId="3590382306" sldId="2147474169"/>
            <ac:spMk id="27" creationId="{6D34361F-8873-E234-7D1D-5A09C53B0F02}"/>
          </ac:spMkLst>
        </pc:spChg>
        <pc:spChg chg="del">
          <ac:chgData name="Gudla, Natraj" userId="1b097815-ad51-435d-a557-eb69be7a0b69" providerId="ADAL" clId="{BF5BD8BC-BC64-4E33-A2DC-6981917607A2}" dt="2024-03-13T01:27:28.947" v="7465" actId="478"/>
          <ac:spMkLst>
            <pc:docMk/>
            <pc:sldMk cId="3590382306" sldId="2147474169"/>
            <ac:spMk id="28" creationId="{7E3BE2E9-8E5E-00AF-2824-6AF4F3917AC5}"/>
          </ac:spMkLst>
        </pc:spChg>
        <pc:spChg chg="mod">
          <ac:chgData name="Gudla, Natraj" userId="1b097815-ad51-435d-a557-eb69be7a0b69" providerId="ADAL" clId="{BF5BD8BC-BC64-4E33-A2DC-6981917607A2}" dt="2024-03-13T01:35:57.704" v="7568" actId="20577"/>
          <ac:spMkLst>
            <pc:docMk/>
            <pc:sldMk cId="3590382306" sldId="2147474169"/>
            <ac:spMk id="29" creationId="{F775D17F-4F76-3019-AFF6-FE3E9E255426}"/>
          </ac:spMkLst>
        </pc:spChg>
        <pc:spChg chg="del">
          <ac:chgData name="Gudla, Natraj" userId="1b097815-ad51-435d-a557-eb69be7a0b69" providerId="ADAL" clId="{BF5BD8BC-BC64-4E33-A2DC-6981917607A2}" dt="2024-03-13T01:27:28.947" v="7465" actId="478"/>
          <ac:spMkLst>
            <pc:docMk/>
            <pc:sldMk cId="3590382306" sldId="2147474169"/>
            <ac:spMk id="30" creationId="{A84460F7-5950-A0AF-784D-82E9374B5DA9}"/>
          </ac:spMkLst>
        </pc:spChg>
        <pc:spChg chg="add del mod">
          <ac:chgData name="Gudla, Natraj" userId="1b097815-ad51-435d-a557-eb69be7a0b69" providerId="ADAL" clId="{BF5BD8BC-BC64-4E33-A2DC-6981917607A2}" dt="2024-03-13T01:27:00.190" v="7460" actId="478"/>
          <ac:spMkLst>
            <pc:docMk/>
            <pc:sldMk cId="3590382306" sldId="2147474169"/>
            <ac:spMk id="31" creationId="{D838C0A9-4EED-978A-E1DD-B721DBD61412}"/>
          </ac:spMkLst>
        </pc:spChg>
        <pc:spChg chg="add del mod">
          <ac:chgData name="Gudla, Natraj" userId="1b097815-ad51-435d-a557-eb69be7a0b69" providerId="ADAL" clId="{BF5BD8BC-BC64-4E33-A2DC-6981917607A2}" dt="2024-03-13T01:27:00.190" v="7460" actId="478"/>
          <ac:spMkLst>
            <pc:docMk/>
            <pc:sldMk cId="3590382306" sldId="2147474169"/>
            <ac:spMk id="32" creationId="{7AA9AC62-C47D-8003-B269-ABB973B7F747}"/>
          </ac:spMkLst>
        </pc:spChg>
        <pc:spChg chg="add del mod">
          <ac:chgData name="Gudla, Natraj" userId="1b097815-ad51-435d-a557-eb69be7a0b69" providerId="ADAL" clId="{BF5BD8BC-BC64-4E33-A2DC-6981917607A2}" dt="2024-03-13T01:27:00.190" v="7460" actId="478"/>
          <ac:spMkLst>
            <pc:docMk/>
            <pc:sldMk cId="3590382306" sldId="2147474169"/>
            <ac:spMk id="33" creationId="{3DABAB02-E28B-A43F-B977-23A51D180EAA}"/>
          </ac:spMkLst>
        </pc:spChg>
        <pc:spChg chg="add del mod">
          <ac:chgData name="Gudla, Natraj" userId="1b097815-ad51-435d-a557-eb69be7a0b69" providerId="ADAL" clId="{BF5BD8BC-BC64-4E33-A2DC-6981917607A2}" dt="2024-03-13T01:27:00.190" v="7460" actId="478"/>
          <ac:spMkLst>
            <pc:docMk/>
            <pc:sldMk cId="3590382306" sldId="2147474169"/>
            <ac:spMk id="34" creationId="{3279299A-1367-718A-3D34-A8442716420B}"/>
          </ac:spMkLst>
        </pc:spChg>
        <pc:spChg chg="add del mod">
          <ac:chgData name="Gudla, Natraj" userId="1b097815-ad51-435d-a557-eb69be7a0b69" providerId="ADAL" clId="{BF5BD8BC-BC64-4E33-A2DC-6981917607A2}" dt="2024-03-13T01:27:00.190" v="7460" actId="478"/>
          <ac:spMkLst>
            <pc:docMk/>
            <pc:sldMk cId="3590382306" sldId="2147474169"/>
            <ac:spMk id="35" creationId="{AFF2F92C-3571-B15C-6359-1F85E5DA7B06}"/>
          </ac:spMkLst>
        </pc:spChg>
        <pc:spChg chg="add del mod">
          <ac:chgData name="Gudla, Natraj" userId="1b097815-ad51-435d-a557-eb69be7a0b69" providerId="ADAL" clId="{BF5BD8BC-BC64-4E33-A2DC-6981917607A2}" dt="2024-03-13T01:27:15.703" v="7463" actId="478"/>
          <ac:spMkLst>
            <pc:docMk/>
            <pc:sldMk cId="3590382306" sldId="2147474169"/>
            <ac:spMk id="36" creationId="{130E8484-7172-7ACC-16F9-9E674ADCDD1B}"/>
          </ac:spMkLst>
        </pc:spChg>
        <pc:spChg chg="add del mod">
          <ac:chgData name="Gudla, Natraj" userId="1b097815-ad51-435d-a557-eb69be7a0b69" providerId="ADAL" clId="{BF5BD8BC-BC64-4E33-A2DC-6981917607A2}" dt="2024-03-13T01:27:15.703" v="7463" actId="478"/>
          <ac:spMkLst>
            <pc:docMk/>
            <pc:sldMk cId="3590382306" sldId="2147474169"/>
            <ac:spMk id="37" creationId="{62BB671F-8649-F9BB-93BF-B6DC4E9641A9}"/>
          </ac:spMkLst>
        </pc:spChg>
        <pc:picChg chg="del mod">
          <ac:chgData name="Gudla, Natraj" userId="1b097815-ad51-435d-a557-eb69be7a0b69" providerId="ADAL" clId="{BF5BD8BC-BC64-4E33-A2DC-6981917607A2}" dt="2024-03-13T01:33:45.958" v="7481" actId="478"/>
          <ac:picMkLst>
            <pc:docMk/>
            <pc:sldMk cId="3590382306" sldId="2147474169"/>
            <ac:picMk id="38" creationId="{E2440948-C977-CA19-6584-F18F3A990333}"/>
          </ac:picMkLst>
        </pc:picChg>
        <pc:picChg chg="del mod">
          <ac:chgData name="Gudla, Natraj" userId="1b097815-ad51-435d-a557-eb69be7a0b69" providerId="ADAL" clId="{BF5BD8BC-BC64-4E33-A2DC-6981917607A2}" dt="2024-03-13T01:39:11.215" v="7605" actId="478"/>
          <ac:picMkLst>
            <pc:docMk/>
            <pc:sldMk cId="3590382306" sldId="2147474169"/>
            <ac:picMk id="39" creationId="{9E3C42D5-6F47-0994-CFEC-5CAB35E9741E}"/>
          </ac:picMkLst>
        </pc:picChg>
        <pc:picChg chg="mod">
          <ac:chgData name="Gudla, Natraj" userId="1b097815-ad51-435d-a557-eb69be7a0b69" providerId="ADAL" clId="{BF5BD8BC-BC64-4E33-A2DC-6981917607A2}" dt="2024-03-13T01:40:04.084" v="7611" actId="14100"/>
          <ac:picMkLst>
            <pc:docMk/>
            <pc:sldMk cId="3590382306" sldId="2147474169"/>
            <ac:picMk id="40" creationId="{34B65D7A-345C-15FD-425D-65403490A448}"/>
          </ac:picMkLst>
        </pc:picChg>
      </pc:sldChg>
      <pc:sldChg chg="delSp modSp add mod ord modShow">
        <pc:chgData name="Gudla, Natraj" userId="1b097815-ad51-435d-a557-eb69be7a0b69" providerId="ADAL" clId="{BF5BD8BC-BC64-4E33-A2DC-6981917607A2}" dt="2024-03-13T09:10:07.717" v="8448" actId="1037"/>
        <pc:sldMkLst>
          <pc:docMk/>
          <pc:sldMk cId="3571720637" sldId="2147474170"/>
        </pc:sldMkLst>
        <pc:spChg chg="mod">
          <ac:chgData name="Gudla, Natraj" userId="1b097815-ad51-435d-a557-eb69be7a0b69" providerId="ADAL" clId="{BF5BD8BC-BC64-4E33-A2DC-6981917607A2}" dt="2024-03-13T02:15:05.153" v="7663" actId="20577"/>
          <ac:spMkLst>
            <pc:docMk/>
            <pc:sldMk cId="3571720637" sldId="2147474170"/>
            <ac:spMk id="3" creationId="{E7A0A04E-4539-76F3-C369-AD07AF8FA944}"/>
          </ac:spMkLst>
        </pc:spChg>
        <pc:spChg chg="del">
          <ac:chgData name="Gudla, Natraj" userId="1b097815-ad51-435d-a557-eb69be7a0b69" providerId="ADAL" clId="{BF5BD8BC-BC64-4E33-A2DC-6981917607A2}" dt="2024-03-13T02:08:51.390" v="7636" actId="478"/>
          <ac:spMkLst>
            <pc:docMk/>
            <pc:sldMk cId="3571720637" sldId="2147474170"/>
            <ac:spMk id="5" creationId="{4CA39B15-9949-C8EF-AD56-299DB327751E}"/>
          </ac:spMkLst>
        </pc:spChg>
        <pc:spChg chg="del">
          <ac:chgData name="Gudla, Natraj" userId="1b097815-ad51-435d-a557-eb69be7a0b69" providerId="ADAL" clId="{BF5BD8BC-BC64-4E33-A2DC-6981917607A2}" dt="2024-03-13T02:12:55.335" v="7641" actId="478"/>
          <ac:spMkLst>
            <pc:docMk/>
            <pc:sldMk cId="3571720637" sldId="2147474170"/>
            <ac:spMk id="9" creationId="{4DE9A918-4EEE-C546-2AC4-42B1730C1D85}"/>
          </ac:spMkLst>
        </pc:spChg>
        <pc:spChg chg="del">
          <ac:chgData name="Gudla, Natraj" userId="1b097815-ad51-435d-a557-eb69be7a0b69" providerId="ADAL" clId="{BF5BD8BC-BC64-4E33-A2DC-6981917607A2}" dt="2024-03-13T02:14:03.004" v="7655" actId="478"/>
          <ac:spMkLst>
            <pc:docMk/>
            <pc:sldMk cId="3571720637" sldId="2147474170"/>
            <ac:spMk id="10" creationId="{655D6C3E-E807-6905-1650-0617D2BBB8B5}"/>
          </ac:spMkLst>
        </pc:spChg>
        <pc:spChg chg="mod">
          <ac:chgData name="Gudla, Natraj" userId="1b097815-ad51-435d-a557-eb69be7a0b69" providerId="ADAL" clId="{BF5BD8BC-BC64-4E33-A2DC-6981917607A2}" dt="2024-03-13T02:15:11.306" v="7664" actId="1076"/>
          <ac:spMkLst>
            <pc:docMk/>
            <pc:sldMk cId="3571720637" sldId="2147474170"/>
            <ac:spMk id="11" creationId="{5E4768D8-7D86-1A98-AE15-7F66D8D62FE4}"/>
          </ac:spMkLst>
        </pc:spChg>
        <pc:spChg chg="del mod">
          <ac:chgData name="Gudla, Natraj" userId="1b097815-ad51-435d-a557-eb69be7a0b69" providerId="ADAL" clId="{BF5BD8BC-BC64-4E33-A2DC-6981917607A2}" dt="2024-03-13T02:13:31.683" v="7644" actId="478"/>
          <ac:spMkLst>
            <pc:docMk/>
            <pc:sldMk cId="3571720637" sldId="2147474170"/>
            <ac:spMk id="12" creationId="{89EBE345-DE44-554A-A25B-0A14138A9B76}"/>
          </ac:spMkLst>
        </pc:spChg>
        <pc:graphicFrameChg chg="modGraphic">
          <ac:chgData name="Gudla, Natraj" userId="1b097815-ad51-435d-a557-eb69be7a0b69" providerId="ADAL" clId="{BF5BD8BC-BC64-4E33-A2DC-6981917607A2}" dt="2024-03-13T02:12:40.697" v="7639" actId="2711"/>
          <ac:graphicFrameMkLst>
            <pc:docMk/>
            <pc:sldMk cId="3571720637" sldId="2147474170"/>
            <ac:graphicFrameMk id="6" creationId="{640CD144-1BC9-FD87-CD60-5B1E4D3675A6}"/>
          </ac:graphicFrameMkLst>
        </pc:graphicFrameChg>
        <pc:graphicFrameChg chg="del">
          <ac:chgData name="Gudla, Natraj" userId="1b097815-ad51-435d-a557-eb69be7a0b69" providerId="ADAL" clId="{BF5BD8BC-BC64-4E33-A2DC-6981917607A2}" dt="2024-03-13T02:13:33.216" v="7645" actId="478"/>
          <ac:graphicFrameMkLst>
            <pc:docMk/>
            <pc:sldMk cId="3571720637" sldId="2147474170"/>
            <ac:graphicFrameMk id="13" creationId="{0A77BF4B-B28F-6D91-7CD1-68DFE13EA694}"/>
          </ac:graphicFrameMkLst>
        </pc:graphicFrameChg>
        <pc:picChg chg="del mod">
          <ac:chgData name="Gudla, Natraj" userId="1b097815-ad51-435d-a557-eb69be7a0b69" providerId="ADAL" clId="{BF5BD8BC-BC64-4E33-A2DC-6981917607A2}" dt="2024-03-13T09:03:56.612" v="8431" actId="478"/>
          <ac:picMkLst>
            <pc:docMk/>
            <pc:sldMk cId="3571720637" sldId="2147474170"/>
            <ac:picMk id="2" creationId="{CD389152-77D4-EF2D-1047-72251290136B}"/>
          </ac:picMkLst>
        </pc:picChg>
        <pc:picChg chg="del">
          <ac:chgData name="Gudla, Natraj" userId="1b097815-ad51-435d-a557-eb69be7a0b69" providerId="ADAL" clId="{BF5BD8BC-BC64-4E33-A2DC-6981917607A2}" dt="2024-03-13T02:08:30.655" v="7634" actId="478"/>
          <ac:picMkLst>
            <pc:docMk/>
            <pc:sldMk cId="3571720637" sldId="2147474170"/>
            <ac:picMk id="4" creationId="{2025638D-6CC9-1F6F-F155-EDB8DABFA16B}"/>
          </ac:picMkLst>
        </pc:picChg>
        <pc:picChg chg="del mod">
          <ac:chgData name="Gudla, Natraj" userId="1b097815-ad51-435d-a557-eb69be7a0b69" providerId="ADAL" clId="{BF5BD8BC-BC64-4E33-A2DC-6981917607A2}" dt="2024-03-13T09:09:51.894" v="8439" actId="478"/>
          <ac:picMkLst>
            <pc:docMk/>
            <pc:sldMk cId="3571720637" sldId="2147474170"/>
            <ac:picMk id="4" creationId="{5C664CD1-C1E3-8627-7DC9-625BE1692E20}"/>
          </ac:picMkLst>
        </pc:picChg>
        <pc:picChg chg="mod">
          <ac:chgData name="Gudla, Natraj" userId="1b097815-ad51-435d-a557-eb69be7a0b69" providerId="ADAL" clId="{BF5BD8BC-BC64-4E33-A2DC-6981917607A2}" dt="2024-03-13T09:10:07.717" v="8448" actId="1037"/>
          <ac:picMkLst>
            <pc:docMk/>
            <pc:sldMk cId="3571720637" sldId="2147474170"/>
            <ac:picMk id="5" creationId="{8F0DCCB6-A6A2-8618-5211-E0F5CD4CCCD0}"/>
          </ac:picMkLst>
        </pc:picChg>
        <pc:cxnChg chg="del">
          <ac:chgData name="Gudla, Natraj" userId="1b097815-ad51-435d-a557-eb69be7a0b69" providerId="ADAL" clId="{BF5BD8BC-BC64-4E33-A2DC-6981917607A2}" dt="2024-03-13T02:12:58.261" v="7642" actId="478"/>
          <ac:cxnSpMkLst>
            <pc:docMk/>
            <pc:sldMk cId="3571720637" sldId="2147474170"/>
            <ac:cxnSpMk id="8" creationId="{5CFE5D63-BAFB-B328-34B8-0B43A779A0E0}"/>
          </ac:cxnSpMkLst>
        </pc:cxnChg>
      </pc:sldChg>
    </pc:docChg>
  </pc:docChgLst>
  <pc:docChgLst>
    <pc:chgData name="Kanduru, Raghava" userId="S::raghava.kanduru@capgemini.com::cf8c09de-c40c-47a2-971b-c612c06e0906" providerId="AD" clId="Web-{BAE6359F-BC22-4D27-8ED7-B9F42631452E}"/>
    <pc:docChg chg="modSld">
      <pc:chgData name="Kanduru, Raghava" userId="S::raghava.kanduru@capgemini.com::cf8c09de-c40c-47a2-971b-c612c06e0906" providerId="AD" clId="Web-{BAE6359F-BC22-4D27-8ED7-B9F42631452E}" dt="2024-03-12T11:26:27.964" v="0"/>
      <pc:docMkLst>
        <pc:docMk/>
      </pc:docMkLst>
      <pc:sldChg chg="modSp">
        <pc:chgData name="Kanduru, Raghava" userId="S::raghava.kanduru@capgemini.com::cf8c09de-c40c-47a2-971b-c612c06e0906" providerId="AD" clId="Web-{BAE6359F-BC22-4D27-8ED7-B9F42631452E}" dt="2024-03-12T11:26:27.964" v="0"/>
        <pc:sldMkLst>
          <pc:docMk/>
          <pc:sldMk cId="3711325015" sldId="2147474159"/>
        </pc:sldMkLst>
        <pc:spChg chg="mod">
          <ac:chgData name="Kanduru, Raghava" userId="S::raghava.kanduru@capgemini.com::cf8c09de-c40c-47a2-971b-c612c06e0906" providerId="AD" clId="Web-{BAE6359F-BC22-4D27-8ED7-B9F42631452E}" dt="2024-03-12T11:26:27.964" v="0"/>
          <ac:spMkLst>
            <pc:docMk/>
            <pc:sldMk cId="3711325015" sldId="2147474159"/>
            <ac:spMk id="55" creationId="{14133841-23B0-214F-D90C-3566F5697992}"/>
          </ac:spMkLst>
        </pc:spChg>
      </pc:sldChg>
    </pc:docChg>
  </pc:docChgLst>
  <pc:docChgLst>
    <pc:chgData name="Craney, Ian" userId="39ea3b5b-c44b-447f-a859-fa3e23624b35" providerId="ADAL" clId="{1065822E-B9F0-4190-A19D-40BFA8AE35AD}"/>
    <pc:docChg chg="custSel modSld">
      <pc:chgData name="Craney, Ian" userId="39ea3b5b-c44b-447f-a859-fa3e23624b35" providerId="ADAL" clId="{1065822E-B9F0-4190-A19D-40BFA8AE35AD}" dt="2023-05-18T09:42:34.696" v="0" actId="478"/>
      <pc:docMkLst>
        <pc:docMk/>
      </pc:docMkLst>
      <pc:sldChg chg="delSp mod">
        <pc:chgData name="Craney, Ian" userId="39ea3b5b-c44b-447f-a859-fa3e23624b35" providerId="ADAL" clId="{1065822E-B9F0-4190-A19D-40BFA8AE35AD}" dt="2023-05-18T09:42:34.696" v="0" actId="478"/>
        <pc:sldMkLst>
          <pc:docMk/>
          <pc:sldMk cId="2604415423" sldId="1055"/>
        </pc:sldMkLst>
        <pc:spChg chg="del">
          <ac:chgData name="Craney, Ian" userId="39ea3b5b-c44b-447f-a859-fa3e23624b35" providerId="ADAL" clId="{1065822E-B9F0-4190-A19D-40BFA8AE35AD}" dt="2023-05-18T09:42:34.696" v="0" actId="478"/>
          <ac:spMkLst>
            <pc:docMk/>
            <pc:sldMk cId="2604415423" sldId="1055"/>
            <ac:spMk id="30" creationId="{0CD0236A-DC3A-3E4F-BE5C-BB2204611526}"/>
          </ac:spMkLst>
        </pc:spChg>
      </pc:sldChg>
    </pc:docChg>
  </pc:docChgLst>
  <pc:docChgLst>
    <pc:chgData name="Kanduru, Raghava" userId="S::raghava.kanduru@capgemini.com::cf8c09de-c40c-47a2-971b-c612c06e0906" providerId="AD" clId="Web-{32F5ADFF-184D-4B83-A4A3-12962802C621}"/>
    <pc:docChg chg="addSld modSld">
      <pc:chgData name="Kanduru, Raghava" userId="S::raghava.kanduru@capgemini.com::cf8c09de-c40c-47a2-971b-c612c06e0906" providerId="AD" clId="Web-{32F5ADFF-184D-4B83-A4A3-12962802C621}" dt="2024-03-11T17:52:38.710" v="6"/>
      <pc:docMkLst>
        <pc:docMk/>
      </pc:docMkLst>
      <pc:sldChg chg="mod modShow">
        <pc:chgData name="Kanduru, Raghava" userId="S::raghava.kanduru@capgemini.com::cf8c09de-c40c-47a2-971b-c612c06e0906" providerId="AD" clId="Web-{32F5ADFF-184D-4B83-A4A3-12962802C621}" dt="2024-03-11T17:44:24.494" v="2"/>
        <pc:sldMkLst>
          <pc:docMk/>
          <pc:sldMk cId="807573619" sldId="2147474100"/>
        </pc:sldMkLst>
      </pc:sldChg>
      <pc:sldChg chg="mod modShow">
        <pc:chgData name="Kanduru, Raghava" userId="S::raghava.kanduru@capgemini.com::cf8c09de-c40c-47a2-971b-c612c06e0906" providerId="AD" clId="Web-{32F5ADFF-184D-4B83-A4A3-12962802C621}" dt="2024-03-11T17:52:33.851" v="5"/>
        <pc:sldMkLst>
          <pc:docMk/>
          <pc:sldMk cId="3301828130" sldId="2147474101"/>
        </pc:sldMkLst>
      </pc:sldChg>
      <pc:sldChg chg="mod modShow">
        <pc:chgData name="Kanduru, Raghava" userId="S::raghava.kanduru@capgemini.com::cf8c09de-c40c-47a2-971b-c612c06e0906" providerId="AD" clId="Web-{32F5ADFF-184D-4B83-A4A3-12962802C621}" dt="2024-03-11T17:52:38.710" v="6"/>
        <pc:sldMkLst>
          <pc:docMk/>
          <pc:sldMk cId="2894879383" sldId="2147474103"/>
        </pc:sldMkLst>
      </pc:sldChg>
      <pc:sldChg chg="add">
        <pc:chgData name="Kanduru, Raghava" userId="S::raghava.kanduru@capgemini.com::cf8c09de-c40c-47a2-971b-c612c06e0906" providerId="AD" clId="Web-{32F5ADFF-184D-4B83-A4A3-12962802C621}" dt="2024-03-11T17:44:14.181" v="0"/>
        <pc:sldMkLst>
          <pc:docMk/>
          <pc:sldMk cId="1411463970" sldId="2147474152"/>
        </pc:sldMkLst>
      </pc:sldChg>
      <pc:sldChg chg="add">
        <pc:chgData name="Kanduru, Raghava" userId="S::raghava.kanduru@capgemini.com::cf8c09de-c40c-47a2-971b-c612c06e0906" providerId="AD" clId="Web-{32F5ADFF-184D-4B83-A4A3-12962802C621}" dt="2024-03-11T17:44:14.321" v="1"/>
        <pc:sldMkLst>
          <pc:docMk/>
          <pc:sldMk cId="2001861423" sldId="2147474153"/>
        </pc:sldMkLst>
      </pc:sldChg>
      <pc:sldChg chg="add">
        <pc:chgData name="Kanduru, Raghava" userId="S::raghava.kanduru@capgemini.com::cf8c09de-c40c-47a2-971b-c612c06e0906" providerId="AD" clId="Web-{32F5ADFF-184D-4B83-A4A3-12962802C621}" dt="2024-03-11T17:52:23.772" v="3"/>
        <pc:sldMkLst>
          <pc:docMk/>
          <pc:sldMk cId="2251188276" sldId="2147474154"/>
        </pc:sldMkLst>
      </pc:sldChg>
      <pc:sldChg chg="add">
        <pc:chgData name="Kanduru, Raghava" userId="S::raghava.kanduru@capgemini.com::cf8c09de-c40c-47a2-971b-c612c06e0906" providerId="AD" clId="Web-{32F5ADFF-184D-4B83-A4A3-12962802C621}" dt="2024-03-11T17:52:23.944" v="4"/>
        <pc:sldMkLst>
          <pc:docMk/>
          <pc:sldMk cId="3447131155" sldId="2147474155"/>
        </pc:sldMkLst>
      </pc:sldChg>
    </pc:docChg>
  </pc:docChgLst>
  <pc:docChgLst>
    <pc:chgData name="Kanduru, Raghava" userId="S::raghava.kanduru@capgemini.com::cf8c09de-c40c-47a2-971b-c612c06e0906" providerId="AD" clId="Web-{7D935C9E-1DCF-4CD6-8D4B-8C00CB663A44}"/>
    <pc:docChg chg="modSld">
      <pc:chgData name="Kanduru, Raghava" userId="S::raghava.kanduru@capgemini.com::cf8c09de-c40c-47a2-971b-c612c06e0906" providerId="AD" clId="Web-{7D935C9E-1DCF-4CD6-8D4B-8C00CB663A44}" dt="2024-03-12T08:42:06.515" v="71"/>
      <pc:docMkLst>
        <pc:docMk/>
      </pc:docMkLst>
      <pc:sldChg chg="modSp">
        <pc:chgData name="Kanduru, Raghava" userId="S::raghava.kanduru@capgemini.com::cf8c09de-c40c-47a2-971b-c612c06e0906" providerId="AD" clId="Web-{7D935C9E-1DCF-4CD6-8D4B-8C00CB663A44}" dt="2024-03-12T08:40:21.622" v="49"/>
        <pc:sldMkLst>
          <pc:docMk/>
          <pc:sldMk cId="1411463970" sldId="2147474152"/>
        </pc:sldMkLst>
        <pc:graphicFrameChg chg="mod modGraphic">
          <ac:chgData name="Kanduru, Raghava" userId="S::raghava.kanduru@capgemini.com::cf8c09de-c40c-47a2-971b-c612c06e0906" providerId="AD" clId="Web-{7D935C9E-1DCF-4CD6-8D4B-8C00CB663A44}" dt="2024-03-12T08:40:21.622" v="49"/>
          <ac:graphicFrameMkLst>
            <pc:docMk/>
            <pc:sldMk cId="1411463970" sldId="2147474152"/>
            <ac:graphicFrameMk id="8" creationId="{0449F75F-2706-876C-71DE-D728F38E233D}"/>
          </ac:graphicFrameMkLst>
        </pc:graphicFrameChg>
      </pc:sldChg>
      <pc:sldChg chg="modSp">
        <pc:chgData name="Kanduru, Raghava" userId="S::raghava.kanduru@capgemini.com::cf8c09de-c40c-47a2-971b-c612c06e0906" providerId="AD" clId="Web-{7D935C9E-1DCF-4CD6-8D4B-8C00CB663A44}" dt="2024-03-12T08:42:06.515" v="71"/>
        <pc:sldMkLst>
          <pc:docMk/>
          <pc:sldMk cId="2001861423" sldId="2147474153"/>
        </pc:sldMkLst>
        <pc:graphicFrameChg chg="mod modGraphic">
          <ac:chgData name="Kanduru, Raghava" userId="S::raghava.kanduru@capgemini.com::cf8c09de-c40c-47a2-971b-c612c06e0906" providerId="AD" clId="Web-{7D935C9E-1DCF-4CD6-8D4B-8C00CB663A44}" dt="2024-03-12T08:42:06.515" v="71"/>
          <ac:graphicFrameMkLst>
            <pc:docMk/>
            <pc:sldMk cId="2001861423" sldId="2147474153"/>
            <ac:graphicFrameMk id="8" creationId="{0449F75F-2706-876C-71DE-D728F38E233D}"/>
          </ac:graphicFrameMkLst>
        </pc:graphicFrameChg>
      </pc:sldChg>
    </pc:docChg>
  </pc:docChgLst>
  <pc:docChgLst>
    <pc:chgData name="Kanduru, Raghava" userId="S::raghava.kanduru@capgemini.com::cf8c09de-c40c-47a2-971b-c612c06e0906" providerId="AD" clId="Web-{97A91701-9E57-45FA-913B-894FE1B49AA2}"/>
    <pc:docChg chg="addSld delSld modSld">
      <pc:chgData name="Kanduru, Raghava" userId="S::raghava.kanduru@capgemini.com::cf8c09de-c40c-47a2-971b-c612c06e0906" providerId="AD" clId="Web-{97A91701-9E57-45FA-913B-894FE1B49AA2}" dt="2024-03-12T04:06:22.452" v="148"/>
      <pc:docMkLst>
        <pc:docMk/>
      </pc:docMkLst>
      <pc:sldChg chg="modSp add del">
        <pc:chgData name="Kanduru, Raghava" userId="S::raghava.kanduru@capgemini.com::cf8c09de-c40c-47a2-971b-c612c06e0906" providerId="AD" clId="Web-{97A91701-9E57-45FA-913B-894FE1B49AA2}" dt="2024-03-12T03:59:46.453" v="50"/>
        <pc:sldMkLst>
          <pc:docMk/>
          <pc:sldMk cId="1853885874" sldId="2141412330"/>
        </pc:sldMkLst>
        <pc:graphicFrameChg chg="mod modGraphic">
          <ac:chgData name="Kanduru, Raghava" userId="S::raghava.kanduru@capgemini.com::cf8c09de-c40c-47a2-971b-c612c06e0906" providerId="AD" clId="Web-{97A91701-9E57-45FA-913B-894FE1B49AA2}" dt="2024-03-12T03:57:33.745" v="48"/>
          <ac:graphicFrameMkLst>
            <pc:docMk/>
            <pc:sldMk cId="1853885874" sldId="2141412330"/>
            <ac:graphicFrameMk id="4" creationId="{BF751E83-40E8-42F7-A58D-21FB1E3D3346}"/>
          </ac:graphicFrameMkLst>
        </pc:graphicFrameChg>
      </pc:sldChg>
      <pc:sldChg chg="mod modShow">
        <pc:chgData name="Kanduru, Raghava" userId="S::raghava.kanduru@capgemini.com::cf8c09de-c40c-47a2-971b-c612c06e0906" providerId="AD" clId="Web-{97A91701-9E57-45FA-913B-894FE1B49AA2}" dt="2024-03-12T03:52:11.405" v="1"/>
        <pc:sldMkLst>
          <pc:docMk/>
          <pc:sldMk cId="2083448681" sldId="2147474099"/>
        </pc:sldMkLst>
      </pc:sldChg>
      <pc:sldChg chg="addSp delSp modSp add mod modShow">
        <pc:chgData name="Kanduru, Raghava" userId="S::raghava.kanduru@capgemini.com::cf8c09de-c40c-47a2-971b-c612c06e0906" providerId="AD" clId="Web-{97A91701-9E57-45FA-913B-894FE1B49AA2}" dt="2024-03-12T04:06:22.452" v="148"/>
        <pc:sldMkLst>
          <pc:docMk/>
          <pc:sldMk cId="1493796699" sldId="2147474123"/>
        </pc:sldMkLst>
        <pc:spChg chg="add del">
          <ac:chgData name="Kanduru, Raghava" userId="S::raghava.kanduru@capgemini.com::cf8c09de-c40c-47a2-971b-c612c06e0906" providerId="AD" clId="Web-{97A91701-9E57-45FA-913B-894FE1B49AA2}" dt="2024-03-12T04:00:31.017" v="99"/>
          <ac:spMkLst>
            <pc:docMk/>
            <pc:sldMk cId="1493796699" sldId="2147474123"/>
            <ac:spMk id="2" creationId="{50543BE8-19BE-6EFE-97EE-8E70FE6E527C}"/>
          </ac:spMkLst>
        </pc:spChg>
        <pc:spChg chg="add mod">
          <ac:chgData name="Kanduru, Raghava" userId="S::raghava.kanduru@capgemini.com::cf8c09de-c40c-47a2-971b-c612c06e0906" providerId="AD" clId="Web-{97A91701-9E57-45FA-913B-894FE1B49AA2}" dt="2024-03-12T03:55:53.616" v="36" actId="1076"/>
          <ac:spMkLst>
            <pc:docMk/>
            <pc:sldMk cId="1493796699" sldId="2147474123"/>
            <ac:spMk id="4" creationId="{5696057E-3E16-19B2-A746-8EEB03A7BD0B}"/>
          </ac:spMkLst>
        </pc:spChg>
        <pc:spChg chg="add mod">
          <ac:chgData name="Kanduru, Raghava" userId="S::raghava.kanduru@capgemini.com::cf8c09de-c40c-47a2-971b-c612c06e0906" providerId="AD" clId="Web-{97A91701-9E57-45FA-913B-894FE1B49AA2}" dt="2024-03-12T03:55:53.663" v="37" actId="1076"/>
          <ac:spMkLst>
            <pc:docMk/>
            <pc:sldMk cId="1493796699" sldId="2147474123"/>
            <ac:spMk id="5" creationId="{652742D7-9B73-1CF0-2EFC-545ECF437668}"/>
          </ac:spMkLst>
        </pc:spChg>
        <pc:spChg chg="add del">
          <ac:chgData name="Kanduru, Raghava" userId="S::raghava.kanduru@capgemini.com::cf8c09de-c40c-47a2-971b-c612c06e0906" providerId="AD" clId="Web-{97A91701-9E57-45FA-913B-894FE1B49AA2}" dt="2024-03-12T04:00:31.017" v="100"/>
          <ac:spMkLst>
            <pc:docMk/>
            <pc:sldMk cId="1493796699" sldId="2147474123"/>
            <ac:spMk id="15" creationId="{84BE40A6-2B20-EF48-FF10-8FE654F2EDF2}"/>
          </ac:spMkLst>
        </pc:spChg>
        <pc:spChg chg="add del">
          <ac:chgData name="Kanduru, Raghava" userId="S::raghava.kanduru@capgemini.com::cf8c09de-c40c-47a2-971b-c612c06e0906" providerId="AD" clId="Web-{97A91701-9E57-45FA-913B-894FE1B49AA2}" dt="2024-03-12T04:00:31.017" v="101"/>
          <ac:spMkLst>
            <pc:docMk/>
            <pc:sldMk cId="1493796699" sldId="2147474123"/>
            <ac:spMk id="78" creationId="{71140F2D-9581-6B33-D723-68FF23A3D0DD}"/>
          </ac:spMkLst>
        </pc:spChg>
        <pc:spChg chg="add del">
          <ac:chgData name="Kanduru, Raghava" userId="S::raghava.kanduru@capgemini.com::cf8c09de-c40c-47a2-971b-c612c06e0906" providerId="AD" clId="Web-{97A91701-9E57-45FA-913B-894FE1B49AA2}" dt="2024-03-12T04:00:31.017" v="102"/>
          <ac:spMkLst>
            <pc:docMk/>
            <pc:sldMk cId="1493796699" sldId="2147474123"/>
            <ac:spMk id="81" creationId="{39EF14A7-68C6-D3B6-A2F8-E16CF3B11EC8}"/>
          </ac:spMkLst>
        </pc:spChg>
        <pc:spChg chg="add del">
          <ac:chgData name="Kanduru, Raghava" userId="S::raghava.kanduru@capgemini.com::cf8c09de-c40c-47a2-971b-c612c06e0906" providerId="AD" clId="Web-{97A91701-9E57-45FA-913B-894FE1B49AA2}" dt="2024-03-12T04:00:31.017" v="104"/>
          <ac:spMkLst>
            <pc:docMk/>
            <pc:sldMk cId="1493796699" sldId="2147474123"/>
            <ac:spMk id="88" creationId="{0B42D45C-9B4B-1ADB-B9F5-5A80B3504D98}"/>
          </ac:spMkLst>
        </pc:spChg>
        <pc:spChg chg="add del">
          <ac:chgData name="Kanduru, Raghava" userId="S::raghava.kanduru@capgemini.com::cf8c09de-c40c-47a2-971b-c612c06e0906" providerId="AD" clId="Web-{97A91701-9E57-45FA-913B-894FE1B49AA2}" dt="2024-03-12T04:00:31.017" v="105"/>
          <ac:spMkLst>
            <pc:docMk/>
            <pc:sldMk cId="1493796699" sldId="2147474123"/>
            <ac:spMk id="89" creationId="{354EFE6E-37CF-9264-09F0-36887FF3F456}"/>
          </ac:spMkLst>
        </pc:spChg>
        <pc:spChg chg="mod">
          <ac:chgData name="Kanduru, Raghava" userId="S::raghava.kanduru@capgemini.com::cf8c09de-c40c-47a2-971b-c612c06e0906" providerId="AD" clId="Web-{97A91701-9E57-45FA-913B-894FE1B49AA2}" dt="2024-03-12T03:55:53.726" v="38" actId="1076"/>
          <ac:spMkLst>
            <pc:docMk/>
            <pc:sldMk cId="1493796699" sldId="2147474123"/>
            <ac:spMk id="92" creationId="{A4C3E0E1-B0F2-F019-8B67-69687554332F}"/>
          </ac:spMkLst>
        </pc:spChg>
        <pc:spChg chg="add del">
          <ac:chgData name="Kanduru, Raghava" userId="S::raghava.kanduru@capgemini.com::cf8c09de-c40c-47a2-971b-c612c06e0906" providerId="AD" clId="Web-{97A91701-9E57-45FA-913B-894FE1B49AA2}" dt="2024-03-12T04:00:31.017" v="107"/>
          <ac:spMkLst>
            <pc:docMk/>
            <pc:sldMk cId="1493796699" sldId="2147474123"/>
            <ac:spMk id="94" creationId="{21871C61-CA3E-0740-EEE3-2715DD7763F1}"/>
          </ac:spMkLst>
        </pc:spChg>
        <pc:spChg chg="add del">
          <ac:chgData name="Kanduru, Raghava" userId="S::raghava.kanduru@capgemini.com::cf8c09de-c40c-47a2-971b-c612c06e0906" providerId="AD" clId="Web-{97A91701-9E57-45FA-913B-894FE1B49AA2}" dt="2024-03-12T04:00:31.017" v="108"/>
          <ac:spMkLst>
            <pc:docMk/>
            <pc:sldMk cId="1493796699" sldId="2147474123"/>
            <ac:spMk id="95" creationId="{78BF1FCE-A2E0-5976-72CC-93B96E9FF949}"/>
          </ac:spMkLst>
        </pc:spChg>
        <pc:spChg chg="add del">
          <ac:chgData name="Kanduru, Raghava" userId="S::raghava.kanduru@capgemini.com::cf8c09de-c40c-47a2-971b-c612c06e0906" providerId="AD" clId="Web-{97A91701-9E57-45FA-913B-894FE1B49AA2}" dt="2024-03-12T04:00:31.017" v="109"/>
          <ac:spMkLst>
            <pc:docMk/>
            <pc:sldMk cId="1493796699" sldId="2147474123"/>
            <ac:spMk id="128" creationId="{6C47947E-7341-1848-0401-E98FDAC64907}"/>
          </ac:spMkLst>
        </pc:spChg>
        <pc:spChg chg="add del">
          <ac:chgData name="Kanduru, Raghava" userId="S::raghava.kanduru@capgemini.com::cf8c09de-c40c-47a2-971b-c612c06e0906" providerId="AD" clId="Web-{97A91701-9E57-45FA-913B-894FE1B49AA2}" dt="2024-03-12T04:00:31.017" v="110"/>
          <ac:spMkLst>
            <pc:docMk/>
            <pc:sldMk cId="1493796699" sldId="2147474123"/>
            <ac:spMk id="129" creationId="{4C9A3C9D-C825-C4B0-4D1B-BBC97372EDD2}"/>
          </ac:spMkLst>
        </pc:spChg>
        <pc:spChg chg="add del">
          <ac:chgData name="Kanduru, Raghava" userId="S::raghava.kanduru@capgemini.com::cf8c09de-c40c-47a2-971b-c612c06e0906" providerId="AD" clId="Web-{97A91701-9E57-45FA-913B-894FE1B49AA2}" dt="2024-03-12T04:00:31.017" v="111"/>
          <ac:spMkLst>
            <pc:docMk/>
            <pc:sldMk cId="1493796699" sldId="2147474123"/>
            <ac:spMk id="130" creationId="{04EA75CA-5F6D-2877-C59B-988A62F16E12}"/>
          </ac:spMkLst>
        </pc:spChg>
        <pc:spChg chg="add del">
          <ac:chgData name="Kanduru, Raghava" userId="S::raghava.kanduru@capgemini.com::cf8c09de-c40c-47a2-971b-c612c06e0906" providerId="AD" clId="Web-{97A91701-9E57-45FA-913B-894FE1B49AA2}" dt="2024-03-12T04:00:31.017" v="112"/>
          <ac:spMkLst>
            <pc:docMk/>
            <pc:sldMk cId="1493796699" sldId="2147474123"/>
            <ac:spMk id="131" creationId="{91466A21-A73D-B668-A280-7D9DEB296751}"/>
          </ac:spMkLst>
        </pc:spChg>
        <pc:spChg chg="add del">
          <ac:chgData name="Kanduru, Raghava" userId="S::raghava.kanduru@capgemini.com::cf8c09de-c40c-47a2-971b-c612c06e0906" providerId="AD" clId="Web-{97A91701-9E57-45FA-913B-894FE1B49AA2}" dt="2024-03-12T04:00:31.017" v="113"/>
          <ac:spMkLst>
            <pc:docMk/>
            <pc:sldMk cId="1493796699" sldId="2147474123"/>
            <ac:spMk id="132" creationId="{41F77DE5-FCF4-7E98-BE9A-64A7C27B7D19}"/>
          </ac:spMkLst>
        </pc:spChg>
        <pc:spChg chg="add del">
          <ac:chgData name="Kanduru, Raghava" userId="S::raghava.kanduru@capgemini.com::cf8c09de-c40c-47a2-971b-c612c06e0906" providerId="AD" clId="Web-{97A91701-9E57-45FA-913B-894FE1B49AA2}" dt="2024-03-12T04:00:31.017" v="114"/>
          <ac:spMkLst>
            <pc:docMk/>
            <pc:sldMk cId="1493796699" sldId="2147474123"/>
            <ac:spMk id="133" creationId="{E9EFC2D7-B86C-0329-A5A4-61E310A64C58}"/>
          </ac:spMkLst>
        </pc:spChg>
        <pc:spChg chg="add del">
          <ac:chgData name="Kanduru, Raghava" userId="S::raghava.kanduru@capgemini.com::cf8c09de-c40c-47a2-971b-c612c06e0906" providerId="AD" clId="Web-{97A91701-9E57-45FA-913B-894FE1B49AA2}" dt="2024-03-12T04:00:31.033" v="115"/>
          <ac:spMkLst>
            <pc:docMk/>
            <pc:sldMk cId="1493796699" sldId="2147474123"/>
            <ac:spMk id="134" creationId="{197DBD37-4087-34BB-33B8-77CF4BBB841C}"/>
          </ac:spMkLst>
        </pc:spChg>
        <pc:spChg chg="add del">
          <ac:chgData name="Kanduru, Raghava" userId="S::raghava.kanduru@capgemini.com::cf8c09de-c40c-47a2-971b-c612c06e0906" providerId="AD" clId="Web-{97A91701-9E57-45FA-913B-894FE1B49AA2}" dt="2024-03-12T04:00:31.033" v="116"/>
          <ac:spMkLst>
            <pc:docMk/>
            <pc:sldMk cId="1493796699" sldId="2147474123"/>
            <ac:spMk id="135" creationId="{1A9EE461-FC41-BDAE-0A5C-305D1BBE758D}"/>
          </ac:spMkLst>
        </pc:spChg>
        <pc:spChg chg="add del">
          <ac:chgData name="Kanduru, Raghava" userId="S::raghava.kanduru@capgemini.com::cf8c09de-c40c-47a2-971b-c612c06e0906" providerId="AD" clId="Web-{97A91701-9E57-45FA-913B-894FE1B49AA2}" dt="2024-03-12T04:00:31.033" v="117"/>
          <ac:spMkLst>
            <pc:docMk/>
            <pc:sldMk cId="1493796699" sldId="2147474123"/>
            <ac:spMk id="136" creationId="{2244E02E-AD45-B8FB-3AD2-9721659FC9B2}"/>
          </ac:spMkLst>
        </pc:spChg>
        <pc:spChg chg="add del">
          <ac:chgData name="Kanduru, Raghava" userId="S::raghava.kanduru@capgemini.com::cf8c09de-c40c-47a2-971b-c612c06e0906" providerId="AD" clId="Web-{97A91701-9E57-45FA-913B-894FE1B49AA2}" dt="2024-03-12T04:00:31.033" v="118"/>
          <ac:spMkLst>
            <pc:docMk/>
            <pc:sldMk cId="1493796699" sldId="2147474123"/>
            <ac:spMk id="137" creationId="{6F697118-FE42-5531-ED44-3AD7B67A0BE3}"/>
          </ac:spMkLst>
        </pc:spChg>
        <pc:spChg chg="add del">
          <ac:chgData name="Kanduru, Raghava" userId="S::raghava.kanduru@capgemini.com::cf8c09de-c40c-47a2-971b-c612c06e0906" providerId="AD" clId="Web-{97A91701-9E57-45FA-913B-894FE1B49AA2}" dt="2024-03-12T04:00:31.033" v="119"/>
          <ac:spMkLst>
            <pc:docMk/>
            <pc:sldMk cId="1493796699" sldId="2147474123"/>
            <ac:spMk id="138" creationId="{F833B1BB-3886-AB1A-2D27-EDC6A2AC7015}"/>
          </ac:spMkLst>
        </pc:spChg>
        <pc:spChg chg="add del">
          <ac:chgData name="Kanduru, Raghava" userId="S::raghava.kanduru@capgemini.com::cf8c09de-c40c-47a2-971b-c612c06e0906" providerId="AD" clId="Web-{97A91701-9E57-45FA-913B-894FE1B49AA2}" dt="2024-03-12T04:00:31.033" v="120"/>
          <ac:spMkLst>
            <pc:docMk/>
            <pc:sldMk cId="1493796699" sldId="2147474123"/>
            <ac:spMk id="139" creationId="{145F195E-95F5-1E3E-C823-ACDDDEA207C5}"/>
          </ac:spMkLst>
        </pc:spChg>
        <pc:spChg chg="add del">
          <ac:chgData name="Kanduru, Raghava" userId="S::raghava.kanduru@capgemini.com::cf8c09de-c40c-47a2-971b-c612c06e0906" providerId="AD" clId="Web-{97A91701-9E57-45FA-913B-894FE1B49AA2}" dt="2024-03-12T04:00:31.033" v="121"/>
          <ac:spMkLst>
            <pc:docMk/>
            <pc:sldMk cId="1493796699" sldId="2147474123"/>
            <ac:spMk id="140" creationId="{DB7EED99-9AF9-1A3B-E2F1-26547D66B263}"/>
          </ac:spMkLst>
        </pc:spChg>
        <pc:spChg chg="add del">
          <ac:chgData name="Kanduru, Raghava" userId="S::raghava.kanduru@capgemini.com::cf8c09de-c40c-47a2-971b-c612c06e0906" providerId="AD" clId="Web-{97A91701-9E57-45FA-913B-894FE1B49AA2}" dt="2024-03-12T04:00:31.033" v="122"/>
          <ac:spMkLst>
            <pc:docMk/>
            <pc:sldMk cId="1493796699" sldId="2147474123"/>
            <ac:spMk id="141" creationId="{4A0F2EB7-FD60-F2A9-0211-376C0277F394}"/>
          </ac:spMkLst>
        </pc:spChg>
        <pc:spChg chg="add del">
          <ac:chgData name="Kanduru, Raghava" userId="S::raghava.kanduru@capgemini.com::cf8c09de-c40c-47a2-971b-c612c06e0906" providerId="AD" clId="Web-{97A91701-9E57-45FA-913B-894FE1B49AA2}" dt="2024-03-12T04:00:31.033" v="123"/>
          <ac:spMkLst>
            <pc:docMk/>
            <pc:sldMk cId="1493796699" sldId="2147474123"/>
            <ac:spMk id="142" creationId="{3DD8148D-31D0-D2E3-25C8-D7E915F5599C}"/>
          </ac:spMkLst>
        </pc:spChg>
        <pc:spChg chg="add del">
          <ac:chgData name="Kanduru, Raghava" userId="S::raghava.kanduru@capgemini.com::cf8c09de-c40c-47a2-971b-c612c06e0906" providerId="AD" clId="Web-{97A91701-9E57-45FA-913B-894FE1B49AA2}" dt="2024-03-12T04:00:31.033" v="124"/>
          <ac:spMkLst>
            <pc:docMk/>
            <pc:sldMk cId="1493796699" sldId="2147474123"/>
            <ac:spMk id="143" creationId="{45D8EC86-FBD9-CCE6-AE35-8954C8F0D342}"/>
          </ac:spMkLst>
        </pc:spChg>
        <pc:spChg chg="add del">
          <ac:chgData name="Kanduru, Raghava" userId="S::raghava.kanduru@capgemini.com::cf8c09de-c40c-47a2-971b-c612c06e0906" providerId="AD" clId="Web-{97A91701-9E57-45FA-913B-894FE1B49AA2}" dt="2024-03-12T04:00:31.033" v="125"/>
          <ac:spMkLst>
            <pc:docMk/>
            <pc:sldMk cId="1493796699" sldId="2147474123"/>
            <ac:spMk id="144" creationId="{1A5D59D0-F103-30E0-3490-C179541BCF88}"/>
          </ac:spMkLst>
        </pc:spChg>
        <pc:spChg chg="add del">
          <ac:chgData name="Kanduru, Raghava" userId="S::raghava.kanduru@capgemini.com::cf8c09de-c40c-47a2-971b-c612c06e0906" providerId="AD" clId="Web-{97A91701-9E57-45FA-913B-894FE1B49AA2}" dt="2024-03-12T04:00:31.033" v="126"/>
          <ac:spMkLst>
            <pc:docMk/>
            <pc:sldMk cId="1493796699" sldId="2147474123"/>
            <ac:spMk id="145" creationId="{18C6833D-23E0-4019-8221-BE204451A8A4}"/>
          </ac:spMkLst>
        </pc:spChg>
        <pc:spChg chg="add del">
          <ac:chgData name="Kanduru, Raghava" userId="S::raghava.kanduru@capgemini.com::cf8c09de-c40c-47a2-971b-c612c06e0906" providerId="AD" clId="Web-{97A91701-9E57-45FA-913B-894FE1B49AA2}" dt="2024-03-12T04:00:31.033" v="127"/>
          <ac:spMkLst>
            <pc:docMk/>
            <pc:sldMk cId="1493796699" sldId="2147474123"/>
            <ac:spMk id="147" creationId="{CBC5BFFD-8506-6578-6FF9-ACBF804B2CF5}"/>
          </ac:spMkLst>
        </pc:spChg>
        <pc:spChg chg="add del">
          <ac:chgData name="Kanduru, Raghava" userId="S::raghava.kanduru@capgemini.com::cf8c09de-c40c-47a2-971b-c612c06e0906" providerId="AD" clId="Web-{97A91701-9E57-45FA-913B-894FE1B49AA2}" dt="2024-03-12T04:00:31.033" v="129"/>
          <ac:spMkLst>
            <pc:docMk/>
            <pc:sldMk cId="1493796699" sldId="2147474123"/>
            <ac:spMk id="150" creationId="{A9CBD0AA-A663-0A63-7D0F-201AF9420FAF}"/>
          </ac:spMkLst>
        </pc:spChg>
        <pc:spChg chg="add del">
          <ac:chgData name="Kanduru, Raghava" userId="S::raghava.kanduru@capgemini.com::cf8c09de-c40c-47a2-971b-c612c06e0906" providerId="AD" clId="Web-{97A91701-9E57-45FA-913B-894FE1B49AA2}" dt="2024-03-12T04:00:31.033" v="130"/>
          <ac:spMkLst>
            <pc:docMk/>
            <pc:sldMk cId="1493796699" sldId="2147474123"/>
            <ac:spMk id="151" creationId="{10A8490B-D9F1-2B28-E5CA-F6A15152ECE0}"/>
          </ac:spMkLst>
        </pc:spChg>
        <pc:spChg chg="add del">
          <ac:chgData name="Kanduru, Raghava" userId="S::raghava.kanduru@capgemini.com::cf8c09de-c40c-47a2-971b-c612c06e0906" providerId="AD" clId="Web-{97A91701-9E57-45FA-913B-894FE1B49AA2}" dt="2024-03-12T04:00:31.033" v="131"/>
          <ac:spMkLst>
            <pc:docMk/>
            <pc:sldMk cId="1493796699" sldId="2147474123"/>
            <ac:spMk id="152" creationId="{48D36285-9C8D-107D-F40D-5E397C00FCB7}"/>
          </ac:spMkLst>
        </pc:spChg>
        <pc:spChg chg="add del">
          <ac:chgData name="Kanduru, Raghava" userId="S::raghava.kanduru@capgemini.com::cf8c09de-c40c-47a2-971b-c612c06e0906" providerId="AD" clId="Web-{97A91701-9E57-45FA-913B-894FE1B49AA2}" dt="2024-03-12T04:00:31.033" v="132"/>
          <ac:spMkLst>
            <pc:docMk/>
            <pc:sldMk cId="1493796699" sldId="2147474123"/>
            <ac:spMk id="153" creationId="{1D3E9285-B2A6-A89D-DFCE-60BD1ECAE22E}"/>
          </ac:spMkLst>
        </pc:spChg>
        <pc:spChg chg="add del">
          <ac:chgData name="Kanduru, Raghava" userId="S::raghava.kanduru@capgemini.com::cf8c09de-c40c-47a2-971b-c612c06e0906" providerId="AD" clId="Web-{97A91701-9E57-45FA-913B-894FE1B49AA2}" dt="2024-03-12T04:00:31.033" v="133"/>
          <ac:spMkLst>
            <pc:docMk/>
            <pc:sldMk cId="1493796699" sldId="2147474123"/>
            <ac:spMk id="156" creationId="{4DCF9669-DE90-407D-6770-D96EDC83063A}"/>
          </ac:spMkLst>
        </pc:spChg>
        <pc:spChg chg="add del">
          <ac:chgData name="Kanduru, Raghava" userId="S::raghava.kanduru@capgemini.com::cf8c09de-c40c-47a2-971b-c612c06e0906" providerId="AD" clId="Web-{97A91701-9E57-45FA-913B-894FE1B49AA2}" dt="2024-03-12T04:00:31.033" v="134"/>
          <ac:spMkLst>
            <pc:docMk/>
            <pc:sldMk cId="1493796699" sldId="2147474123"/>
            <ac:spMk id="157" creationId="{FB81C576-4C3E-8978-B90A-EB9A3D862179}"/>
          </ac:spMkLst>
        </pc:spChg>
        <pc:spChg chg="add del">
          <ac:chgData name="Kanduru, Raghava" userId="S::raghava.kanduru@capgemini.com::cf8c09de-c40c-47a2-971b-c612c06e0906" providerId="AD" clId="Web-{97A91701-9E57-45FA-913B-894FE1B49AA2}" dt="2024-03-12T04:00:31.033" v="135"/>
          <ac:spMkLst>
            <pc:docMk/>
            <pc:sldMk cId="1493796699" sldId="2147474123"/>
            <ac:spMk id="160" creationId="{E0B37A83-DEA0-3B56-9EC3-3D4A21449FE5}"/>
          </ac:spMkLst>
        </pc:spChg>
        <pc:spChg chg="add del">
          <ac:chgData name="Kanduru, Raghava" userId="S::raghava.kanduru@capgemini.com::cf8c09de-c40c-47a2-971b-c612c06e0906" providerId="AD" clId="Web-{97A91701-9E57-45FA-913B-894FE1B49AA2}" dt="2024-03-12T04:00:31.033" v="136"/>
          <ac:spMkLst>
            <pc:docMk/>
            <pc:sldMk cId="1493796699" sldId="2147474123"/>
            <ac:spMk id="164" creationId="{78B207A2-08BE-4686-0E2C-BF9915AE3C4F}"/>
          </ac:spMkLst>
        </pc:spChg>
        <pc:spChg chg="add del">
          <ac:chgData name="Kanduru, Raghava" userId="S::raghava.kanduru@capgemini.com::cf8c09de-c40c-47a2-971b-c612c06e0906" providerId="AD" clId="Web-{97A91701-9E57-45FA-913B-894FE1B49AA2}" dt="2024-03-12T04:00:31.033" v="137"/>
          <ac:spMkLst>
            <pc:docMk/>
            <pc:sldMk cId="1493796699" sldId="2147474123"/>
            <ac:spMk id="168" creationId="{455B6FA4-5127-CD66-D5CF-F8E646FD8917}"/>
          </ac:spMkLst>
        </pc:spChg>
        <pc:spChg chg="add del">
          <ac:chgData name="Kanduru, Raghava" userId="S::raghava.kanduru@capgemini.com::cf8c09de-c40c-47a2-971b-c612c06e0906" providerId="AD" clId="Web-{97A91701-9E57-45FA-913B-894FE1B49AA2}" dt="2024-03-12T04:00:31.033" v="138"/>
          <ac:spMkLst>
            <pc:docMk/>
            <pc:sldMk cId="1493796699" sldId="2147474123"/>
            <ac:spMk id="169" creationId="{09ACAC71-744C-D341-80CC-BF1E948E4348}"/>
          </ac:spMkLst>
        </pc:spChg>
        <pc:spChg chg="add del">
          <ac:chgData name="Kanduru, Raghava" userId="S::raghava.kanduru@capgemini.com::cf8c09de-c40c-47a2-971b-c612c06e0906" providerId="AD" clId="Web-{97A91701-9E57-45FA-913B-894FE1B49AA2}" dt="2024-03-12T04:00:31.033" v="139"/>
          <ac:spMkLst>
            <pc:docMk/>
            <pc:sldMk cId="1493796699" sldId="2147474123"/>
            <ac:spMk id="170" creationId="{4D152F1C-0D48-85A5-3530-CEA8C39F0DE9}"/>
          </ac:spMkLst>
        </pc:spChg>
        <pc:spChg chg="add del">
          <ac:chgData name="Kanduru, Raghava" userId="S::raghava.kanduru@capgemini.com::cf8c09de-c40c-47a2-971b-c612c06e0906" providerId="AD" clId="Web-{97A91701-9E57-45FA-913B-894FE1B49AA2}" dt="2024-03-12T04:00:31.033" v="140"/>
          <ac:spMkLst>
            <pc:docMk/>
            <pc:sldMk cId="1493796699" sldId="2147474123"/>
            <ac:spMk id="171" creationId="{01C842EF-6766-AB3E-09B9-EA9134902255}"/>
          </ac:spMkLst>
        </pc:spChg>
        <pc:spChg chg="add del">
          <ac:chgData name="Kanduru, Raghava" userId="S::raghava.kanduru@capgemini.com::cf8c09de-c40c-47a2-971b-c612c06e0906" providerId="AD" clId="Web-{97A91701-9E57-45FA-913B-894FE1B49AA2}" dt="2024-03-12T04:00:31.033" v="141"/>
          <ac:spMkLst>
            <pc:docMk/>
            <pc:sldMk cId="1493796699" sldId="2147474123"/>
            <ac:spMk id="172" creationId="{5FE2AAF1-8D49-AFAB-B624-E7DF38603A12}"/>
          </ac:spMkLst>
        </pc:spChg>
        <pc:spChg chg="add del">
          <ac:chgData name="Kanduru, Raghava" userId="S::raghava.kanduru@capgemini.com::cf8c09de-c40c-47a2-971b-c612c06e0906" providerId="AD" clId="Web-{97A91701-9E57-45FA-913B-894FE1B49AA2}" dt="2024-03-12T04:00:31.033" v="142"/>
          <ac:spMkLst>
            <pc:docMk/>
            <pc:sldMk cId="1493796699" sldId="2147474123"/>
            <ac:spMk id="173" creationId="{52BB02D2-F2E0-4E7C-A2A9-132AD6940096}"/>
          </ac:spMkLst>
        </pc:spChg>
        <pc:spChg chg="add del">
          <ac:chgData name="Kanduru, Raghava" userId="S::raghava.kanduru@capgemini.com::cf8c09de-c40c-47a2-971b-c612c06e0906" providerId="AD" clId="Web-{97A91701-9E57-45FA-913B-894FE1B49AA2}" dt="2024-03-12T04:00:31.033" v="143"/>
          <ac:spMkLst>
            <pc:docMk/>
            <pc:sldMk cId="1493796699" sldId="2147474123"/>
            <ac:spMk id="174" creationId="{56192267-FDF3-5BC7-D468-39B2CC0C9A8B}"/>
          </ac:spMkLst>
        </pc:spChg>
        <pc:spChg chg="add del">
          <ac:chgData name="Kanduru, Raghava" userId="S::raghava.kanduru@capgemini.com::cf8c09de-c40c-47a2-971b-c612c06e0906" providerId="AD" clId="Web-{97A91701-9E57-45FA-913B-894FE1B49AA2}" dt="2024-03-12T04:00:31.033" v="144"/>
          <ac:spMkLst>
            <pc:docMk/>
            <pc:sldMk cId="1493796699" sldId="2147474123"/>
            <ac:spMk id="175" creationId="{FE4EDA7E-86C3-7787-C476-E8A8A0642159}"/>
          </ac:spMkLst>
        </pc:spChg>
        <pc:spChg chg="add del">
          <ac:chgData name="Kanduru, Raghava" userId="S::raghava.kanduru@capgemini.com::cf8c09de-c40c-47a2-971b-c612c06e0906" providerId="AD" clId="Web-{97A91701-9E57-45FA-913B-894FE1B49AA2}" dt="2024-03-12T04:00:31.033" v="145"/>
          <ac:spMkLst>
            <pc:docMk/>
            <pc:sldMk cId="1493796699" sldId="2147474123"/>
            <ac:spMk id="176" creationId="{40251CC1-F7C9-52B4-0F03-06062978B782}"/>
          </ac:spMkLst>
        </pc:spChg>
        <pc:spChg chg="add del">
          <ac:chgData name="Kanduru, Raghava" userId="S::raghava.kanduru@capgemini.com::cf8c09de-c40c-47a2-971b-c612c06e0906" providerId="AD" clId="Web-{97A91701-9E57-45FA-913B-894FE1B49AA2}" dt="2024-03-12T04:00:31.033" v="146"/>
          <ac:spMkLst>
            <pc:docMk/>
            <pc:sldMk cId="1493796699" sldId="2147474123"/>
            <ac:spMk id="180" creationId="{AD5E226D-8814-2B64-B7A8-B309411A0E4C}"/>
          </ac:spMkLst>
        </pc:spChg>
        <pc:grpChg chg="add del">
          <ac:chgData name="Kanduru, Raghava" userId="S::raghava.kanduru@capgemini.com::cf8c09de-c40c-47a2-971b-c612c06e0906" providerId="AD" clId="Web-{97A91701-9E57-45FA-913B-894FE1B49AA2}" dt="2024-03-12T04:00:31.017" v="103"/>
          <ac:grpSpMkLst>
            <pc:docMk/>
            <pc:sldMk cId="1493796699" sldId="2147474123"/>
            <ac:grpSpMk id="82" creationId="{982C925D-980A-443A-EF7F-11E1A13663F6}"/>
          </ac:grpSpMkLst>
        </pc:grpChg>
        <pc:cxnChg chg="add del mod">
          <ac:chgData name="Kanduru, Raghava" userId="S::raghava.kanduru@capgemini.com::cf8c09de-c40c-47a2-971b-c612c06e0906" providerId="AD" clId="Web-{97A91701-9E57-45FA-913B-894FE1B49AA2}" dt="2024-03-12T04:00:31.033" v="115"/>
          <ac:cxnSpMkLst>
            <pc:docMk/>
            <pc:sldMk cId="1493796699" sldId="2147474123"/>
            <ac:cxnSpMk id="93" creationId="{E6E8DD08-C8BD-9BA0-7525-661EDBEB7C23}"/>
          </ac:cxnSpMkLst>
        </pc:cxnChg>
        <pc:cxnChg chg="add del">
          <ac:chgData name="Kanduru, Raghava" userId="S::raghava.kanduru@capgemini.com::cf8c09de-c40c-47a2-971b-c612c06e0906" providerId="AD" clId="Web-{97A91701-9E57-45FA-913B-894FE1B49AA2}" dt="2024-03-12T04:00:31.033" v="128"/>
          <ac:cxnSpMkLst>
            <pc:docMk/>
            <pc:sldMk cId="1493796699" sldId="2147474123"/>
            <ac:cxnSpMk id="149" creationId="{1918058F-58F7-7C66-CC17-BC25B3FFA8D9}"/>
          </ac:cxnSpMkLst>
        </pc:cxnChg>
      </pc:sldChg>
      <pc:sldChg chg="add">
        <pc:chgData name="Kanduru, Raghava" userId="S::raghava.kanduru@capgemini.com::cf8c09de-c40c-47a2-971b-c612c06e0906" providerId="AD" clId="Web-{97A91701-9E57-45FA-913B-894FE1B49AA2}" dt="2024-03-12T04:06:17.968" v="147"/>
        <pc:sldMkLst>
          <pc:docMk/>
          <pc:sldMk cId="4008793996" sldId="2147474159"/>
        </pc:sldMkLst>
      </pc:sldChg>
      <pc:sldMasterChg chg="addSldLayout">
        <pc:chgData name="Kanduru, Raghava" userId="S::raghava.kanduru@capgemini.com::cf8c09de-c40c-47a2-971b-c612c06e0906" providerId="AD" clId="Web-{97A91701-9E57-45FA-913B-894FE1B49AA2}" dt="2024-03-12T03:56:54.134" v="39"/>
        <pc:sldMasterMkLst>
          <pc:docMk/>
          <pc:sldMasterMk cId="3148905397" sldId="2147483899"/>
        </pc:sldMasterMkLst>
        <pc:sldLayoutChg chg="add replId">
          <pc:chgData name="Kanduru, Raghava" userId="S::raghava.kanduru@capgemini.com::cf8c09de-c40c-47a2-971b-c612c06e0906" providerId="AD" clId="Web-{97A91701-9E57-45FA-913B-894FE1B49AA2}" dt="2024-03-12T03:56:54.134" v="39"/>
          <pc:sldLayoutMkLst>
            <pc:docMk/>
            <pc:sldMasterMk cId="3148905397" sldId="2147483899"/>
            <pc:sldLayoutMk cId="140181552" sldId="2147484097"/>
          </pc:sldLayoutMkLst>
        </pc:sldLayoutChg>
      </pc:sldMasterChg>
    </pc:docChg>
  </pc:docChgLst>
  <pc:docChgLst>
    <pc:chgData name="Kanduru, Raghava" userId="S::raghava.kanduru@capgemini.com::cf8c09de-c40c-47a2-971b-c612c06e0906" providerId="AD" clId="Web-{BDDE2434-BBF7-4768-AF8D-3CF9C48D0E1B}"/>
    <pc:docChg chg="addSld delSld modSld">
      <pc:chgData name="Kanduru, Raghava" userId="S::raghava.kanduru@capgemini.com::cf8c09de-c40c-47a2-971b-c612c06e0906" providerId="AD" clId="Web-{BDDE2434-BBF7-4768-AF8D-3CF9C48D0E1B}" dt="2024-03-12T05:07:23.750" v="4" actId="20577"/>
      <pc:docMkLst>
        <pc:docMk/>
      </pc:docMkLst>
      <pc:sldChg chg="modSp add">
        <pc:chgData name="Kanduru, Raghava" userId="S::raghava.kanduru@capgemini.com::cf8c09de-c40c-47a2-971b-c612c06e0906" providerId="AD" clId="Web-{BDDE2434-BBF7-4768-AF8D-3CF9C48D0E1B}" dt="2024-03-12T05:07:23.750" v="4" actId="20577"/>
        <pc:sldMkLst>
          <pc:docMk/>
          <pc:sldMk cId="477504348" sldId="2147473755"/>
        </pc:sldMkLst>
        <pc:spChg chg="mod">
          <ac:chgData name="Kanduru, Raghava" userId="S::raghava.kanduru@capgemini.com::cf8c09de-c40c-47a2-971b-c612c06e0906" providerId="AD" clId="Web-{BDDE2434-BBF7-4768-AF8D-3CF9C48D0E1B}" dt="2024-03-12T05:07:23.750" v="4" actId="20577"/>
          <ac:spMkLst>
            <pc:docMk/>
            <pc:sldMk cId="477504348" sldId="2147473755"/>
            <ac:spMk id="50" creationId="{D31C03AB-5717-C9FC-3DCC-1A11E329B31D}"/>
          </ac:spMkLst>
        </pc:spChg>
      </pc:sldChg>
      <pc:sldChg chg="del">
        <pc:chgData name="Kanduru, Raghava" userId="S::raghava.kanduru@capgemini.com::cf8c09de-c40c-47a2-971b-c612c06e0906" providerId="AD" clId="Web-{BDDE2434-BBF7-4768-AF8D-3CF9C48D0E1B}" dt="2024-03-12T05:05:51.091" v="1"/>
        <pc:sldMkLst>
          <pc:docMk/>
          <pc:sldMk cId="4008793996" sldId="2147474159"/>
        </pc:sldMkLst>
      </pc:sldChg>
    </pc:docChg>
  </pc:docChgLst>
  <pc:docChgLst>
    <pc:chgData name="Kanduru, Raghava" userId="S::raghava.kanduru@capgemini.com::cf8c09de-c40c-47a2-971b-c612c06e0906" providerId="AD" clId="Web-{A6D5B972-DDEA-4245-9281-6BD8EF20A56E}"/>
    <pc:docChg chg="modSld">
      <pc:chgData name="Kanduru, Raghava" userId="S::raghava.kanduru@capgemini.com::cf8c09de-c40c-47a2-971b-c612c06e0906" providerId="AD" clId="Web-{A6D5B972-DDEA-4245-9281-6BD8EF20A56E}" dt="2024-03-12T10:58:13.886" v="79"/>
      <pc:docMkLst>
        <pc:docMk/>
      </pc:docMkLst>
      <pc:sldChg chg="delSp modSp">
        <pc:chgData name="Kanduru, Raghava" userId="S::raghava.kanduru@capgemini.com::cf8c09de-c40c-47a2-971b-c612c06e0906" providerId="AD" clId="Web-{A6D5B972-DDEA-4245-9281-6BD8EF20A56E}" dt="2024-03-12T10:58:03.886" v="78"/>
        <pc:sldMkLst>
          <pc:docMk/>
          <pc:sldMk cId="1411463970" sldId="2147474152"/>
        </pc:sldMkLst>
        <pc:spChg chg="del mod">
          <ac:chgData name="Kanduru, Raghava" userId="S::raghava.kanduru@capgemini.com::cf8c09de-c40c-47a2-971b-c612c06e0906" providerId="AD" clId="Web-{A6D5B972-DDEA-4245-9281-6BD8EF20A56E}" dt="2024-03-12T10:58:03.886" v="78"/>
          <ac:spMkLst>
            <pc:docMk/>
            <pc:sldMk cId="1411463970" sldId="2147474152"/>
            <ac:spMk id="5" creationId="{4CA39B15-9949-C8EF-AD56-299DB327751E}"/>
          </ac:spMkLst>
        </pc:spChg>
      </pc:sldChg>
      <pc:sldChg chg="delSp">
        <pc:chgData name="Kanduru, Raghava" userId="S::raghava.kanduru@capgemini.com::cf8c09de-c40c-47a2-971b-c612c06e0906" providerId="AD" clId="Web-{A6D5B972-DDEA-4245-9281-6BD8EF20A56E}" dt="2024-03-12T10:58:13.886" v="79"/>
        <pc:sldMkLst>
          <pc:docMk/>
          <pc:sldMk cId="2001861423" sldId="2147474153"/>
        </pc:sldMkLst>
        <pc:spChg chg="del">
          <ac:chgData name="Kanduru, Raghava" userId="S::raghava.kanduru@capgemini.com::cf8c09de-c40c-47a2-971b-c612c06e0906" providerId="AD" clId="Web-{A6D5B972-DDEA-4245-9281-6BD8EF20A56E}" dt="2024-03-12T10:58:13.886" v="79"/>
          <ac:spMkLst>
            <pc:docMk/>
            <pc:sldMk cId="2001861423" sldId="2147474153"/>
            <ac:spMk id="5" creationId="{4CA39B15-9949-C8EF-AD56-299DB327751E}"/>
          </ac:spMkLst>
        </pc:spChg>
      </pc:sldChg>
      <pc:sldChg chg="modSp">
        <pc:chgData name="Kanduru, Raghava" userId="S::raghava.kanduru@capgemini.com::cf8c09de-c40c-47a2-971b-c612c06e0906" providerId="AD" clId="Web-{A6D5B972-DDEA-4245-9281-6BD8EF20A56E}" dt="2024-03-12T10:57:16.681" v="75"/>
        <pc:sldMkLst>
          <pc:docMk/>
          <pc:sldMk cId="1414742847" sldId="2147474160"/>
        </pc:sldMkLst>
        <pc:graphicFrameChg chg="mod modGraphic">
          <ac:chgData name="Kanduru, Raghava" userId="S::raghava.kanduru@capgemini.com::cf8c09de-c40c-47a2-971b-c612c06e0906" providerId="AD" clId="Web-{A6D5B972-DDEA-4245-9281-6BD8EF20A56E}" dt="2024-03-12T10:57:16.681" v="75"/>
          <ac:graphicFrameMkLst>
            <pc:docMk/>
            <pc:sldMk cId="1414742847" sldId="2147474160"/>
            <ac:graphicFrameMk id="7" creationId="{1470A3E6-EED3-B469-6894-7ADF80D74BC2}"/>
          </ac:graphicFrameMkLst>
        </pc:graphicFrameChg>
      </pc:sldChg>
      <pc:sldChg chg="modSp">
        <pc:chgData name="Kanduru, Raghava" userId="S::raghava.kanduru@capgemini.com::cf8c09de-c40c-47a2-971b-c612c06e0906" providerId="AD" clId="Web-{A6D5B972-DDEA-4245-9281-6BD8EF20A56E}" dt="2024-03-12T10:56:09.492" v="9"/>
        <pc:sldMkLst>
          <pc:docMk/>
          <pc:sldMk cId="885501633" sldId="2147474161"/>
        </pc:sldMkLst>
        <pc:graphicFrameChg chg="mod modGraphic">
          <ac:chgData name="Kanduru, Raghava" userId="S::raghava.kanduru@capgemini.com::cf8c09de-c40c-47a2-971b-c612c06e0906" providerId="AD" clId="Web-{A6D5B972-DDEA-4245-9281-6BD8EF20A56E}" dt="2024-03-12T10:56:09.492" v="9"/>
          <ac:graphicFrameMkLst>
            <pc:docMk/>
            <pc:sldMk cId="885501633" sldId="2147474161"/>
            <ac:graphicFrameMk id="7" creationId="{F09AD3DE-54A7-DD92-2123-3432F75CB9A8}"/>
          </ac:graphicFrameMkLst>
        </pc:graphicFrameChg>
      </pc:sldChg>
    </pc:docChg>
  </pc:docChgLst>
  <pc:docChgLst>
    <pc:chgData name="Dixon, Peter" userId="157dab50-21ce-4266-8b26-caaaf77ba269" providerId="ADAL" clId="{906D48D3-5BBF-4672-BBAA-E51FB463DF3F}"/>
    <pc:docChg chg="undo custSel modSld">
      <pc:chgData name="Dixon, Peter" userId="157dab50-21ce-4266-8b26-caaaf77ba269" providerId="ADAL" clId="{906D48D3-5BBF-4672-BBAA-E51FB463DF3F}" dt="2024-03-12T16:49:12.299" v="24" actId="1037"/>
      <pc:docMkLst>
        <pc:docMk/>
      </pc:docMkLst>
      <pc:sldChg chg="addSp modSp mod">
        <pc:chgData name="Dixon, Peter" userId="157dab50-21ce-4266-8b26-caaaf77ba269" providerId="ADAL" clId="{906D48D3-5BBF-4672-BBAA-E51FB463DF3F}" dt="2024-03-12T16:49:12.299" v="24" actId="1037"/>
        <pc:sldMkLst>
          <pc:docMk/>
          <pc:sldMk cId="3711325015" sldId="2147474159"/>
        </pc:sldMkLst>
        <pc:spChg chg="mod">
          <ac:chgData name="Dixon, Peter" userId="157dab50-21ce-4266-8b26-caaaf77ba269" providerId="ADAL" clId="{906D48D3-5BBF-4672-BBAA-E51FB463DF3F}" dt="2024-03-12T16:47:40.846" v="5" actId="14100"/>
          <ac:spMkLst>
            <pc:docMk/>
            <pc:sldMk cId="3711325015" sldId="2147474159"/>
            <ac:spMk id="12" creationId="{9E4BF4D9-9D54-2EA5-0D69-7C0FF8C6E2A2}"/>
          </ac:spMkLst>
        </pc:spChg>
        <pc:spChg chg="mod">
          <ac:chgData name="Dixon, Peter" userId="157dab50-21ce-4266-8b26-caaaf77ba269" providerId="ADAL" clId="{906D48D3-5BBF-4672-BBAA-E51FB463DF3F}" dt="2024-03-12T16:47:49.982" v="7" actId="1076"/>
          <ac:spMkLst>
            <pc:docMk/>
            <pc:sldMk cId="3711325015" sldId="2147474159"/>
            <ac:spMk id="14" creationId="{6BB6CD4C-2327-F604-CD62-6B258FAE91F0}"/>
          </ac:spMkLst>
        </pc:spChg>
        <pc:spChg chg="add mod">
          <ac:chgData name="Dixon, Peter" userId="157dab50-21ce-4266-8b26-caaaf77ba269" providerId="ADAL" clId="{906D48D3-5BBF-4672-BBAA-E51FB463DF3F}" dt="2024-03-12T16:49:00.227" v="17" actId="14100"/>
          <ac:spMkLst>
            <pc:docMk/>
            <pc:sldMk cId="3711325015" sldId="2147474159"/>
            <ac:spMk id="17" creationId="{846966F0-5E16-612A-9412-C827212895C9}"/>
          </ac:spMkLst>
        </pc:spChg>
        <pc:spChg chg="add mod">
          <ac:chgData name="Dixon, Peter" userId="157dab50-21ce-4266-8b26-caaaf77ba269" providerId="ADAL" clId="{906D48D3-5BBF-4672-BBAA-E51FB463DF3F}" dt="2024-03-12T16:49:12.299" v="24" actId="1037"/>
          <ac:spMkLst>
            <pc:docMk/>
            <pc:sldMk cId="3711325015" sldId="2147474159"/>
            <ac:spMk id="20" creationId="{A8187D7B-98E8-6FCC-FC22-874EE1851C75}"/>
          </ac:spMkLst>
        </pc:spChg>
        <pc:spChg chg="add mod">
          <ac:chgData name="Dixon, Peter" userId="157dab50-21ce-4266-8b26-caaaf77ba269" providerId="ADAL" clId="{906D48D3-5BBF-4672-BBAA-E51FB463DF3F}" dt="2024-03-12T16:48:40.659" v="14" actId="14100"/>
          <ac:spMkLst>
            <pc:docMk/>
            <pc:sldMk cId="3711325015" sldId="2147474159"/>
            <ac:spMk id="21" creationId="{FF45D8A4-E275-79B8-A8E9-13563C01DC2B}"/>
          </ac:spMkLst>
        </pc:spChg>
        <pc:spChg chg="mod">
          <ac:chgData name="Dixon, Peter" userId="157dab50-21ce-4266-8b26-caaaf77ba269" providerId="ADAL" clId="{906D48D3-5BBF-4672-BBAA-E51FB463DF3F}" dt="2024-03-12T16:47:08.081" v="0" actId="1076"/>
          <ac:spMkLst>
            <pc:docMk/>
            <pc:sldMk cId="3711325015" sldId="2147474159"/>
            <ac:spMk id="29" creationId="{82A4A6F6-0286-166E-F87A-239937A5288F}"/>
          </ac:spMkLst>
        </pc:spChg>
      </pc:sldChg>
    </pc:docChg>
  </pc:docChgLst>
  <pc:docChgLst>
    <pc:chgData name="Kanduru, Raghava" userId="S::raghava.kanduru@capgemini.com::cf8c09de-c40c-47a2-971b-c612c06e0906" providerId="AD" clId="Web-{1601D900-F34B-43CD-BC4F-A1E8560A7829}"/>
    <pc:docChg chg="addSld modSld">
      <pc:chgData name="Kanduru, Raghava" userId="S::raghava.kanduru@capgemini.com::cf8c09de-c40c-47a2-971b-c612c06e0906" providerId="AD" clId="Web-{1601D900-F34B-43CD-BC4F-A1E8560A7829}" dt="2024-03-11T17:23:20.061" v="263"/>
      <pc:docMkLst>
        <pc:docMk/>
      </pc:docMkLst>
      <pc:sldChg chg="mod modShow">
        <pc:chgData name="Kanduru, Raghava" userId="S::raghava.kanduru@capgemini.com::cf8c09de-c40c-47a2-971b-c612c06e0906" providerId="AD" clId="Web-{1601D900-F34B-43CD-BC4F-A1E8560A7829}" dt="2024-03-11T17:14:40.171" v="2"/>
        <pc:sldMkLst>
          <pc:docMk/>
          <pc:sldMk cId="1213705177" sldId="2147474113"/>
        </pc:sldMkLst>
      </pc:sldChg>
      <pc:sldChg chg="mod modShow">
        <pc:chgData name="Kanduru, Raghava" userId="S::raghava.kanduru@capgemini.com::cf8c09de-c40c-47a2-971b-c612c06e0906" providerId="AD" clId="Web-{1601D900-F34B-43CD-BC4F-A1E8560A7829}" dt="2024-03-11T17:14:46.437" v="3"/>
        <pc:sldMkLst>
          <pc:docMk/>
          <pc:sldMk cId="3242958873" sldId="2147474116"/>
        </pc:sldMkLst>
      </pc:sldChg>
      <pc:sldChg chg="add">
        <pc:chgData name="Kanduru, Raghava" userId="S::raghava.kanduru@capgemini.com::cf8c09de-c40c-47a2-971b-c612c06e0906" providerId="AD" clId="Web-{1601D900-F34B-43CD-BC4F-A1E8560A7829}" dt="2024-03-11T17:14:10.685" v="0"/>
        <pc:sldMkLst>
          <pc:docMk/>
          <pc:sldMk cId="2590187641" sldId="2147474150"/>
        </pc:sldMkLst>
      </pc:sldChg>
      <pc:sldChg chg="modSp add">
        <pc:chgData name="Kanduru, Raghava" userId="S::raghava.kanduru@capgemini.com::cf8c09de-c40c-47a2-971b-c612c06e0906" providerId="AD" clId="Web-{1601D900-F34B-43CD-BC4F-A1E8560A7829}" dt="2024-03-11T17:23:20.061" v="263"/>
        <pc:sldMkLst>
          <pc:docMk/>
          <pc:sldMk cId="4172231173" sldId="2147474151"/>
        </pc:sldMkLst>
        <pc:graphicFrameChg chg="mod modGraphic">
          <ac:chgData name="Kanduru, Raghava" userId="S::raghava.kanduru@capgemini.com::cf8c09de-c40c-47a2-971b-c612c06e0906" providerId="AD" clId="Web-{1601D900-F34B-43CD-BC4F-A1E8560A7829}" dt="2024-03-11T17:23:20.061" v="263"/>
          <ac:graphicFrameMkLst>
            <pc:docMk/>
            <pc:sldMk cId="4172231173" sldId="2147474151"/>
            <ac:graphicFrameMk id="7" creationId="{F09AD3DE-54A7-DD92-2123-3432F75CB9A8}"/>
          </ac:graphicFrameMkLst>
        </pc:graphicFrameChg>
      </pc:sldChg>
    </pc:docChg>
  </pc:docChgLst>
  <pc:docChgLst>
    <pc:chgData name="Cartwright, Max" userId="4fdaca64-157b-4f34-aebd-58f672b6a20c" providerId="ADAL" clId="{9B24FA50-177C-4B5A-AA10-BF89D194F6B0}"/>
    <pc:docChg chg="undo custSel addSld delSld modSld sldOrd">
      <pc:chgData name="Cartwright, Max" userId="4fdaca64-157b-4f34-aebd-58f672b6a20c" providerId="ADAL" clId="{9B24FA50-177C-4B5A-AA10-BF89D194F6B0}" dt="2024-03-05T21:10:06.797" v="1251" actId="14100"/>
      <pc:docMkLst>
        <pc:docMk/>
      </pc:docMkLst>
      <pc:sldChg chg="del">
        <pc:chgData name="Cartwright, Max" userId="4fdaca64-157b-4f34-aebd-58f672b6a20c" providerId="ADAL" clId="{9B24FA50-177C-4B5A-AA10-BF89D194F6B0}" dt="2024-03-05T19:59:39.918" v="92" actId="47"/>
        <pc:sldMkLst>
          <pc:docMk/>
          <pc:sldMk cId="1641999006" sldId="256"/>
        </pc:sldMkLst>
      </pc:sldChg>
      <pc:sldChg chg="del">
        <pc:chgData name="Cartwright, Max" userId="4fdaca64-157b-4f34-aebd-58f672b6a20c" providerId="ADAL" clId="{9B24FA50-177C-4B5A-AA10-BF89D194F6B0}" dt="2024-03-05T19:59:39.918" v="92" actId="47"/>
        <pc:sldMkLst>
          <pc:docMk/>
          <pc:sldMk cId="2636672410" sldId="257"/>
        </pc:sldMkLst>
      </pc:sldChg>
      <pc:sldChg chg="del">
        <pc:chgData name="Cartwright, Max" userId="4fdaca64-157b-4f34-aebd-58f672b6a20c" providerId="ADAL" clId="{9B24FA50-177C-4B5A-AA10-BF89D194F6B0}" dt="2024-03-05T19:59:39.918" v="92" actId="47"/>
        <pc:sldMkLst>
          <pc:docMk/>
          <pc:sldMk cId="168597767" sldId="258"/>
        </pc:sldMkLst>
      </pc:sldChg>
      <pc:sldChg chg="del">
        <pc:chgData name="Cartwright, Max" userId="4fdaca64-157b-4f34-aebd-58f672b6a20c" providerId="ADAL" clId="{9B24FA50-177C-4B5A-AA10-BF89D194F6B0}" dt="2024-03-05T19:59:39.918" v="92" actId="47"/>
        <pc:sldMkLst>
          <pc:docMk/>
          <pc:sldMk cId="10981671" sldId="259"/>
        </pc:sldMkLst>
      </pc:sldChg>
      <pc:sldChg chg="del">
        <pc:chgData name="Cartwright, Max" userId="4fdaca64-157b-4f34-aebd-58f672b6a20c" providerId="ADAL" clId="{9B24FA50-177C-4B5A-AA10-BF89D194F6B0}" dt="2024-03-05T19:59:39.918" v="92" actId="47"/>
        <pc:sldMkLst>
          <pc:docMk/>
          <pc:sldMk cId="1236603171" sldId="1051"/>
        </pc:sldMkLst>
      </pc:sldChg>
      <pc:sldChg chg="del">
        <pc:chgData name="Cartwright, Max" userId="4fdaca64-157b-4f34-aebd-58f672b6a20c" providerId="ADAL" clId="{9B24FA50-177C-4B5A-AA10-BF89D194F6B0}" dt="2024-03-05T19:59:39.918" v="92" actId="47"/>
        <pc:sldMkLst>
          <pc:docMk/>
          <pc:sldMk cId="1126066021" sldId="1054"/>
        </pc:sldMkLst>
      </pc:sldChg>
      <pc:sldChg chg="del">
        <pc:chgData name="Cartwright, Max" userId="4fdaca64-157b-4f34-aebd-58f672b6a20c" providerId="ADAL" clId="{9B24FA50-177C-4B5A-AA10-BF89D194F6B0}" dt="2024-03-05T19:59:39.918" v="92" actId="47"/>
        <pc:sldMkLst>
          <pc:docMk/>
          <pc:sldMk cId="2604415423" sldId="1055"/>
        </pc:sldMkLst>
      </pc:sldChg>
      <pc:sldChg chg="del">
        <pc:chgData name="Cartwright, Max" userId="4fdaca64-157b-4f34-aebd-58f672b6a20c" providerId="ADAL" clId="{9B24FA50-177C-4B5A-AA10-BF89D194F6B0}" dt="2024-03-05T19:59:39.918" v="92" actId="47"/>
        <pc:sldMkLst>
          <pc:docMk/>
          <pc:sldMk cId="1107401874" sldId="1059"/>
        </pc:sldMkLst>
      </pc:sldChg>
      <pc:sldChg chg="del">
        <pc:chgData name="Cartwright, Max" userId="4fdaca64-157b-4f34-aebd-58f672b6a20c" providerId="ADAL" clId="{9B24FA50-177C-4B5A-AA10-BF89D194F6B0}" dt="2024-03-05T19:59:04.962" v="90" actId="47"/>
        <pc:sldMkLst>
          <pc:docMk/>
          <pc:sldMk cId="824917171" sldId="1060"/>
        </pc:sldMkLst>
      </pc:sldChg>
      <pc:sldChg chg="del">
        <pc:chgData name="Cartwright, Max" userId="4fdaca64-157b-4f34-aebd-58f672b6a20c" providerId="ADAL" clId="{9B24FA50-177C-4B5A-AA10-BF89D194F6B0}" dt="2024-03-05T19:59:04.962" v="90" actId="47"/>
        <pc:sldMkLst>
          <pc:docMk/>
          <pc:sldMk cId="3396555767" sldId="1061"/>
        </pc:sldMkLst>
      </pc:sldChg>
      <pc:sldChg chg="del">
        <pc:chgData name="Cartwright, Max" userId="4fdaca64-157b-4f34-aebd-58f672b6a20c" providerId="ADAL" clId="{9B24FA50-177C-4B5A-AA10-BF89D194F6B0}" dt="2024-03-05T19:59:04.962" v="90" actId="47"/>
        <pc:sldMkLst>
          <pc:docMk/>
          <pc:sldMk cId="1658965573" sldId="1062"/>
        </pc:sldMkLst>
      </pc:sldChg>
      <pc:sldChg chg="del">
        <pc:chgData name="Cartwright, Max" userId="4fdaca64-157b-4f34-aebd-58f672b6a20c" providerId="ADAL" clId="{9B24FA50-177C-4B5A-AA10-BF89D194F6B0}" dt="2024-03-05T19:59:04.962" v="90" actId="47"/>
        <pc:sldMkLst>
          <pc:docMk/>
          <pc:sldMk cId="494262267" sldId="1063"/>
        </pc:sldMkLst>
      </pc:sldChg>
      <pc:sldChg chg="del">
        <pc:chgData name="Cartwright, Max" userId="4fdaca64-157b-4f34-aebd-58f672b6a20c" providerId="ADAL" clId="{9B24FA50-177C-4B5A-AA10-BF89D194F6B0}" dt="2024-03-05T19:59:04.962" v="90" actId="47"/>
        <pc:sldMkLst>
          <pc:docMk/>
          <pc:sldMk cId="1189985313" sldId="1064"/>
        </pc:sldMkLst>
      </pc:sldChg>
      <pc:sldChg chg="del">
        <pc:chgData name="Cartwright, Max" userId="4fdaca64-157b-4f34-aebd-58f672b6a20c" providerId="ADAL" clId="{9B24FA50-177C-4B5A-AA10-BF89D194F6B0}" dt="2024-03-05T19:59:04.962" v="90" actId="47"/>
        <pc:sldMkLst>
          <pc:docMk/>
          <pc:sldMk cId="1148012778" sldId="1065"/>
        </pc:sldMkLst>
      </pc:sldChg>
      <pc:sldChg chg="del">
        <pc:chgData name="Cartwright, Max" userId="4fdaca64-157b-4f34-aebd-58f672b6a20c" providerId="ADAL" clId="{9B24FA50-177C-4B5A-AA10-BF89D194F6B0}" dt="2024-03-05T19:59:07.393" v="91" actId="47"/>
        <pc:sldMkLst>
          <pc:docMk/>
          <pc:sldMk cId="1864494175" sldId="1066"/>
        </pc:sldMkLst>
      </pc:sldChg>
      <pc:sldChg chg="del">
        <pc:chgData name="Cartwright, Max" userId="4fdaca64-157b-4f34-aebd-58f672b6a20c" providerId="ADAL" clId="{9B24FA50-177C-4B5A-AA10-BF89D194F6B0}" dt="2024-03-05T19:59:07.393" v="91" actId="47"/>
        <pc:sldMkLst>
          <pc:docMk/>
          <pc:sldMk cId="1665780361" sldId="1068"/>
        </pc:sldMkLst>
      </pc:sldChg>
      <pc:sldChg chg="del">
        <pc:chgData name="Cartwright, Max" userId="4fdaca64-157b-4f34-aebd-58f672b6a20c" providerId="ADAL" clId="{9B24FA50-177C-4B5A-AA10-BF89D194F6B0}" dt="2024-03-05T19:59:07.393" v="91" actId="47"/>
        <pc:sldMkLst>
          <pc:docMk/>
          <pc:sldMk cId="2633396391" sldId="1069"/>
        </pc:sldMkLst>
      </pc:sldChg>
      <pc:sldChg chg="del">
        <pc:chgData name="Cartwright, Max" userId="4fdaca64-157b-4f34-aebd-58f672b6a20c" providerId="ADAL" clId="{9B24FA50-177C-4B5A-AA10-BF89D194F6B0}" dt="2024-03-05T20:35:16.010" v="890" actId="47"/>
        <pc:sldMkLst>
          <pc:docMk/>
          <pc:sldMk cId="275935708" sldId="1091"/>
        </pc:sldMkLst>
      </pc:sldChg>
      <pc:sldChg chg="del">
        <pc:chgData name="Cartwright, Max" userId="4fdaca64-157b-4f34-aebd-58f672b6a20c" providerId="ADAL" clId="{9B24FA50-177C-4B5A-AA10-BF89D194F6B0}" dt="2024-03-05T19:59:00.130" v="88" actId="47"/>
        <pc:sldMkLst>
          <pc:docMk/>
          <pc:sldMk cId="1135688477" sldId="1095"/>
        </pc:sldMkLst>
      </pc:sldChg>
      <pc:sldChg chg="del">
        <pc:chgData name="Cartwright, Max" userId="4fdaca64-157b-4f34-aebd-58f672b6a20c" providerId="ADAL" clId="{9B24FA50-177C-4B5A-AA10-BF89D194F6B0}" dt="2024-03-05T19:59:39.918" v="92" actId="47"/>
        <pc:sldMkLst>
          <pc:docMk/>
          <pc:sldMk cId="3171243652" sldId="1106"/>
        </pc:sldMkLst>
      </pc:sldChg>
      <pc:sldChg chg="del">
        <pc:chgData name="Cartwright, Max" userId="4fdaca64-157b-4f34-aebd-58f672b6a20c" providerId="ADAL" clId="{9B24FA50-177C-4B5A-AA10-BF89D194F6B0}" dt="2024-03-05T19:58:22.220" v="83" actId="47"/>
        <pc:sldMkLst>
          <pc:docMk/>
          <pc:sldMk cId="2956523788" sldId="1197"/>
        </pc:sldMkLst>
      </pc:sldChg>
      <pc:sldChg chg="del">
        <pc:chgData name="Cartwright, Max" userId="4fdaca64-157b-4f34-aebd-58f672b6a20c" providerId="ADAL" clId="{9B24FA50-177C-4B5A-AA10-BF89D194F6B0}" dt="2024-03-05T19:58:58.056" v="87" actId="47"/>
        <pc:sldMkLst>
          <pc:docMk/>
          <pc:sldMk cId="2789620180" sldId="7988"/>
        </pc:sldMkLst>
      </pc:sldChg>
      <pc:sldChg chg="del">
        <pc:chgData name="Cartwright, Max" userId="4fdaca64-157b-4f34-aebd-58f672b6a20c" providerId="ADAL" clId="{9B24FA50-177C-4B5A-AA10-BF89D194F6B0}" dt="2024-03-05T19:59:39.918" v="92" actId="47"/>
        <pc:sldMkLst>
          <pc:docMk/>
          <pc:sldMk cId="7555107" sldId="2076137786"/>
        </pc:sldMkLst>
      </pc:sldChg>
      <pc:sldChg chg="del">
        <pc:chgData name="Cartwright, Max" userId="4fdaca64-157b-4f34-aebd-58f672b6a20c" providerId="ADAL" clId="{9B24FA50-177C-4B5A-AA10-BF89D194F6B0}" dt="2024-03-05T19:59:39.918" v="92" actId="47"/>
        <pc:sldMkLst>
          <pc:docMk/>
          <pc:sldMk cId="3108308491" sldId="2076137805"/>
        </pc:sldMkLst>
      </pc:sldChg>
      <pc:sldChg chg="del">
        <pc:chgData name="Cartwright, Max" userId="4fdaca64-157b-4f34-aebd-58f672b6a20c" providerId="ADAL" clId="{9B24FA50-177C-4B5A-AA10-BF89D194F6B0}" dt="2024-03-05T19:59:39.918" v="92" actId="47"/>
        <pc:sldMkLst>
          <pc:docMk/>
          <pc:sldMk cId="3935958419" sldId="2141412054"/>
        </pc:sldMkLst>
      </pc:sldChg>
      <pc:sldChg chg="del">
        <pc:chgData name="Cartwright, Max" userId="4fdaca64-157b-4f34-aebd-58f672b6a20c" providerId="ADAL" clId="{9B24FA50-177C-4B5A-AA10-BF89D194F6B0}" dt="2024-03-05T19:59:39.918" v="92" actId="47"/>
        <pc:sldMkLst>
          <pc:docMk/>
          <pc:sldMk cId="3176292609" sldId="2141412060"/>
        </pc:sldMkLst>
      </pc:sldChg>
      <pc:sldChg chg="del">
        <pc:chgData name="Cartwright, Max" userId="4fdaca64-157b-4f34-aebd-58f672b6a20c" providerId="ADAL" clId="{9B24FA50-177C-4B5A-AA10-BF89D194F6B0}" dt="2024-03-05T19:59:39.918" v="92" actId="47"/>
        <pc:sldMkLst>
          <pc:docMk/>
          <pc:sldMk cId="3160351241" sldId="2141412199"/>
        </pc:sldMkLst>
      </pc:sldChg>
      <pc:sldChg chg="del">
        <pc:chgData name="Cartwright, Max" userId="4fdaca64-157b-4f34-aebd-58f672b6a20c" providerId="ADAL" clId="{9B24FA50-177C-4B5A-AA10-BF89D194F6B0}" dt="2024-03-05T19:59:39.918" v="92" actId="47"/>
        <pc:sldMkLst>
          <pc:docMk/>
          <pc:sldMk cId="513736802" sldId="2141412211"/>
        </pc:sldMkLst>
      </pc:sldChg>
      <pc:sldChg chg="del">
        <pc:chgData name="Cartwright, Max" userId="4fdaca64-157b-4f34-aebd-58f672b6a20c" providerId="ADAL" clId="{9B24FA50-177C-4B5A-AA10-BF89D194F6B0}" dt="2024-03-05T19:59:39.918" v="92" actId="47"/>
        <pc:sldMkLst>
          <pc:docMk/>
          <pc:sldMk cId="1610101751" sldId="2141412298"/>
        </pc:sldMkLst>
      </pc:sldChg>
      <pc:sldChg chg="addSp delSp modSp mod">
        <pc:chgData name="Cartwright, Max" userId="4fdaca64-157b-4f34-aebd-58f672b6a20c" providerId="ADAL" clId="{9B24FA50-177C-4B5A-AA10-BF89D194F6B0}" dt="2024-03-05T20:28:56.677" v="728"/>
        <pc:sldMkLst>
          <pc:docMk/>
          <pc:sldMk cId="2400283323" sldId="2146848336"/>
        </pc:sldMkLst>
        <pc:spChg chg="del">
          <ac:chgData name="Cartwright, Max" userId="4fdaca64-157b-4f34-aebd-58f672b6a20c" providerId="ADAL" clId="{9B24FA50-177C-4B5A-AA10-BF89D194F6B0}" dt="2024-03-05T20:15:19.660" v="410" actId="478"/>
          <ac:spMkLst>
            <pc:docMk/>
            <pc:sldMk cId="2400283323" sldId="2146848336"/>
            <ac:spMk id="2" creationId="{814CCFEB-0155-411E-8EF4-015919150E22}"/>
          </ac:spMkLst>
        </pc:spChg>
        <pc:spChg chg="add mod">
          <ac:chgData name="Cartwright, Max" userId="4fdaca64-157b-4f34-aebd-58f672b6a20c" providerId="ADAL" clId="{9B24FA50-177C-4B5A-AA10-BF89D194F6B0}" dt="2024-03-05T20:15:32.552" v="423" actId="20577"/>
          <ac:spMkLst>
            <pc:docMk/>
            <pc:sldMk cId="2400283323" sldId="2146848336"/>
            <ac:spMk id="3" creationId="{D55919F0-CF74-0672-208A-AF105C584388}"/>
          </ac:spMkLst>
        </pc:spChg>
        <pc:spChg chg="add mod">
          <ac:chgData name="Cartwright, Max" userId="4fdaca64-157b-4f34-aebd-58f672b6a20c" providerId="ADAL" clId="{9B24FA50-177C-4B5A-AA10-BF89D194F6B0}" dt="2024-03-05T20:15:21.744" v="412" actId="27636"/>
          <ac:spMkLst>
            <pc:docMk/>
            <pc:sldMk cId="2400283323" sldId="2146848336"/>
            <ac:spMk id="4" creationId="{3DCDFED0-9748-9D61-3749-8591A927E6B8}"/>
          </ac:spMkLst>
        </pc:spChg>
        <pc:spChg chg="add mod">
          <ac:chgData name="Cartwright, Max" userId="4fdaca64-157b-4f34-aebd-58f672b6a20c" providerId="ADAL" clId="{9B24FA50-177C-4B5A-AA10-BF89D194F6B0}" dt="2024-03-05T20:16:05.545" v="426" actId="207"/>
          <ac:spMkLst>
            <pc:docMk/>
            <pc:sldMk cId="2400283323" sldId="2146848336"/>
            <ac:spMk id="5" creationId="{AC7B2EB2-2211-2FD0-16CC-072B7D154625}"/>
          </ac:spMkLst>
        </pc:spChg>
        <pc:spChg chg="add mod">
          <ac:chgData name="Cartwright, Max" userId="4fdaca64-157b-4f34-aebd-58f672b6a20c" providerId="ADAL" clId="{9B24FA50-177C-4B5A-AA10-BF89D194F6B0}" dt="2024-03-05T20:16:54.767" v="428" actId="207"/>
          <ac:spMkLst>
            <pc:docMk/>
            <pc:sldMk cId="2400283323" sldId="2146848336"/>
            <ac:spMk id="6" creationId="{BCD3ECD2-8C2E-B16C-F5FD-2CCB12EAA2D1}"/>
          </ac:spMkLst>
        </pc:spChg>
        <pc:spChg chg="add mod">
          <ac:chgData name="Cartwright, Max" userId="4fdaca64-157b-4f34-aebd-58f672b6a20c" providerId="ADAL" clId="{9B24FA50-177C-4B5A-AA10-BF89D194F6B0}" dt="2024-03-05T20:16:54.767" v="428" actId="207"/>
          <ac:spMkLst>
            <pc:docMk/>
            <pc:sldMk cId="2400283323" sldId="2146848336"/>
            <ac:spMk id="8" creationId="{40588A26-1292-75E2-932D-729CAD6A6B77}"/>
          </ac:spMkLst>
        </pc:spChg>
        <pc:spChg chg="add mod">
          <ac:chgData name="Cartwright, Max" userId="4fdaca64-157b-4f34-aebd-58f672b6a20c" providerId="ADAL" clId="{9B24FA50-177C-4B5A-AA10-BF89D194F6B0}" dt="2024-03-05T20:16:54.767" v="428" actId="207"/>
          <ac:spMkLst>
            <pc:docMk/>
            <pc:sldMk cId="2400283323" sldId="2146848336"/>
            <ac:spMk id="9" creationId="{09891D90-93D5-D31D-AED6-36E11D9E9FA9}"/>
          </ac:spMkLst>
        </pc:spChg>
        <pc:spChg chg="add mod">
          <ac:chgData name="Cartwright, Max" userId="4fdaca64-157b-4f34-aebd-58f672b6a20c" providerId="ADAL" clId="{9B24FA50-177C-4B5A-AA10-BF89D194F6B0}" dt="2024-03-05T20:16:54.767" v="428" actId="207"/>
          <ac:spMkLst>
            <pc:docMk/>
            <pc:sldMk cId="2400283323" sldId="2146848336"/>
            <ac:spMk id="14" creationId="{2D098589-0D81-6D04-CCCD-01CEC592A327}"/>
          </ac:spMkLst>
        </pc:spChg>
        <pc:spChg chg="add mod">
          <ac:chgData name="Cartwright, Max" userId="4fdaca64-157b-4f34-aebd-58f672b6a20c" providerId="ADAL" clId="{9B24FA50-177C-4B5A-AA10-BF89D194F6B0}" dt="2024-03-05T20:16:54.767" v="428" actId="207"/>
          <ac:spMkLst>
            <pc:docMk/>
            <pc:sldMk cId="2400283323" sldId="2146848336"/>
            <ac:spMk id="15" creationId="{63CAC485-2128-A839-BB8D-A694C5A783E1}"/>
          </ac:spMkLst>
        </pc:spChg>
        <pc:spChg chg="add mod">
          <ac:chgData name="Cartwright, Max" userId="4fdaca64-157b-4f34-aebd-58f672b6a20c" providerId="ADAL" clId="{9B24FA50-177C-4B5A-AA10-BF89D194F6B0}" dt="2024-03-05T20:16:54.767" v="428" actId="207"/>
          <ac:spMkLst>
            <pc:docMk/>
            <pc:sldMk cId="2400283323" sldId="2146848336"/>
            <ac:spMk id="16" creationId="{C4A40917-4AAB-1E46-69C0-002C65571A8D}"/>
          </ac:spMkLst>
        </pc:spChg>
        <pc:spChg chg="add mod">
          <ac:chgData name="Cartwright, Max" userId="4fdaca64-157b-4f34-aebd-58f672b6a20c" providerId="ADAL" clId="{9B24FA50-177C-4B5A-AA10-BF89D194F6B0}" dt="2024-03-05T20:16:54.767" v="428" actId="207"/>
          <ac:spMkLst>
            <pc:docMk/>
            <pc:sldMk cId="2400283323" sldId="2146848336"/>
            <ac:spMk id="17" creationId="{E0208C0B-F5AE-BCB8-9564-94CF909EED8E}"/>
          </ac:spMkLst>
        </pc:spChg>
        <pc:spChg chg="add mod">
          <ac:chgData name="Cartwright, Max" userId="4fdaca64-157b-4f34-aebd-58f672b6a20c" providerId="ADAL" clId="{9B24FA50-177C-4B5A-AA10-BF89D194F6B0}" dt="2024-03-05T20:15:21.631" v="411"/>
          <ac:spMkLst>
            <pc:docMk/>
            <pc:sldMk cId="2400283323" sldId="2146848336"/>
            <ac:spMk id="18" creationId="{6D01198E-B478-05A3-EF58-AD2CF3A0DEEB}"/>
          </ac:spMkLst>
        </pc:spChg>
        <pc:spChg chg="add mod">
          <ac:chgData name="Cartwright, Max" userId="4fdaca64-157b-4f34-aebd-58f672b6a20c" providerId="ADAL" clId="{9B24FA50-177C-4B5A-AA10-BF89D194F6B0}" dt="2024-03-05T20:16:54.767" v="428" actId="207"/>
          <ac:spMkLst>
            <pc:docMk/>
            <pc:sldMk cId="2400283323" sldId="2146848336"/>
            <ac:spMk id="19" creationId="{74BF8699-E291-2FF4-1A6D-81713EB8426F}"/>
          </ac:spMkLst>
        </pc:spChg>
        <pc:spChg chg="mod">
          <ac:chgData name="Cartwright, Max" userId="4fdaca64-157b-4f34-aebd-58f672b6a20c" providerId="ADAL" clId="{9B24FA50-177C-4B5A-AA10-BF89D194F6B0}" dt="2024-03-05T20:15:21.631" v="411"/>
          <ac:spMkLst>
            <pc:docMk/>
            <pc:sldMk cId="2400283323" sldId="2146848336"/>
            <ac:spMk id="21" creationId="{734880CA-8391-26A1-6DB0-A83C9DDCD6C4}"/>
          </ac:spMkLst>
        </pc:spChg>
        <pc:spChg chg="mod">
          <ac:chgData name="Cartwright, Max" userId="4fdaca64-157b-4f34-aebd-58f672b6a20c" providerId="ADAL" clId="{9B24FA50-177C-4B5A-AA10-BF89D194F6B0}" dt="2024-03-05T20:15:21.631" v="411"/>
          <ac:spMkLst>
            <pc:docMk/>
            <pc:sldMk cId="2400283323" sldId="2146848336"/>
            <ac:spMk id="22" creationId="{32F33D33-3B71-D6F2-87FF-38BCD08830B6}"/>
          </ac:spMkLst>
        </pc:spChg>
        <pc:spChg chg="add mod">
          <ac:chgData name="Cartwright, Max" userId="4fdaca64-157b-4f34-aebd-58f672b6a20c" providerId="ADAL" clId="{9B24FA50-177C-4B5A-AA10-BF89D194F6B0}" dt="2024-03-05T20:15:21.631" v="411"/>
          <ac:spMkLst>
            <pc:docMk/>
            <pc:sldMk cId="2400283323" sldId="2146848336"/>
            <ac:spMk id="23" creationId="{2F9ECD8C-EBC2-82B4-F88C-27771F3B4E39}"/>
          </ac:spMkLst>
        </pc:spChg>
        <pc:spChg chg="add mod">
          <ac:chgData name="Cartwright, Max" userId="4fdaca64-157b-4f34-aebd-58f672b6a20c" providerId="ADAL" clId="{9B24FA50-177C-4B5A-AA10-BF89D194F6B0}" dt="2024-03-05T20:15:21.631" v="411"/>
          <ac:spMkLst>
            <pc:docMk/>
            <pc:sldMk cId="2400283323" sldId="2146848336"/>
            <ac:spMk id="24" creationId="{E6751B55-0BCE-41F2-0052-4EA9918D9EF0}"/>
          </ac:spMkLst>
        </pc:spChg>
        <pc:spChg chg="add mod">
          <ac:chgData name="Cartwright, Max" userId="4fdaca64-157b-4f34-aebd-58f672b6a20c" providerId="ADAL" clId="{9B24FA50-177C-4B5A-AA10-BF89D194F6B0}" dt="2024-03-05T20:15:21.631" v="411"/>
          <ac:spMkLst>
            <pc:docMk/>
            <pc:sldMk cId="2400283323" sldId="2146848336"/>
            <ac:spMk id="25" creationId="{8BD94D11-69C7-92DF-E698-C65C65FD8706}"/>
          </ac:spMkLst>
        </pc:spChg>
        <pc:spChg chg="add mod">
          <ac:chgData name="Cartwright, Max" userId="4fdaca64-157b-4f34-aebd-58f672b6a20c" providerId="ADAL" clId="{9B24FA50-177C-4B5A-AA10-BF89D194F6B0}" dt="2024-03-05T20:15:21.631" v="411"/>
          <ac:spMkLst>
            <pc:docMk/>
            <pc:sldMk cId="2400283323" sldId="2146848336"/>
            <ac:spMk id="26" creationId="{303C2924-2252-5A40-E2D8-C4C3EA903FD1}"/>
          </ac:spMkLst>
        </pc:spChg>
        <pc:spChg chg="add mod">
          <ac:chgData name="Cartwright, Max" userId="4fdaca64-157b-4f34-aebd-58f672b6a20c" providerId="ADAL" clId="{9B24FA50-177C-4B5A-AA10-BF89D194F6B0}" dt="2024-03-05T20:15:21.631" v="411"/>
          <ac:spMkLst>
            <pc:docMk/>
            <pc:sldMk cId="2400283323" sldId="2146848336"/>
            <ac:spMk id="27" creationId="{A9C7F449-282B-B975-5597-EC520CB3980B}"/>
          </ac:spMkLst>
        </pc:spChg>
        <pc:spChg chg="add mod">
          <ac:chgData name="Cartwright, Max" userId="4fdaca64-157b-4f34-aebd-58f672b6a20c" providerId="ADAL" clId="{9B24FA50-177C-4B5A-AA10-BF89D194F6B0}" dt="2024-03-05T20:15:21.631" v="411"/>
          <ac:spMkLst>
            <pc:docMk/>
            <pc:sldMk cId="2400283323" sldId="2146848336"/>
            <ac:spMk id="28" creationId="{22FBD93E-C8E0-C047-0679-C585C5540EEB}"/>
          </ac:spMkLst>
        </pc:spChg>
        <pc:spChg chg="mod">
          <ac:chgData name="Cartwright, Max" userId="4fdaca64-157b-4f34-aebd-58f672b6a20c" providerId="ADAL" clId="{9B24FA50-177C-4B5A-AA10-BF89D194F6B0}" dt="2024-03-05T20:15:21.631" v="411"/>
          <ac:spMkLst>
            <pc:docMk/>
            <pc:sldMk cId="2400283323" sldId="2146848336"/>
            <ac:spMk id="65" creationId="{489EA980-524E-04BD-60C5-F2ECDCB77B22}"/>
          </ac:spMkLst>
        </pc:spChg>
        <pc:spChg chg="mod">
          <ac:chgData name="Cartwright, Max" userId="4fdaca64-157b-4f34-aebd-58f672b6a20c" providerId="ADAL" clId="{9B24FA50-177C-4B5A-AA10-BF89D194F6B0}" dt="2024-03-05T20:15:21.631" v="411"/>
          <ac:spMkLst>
            <pc:docMk/>
            <pc:sldMk cId="2400283323" sldId="2146848336"/>
            <ac:spMk id="66" creationId="{C51E25C6-5C5A-B185-4A54-21394942F53F}"/>
          </ac:spMkLst>
        </pc:spChg>
        <pc:spChg chg="mod">
          <ac:chgData name="Cartwright, Max" userId="4fdaca64-157b-4f34-aebd-58f672b6a20c" providerId="ADAL" clId="{9B24FA50-177C-4B5A-AA10-BF89D194F6B0}" dt="2024-03-05T20:15:21.631" v="411"/>
          <ac:spMkLst>
            <pc:docMk/>
            <pc:sldMk cId="2400283323" sldId="2146848336"/>
            <ac:spMk id="67" creationId="{5141090A-F480-EF7C-AB71-F388F98EA23E}"/>
          </ac:spMkLst>
        </pc:spChg>
        <pc:spChg chg="mod">
          <ac:chgData name="Cartwright, Max" userId="4fdaca64-157b-4f34-aebd-58f672b6a20c" providerId="ADAL" clId="{9B24FA50-177C-4B5A-AA10-BF89D194F6B0}" dt="2024-03-05T20:15:21.631" v="411"/>
          <ac:spMkLst>
            <pc:docMk/>
            <pc:sldMk cId="2400283323" sldId="2146848336"/>
            <ac:spMk id="68" creationId="{BE662BE7-CF85-18C7-7AE6-6DE25EFEF5C7}"/>
          </ac:spMkLst>
        </pc:spChg>
        <pc:spChg chg="add mod">
          <ac:chgData name="Cartwright, Max" userId="4fdaca64-157b-4f34-aebd-58f672b6a20c" providerId="ADAL" clId="{9B24FA50-177C-4B5A-AA10-BF89D194F6B0}" dt="2024-03-05T20:16:54.767" v="428" actId="207"/>
          <ac:spMkLst>
            <pc:docMk/>
            <pc:sldMk cId="2400283323" sldId="2146848336"/>
            <ac:spMk id="69" creationId="{DFB62DB8-782F-EA2B-F8CE-EB8601893B28}"/>
          </ac:spMkLst>
        </pc:spChg>
        <pc:spChg chg="add mod">
          <ac:chgData name="Cartwright, Max" userId="4fdaca64-157b-4f34-aebd-58f672b6a20c" providerId="ADAL" clId="{9B24FA50-177C-4B5A-AA10-BF89D194F6B0}" dt="2024-03-05T20:16:54.767" v="428" actId="207"/>
          <ac:spMkLst>
            <pc:docMk/>
            <pc:sldMk cId="2400283323" sldId="2146848336"/>
            <ac:spMk id="70" creationId="{113E0F0A-DCED-DF3E-661E-5DE5AE0D8980}"/>
          </ac:spMkLst>
        </pc:spChg>
        <pc:spChg chg="add mod">
          <ac:chgData name="Cartwright, Max" userId="4fdaca64-157b-4f34-aebd-58f672b6a20c" providerId="ADAL" clId="{9B24FA50-177C-4B5A-AA10-BF89D194F6B0}" dt="2024-03-05T20:16:54.767" v="428" actId="207"/>
          <ac:spMkLst>
            <pc:docMk/>
            <pc:sldMk cId="2400283323" sldId="2146848336"/>
            <ac:spMk id="71" creationId="{5BC0541C-C514-12D0-CDE5-64C12FC7E027}"/>
          </ac:spMkLst>
        </pc:spChg>
        <pc:spChg chg="add mod">
          <ac:chgData name="Cartwright, Max" userId="4fdaca64-157b-4f34-aebd-58f672b6a20c" providerId="ADAL" clId="{9B24FA50-177C-4B5A-AA10-BF89D194F6B0}" dt="2024-03-05T20:16:54.767" v="428" actId="207"/>
          <ac:spMkLst>
            <pc:docMk/>
            <pc:sldMk cId="2400283323" sldId="2146848336"/>
            <ac:spMk id="72" creationId="{AF78E145-232E-F34A-B367-C2CA31703579}"/>
          </ac:spMkLst>
        </pc:spChg>
        <pc:spChg chg="add mod">
          <ac:chgData name="Cartwright, Max" userId="4fdaca64-157b-4f34-aebd-58f672b6a20c" providerId="ADAL" clId="{9B24FA50-177C-4B5A-AA10-BF89D194F6B0}" dt="2024-03-05T20:28:56.677" v="728"/>
          <ac:spMkLst>
            <pc:docMk/>
            <pc:sldMk cId="2400283323" sldId="2146848336"/>
            <ac:spMk id="73" creationId="{30E5470E-F1A0-5AC3-8EFA-82BAA509F620}"/>
          </ac:spMkLst>
        </pc:spChg>
        <pc:spChg chg="del">
          <ac:chgData name="Cartwright, Max" userId="4fdaca64-157b-4f34-aebd-58f672b6a20c" providerId="ADAL" clId="{9B24FA50-177C-4B5A-AA10-BF89D194F6B0}" dt="2024-03-05T20:17:04.287" v="429" actId="478"/>
          <ac:spMkLst>
            <pc:docMk/>
            <pc:sldMk cId="2400283323" sldId="2146848336"/>
            <ac:spMk id="78" creationId="{B1AB24E9-537B-3FD7-F838-72888FAD5E03}"/>
          </ac:spMkLst>
        </pc:spChg>
        <pc:spChg chg="del">
          <ac:chgData name="Cartwright, Max" userId="4fdaca64-157b-4f34-aebd-58f672b6a20c" providerId="ADAL" clId="{9B24FA50-177C-4B5A-AA10-BF89D194F6B0}" dt="2024-03-05T20:15:19.660" v="410" actId="478"/>
          <ac:spMkLst>
            <pc:docMk/>
            <pc:sldMk cId="2400283323" sldId="2146848336"/>
            <ac:spMk id="95" creationId="{66FAA36F-C2E4-F3F6-4029-3871A2B804FC}"/>
          </ac:spMkLst>
        </pc:spChg>
        <pc:spChg chg="del">
          <ac:chgData name="Cartwright, Max" userId="4fdaca64-157b-4f34-aebd-58f672b6a20c" providerId="ADAL" clId="{9B24FA50-177C-4B5A-AA10-BF89D194F6B0}" dt="2024-03-05T20:15:19.660" v="410" actId="478"/>
          <ac:spMkLst>
            <pc:docMk/>
            <pc:sldMk cId="2400283323" sldId="2146848336"/>
            <ac:spMk id="99" creationId="{72E76E29-0F54-6846-3CAB-032D44A210DE}"/>
          </ac:spMkLst>
        </pc:spChg>
        <pc:spChg chg="del">
          <ac:chgData name="Cartwright, Max" userId="4fdaca64-157b-4f34-aebd-58f672b6a20c" providerId="ADAL" clId="{9B24FA50-177C-4B5A-AA10-BF89D194F6B0}" dt="2024-03-05T20:15:19.660" v="410" actId="478"/>
          <ac:spMkLst>
            <pc:docMk/>
            <pc:sldMk cId="2400283323" sldId="2146848336"/>
            <ac:spMk id="100" creationId="{D5FA3F58-47F9-E915-9FD1-93E4ADFE3FFC}"/>
          </ac:spMkLst>
        </pc:spChg>
        <pc:spChg chg="del">
          <ac:chgData name="Cartwright, Max" userId="4fdaca64-157b-4f34-aebd-58f672b6a20c" providerId="ADAL" clId="{9B24FA50-177C-4B5A-AA10-BF89D194F6B0}" dt="2024-03-05T20:15:19.660" v="410" actId="478"/>
          <ac:spMkLst>
            <pc:docMk/>
            <pc:sldMk cId="2400283323" sldId="2146848336"/>
            <ac:spMk id="109" creationId="{73ED6D41-5DB2-1FFB-F73C-05E1C33EAB73}"/>
          </ac:spMkLst>
        </pc:spChg>
        <pc:spChg chg="del">
          <ac:chgData name="Cartwright, Max" userId="4fdaca64-157b-4f34-aebd-58f672b6a20c" providerId="ADAL" clId="{9B24FA50-177C-4B5A-AA10-BF89D194F6B0}" dt="2024-03-05T20:15:19.660" v="410" actId="478"/>
          <ac:spMkLst>
            <pc:docMk/>
            <pc:sldMk cId="2400283323" sldId="2146848336"/>
            <ac:spMk id="110" creationId="{4980B202-0471-B758-3DC7-9A929B27BD3C}"/>
          </ac:spMkLst>
        </pc:spChg>
        <pc:spChg chg="del">
          <ac:chgData name="Cartwright, Max" userId="4fdaca64-157b-4f34-aebd-58f672b6a20c" providerId="ADAL" clId="{9B24FA50-177C-4B5A-AA10-BF89D194F6B0}" dt="2024-03-05T20:15:19.660" v="410" actId="478"/>
          <ac:spMkLst>
            <pc:docMk/>
            <pc:sldMk cId="2400283323" sldId="2146848336"/>
            <ac:spMk id="111" creationId="{53AB399D-BB92-AE57-0FC5-4E6611113FC3}"/>
          </ac:spMkLst>
        </pc:spChg>
        <pc:spChg chg="del">
          <ac:chgData name="Cartwright, Max" userId="4fdaca64-157b-4f34-aebd-58f672b6a20c" providerId="ADAL" clId="{9B24FA50-177C-4B5A-AA10-BF89D194F6B0}" dt="2024-03-05T20:15:19.660" v="410" actId="478"/>
          <ac:spMkLst>
            <pc:docMk/>
            <pc:sldMk cId="2400283323" sldId="2146848336"/>
            <ac:spMk id="113" creationId="{18CC017A-C512-F4A6-2D74-1D4D891B5073}"/>
          </ac:spMkLst>
        </pc:spChg>
        <pc:spChg chg="del">
          <ac:chgData name="Cartwright, Max" userId="4fdaca64-157b-4f34-aebd-58f672b6a20c" providerId="ADAL" clId="{9B24FA50-177C-4B5A-AA10-BF89D194F6B0}" dt="2024-03-05T20:15:19.660" v="410" actId="478"/>
          <ac:spMkLst>
            <pc:docMk/>
            <pc:sldMk cId="2400283323" sldId="2146848336"/>
            <ac:spMk id="114" creationId="{DBA99863-29F2-63A9-F165-369228D8FD98}"/>
          </ac:spMkLst>
        </pc:spChg>
        <pc:spChg chg="del">
          <ac:chgData name="Cartwright, Max" userId="4fdaca64-157b-4f34-aebd-58f672b6a20c" providerId="ADAL" clId="{9B24FA50-177C-4B5A-AA10-BF89D194F6B0}" dt="2024-03-05T20:15:19.660" v="410" actId="478"/>
          <ac:spMkLst>
            <pc:docMk/>
            <pc:sldMk cId="2400283323" sldId="2146848336"/>
            <ac:spMk id="115" creationId="{C6AF3D11-E0D4-C70C-0ABF-B1521D21C7BB}"/>
          </ac:spMkLst>
        </pc:spChg>
        <pc:spChg chg="del">
          <ac:chgData name="Cartwright, Max" userId="4fdaca64-157b-4f34-aebd-58f672b6a20c" providerId="ADAL" clId="{9B24FA50-177C-4B5A-AA10-BF89D194F6B0}" dt="2024-03-05T20:15:19.660" v="410" actId="478"/>
          <ac:spMkLst>
            <pc:docMk/>
            <pc:sldMk cId="2400283323" sldId="2146848336"/>
            <ac:spMk id="119" creationId="{B0502CBE-6284-E21C-6506-09410BE45A21}"/>
          </ac:spMkLst>
        </pc:spChg>
        <pc:spChg chg="del">
          <ac:chgData name="Cartwright, Max" userId="4fdaca64-157b-4f34-aebd-58f672b6a20c" providerId="ADAL" clId="{9B24FA50-177C-4B5A-AA10-BF89D194F6B0}" dt="2024-03-05T20:15:19.660" v="410" actId="478"/>
          <ac:spMkLst>
            <pc:docMk/>
            <pc:sldMk cId="2400283323" sldId="2146848336"/>
            <ac:spMk id="120" creationId="{33025F4B-C8E0-4607-D5E3-F4737270C1E0}"/>
          </ac:spMkLst>
        </pc:spChg>
        <pc:spChg chg="del">
          <ac:chgData name="Cartwright, Max" userId="4fdaca64-157b-4f34-aebd-58f672b6a20c" providerId="ADAL" clId="{9B24FA50-177C-4B5A-AA10-BF89D194F6B0}" dt="2024-03-05T20:15:19.660" v="410" actId="478"/>
          <ac:spMkLst>
            <pc:docMk/>
            <pc:sldMk cId="2400283323" sldId="2146848336"/>
            <ac:spMk id="121" creationId="{07FE30F0-6EE6-A33E-EF7E-D16E09E438FC}"/>
          </ac:spMkLst>
        </pc:spChg>
        <pc:spChg chg="del">
          <ac:chgData name="Cartwright, Max" userId="4fdaca64-157b-4f34-aebd-58f672b6a20c" providerId="ADAL" clId="{9B24FA50-177C-4B5A-AA10-BF89D194F6B0}" dt="2024-03-05T20:15:19.660" v="410" actId="478"/>
          <ac:spMkLst>
            <pc:docMk/>
            <pc:sldMk cId="2400283323" sldId="2146848336"/>
            <ac:spMk id="157" creationId="{D7EBEA11-5617-AB09-4441-5563F77BD3C2}"/>
          </ac:spMkLst>
        </pc:spChg>
        <pc:grpChg chg="add mod">
          <ac:chgData name="Cartwright, Max" userId="4fdaca64-157b-4f34-aebd-58f672b6a20c" providerId="ADAL" clId="{9B24FA50-177C-4B5A-AA10-BF89D194F6B0}" dt="2024-03-05T20:15:21.631" v="411"/>
          <ac:grpSpMkLst>
            <pc:docMk/>
            <pc:sldMk cId="2400283323" sldId="2146848336"/>
            <ac:grpSpMk id="20" creationId="{B14E38CE-DA1A-05AA-F9E2-D0FEAF3F3FC2}"/>
          </ac:grpSpMkLst>
        </pc:grpChg>
        <pc:grpChg chg="add mod">
          <ac:chgData name="Cartwright, Max" userId="4fdaca64-157b-4f34-aebd-58f672b6a20c" providerId="ADAL" clId="{9B24FA50-177C-4B5A-AA10-BF89D194F6B0}" dt="2024-03-05T20:15:21.631" v="411"/>
          <ac:grpSpMkLst>
            <pc:docMk/>
            <pc:sldMk cId="2400283323" sldId="2146848336"/>
            <ac:grpSpMk id="31" creationId="{9BF4C074-83A0-097F-B8EF-D5A120C83C0D}"/>
          </ac:grpSpMkLst>
        </pc:grpChg>
        <pc:grpChg chg="del">
          <ac:chgData name="Cartwright, Max" userId="4fdaca64-157b-4f34-aebd-58f672b6a20c" providerId="ADAL" clId="{9B24FA50-177C-4B5A-AA10-BF89D194F6B0}" dt="2024-03-05T20:15:19.660" v="410" actId="478"/>
          <ac:grpSpMkLst>
            <pc:docMk/>
            <pc:sldMk cId="2400283323" sldId="2146848336"/>
            <ac:grpSpMk id="89" creationId="{CBD39CFD-9F36-3FAD-72E7-5D46DBA0AAE6}"/>
          </ac:grpSpMkLst>
        </pc:grpChg>
        <pc:grpChg chg="del">
          <ac:chgData name="Cartwright, Max" userId="4fdaca64-157b-4f34-aebd-58f672b6a20c" providerId="ADAL" clId="{9B24FA50-177C-4B5A-AA10-BF89D194F6B0}" dt="2024-03-05T20:15:19.660" v="410" actId="478"/>
          <ac:grpSpMkLst>
            <pc:docMk/>
            <pc:sldMk cId="2400283323" sldId="2146848336"/>
            <ac:grpSpMk id="92" creationId="{E42F63F0-9060-CB34-F0FE-CEA125F15C7F}"/>
          </ac:grpSpMkLst>
        </pc:grpChg>
        <pc:grpChg chg="del">
          <ac:chgData name="Cartwright, Max" userId="4fdaca64-157b-4f34-aebd-58f672b6a20c" providerId="ADAL" clId="{9B24FA50-177C-4B5A-AA10-BF89D194F6B0}" dt="2024-03-05T20:15:19.660" v="410" actId="478"/>
          <ac:grpSpMkLst>
            <pc:docMk/>
            <pc:sldMk cId="2400283323" sldId="2146848336"/>
            <ac:grpSpMk id="96" creationId="{518CFBDA-43C4-3264-F9B2-7D5C11B90E3B}"/>
          </ac:grpSpMkLst>
        </pc:grpChg>
        <pc:grpChg chg="del">
          <ac:chgData name="Cartwright, Max" userId="4fdaca64-157b-4f34-aebd-58f672b6a20c" providerId="ADAL" clId="{9B24FA50-177C-4B5A-AA10-BF89D194F6B0}" dt="2024-03-05T20:15:19.660" v="410" actId="478"/>
          <ac:grpSpMkLst>
            <pc:docMk/>
            <pc:sldMk cId="2400283323" sldId="2146848336"/>
            <ac:grpSpMk id="101" creationId="{06245790-5D8E-19E0-3E96-8D90FFD80317}"/>
          </ac:grpSpMkLst>
        </pc:grpChg>
        <pc:grpChg chg="del">
          <ac:chgData name="Cartwright, Max" userId="4fdaca64-157b-4f34-aebd-58f672b6a20c" providerId="ADAL" clId="{9B24FA50-177C-4B5A-AA10-BF89D194F6B0}" dt="2024-03-05T20:15:19.660" v="410" actId="478"/>
          <ac:grpSpMkLst>
            <pc:docMk/>
            <pc:sldMk cId="2400283323" sldId="2146848336"/>
            <ac:grpSpMk id="105" creationId="{A13D0A05-CB60-C157-F079-CDC014466577}"/>
          </ac:grpSpMkLst>
        </pc:grpChg>
        <pc:grpChg chg="del">
          <ac:chgData name="Cartwright, Max" userId="4fdaca64-157b-4f34-aebd-58f672b6a20c" providerId="ADAL" clId="{9B24FA50-177C-4B5A-AA10-BF89D194F6B0}" dt="2024-03-05T20:15:19.660" v="410" actId="478"/>
          <ac:grpSpMkLst>
            <pc:docMk/>
            <pc:sldMk cId="2400283323" sldId="2146848336"/>
            <ac:grpSpMk id="116" creationId="{AD53E269-967C-B412-8820-516B7CB62B28}"/>
          </ac:grpSpMkLst>
        </pc:grpChg>
        <pc:grpChg chg="del">
          <ac:chgData name="Cartwright, Max" userId="4fdaca64-157b-4f34-aebd-58f672b6a20c" providerId="ADAL" clId="{9B24FA50-177C-4B5A-AA10-BF89D194F6B0}" dt="2024-03-05T20:15:19.660" v="410" actId="478"/>
          <ac:grpSpMkLst>
            <pc:docMk/>
            <pc:sldMk cId="2400283323" sldId="2146848336"/>
            <ac:grpSpMk id="122" creationId="{EB8CABA1-8A8C-63C7-A0B9-D97D1094E2DB}"/>
          </ac:grpSpMkLst>
        </pc:grpChg>
        <pc:grpChg chg="del">
          <ac:chgData name="Cartwright, Max" userId="4fdaca64-157b-4f34-aebd-58f672b6a20c" providerId="ADAL" clId="{9B24FA50-177C-4B5A-AA10-BF89D194F6B0}" dt="2024-03-05T20:15:19.660" v="410" actId="478"/>
          <ac:grpSpMkLst>
            <pc:docMk/>
            <pc:sldMk cId="2400283323" sldId="2146848336"/>
            <ac:grpSpMk id="153" creationId="{84DBE6B1-4861-6CEA-B587-A01A28B43ACE}"/>
          </ac:grpSpMkLst>
        </pc:grpChg>
        <pc:grpChg chg="del">
          <ac:chgData name="Cartwright, Max" userId="4fdaca64-157b-4f34-aebd-58f672b6a20c" providerId="ADAL" clId="{9B24FA50-177C-4B5A-AA10-BF89D194F6B0}" dt="2024-03-05T20:15:19.660" v="410" actId="478"/>
          <ac:grpSpMkLst>
            <pc:docMk/>
            <pc:sldMk cId="2400283323" sldId="2146848336"/>
            <ac:grpSpMk id="160" creationId="{7DA36771-D4ED-99AC-F653-195EC2B21710}"/>
          </ac:grpSpMkLst>
        </pc:grpChg>
        <pc:picChg chg="del">
          <ac:chgData name="Cartwright, Max" userId="4fdaca64-157b-4f34-aebd-58f672b6a20c" providerId="ADAL" clId="{9B24FA50-177C-4B5A-AA10-BF89D194F6B0}" dt="2024-03-05T20:15:19.660" v="410" actId="478"/>
          <ac:picMkLst>
            <pc:docMk/>
            <pc:sldMk cId="2400283323" sldId="2146848336"/>
            <ac:picMk id="83" creationId="{80EF16C6-3FAF-219F-F96A-93D8591E4824}"/>
          </ac:picMkLst>
        </pc:picChg>
        <pc:picChg chg="del">
          <ac:chgData name="Cartwright, Max" userId="4fdaca64-157b-4f34-aebd-58f672b6a20c" providerId="ADAL" clId="{9B24FA50-177C-4B5A-AA10-BF89D194F6B0}" dt="2024-03-05T20:15:19.660" v="410" actId="478"/>
          <ac:picMkLst>
            <pc:docMk/>
            <pc:sldMk cId="2400283323" sldId="2146848336"/>
            <ac:picMk id="86" creationId="{B4A38BD7-377B-34DA-9BDB-B095E47F1582}"/>
          </ac:picMkLst>
        </pc:picChg>
        <pc:picChg chg="del">
          <ac:chgData name="Cartwright, Max" userId="4fdaca64-157b-4f34-aebd-58f672b6a20c" providerId="ADAL" clId="{9B24FA50-177C-4B5A-AA10-BF89D194F6B0}" dt="2024-03-05T20:15:19.660" v="410" actId="478"/>
          <ac:picMkLst>
            <pc:docMk/>
            <pc:sldMk cId="2400283323" sldId="2146848336"/>
            <ac:picMk id="88" creationId="{071CFE37-F4F5-930B-EF0E-F56DE2C7DD81}"/>
          </ac:picMkLst>
        </pc:picChg>
        <pc:cxnChg chg="add mod">
          <ac:chgData name="Cartwright, Max" userId="4fdaca64-157b-4f34-aebd-58f672b6a20c" providerId="ADAL" clId="{9B24FA50-177C-4B5A-AA10-BF89D194F6B0}" dt="2024-03-05T20:15:21.631" v="411"/>
          <ac:cxnSpMkLst>
            <pc:docMk/>
            <pc:sldMk cId="2400283323" sldId="2146848336"/>
            <ac:cxnSpMk id="7" creationId="{F54A4E13-17C9-6659-9FA7-9105C57A35F1}"/>
          </ac:cxnSpMkLst>
        </pc:cxnChg>
        <pc:cxnChg chg="add mod">
          <ac:chgData name="Cartwright, Max" userId="4fdaca64-157b-4f34-aebd-58f672b6a20c" providerId="ADAL" clId="{9B24FA50-177C-4B5A-AA10-BF89D194F6B0}" dt="2024-03-05T20:15:21.631" v="411"/>
          <ac:cxnSpMkLst>
            <pc:docMk/>
            <pc:sldMk cId="2400283323" sldId="2146848336"/>
            <ac:cxnSpMk id="10" creationId="{0B3CA05F-DABA-A334-4AAD-5D548C91D99E}"/>
          </ac:cxnSpMkLst>
        </pc:cxnChg>
        <pc:cxnChg chg="add mod">
          <ac:chgData name="Cartwright, Max" userId="4fdaca64-157b-4f34-aebd-58f672b6a20c" providerId="ADAL" clId="{9B24FA50-177C-4B5A-AA10-BF89D194F6B0}" dt="2024-03-05T20:15:21.631" v="411"/>
          <ac:cxnSpMkLst>
            <pc:docMk/>
            <pc:sldMk cId="2400283323" sldId="2146848336"/>
            <ac:cxnSpMk id="11" creationId="{C637C575-84C4-6E7E-27B9-5E660D69088E}"/>
          </ac:cxnSpMkLst>
        </pc:cxnChg>
        <pc:cxnChg chg="add mod">
          <ac:chgData name="Cartwright, Max" userId="4fdaca64-157b-4f34-aebd-58f672b6a20c" providerId="ADAL" clId="{9B24FA50-177C-4B5A-AA10-BF89D194F6B0}" dt="2024-03-05T20:15:21.631" v="411"/>
          <ac:cxnSpMkLst>
            <pc:docMk/>
            <pc:sldMk cId="2400283323" sldId="2146848336"/>
            <ac:cxnSpMk id="12" creationId="{492FFC53-DEBC-AAB6-C4BF-C1D47F687D30}"/>
          </ac:cxnSpMkLst>
        </pc:cxnChg>
        <pc:cxnChg chg="add mod">
          <ac:chgData name="Cartwright, Max" userId="4fdaca64-157b-4f34-aebd-58f672b6a20c" providerId="ADAL" clId="{9B24FA50-177C-4B5A-AA10-BF89D194F6B0}" dt="2024-03-05T20:15:21.631" v="411"/>
          <ac:cxnSpMkLst>
            <pc:docMk/>
            <pc:sldMk cId="2400283323" sldId="2146848336"/>
            <ac:cxnSpMk id="13" creationId="{55585004-C969-B46F-5274-12CF6020F2B2}"/>
          </ac:cxnSpMkLst>
        </pc:cxnChg>
        <pc:cxnChg chg="add mod">
          <ac:chgData name="Cartwright, Max" userId="4fdaca64-157b-4f34-aebd-58f672b6a20c" providerId="ADAL" clId="{9B24FA50-177C-4B5A-AA10-BF89D194F6B0}" dt="2024-03-05T20:15:21.631" v="411"/>
          <ac:cxnSpMkLst>
            <pc:docMk/>
            <pc:sldMk cId="2400283323" sldId="2146848336"/>
            <ac:cxnSpMk id="29" creationId="{8031BBEF-384F-8CB5-3B64-2E75D20F8CFC}"/>
          </ac:cxnSpMkLst>
        </pc:cxnChg>
        <pc:cxnChg chg="add mod">
          <ac:chgData name="Cartwright, Max" userId="4fdaca64-157b-4f34-aebd-58f672b6a20c" providerId="ADAL" clId="{9B24FA50-177C-4B5A-AA10-BF89D194F6B0}" dt="2024-03-05T20:15:21.631" v="411"/>
          <ac:cxnSpMkLst>
            <pc:docMk/>
            <pc:sldMk cId="2400283323" sldId="2146848336"/>
            <ac:cxnSpMk id="30" creationId="{95FDF548-067A-B9C0-8861-1DD7822842C9}"/>
          </ac:cxnSpMkLst>
        </pc:cxnChg>
        <pc:cxnChg chg="mod">
          <ac:chgData name="Cartwright, Max" userId="4fdaca64-157b-4f34-aebd-58f672b6a20c" providerId="ADAL" clId="{9B24FA50-177C-4B5A-AA10-BF89D194F6B0}" dt="2024-03-05T20:15:21.631" v="411"/>
          <ac:cxnSpMkLst>
            <pc:docMk/>
            <pc:sldMk cId="2400283323" sldId="2146848336"/>
            <ac:cxnSpMk id="64" creationId="{5CBE8865-9867-CD62-F954-F2A7ABDEC5F8}"/>
          </ac:cxnSpMkLst>
        </pc:cxnChg>
        <pc:cxnChg chg="del">
          <ac:chgData name="Cartwright, Max" userId="4fdaca64-157b-4f34-aebd-58f672b6a20c" providerId="ADAL" clId="{9B24FA50-177C-4B5A-AA10-BF89D194F6B0}" dt="2024-03-05T20:15:19.660" v="410" actId="478"/>
          <ac:cxnSpMkLst>
            <pc:docMk/>
            <pc:sldMk cId="2400283323" sldId="2146848336"/>
            <ac:cxnSpMk id="84" creationId="{8E9F5508-A446-B2D4-C8E5-71C35E1D479C}"/>
          </ac:cxnSpMkLst>
        </pc:cxnChg>
        <pc:cxnChg chg="del">
          <ac:chgData name="Cartwright, Max" userId="4fdaca64-157b-4f34-aebd-58f672b6a20c" providerId="ADAL" clId="{9B24FA50-177C-4B5A-AA10-BF89D194F6B0}" dt="2024-03-05T20:15:19.660" v="410" actId="478"/>
          <ac:cxnSpMkLst>
            <pc:docMk/>
            <pc:sldMk cId="2400283323" sldId="2146848336"/>
            <ac:cxnSpMk id="85" creationId="{680F3C72-B27B-4385-CE6F-D17A1B408AFB}"/>
          </ac:cxnSpMkLst>
        </pc:cxnChg>
        <pc:cxnChg chg="del">
          <ac:chgData name="Cartwright, Max" userId="4fdaca64-157b-4f34-aebd-58f672b6a20c" providerId="ADAL" clId="{9B24FA50-177C-4B5A-AA10-BF89D194F6B0}" dt="2024-03-05T20:15:19.660" v="410" actId="478"/>
          <ac:cxnSpMkLst>
            <pc:docMk/>
            <pc:sldMk cId="2400283323" sldId="2146848336"/>
            <ac:cxnSpMk id="87" creationId="{5D2D7A86-0255-8C6C-41DC-0E87E31BBA69}"/>
          </ac:cxnSpMkLst>
        </pc:cxnChg>
        <pc:cxnChg chg="del">
          <ac:chgData name="Cartwright, Max" userId="4fdaca64-157b-4f34-aebd-58f672b6a20c" providerId="ADAL" clId="{9B24FA50-177C-4B5A-AA10-BF89D194F6B0}" dt="2024-03-05T20:15:19.660" v="410" actId="478"/>
          <ac:cxnSpMkLst>
            <pc:docMk/>
            <pc:sldMk cId="2400283323" sldId="2146848336"/>
            <ac:cxnSpMk id="112" creationId="{257F804C-1D1B-934C-5F46-74F7254958E3}"/>
          </ac:cxnSpMkLst>
        </pc:cxnChg>
        <pc:cxnChg chg="del">
          <ac:chgData name="Cartwright, Max" userId="4fdaca64-157b-4f34-aebd-58f672b6a20c" providerId="ADAL" clId="{9B24FA50-177C-4B5A-AA10-BF89D194F6B0}" dt="2024-03-05T20:15:19.660" v="410" actId="478"/>
          <ac:cxnSpMkLst>
            <pc:docMk/>
            <pc:sldMk cId="2400283323" sldId="2146848336"/>
            <ac:cxnSpMk id="156" creationId="{B2B1AE57-7099-5A8D-683F-17E988A725E1}"/>
          </ac:cxnSpMkLst>
        </pc:cxnChg>
      </pc:sldChg>
      <pc:sldChg chg="del">
        <pc:chgData name="Cartwright, Max" userId="4fdaca64-157b-4f34-aebd-58f672b6a20c" providerId="ADAL" clId="{9B24FA50-177C-4B5A-AA10-BF89D194F6B0}" dt="2024-03-05T19:59:39.918" v="92" actId="47"/>
        <pc:sldMkLst>
          <pc:docMk/>
          <pc:sldMk cId="1415428160" sldId="2147376717"/>
        </pc:sldMkLst>
      </pc:sldChg>
      <pc:sldChg chg="del">
        <pc:chgData name="Cartwright, Max" userId="4fdaca64-157b-4f34-aebd-58f672b6a20c" providerId="ADAL" clId="{9B24FA50-177C-4B5A-AA10-BF89D194F6B0}" dt="2024-03-05T19:59:39.918" v="92" actId="47"/>
        <pc:sldMkLst>
          <pc:docMk/>
          <pc:sldMk cId="3262770256" sldId="2147470245"/>
        </pc:sldMkLst>
      </pc:sldChg>
      <pc:sldChg chg="del">
        <pc:chgData name="Cartwright, Max" userId="4fdaca64-157b-4f34-aebd-58f672b6a20c" providerId="ADAL" clId="{9B24FA50-177C-4B5A-AA10-BF89D194F6B0}" dt="2024-03-05T19:59:04.962" v="90" actId="47"/>
        <pc:sldMkLst>
          <pc:docMk/>
          <pc:sldMk cId="1468978263" sldId="2147474026"/>
        </pc:sldMkLst>
      </pc:sldChg>
      <pc:sldChg chg="del">
        <pc:chgData name="Cartwright, Max" userId="4fdaca64-157b-4f34-aebd-58f672b6a20c" providerId="ADAL" clId="{9B24FA50-177C-4B5A-AA10-BF89D194F6B0}" dt="2024-03-05T19:59:07.393" v="91" actId="47"/>
        <pc:sldMkLst>
          <pc:docMk/>
          <pc:sldMk cId="1056011760" sldId="2147474027"/>
        </pc:sldMkLst>
      </pc:sldChg>
      <pc:sldChg chg="del">
        <pc:chgData name="Cartwright, Max" userId="4fdaca64-157b-4f34-aebd-58f672b6a20c" providerId="ADAL" clId="{9B24FA50-177C-4B5A-AA10-BF89D194F6B0}" dt="2024-03-05T19:59:07.393" v="91" actId="47"/>
        <pc:sldMkLst>
          <pc:docMk/>
          <pc:sldMk cId="3319997483" sldId="2147474028"/>
        </pc:sldMkLst>
      </pc:sldChg>
      <pc:sldChg chg="del">
        <pc:chgData name="Cartwright, Max" userId="4fdaca64-157b-4f34-aebd-58f672b6a20c" providerId="ADAL" clId="{9B24FA50-177C-4B5A-AA10-BF89D194F6B0}" dt="2024-03-05T19:58:22.220" v="83" actId="47"/>
        <pc:sldMkLst>
          <pc:docMk/>
          <pc:sldMk cId="81621090" sldId="2147474030"/>
        </pc:sldMkLst>
      </pc:sldChg>
      <pc:sldChg chg="del">
        <pc:chgData name="Cartwright, Max" userId="4fdaca64-157b-4f34-aebd-58f672b6a20c" providerId="ADAL" clId="{9B24FA50-177C-4B5A-AA10-BF89D194F6B0}" dt="2024-03-05T19:59:39.918" v="92" actId="47"/>
        <pc:sldMkLst>
          <pc:docMk/>
          <pc:sldMk cId="2826284588" sldId="2147474032"/>
        </pc:sldMkLst>
      </pc:sldChg>
      <pc:sldChg chg="del">
        <pc:chgData name="Cartwright, Max" userId="4fdaca64-157b-4f34-aebd-58f672b6a20c" providerId="ADAL" clId="{9B24FA50-177C-4B5A-AA10-BF89D194F6B0}" dt="2024-03-05T19:59:39.918" v="92" actId="47"/>
        <pc:sldMkLst>
          <pc:docMk/>
          <pc:sldMk cId="4062593176" sldId="2147474036"/>
        </pc:sldMkLst>
      </pc:sldChg>
      <pc:sldChg chg="del">
        <pc:chgData name="Cartwright, Max" userId="4fdaca64-157b-4f34-aebd-58f672b6a20c" providerId="ADAL" clId="{9B24FA50-177C-4B5A-AA10-BF89D194F6B0}" dt="2024-03-05T19:59:39.918" v="92" actId="47"/>
        <pc:sldMkLst>
          <pc:docMk/>
          <pc:sldMk cId="1371436832" sldId="2147474037"/>
        </pc:sldMkLst>
      </pc:sldChg>
      <pc:sldChg chg="del">
        <pc:chgData name="Cartwright, Max" userId="4fdaca64-157b-4f34-aebd-58f672b6a20c" providerId="ADAL" clId="{9B24FA50-177C-4B5A-AA10-BF89D194F6B0}" dt="2024-03-05T19:59:39.918" v="92" actId="47"/>
        <pc:sldMkLst>
          <pc:docMk/>
          <pc:sldMk cId="4149695453" sldId="2147474039"/>
        </pc:sldMkLst>
      </pc:sldChg>
      <pc:sldChg chg="del">
        <pc:chgData name="Cartwright, Max" userId="4fdaca64-157b-4f34-aebd-58f672b6a20c" providerId="ADAL" clId="{9B24FA50-177C-4B5A-AA10-BF89D194F6B0}" dt="2024-03-05T19:59:39.918" v="92" actId="47"/>
        <pc:sldMkLst>
          <pc:docMk/>
          <pc:sldMk cId="2133578470" sldId="2147474040"/>
        </pc:sldMkLst>
      </pc:sldChg>
      <pc:sldChg chg="del">
        <pc:chgData name="Cartwright, Max" userId="4fdaca64-157b-4f34-aebd-58f672b6a20c" providerId="ADAL" clId="{9B24FA50-177C-4B5A-AA10-BF89D194F6B0}" dt="2024-03-05T19:59:39.918" v="92" actId="47"/>
        <pc:sldMkLst>
          <pc:docMk/>
          <pc:sldMk cId="2859289062" sldId="2147474041"/>
        </pc:sldMkLst>
      </pc:sldChg>
      <pc:sldChg chg="del">
        <pc:chgData name="Cartwright, Max" userId="4fdaca64-157b-4f34-aebd-58f672b6a20c" providerId="ADAL" clId="{9B24FA50-177C-4B5A-AA10-BF89D194F6B0}" dt="2024-03-05T19:59:39.918" v="92" actId="47"/>
        <pc:sldMkLst>
          <pc:docMk/>
          <pc:sldMk cId="1891738156" sldId="2147474042"/>
        </pc:sldMkLst>
      </pc:sldChg>
      <pc:sldChg chg="del">
        <pc:chgData name="Cartwright, Max" userId="4fdaca64-157b-4f34-aebd-58f672b6a20c" providerId="ADAL" clId="{9B24FA50-177C-4B5A-AA10-BF89D194F6B0}" dt="2024-03-05T19:59:39.918" v="92" actId="47"/>
        <pc:sldMkLst>
          <pc:docMk/>
          <pc:sldMk cId="2454033172" sldId="2147474045"/>
        </pc:sldMkLst>
      </pc:sldChg>
      <pc:sldChg chg="del">
        <pc:chgData name="Cartwright, Max" userId="4fdaca64-157b-4f34-aebd-58f672b6a20c" providerId="ADAL" clId="{9B24FA50-177C-4B5A-AA10-BF89D194F6B0}" dt="2024-03-05T19:59:39.918" v="92" actId="47"/>
        <pc:sldMkLst>
          <pc:docMk/>
          <pc:sldMk cId="3942044018" sldId="2147474047"/>
        </pc:sldMkLst>
      </pc:sldChg>
      <pc:sldChg chg="del">
        <pc:chgData name="Cartwright, Max" userId="4fdaca64-157b-4f34-aebd-58f672b6a20c" providerId="ADAL" clId="{9B24FA50-177C-4B5A-AA10-BF89D194F6B0}" dt="2024-03-05T19:59:39.918" v="92" actId="47"/>
        <pc:sldMkLst>
          <pc:docMk/>
          <pc:sldMk cId="2815500368" sldId="2147474049"/>
        </pc:sldMkLst>
      </pc:sldChg>
      <pc:sldChg chg="del">
        <pc:chgData name="Cartwright, Max" userId="4fdaca64-157b-4f34-aebd-58f672b6a20c" providerId="ADAL" clId="{9B24FA50-177C-4B5A-AA10-BF89D194F6B0}" dt="2024-03-05T19:59:39.918" v="92" actId="47"/>
        <pc:sldMkLst>
          <pc:docMk/>
          <pc:sldMk cId="1876456951" sldId="2147474051"/>
        </pc:sldMkLst>
      </pc:sldChg>
      <pc:sldChg chg="del">
        <pc:chgData name="Cartwright, Max" userId="4fdaca64-157b-4f34-aebd-58f672b6a20c" providerId="ADAL" clId="{9B24FA50-177C-4B5A-AA10-BF89D194F6B0}" dt="2024-03-05T19:59:39.918" v="92" actId="47"/>
        <pc:sldMkLst>
          <pc:docMk/>
          <pc:sldMk cId="3549580868" sldId="2147474052"/>
        </pc:sldMkLst>
      </pc:sldChg>
      <pc:sldChg chg="del">
        <pc:chgData name="Cartwright, Max" userId="4fdaca64-157b-4f34-aebd-58f672b6a20c" providerId="ADAL" clId="{9B24FA50-177C-4B5A-AA10-BF89D194F6B0}" dt="2024-03-05T19:58:22.220" v="83" actId="47"/>
        <pc:sldMkLst>
          <pc:docMk/>
          <pc:sldMk cId="3378038695" sldId="2147474053"/>
        </pc:sldMkLst>
      </pc:sldChg>
      <pc:sldChg chg="del">
        <pc:chgData name="Cartwright, Max" userId="4fdaca64-157b-4f34-aebd-58f672b6a20c" providerId="ADAL" clId="{9B24FA50-177C-4B5A-AA10-BF89D194F6B0}" dt="2024-03-05T19:59:39.918" v="92" actId="47"/>
        <pc:sldMkLst>
          <pc:docMk/>
          <pc:sldMk cId="2064188505" sldId="2147474054"/>
        </pc:sldMkLst>
      </pc:sldChg>
      <pc:sldChg chg="del">
        <pc:chgData name="Cartwright, Max" userId="4fdaca64-157b-4f34-aebd-58f672b6a20c" providerId="ADAL" clId="{9B24FA50-177C-4B5A-AA10-BF89D194F6B0}" dt="2024-03-05T19:59:39.918" v="92" actId="47"/>
        <pc:sldMkLst>
          <pc:docMk/>
          <pc:sldMk cId="3095455180" sldId="2147474055"/>
        </pc:sldMkLst>
      </pc:sldChg>
      <pc:sldChg chg="del">
        <pc:chgData name="Cartwright, Max" userId="4fdaca64-157b-4f34-aebd-58f672b6a20c" providerId="ADAL" clId="{9B24FA50-177C-4B5A-AA10-BF89D194F6B0}" dt="2024-03-05T19:59:39.918" v="92" actId="47"/>
        <pc:sldMkLst>
          <pc:docMk/>
          <pc:sldMk cId="1190483916" sldId="2147474057"/>
        </pc:sldMkLst>
      </pc:sldChg>
      <pc:sldChg chg="del">
        <pc:chgData name="Cartwright, Max" userId="4fdaca64-157b-4f34-aebd-58f672b6a20c" providerId="ADAL" clId="{9B24FA50-177C-4B5A-AA10-BF89D194F6B0}" dt="2024-03-05T19:59:39.918" v="92" actId="47"/>
        <pc:sldMkLst>
          <pc:docMk/>
          <pc:sldMk cId="3205671638" sldId="2147474058"/>
        </pc:sldMkLst>
      </pc:sldChg>
      <pc:sldChg chg="del">
        <pc:chgData name="Cartwright, Max" userId="4fdaca64-157b-4f34-aebd-58f672b6a20c" providerId="ADAL" clId="{9B24FA50-177C-4B5A-AA10-BF89D194F6B0}" dt="2024-03-05T19:58:22.220" v="83" actId="47"/>
        <pc:sldMkLst>
          <pc:docMk/>
          <pc:sldMk cId="2618094072" sldId="2147474059"/>
        </pc:sldMkLst>
      </pc:sldChg>
      <pc:sldChg chg="del">
        <pc:chgData name="Cartwright, Max" userId="4fdaca64-157b-4f34-aebd-58f672b6a20c" providerId="ADAL" clId="{9B24FA50-177C-4B5A-AA10-BF89D194F6B0}" dt="2024-03-05T19:59:39.918" v="92" actId="47"/>
        <pc:sldMkLst>
          <pc:docMk/>
          <pc:sldMk cId="2018735095" sldId="2147474063"/>
        </pc:sldMkLst>
      </pc:sldChg>
      <pc:sldChg chg="del">
        <pc:chgData name="Cartwright, Max" userId="4fdaca64-157b-4f34-aebd-58f672b6a20c" providerId="ADAL" clId="{9B24FA50-177C-4B5A-AA10-BF89D194F6B0}" dt="2024-03-05T19:59:39.918" v="92" actId="47"/>
        <pc:sldMkLst>
          <pc:docMk/>
          <pc:sldMk cId="190113490" sldId="2147474065"/>
        </pc:sldMkLst>
      </pc:sldChg>
      <pc:sldChg chg="del">
        <pc:chgData name="Cartwright, Max" userId="4fdaca64-157b-4f34-aebd-58f672b6a20c" providerId="ADAL" clId="{9B24FA50-177C-4B5A-AA10-BF89D194F6B0}" dt="2024-03-05T19:59:39.918" v="92" actId="47"/>
        <pc:sldMkLst>
          <pc:docMk/>
          <pc:sldMk cId="98367153" sldId="2147474066"/>
        </pc:sldMkLst>
      </pc:sldChg>
      <pc:sldChg chg="del">
        <pc:chgData name="Cartwright, Max" userId="4fdaca64-157b-4f34-aebd-58f672b6a20c" providerId="ADAL" clId="{9B24FA50-177C-4B5A-AA10-BF89D194F6B0}" dt="2024-03-05T19:59:39.918" v="92" actId="47"/>
        <pc:sldMkLst>
          <pc:docMk/>
          <pc:sldMk cId="566940419" sldId="2147474067"/>
        </pc:sldMkLst>
      </pc:sldChg>
      <pc:sldChg chg="del">
        <pc:chgData name="Cartwright, Max" userId="4fdaca64-157b-4f34-aebd-58f672b6a20c" providerId="ADAL" clId="{9B24FA50-177C-4B5A-AA10-BF89D194F6B0}" dt="2024-03-05T19:59:39.918" v="92" actId="47"/>
        <pc:sldMkLst>
          <pc:docMk/>
          <pc:sldMk cId="3825538774" sldId="2147474069"/>
        </pc:sldMkLst>
      </pc:sldChg>
      <pc:sldChg chg="del">
        <pc:chgData name="Cartwright, Max" userId="4fdaca64-157b-4f34-aebd-58f672b6a20c" providerId="ADAL" clId="{9B24FA50-177C-4B5A-AA10-BF89D194F6B0}" dt="2024-03-05T19:58:54.307" v="86" actId="47"/>
        <pc:sldMkLst>
          <pc:docMk/>
          <pc:sldMk cId="232644988" sldId="2147474070"/>
        </pc:sldMkLst>
      </pc:sldChg>
      <pc:sldChg chg="del">
        <pc:chgData name="Cartwright, Max" userId="4fdaca64-157b-4f34-aebd-58f672b6a20c" providerId="ADAL" clId="{9B24FA50-177C-4B5A-AA10-BF89D194F6B0}" dt="2024-03-05T19:59:39.918" v="92" actId="47"/>
        <pc:sldMkLst>
          <pc:docMk/>
          <pc:sldMk cId="3397615712" sldId="2147474072"/>
        </pc:sldMkLst>
      </pc:sldChg>
      <pc:sldChg chg="del">
        <pc:chgData name="Cartwright, Max" userId="4fdaca64-157b-4f34-aebd-58f672b6a20c" providerId="ADAL" clId="{9B24FA50-177C-4B5A-AA10-BF89D194F6B0}" dt="2024-03-05T19:59:39.918" v="92" actId="47"/>
        <pc:sldMkLst>
          <pc:docMk/>
          <pc:sldMk cId="106466778" sldId="2147474073"/>
        </pc:sldMkLst>
      </pc:sldChg>
      <pc:sldChg chg="del">
        <pc:chgData name="Cartwright, Max" userId="4fdaca64-157b-4f34-aebd-58f672b6a20c" providerId="ADAL" clId="{9B24FA50-177C-4B5A-AA10-BF89D194F6B0}" dt="2024-03-05T19:59:39.918" v="92" actId="47"/>
        <pc:sldMkLst>
          <pc:docMk/>
          <pc:sldMk cId="281916650" sldId="2147474074"/>
        </pc:sldMkLst>
      </pc:sldChg>
      <pc:sldChg chg="del">
        <pc:chgData name="Cartwright, Max" userId="4fdaca64-157b-4f34-aebd-58f672b6a20c" providerId="ADAL" clId="{9B24FA50-177C-4B5A-AA10-BF89D194F6B0}" dt="2024-03-05T19:58:22.220" v="83" actId="47"/>
        <pc:sldMkLst>
          <pc:docMk/>
          <pc:sldMk cId="2732896117" sldId="2147474076"/>
        </pc:sldMkLst>
      </pc:sldChg>
      <pc:sldChg chg="del">
        <pc:chgData name="Cartwright, Max" userId="4fdaca64-157b-4f34-aebd-58f672b6a20c" providerId="ADAL" clId="{9B24FA50-177C-4B5A-AA10-BF89D194F6B0}" dt="2024-03-05T19:59:39.918" v="92" actId="47"/>
        <pc:sldMkLst>
          <pc:docMk/>
          <pc:sldMk cId="1773744270" sldId="2147474078"/>
        </pc:sldMkLst>
      </pc:sldChg>
      <pc:sldChg chg="del">
        <pc:chgData name="Cartwright, Max" userId="4fdaca64-157b-4f34-aebd-58f672b6a20c" providerId="ADAL" clId="{9B24FA50-177C-4B5A-AA10-BF89D194F6B0}" dt="2024-03-05T19:58:43.996" v="85" actId="47"/>
        <pc:sldMkLst>
          <pc:docMk/>
          <pc:sldMk cId="4161779628" sldId="2147474079"/>
        </pc:sldMkLst>
      </pc:sldChg>
      <pc:sldChg chg="del">
        <pc:chgData name="Cartwright, Max" userId="4fdaca64-157b-4f34-aebd-58f672b6a20c" providerId="ADAL" clId="{9B24FA50-177C-4B5A-AA10-BF89D194F6B0}" dt="2024-03-05T19:59:39.918" v="92" actId="47"/>
        <pc:sldMkLst>
          <pc:docMk/>
          <pc:sldMk cId="4156311260" sldId="2147474080"/>
        </pc:sldMkLst>
      </pc:sldChg>
      <pc:sldChg chg="del">
        <pc:chgData name="Cartwright, Max" userId="4fdaca64-157b-4f34-aebd-58f672b6a20c" providerId="ADAL" clId="{9B24FA50-177C-4B5A-AA10-BF89D194F6B0}" dt="2024-03-05T19:59:39.918" v="92" actId="47"/>
        <pc:sldMkLst>
          <pc:docMk/>
          <pc:sldMk cId="1933032934" sldId="2147474081"/>
        </pc:sldMkLst>
      </pc:sldChg>
      <pc:sldChg chg="del">
        <pc:chgData name="Cartwright, Max" userId="4fdaca64-157b-4f34-aebd-58f672b6a20c" providerId="ADAL" clId="{9B24FA50-177C-4B5A-AA10-BF89D194F6B0}" dt="2024-03-05T19:58:22.220" v="83" actId="47"/>
        <pc:sldMkLst>
          <pc:docMk/>
          <pc:sldMk cId="1262817312" sldId="2147474082"/>
        </pc:sldMkLst>
      </pc:sldChg>
      <pc:sldChg chg="del">
        <pc:chgData name="Cartwright, Max" userId="4fdaca64-157b-4f34-aebd-58f672b6a20c" providerId="ADAL" clId="{9B24FA50-177C-4B5A-AA10-BF89D194F6B0}" dt="2024-03-05T19:59:39.918" v="92" actId="47"/>
        <pc:sldMkLst>
          <pc:docMk/>
          <pc:sldMk cId="4218796258" sldId="2147474083"/>
        </pc:sldMkLst>
      </pc:sldChg>
      <pc:sldChg chg="del">
        <pc:chgData name="Cartwright, Max" userId="4fdaca64-157b-4f34-aebd-58f672b6a20c" providerId="ADAL" clId="{9B24FA50-177C-4B5A-AA10-BF89D194F6B0}" dt="2024-03-05T19:58:22.220" v="83" actId="47"/>
        <pc:sldMkLst>
          <pc:docMk/>
          <pc:sldMk cId="3999066542" sldId="2147474085"/>
        </pc:sldMkLst>
      </pc:sldChg>
      <pc:sldChg chg="del">
        <pc:chgData name="Cartwright, Max" userId="4fdaca64-157b-4f34-aebd-58f672b6a20c" providerId="ADAL" clId="{9B24FA50-177C-4B5A-AA10-BF89D194F6B0}" dt="2024-03-05T19:58:22.220" v="83" actId="47"/>
        <pc:sldMkLst>
          <pc:docMk/>
          <pc:sldMk cId="4161430421" sldId="2147474086"/>
        </pc:sldMkLst>
      </pc:sldChg>
      <pc:sldChg chg="del">
        <pc:chgData name="Cartwright, Max" userId="4fdaca64-157b-4f34-aebd-58f672b6a20c" providerId="ADAL" clId="{9B24FA50-177C-4B5A-AA10-BF89D194F6B0}" dt="2024-03-05T19:59:39.918" v="92" actId="47"/>
        <pc:sldMkLst>
          <pc:docMk/>
          <pc:sldMk cId="1952414739" sldId="2147474087"/>
        </pc:sldMkLst>
      </pc:sldChg>
      <pc:sldChg chg="del">
        <pc:chgData name="Cartwright, Max" userId="4fdaca64-157b-4f34-aebd-58f672b6a20c" providerId="ADAL" clId="{9B24FA50-177C-4B5A-AA10-BF89D194F6B0}" dt="2024-03-05T19:58:22.220" v="83" actId="47"/>
        <pc:sldMkLst>
          <pc:docMk/>
          <pc:sldMk cId="1924544352" sldId="2147474088"/>
        </pc:sldMkLst>
      </pc:sldChg>
      <pc:sldChg chg="del">
        <pc:chgData name="Cartwright, Max" userId="4fdaca64-157b-4f34-aebd-58f672b6a20c" providerId="ADAL" clId="{9B24FA50-177C-4B5A-AA10-BF89D194F6B0}" dt="2024-03-05T19:59:39.918" v="92" actId="47"/>
        <pc:sldMkLst>
          <pc:docMk/>
          <pc:sldMk cId="3097527124" sldId="2147474089"/>
        </pc:sldMkLst>
      </pc:sldChg>
      <pc:sldChg chg="del">
        <pc:chgData name="Cartwright, Max" userId="4fdaca64-157b-4f34-aebd-58f672b6a20c" providerId="ADAL" clId="{9B24FA50-177C-4B5A-AA10-BF89D194F6B0}" dt="2024-03-05T19:59:39.918" v="92" actId="47"/>
        <pc:sldMkLst>
          <pc:docMk/>
          <pc:sldMk cId="2527644437" sldId="2147474091"/>
        </pc:sldMkLst>
      </pc:sldChg>
      <pc:sldChg chg="del">
        <pc:chgData name="Cartwright, Max" userId="4fdaca64-157b-4f34-aebd-58f672b6a20c" providerId="ADAL" clId="{9B24FA50-177C-4B5A-AA10-BF89D194F6B0}" dt="2024-03-05T19:58:22.220" v="83" actId="47"/>
        <pc:sldMkLst>
          <pc:docMk/>
          <pc:sldMk cId="3386282667" sldId="2147474092"/>
        </pc:sldMkLst>
      </pc:sldChg>
      <pc:sldChg chg="del">
        <pc:chgData name="Cartwright, Max" userId="4fdaca64-157b-4f34-aebd-58f672b6a20c" providerId="ADAL" clId="{9B24FA50-177C-4B5A-AA10-BF89D194F6B0}" dt="2024-03-05T19:58:22.220" v="83" actId="47"/>
        <pc:sldMkLst>
          <pc:docMk/>
          <pc:sldMk cId="3115177032" sldId="2147474093"/>
        </pc:sldMkLst>
      </pc:sldChg>
      <pc:sldChg chg="del">
        <pc:chgData name="Cartwright, Max" userId="4fdaca64-157b-4f34-aebd-58f672b6a20c" providerId="ADAL" clId="{9B24FA50-177C-4B5A-AA10-BF89D194F6B0}" dt="2024-03-05T19:59:39.918" v="92" actId="47"/>
        <pc:sldMkLst>
          <pc:docMk/>
          <pc:sldMk cId="3410542507" sldId="2147474094"/>
        </pc:sldMkLst>
      </pc:sldChg>
      <pc:sldChg chg="del">
        <pc:chgData name="Cartwright, Max" userId="4fdaca64-157b-4f34-aebd-58f672b6a20c" providerId="ADAL" clId="{9B24FA50-177C-4B5A-AA10-BF89D194F6B0}" dt="2024-03-05T19:59:39.918" v="92" actId="47"/>
        <pc:sldMkLst>
          <pc:docMk/>
          <pc:sldMk cId="558751806" sldId="2147474096"/>
        </pc:sldMkLst>
      </pc:sldChg>
      <pc:sldChg chg="addSp delSp modSp mod">
        <pc:chgData name="Cartwright, Max" userId="4fdaca64-157b-4f34-aebd-58f672b6a20c" providerId="ADAL" clId="{9B24FA50-177C-4B5A-AA10-BF89D194F6B0}" dt="2024-03-05T19:56:51.950" v="82" actId="20577"/>
        <pc:sldMkLst>
          <pc:docMk/>
          <pc:sldMk cId="1923745520" sldId="2147474097"/>
        </pc:sldMkLst>
        <pc:spChg chg="add mod">
          <ac:chgData name="Cartwright, Max" userId="4fdaca64-157b-4f34-aebd-58f672b6a20c" providerId="ADAL" clId="{9B24FA50-177C-4B5A-AA10-BF89D194F6B0}" dt="2024-03-05T19:56:28.403" v="62" actId="20577"/>
          <ac:spMkLst>
            <pc:docMk/>
            <pc:sldMk cId="1923745520" sldId="2147474097"/>
            <ac:spMk id="3" creationId="{776E779B-9047-50C9-5827-CAAC8867C88D}"/>
          </ac:spMkLst>
        </pc:spChg>
        <pc:spChg chg="del">
          <ac:chgData name="Cartwright, Max" userId="4fdaca64-157b-4f34-aebd-58f672b6a20c" providerId="ADAL" clId="{9B24FA50-177C-4B5A-AA10-BF89D194F6B0}" dt="2024-03-05T19:56:15.630" v="18" actId="478"/>
          <ac:spMkLst>
            <pc:docMk/>
            <pc:sldMk cId="1923745520" sldId="2147474097"/>
            <ac:spMk id="8" creationId="{81813F15-2981-FDFF-C0F5-F27B29C51CAC}"/>
          </ac:spMkLst>
        </pc:spChg>
        <pc:spChg chg="mod">
          <ac:chgData name="Cartwright, Max" userId="4fdaca64-157b-4f34-aebd-58f672b6a20c" providerId="ADAL" clId="{9B24FA50-177C-4B5A-AA10-BF89D194F6B0}" dt="2024-03-05T19:56:10.428" v="17" actId="404"/>
          <ac:spMkLst>
            <pc:docMk/>
            <pc:sldMk cId="1923745520" sldId="2147474097"/>
            <ac:spMk id="11" creationId="{CE5626D2-4B84-6929-D4F9-1F67489262B8}"/>
          </ac:spMkLst>
        </pc:spChg>
        <pc:spChg chg="mod">
          <ac:chgData name="Cartwright, Max" userId="4fdaca64-157b-4f34-aebd-58f672b6a20c" providerId="ADAL" clId="{9B24FA50-177C-4B5A-AA10-BF89D194F6B0}" dt="2024-03-05T19:56:51.950" v="82" actId="20577"/>
          <ac:spMkLst>
            <pc:docMk/>
            <pc:sldMk cId="1923745520" sldId="2147474097"/>
            <ac:spMk id="12" creationId="{F4F87E10-2948-EA05-5915-992ECED553C3}"/>
          </ac:spMkLst>
        </pc:spChg>
      </pc:sldChg>
      <pc:sldChg chg="addSp delSp modSp add mod">
        <pc:chgData name="Cartwright, Max" userId="4fdaca64-157b-4f34-aebd-58f672b6a20c" providerId="ADAL" clId="{9B24FA50-177C-4B5A-AA10-BF89D194F6B0}" dt="2024-03-05T20:37:55.709" v="927" actId="1076"/>
        <pc:sldMkLst>
          <pc:docMk/>
          <pc:sldMk cId="1777781894" sldId="2147474098"/>
        </pc:sldMkLst>
        <pc:spChg chg="del">
          <ac:chgData name="Cartwright, Max" userId="4fdaca64-157b-4f34-aebd-58f672b6a20c" providerId="ADAL" clId="{9B24FA50-177C-4B5A-AA10-BF89D194F6B0}" dt="2024-03-05T19:59:54.307" v="94" actId="478"/>
          <ac:spMkLst>
            <pc:docMk/>
            <pc:sldMk cId="1777781894" sldId="2147474098"/>
            <ac:spMk id="2" creationId="{814CCFEB-0155-411E-8EF4-015919150E22}"/>
          </ac:spMkLst>
        </pc:spChg>
        <pc:spChg chg="add mod">
          <ac:chgData name="Cartwright, Max" userId="4fdaca64-157b-4f34-aebd-58f672b6a20c" providerId="ADAL" clId="{9B24FA50-177C-4B5A-AA10-BF89D194F6B0}" dt="2024-03-05T20:37:55.709" v="927" actId="1076"/>
          <ac:spMkLst>
            <pc:docMk/>
            <pc:sldMk cId="1777781894" sldId="2147474098"/>
            <ac:spMk id="2" creationId="{A12F6D44-E7A3-0ABE-257B-CE6CFD018E5C}"/>
          </ac:spMkLst>
        </pc:spChg>
        <pc:spChg chg="add mod">
          <ac:chgData name="Cartwright, Max" userId="4fdaca64-157b-4f34-aebd-58f672b6a20c" providerId="ADAL" clId="{9B24FA50-177C-4B5A-AA10-BF89D194F6B0}" dt="2024-03-05T20:37:52.939" v="926" actId="1076"/>
          <ac:spMkLst>
            <pc:docMk/>
            <pc:sldMk cId="1777781894" sldId="2147474098"/>
            <ac:spMk id="3" creationId="{E7A0A04E-4539-76F3-C369-AD07AF8FA944}"/>
          </ac:spMkLst>
        </pc:spChg>
        <pc:spChg chg="add mod">
          <ac:chgData name="Cartwright, Max" userId="4fdaca64-157b-4f34-aebd-58f672b6a20c" providerId="ADAL" clId="{9B24FA50-177C-4B5A-AA10-BF89D194F6B0}" dt="2024-03-05T20:04:27.702" v="188" actId="207"/>
          <ac:spMkLst>
            <pc:docMk/>
            <pc:sldMk cId="1777781894" sldId="2147474098"/>
            <ac:spMk id="4" creationId="{706B6A75-28EE-1CEB-7E72-360E7BA43EB4}"/>
          </ac:spMkLst>
        </pc:spChg>
        <pc:spChg chg="add mod">
          <ac:chgData name="Cartwright, Max" userId="4fdaca64-157b-4f34-aebd-58f672b6a20c" providerId="ADAL" clId="{9B24FA50-177C-4B5A-AA10-BF89D194F6B0}" dt="2024-03-05T20:03:46.700" v="183" actId="207"/>
          <ac:spMkLst>
            <pc:docMk/>
            <pc:sldMk cId="1777781894" sldId="2147474098"/>
            <ac:spMk id="5" creationId="{C180034C-E859-B2E5-597F-47AA58FED094}"/>
          </ac:spMkLst>
        </pc:spChg>
        <pc:spChg chg="mod">
          <ac:chgData name="Cartwright, Max" userId="4fdaca64-157b-4f34-aebd-58f672b6a20c" providerId="ADAL" clId="{9B24FA50-177C-4B5A-AA10-BF89D194F6B0}" dt="2024-03-05T20:00:10.851" v="96"/>
          <ac:spMkLst>
            <pc:docMk/>
            <pc:sldMk cId="1777781894" sldId="2147474098"/>
            <ac:spMk id="7" creationId="{30364FE3-14B1-F002-ACD5-547B5A67CF6F}"/>
          </ac:spMkLst>
        </pc:spChg>
        <pc:spChg chg="mod">
          <ac:chgData name="Cartwright, Max" userId="4fdaca64-157b-4f34-aebd-58f672b6a20c" providerId="ADAL" clId="{9B24FA50-177C-4B5A-AA10-BF89D194F6B0}" dt="2024-03-05T20:00:10.851" v="96"/>
          <ac:spMkLst>
            <pc:docMk/>
            <pc:sldMk cId="1777781894" sldId="2147474098"/>
            <ac:spMk id="8" creationId="{219FAD3E-0C25-6A50-20BA-ECBFF1D9306A}"/>
          </ac:spMkLst>
        </pc:spChg>
        <pc:spChg chg="mod">
          <ac:chgData name="Cartwright, Max" userId="4fdaca64-157b-4f34-aebd-58f672b6a20c" providerId="ADAL" clId="{9B24FA50-177C-4B5A-AA10-BF89D194F6B0}" dt="2024-03-05T20:00:10.851" v="96"/>
          <ac:spMkLst>
            <pc:docMk/>
            <pc:sldMk cId="1777781894" sldId="2147474098"/>
            <ac:spMk id="10" creationId="{310C64A6-B06D-475E-916E-02A0FBD646DA}"/>
          </ac:spMkLst>
        </pc:spChg>
        <pc:spChg chg="mod">
          <ac:chgData name="Cartwright, Max" userId="4fdaca64-157b-4f34-aebd-58f672b6a20c" providerId="ADAL" clId="{9B24FA50-177C-4B5A-AA10-BF89D194F6B0}" dt="2024-03-05T20:00:10.851" v="96"/>
          <ac:spMkLst>
            <pc:docMk/>
            <pc:sldMk cId="1777781894" sldId="2147474098"/>
            <ac:spMk id="11" creationId="{FBEE17C5-CB53-E942-C73C-AFFB57FD7C58}"/>
          </ac:spMkLst>
        </pc:spChg>
        <pc:spChg chg="mod">
          <ac:chgData name="Cartwright, Max" userId="4fdaca64-157b-4f34-aebd-58f672b6a20c" providerId="ADAL" clId="{9B24FA50-177C-4B5A-AA10-BF89D194F6B0}" dt="2024-03-05T20:00:10.851" v="96"/>
          <ac:spMkLst>
            <pc:docMk/>
            <pc:sldMk cId="1777781894" sldId="2147474098"/>
            <ac:spMk id="12" creationId="{CC2A41A5-1441-D327-0CDD-0BDD4F0B5586}"/>
          </ac:spMkLst>
        </pc:spChg>
        <pc:spChg chg="mod">
          <ac:chgData name="Cartwright, Max" userId="4fdaca64-157b-4f34-aebd-58f672b6a20c" providerId="ADAL" clId="{9B24FA50-177C-4B5A-AA10-BF89D194F6B0}" dt="2024-03-05T20:00:10.851" v="96"/>
          <ac:spMkLst>
            <pc:docMk/>
            <pc:sldMk cId="1777781894" sldId="2147474098"/>
            <ac:spMk id="13" creationId="{3007AEF4-1909-E000-EB1A-D963D6BB63B0}"/>
          </ac:spMkLst>
        </pc:spChg>
        <pc:spChg chg="mod">
          <ac:chgData name="Cartwright, Max" userId="4fdaca64-157b-4f34-aebd-58f672b6a20c" providerId="ADAL" clId="{9B24FA50-177C-4B5A-AA10-BF89D194F6B0}" dt="2024-03-05T20:00:10.851" v="96"/>
          <ac:spMkLst>
            <pc:docMk/>
            <pc:sldMk cId="1777781894" sldId="2147474098"/>
            <ac:spMk id="14" creationId="{29FE1352-0768-B194-8298-D358E9EF1581}"/>
          </ac:spMkLst>
        </pc:spChg>
        <pc:spChg chg="mod topLvl">
          <ac:chgData name="Cartwright, Max" userId="4fdaca64-157b-4f34-aebd-58f672b6a20c" providerId="ADAL" clId="{9B24FA50-177C-4B5A-AA10-BF89D194F6B0}" dt="2024-03-05T20:04:01.394" v="186" actId="207"/>
          <ac:spMkLst>
            <pc:docMk/>
            <pc:sldMk cId="1777781894" sldId="2147474098"/>
            <ac:spMk id="16" creationId="{323917D4-59EC-69F8-6FB5-6A37B28BDB35}"/>
          </ac:spMkLst>
        </pc:spChg>
        <pc:spChg chg="mod topLvl">
          <ac:chgData name="Cartwright, Max" userId="4fdaca64-157b-4f34-aebd-58f672b6a20c" providerId="ADAL" clId="{9B24FA50-177C-4B5A-AA10-BF89D194F6B0}" dt="2024-03-05T20:04:01.394" v="186" actId="207"/>
          <ac:spMkLst>
            <pc:docMk/>
            <pc:sldMk cId="1777781894" sldId="2147474098"/>
            <ac:spMk id="17" creationId="{7EE8758F-CE2A-406C-25A5-24AADC136BEB}"/>
          </ac:spMkLst>
        </pc:spChg>
        <pc:spChg chg="add mod">
          <ac:chgData name="Cartwright, Max" userId="4fdaca64-157b-4f34-aebd-58f672b6a20c" providerId="ADAL" clId="{9B24FA50-177C-4B5A-AA10-BF89D194F6B0}" dt="2024-03-05T20:02:47.274" v="144" actId="207"/>
          <ac:spMkLst>
            <pc:docMk/>
            <pc:sldMk cId="1777781894" sldId="2147474098"/>
            <ac:spMk id="18" creationId="{E3CE930B-6579-D0D0-A55B-55BA0970A65A}"/>
          </ac:spMkLst>
        </pc:spChg>
        <pc:spChg chg="add mod">
          <ac:chgData name="Cartwright, Max" userId="4fdaca64-157b-4f34-aebd-58f672b6a20c" providerId="ADAL" clId="{9B24FA50-177C-4B5A-AA10-BF89D194F6B0}" dt="2024-03-05T20:02:55.890" v="149" actId="207"/>
          <ac:spMkLst>
            <pc:docMk/>
            <pc:sldMk cId="1777781894" sldId="2147474098"/>
            <ac:spMk id="19" creationId="{6E2E7925-F87A-5A21-091A-AE06F240E47F}"/>
          </ac:spMkLst>
        </pc:spChg>
        <pc:spChg chg="add mod">
          <ac:chgData name="Cartwright, Max" userId="4fdaca64-157b-4f34-aebd-58f672b6a20c" providerId="ADAL" clId="{9B24FA50-177C-4B5A-AA10-BF89D194F6B0}" dt="2024-03-05T20:03:01.291" v="157" actId="207"/>
          <ac:spMkLst>
            <pc:docMk/>
            <pc:sldMk cId="1777781894" sldId="2147474098"/>
            <ac:spMk id="20" creationId="{509D5C8D-8ABD-06CA-F858-FF0498BAECB4}"/>
          </ac:spMkLst>
        </pc:spChg>
        <pc:spChg chg="add mod">
          <ac:chgData name="Cartwright, Max" userId="4fdaca64-157b-4f34-aebd-58f672b6a20c" providerId="ADAL" clId="{9B24FA50-177C-4B5A-AA10-BF89D194F6B0}" dt="2024-03-05T20:00:10.851" v="96"/>
          <ac:spMkLst>
            <pc:docMk/>
            <pc:sldMk cId="1777781894" sldId="2147474098"/>
            <ac:spMk id="21" creationId="{86A9E356-8DCA-1DD8-2A15-B34268754DA4}"/>
          </ac:spMkLst>
        </pc:spChg>
        <pc:spChg chg="add mod">
          <ac:chgData name="Cartwright, Max" userId="4fdaca64-157b-4f34-aebd-58f672b6a20c" providerId="ADAL" clId="{9B24FA50-177C-4B5A-AA10-BF89D194F6B0}" dt="2024-03-05T20:00:10.851" v="96"/>
          <ac:spMkLst>
            <pc:docMk/>
            <pc:sldMk cId="1777781894" sldId="2147474098"/>
            <ac:spMk id="22" creationId="{C8AEB16C-B524-FEC4-CF7B-4F32BD03B7A4}"/>
          </ac:spMkLst>
        </pc:spChg>
        <pc:spChg chg="add mod">
          <ac:chgData name="Cartwright, Max" userId="4fdaca64-157b-4f34-aebd-58f672b6a20c" providerId="ADAL" clId="{9B24FA50-177C-4B5A-AA10-BF89D194F6B0}" dt="2024-03-05T20:00:10.851" v="96"/>
          <ac:spMkLst>
            <pc:docMk/>
            <pc:sldMk cId="1777781894" sldId="2147474098"/>
            <ac:spMk id="23" creationId="{3C1EC9D6-9A54-FB80-1934-F123AEA2D776}"/>
          </ac:spMkLst>
        </pc:spChg>
        <pc:spChg chg="add mod">
          <ac:chgData name="Cartwright, Max" userId="4fdaca64-157b-4f34-aebd-58f672b6a20c" providerId="ADAL" clId="{9B24FA50-177C-4B5A-AA10-BF89D194F6B0}" dt="2024-03-05T20:00:10.851" v="96"/>
          <ac:spMkLst>
            <pc:docMk/>
            <pc:sldMk cId="1777781894" sldId="2147474098"/>
            <ac:spMk id="24" creationId="{B2E8C7B2-49F0-F8F5-8B5B-40C4277DBDF1}"/>
          </ac:spMkLst>
        </pc:spChg>
        <pc:spChg chg="add mod">
          <ac:chgData name="Cartwright, Max" userId="4fdaca64-157b-4f34-aebd-58f672b6a20c" providerId="ADAL" clId="{9B24FA50-177C-4B5A-AA10-BF89D194F6B0}" dt="2024-03-05T20:00:10.851" v="96"/>
          <ac:spMkLst>
            <pc:docMk/>
            <pc:sldMk cId="1777781894" sldId="2147474098"/>
            <ac:spMk id="25" creationId="{C65A9B1D-85D4-6894-1C87-58A9458231E9}"/>
          </ac:spMkLst>
        </pc:spChg>
        <pc:spChg chg="add mod">
          <ac:chgData name="Cartwright, Max" userId="4fdaca64-157b-4f34-aebd-58f672b6a20c" providerId="ADAL" clId="{9B24FA50-177C-4B5A-AA10-BF89D194F6B0}" dt="2024-03-05T20:00:10.851" v="96"/>
          <ac:spMkLst>
            <pc:docMk/>
            <pc:sldMk cId="1777781894" sldId="2147474098"/>
            <ac:spMk id="26" creationId="{FB02089F-7999-44B7-7BDF-5E837335AFD2}"/>
          </ac:spMkLst>
        </pc:spChg>
        <pc:spChg chg="add mod">
          <ac:chgData name="Cartwright, Max" userId="4fdaca64-157b-4f34-aebd-58f672b6a20c" providerId="ADAL" clId="{9B24FA50-177C-4B5A-AA10-BF89D194F6B0}" dt="2024-03-05T20:00:10.851" v="96"/>
          <ac:spMkLst>
            <pc:docMk/>
            <pc:sldMk cId="1777781894" sldId="2147474098"/>
            <ac:spMk id="27" creationId="{5F4D5FDD-8F0B-B331-6ADC-FEA916B2E436}"/>
          </ac:spMkLst>
        </pc:spChg>
        <pc:spChg chg="add mod">
          <ac:chgData name="Cartwright, Max" userId="4fdaca64-157b-4f34-aebd-58f672b6a20c" providerId="ADAL" clId="{9B24FA50-177C-4B5A-AA10-BF89D194F6B0}" dt="2024-03-05T20:03:18.788" v="159" actId="207"/>
          <ac:spMkLst>
            <pc:docMk/>
            <pc:sldMk cId="1777781894" sldId="2147474098"/>
            <ac:spMk id="28" creationId="{6618089D-87C0-6293-AAD2-BB3037CF2215}"/>
          </ac:spMkLst>
        </pc:spChg>
        <pc:spChg chg="add mod">
          <ac:chgData name="Cartwright, Max" userId="4fdaca64-157b-4f34-aebd-58f672b6a20c" providerId="ADAL" clId="{9B24FA50-177C-4B5A-AA10-BF89D194F6B0}" dt="2024-03-05T20:03:14.844" v="158" actId="207"/>
          <ac:spMkLst>
            <pc:docMk/>
            <pc:sldMk cId="1777781894" sldId="2147474098"/>
            <ac:spMk id="29" creationId="{8F9AC9CE-EE22-8999-C91E-7C53927F2574}"/>
          </ac:spMkLst>
        </pc:spChg>
        <pc:spChg chg="add mod">
          <ac:chgData name="Cartwright, Max" userId="4fdaca64-157b-4f34-aebd-58f672b6a20c" providerId="ADAL" clId="{9B24FA50-177C-4B5A-AA10-BF89D194F6B0}" dt="2024-03-05T20:03:14.844" v="158" actId="207"/>
          <ac:spMkLst>
            <pc:docMk/>
            <pc:sldMk cId="1777781894" sldId="2147474098"/>
            <ac:spMk id="30" creationId="{5E82B770-D54A-FBF8-FE78-3CD59F1E0B3C}"/>
          </ac:spMkLst>
        </pc:spChg>
        <pc:spChg chg="add mod">
          <ac:chgData name="Cartwright, Max" userId="4fdaca64-157b-4f34-aebd-58f672b6a20c" providerId="ADAL" clId="{9B24FA50-177C-4B5A-AA10-BF89D194F6B0}" dt="2024-03-05T20:00:10.851" v="96"/>
          <ac:spMkLst>
            <pc:docMk/>
            <pc:sldMk cId="1777781894" sldId="2147474098"/>
            <ac:spMk id="31" creationId="{F6EDAFA3-CF5D-6CD1-3F04-F26402155D40}"/>
          </ac:spMkLst>
        </pc:spChg>
        <pc:spChg chg="add del mod">
          <ac:chgData name="Cartwright, Max" userId="4fdaca64-157b-4f34-aebd-58f672b6a20c" providerId="ADAL" clId="{9B24FA50-177C-4B5A-AA10-BF89D194F6B0}" dt="2024-03-05T20:06:35.836" v="240" actId="478"/>
          <ac:spMkLst>
            <pc:docMk/>
            <pc:sldMk cId="1777781894" sldId="2147474098"/>
            <ac:spMk id="64" creationId="{56C8ED0B-81D8-46AA-6AD3-9599BED25299}"/>
          </ac:spMkLst>
        </pc:spChg>
        <pc:spChg chg="add mod">
          <ac:chgData name="Cartwright, Max" userId="4fdaca64-157b-4f34-aebd-58f672b6a20c" providerId="ADAL" clId="{9B24FA50-177C-4B5A-AA10-BF89D194F6B0}" dt="2024-03-05T20:04:47.553" v="199" actId="207"/>
          <ac:spMkLst>
            <pc:docMk/>
            <pc:sldMk cId="1777781894" sldId="2147474098"/>
            <ac:spMk id="65" creationId="{DD795179-BE8A-87C7-2CC3-B660419A6194}"/>
          </ac:spMkLst>
        </pc:spChg>
        <pc:spChg chg="add mod">
          <ac:chgData name="Cartwright, Max" userId="4fdaca64-157b-4f34-aebd-58f672b6a20c" providerId="ADAL" clId="{9B24FA50-177C-4B5A-AA10-BF89D194F6B0}" dt="2024-03-05T20:00:10.851" v="96"/>
          <ac:spMkLst>
            <pc:docMk/>
            <pc:sldMk cId="1777781894" sldId="2147474098"/>
            <ac:spMk id="66" creationId="{29E59022-4BF3-E29E-C12E-B58C08FA9385}"/>
          </ac:spMkLst>
        </pc:spChg>
        <pc:spChg chg="add mod">
          <ac:chgData name="Cartwright, Max" userId="4fdaca64-157b-4f34-aebd-58f672b6a20c" providerId="ADAL" clId="{9B24FA50-177C-4B5A-AA10-BF89D194F6B0}" dt="2024-03-05T20:04:18.853" v="187" actId="207"/>
          <ac:spMkLst>
            <pc:docMk/>
            <pc:sldMk cId="1777781894" sldId="2147474098"/>
            <ac:spMk id="67" creationId="{3E936388-8B97-58FF-A34C-E612EA3AE1DB}"/>
          </ac:spMkLst>
        </pc:spChg>
        <pc:spChg chg="add mod">
          <ac:chgData name="Cartwright, Max" userId="4fdaca64-157b-4f34-aebd-58f672b6a20c" providerId="ADAL" clId="{9B24FA50-177C-4B5A-AA10-BF89D194F6B0}" dt="2024-03-05T20:04:18.853" v="187" actId="207"/>
          <ac:spMkLst>
            <pc:docMk/>
            <pc:sldMk cId="1777781894" sldId="2147474098"/>
            <ac:spMk id="68" creationId="{6EC92D07-E96C-E6F1-6144-5C016A8483E5}"/>
          </ac:spMkLst>
        </pc:spChg>
        <pc:spChg chg="add mod">
          <ac:chgData name="Cartwright, Max" userId="4fdaca64-157b-4f34-aebd-58f672b6a20c" providerId="ADAL" clId="{9B24FA50-177C-4B5A-AA10-BF89D194F6B0}" dt="2024-03-05T20:04:18.853" v="187" actId="207"/>
          <ac:spMkLst>
            <pc:docMk/>
            <pc:sldMk cId="1777781894" sldId="2147474098"/>
            <ac:spMk id="69" creationId="{5D7DF35D-547B-CEF6-8912-5239B47DA582}"/>
          </ac:spMkLst>
        </pc:spChg>
        <pc:spChg chg="add mod">
          <ac:chgData name="Cartwright, Max" userId="4fdaca64-157b-4f34-aebd-58f672b6a20c" providerId="ADAL" clId="{9B24FA50-177C-4B5A-AA10-BF89D194F6B0}" dt="2024-03-05T20:04:18.853" v="187" actId="207"/>
          <ac:spMkLst>
            <pc:docMk/>
            <pc:sldMk cId="1777781894" sldId="2147474098"/>
            <ac:spMk id="70" creationId="{FAE2441E-7556-7B01-38DD-4F7576311E9F}"/>
          </ac:spMkLst>
        </pc:spChg>
        <pc:spChg chg="add mod">
          <ac:chgData name="Cartwright, Max" userId="4fdaca64-157b-4f34-aebd-58f672b6a20c" providerId="ADAL" clId="{9B24FA50-177C-4B5A-AA10-BF89D194F6B0}" dt="2024-03-05T20:00:10.851" v="96"/>
          <ac:spMkLst>
            <pc:docMk/>
            <pc:sldMk cId="1777781894" sldId="2147474098"/>
            <ac:spMk id="71" creationId="{CFB73E41-28E5-5B6A-78F2-6DDBCEC42C75}"/>
          </ac:spMkLst>
        </pc:spChg>
        <pc:spChg chg="add mod">
          <ac:chgData name="Cartwright, Max" userId="4fdaca64-157b-4f34-aebd-58f672b6a20c" providerId="ADAL" clId="{9B24FA50-177C-4B5A-AA10-BF89D194F6B0}" dt="2024-03-05T20:01:27.571" v="124" actId="207"/>
          <ac:spMkLst>
            <pc:docMk/>
            <pc:sldMk cId="1777781894" sldId="2147474098"/>
            <ac:spMk id="72" creationId="{8BE5E1E7-CD92-CE60-9C08-362CA75D1DE5}"/>
          </ac:spMkLst>
        </pc:spChg>
        <pc:spChg chg="add mod">
          <ac:chgData name="Cartwright, Max" userId="4fdaca64-157b-4f34-aebd-58f672b6a20c" providerId="ADAL" clId="{9B24FA50-177C-4B5A-AA10-BF89D194F6B0}" dt="2024-03-05T20:00:10.851" v="96"/>
          <ac:spMkLst>
            <pc:docMk/>
            <pc:sldMk cId="1777781894" sldId="2147474098"/>
            <ac:spMk id="73" creationId="{DA88CA85-FB53-C64C-A159-419AAEA605FC}"/>
          </ac:spMkLst>
        </pc:spChg>
        <pc:spChg chg="add mod">
          <ac:chgData name="Cartwright, Max" userId="4fdaca64-157b-4f34-aebd-58f672b6a20c" providerId="ADAL" clId="{9B24FA50-177C-4B5A-AA10-BF89D194F6B0}" dt="2024-03-05T20:00:10.851" v="96"/>
          <ac:spMkLst>
            <pc:docMk/>
            <pc:sldMk cId="1777781894" sldId="2147474098"/>
            <ac:spMk id="74" creationId="{09C7C15D-2C82-6EBF-7732-7EE3199114C7}"/>
          </ac:spMkLst>
        </pc:spChg>
        <pc:spChg chg="add mod">
          <ac:chgData name="Cartwright, Max" userId="4fdaca64-157b-4f34-aebd-58f672b6a20c" providerId="ADAL" clId="{9B24FA50-177C-4B5A-AA10-BF89D194F6B0}" dt="2024-03-05T20:05:10.491" v="214" actId="20577"/>
          <ac:spMkLst>
            <pc:docMk/>
            <pc:sldMk cId="1777781894" sldId="2147474098"/>
            <ac:spMk id="75" creationId="{91FCB2E9-EFCE-A69F-5B43-74088B169490}"/>
          </ac:spMkLst>
        </pc:spChg>
        <pc:spChg chg="add mod">
          <ac:chgData name="Cartwright, Max" userId="4fdaca64-157b-4f34-aebd-58f672b6a20c" providerId="ADAL" clId="{9B24FA50-177C-4B5A-AA10-BF89D194F6B0}" dt="2024-03-05T20:00:10.851" v="96"/>
          <ac:spMkLst>
            <pc:docMk/>
            <pc:sldMk cId="1777781894" sldId="2147474098"/>
            <ac:spMk id="76" creationId="{660483A6-BF2E-831F-93A1-BC2E4F558646}"/>
          </ac:spMkLst>
        </pc:spChg>
        <pc:spChg chg="add mod">
          <ac:chgData name="Cartwright, Max" userId="4fdaca64-157b-4f34-aebd-58f672b6a20c" providerId="ADAL" clId="{9B24FA50-177C-4B5A-AA10-BF89D194F6B0}" dt="2024-03-05T20:00:10.851" v="96"/>
          <ac:spMkLst>
            <pc:docMk/>
            <pc:sldMk cId="1777781894" sldId="2147474098"/>
            <ac:spMk id="77" creationId="{74A95E0F-3AB5-937B-3315-BED95511C67C}"/>
          </ac:spMkLst>
        </pc:spChg>
        <pc:spChg chg="del">
          <ac:chgData name="Cartwright, Max" userId="4fdaca64-157b-4f34-aebd-58f672b6a20c" providerId="ADAL" clId="{9B24FA50-177C-4B5A-AA10-BF89D194F6B0}" dt="2024-03-05T19:59:57.135" v="95" actId="478"/>
          <ac:spMkLst>
            <pc:docMk/>
            <pc:sldMk cId="1777781894" sldId="2147474098"/>
            <ac:spMk id="78" creationId="{B1AB24E9-537B-3FD7-F838-72888FAD5E03}"/>
          </ac:spMkLst>
        </pc:spChg>
        <pc:spChg chg="add mod">
          <ac:chgData name="Cartwright, Max" userId="4fdaca64-157b-4f34-aebd-58f672b6a20c" providerId="ADAL" clId="{9B24FA50-177C-4B5A-AA10-BF89D194F6B0}" dt="2024-03-05T20:03:14.844" v="158" actId="207"/>
          <ac:spMkLst>
            <pc:docMk/>
            <pc:sldMk cId="1777781894" sldId="2147474098"/>
            <ac:spMk id="79" creationId="{CD85CC9E-C76C-99A6-0AA7-D23EBC90B81C}"/>
          </ac:spMkLst>
        </pc:spChg>
        <pc:spChg chg="add mod">
          <ac:chgData name="Cartwright, Max" userId="4fdaca64-157b-4f34-aebd-58f672b6a20c" providerId="ADAL" clId="{9B24FA50-177C-4B5A-AA10-BF89D194F6B0}" dt="2024-03-05T20:00:10.851" v="96"/>
          <ac:spMkLst>
            <pc:docMk/>
            <pc:sldMk cId="1777781894" sldId="2147474098"/>
            <ac:spMk id="80" creationId="{D12F3023-A010-953A-C779-351443104C21}"/>
          </ac:spMkLst>
        </pc:spChg>
        <pc:spChg chg="del">
          <ac:chgData name="Cartwright, Max" userId="4fdaca64-157b-4f34-aebd-58f672b6a20c" providerId="ADAL" clId="{9B24FA50-177C-4B5A-AA10-BF89D194F6B0}" dt="2024-03-05T19:59:54.307" v="94" actId="478"/>
          <ac:spMkLst>
            <pc:docMk/>
            <pc:sldMk cId="1777781894" sldId="2147474098"/>
            <ac:spMk id="95" creationId="{66FAA36F-C2E4-F3F6-4029-3871A2B804FC}"/>
          </ac:spMkLst>
        </pc:spChg>
        <pc:spChg chg="del">
          <ac:chgData name="Cartwright, Max" userId="4fdaca64-157b-4f34-aebd-58f672b6a20c" providerId="ADAL" clId="{9B24FA50-177C-4B5A-AA10-BF89D194F6B0}" dt="2024-03-05T19:59:54.307" v="94" actId="478"/>
          <ac:spMkLst>
            <pc:docMk/>
            <pc:sldMk cId="1777781894" sldId="2147474098"/>
            <ac:spMk id="99" creationId="{72E76E29-0F54-6846-3CAB-032D44A210DE}"/>
          </ac:spMkLst>
        </pc:spChg>
        <pc:spChg chg="del">
          <ac:chgData name="Cartwright, Max" userId="4fdaca64-157b-4f34-aebd-58f672b6a20c" providerId="ADAL" clId="{9B24FA50-177C-4B5A-AA10-BF89D194F6B0}" dt="2024-03-05T19:59:54.307" v="94" actId="478"/>
          <ac:spMkLst>
            <pc:docMk/>
            <pc:sldMk cId="1777781894" sldId="2147474098"/>
            <ac:spMk id="100" creationId="{D5FA3F58-47F9-E915-9FD1-93E4ADFE3FFC}"/>
          </ac:spMkLst>
        </pc:spChg>
        <pc:spChg chg="del">
          <ac:chgData name="Cartwright, Max" userId="4fdaca64-157b-4f34-aebd-58f672b6a20c" providerId="ADAL" clId="{9B24FA50-177C-4B5A-AA10-BF89D194F6B0}" dt="2024-03-05T19:59:54.307" v="94" actId="478"/>
          <ac:spMkLst>
            <pc:docMk/>
            <pc:sldMk cId="1777781894" sldId="2147474098"/>
            <ac:spMk id="109" creationId="{73ED6D41-5DB2-1FFB-F73C-05E1C33EAB73}"/>
          </ac:spMkLst>
        </pc:spChg>
        <pc:spChg chg="del">
          <ac:chgData name="Cartwright, Max" userId="4fdaca64-157b-4f34-aebd-58f672b6a20c" providerId="ADAL" clId="{9B24FA50-177C-4B5A-AA10-BF89D194F6B0}" dt="2024-03-05T19:59:54.307" v="94" actId="478"/>
          <ac:spMkLst>
            <pc:docMk/>
            <pc:sldMk cId="1777781894" sldId="2147474098"/>
            <ac:spMk id="110" creationId="{4980B202-0471-B758-3DC7-9A929B27BD3C}"/>
          </ac:spMkLst>
        </pc:spChg>
        <pc:spChg chg="del">
          <ac:chgData name="Cartwright, Max" userId="4fdaca64-157b-4f34-aebd-58f672b6a20c" providerId="ADAL" clId="{9B24FA50-177C-4B5A-AA10-BF89D194F6B0}" dt="2024-03-05T19:59:54.307" v="94" actId="478"/>
          <ac:spMkLst>
            <pc:docMk/>
            <pc:sldMk cId="1777781894" sldId="2147474098"/>
            <ac:spMk id="111" creationId="{53AB399D-BB92-AE57-0FC5-4E6611113FC3}"/>
          </ac:spMkLst>
        </pc:spChg>
        <pc:spChg chg="del">
          <ac:chgData name="Cartwright, Max" userId="4fdaca64-157b-4f34-aebd-58f672b6a20c" providerId="ADAL" clId="{9B24FA50-177C-4B5A-AA10-BF89D194F6B0}" dt="2024-03-05T19:59:54.307" v="94" actId="478"/>
          <ac:spMkLst>
            <pc:docMk/>
            <pc:sldMk cId="1777781894" sldId="2147474098"/>
            <ac:spMk id="113" creationId="{18CC017A-C512-F4A6-2D74-1D4D891B5073}"/>
          </ac:spMkLst>
        </pc:spChg>
        <pc:spChg chg="del">
          <ac:chgData name="Cartwright, Max" userId="4fdaca64-157b-4f34-aebd-58f672b6a20c" providerId="ADAL" clId="{9B24FA50-177C-4B5A-AA10-BF89D194F6B0}" dt="2024-03-05T19:59:54.307" v="94" actId="478"/>
          <ac:spMkLst>
            <pc:docMk/>
            <pc:sldMk cId="1777781894" sldId="2147474098"/>
            <ac:spMk id="114" creationId="{DBA99863-29F2-63A9-F165-369228D8FD98}"/>
          </ac:spMkLst>
        </pc:spChg>
        <pc:spChg chg="del">
          <ac:chgData name="Cartwright, Max" userId="4fdaca64-157b-4f34-aebd-58f672b6a20c" providerId="ADAL" clId="{9B24FA50-177C-4B5A-AA10-BF89D194F6B0}" dt="2024-03-05T19:59:54.307" v="94" actId="478"/>
          <ac:spMkLst>
            <pc:docMk/>
            <pc:sldMk cId="1777781894" sldId="2147474098"/>
            <ac:spMk id="115" creationId="{C6AF3D11-E0D4-C70C-0ABF-B1521D21C7BB}"/>
          </ac:spMkLst>
        </pc:spChg>
        <pc:spChg chg="del">
          <ac:chgData name="Cartwright, Max" userId="4fdaca64-157b-4f34-aebd-58f672b6a20c" providerId="ADAL" clId="{9B24FA50-177C-4B5A-AA10-BF89D194F6B0}" dt="2024-03-05T19:59:54.307" v="94" actId="478"/>
          <ac:spMkLst>
            <pc:docMk/>
            <pc:sldMk cId="1777781894" sldId="2147474098"/>
            <ac:spMk id="119" creationId="{B0502CBE-6284-E21C-6506-09410BE45A21}"/>
          </ac:spMkLst>
        </pc:spChg>
        <pc:spChg chg="del">
          <ac:chgData name="Cartwright, Max" userId="4fdaca64-157b-4f34-aebd-58f672b6a20c" providerId="ADAL" clId="{9B24FA50-177C-4B5A-AA10-BF89D194F6B0}" dt="2024-03-05T19:59:54.307" v="94" actId="478"/>
          <ac:spMkLst>
            <pc:docMk/>
            <pc:sldMk cId="1777781894" sldId="2147474098"/>
            <ac:spMk id="120" creationId="{33025F4B-C8E0-4607-D5E3-F4737270C1E0}"/>
          </ac:spMkLst>
        </pc:spChg>
        <pc:spChg chg="del">
          <ac:chgData name="Cartwright, Max" userId="4fdaca64-157b-4f34-aebd-58f672b6a20c" providerId="ADAL" clId="{9B24FA50-177C-4B5A-AA10-BF89D194F6B0}" dt="2024-03-05T19:59:54.307" v="94" actId="478"/>
          <ac:spMkLst>
            <pc:docMk/>
            <pc:sldMk cId="1777781894" sldId="2147474098"/>
            <ac:spMk id="121" creationId="{07FE30F0-6EE6-A33E-EF7E-D16E09E438FC}"/>
          </ac:spMkLst>
        </pc:spChg>
        <pc:spChg chg="del">
          <ac:chgData name="Cartwright, Max" userId="4fdaca64-157b-4f34-aebd-58f672b6a20c" providerId="ADAL" clId="{9B24FA50-177C-4B5A-AA10-BF89D194F6B0}" dt="2024-03-05T19:59:54.307" v="94" actId="478"/>
          <ac:spMkLst>
            <pc:docMk/>
            <pc:sldMk cId="1777781894" sldId="2147474098"/>
            <ac:spMk id="157" creationId="{D7EBEA11-5617-AB09-4441-5563F77BD3C2}"/>
          </ac:spMkLst>
        </pc:spChg>
        <pc:spChg chg="add mod">
          <ac:chgData name="Cartwright, Max" userId="4fdaca64-157b-4f34-aebd-58f672b6a20c" providerId="ADAL" clId="{9B24FA50-177C-4B5A-AA10-BF89D194F6B0}" dt="2024-03-05T20:05:52.326" v="236" actId="207"/>
          <ac:spMkLst>
            <pc:docMk/>
            <pc:sldMk cId="1777781894" sldId="2147474098"/>
            <ac:spMk id="158" creationId="{065D6069-35D1-F6CE-68FA-DAB7FF59AAE4}"/>
          </ac:spMkLst>
        </pc:spChg>
        <pc:spChg chg="add mod">
          <ac:chgData name="Cartwright, Max" userId="4fdaca64-157b-4f34-aebd-58f672b6a20c" providerId="ADAL" clId="{9B24FA50-177C-4B5A-AA10-BF89D194F6B0}" dt="2024-03-05T20:05:59.626" v="237" actId="207"/>
          <ac:spMkLst>
            <pc:docMk/>
            <pc:sldMk cId="1777781894" sldId="2147474098"/>
            <ac:spMk id="159" creationId="{3E74D0DB-5D9F-2161-28F6-5F9454CB384D}"/>
          </ac:spMkLst>
        </pc:spChg>
        <pc:spChg chg="add mod">
          <ac:chgData name="Cartwright, Max" userId="4fdaca64-157b-4f34-aebd-58f672b6a20c" providerId="ADAL" clId="{9B24FA50-177C-4B5A-AA10-BF89D194F6B0}" dt="2024-03-05T20:05:31.179" v="228" actId="20577"/>
          <ac:spMkLst>
            <pc:docMk/>
            <pc:sldMk cId="1777781894" sldId="2147474098"/>
            <ac:spMk id="161" creationId="{D33F3196-94FF-53A9-BF8E-DF5118DDD82D}"/>
          </ac:spMkLst>
        </pc:spChg>
        <pc:spChg chg="add mod">
          <ac:chgData name="Cartwright, Max" userId="4fdaca64-157b-4f34-aebd-58f672b6a20c" providerId="ADAL" clId="{9B24FA50-177C-4B5A-AA10-BF89D194F6B0}" dt="2024-03-05T20:00:10.851" v="96"/>
          <ac:spMkLst>
            <pc:docMk/>
            <pc:sldMk cId="1777781894" sldId="2147474098"/>
            <ac:spMk id="162" creationId="{5E165112-15A1-D585-19AD-FF403D4091AB}"/>
          </ac:spMkLst>
        </pc:spChg>
        <pc:spChg chg="add mod">
          <ac:chgData name="Cartwright, Max" userId="4fdaca64-157b-4f34-aebd-58f672b6a20c" providerId="ADAL" clId="{9B24FA50-177C-4B5A-AA10-BF89D194F6B0}" dt="2024-03-05T20:00:10.851" v="96"/>
          <ac:spMkLst>
            <pc:docMk/>
            <pc:sldMk cId="1777781894" sldId="2147474098"/>
            <ac:spMk id="163" creationId="{A5DD8720-9485-51AF-3716-5D7E07F0CCBC}"/>
          </ac:spMkLst>
        </pc:spChg>
        <pc:spChg chg="add mod">
          <ac:chgData name="Cartwright, Max" userId="4fdaca64-157b-4f34-aebd-58f672b6a20c" providerId="ADAL" clId="{9B24FA50-177C-4B5A-AA10-BF89D194F6B0}" dt="2024-03-05T20:00:10.851" v="96"/>
          <ac:spMkLst>
            <pc:docMk/>
            <pc:sldMk cId="1777781894" sldId="2147474098"/>
            <ac:spMk id="165" creationId="{B944EC0A-0D17-C1E5-594F-EF5F09298951}"/>
          </ac:spMkLst>
        </pc:spChg>
        <pc:grpChg chg="add mod">
          <ac:chgData name="Cartwright, Max" userId="4fdaca64-157b-4f34-aebd-58f672b6a20c" providerId="ADAL" clId="{9B24FA50-177C-4B5A-AA10-BF89D194F6B0}" dt="2024-03-05T20:00:10.851" v="96"/>
          <ac:grpSpMkLst>
            <pc:docMk/>
            <pc:sldMk cId="1777781894" sldId="2147474098"/>
            <ac:grpSpMk id="6" creationId="{91F1EEB7-EA7A-D5C8-DE54-4BA7B14A4BFE}"/>
          </ac:grpSpMkLst>
        </pc:grpChg>
        <pc:grpChg chg="add mod">
          <ac:chgData name="Cartwright, Max" userId="4fdaca64-157b-4f34-aebd-58f672b6a20c" providerId="ADAL" clId="{9B24FA50-177C-4B5A-AA10-BF89D194F6B0}" dt="2024-03-05T20:00:10.851" v="96"/>
          <ac:grpSpMkLst>
            <pc:docMk/>
            <pc:sldMk cId="1777781894" sldId="2147474098"/>
            <ac:grpSpMk id="9" creationId="{E84670E2-B3A9-2243-6FE8-B3E0AA34B5D4}"/>
          </ac:grpSpMkLst>
        </pc:grpChg>
        <pc:grpChg chg="add del mod">
          <ac:chgData name="Cartwright, Max" userId="4fdaca64-157b-4f34-aebd-58f672b6a20c" providerId="ADAL" clId="{9B24FA50-177C-4B5A-AA10-BF89D194F6B0}" dt="2024-03-05T20:00:44.611" v="100" actId="165"/>
          <ac:grpSpMkLst>
            <pc:docMk/>
            <pc:sldMk cId="1777781894" sldId="2147474098"/>
            <ac:grpSpMk id="15" creationId="{69555B49-2C2C-4943-A9EE-B171AEEA4C0A}"/>
          </ac:grpSpMkLst>
        </pc:grpChg>
        <pc:grpChg chg="del">
          <ac:chgData name="Cartwright, Max" userId="4fdaca64-157b-4f34-aebd-58f672b6a20c" providerId="ADAL" clId="{9B24FA50-177C-4B5A-AA10-BF89D194F6B0}" dt="2024-03-05T19:59:54.307" v="94" actId="478"/>
          <ac:grpSpMkLst>
            <pc:docMk/>
            <pc:sldMk cId="1777781894" sldId="2147474098"/>
            <ac:grpSpMk id="89" creationId="{CBD39CFD-9F36-3FAD-72E7-5D46DBA0AAE6}"/>
          </ac:grpSpMkLst>
        </pc:grpChg>
        <pc:grpChg chg="del">
          <ac:chgData name="Cartwright, Max" userId="4fdaca64-157b-4f34-aebd-58f672b6a20c" providerId="ADAL" clId="{9B24FA50-177C-4B5A-AA10-BF89D194F6B0}" dt="2024-03-05T19:59:54.307" v="94" actId="478"/>
          <ac:grpSpMkLst>
            <pc:docMk/>
            <pc:sldMk cId="1777781894" sldId="2147474098"/>
            <ac:grpSpMk id="92" creationId="{E42F63F0-9060-CB34-F0FE-CEA125F15C7F}"/>
          </ac:grpSpMkLst>
        </pc:grpChg>
        <pc:grpChg chg="del">
          <ac:chgData name="Cartwright, Max" userId="4fdaca64-157b-4f34-aebd-58f672b6a20c" providerId="ADAL" clId="{9B24FA50-177C-4B5A-AA10-BF89D194F6B0}" dt="2024-03-05T19:59:54.307" v="94" actId="478"/>
          <ac:grpSpMkLst>
            <pc:docMk/>
            <pc:sldMk cId="1777781894" sldId="2147474098"/>
            <ac:grpSpMk id="96" creationId="{518CFBDA-43C4-3264-F9B2-7D5C11B90E3B}"/>
          </ac:grpSpMkLst>
        </pc:grpChg>
        <pc:grpChg chg="del">
          <ac:chgData name="Cartwright, Max" userId="4fdaca64-157b-4f34-aebd-58f672b6a20c" providerId="ADAL" clId="{9B24FA50-177C-4B5A-AA10-BF89D194F6B0}" dt="2024-03-05T19:59:54.307" v="94" actId="478"/>
          <ac:grpSpMkLst>
            <pc:docMk/>
            <pc:sldMk cId="1777781894" sldId="2147474098"/>
            <ac:grpSpMk id="101" creationId="{06245790-5D8E-19E0-3E96-8D90FFD80317}"/>
          </ac:grpSpMkLst>
        </pc:grpChg>
        <pc:grpChg chg="del">
          <ac:chgData name="Cartwright, Max" userId="4fdaca64-157b-4f34-aebd-58f672b6a20c" providerId="ADAL" clId="{9B24FA50-177C-4B5A-AA10-BF89D194F6B0}" dt="2024-03-05T19:59:54.307" v="94" actId="478"/>
          <ac:grpSpMkLst>
            <pc:docMk/>
            <pc:sldMk cId="1777781894" sldId="2147474098"/>
            <ac:grpSpMk id="105" creationId="{A13D0A05-CB60-C157-F079-CDC014466577}"/>
          </ac:grpSpMkLst>
        </pc:grpChg>
        <pc:grpChg chg="del">
          <ac:chgData name="Cartwright, Max" userId="4fdaca64-157b-4f34-aebd-58f672b6a20c" providerId="ADAL" clId="{9B24FA50-177C-4B5A-AA10-BF89D194F6B0}" dt="2024-03-05T19:59:54.307" v="94" actId="478"/>
          <ac:grpSpMkLst>
            <pc:docMk/>
            <pc:sldMk cId="1777781894" sldId="2147474098"/>
            <ac:grpSpMk id="116" creationId="{AD53E269-967C-B412-8820-516B7CB62B28}"/>
          </ac:grpSpMkLst>
        </pc:grpChg>
        <pc:grpChg chg="del">
          <ac:chgData name="Cartwright, Max" userId="4fdaca64-157b-4f34-aebd-58f672b6a20c" providerId="ADAL" clId="{9B24FA50-177C-4B5A-AA10-BF89D194F6B0}" dt="2024-03-05T19:59:54.307" v="94" actId="478"/>
          <ac:grpSpMkLst>
            <pc:docMk/>
            <pc:sldMk cId="1777781894" sldId="2147474098"/>
            <ac:grpSpMk id="122" creationId="{EB8CABA1-8A8C-63C7-A0B9-D97D1094E2DB}"/>
          </ac:grpSpMkLst>
        </pc:grpChg>
        <pc:grpChg chg="del">
          <ac:chgData name="Cartwright, Max" userId="4fdaca64-157b-4f34-aebd-58f672b6a20c" providerId="ADAL" clId="{9B24FA50-177C-4B5A-AA10-BF89D194F6B0}" dt="2024-03-05T19:59:54.307" v="94" actId="478"/>
          <ac:grpSpMkLst>
            <pc:docMk/>
            <pc:sldMk cId="1777781894" sldId="2147474098"/>
            <ac:grpSpMk id="153" creationId="{84DBE6B1-4861-6CEA-B587-A01A28B43ACE}"/>
          </ac:grpSpMkLst>
        </pc:grpChg>
        <pc:grpChg chg="del">
          <ac:chgData name="Cartwright, Max" userId="4fdaca64-157b-4f34-aebd-58f672b6a20c" providerId="ADAL" clId="{9B24FA50-177C-4B5A-AA10-BF89D194F6B0}" dt="2024-03-05T19:59:54.307" v="94" actId="478"/>
          <ac:grpSpMkLst>
            <pc:docMk/>
            <pc:sldMk cId="1777781894" sldId="2147474098"/>
            <ac:grpSpMk id="160" creationId="{7DA36771-D4ED-99AC-F653-195EC2B21710}"/>
          </ac:grpSpMkLst>
        </pc:grpChg>
        <pc:picChg chg="del">
          <ac:chgData name="Cartwright, Max" userId="4fdaca64-157b-4f34-aebd-58f672b6a20c" providerId="ADAL" clId="{9B24FA50-177C-4B5A-AA10-BF89D194F6B0}" dt="2024-03-05T19:59:54.307" v="94" actId="478"/>
          <ac:picMkLst>
            <pc:docMk/>
            <pc:sldMk cId="1777781894" sldId="2147474098"/>
            <ac:picMk id="83" creationId="{80EF16C6-3FAF-219F-F96A-93D8591E4824}"/>
          </ac:picMkLst>
        </pc:picChg>
        <pc:picChg chg="del">
          <ac:chgData name="Cartwright, Max" userId="4fdaca64-157b-4f34-aebd-58f672b6a20c" providerId="ADAL" clId="{9B24FA50-177C-4B5A-AA10-BF89D194F6B0}" dt="2024-03-05T19:59:54.307" v="94" actId="478"/>
          <ac:picMkLst>
            <pc:docMk/>
            <pc:sldMk cId="1777781894" sldId="2147474098"/>
            <ac:picMk id="86" creationId="{B4A38BD7-377B-34DA-9BDB-B095E47F1582}"/>
          </ac:picMkLst>
        </pc:picChg>
        <pc:picChg chg="del">
          <ac:chgData name="Cartwright, Max" userId="4fdaca64-157b-4f34-aebd-58f672b6a20c" providerId="ADAL" clId="{9B24FA50-177C-4B5A-AA10-BF89D194F6B0}" dt="2024-03-05T19:59:54.307" v="94" actId="478"/>
          <ac:picMkLst>
            <pc:docMk/>
            <pc:sldMk cId="1777781894" sldId="2147474098"/>
            <ac:picMk id="88" creationId="{071CFE37-F4F5-930B-EF0E-F56DE2C7DD81}"/>
          </ac:picMkLst>
        </pc:picChg>
        <pc:picChg chg="add del mod">
          <ac:chgData name="Cartwright, Max" userId="4fdaca64-157b-4f34-aebd-58f672b6a20c" providerId="ADAL" clId="{9B24FA50-177C-4B5A-AA10-BF89D194F6B0}" dt="2024-03-05T20:00:15.212" v="97" actId="478"/>
          <ac:picMkLst>
            <pc:docMk/>
            <pc:sldMk cId="1777781894" sldId="2147474098"/>
            <ac:picMk id="164" creationId="{318907BD-6C93-7ABD-F86A-D648B013087B}"/>
          </ac:picMkLst>
        </pc:picChg>
        <pc:picChg chg="add mod">
          <ac:chgData name="Cartwright, Max" userId="4fdaca64-157b-4f34-aebd-58f672b6a20c" providerId="ADAL" clId="{9B24FA50-177C-4B5A-AA10-BF89D194F6B0}" dt="2024-03-05T20:00:41.186" v="99" actId="1076"/>
          <ac:picMkLst>
            <pc:docMk/>
            <pc:sldMk cId="1777781894" sldId="2147474098"/>
            <ac:picMk id="166" creationId="{32021D27-AC29-E2A0-0031-9CFB5CD37562}"/>
          </ac:picMkLst>
        </pc:picChg>
        <pc:cxnChg chg="del">
          <ac:chgData name="Cartwright, Max" userId="4fdaca64-157b-4f34-aebd-58f672b6a20c" providerId="ADAL" clId="{9B24FA50-177C-4B5A-AA10-BF89D194F6B0}" dt="2024-03-05T19:59:54.307" v="94" actId="478"/>
          <ac:cxnSpMkLst>
            <pc:docMk/>
            <pc:sldMk cId="1777781894" sldId="2147474098"/>
            <ac:cxnSpMk id="84" creationId="{8E9F5508-A446-B2D4-C8E5-71C35E1D479C}"/>
          </ac:cxnSpMkLst>
        </pc:cxnChg>
        <pc:cxnChg chg="del">
          <ac:chgData name="Cartwright, Max" userId="4fdaca64-157b-4f34-aebd-58f672b6a20c" providerId="ADAL" clId="{9B24FA50-177C-4B5A-AA10-BF89D194F6B0}" dt="2024-03-05T19:59:54.307" v="94" actId="478"/>
          <ac:cxnSpMkLst>
            <pc:docMk/>
            <pc:sldMk cId="1777781894" sldId="2147474098"/>
            <ac:cxnSpMk id="85" creationId="{680F3C72-B27B-4385-CE6F-D17A1B408AFB}"/>
          </ac:cxnSpMkLst>
        </pc:cxnChg>
        <pc:cxnChg chg="del">
          <ac:chgData name="Cartwright, Max" userId="4fdaca64-157b-4f34-aebd-58f672b6a20c" providerId="ADAL" clId="{9B24FA50-177C-4B5A-AA10-BF89D194F6B0}" dt="2024-03-05T19:59:54.307" v="94" actId="478"/>
          <ac:cxnSpMkLst>
            <pc:docMk/>
            <pc:sldMk cId="1777781894" sldId="2147474098"/>
            <ac:cxnSpMk id="87" creationId="{5D2D7A86-0255-8C6C-41DC-0E87E31BBA69}"/>
          </ac:cxnSpMkLst>
        </pc:cxnChg>
        <pc:cxnChg chg="del">
          <ac:chgData name="Cartwright, Max" userId="4fdaca64-157b-4f34-aebd-58f672b6a20c" providerId="ADAL" clId="{9B24FA50-177C-4B5A-AA10-BF89D194F6B0}" dt="2024-03-05T19:59:54.307" v="94" actId="478"/>
          <ac:cxnSpMkLst>
            <pc:docMk/>
            <pc:sldMk cId="1777781894" sldId="2147474098"/>
            <ac:cxnSpMk id="112" creationId="{257F804C-1D1B-934C-5F46-74F7254958E3}"/>
          </ac:cxnSpMkLst>
        </pc:cxnChg>
        <pc:cxnChg chg="del">
          <ac:chgData name="Cartwright, Max" userId="4fdaca64-157b-4f34-aebd-58f672b6a20c" providerId="ADAL" clId="{9B24FA50-177C-4B5A-AA10-BF89D194F6B0}" dt="2024-03-05T19:59:54.307" v="94" actId="478"/>
          <ac:cxnSpMkLst>
            <pc:docMk/>
            <pc:sldMk cId="1777781894" sldId="2147474098"/>
            <ac:cxnSpMk id="156" creationId="{B2B1AE57-7099-5A8D-683F-17E988A725E1}"/>
          </ac:cxnSpMkLst>
        </pc:cxnChg>
      </pc:sldChg>
      <pc:sldChg chg="del">
        <pc:chgData name="Cartwright, Max" userId="4fdaca64-157b-4f34-aebd-58f672b6a20c" providerId="ADAL" clId="{9B24FA50-177C-4B5A-AA10-BF89D194F6B0}" dt="2024-03-05T19:58:42.185" v="84" actId="47"/>
        <pc:sldMkLst>
          <pc:docMk/>
          <pc:sldMk cId="3235824206" sldId="2147474098"/>
        </pc:sldMkLst>
      </pc:sldChg>
      <pc:sldChg chg="addSp delSp modSp add mod ord">
        <pc:chgData name="Cartwright, Max" userId="4fdaca64-157b-4f34-aebd-58f672b6a20c" providerId="ADAL" clId="{9B24FA50-177C-4B5A-AA10-BF89D194F6B0}" dt="2024-03-05T20:36:48.316" v="922" actId="1076"/>
        <pc:sldMkLst>
          <pc:docMk/>
          <pc:sldMk cId="2083448681" sldId="2147474099"/>
        </pc:sldMkLst>
        <pc:spChg chg="add mod">
          <ac:chgData name="Cartwright, Max" userId="4fdaca64-157b-4f34-aebd-58f672b6a20c" providerId="ADAL" clId="{9B24FA50-177C-4B5A-AA10-BF89D194F6B0}" dt="2024-03-05T20:07:41.206" v="243"/>
          <ac:spMkLst>
            <pc:docMk/>
            <pc:sldMk cId="2083448681" sldId="2147474099"/>
            <ac:spMk id="2" creationId="{50543BE8-19BE-6EFE-97EE-8E70FE6E527C}"/>
          </ac:spMkLst>
        </pc:spChg>
        <pc:spChg chg="mod">
          <ac:chgData name="Cartwright, Max" userId="4fdaca64-157b-4f34-aebd-58f672b6a20c" providerId="ADAL" clId="{9B24FA50-177C-4B5A-AA10-BF89D194F6B0}" dt="2024-03-05T20:36:48.316" v="922" actId="1076"/>
          <ac:spMkLst>
            <pc:docMk/>
            <pc:sldMk cId="2083448681" sldId="2147474099"/>
            <ac:spMk id="3" creationId="{E7A0A04E-4539-76F3-C369-AD07AF8FA944}"/>
          </ac:spMkLst>
        </pc:spChg>
        <pc:spChg chg="del">
          <ac:chgData name="Cartwright, Max" userId="4fdaca64-157b-4f34-aebd-58f672b6a20c" providerId="ADAL" clId="{9B24FA50-177C-4B5A-AA10-BF89D194F6B0}" dt="2024-03-05T20:07:34.485" v="242" actId="478"/>
          <ac:spMkLst>
            <pc:docMk/>
            <pc:sldMk cId="2083448681" sldId="2147474099"/>
            <ac:spMk id="4" creationId="{706B6A75-28EE-1CEB-7E72-360E7BA43EB4}"/>
          </ac:spMkLst>
        </pc:spChg>
        <pc:spChg chg="del">
          <ac:chgData name="Cartwright, Max" userId="4fdaca64-157b-4f34-aebd-58f672b6a20c" providerId="ADAL" clId="{9B24FA50-177C-4B5A-AA10-BF89D194F6B0}" dt="2024-03-05T20:07:34.485" v="242" actId="478"/>
          <ac:spMkLst>
            <pc:docMk/>
            <pc:sldMk cId="2083448681" sldId="2147474099"/>
            <ac:spMk id="5" creationId="{C180034C-E859-B2E5-597F-47AA58FED094}"/>
          </ac:spMkLst>
        </pc:spChg>
        <pc:spChg chg="add mod">
          <ac:chgData name="Cartwright, Max" userId="4fdaca64-157b-4f34-aebd-58f672b6a20c" providerId="ADAL" clId="{9B24FA50-177C-4B5A-AA10-BF89D194F6B0}" dt="2024-03-05T20:08:07.079" v="244" actId="207"/>
          <ac:spMkLst>
            <pc:docMk/>
            <pc:sldMk cId="2083448681" sldId="2147474099"/>
            <ac:spMk id="15" creationId="{84BE40A6-2B20-EF48-FF10-8FE654F2EDF2}"/>
          </ac:spMkLst>
        </pc:spChg>
        <pc:spChg chg="del">
          <ac:chgData name="Cartwright, Max" userId="4fdaca64-157b-4f34-aebd-58f672b6a20c" providerId="ADAL" clId="{9B24FA50-177C-4B5A-AA10-BF89D194F6B0}" dt="2024-03-05T20:07:34.485" v="242" actId="478"/>
          <ac:spMkLst>
            <pc:docMk/>
            <pc:sldMk cId="2083448681" sldId="2147474099"/>
            <ac:spMk id="16" creationId="{323917D4-59EC-69F8-6FB5-6A37B28BDB35}"/>
          </ac:spMkLst>
        </pc:spChg>
        <pc:spChg chg="del">
          <ac:chgData name="Cartwright, Max" userId="4fdaca64-157b-4f34-aebd-58f672b6a20c" providerId="ADAL" clId="{9B24FA50-177C-4B5A-AA10-BF89D194F6B0}" dt="2024-03-05T20:07:34.485" v="242" actId="478"/>
          <ac:spMkLst>
            <pc:docMk/>
            <pc:sldMk cId="2083448681" sldId="2147474099"/>
            <ac:spMk id="17" creationId="{7EE8758F-CE2A-406C-25A5-24AADC136BEB}"/>
          </ac:spMkLst>
        </pc:spChg>
        <pc:spChg chg="del">
          <ac:chgData name="Cartwright, Max" userId="4fdaca64-157b-4f34-aebd-58f672b6a20c" providerId="ADAL" clId="{9B24FA50-177C-4B5A-AA10-BF89D194F6B0}" dt="2024-03-05T20:07:34.485" v="242" actId="478"/>
          <ac:spMkLst>
            <pc:docMk/>
            <pc:sldMk cId="2083448681" sldId="2147474099"/>
            <ac:spMk id="18" creationId="{E3CE930B-6579-D0D0-A55B-55BA0970A65A}"/>
          </ac:spMkLst>
        </pc:spChg>
        <pc:spChg chg="del">
          <ac:chgData name="Cartwright, Max" userId="4fdaca64-157b-4f34-aebd-58f672b6a20c" providerId="ADAL" clId="{9B24FA50-177C-4B5A-AA10-BF89D194F6B0}" dt="2024-03-05T20:07:34.485" v="242" actId="478"/>
          <ac:spMkLst>
            <pc:docMk/>
            <pc:sldMk cId="2083448681" sldId="2147474099"/>
            <ac:spMk id="19" creationId="{6E2E7925-F87A-5A21-091A-AE06F240E47F}"/>
          </ac:spMkLst>
        </pc:spChg>
        <pc:spChg chg="del">
          <ac:chgData name="Cartwright, Max" userId="4fdaca64-157b-4f34-aebd-58f672b6a20c" providerId="ADAL" clId="{9B24FA50-177C-4B5A-AA10-BF89D194F6B0}" dt="2024-03-05T20:07:34.485" v="242" actId="478"/>
          <ac:spMkLst>
            <pc:docMk/>
            <pc:sldMk cId="2083448681" sldId="2147474099"/>
            <ac:spMk id="20" creationId="{509D5C8D-8ABD-06CA-F858-FF0498BAECB4}"/>
          </ac:spMkLst>
        </pc:spChg>
        <pc:spChg chg="del">
          <ac:chgData name="Cartwright, Max" userId="4fdaca64-157b-4f34-aebd-58f672b6a20c" providerId="ADAL" clId="{9B24FA50-177C-4B5A-AA10-BF89D194F6B0}" dt="2024-03-05T20:07:34.485" v="242" actId="478"/>
          <ac:spMkLst>
            <pc:docMk/>
            <pc:sldMk cId="2083448681" sldId="2147474099"/>
            <ac:spMk id="21" creationId="{86A9E356-8DCA-1DD8-2A15-B34268754DA4}"/>
          </ac:spMkLst>
        </pc:spChg>
        <pc:spChg chg="del">
          <ac:chgData name="Cartwright, Max" userId="4fdaca64-157b-4f34-aebd-58f672b6a20c" providerId="ADAL" clId="{9B24FA50-177C-4B5A-AA10-BF89D194F6B0}" dt="2024-03-05T20:07:34.485" v="242" actId="478"/>
          <ac:spMkLst>
            <pc:docMk/>
            <pc:sldMk cId="2083448681" sldId="2147474099"/>
            <ac:spMk id="22" creationId="{C8AEB16C-B524-FEC4-CF7B-4F32BD03B7A4}"/>
          </ac:spMkLst>
        </pc:spChg>
        <pc:spChg chg="del">
          <ac:chgData name="Cartwright, Max" userId="4fdaca64-157b-4f34-aebd-58f672b6a20c" providerId="ADAL" clId="{9B24FA50-177C-4B5A-AA10-BF89D194F6B0}" dt="2024-03-05T20:07:34.485" v="242" actId="478"/>
          <ac:spMkLst>
            <pc:docMk/>
            <pc:sldMk cId="2083448681" sldId="2147474099"/>
            <ac:spMk id="23" creationId="{3C1EC9D6-9A54-FB80-1934-F123AEA2D776}"/>
          </ac:spMkLst>
        </pc:spChg>
        <pc:spChg chg="del">
          <ac:chgData name="Cartwright, Max" userId="4fdaca64-157b-4f34-aebd-58f672b6a20c" providerId="ADAL" clId="{9B24FA50-177C-4B5A-AA10-BF89D194F6B0}" dt="2024-03-05T20:07:34.485" v="242" actId="478"/>
          <ac:spMkLst>
            <pc:docMk/>
            <pc:sldMk cId="2083448681" sldId="2147474099"/>
            <ac:spMk id="24" creationId="{B2E8C7B2-49F0-F8F5-8B5B-40C4277DBDF1}"/>
          </ac:spMkLst>
        </pc:spChg>
        <pc:spChg chg="del">
          <ac:chgData name="Cartwright, Max" userId="4fdaca64-157b-4f34-aebd-58f672b6a20c" providerId="ADAL" clId="{9B24FA50-177C-4B5A-AA10-BF89D194F6B0}" dt="2024-03-05T20:07:34.485" v="242" actId="478"/>
          <ac:spMkLst>
            <pc:docMk/>
            <pc:sldMk cId="2083448681" sldId="2147474099"/>
            <ac:spMk id="25" creationId="{C65A9B1D-85D4-6894-1C87-58A9458231E9}"/>
          </ac:spMkLst>
        </pc:spChg>
        <pc:spChg chg="del">
          <ac:chgData name="Cartwright, Max" userId="4fdaca64-157b-4f34-aebd-58f672b6a20c" providerId="ADAL" clId="{9B24FA50-177C-4B5A-AA10-BF89D194F6B0}" dt="2024-03-05T20:07:34.485" v="242" actId="478"/>
          <ac:spMkLst>
            <pc:docMk/>
            <pc:sldMk cId="2083448681" sldId="2147474099"/>
            <ac:spMk id="26" creationId="{FB02089F-7999-44B7-7BDF-5E837335AFD2}"/>
          </ac:spMkLst>
        </pc:spChg>
        <pc:spChg chg="del">
          <ac:chgData name="Cartwright, Max" userId="4fdaca64-157b-4f34-aebd-58f672b6a20c" providerId="ADAL" clId="{9B24FA50-177C-4B5A-AA10-BF89D194F6B0}" dt="2024-03-05T20:07:34.485" v="242" actId="478"/>
          <ac:spMkLst>
            <pc:docMk/>
            <pc:sldMk cId="2083448681" sldId="2147474099"/>
            <ac:spMk id="27" creationId="{5F4D5FDD-8F0B-B331-6ADC-FEA916B2E436}"/>
          </ac:spMkLst>
        </pc:spChg>
        <pc:spChg chg="del">
          <ac:chgData name="Cartwright, Max" userId="4fdaca64-157b-4f34-aebd-58f672b6a20c" providerId="ADAL" clId="{9B24FA50-177C-4B5A-AA10-BF89D194F6B0}" dt="2024-03-05T20:07:34.485" v="242" actId="478"/>
          <ac:spMkLst>
            <pc:docMk/>
            <pc:sldMk cId="2083448681" sldId="2147474099"/>
            <ac:spMk id="28" creationId="{6618089D-87C0-6293-AAD2-BB3037CF2215}"/>
          </ac:spMkLst>
        </pc:spChg>
        <pc:spChg chg="del">
          <ac:chgData name="Cartwright, Max" userId="4fdaca64-157b-4f34-aebd-58f672b6a20c" providerId="ADAL" clId="{9B24FA50-177C-4B5A-AA10-BF89D194F6B0}" dt="2024-03-05T20:07:34.485" v="242" actId="478"/>
          <ac:spMkLst>
            <pc:docMk/>
            <pc:sldMk cId="2083448681" sldId="2147474099"/>
            <ac:spMk id="29" creationId="{8F9AC9CE-EE22-8999-C91E-7C53927F2574}"/>
          </ac:spMkLst>
        </pc:spChg>
        <pc:spChg chg="del">
          <ac:chgData name="Cartwright, Max" userId="4fdaca64-157b-4f34-aebd-58f672b6a20c" providerId="ADAL" clId="{9B24FA50-177C-4B5A-AA10-BF89D194F6B0}" dt="2024-03-05T20:07:34.485" v="242" actId="478"/>
          <ac:spMkLst>
            <pc:docMk/>
            <pc:sldMk cId="2083448681" sldId="2147474099"/>
            <ac:spMk id="30" creationId="{5E82B770-D54A-FBF8-FE78-3CD59F1E0B3C}"/>
          </ac:spMkLst>
        </pc:spChg>
        <pc:spChg chg="del">
          <ac:chgData name="Cartwright, Max" userId="4fdaca64-157b-4f34-aebd-58f672b6a20c" providerId="ADAL" clId="{9B24FA50-177C-4B5A-AA10-BF89D194F6B0}" dt="2024-03-05T20:07:34.485" v="242" actId="478"/>
          <ac:spMkLst>
            <pc:docMk/>
            <pc:sldMk cId="2083448681" sldId="2147474099"/>
            <ac:spMk id="31" creationId="{F6EDAFA3-CF5D-6CD1-3F04-F26402155D40}"/>
          </ac:spMkLst>
        </pc:spChg>
        <pc:spChg chg="del">
          <ac:chgData name="Cartwright, Max" userId="4fdaca64-157b-4f34-aebd-58f672b6a20c" providerId="ADAL" clId="{9B24FA50-177C-4B5A-AA10-BF89D194F6B0}" dt="2024-03-05T20:07:34.485" v="242" actId="478"/>
          <ac:spMkLst>
            <pc:docMk/>
            <pc:sldMk cId="2083448681" sldId="2147474099"/>
            <ac:spMk id="64" creationId="{56C8ED0B-81D8-46AA-6AD3-9599BED25299}"/>
          </ac:spMkLst>
        </pc:spChg>
        <pc:spChg chg="del">
          <ac:chgData name="Cartwright, Max" userId="4fdaca64-157b-4f34-aebd-58f672b6a20c" providerId="ADAL" clId="{9B24FA50-177C-4B5A-AA10-BF89D194F6B0}" dt="2024-03-05T20:07:34.485" v="242" actId="478"/>
          <ac:spMkLst>
            <pc:docMk/>
            <pc:sldMk cId="2083448681" sldId="2147474099"/>
            <ac:spMk id="65" creationId="{DD795179-BE8A-87C7-2CC3-B660419A6194}"/>
          </ac:spMkLst>
        </pc:spChg>
        <pc:spChg chg="del">
          <ac:chgData name="Cartwright, Max" userId="4fdaca64-157b-4f34-aebd-58f672b6a20c" providerId="ADAL" clId="{9B24FA50-177C-4B5A-AA10-BF89D194F6B0}" dt="2024-03-05T20:07:34.485" v="242" actId="478"/>
          <ac:spMkLst>
            <pc:docMk/>
            <pc:sldMk cId="2083448681" sldId="2147474099"/>
            <ac:spMk id="66" creationId="{29E59022-4BF3-E29E-C12E-B58C08FA9385}"/>
          </ac:spMkLst>
        </pc:spChg>
        <pc:spChg chg="del">
          <ac:chgData name="Cartwright, Max" userId="4fdaca64-157b-4f34-aebd-58f672b6a20c" providerId="ADAL" clId="{9B24FA50-177C-4B5A-AA10-BF89D194F6B0}" dt="2024-03-05T20:07:34.485" v="242" actId="478"/>
          <ac:spMkLst>
            <pc:docMk/>
            <pc:sldMk cId="2083448681" sldId="2147474099"/>
            <ac:spMk id="67" creationId="{3E936388-8B97-58FF-A34C-E612EA3AE1DB}"/>
          </ac:spMkLst>
        </pc:spChg>
        <pc:spChg chg="del">
          <ac:chgData name="Cartwright, Max" userId="4fdaca64-157b-4f34-aebd-58f672b6a20c" providerId="ADAL" clId="{9B24FA50-177C-4B5A-AA10-BF89D194F6B0}" dt="2024-03-05T20:07:34.485" v="242" actId="478"/>
          <ac:spMkLst>
            <pc:docMk/>
            <pc:sldMk cId="2083448681" sldId="2147474099"/>
            <ac:spMk id="68" creationId="{6EC92D07-E96C-E6F1-6144-5C016A8483E5}"/>
          </ac:spMkLst>
        </pc:spChg>
        <pc:spChg chg="del">
          <ac:chgData name="Cartwright, Max" userId="4fdaca64-157b-4f34-aebd-58f672b6a20c" providerId="ADAL" clId="{9B24FA50-177C-4B5A-AA10-BF89D194F6B0}" dt="2024-03-05T20:07:34.485" v="242" actId="478"/>
          <ac:spMkLst>
            <pc:docMk/>
            <pc:sldMk cId="2083448681" sldId="2147474099"/>
            <ac:spMk id="69" creationId="{5D7DF35D-547B-CEF6-8912-5239B47DA582}"/>
          </ac:spMkLst>
        </pc:spChg>
        <pc:spChg chg="del">
          <ac:chgData name="Cartwright, Max" userId="4fdaca64-157b-4f34-aebd-58f672b6a20c" providerId="ADAL" clId="{9B24FA50-177C-4B5A-AA10-BF89D194F6B0}" dt="2024-03-05T20:07:34.485" v="242" actId="478"/>
          <ac:spMkLst>
            <pc:docMk/>
            <pc:sldMk cId="2083448681" sldId="2147474099"/>
            <ac:spMk id="70" creationId="{FAE2441E-7556-7B01-38DD-4F7576311E9F}"/>
          </ac:spMkLst>
        </pc:spChg>
        <pc:spChg chg="del">
          <ac:chgData name="Cartwright, Max" userId="4fdaca64-157b-4f34-aebd-58f672b6a20c" providerId="ADAL" clId="{9B24FA50-177C-4B5A-AA10-BF89D194F6B0}" dt="2024-03-05T20:07:34.485" v="242" actId="478"/>
          <ac:spMkLst>
            <pc:docMk/>
            <pc:sldMk cId="2083448681" sldId="2147474099"/>
            <ac:spMk id="71" creationId="{CFB73E41-28E5-5B6A-78F2-6DDBCEC42C75}"/>
          </ac:spMkLst>
        </pc:spChg>
        <pc:spChg chg="del">
          <ac:chgData name="Cartwright, Max" userId="4fdaca64-157b-4f34-aebd-58f672b6a20c" providerId="ADAL" clId="{9B24FA50-177C-4B5A-AA10-BF89D194F6B0}" dt="2024-03-05T20:07:34.485" v="242" actId="478"/>
          <ac:spMkLst>
            <pc:docMk/>
            <pc:sldMk cId="2083448681" sldId="2147474099"/>
            <ac:spMk id="72" creationId="{8BE5E1E7-CD92-CE60-9C08-362CA75D1DE5}"/>
          </ac:spMkLst>
        </pc:spChg>
        <pc:spChg chg="del">
          <ac:chgData name="Cartwright, Max" userId="4fdaca64-157b-4f34-aebd-58f672b6a20c" providerId="ADAL" clId="{9B24FA50-177C-4B5A-AA10-BF89D194F6B0}" dt="2024-03-05T20:07:34.485" v="242" actId="478"/>
          <ac:spMkLst>
            <pc:docMk/>
            <pc:sldMk cId="2083448681" sldId="2147474099"/>
            <ac:spMk id="73" creationId="{DA88CA85-FB53-C64C-A159-419AAEA605FC}"/>
          </ac:spMkLst>
        </pc:spChg>
        <pc:spChg chg="del">
          <ac:chgData name="Cartwright, Max" userId="4fdaca64-157b-4f34-aebd-58f672b6a20c" providerId="ADAL" clId="{9B24FA50-177C-4B5A-AA10-BF89D194F6B0}" dt="2024-03-05T20:07:34.485" v="242" actId="478"/>
          <ac:spMkLst>
            <pc:docMk/>
            <pc:sldMk cId="2083448681" sldId="2147474099"/>
            <ac:spMk id="74" creationId="{09C7C15D-2C82-6EBF-7732-7EE3199114C7}"/>
          </ac:spMkLst>
        </pc:spChg>
        <pc:spChg chg="del">
          <ac:chgData name="Cartwright, Max" userId="4fdaca64-157b-4f34-aebd-58f672b6a20c" providerId="ADAL" clId="{9B24FA50-177C-4B5A-AA10-BF89D194F6B0}" dt="2024-03-05T20:07:34.485" v="242" actId="478"/>
          <ac:spMkLst>
            <pc:docMk/>
            <pc:sldMk cId="2083448681" sldId="2147474099"/>
            <ac:spMk id="75" creationId="{91FCB2E9-EFCE-A69F-5B43-74088B169490}"/>
          </ac:spMkLst>
        </pc:spChg>
        <pc:spChg chg="del">
          <ac:chgData name="Cartwright, Max" userId="4fdaca64-157b-4f34-aebd-58f672b6a20c" providerId="ADAL" clId="{9B24FA50-177C-4B5A-AA10-BF89D194F6B0}" dt="2024-03-05T20:07:34.485" v="242" actId="478"/>
          <ac:spMkLst>
            <pc:docMk/>
            <pc:sldMk cId="2083448681" sldId="2147474099"/>
            <ac:spMk id="76" creationId="{660483A6-BF2E-831F-93A1-BC2E4F558646}"/>
          </ac:spMkLst>
        </pc:spChg>
        <pc:spChg chg="del">
          <ac:chgData name="Cartwright, Max" userId="4fdaca64-157b-4f34-aebd-58f672b6a20c" providerId="ADAL" clId="{9B24FA50-177C-4B5A-AA10-BF89D194F6B0}" dt="2024-03-05T20:07:34.485" v="242" actId="478"/>
          <ac:spMkLst>
            <pc:docMk/>
            <pc:sldMk cId="2083448681" sldId="2147474099"/>
            <ac:spMk id="77" creationId="{74A95E0F-3AB5-937B-3315-BED95511C67C}"/>
          </ac:spMkLst>
        </pc:spChg>
        <pc:spChg chg="add mod">
          <ac:chgData name="Cartwright, Max" userId="4fdaca64-157b-4f34-aebd-58f672b6a20c" providerId="ADAL" clId="{9B24FA50-177C-4B5A-AA10-BF89D194F6B0}" dt="2024-03-05T20:08:07.079" v="244" actId="207"/>
          <ac:spMkLst>
            <pc:docMk/>
            <pc:sldMk cId="2083448681" sldId="2147474099"/>
            <ac:spMk id="78" creationId="{71140F2D-9581-6B33-D723-68FF23A3D0DD}"/>
          </ac:spMkLst>
        </pc:spChg>
        <pc:spChg chg="del">
          <ac:chgData name="Cartwright, Max" userId="4fdaca64-157b-4f34-aebd-58f672b6a20c" providerId="ADAL" clId="{9B24FA50-177C-4B5A-AA10-BF89D194F6B0}" dt="2024-03-05T20:07:34.485" v="242" actId="478"/>
          <ac:spMkLst>
            <pc:docMk/>
            <pc:sldMk cId="2083448681" sldId="2147474099"/>
            <ac:spMk id="79" creationId="{CD85CC9E-C76C-99A6-0AA7-D23EBC90B81C}"/>
          </ac:spMkLst>
        </pc:spChg>
        <pc:spChg chg="del">
          <ac:chgData name="Cartwright, Max" userId="4fdaca64-157b-4f34-aebd-58f672b6a20c" providerId="ADAL" clId="{9B24FA50-177C-4B5A-AA10-BF89D194F6B0}" dt="2024-03-05T20:07:34.485" v="242" actId="478"/>
          <ac:spMkLst>
            <pc:docMk/>
            <pc:sldMk cId="2083448681" sldId="2147474099"/>
            <ac:spMk id="80" creationId="{D12F3023-A010-953A-C779-351443104C21}"/>
          </ac:spMkLst>
        </pc:spChg>
        <pc:spChg chg="add mod">
          <ac:chgData name="Cartwright, Max" userId="4fdaca64-157b-4f34-aebd-58f672b6a20c" providerId="ADAL" clId="{9B24FA50-177C-4B5A-AA10-BF89D194F6B0}" dt="2024-03-05T20:08:07.079" v="244" actId="207"/>
          <ac:spMkLst>
            <pc:docMk/>
            <pc:sldMk cId="2083448681" sldId="2147474099"/>
            <ac:spMk id="81" creationId="{39EF14A7-68C6-D3B6-A2F8-E16CF3B11EC8}"/>
          </ac:spMkLst>
        </pc:spChg>
        <pc:spChg chg="mod">
          <ac:chgData name="Cartwright, Max" userId="4fdaca64-157b-4f34-aebd-58f672b6a20c" providerId="ADAL" clId="{9B24FA50-177C-4B5A-AA10-BF89D194F6B0}" dt="2024-03-05T20:07:41.206" v="243"/>
          <ac:spMkLst>
            <pc:docMk/>
            <pc:sldMk cId="2083448681" sldId="2147474099"/>
            <ac:spMk id="84" creationId="{05DA9511-343D-9F21-002E-613A7C208BCD}"/>
          </ac:spMkLst>
        </pc:spChg>
        <pc:spChg chg="mod">
          <ac:chgData name="Cartwright, Max" userId="4fdaca64-157b-4f34-aebd-58f672b6a20c" providerId="ADAL" clId="{9B24FA50-177C-4B5A-AA10-BF89D194F6B0}" dt="2024-03-05T20:07:41.206" v="243"/>
          <ac:spMkLst>
            <pc:docMk/>
            <pc:sldMk cId="2083448681" sldId="2147474099"/>
            <ac:spMk id="85" creationId="{FB217BBD-D011-0D31-816E-535A419C9205}"/>
          </ac:spMkLst>
        </pc:spChg>
        <pc:spChg chg="mod">
          <ac:chgData name="Cartwright, Max" userId="4fdaca64-157b-4f34-aebd-58f672b6a20c" providerId="ADAL" clId="{9B24FA50-177C-4B5A-AA10-BF89D194F6B0}" dt="2024-03-05T20:07:41.206" v="243"/>
          <ac:spMkLst>
            <pc:docMk/>
            <pc:sldMk cId="2083448681" sldId="2147474099"/>
            <ac:spMk id="86" creationId="{242E738E-2AB6-B1CC-1A8A-6D74F76E7203}"/>
          </ac:spMkLst>
        </pc:spChg>
        <pc:spChg chg="mod">
          <ac:chgData name="Cartwright, Max" userId="4fdaca64-157b-4f34-aebd-58f672b6a20c" providerId="ADAL" clId="{9B24FA50-177C-4B5A-AA10-BF89D194F6B0}" dt="2024-03-05T20:07:41.206" v="243"/>
          <ac:spMkLst>
            <pc:docMk/>
            <pc:sldMk cId="2083448681" sldId="2147474099"/>
            <ac:spMk id="87" creationId="{1B2CA04F-6088-C20F-BDDC-D8BA2BCAC47B}"/>
          </ac:spMkLst>
        </pc:spChg>
        <pc:spChg chg="add mod">
          <ac:chgData name="Cartwright, Max" userId="4fdaca64-157b-4f34-aebd-58f672b6a20c" providerId="ADAL" clId="{9B24FA50-177C-4B5A-AA10-BF89D194F6B0}" dt="2024-03-05T20:07:41.206" v="243"/>
          <ac:spMkLst>
            <pc:docMk/>
            <pc:sldMk cId="2083448681" sldId="2147474099"/>
            <ac:spMk id="88" creationId="{0B42D45C-9B4B-1ADB-B9F5-5A80B3504D98}"/>
          </ac:spMkLst>
        </pc:spChg>
        <pc:spChg chg="add mod">
          <ac:chgData name="Cartwright, Max" userId="4fdaca64-157b-4f34-aebd-58f672b6a20c" providerId="ADAL" clId="{9B24FA50-177C-4B5A-AA10-BF89D194F6B0}" dt="2024-03-05T20:08:07.079" v="244" actId="207"/>
          <ac:spMkLst>
            <pc:docMk/>
            <pc:sldMk cId="2083448681" sldId="2147474099"/>
            <ac:spMk id="89" creationId="{354EFE6E-37CF-9264-09F0-36887FF3F456}"/>
          </ac:spMkLst>
        </pc:spChg>
        <pc:spChg chg="add mod">
          <ac:chgData name="Cartwright, Max" userId="4fdaca64-157b-4f34-aebd-58f672b6a20c" providerId="ADAL" clId="{9B24FA50-177C-4B5A-AA10-BF89D194F6B0}" dt="2024-03-05T20:07:41.206" v="243"/>
          <ac:spMkLst>
            <pc:docMk/>
            <pc:sldMk cId="2083448681" sldId="2147474099"/>
            <ac:spMk id="90" creationId="{EBE76C0C-C9B1-CB50-3106-D5EBF04E1C0D}"/>
          </ac:spMkLst>
        </pc:spChg>
        <pc:spChg chg="add mod">
          <ac:chgData name="Cartwright, Max" userId="4fdaca64-157b-4f34-aebd-58f672b6a20c" providerId="ADAL" clId="{9B24FA50-177C-4B5A-AA10-BF89D194F6B0}" dt="2024-03-05T20:07:41.206" v="243"/>
          <ac:spMkLst>
            <pc:docMk/>
            <pc:sldMk cId="2083448681" sldId="2147474099"/>
            <ac:spMk id="91" creationId="{2C1B6095-C1CC-AD7D-BA95-E7A1BD0693FF}"/>
          </ac:spMkLst>
        </pc:spChg>
        <pc:spChg chg="add mod">
          <ac:chgData name="Cartwright, Max" userId="4fdaca64-157b-4f34-aebd-58f672b6a20c" providerId="ADAL" clId="{9B24FA50-177C-4B5A-AA10-BF89D194F6B0}" dt="2024-03-05T20:07:41.206" v="243"/>
          <ac:spMkLst>
            <pc:docMk/>
            <pc:sldMk cId="2083448681" sldId="2147474099"/>
            <ac:spMk id="92" creationId="{A4C3E0E1-B0F2-F019-8B67-69687554332F}"/>
          </ac:spMkLst>
        </pc:spChg>
        <pc:spChg chg="add mod">
          <ac:chgData name="Cartwright, Max" userId="4fdaca64-157b-4f34-aebd-58f672b6a20c" providerId="ADAL" clId="{9B24FA50-177C-4B5A-AA10-BF89D194F6B0}" dt="2024-03-05T20:07:41.206" v="243"/>
          <ac:spMkLst>
            <pc:docMk/>
            <pc:sldMk cId="2083448681" sldId="2147474099"/>
            <ac:spMk id="94" creationId="{21871C61-CA3E-0740-EEE3-2715DD7763F1}"/>
          </ac:spMkLst>
        </pc:spChg>
        <pc:spChg chg="add mod">
          <ac:chgData name="Cartwright, Max" userId="4fdaca64-157b-4f34-aebd-58f672b6a20c" providerId="ADAL" clId="{9B24FA50-177C-4B5A-AA10-BF89D194F6B0}" dt="2024-03-05T20:07:41.206" v="243"/>
          <ac:spMkLst>
            <pc:docMk/>
            <pc:sldMk cId="2083448681" sldId="2147474099"/>
            <ac:spMk id="95" creationId="{78BF1FCE-A2E0-5976-72CC-93B96E9FF949}"/>
          </ac:spMkLst>
        </pc:spChg>
        <pc:spChg chg="add mod">
          <ac:chgData name="Cartwright, Max" userId="4fdaca64-157b-4f34-aebd-58f672b6a20c" providerId="ADAL" clId="{9B24FA50-177C-4B5A-AA10-BF89D194F6B0}" dt="2024-03-05T20:07:41.206" v="243"/>
          <ac:spMkLst>
            <pc:docMk/>
            <pc:sldMk cId="2083448681" sldId="2147474099"/>
            <ac:spMk id="128" creationId="{6C47947E-7341-1848-0401-E98FDAC64907}"/>
          </ac:spMkLst>
        </pc:spChg>
        <pc:spChg chg="add mod">
          <ac:chgData name="Cartwright, Max" userId="4fdaca64-157b-4f34-aebd-58f672b6a20c" providerId="ADAL" clId="{9B24FA50-177C-4B5A-AA10-BF89D194F6B0}" dt="2024-03-05T20:07:41.206" v="243"/>
          <ac:spMkLst>
            <pc:docMk/>
            <pc:sldMk cId="2083448681" sldId="2147474099"/>
            <ac:spMk id="129" creationId="{4C9A3C9D-C825-C4B0-4D1B-BBC97372EDD2}"/>
          </ac:spMkLst>
        </pc:spChg>
        <pc:spChg chg="add mod">
          <ac:chgData name="Cartwright, Max" userId="4fdaca64-157b-4f34-aebd-58f672b6a20c" providerId="ADAL" clId="{9B24FA50-177C-4B5A-AA10-BF89D194F6B0}" dt="2024-03-05T20:07:41.206" v="243"/>
          <ac:spMkLst>
            <pc:docMk/>
            <pc:sldMk cId="2083448681" sldId="2147474099"/>
            <ac:spMk id="130" creationId="{04EA75CA-5F6D-2877-C59B-988A62F16E12}"/>
          </ac:spMkLst>
        </pc:spChg>
        <pc:spChg chg="add mod">
          <ac:chgData name="Cartwright, Max" userId="4fdaca64-157b-4f34-aebd-58f672b6a20c" providerId="ADAL" clId="{9B24FA50-177C-4B5A-AA10-BF89D194F6B0}" dt="2024-03-05T20:08:07.079" v="244" actId="207"/>
          <ac:spMkLst>
            <pc:docMk/>
            <pc:sldMk cId="2083448681" sldId="2147474099"/>
            <ac:spMk id="131" creationId="{91466A21-A73D-B668-A280-7D9DEB296751}"/>
          </ac:spMkLst>
        </pc:spChg>
        <pc:spChg chg="add mod">
          <ac:chgData name="Cartwright, Max" userId="4fdaca64-157b-4f34-aebd-58f672b6a20c" providerId="ADAL" clId="{9B24FA50-177C-4B5A-AA10-BF89D194F6B0}" dt="2024-03-05T20:16:28.819" v="427" actId="207"/>
          <ac:spMkLst>
            <pc:docMk/>
            <pc:sldMk cId="2083448681" sldId="2147474099"/>
            <ac:spMk id="132" creationId="{41F77DE5-FCF4-7E98-BE9A-64A7C27B7D19}"/>
          </ac:spMkLst>
        </pc:spChg>
        <pc:spChg chg="add mod">
          <ac:chgData name="Cartwright, Max" userId="4fdaca64-157b-4f34-aebd-58f672b6a20c" providerId="ADAL" clId="{9B24FA50-177C-4B5A-AA10-BF89D194F6B0}" dt="2024-03-05T20:07:41.206" v="243"/>
          <ac:spMkLst>
            <pc:docMk/>
            <pc:sldMk cId="2083448681" sldId="2147474099"/>
            <ac:spMk id="133" creationId="{E9EFC2D7-B86C-0329-A5A4-61E310A64C58}"/>
          </ac:spMkLst>
        </pc:spChg>
        <pc:spChg chg="add mod">
          <ac:chgData name="Cartwright, Max" userId="4fdaca64-157b-4f34-aebd-58f672b6a20c" providerId="ADAL" clId="{9B24FA50-177C-4B5A-AA10-BF89D194F6B0}" dt="2024-03-05T20:07:41.206" v="243"/>
          <ac:spMkLst>
            <pc:docMk/>
            <pc:sldMk cId="2083448681" sldId="2147474099"/>
            <ac:spMk id="134" creationId="{197DBD37-4087-34BB-33B8-77CF4BBB841C}"/>
          </ac:spMkLst>
        </pc:spChg>
        <pc:spChg chg="add mod">
          <ac:chgData name="Cartwright, Max" userId="4fdaca64-157b-4f34-aebd-58f672b6a20c" providerId="ADAL" clId="{9B24FA50-177C-4B5A-AA10-BF89D194F6B0}" dt="2024-03-05T20:07:41.206" v="243"/>
          <ac:spMkLst>
            <pc:docMk/>
            <pc:sldMk cId="2083448681" sldId="2147474099"/>
            <ac:spMk id="135" creationId="{1A9EE461-FC41-BDAE-0A5C-305D1BBE758D}"/>
          </ac:spMkLst>
        </pc:spChg>
        <pc:spChg chg="add mod">
          <ac:chgData name="Cartwright, Max" userId="4fdaca64-157b-4f34-aebd-58f672b6a20c" providerId="ADAL" clId="{9B24FA50-177C-4B5A-AA10-BF89D194F6B0}" dt="2024-03-05T20:08:07.079" v="244" actId="207"/>
          <ac:spMkLst>
            <pc:docMk/>
            <pc:sldMk cId="2083448681" sldId="2147474099"/>
            <ac:spMk id="136" creationId="{2244E02E-AD45-B8FB-3AD2-9721659FC9B2}"/>
          </ac:spMkLst>
        </pc:spChg>
        <pc:spChg chg="add mod">
          <ac:chgData name="Cartwright, Max" userId="4fdaca64-157b-4f34-aebd-58f672b6a20c" providerId="ADAL" clId="{9B24FA50-177C-4B5A-AA10-BF89D194F6B0}" dt="2024-03-05T20:08:07.079" v="244" actId="207"/>
          <ac:spMkLst>
            <pc:docMk/>
            <pc:sldMk cId="2083448681" sldId="2147474099"/>
            <ac:spMk id="137" creationId="{6F697118-FE42-5531-ED44-3AD7B67A0BE3}"/>
          </ac:spMkLst>
        </pc:spChg>
        <pc:spChg chg="add mod">
          <ac:chgData name="Cartwright, Max" userId="4fdaca64-157b-4f34-aebd-58f672b6a20c" providerId="ADAL" clId="{9B24FA50-177C-4B5A-AA10-BF89D194F6B0}" dt="2024-03-05T20:08:07.079" v="244" actId="207"/>
          <ac:spMkLst>
            <pc:docMk/>
            <pc:sldMk cId="2083448681" sldId="2147474099"/>
            <ac:spMk id="138" creationId="{F833B1BB-3886-AB1A-2D27-EDC6A2AC7015}"/>
          </ac:spMkLst>
        </pc:spChg>
        <pc:spChg chg="add mod">
          <ac:chgData name="Cartwright, Max" userId="4fdaca64-157b-4f34-aebd-58f672b6a20c" providerId="ADAL" clId="{9B24FA50-177C-4B5A-AA10-BF89D194F6B0}" dt="2024-03-05T20:08:07.079" v="244" actId="207"/>
          <ac:spMkLst>
            <pc:docMk/>
            <pc:sldMk cId="2083448681" sldId="2147474099"/>
            <ac:spMk id="139" creationId="{145F195E-95F5-1E3E-C823-ACDDDEA207C5}"/>
          </ac:spMkLst>
        </pc:spChg>
        <pc:spChg chg="add mod">
          <ac:chgData name="Cartwright, Max" userId="4fdaca64-157b-4f34-aebd-58f672b6a20c" providerId="ADAL" clId="{9B24FA50-177C-4B5A-AA10-BF89D194F6B0}" dt="2024-03-05T20:07:41.206" v="243"/>
          <ac:spMkLst>
            <pc:docMk/>
            <pc:sldMk cId="2083448681" sldId="2147474099"/>
            <ac:spMk id="140" creationId="{DB7EED99-9AF9-1A3B-E2F1-26547D66B263}"/>
          </ac:spMkLst>
        </pc:spChg>
        <pc:spChg chg="add mod">
          <ac:chgData name="Cartwright, Max" userId="4fdaca64-157b-4f34-aebd-58f672b6a20c" providerId="ADAL" clId="{9B24FA50-177C-4B5A-AA10-BF89D194F6B0}" dt="2024-03-05T20:07:41.206" v="243"/>
          <ac:spMkLst>
            <pc:docMk/>
            <pc:sldMk cId="2083448681" sldId="2147474099"/>
            <ac:spMk id="141" creationId="{4A0F2EB7-FD60-F2A9-0211-376C0277F394}"/>
          </ac:spMkLst>
        </pc:spChg>
        <pc:spChg chg="add mod">
          <ac:chgData name="Cartwright, Max" userId="4fdaca64-157b-4f34-aebd-58f672b6a20c" providerId="ADAL" clId="{9B24FA50-177C-4B5A-AA10-BF89D194F6B0}" dt="2024-03-05T20:08:13.722" v="251" actId="20577"/>
          <ac:spMkLst>
            <pc:docMk/>
            <pc:sldMk cId="2083448681" sldId="2147474099"/>
            <ac:spMk id="142" creationId="{3DD8148D-31D0-D2E3-25C8-D7E915F5599C}"/>
          </ac:spMkLst>
        </pc:spChg>
        <pc:spChg chg="add mod">
          <ac:chgData name="Cartwright, Max" userId="4fdaca64-157b-4f34-aebd-58f672b6a20c" providerId="ADAL" clId="{9B24FA50-177C-4B5A-AA10-BF89D194F6B0}" dt="2024-03-05T20:07:41.206" v="243"/>
          <ac:spMkLst>
            <pc:docMk/>
            <pc:sldMk cId="2083448681" sldId="2147474099"/>
            <ac:spMk id="143" creationId="{45D8EC86-FBD9-CCE6-AE35-8954C8F0D342}"/>
          </ac:spMkLst>
        </pc:spChg>
        <pc:spChg chg="add mod">
          <ac:chgData name="Cartwright, Max" userId="4fdaca64-157b-4f34-aebd-58f672b6a20c" providerId="ADAL" clId="{9B24FA50-177C-4B5A-AA10-BF89D194F6B0}" dt="2024-03-05T20:07:41.206" v="243"/>
          <ac:spMkLst>
            <pc:docMk/>
            <pc:sldMk cId="2083448681" sldId="2147474099"/>
            <ac:spMk id="144" creationId="{1A5D59D0-F103-30E0-3490-C179541BCF88}"/>
          </ac:spMkLst>
        </pc:spChg>
        <pc:spChg chg="add mod">
          <ac:chgData name="Cartwright, Max" userId="4fdaca64-157b-4f34-aebd-58f672b6a20c" providerId="ADAL" clId="{9B24FA50-177C-4B5A-AA10-BF89D194F6B0}" dt="2024-03-05T20:07:41.206" v="243"/>
          <ac:spMkLst>
            <pc:docMk/>
            <pc:sldMk cId="2083448681" sldId="2147474099"/>
            <ac:spMk id="145" creationId="{18C6833D-23E0-4019-8221-BE204451A8A4}"/>
          </ac:spMkLst>
        </pc:spChg>
        <pc:spChg chg="add mod">
          <ac:chgData name="Cartwright, Max" userId="4fdaca64-157b-4f34-aebd-58f672b6a20c" providerId="ADAL" clId="{9B24FA50-177C-4B5A-AA10-BF89D194F6B0}" dt="2024-03-05T20:07:41.206" v="243"/>
          <ac:spMkLst>
            <pc:docMk/>
            <pc:sldMk cId="2083448681" sldId="2147474099"/>
            <ac:spMk id="146" creationId="{9068698D-B808-9AD5-F990-6869FA1FCCB1}"/>
          </ac:spMkLst>
        </pc:spChg>
        <pc:spChg chg="add mod">
          <ac:chgData name="Cartwright, Max" userId="4fdaca64-157b-4f34-aebd-58f672b6a20c" providerId="ADAL" clId="{9B24FA50-177C-4B5A-AA10-BF89D194F6B0}" dt="2024-03-05T20:07:41.206" v="243"/>
          <ac:spMkLst>
            <pc:docMk/>
            <pc:sldMk cId="2083448681" sldId="2147474099"/>
            <ac:spMk id="147" creationId="{CBC5BFFD-8506-6578-6FF9-ACBF804B2CF5}"/>
          </ac:spMkLst>
        </pc:spChg>
        <pc:spChg chg="add mod">
          <ac:chgData name="Cartwright, Max" userId="4fdaca64-157b-4f34-aebd-58f672b6a20c" providerId="ADAL" clId="{9B24FA50-177C-4B5A-AA10-BF89D194F6B0}" dt="2024-03-05T20:07:41.206" v="243"/>
          <ac:spMkLst>
            <pc:docMk/>
            <pc:sldMk cId="2083448681" sldId="2147474099"/>
            <ac:spMk id="148" creationId="{E481C10E-E961-B853-D703-9F91F422CE27}"/>
          </ac:spMkLst>
        </pc:spChg>
        <pc:spChg chg="add mod">
          <ac:chgData name="Cartwright, Max" userId="4fdaca64-157b-4f34-aebd-58f672b6a20c" providerId="ADAL" clId="{9B24FA50-177C-4B5A-AA10-BF89D194F6B0}" dt="2024-03-05T20:07:41.206" v="243"/>
          <ac:spMkLst>
            <pc:docMk/>
            <pc:sldMk cId="2083448681" sldId="2147474099"/>
            <ac:spMk id="150" creationId="{A9CBD0AA-A663-0A63-7D0F-201AF9420FAF}"/>
          </ac:spMkLst>
        </pc:spChg>
        <pc:spChg chg="add mod">
          <ac:chgData name="Cartwright, Max" userId="4fdaca64-157b-4f34-aebd-58f672b6a20c" providerId="ADAL" clId="{9B24FA50-177C-4B5A-AA10-BF89D194F6B0}" dt="2024-03-05T20:07:41.206" v="243"/>
          <ac:spMkLst>
            <pc:docMk/>
            <pc:sldMk cId="2083448681" sldId="2147474099"/>
            <ac:spMk id="151" creationId="{10A8490B-D9F1-2B28-E5CA-F6A15152ECE0}"/>
          </ac:spMkLst>
        </pc:spChg>
        <pc:spChg chg="add mod">
          <ac:chgData name="Cartwright, Max" userId="4fdaca64-157b-4f34-aebd-58f672b6a20c" providerId="ADAL" clId="{9B24FA50-177C-4B5A-AA10-BF89D194F6B0}" dt="2024-03-05T20:07:41.206" v="243"/>
          <ac:spMkLst>
            <pc:docMk/>
            <pc:sldMk cId="2083448681" sldId="2147474099"/>
            <ac:spMk id="152" creationId="{48D36285-9C8D-107D-F40D-5E397C00FCB7}"/>
          </ac:spMkLst>
        </pc:spChg>
        <pc:spChg chg="add mod">
          <ac:chgData name="Cartwright, Max" userId="4fdaca64-157b-4f34-aebd-58f672b6a20c" providerId="ADAL" clId="{9B24FA50-177C-4B5A-AA10-BF89D194F6B0}" dt="2024-03-05T20:07:41.206" v="243"/>
          <ac:spMkLst>
            <pc:docMk/>
            <pc:sldMk cId="2083448681" sldId="2147474099"/>
            <ac:spMk id="153" creationId="{1D3E9285-B2A6-A89D-DFCE-60BD1ECAE22E}"/>
          </ac:spMkLst>
        </pc:spChg>
        <pc:spChg chg="add mod">
          <ac:chgData name="Cartwright, Max" userId="4fdaca64-157b-4f34-aebd-58f672b6a20c" providerId="ADAL" clId="{9B24FA50-177C-4B5A-AA10-BF89D194F6B0}" dt="2024-03-05T20:07:41.206" v="243"/>
          <ac:spMkLst>
            <pc:docMk/>
            <pc:sldMk cId="2083448681" sldId="2147474099"/>
            <ac:spMk id="154" creationId="{D3679FCC-C114-A576-D8FD-70402DC57EC4}"/>
          </ac:spMkLst>
        </pc:spChg>
        <pc:spChg chg="add mod">
          <ac:chgData name="Cartwright, Max" userId="4fdaca64-157b-4f34-aebd-58f672b6a20c" providerId="ADAL" clId="{9B24FA50-177C-4B5A-AA10-BF89D194F6B0}" dt="2024-03-05T20:07:41.206" v="243"/>
          <ac:spMkLst>
            <pc:docMk/>
            <pc:sldMk cId="2083448681" sldId="2147474099"/>
            <ac:spMk id="155" creationId="{2F5B7D89-48EC-3082-D430-0291424B3744}"/>
          </ac:spMkLst>
        </pc:spChg>
        <pc:spChg chg="add mod">
          <ac:chgData name="Cartwright, Max" userId="4fdaca64-157b-4f34-aebd-58f672b6a20c" providerId="ADAL" clId="{9B24FA50-177C-4B5A-AA10-BF89D194F6B0}" dt="2024-03-05T20:07:41.206" v="243"/>
          <ac:spMkLst>
            <pc:docMk/>
            <pc:sldMk cId="2083448681" sldId="2147474099"/>
            <ac:spMk id="156" creationId="{4DCF9669-DE90-407D-6770-D96EDC83063A}"/>
          </ac:spMkLst>
        </pc:spChg>
        <pc:spChg chg="add mod">
          <ac:chgData name="Cartwright, Max" userId="4fdaca64-157b-4f34-aebd-58f672b6a20c" providerId="ADAL" clId="{9B24FA50-177C-4B5A-AA10-BF89D194F6B0}" dt="2024-03-05T20:07:41.206" v="243"/>
          <ac:spMkLst>
            <pc:docMk/>
            <pc:sldMk cId="2083448681" sldId="2147474099"/>
            <ac:spMk id="157" creationId="{FB81C576-4C3E-8978-B90A-EB9A3D862179}"/>
          </ac:spMkLst>
        </pc:spChg>
        <pc:spChg chg="del">
          <ac:chgData name="Cartwright, Max" userId="4fdaca64-157b-4f34-aebd-58f672b6a20c" providerId="ADAL" clId="{9B24FA50-177C-4B5A-AA10-BF89D194F6B0}" dt="2024-03-05T20:07:34.485" v="242" actId="478"/>
          <ac:spMkLst>
            <pc:docMk/>
            <pc:sldMk cId="2083448681" sldId="2147474099"/>
            <ac:spMk id="158" creationId="{065D6069-35D1-F6CE-68FA-DAB7FF59AAE4}"/>
          </ac:spMkLst>
        </pc:spChg>
        <pc:spChg chg="del">
          <ac:chgData name="Cartwright, Max" userId="4fdaca64-157b-4f34-aebd-58f672b6a20c" providerId="ADAL" clId="{9B24FA50-177C-4B5A-AA10-BF89D194F6B0}" dt="2024-03-05T20:07:34.485" v="242" actId="478"/>
          <ac:spMkLst>
            <pc:docMk/>
            <pc:sldMk cId="2083448681" sldId="2147474099"/>
            <ac:spMk id="159" creationId="{3E74D0DB-5D9F-2161-28F6-5F9454CB384D}"/>
          </ac:spMkLst>
        </pc:spChg>
        <pc:spChg chg="add mod">
          <ac:chgData name="Cartwright, Max" userId="4fdaca64-157b-4f34-aebd-58f672b6a20c" providerId="ADAL" clId="{9B24FA50-177C-4B5A-AA10-BF89D194F6B0}" dt="2024-03-05T20:08:07.079" v="244" actId="207"/>
          <ac:spMkLst>
            <pc:docMk/>
            <pc:sldMk cId="2083448681" sldId="2147474099"/>
            <ac:spMk id="160" creationId="{E0B37A83-DEA0-3B56-9EC3-3D4A21449FE5}"/>
          </ac:spMkLst>
        </pc:spChg>
        <pc:spChg chg="del">
          <ac:chgData name="Cartwright, Max" userId="4fdaca64-157b-4f34-aebd-58f672b6a20c" providerId="ADAL" clId="{9B24FA50-177C-4B5A-AA10-BF89D194F6B0}" dt="2024-03-05T20:07:34.485" v="242" actId="478"/>
          <ac:spMkLst>
            <pc:docMk/>
            <pc:sldMk cId="2083448681" sldId="2147474099"/>
            <ac:spMk id="161" creationId="{D33F3196-94FF-53A9-BF8E-DF5118DDD82D}"/>
          </ac:spMkLst>
        </pc:spChg>
        <pc:spChg chg="del">
          <ac:chgData name="Cartwright, Max" userId="4fdaca64-157b-4f34-aebd-58f672b6a20c" providerId="ADAL" clId="{9B24FA50-177C-4B5A-AA10-BF89D194F6B0}" dt="2024-03-05T20:07:34.485" v="242" actId="478"/>
          <ac:spMkLst>
            <pc:docMk/>
            <pc:sldMk cId="2083448681" sldId="2147474099"/>
            <ac:spMk id="162" creationId="{5E165112-15A1-D585-19AD-FF403D4091AB}"/>
          </ac:spMkLst>
        </pc:spChg>
        <pc:spChg chg="del">
          <ac:chgData name="Cartwright, Max" userId="4fdaca64-157b-4f34-aebd-58f672b6a20c" providerId="ADAL" clId="{9B24FA50-177C-4B5A-AA10-BF89D194F6B0}" dt="2024-03-05T20:07:34.485" v="242" actId="478"/>
          <ac:spMkLst>
            <pc:docMk/>
            <pc:sldMk cId="2083448681" sldId="2147474099"/>
            <ac:spMk id="163" creationId="{A5DD8720-9485-51AF-3716-5D7E07F0CCBC}"/>
          </ac:spMkLst>
        </pc:spChg>
        <pc:spChg chg="add mod">
          <ac:chgData name="Cartwright, Max" userId="4fdaca64-157b-4f34-aebd-58f672b6a20c" providerId="ADAL" clId="{9B24FA50-177C-4B5A-AA10-BF89D194F6B0}" dt="2024-03-05T20:07:41.206" v="243"/>
          <ac:spMkLst>
            <pc:docMk/>
            <pc:sldMk cId="2083448681" sldId="2147474099"/>
            <ac:spMk id="164" creationId="{78B207A2-08BE-4686-0E2C-BF9915AE3C4F}"/>
          </ac:spMkLst>
        </pc:spChg>
        <pc:spChg chg="del">
          <ac:chgData name="Cartwright, Max" userId="4fdaca64-157b-4f34-aebd-58f672b6a20c" providerId="ADAL" clId="{9B24FA50-177C-4B5A-AA10-BF89D194F6B0}" dt="2024-03-05T20:07:34.485" v="242" actId="478"/>
          <ac:spMkLst>
            <pc:docMk/>
            <pc:sldMk cId="2083448681" sldId="2147474099"/>
            <ac:spMk id="165" creationId="{B944EC0A-0D17-C1E5-594F-EF5F09298951}"/>
          </ac:spMkLst>
        </pc:spChg>
        <pc:spChg chg="add del mod">
          <ac:chgData name="Cartwright, Max" userId="4fdaca64-157b-4f34-aebd-58f672b6a20c" providerId="ADAL" clId="{9B24FA50-177C-4B5A-AA10-BF89D194F6B0}" dt="2024-03-05T20:08:53.403" v="269" actId="478"/>
          <ac:spMkLst>
            <pc:docMk/>
            <pc:sldMk cId="2083448681" sldId="2147474099"/>
            <ac:spMk id="167" creationId="{D6A9B5FB-6ABD-4B6F-2092-F7DB566048C5}"/>
          </ac:spMkLst>
        </pc:spChg>
        <pc:spChg chg="add mod">
          <ac:chgData name="Cartwright, Max" userId="4fdaca64-157b-4f34-aebd-58f672b6a20c" providerId="ADAL" clId="{9B24FA50-177C-4B5A-AA10-BF89D194F6B0}" dt="2024-03-05T20:07:41.206" v="243"/>
          <ac:spMkLst>
            <pc:docMk/>
            <pc:sldMk cId="2083448681" sldId="2147474099"/>
            <ac:spMk id="168" creationId="{455B6FA4-5127-CD66-D5CF-F8E646FD8917}"/>
          </ac:spMkLst>
        </pc:spChg>
        <pc:spChg chg="add mod">
          <ac:chgData name="Cartwright, Max" userId="4fdaca64-157b-4f34-aebd-58f672b6a20c" providerId="ADAL" clId="{9B24FA50-177C-4B5A-AA10-BF89D194F6B0}" dt="2024-03-05T20:07:41.206" v="243"/>
          <ac:spMkLst>
            <pc:docMk/>
            <pc:sldMk cId="2083448681" sldId="2147474099"/>
            <ac:spMk id="169" creationId="{09ACAC71-744C-D341-80CC-BF1E948E4348}"/>
          </ac:spMkLst>
        </pc:spChg>
        <pc:spChg chg="add mod">
          <ac:chgData name="Cartwright, Max" userId="4fdaca64-157b-4f34-aebd-58f672b6a20c" providerId="ADAL" clId="{9B24FA50-177C-4B5A-AA10-BF89D194F6B0}" dt="2024-03-05T20:07:41.206" v="243"/>
          <ac:spMkLst>
            <pc:docMk/>
            <pc:sldMk cId="2083448681" sldId="2147474099"/>
            <ac:spMk id="170" creationId="{4D152F1C-0D48-85A5-3530-CEA8C39F0DE9}"/>
          </ac:spMkLst>
        </pc:spChg>
        <pc:spChg chg="add mod">
          <ac:chgData name="Cartwright, Max" userId="4fdaca64-157b-4f34-aebd-58f672b6a20c" providerId="ADAL" clId="{9B24FA50-177C-4B5A-AA10-BF89D194F6B0}" dt="2024-03-05T20:08:07.079" v="244" actId="207"/>
          <ac:spMkLst>
            <pc:docMk/>
            <pc:sldMk cId="2083448681" sldId="2147474099"/>
            <ac:spMk id="171" creationId="{01C842EF-6766-AB3E-09B9-EA9134902255}"/>
          </ac:spMkLst>
        </pc:spChg>
        <pc:spChg chg="add mod">
          <ac:chgData name="Cartwright, Max" userId="4fdaca64-157b-4f34-aebd-58f672b6a20c" providerId="ADAL" clId="{9B24FA50-177C-4B5A-AA10-BF89D194F6B0}" dt="2024-03-05T20:07:41.206" v="243"/>
          <ac:spMkLst>
            <pc:docMk/>
            <pc:sldMk cId="2083448681" sldId="2147474099"/>
            <ac:spMk id="172" creationId="{5FE2AAF1-8D49-AFAB-B624-E7DF38603A12}"/>
          </ac:spMkLst>
        </pc:spChg>
        <pc:spChg chg="add mod">
          <ac:chgData name="Cartwright, Max" userId="4fdaca64-157b-4f34-aebd-58f672b6a20c" providerId="ADAL" clId="{9B24FA50-177C-4B5A-AA10-BF89D194F6B0}" dt="2024-03-05T20:07:41.206" v="243"/>
          <ac:spMkLst>
            <pc:docMk/>
            <pc:sldMk cId="2083448681" sldId="2147474099"/>
            <ac:spMk id="173" creationId="{52BB02D2-F2E0-4E7C-A2A9-132AD6940096}"/>
          </ac:spMkLst>
        </pc:spChg>
        <pc:spChg chg="add mod">
          <ac:chgData name="Cartwright, Max" userId="4fdaca64-157b-4f34-aebd-58f672b6a20c" providerId="ADAL" clId="{9B24FA50-177C-4B5A-AA10-BF89D194F6B0}" dt="2024-03-05T20:07:41.206" v="243"/>
          <ac:spMkLst>
            <pc:docMk/>
            <pc:sldMk cId="2083448681" sldId="2147474099"/>
            <ac:spMk id="174" creationId="{56192267-FDF3-5BC7-D468-39B2CC0C9A8B}"/>
          </ac:spMkLst>
        </pc:spChg>
        <pc:spChg chg="add mod">
          <ac:chgData name="Cartwright, Max" userId="4fdaca64-157b-4f34-aebd-58f672b6a20c" providerId="ADAL" clId="{9B24FA50-177C-4B5A-AA10-BF89D194F6B0}" dt="2024-03-05T20:07:41.206" v="243"/>
          <ac:spMkLst>
            <pc:docMk/>
            <pc:sldMk cId="2083448681" sldId="2147474099"/>
            <ac:spMk id="175" creationId="{FE4EDA7E-86C3-7787-C476-E8A8A0642159}"/>
          </ac:spMkLst>
        </pc:spChg>
        <pc:spChg chg="add mod">
          <ac:chgData name="Cartwright, Max" userId="4fdaca64-157b-4f34-aebd-58f672b6a20c" providerId="ADAL" clId="{9B24FA50-177C-4B5A-AA10-BF89D194F6B0}" dt="2024-03-05T20:08:07.079" v="244" actId="207"/>
          <ac:spMkLst>
            <pc:docMk/>
            <pc:sldMk cId="2083448681" sldId="2147474099"/>
            <ac:spMk id="176" creationId="{40251CC1-F7C9-52B4-0F03-06062978B782}"/>
          </ac:spMkLst>
        </pc:spChg>
        <pc:spChg chg="add mod">
          <ac:chgData name="Cartwright, Max" userId="4fdaca64-157b-4f34-aebd-58f672b6a20c" providerId="ADAL" clId="{9B24FA50-177C-4B5A-AA10-BF89D194F6B0}" dt="2024-03-05T20:07:41.206" v="243"/>
          <ac:spMkLst>
            <pc:docMk/>
            <pc:sldMk cId="2083448681" sldId="2147474099"/>
            <ac:spMk id="177" creationId="{74716EBB-D013-602F-A338-4CE9A9A1FE0B}"/>
          </ac:spMkLst>
        </pc:spChg>
        <pc:spChg chg="add mod">
          <ac:chgData name="Cartwright, Max" userId="4fdaca64-157b-4f34-aebd-58f672b6a20c" providerId="ADAL" clId="{9B24FA50-177C-4B5A-AA10-BF89D194F6B0}" dt="2024-03-05T20:07:41.206" v="243"/>
          <ac:spMkLst>
            <pc:docMk/>
            <pc:sldMk cId="2083448681" sldId="2147474099"/>
            <ac:spMk id="178" creationId="{AE665E25-10DE-CC9D-4D22-C55EE63D41D2}"/>
          </ac:spMkLst>
        </pc:spChg>
        <pc:spChg chg="add mod">
          <ac:chgData name="Cartwright, Max" userId="4fdaca64-157b-4f34-aebd-58f672b6a20c" providerId="ADAL" clId="{9B24FA50-177C-4B5A-AA10-BF89D194F6B0}" dt="2024-03-05T20:07:41.206" v="243"/>
          <ac:spMkLst>
            <pc:docMk/>
            <pc:sldMk cId="2083448681" sldId="2147474099"/>
            <ac:spMk id="179" creationId="{A0DD5B28-AE21-C686-1176-B284FC1BB02F}"/>
          </ac:spMkLst>
        </pc:spChg>
        <pc:spChg chg="add mod">
          <ac:chgData name="Cartwright, Max" userId="4fdaca64-157b-4f34-aebd-58f672b6a20c" providerId="ADAL" clId="{9B24FA50-177C-4B5A-AA10-BF89D194F6B0}" dt="2024-03-05T20:07:41.206" v="243"/>
          <ac:spMkLst>
            <pc:docMk/>
            <pc:sldMk cId="2083448681" sldId="2147474099"/>
            <ac:spMk id="180" creationId="{AD5E226D-8814-2B64-B7A8-B309411A0E4C}"/>
          </ac:spMkLst>
        </pc:spChg>
        <pc:spChg chg="add mod">
          <ac:chgData name="Cartwright, Max" userId="4fdaca64-157b-4f34-aebd-58f672b6a20c" providerId="ADAL" clId="{9B24FA50-177C-4B5A-AA10-BF89D194F6B0}" dt="2024-03-05T20:35:09.346" v="889" actId="1076"/>
          <ac:spMkLst>
            <pc:docMk/>
            <pc:sldMk cId="2083448681" sldId="2147474099"/>
            <ac:spMk id="181" creationId="{EAA48849-9EC4-253C-8523-9EC4A26B509B}"/>
          </ac:spMkLst>
        </pc:spChg>
        <pc:grpChg chg="del">
          <ac:chgData name="Cartwright, Max" userId="4fdaca64-157b-4f34-aebd-58f672b6a20c" providerId="ADAL" clId="{9B24FA50-177C-4B5A-AA10-BF89D194F6B0}" dt="2024-03-05T20:07:34.485" v="242" actId="478"/>
          <ac:grpSpMkLst>
            <pc:docMk/>
            <pc:sldMk cId="2083448681" sldId="2147474099"/>
            <ac:grpSpMk id="6" creationId="{91F1EEB7-EA7A-D5C8-DE54-4BA7B14A4BFE}"/>
          </ac:grpSpMkLst>
        </pc:grpChg>
        <pc:grpChg chg="del">
          <ac:chgData name="Cartwright, Max" userId="4fdaca64-157b-4f34-aebd-58f672b6a20c" providerId="ADAL" clId="{9B24FA50-177C-4B5A-AA10-BF89D194F6B0}" dt="2024-03-05T20:07:34.485" v="242" actId="478"/>
          <ac:grpSpMkLst>
            <pc:docMk/>
            <pc:sldMk cId="2083448681" sldId="2147474099"/>
            <ac:grpSpMk id="9" creationId="{E84670E2-B3A9-2243-6FE8-B3E0AA34B5D4}"/>
          </ac:grpSpMkLst>
        </pc:grpChg>
        <pc:grpChg chg="add mod">
          <ac:chgData name="Cartwright, Max" userId="4fdaca64-157b-4f34-aebd-58f672b6a20c" providerId="ADAL" clId="{9B24FA50-177C-4B5A-AA10-BF89D194F6B0}" dt="2024-03-05T20:07:41.206" v="243"/>
          <ac:grpSpMkLst>
            <pc:docMk/>
            <pc:sldMk cId="2083448681" sldId="2147474099"/>
            <ac:grpSpMk id="82" creationId="{982C925D-980A-443A-EF7F-11E1A13663F6}"/>
          </ac:grpSpMkLst>
        </pc:grpChg>
        <pc:picChg chg="mod">
          <ac:chgData name="Cartwright, Max" userId="4fdaca64-157b-4f34-aebd-58f672b6a20c" providerId="ADAL" clId="{9B24FA50-177C-4B5A-AA10-BF89D194F6B0}" dt="2024-03-05T20:07:41.206" v="243"/>
          <ac:picMkLst>
            <pc:docMk/>
            <pc:sldMk cId="2083448681" sldId="2147474099"/>
            <ac:picMk id="83" creationId="{55AC59F7-8EEB-F798-D61F-5386CFC9F6F7}"/>
          </ac:picMkLst>
        </pc:picChg>
        <pc:picChg chg="del">
          <ac:chgData name="Cartwright, Max" userId="4fdaca64-157b-4f34-aebd-58f672b6a20c" providerId="ADAL" clId="{9B24FA50-177C-4B5A-AA10-BF89D194F6B0}" dt="2024-03-05T20:07:34.485" v="242" actId="478"/>
          <ac:picMkLst>
            <pc:docMk/>
            <pc:sldMk cId="2083448681" sldId="2147474099"/>
            <ac:picMk id="166" creationId="{32021D27-AC29-E2A0-0031-9CFB5CD37562}"/>
          </ac:picMkLst>
        </pc:picChg>
        <pc:cxnChg chg="add mod">
          <ac:chgData name="Cartwright, Max" userId="4fdaca64-157b-4f34-aebd-58f672b6a20c" providerId="ADAL" clId="{9B24FA50-177C-4B5A-AA10-BF89D194F6B0}" dt="2024-03-05T20:07:41.206" v="243"/>
          <ac:cxnSpMkLst>
            <pc:docMk/>
            <pc:sldMk cId="2083448681" sldId="2147474099"/>
            <ac:cxnSpMk id="93" creationId="{E6E8DD08-C8BD-9BA0-7525-661EDBEB7C23}"/>
          </ac:cxnSpMkLst>
        </pc:cxnChg>
        <pc:cxnChg chg="add mod">
          <ac:chgData name="Cartwright, Max" userId="4fdaca64-157b-4f34-aebd-58f672b6a20c" providerId="ADAL" clId="{9B24FA50-177C-4B5A-AA10-BF89D194F6B0}" dt="2024-03-05T20:07:41.206" v="243"/>
          <ac:cxnSpMkLst>
            <pc:docMk/>
            <pc:sldMk cId="2083448681" sldId="2147474099"/>
            <ac:cxnSpMk id="149" creationId="{1918058F-58F7-7C66-CC17-BC25B3FFA8D9}"/>
          </ac:cxnSpMkLst>
        </pc:cxnChg>
      </pc:sldChg>
      <pc:sldChg chg="del">
        <pc:chgData name="Cartwright, Max" userId="4fdaca64-157b-4f34-aebd-58f672b6a20c" providerId="ADAL" clId="{9B24FA50-177C-4B5A-AA10-BF89D194F6B0}" dt="2024-03-05T19:59:01.299" v="89" actId="47"/>
        <pc:sldMkLst>
          <pc:docMk/>
          <pc:sldMk cId="2425655700" sldId="2147474099"/>
        </pc:sldMkLst>
      </pc:sldChg>
      <pc:sldChg chg="addSp delSp modSp add mod ord">
        <pc:chgData name="Cartwright, Max" userId="4fdaca64-157b-4f34-aebd-58f672b6a20c" providerId="ADAL" clId="{9B24FA50-177C-4B5A-AA10-BF89D194F6B0}" dt="2024-03-05T20:36:41.196" v="921" actId="1076"/>
        <pc:sldMkLst>
          <pc:docMk/>
          <pc:sldMk cId="807573619" sldId="2147474100"/>
        </pc:sldMkLst>
        <pc:spChg chg="del">
          <ac:chgData name="Cartwright, Max" userId="4fdaca64-157b-4f34-aebd-58f672b6a20c" providerId="ADAL" clId="{9B24FA50-177C-4B5A-AA10-BF89D194F6B0}" dt="2024-03-05T20:09:19.461" v="271" actId="478"/>
          <ac:spMkLst>
            <pc:docMk/>
            <pc:sldMk cId="807573619" sldId="2147474100"/>
            <ac:spMk id="2" creationId="{50543BE8-19BE-6EFE-97EE-8E70FE6E527C}"/>
          </ac:spMkLst>
        </pc:spChg>
        <pc:spChg chg="mod">
          <ac:chgData name="Cartwright, Max" userId="4fdaca64-157b-4f34-aebd-58f672b6a20c" providerId="ADAL" clId="{9B24FA50-177C-4B5A-AA10-BF89D194F6B0}" dt="2024-03-05T20:36:41.196" v="921" actId="1076"/>
          <ac:spMkLst>
            <pc:docMk/>
            <pc:sldMk cId="807573619" sldId="2147474100"/>
            <ac:spMk id="3" creationId="{E7A0A04E-4539-76F3-C369-AD07AF8FA944}"/>
          </ac:spMkLst>
        </pc:spChg>
        <pc:spChg chg="add mod">
          <ac:chgData name="Cartwright, Max" userId="4fdaca64-157b-4f34-aebd-58f672b6a20c" providerId="ADAL" clId="{9B24FA50-177C-4B5A-AA10-BF89D194F6B0}" dt="2024-03-05T20:11:15.724" v="316" actId="1076"/>
          <ac:spMkLst>
            <pc:docMk/>
            <pc:sldMk cId="807573619" sldId="2147474100"/>
            <ac:spMk id="5" creationId="{4CA39B15-9949-C8EF-AD56-299DB327751E}"/>
          </ac:spMkLst>
        </pc:spChg>
        <pc:spChg chg="del">
          <ac:chgData name="Cartwright, Max" userId="4fdaca64-157b-4f34-aebd-58f672b6a20c" providerId="ADAL" clId="{9B24FA50-177C-4B5A-AA10-BF89D194F6B0}" dt="2024-03-05T20:09:19.461" v="271" actId="478"/>
          <ac:spMkLst>
            <pc:docMk/>
            <pc:sldMk cId="807573619" sldId="2147474100"/>
            <ac:spMk id="15" creationId="{84BE40A6-2B20-EF48-FF10-8FE654F2EDF2}"/>
          </ac:spMkLst>
        </pc:spChg>
        <pc:spChg chg="del">
          <ac:chgData name="Cartwright, Max" userId="4fdaca64-157b-4f34-aebd-58f672b6a20c" providerId="ADAL" clId="{9B24FA50-177C-4B5A-AA10-BF89D194F6B0}" dt="2024-03-05T20:09:19.461" v="271" actId="478"/>
          <ac:spMkLst>
            <pc:docMk/>
            <pc:sldMk cId="807573619" sldId="2147474100"/>
            <ac:spMk id="78" creationId="{71140F2D-9581-6B33-D723-68FF23A3D0DD}"/>
          </ac:spMkLst>
        </pc:spChg>
        <pc:spChg chg="del">
          <ac:chgData name="Cartwright, Max" userId="4fdaca64-157b-4f34-aebd-58f672b6a20c" providerId="ADAL" clId="{9B24FA50-177C-4B5A-AA10-BF89D194F6B0}" dt="2024-03-05T20:09:19.461" v="271" actId="478"/>
          <ac:spMkLst>
            <pc:docMk/>
            <pc:sldMk cId="807573619" sldId="2147474100"/>
            <ac:spMk id="81" creationId="{39EF14A7-68C6-D3B6-A2F8-E16CF3B11EC8}"/>
          </ac:spMkLst>
        </pc:spChg>
        <pc:spChg chg="del">
          <ac:chgData name="Cartwright, Max" userId="4fdaca64-157b-4f34-aebd-58f672b6a20c" providerId="ADAL" clId="{9B24FA50-177C-4B5A-AA10-BF89D194F6B0}" dt="2024-03-05T20:09:19.461" v="271" actId="478"/>
          <ac:spMkLst>
            <pc:docMk/>
            <pc:sldMk cId="807573619" sldId="2147474100"/>
            <ac:spMk id="88" creationId="{0B42D45C-9B4B-1ADB-B9F5-5A80B3504D98}"/>
          </ac:spMkLst>
        </pc:spChg>
        <pc:spChg chg="del">
          <ac:chgData name="Cartwright, Max" userId="4fdaca64-157b-4f34-aebd-58f672b6a20c" providerId="ADAL" clId="{9B24FA50-177C-4B5A-AA10-BF89D194F6B0}" dt="2024-03-05T20:09:19.461" v="271" actId="478"/>
          <ac:spMkLst>
            <pc:docMk/>
            <pc:sldMk cId="807573619" sldId="2147474100"/>
            <ac:spMk id="89" creationId="{354EFE6E-37CF-9264-09F0-36887FF3F456}"/>
          </ac:spMkLst>
        </pc:spChg>
        <pc:spChg chg="del">
          <ac:chgData name="Cartwright, Max" userId="4fdaca64-157b-4f34-aebd-58f672b6a20c" providerId="ADAL" clId="{9B24FA50-177C-4B5A-AA10-BF89D194F6B0}" dt="2024-03-05T20:09:19.461" v="271" actId="478"/>
          <ac:spMkLst>
            <pc:docMk/>
            <pc:sldMk cId="807573619" sldId="2147474100"/>
            <ac:spMk id="90" creationId="{EBE76C0C-C9B1-CB50-3106-D5EBF04E1C0D}"/>
          </ac:spMkLst>
        </pc:spChg>
        <pc:spChg chg="del">
          <ac:chgData name="Cartwright, Max" userId="4fdaca64-157b-4f34-aebd-58f672b6a20c" providerId="ADAL" clId="{9B24FA50-177C-4B5A-AA10-BF89D194F6B0}" dt="2024-03-05T20:09:19.461" v="271" actId="478"/>
          <ac:spMkLst>
            <pc:docMk/>
            <pc:sldMk cId="807573619" sldId="2147474100"/>
            <ac:spMk id="91" creationId="{2C1B6095-C1CC-AD7D-BA95-E7A1BD0693FF}"/>
          </ac:spMkLst>
        </pc:spChg>
        <pc:spChg chg="del">
          <ac:chgData name="Cartwright, Max" userId="4fdaca64-157b-4f34-aebd-58f672b6a20c" providerId="ADAL" clId="{9B24FA50-177C-4B5A-AA10-BF89D194F6B0}" dt="2024-03-05T20:09:19.461" v="271" actId="478"/>
          <ac:spMkLst>
            <pc:docMk/>
            <pc:sldMk cId="807573619" sldId="2147474100"/>
            <ac:spMk id="92" creationId="{A4C3E0E1-B0F2-F019-8B67-69687554332F}"/>
          </ac:spMkLst>
        </pc:spChg>
        <pc:spChg chg="del">
          <ac:chgData name="Cartwright, Max" userId="4fdaca64-157b-4f34-aebd-58f672b6a20c" providerId="ADAL" clId="{9B24FA50-177C-4B5A-AA10-BF89D194F6B0}" dt="2024-03-05T20:09:19.461" v="271" actId="478"/>
          <ac:spMkLst>
            <pc:docMk/>
            <pc:sldMk cId="807573619" sldId="2147474100"/>
            <ac:spMk id="94" creationId="{21871C61-CA3E-0740-EEE3-2715DD7763F1}"/>
          </ac:spMkLst>
        </pc:spChg>
        <pc:spChg chg="del">
          <ac:chgData name="Cartwright, Max" userId="4fdaca64-157b-4f34-aebd-58f672b6a20c" providerId="ADAL" clId="{9B24FA50-177C-4B5A-AA10-BF89D194F6B0}" dt="2024-03-05T20:09:19.461" v="271" actId="478"/>
          <ac:spMkLst>
            <pc:docMk/>
            <pc:sldMk cId="807573619" sldId="2147474100"/>
            <ac:spMk id="95" creationId="{78BF1FCE-A2E0-5976-72CC-93B96E9FF949}"/>
          </ac:spMkLst>
        </pc:spChg>
        <pc:spChg chg="del">
          <ac:chgData name="Cartwright, Max" userId="4fdaca64-157b-4f34-aebd-58f672b6a20c" providerId="ADAL" clId="{9B24FA50-177C-4B5A-AA10-BF89D194F6B0}" dt="2024-03-05T20:09:19.461" v="271" actId="478"/>
          <ac:spMkLst>
            <pc:docMk/>
            <pc:sldMk cId="807573619" sldId="2147474100"/>
            <ac:spMk id="128" creationId="{6C47947E-7341-1848-0401-E98FDAC64907}"/>
          </ac:spMkLst>
        </pc:spChg>
        <pc:spChg chg="del">
          <ac:chgData name="Cartwright, Max" userId="4fdaca64-157b-4f34-aebd-58f672b6a20c" providerId="ADAL" clId="{9B24FA50-177C-4B5A-AA10-BF89D194F6B0}" dt="2024-03-05T20:09:19.461" v="271" actId="478"/>
          <ac:spMkLst>
            <pc:docMk/>
            <pc:sldMk cId="807573619" sldId="2147474100"/>
            <ac:spMk id="129" creationId="{4C9A3C9D-C825-C4B0-4D1B-BBC97372EDD2}"/>
          </ac:spMkLst>
        </pc:spChg>
        <pc:spChg chg="del">
          <ac:chgData name="Cartwright, Max" userId="4fdaca64-157b-4f34-aebd-58f672b6a20c" providerId="ADAL" clId="{9B24FA50-177C-4B5A-AA10-BF89D194F6B0}" dt="2024-03-05T20:09:19.461" v="271" actId="478"/>
          <ac:spMkLst>
            <pc:docMk/>
            <pc:sldMk cId="807573619" sldId="2147474100"/>
            <ac:spMk id="130" creationId="{04EA75CA-5F6D-2877-C59B-988A62F16E12}"/>
          </ac:spMkLst>
        </pc:spChg>
        <pc:spChg chg="del">
          <ac:chgData name="Cartwright, Max" userId="4fdaca64-157b-4f34-aebd-58f672b6a20c" providerId="ADAL" clId="{9B24FA50-177C-4B5A-AA10-BF89D194F6B0}" dt="2024-03-05T20:09:19.461" v="271" actId="478"/>
          <ac:spMkLst>
            <pc:docMk/>
            <pc:sldMk cId="807573619" sldId="2147474100"/>
            <ac:spMk id="131" creationId="{91466A21-A73D-B668-A280-7D9DEB296751}"/>
          </ac:spMkLst>
        </pc:spChg>
        <pc:spChg chg="del">
          <ac:chgData name="Cartwright, Max" userId="4fdaca64-157b-4f34-aebd-58f672b6a20c" providerId="ADAL" clId="{9B24FA50-177C-4B5A-AA10-BF89D194F6B0}" dt="2024-03-05T20:09:19.461" v="271" actId="478"/>
          <ac:spMkLst>
            <pc:docMk/>
            <pc:sldMk cId="807573619" sldId="2147474100"/>
            <ac:spMk id="132" creationId="{41F77DE5-FCF4-7E98-BE9A-64A7C27B7D19}"/>
          </ac:spMkLst>
        </pc:spChg>
        <pc:spChg chg="del">
          <ac:chgData name="Cartwright, Max" userId="4fdaca64-157b-4f34-aebd-58f672b6a20c" providerId="ADAL" clId="{9B24FA50-177C-4B5A-AA10-BF89D194F6B0}" dt="2024-03-05T20:09:19.461" v="271" actId="478"/>
          <ac:spMkLst>
            <pc:docMk/>
            <pc:sldMk cId="807573619" sldId="2147474100"/>
            <ac:spMk id="133" creationId="{E9EFC2D7-B86C-0329-A5A4-61E310A64C58}"/>
          </ac:spMkLst>
        </pc:spChg>
        <pc:spChg chg="del">
          <ac:chgData name="Cartwright, Max" userId="4fdaca64-157b-4f34-aebd-58f672b6a20c" providerId="ADAL" clId="{9B24FA50-177C-4B5A-AA10-BF89D194F6B0}" dt="2024-03-05T20:09:19.461" v="271" actId="478"/>
          <ac:spMkLst>
            <pc:docMk/>
            <pc:sldMk cId="807573619" sldId="2147474100"/>
            <ac:spMk id="134" creationId="{197DBD37-4087-34BB-33B8-77CF4BBB841C}"/>
          </ac:spMkLst>
        </pc:spChg>
        <pc:spChg chg="del">
          <ac:chgData name="Cartwright, Max" userId="4fdaca64-157b-4f34-aebd-58f672b6a20c" providerId="ADAL" clId="{9B24FA50-177C-4B5A-AA10-BF89D194F6B0}" dt="2024-03-05T20:09:19.461" v="271" actId="478"/>
          <ac:spMkLst>
            <pc:docMk/>
            <pc:sldMk cId="807573619" sldId="2147474100"/>
            <ac:spMk id="135" creationId="{1A9EE461-FC41-BDAE-0A5C-305D1BBE758D}"/>
          </ac:spMkLst>
        </pc:spChg>
        <pc:spChg chg="del">
          <ac:chgData name="Cartwright, Max" userId="4fdaca64-157b-4f34-aebd-58f672b6a20c" providerId="ADAL" clId="{9B24FA50-177C-4B5A-AA10-BF89D194F6B0}" dt="2024-03-05T20:09:19.461" v="271" actId="478"/>
          <ac:spMkLst>
            <pc:docMk/>
            <pc:sldMk cId="807573619" sldId="2147474100"/>
            <ac:spMk id="136" creationId="{2244E02E-AD45-B8FB-3AD2-9721659FC9B2}"/>
          </ac:spMkLst>
        </pc:spChg>
        <pc:spChg chg="del">
          <ac:chgData name="Cartwright, Max" userId="4fdaca64-157b-4f34-aebd-58f672b6a20c" providerId="ADAL" clId="{9B24FA50-177C-4B5A-AA10-BF89D194F6B0}" dt="2024-03-05T20:09:19.461" v="271" actId="478"/>
          <ac:spMkLst>
            <pc:docMk/>
            <pc:sldMk cId="807573619" sldId="2147474100"/>
            <ac:spMk id="137" creationId="{6F697118-FE42-5531-ED44-3AD7B67A0BE3}"/>
          </ac:spMkLst>
        </pc:spChg>
        <pc:spChg chg="del">
          <ac:chgData name="Cartwright, Max" userId="4fdaca64-157b-4f34-aebd-58f672b6a20c" providerId="ADAL" clId="{9B24FA50-177C-4B5A-AA10-BF89D194F6B0}" dt="2024-03-05T20:09:19.461" v="271" actId="478"/>
          <ac:spMkLst>
            <pc:docMk/>
            <pc:sldMk cId="807573619" sldId="2147474100"/>
            <ac:spMk id="138" creationId="{F833B1BB-3886-AB1A-2D27-EDC6A2AC7015}"/>
          </ac:spMkLst>
        </pc:spChg>
        <pc:spChg chg="del">
          <ac:chgData name="Cartwright, Max" userId="4fdaca64-157b-4f34-aebd-58f672b6a20c" providerId="ADAL" clId="{9B24FA50-177C-4B5A-AA10-BF89D194F6B0}" dt="2024-03-05T20:09:19.461" v="271" actId="478"/>
          <ac:spMkLst>
            <pc:docMk/>
            <pc:sldMk cId="807573619" sldId="2147474100"/>
            <ac:spMk id="139" creationId="{145F195E-95F5-1E3E-C823-ACDDDEA207C5}"/>
          </ac:spMkLst>
        </pc:spChg>
        <pc:spChg chg="del">
          <ac:chgData name="Cartwright, Max" userId="4fdaca64-157b-4f34-aebd-58f672b6a20c" providerId="ADAL" clId="{9B24FA50-177C-4B5A-AA10-BF89D194F6B0}" dt="2024-03-05T20:09:19.461" v="271" actId="478"/>
          <ac:spMkLst>
            <pc:docMk/>
            <pc:sldMk cId="807573619" sldId="2147474100"/>
            <ac:spMk id="140" creationId="{DB7EED99-9AF9-1A3B-E2F1-26547D66B263}"/>
          </ac:spMkLst>
        </pc:spChg>
        <pc:spChg chg="del">
          <ac:chgData name="Cartwright, Max" userId="4fdaca64-157b-4f34-aebd-58f672b6a20c" providerId="ADAL" clId="{9B24FA50-177C-4B5A-AA10-BF89D194F6B0}" dt="2024-03-05T20:09:19.461" v="271" actId="478"/>
          <ac:spMkLst>
            <pc:docMk/>
            <pc:sldMk cId="807573619" sldId="2147474100"/>
            <ac:spMk id="141" creationId="{4A0F2EB7-FD60-F2A9-0211-376C0277F394}"/>
          </ac:spMkLst>
        </pc:spChg>
        <pc:spChg chg="del">
          <ac:chgData name="Cartwright, Max" userId="4fdaca64-157b-4f34-aebd-58f672b6a20c" providerId="ADAL" clId="{9B24FA50-177C-4B5A-AA10-BF89D194F6B0}" dt="2024-03-05T20:09:19.461" v="271" actId="478"/>
          <ac:spMkLst>
            <pc:docMk/>
            <pc:sldMk cId="807573619" sldId="2147474100"/>
            <ac:spMk id="142" creationId="{3DD8148D-31D0-D2E3-25C8-D7E915F5599C}"/>
          </ac:spMkLst>
        </pc:spChg>
        <pc:spChg chg="del">
          <ac:chgData name="Cartwright, Max" userId="4fdaca64-157b-4f34-aebd-58f672b6a20c" providerId="ADAL" clId="{9B24FA50-177C-4B5A-AA10-BF89D194F6B0}" dt="2024-03-05T20:09:19.461" v="271" actId="478"/>
          <ac:spMkLst>
            <pc:docMk/>
            <pc:sldMk cId="807573619" sldId="2147474100"/>
            <ac:spMk id="143" creationId="{45D8EC86-FBD9-CCE6-AE35-8954C8F0D342}"/>
          </ac:spMkLst>
        </pc:spChg>
        <pc:spChg chg="del">
          <ac:chgData name="Cartwright, Max" userId="4fdaca64-157b-4f34-aebd-58f672b6a20c" providerId="ADAL" clId="{9B24FA50-177C-4B5A-AA10-BF89D194F6B0}" dt="2024-03-05T20:09:19.461" v="271" actId="478"/>
          <ac:spMkLst>
            <pc:docMk/>
            <pc:sldMk cId="807573619" sldId="2147474100"/>
            <ac:spMk id="144" creationId="{1A5D59D0-F103-30E0-3490-C179541BCF88}"/>
          </ac:spMkLst>
        </pc:spChg>
        <pc:spChg chg="del">
          <ac:chgData name="Cartwright, Max" userId="4fdaca64-157b-4f34-aebd-58f672b6a20c" providerId="ADAL" clId="{9B24FA50-177C-4B5A-AA10-BF89D194F6B0}" dt="2024-03-05T20:09:19.461" v="271" actId="478"/>
          <ac:spMkLst>
            <pc:docMk/>
            <pc:sldMk cId="807573619" sldId="2147474100"/>
            <ac:spMk id="145" creationId="{18C6833D-23E0-4019-8221-BE204451A8A4}"/>
          </ac:spMkLst>
        </pc:spChg>
        <pc:spChg chg="del">
          <ac:chgData name="Cartwright, Max" userId="4fdaca64-157b-4f34-aebd-58f672b6a20c" providerId="ADAL" clId="{9B24FA50-177C-4B5A-AA10-BF89D194F6B0}" dt="2024-03-05T20:09:19.461" v="271" actId="478"/>
          <ac:spMkLst>
            <pc:docMk/>
            <pc:sldMk cId="807573619" sldId="2147474100"/>
            <ac:spMk id="146" creationId="{9068698D-B808-9AD5-F990-6869FA1FCCB1}"/>
          </ac:spMkLst>
        </pc:spChg>
        <pc:spChg chg="del">
          <ac:chgData name="Cartwright, Max" userId="4fdaca64-157b-4f34-aebd-58f672b6a20c" providerId="ADAL" clId="{9B24FA50-177C-4B5A-AA10-BF89D194F6B0}" dt="2024-03-05T20:09:19.461" v="271" actId="478"/>
          <ac:spMkLst>
            <pc:docMk/>
            <pc:sldMk cId="807573619" sldId="2147474100"/>
            <ac:spMk id="147" creationId="{CBC5BFFD-8506-6578-6FF9-ACBF804B2CF5}"/>
          </ac:spMkLst>
        </pc:spChg>
        <pc:spChg chg="del">
          <ac:chgData name="Cartwright, Max" userId="4fdaca64-157b-4f34-aebd-58f672b6a20c" providerId="ADAL" clId="{9B24FA50-177C-4B5A-AA10-BF89D194F6B0}" dt="2024-03-05T20:09:19.461" v="271" actId="478"/>
          <ac:spMkLst>
            <pc:docMk/>
            <pc:sldMk cId="807573619" sldId="2147474100"/>
            <ac:spMk id="148" creationId="{E481C10E-E961-B853-D703-9F91F422CE27}"/>
          </ac:spMkLst>
        </pc:spChg>
        <pc:spChg chg="del">
          <ac:chgData name="Cartwright, Max" userId="4fdaca64-157b-4f34-aebd-58f672b6a20c" providerId="ADAL" clId="{9B24FA50-177C-4B5A-AA10-BF89D194F6B0}" dt="2024-03-05T20:09:19.461" v="271" actId="478"/>
          <ac:spMkLst>
            <pc:docMk/>
            <pc:sldMk cId="807573619" sldId="2147474100"/>
            <ac:spMk id="150" creationId="{A9CBD0AA-A663-0A63-7D0F-201AF9420FAF}"/>
          </ac:spMkLst>
        </pc:spChg>
        <pc:spChg chg="del">
          <ac:chgData name="Cartwright, Max" userId="4fdaca64-157b-4f34-aebd-58f672b6a20c" providerId="ADAL" clId="{9B24FA50-177C-4B5A-AA10-BF89D194F6B0}" dt="2024-03-05T20:09:19.461" v="271" actId="478"/>
          <ac:spMkLst>
            <pc:docMk/>
            <pc:sldMk cId="807573619" sldId="2147474100"/>
            <ac:spMk id="151" creationId="{10A8490B-D9F1-2B28-E5CA-F6A15152ECE0}"/>
          </ac:spMkLst>
        </pc:spChg>
        <pc:spChg chg="del">
          <ac:chgData name="Cartwright, Max" userId="4fdaca64-157b-4f34-aebd-58f672b6a20c" providerId="ADAL" clId="{9B24FA50-177C-4B5A-AA10-BF89D194F6B0}" dt="2024-03-05T20:09:19.461" v="271" actId="478"/>
          <ac:spMkLst>
            <pc:docMk/>
            <pc:sldMk cId="807573619" sldId="2147474100"/>
            <ac:spMk id="152" creationId="{48D36285-9C8D-107D-F40D-5E397C00FCB7}"/>
          </ac:spMkLst>
        </pc:spChg>
        <pc:spChg chg="del">
          <ac:chgData name="Cartwright, Max" userId="4fdaca64-157b-4f34-aebd-58f672b6a20c" providerId="ADAL" clId="{9B24FA50-177C-4B5A-AA10-BF89D194F6B0}" dt="2024-03-05T20:09:19.461" v="271" actId="478"/>
          <ac:spMkLst>
            <pc:docMk/>
            <pc:sldMk cId="807573619" sldId="2147474100"/>
            <ac:spMk id="153" creationId="{1D3E9285-B2A6-A89D-DFCE-60BD1ECAE22E}"/>
          </ac:spMkLst>
        </pc:spChg>
        <pc:spChg chg="del">
          <ac:chgData name="Cartwright, Max" userId="4fdaca64-157b-4f34-aebd-58f672b6a20c" providerId="ADAL" clId="{9B24FA50-177C-4B5A-AA10-BF89D194F6B0}" dt="2024-03-05T20:09:19.461" v="271" actId="478"/>
          <ac:spMkLst>
            <pc:docMk/>
            <pc:sldMk cId="807573619" sldId="2147474100"/>
            <ac:spMk id="154" creationId="{D3679FCC-C114-A576-D8FD-70402DC57EC4}"/>
          </ac:spMkLst>
        </pc:spChg>
        <pc:spChg chg="del">
          <ac:chgData name="Cartwright, Max" userId="4fdaca64-157b-4f34-aebd-58f672b6a20c" providerId="ADAL" clId="{9B24FA50-177C-4B5A-AA10-BF89D194F6B0}" dt="2024-03-05T20:09:19.461" v="271" actId="478"/>
          <ac:spMkLst>
            <pc:docMk/>
            <pc:sldMk cId="807573619" sldId="2147474100"/>
            <ac:spMk id="155" creationId="{2F5B7D89-48EC-3082-D430-0291424B3744}"/>
          </ac:spMkLst>
        </pc:spChg>
        <pc:spChg chg="del">
          <ac:chgData name="Cartwright, Max" userId="4fdaca64-157b-4f34-aebd-58f672b6a20c" providerId="ADAL" clId="{9B24FA50-177C-4B5A-AA10-BF89D194F6B0}" dt="2024-03-05T20:09:19.461" v="271" actId="478"/>
          <ac:spMkLst>
            <pc:docMk/>
            <pc:sldMk cId="807573619" sldId="2147474100"/>
            <ac:spMk id="156" creationId="{4DCF9669-DE90-407D-6770-D96EDC83063A}"/>
          </ac:spMkLst>
        </pc:spChg>
        <pc:spChg chg="del">
          <ac:chgData name="Cartwright, Max" userId="4fdaca64-157b-4f34-aebd-58f672b6a20c" providerId="ADAL" clId="{9B24FA50-177C-4B5A-AA10-BF89D194F6B0}" dt="2024-03-05T20:09:19.461" v="271" actId="478"/>
          <ac:spMkLst>
            <pc:docMk/>
            <pc:sldMk cId="807573619" sldId="2147474100"/>
            <ac:spMk id="157" creationId="{FB81C576-4C3E-8978-B90A-EB9A3D862179}"/>
          </ac:spMkLst>
        </pc:spChg>
        <pc:spChg chg="del">
          <ac:chgData name="Cartwright, Max" userId="4fdaca64-157b-4f34-aebd-58f672b6a20c" providerId="ADAL" clId="{9B24FA50-177C-4B5A-AA10-BF89D194F6B0}" dt="2024-03-05T20:09:19.461" v="271" actId="478"/>
          <ac:spMkLst>
            <pc:docMk/>
            <pc:sldMk cId="807573619" sldId="2147474100"/>
            <ac:spMk id="160" creationId="{E0B37A83-DEA0-3B56-9EC3-3D4A21449FE5}"/>
          </ac:spMkLst>
        </pc:spChg>
        <pc:spChg chg="del">
          <ac:chgData name="Cartwright, Max" userId="4fdaca64-157b-4f34-aebd-58f672b6a20c" providerId="ADAL" clId="{9B24FA50-177C-4B5A-AA10-BF89D194F6B0}" dt="2024-03-05T20:09:19.461" v="271" actId="478"/>
          <ac:spMkLst>
            <pc:docMk/>
            <pc:sldMk cId="807573619" sldId="2147474100"/>
            <ac:spMk id="164" creationId="{78B207A2-08BE-4686-0E2C-BF9915AE3C4F}"/>
          </ac:spMkLst>
        </pc:spChg>
        <pc:spChg chg="del">
          <ac:chgData name="Cartwright, Max" userId="4fdaca64-157b-4f34-aebd-58f672b6a20c" providerId="ADAL" clId="{9B24FA50-177C-4B5A-AA10-BF89D194F6B0}" dt="2024-03-05T20:09:19.461" v="271" actId="478"/>
          <ac:spMkLst>
            <pc:docMk/>
            <pc:sldMk cId="807573619" sldId="2147474100"/>
            <ac:spMk id="168" creationId="{455B6FA4-5127-CD66-D5CF-F8E646FD8917}"/>
          </ac:spMkLst>
        </pc:spChg>
        <pc:spChg chg="del">
          <ac:chgData name="Cartwright, Max" userId="4fdaca64-157b-4f34-aebd-58f672b6a20c" providerId="ADAL" clId="{9B24FA50-177C-4B5A-AA10-BF89D194F6B0}" dt="2024-03-05T20:09:19.461" v="271" actId="478"/>
          <ac:spMkLst>
            <pc:docMk/>
            <pc:sldMk cId="807573619" sldId="2147474100"/>
            <ac:spMk id="169" creationId="{09ACAC71-744C-D341-80CC-BF1E948E4348}"/>
          </ac:spMkLst>
        </pc:spChg>
        <pc:spChg chg="del">
          <ac:chgData name="Cartwright, Max" userId="4fdaca64-157b-4f34-aebd-58f672b6a20c" providerId="ADAL" clId="{9B24FA50-177C-4B5A-AA10-BF89D194F6B0}" dt="2024-03-05T20:09:19.461" v="271" actId="478"/>
          <ac:spMkLst>
            <pc:docMk/>
            <pc:sldMk cId="807573619" sldId="2147474100"/>
            <ac:spMk id="170" creationId="{4D152F1C-0D48-85A5-3530-CEA8C39F0DE9}"/>
          </ac:spMkLst>
        </pc:spChg>
        <pc:spChg chg="del">
          <ac:chgData name="Cartwright, Max" userId="4fdaca64-157b-4f34-aebd-58f672b6a20c" providerId="ADAL" clId="{9B24FA50-177C-4B5A-AA10-BF89D194F6B0}" dt="2024-03-05T20:09:19.461" v="271" actId="478"/>
          <ac:spMkLst>
            <pc:docMk/>
            <pc:sldMk cId="807573619" sldId="2147474100"/>
            <ac:spMk id="171" creationId="{01C842EF-6766-AB3E-09B9-EA9134902255}"/>
          </ac:spMkLst>
        </pc:spChg>
        <pc:spChg chg="del">
          <ac:chgData name="Cartwright, Max" userId="4fdaca64-157b-4f34-aebd-58f672b6a20c" providerId="ADAL" clId="{9B24FA50-177C-4B5A-AA10-BF89D194F6B0}" dt="2024-03-05T20:09:19.461" v="271" actId="478"/>
          <ac:spMkLst>
            <pc:docMk/>
            <pc:sldMk cId="807573619" sldId="2147474100"/>
            <ac:spMk id="172" creationId="{5FE2AAF1-8D49-AFAB-B624-E7DF38603A12}"/>
          </ac:spMkLst>
        </pc:spChg>
        <pc:spChg chg="del">
          <ac:chgData name="Cartwright, Max" userId="4fdaca64-157b-4f34-aebd-58f672b6a20c" providerId="ADAL" clId="{9B24FA50-177C-4B5A-AA10-BF89D194F6B0}" dt="2024-03-05T20:09:19.461" v="271" actId="478"/>
          <ac:spMkLst>
            <pc:docMk/>
            <pc:sldMk cId="807573619" sldId="2147474100"/>
            <ac:spMk id="173" creationId="{52BB02D2-F2E0-4E7C-A2A9-132AD6940096}"/>
          </ac:spMkLst>
        </pc:spChg>
        <pc:spChg chg="del">
          <ac:chgData name="Cartwright, Max" userId="4fdaca64-157b-4f34-aebd-58f672b6a20c" providerId="ADAL" clId="{9B24FA50-177C-4B5A-AA10-BF89D194F6B0}" dt="2024-03-05T20:09:19.461" v="271" actId="478"/>
          <ac:spMkLst>
            <pc:docMk/>
            <pc:sldMk cId="807573619" sldId="2147474100"/>
            <ac:spMk id="174" creationId="{56192267-FDF3-5BC7-D468-39B2CC0C9A8B}"/>
          </ac:spMkLst>
        </pc:spChg>
        <pc:spChg chg="del">
          <ac:chgData name="Cartwright, Max" userId="4fdaca64-157b-4f34-aebd-58f672b6a20c" providerId="ADAL" clId="{9B24FA50-177C-4B5A-AA10-BF89D194F6B0}" dt="2024-03-05T20:09:19.461" v="271" actId="478"/>
          <ac:spMkLst>
            <pc:docMk/>
            <pc:sldMk cId="807573619" sldId="2147474100"/>
            <ac:spMk id="175" creationId="{FE4EDA7E-86C3-7787-C476-E8A8A0642159}"/>
          </ac:spMkLst>
        </pc:spChg>
        <pc:spChg chg="del">
          <ac:chgData name="Cartwright, Max" userId="4fdaca64-157b-4f34-aebd-58f672b6a20c" providerId="ADAL" clId="{9B24FA50-177C-4B5A-AA10-BF89D194F6B0}" dt="2024-03-05T20:09:19.461" v="271" actId="478"/>
          <ac:spMkLst>
            <pc:docMk/>
            <pc:sldMk cId="807573619" sldId="2147474100"/>
            <ac:spMk id="176" creationId="{40251CC1-F7C9-52B4-0F03-06062978B782}"/>
          </ac:spMkLst>
        </pc:spChg>
        <pc:spChg chg="del">
          <ac:chgData name="Cartwright, Max" userId="4fdaca64-157b-4f34-aebd-58f672b6a20c" providerId="ADAL" clId="{9B24FA50-177C-4B5A-AA10-BF89D194F6B0}" dt="2024-03-05T20:09:19.461" v="271" actId="478"/>
          <ac:spMkLst>
            <pc:docMk/>
            <pc:sldMk cId="807573619" sldId="2147474100"/>
            <ac:spMk id="177" creationId="{74716EBB-D013-602F-A338-4CE9A9A1FE0B}"/>
          </ac:spMkLst>
        </pc:spChg>
        <pc:spChg chg="del">
          <ac:chgData name="Cartwright, Max" userId="4fdaca64-157b-4f34-aebd-58f672b6a20c" providerId="ADAL" clId="{9B24FA50-177C-4B5A-AA10-BF89D194F6B0}" dt="2024-03-05T20:09:19.461" v="271" actId="478"/>
          <ac:spMkLst>
            <pc:docMk/>
            <pc:sldMk cId="807573619" sldId="2147474100"/>
            <ac:spMk id="178" creationId="{AE665E25-10DE-CC9D-4D22-C55EE63D41D2}"/>
          </ac:spMkLst>
        </pc:spChg>
        <pc:spChg chg="del">
          <ac:chgData name="Cartwright, Max" userId="4fdaca64-157b-4f34-aebd-58f672b6a20c" providerId="ADAL" clId="{9B24FA50-177C-4B5A-AA10-BF89D194F6B0}" dt="2024-03-05T20:09:19.461" v="271" actId="478"/>
          <ac:spMkLst>
            <pc:docMk/>
            <pc:sldMk cId="807573619" sldId="2147474100"/>
            <ac:spMk id="179" creationId="{A0DD5B28-AE21-C686-1176-B284FC1BB02F}"/>
          </ac:spMkLst>
        </pc:spChg>
        <pc:spChg chg="del">
          <ac:chgData name="Cartwright, Max" userId="4fdaca64-157b-4f34-aebd-58f672b6a20c" providerId="ADAL" clId="{9B24FA50-177C-4B5A-AA10-BF89D194F6B0}" dt="2024-03-05T20:09:19.461" v="271" actId="478"/>
          <ac:spMkLst>
            <pc:docMk/>
            <pc:sldMk cId="807573619" sldId="2147474100"/>
            <ac:spMk id="180" creationId="{AD5E226D-8814-2B64-B7A8-B309411A0E4C}"/>
          </ac:spMkLst>
        </pc:spChg>
        <pc:grpChg chg="del">
          <ac:chgData name="Cartwright, Max" userId="4fdaca64-157b-4f34-aebd-58f672b6a20c" providerId="ADAL" clId="{9B24FA50-177C-4B5A-AA10-BF89D194F6B0}" dt="2024-03-05T20:09:19.461" v="271" actId="478"/>
          <ac:grpSpMkLst>
            <pc:docMk/>
            <pc:sldMk cId="807573619" sldId="2147474100"/>
            <ac:grpSpMk id="82" creationId="{982C925D-980A-443A-EF7F-11E1A13663F6}"/>
          </ac:grpSpMkLst>
        </pc:grpChg>
        <pc:graphicFrameChg chg="add mod modGraphic">
          <ac:chgData name="Cartwright, Max" userId="4fdaca64-157b-4f34-aebd-58f672b6a20c" providerId="ADAL" clId="{9B24FA50-177C-4B5A-AA10-BF89D194F6B0}" dt="2024-03-05T20:10:04.287" v="288" actId="1036"/>
          <ac:graphicFrameMkLst>
            <pc:docMk/>
            <pc:sldMk cId="807573619" sldId="2147474100"/>
            <ac:graphicFrameMk id="4" creationId="{C54456C2-F87D-4A66-6607-674496A80040}"/>
          </ac:graphicFrameMkLst>
        </pc:graphicFrameChg>
        <pc:cxnChg chg="del mod">
          <ac:chgData name="Cartwright, Max" userId="4fdaca64-157b-4f34-aebd-58f672b6a20c" providerId="ADAL" clId="{9B24FA50-177C-4B5A-AA10-BF89D194F6B0}" dt="2024-03-05T20:09:19.461" v="271" actId="478"/>
          <ac:cxnSpMkLst>
            <pc:docMk/>
            <pc:sldMk cId="807573619" sldId="2147474100"/>
            <ac:cxnSpMk id="93" creationId="{E6E8DD08-C8BD-9BA0-7525-661EDBEB7C23}"/>
          </ac:cxnSpMkLst>
        </pc:cxnChg>
        <pc:cxnChg chg="del">
          <ac:chgData name="Cartwright, Max" userId="4fdaca64-157b-4f34-aebd-58f672b6a20c" providerId="ADAL" clId="{9B24FA50-177C-4B5A-AA10-BF89D194F6B0}" dt="2024-03-05T20:09:19.461" v="271" actId="478"/>
          <ac:cxnSpMkLst>
            <pc:docMk/>
            <pc:sldMk cId="807573619" sldId="2147474100"/>
            <ac:cxnSpMk id="149" creationId="{1918058F-58F7-7C66-CC17-BC25B3FFA8D9}"/>
          </ac:cxnSpMkLst>
        </pc:cxnChg>
      </pc:sldChg>
      <pc:sldChg chg="addSp delSp modSp add mod ord">
        <pc:chgData name="Cartwright, Max" userId="4fdaca64-157b-4f34-aebd-58f672b6a20c" providerId="ADAL" clId="{9B24FA50-177C-4B5A-AA10-BF89D194F6B0}" dt="2024-03-05T20:48:08.333" v="1011" actId="1036"/>
        <pc:sldMkLst>
          <pc:docMk/>
          <pc:sldMk cId="3301828130" sldId="2147474101"/>
        </pc:sldMkLst>
        <pc:spChg chg="mod">
          <ac:chgData name="Cartwright, Max" userId="4fdaca64-157b-4f34-aebd-58f672b6a20c" providerId="ADAL" clId="{9B24FA50-177C-4B5A-AA10-BF89D194F6B0}" dt="2024-03-05T20:36:35.106" v="920" actId="1076"/>
          <ac:spMkLst>
            <pc:docMk/>
            <pc:sldMk cId="3301828130" sldId="2147474101"/>
            <ac:spMk id="3" creationId="{E7A0A04E-4539-76F3-C369-AD07AF8FA944}"/>
          </ac:spMkLst>
        </pc:spChg>
        <pc:spChg chg="mod">
          <ac:chgData name="Cartwright, Max" userId="4fdaca64-157b-4f34-aebd-58f672b6a20c" providerId="ADAL" clId="{9B24FA50-177C-4B5A-AA10-BF89D194F6B0}" dt="2024-03-05T20:12:24.509" v="347" actId="1076"/>
          <ac:spMkLst>
            <pc:docMk/>
            <pc:sldMk cId="3301828130" sldId="2147474101"/>
            <ac:spMk id="5" creationId="{4CA39B15-9949-C8EF-AD56-299DB327751E}"/>
          </ac:spMkLst>
        </pc:spChg>
        <pc:graphicFrameChg chg="add mod modGraphic">
          <ac:chgData name="Cartwright, Max" userId="4fdaca64-157b-4f34-aebd-58f672b6a20c" providerId="ADAL" clId="{9B24FA50-177C-4B5A-AA10-BF89D194F6B0}" dt="2024-03-05T20:48:08.333" v="1011" actId="1036"/>
          <ac:graphicFrameMkLst>
            <pc:docMk/>
            <pc:sldMk cId="3301828130" sldId="2147474101"/>
            <ac:graphicFrameMk id="2" creationId="{D0BCB5DE-6896-5F5C-6600-0AA0464C3ADF}"/>
          </ac:graphicFrameMkLst>
        </pc:graphicFrameChg>
        <pc:graphicFrameChg chg="del">
          <ac:chgData name="Cartwright, Max" userId="4fdaca64-157b-4f34-aebd-58f672b6a20c" providerId="ADAL" clId="{9B24FA50-177C-4B5A-AA10-BF89D194F6B0}" dt="2024-03-05T20:10:26.398" v="300" actId="478"/>
          <ac:graphicFrameMkLst>
            <pc:docMk/>
            <pc:sldMk cId="3301828130" sldId="2147474101"/>
            <ac:graphicFrameMk id="4" creationId="{C54456C2-F87D-4A66-6607-674496A80040}"/>
          </ac:graphicFrameMkLst>
        </pc:graphicFrameChg>
      </pc:sldChg>
      <pc:sldChg chg="addSp modSp add del mod">
        <pc:chgData name="Cartwright, Max" userId="4fdaca64-157b-4f34-aebd-58f672b6a20c" providerId="ADAL" clId="{9B24FA50-177C-4B5A-AA10-BF89D194F6B0}" dt="2024-03-05T20:12:15.186" v="334" actId="47"/>
        <pc:sldMkLst>
          <pc:docMk/>
          <pc:sldMk cId="1404277362" sldId="2147474102"/>
        </pc:sldMkLst>
        <pc:spChg chg="mod">
          <ac:chgData name="Cartwright, Max" userId="4fdaca64-157b-4f34-aebd-58f672b6a20c" providerId="ADAL" clId="{9B24FA50-177C-4B5A-AA10-BF89D194F6B0}" dt="2024-03-05T20:12:04.728" v="333" actId="1076"/>
          <ac:spMkLst>
            <pc:docMk/>
            <pc:sldMk cId="1404277362" sldId="2147474102"/>
            <ac:spMk id="5" creationId="{4CA39B15-9949-C8EF-AD56-299DB327751E}"/>
          </ac:spMkLst>
        </pc:spChg>
        <pc:graphicFrameChg chg="add mod">
          <ac:chgData name="Cartwright, Max" userId="4fdaca64-157b-4f34-aebd-58f672b6a20c" providerId="ADAL" clId="{9B24FA50-177C-4B5A-AA10-BF89D194F6B0}" dt="2024-03-05T20:11:36.967" v="318"/>
          <ac:graphicFrameMkLst>
            <pc:docMk/>
            <pc:sldMk cId="1404277362" sldId="2147474102"/>
            <ac:graphicFrameMk id="2" creationId="{BE4A7AD2-91C8-98B2-7ABB-173B72301019}"/>
          </ac:graphicFrameMkLst>
        </pc:graphicFrameChg>
      </pc:sldChg>
      <pc:sldChg chg="addSp modSp add mod ord">
        <pc:chgData name="Cartwright, Max" userId="4fdaca64-157b-4f34-aebd-58f672b6a20c" providerId="ADAL" clId="{9B24FA50-177C-4B5A-AA10-BF89D194F6B0}" dt="2024-03-05T20:36:28.263" v="919" actId="1036"/>
        <pc:sldMkLst>
          <pc:docMk/>
          <pc:sldMk cId="2894879383" sldId="2147474103"/>
        </pc:sldMkLst>
        <pc:spChg chg="mod">
          <ac:chgData name="Cartwright, Max" userId="4fdaca64-157b-4f34-aebd-58f672b6a20c" providerId="ADAL" clId="{9B24FA50-177C-4B5A-AA10-BF89D194F6B0}" dt="2024-03-05T20:36:28.263" v="919" actId="1036"/>
          <ac:spMkLst>
            <pc:docMk/>
            <pc:sldMk cId="2894879383" sldId="2147474103"/>
            <ac:spMk id="3" creationId="{E7A0A04E-4539-76F3-C369-AD07AF8FA944}"/>
          </ac:spMkLst>
        </pc:spChg>
        <pc:spChg chg="mod">
          <ac:chgData name="Cartwright, Max" userId="4fdaca64-157b-4f34-aebd-58f672b6a20c" providerId="ADAL" clId="{9B24FA50-177C-4B5A-AA10-BF89D194F6B0}" dt="2024-03-05T20:12:01.370" v="332" actId="1076"/>
          <ac:spMkLst>
            <pc:docMk/>
            <pc:sldMk cId="2894879383" sldId="2147474103"/>
            <ac:spMk id="5" creationId="{4CA39B15-9949-C8EF-AD56-299DB327751E}"/>
          </ac:spMkLst>
        </pc:spChg>
        <pc:graphicFrameChg chg="add mod">
          <ac:chgData name="Cartwright, Max" userId="4fdaca64-157b-4f34-aebd-58f672b6a20c" providerId="ADAL" clId="{9B24FA50-177C-4B5A-AA10-BF89D194F6B0}" dt="2024-03-05T20:11:53.615" v="319"/>
          <ac:graphicFrameMkLst>
            <pc:docMk/>
            <pc:sldMk cId="2894879383" sldId="2147474103"/>
            <ac:graphicFrameMk id="2" creationId="{F1AF107A-F151-DF54-AA2A-F9C5CDF5B288}"/>
          </ac:graphicFrameMkLst>
        </pc:graphicFrameChg>
      </pc:sldChg>
      <pc:sldChg chg="addSp delSp modSp add mod ord">
        <pc:chgData name="Cartwright, Max" userId="4fdaca64-157b-4f34-aebd-58f672b6a20c" providerId="ADAL" clId="{9B24FA50-177C-4B5A-AA10-BF89D194F6B0}" dt="2024-03-05T20:36:19.890" v="915" actId="1035"/>
        <pc:sldMkLst>
          <pc:docMk/>
          <pc:sldMk cId="4144516887" sldId="2147474104"/>
        </pc:sldMkLst>
        <pc:spChg chg="mod">
          <ac:chgData name="Cartwright, Max" userId="4fdaca64-157b-4f34-aebd-58f672b6a20c" providerId="ADAL" clId="{9B24FA50-177C-4B5A-AA10-BF89D194F6B0}" dt="2024-03-05T20:36:19.890" v="915" actId="1035"/>
          <ac:spMkLst>
            <pc:docMk/>
            <pc:sldMk cId="4144516887" sldId="2147474104"/>
            <ac:spMk id="3" creationId="{E7A0A04E-4539-76F3-C369-AD07AF8FA944}"/>
          </ac:spMkLst>
        </pc:spChg>
        <pc:spChg chg="mod">
          <ac:chgData name="Cartwright, Max" userId="4fdaca64-157b-4f34-aebd-58f672b6a20c" providerId="ADAL" clId="{9B24FA50-177C-4B5A-AA10-BF89D194F6B0}" dt="2024-03-05T20:14:28.275" v="389" actId="20577"/>
          <ac:spMkLst>
            <pc:docMk/>
            <pc:sldMk cId="4144516887" sldId="2147474104"/>
            <ac:spMk id="5" creationId="{4CA39B15-9949-C8EF-AD56-299DB327751E}"/>
          </ac:spMkLst>
        </pc:spChg>
        <pc:spChg chg="add mod">
          <ac:chgData name="Cartwright, Max" userId="4fdaca64-157b-4f34-aebd-58f672b6a20c" providerId="ADAL" clId="{9B24FA50-177C-4B5A-AA10-BF89D194F6B0}" dt="2024-03-05T20:13:15.044" v="379"/>
          <ac:spMkLst>
            <pc:docMk/>
            <pc:sldMk cId="4144516887" sldId="2147474104"/>
            <ac:spMk id="7" creationId="{E468B12C-49B8-CDFF-6AA1-E7F8BE93031B}"/>
          </ac:spMkLst>
        </pc:spChg>
        <pc:spChg chg="add mod">
          <ac:chgData name="Cartwright, Max" userId="4fdaca64-157b-4f34-aebd-58f672b6a20c" providerId="ADAL" clId="{9B24FA50-177C-4B5A-AA10-BF89D194F6B0}" dt="2024-03-05T20:13:15.044" v="379"/>
          <ac:spMkLst>
            <pc:docMk/>
            <pc:sldMk cId="4144516887" sldId="2147474104"/>
            <ac:spMk id="9" creationId="{4DE9A918-4EEE-C546-2AC4-42B1730C1D85}"/>
          </ac:spMkLst>
        </pc:spChg>
        <pc:spChg chg="add mod">
          <ac:chgData name="Cartwright, Max" userId="4fdaca64-157b-4f34-aebd-58f672b6a20c" providerId="ADAL" clId="{9B24FA50-177C-4B5A-AA10-BF89D194F6B0}" dt="2024-03-05T20:13:15.044" v="379"/>
          <ac:spMkLst>
            <pc:docMk/>
            <pc:sldMk cId="4144516887" sldId="2147474104"/>
            <ac:spMk id="10" creationId="{655D6C3E-E807-6905-1650-0617D2BBB8B5}"/>
          </ac:spMkLst>
        </pc:spChg>
        <pc:spChg chg="add mod">
          <ac:chgData name="Cartwright, Max" userId="4fdaca64-157b-4f34-aebd-58f672b6a20c" providerId="ADAL" clId="{9B24FA50-177C-4B5A-AA10-BF89D194F6B0}" dt="2024-03-05T20:13:15.044" v="379"/>
          <ac:spMkLst>
            <pc:docMk/>
            <pc:sldMk cId="4144516887" sldId="2147474104"/>
            <ac:spMk id="11" creationId="{5E4768D8-7D86-1A98-AE15-7F66D8D62FE4}"/>
          </ac:spMkLst>
        </pc:spChg>
        <pc:spChg chg="add mod">
          <ac:chgData name="Cartwright, Max" userId="4fdaca64-157b-4f34-aebd-58f672b6a20c" providerId="ADAL" clId="{9B24FA50-177C-4B5A-AA10-BF89D194F6B0}" dt="2024-03-05T20:13:15.044" v="379"/>
          <ac:spMkLst>
            <pc:docMk/>
            <pc:sldMk cId="4144516887" sldId="2147474104"/>
            <ac:spMk id="12" creationId="{89EBE345-DE44-554A-A25B-0A14138A9B76}"/>
          </ac:spMkLst>
        </pc:spChg>
        <pc:graphicFrameChg chg="del">
          <ac:chgData name="Cartwright, Max" userId="4fdaca64-157b-4f34-aebd-58f672b6a20c" providerId="ADAL" clId="{9B24FA50-177C-4B5A-AA10-BF89D194F6B0}" dt="2024-03-05T20:12:53.567" v="349" actId="478"/>
          <ac:graphicFrameMkLst>
            <pc:docMk/>
            <pc:sldMk cId="4144516887" sldId="2147474104"/>
            <ac:graphicFrameMk id="2" creationId="{F1AF107A-F151-DF54-AA2A-F9C5CDF5B288}"/>
          </ac:graphicFrameMkLst>
        </pc:graphicFrameChg>
        <pc:graphicFrameChg chg="add mod">
          <ac:chgData name="Cartwright, Max" userId="4fdaca64-157b-4f34-aebd-58f672b6a20c" providerId="ADAL" clId="{9B24FA50-177C-4B5A-AA10-BF89D194F6B0}" dt="2024-03-05T20:13:15.044" v="379"/>
          <ac:graphicFrameMkLst>
            <pc:docMk/>
            <pc:sldMk cId="4144516887" sldId="2147474104"/>
            <ac:graphicFrameMk id="6" creationId="{640CD144-1BC9-FD87-CD60-5B1E4D3675A6}"/>
          </ac:graphicFrameMkLst>
        </pc:graphicFrameChg>
        <pc:graphicFrameChg chg="add mod">
          <ac:chgData name="Cartwright, Max" userId="4fdaca64-157b-4f34-aebd-58f672b6a20c" providerId="ADAL" clId="{9B24FA50-177C-4B5A-AA10-BF89D194F6B0}" dt="2024-03-05T20:13:15.044" v="379"/>
          <ac:graphicFrameMkLst>
            <pc:docMk/>
            <pc:sldMk cId="4144516887" sldId="2147474104"/>
            <ac:graphicFrameMk id="13" creationId="{0A77BF4B-B28F-6D91-7CD1-68DFE13EA694}"/>
          </ac:graphicFrameMkLst>
        </pc:graphicFrameChg>
        <pc:picChg chg="add mod">
          <ac:chgData name="Cartwright, Max" userId="4fdaca64-157b-4f34-aebd-58f672b6a20c" providerId="ADAL" clId="{9B24FA50-177C-4B5A-AA10-BF89D194F6B0}" dt="2024-03-05T20:13:15.044" v="379"/>
          <ac:picMkLst>
            <pc:docMk/>
            <pc:sldMk cId="4144516887" sldId="2147474104"/>
            <ac:picMk id="4" creationId="{2025638D-6CC9-1F6F-F155-EDB8DABFA16B}"/>
          </ac:picMkLst>
        </pc:picChg>
        <pc:cxnChg chg="add mod">
          <ac:chgData name="Cartwright, Max" userId="4fdaca64-157b-4f34-aebd-58f672b6a20c" providerId="ADAL" clId="{9B24FA50-177C-4B5A-AA10-BF89D194F6B0}" dt="2024-03-05T20:13:15.044" v="379"/>
          <ac:cxnSpMkLst>
            <pc:docMk/>
            <pc:sldMk cId="4144516887" sldId="2147474104"/>
            <ac:cxnSpMk id="8" creationId="{5CFE5D63-BAFB-B328-34B8-0B43A779A0E0}"/>
          </ac:cxnSpMkLst>
        </pc:cxnChg>
      </pc:sldChg>
      <pc:sldChg chg="addSp delSp modSp add mod">
        <pc:chgData name="Cartwright, Max" userId="4fdaca64-157b-4f34-aebd-58f672b6a20c" providerId="ADAL" clId="{9B24FA50-177C-4B5A-AA10-BF89D194F6B0}" dt="2024-03-05T20:21:56.935" v="519" actId="1036"/>
        <pc:sldMkLst>
          <pc:docMk/>
          <pc:sldMk cId="1393123966" sldId="2147474105"/>
        </pc:sldMkLst>
        <pc:spChg chg="mod">
          <ac:chgData name="Cartwright, Max" userId="4fdaca64-157b-4f34-aebd-58f672b6a20c" providerId="ADAL" clId="{9B24FA50-177C-4B5A-AA10-BF89D194F6B0}" dt="2024-03-05T20:20:55.948" v="499" actId="1035"/>
          <ac:spMkLst>
            <pc:docMk/>
            <pc:sldMk cId="1393123966" sldId="2147474105"/>
            <ac:spMk id="3" creationId="{E7A0A04E-4539-76F3-C369-AD07AF8FA944}"/>
          </ac:spMkLst>
        </pc:spChg>
        <pc:spChg chg="mod">
          <ac:chgData name="Cartwright, Max" userId="4fdaca64-157b-4f34-aebd-58f672b6a20c" providerId="ADAL" clId="{9B24FA50-177C-4B5A-AA10-BF89D194F6B0}" dt="2024-03-05T20:18:30.428" v="465" actId="1076"/>
          <ac:spMkLst>
            <pc:docMk/>
            <pc:sldMk cId="1393123966" sldId="2147474105"/>
            <ac:spMk id="5" creationId="{4CA39B15-9949-C8EF-AD56-299DB327751E}"/>
          </ac:spMkLst>
        </pc:spChg>
        <pc:spChg chg="del">
          <ac:chgData name="Cartwright, Max" userId="4fdaca64-157b-4f34-aebd-58f672b6a20c" providerId="ADAL" clId="{9B24FA50-177C-4B5A-AA10-BF89D194F6B0}" dt="2024-03-05T20:14:35.786" v="391" actId="478"/>
          <ac:spMkLst>
            <pc:docMk/>
            <pc:sldMk cId="1393123966" sldId="2147474105"/>
            <ac:spMk id="7" creationId="{E468B12C-49B8-CDFF-6AA1-E7F8BE93031B}"/>
          </ac:spMkLst>
        </pc:spChg>
        <pc:spChg chg="del">
          <ac:chgData name="Cartwright, Max" userId="4fdaca64-157b-4f34-aebd-58f672b6a20c" providerId="ADAL" clId="{9B24FA50-177C-4B5A-AA10-BF89D194F6B0}" dt="2024-03-05T20:14:35.786" v="391" actId="478"/>
          <ac:spMkLst>
            <pc:docMk/>
            <pc:sldMk cId="1393123966" sldId="2147474105"/>
            <ac:spMk id="9" creationId="{4DE9A918-4EEE-C546-2AC4-42B1730C1D85}"/>
          </ac:spMkLst>
        </pc:spChg>
        <pc:spChg chg="del">
          <ac:chgData name="Cartwright, Max" userId="4fdaca64-157b-4f34-aebd-58f672b6a20c" providerId="ADAL" clId="{9B24FA50-177C-4B5A-AA10-BF89D194F6B0}" dt="2024-03-05T20:14:35.786" v="391" actId="478"/>
          <ac:spMkLst>
            <pc:docMk/>
            <pc:sldMk cId="1393123966" sldId="2147474105"/>
            <ac:spMk id="10" creationId="{655D6C3E-E807-6905-1650-0617D2BBB8B5}"/>
          </ac:spMkLst>
        </pc:spChg>
        <pc:spChg chg="del">
          <ac:chgData name="Cartwright, Max" userId="4fdaca64-157b-4f34-aebd-58f672b6a20c" providerId="ADAL" clId="{9B24FA50-177C-4B5A-AA10-BF89D194F6B0}" dt="2024-03-05T20:14:35.786" v="391" actId="478"/>
          <ac:spMkLst>
            <pc:docMk/>
            <pc:sldMk cId="1393123966" sldId="2147474105"/>
            <ac:spMk id="11" creationId="{5E4768D8-7D86-1A98-AE15-7F66D8D62FE4}"/>
          </ac:spMkLst>
        </pc:spChg>
        <pc:spChg chg="del">
          <ac:chgData name="Cartwright, Max" userId="4fdaca64-157b-4f34-aebd-58f672b6a20c" providerId="ADAL" clId="{9B24FA50-177C-4B5A-AA10-BF89D194F6B0}" dt="2024-03-05T20:14:35.786" v="391" actId="478"/>
          <ac:spMkLst>
            <pc:docMk/>
            <pc:sldMk cId="1393123966" sldId="2147474105"/>
            <ac:spMk id="12" creationId="{89EBE345-DE44-554A-A25B-0A14138A9B76}"/>
          </ac:spMkLst>
        </pc:spChg>
        <pc:graphicFrameChg chg="add mod ord modGraphic">
          <ac:chgData name="Cartwright, Max" userId="4fdaca64-157b-4f34-aebd-58f672b6a20c" providerId="ADAL" clId="{9B24FA50-177C-4B5A-AA10-BF89D194F6B0}" dt="2024-03-05T20:21:56.935" v="519" actId="1036"/>
          <ac:graphicFrameMkLst>
            <pc:docMk/>
            <pc:sldMk cId="1393123966" sldId="2147474105"/>
            <ac:graphicFrameMk id="2" creationId="{807FA603-02D8-DE95-3361-4796651CA316}"/>
          </ac:graphicFrameMkLst>
        </pc:graphicFrameChg>
        <pc:graphicFrameChg chg="del">
          <ac:chgData name="Cartwright, Max" userId="4fdaca64-157b-4f34-aebd-58f672b6a20c" providerId="ADAL" clId="{9B24FA50-177C-4B5A-AA10-BF89D194F6B0}" dt="2024-03-05T20:14:35.786" v="391" actId="478"/>
          <ac:graphicFrameMkLst>
            <pc:docMk/>
            <pc:sldMk cId="1393123966" sldId="2147474105"/>
            <ac:graphicFrameMk id="6" creationId="{640CD144-1BC9-FD87-CD60-5B1E4D3675A6}"/>
          </ac:graphicFrameMkLst>
        </pc:graphicFrameChg>
        <pc:graphicFrameChg chg="del">
          <ac:chgData name="Cartwright, Max" userId="4fdaca64-157b-4f34-aebd-58f672b6a20c" providerId="ADAL" clId="{9B24FA50-177C-4B5A-AA10-BF89D194F6B0}" dt="2024-03-05T20:14:35.786" v="391" actId="478"/>
          <ac:graphicFrameMkLst>
            <pc:docMk/>
            <pc:sldMk cId="1393123966" sldId="2147474105"/>
            <ac:graphicFrameMk id="13" creationId="{0A77BF4B-B28F-6D91-7CD1-68DFE13EA694}"/>
          </ac:graphicFrameMkLst>
        </pc:graphicFrameChg>
        <pc:picChg chg="del">
          <ac:chgData name="Cartwright, Max" userId="4fdaca64-157b-4f34-aebd-58f672b6a20c" providerId="ADAL" clId="{9B24FA50-177C-4B5A-AA10-BF89D194F6B0}" dt="2024-03-05T20:14:35.786" v="391" actId="478"/>
          <ac:picMkLst>
            <pc:docMk/>
            <pc:sldMk cId="1393123966" sldId="2147474105"/>
            <ac:picMk id="4" creationId="{2025638D-6CC9-1F6F-F155-EDB8DABFA16B}"/>
          </ac:picMkLst>
        </pc:picChg>
        <pc:cxnChg chg="del">
          <ac:chgData name="Cartwright, Max" userId="4fdaca64-157b-4f34-aebd-58f672b6a20c" providerId="ADAL" clId="{9B24FA50-177C-4B5A-AA10-BF89D194F6B0}" dt="2024-03-05T20:14:35.786" v="391" actId="478"/>
          <ac:cxnSpMkLst>
            <pc:docMk/>
            <pc:sldMk cId="1393123966" sldId="2147474105"/>
            <ac:cxnSpMk id="8" creationId="{5CFE5D63-BAFB-B328-34B8-0B43A779A0E0}"/>
          </ac:cxnSpMkLst>
        </pc:cxnChg>
      </pc:sldChg>
      <pc:sldChg chg="addSp delSp modSp add mod">
        <pc:chgData name="Cartwright, Max" userId="4fdaca64-157b-4f34-aebd-58f672b6a20c" providerId="ADAL" clId="{9B24FA50-177C-4B5A-AA10-BF89D194F6B0}" dt="2024-03-05T20:29:34.875" v="735"/>
        <pc:sldMkLst>
          <pc:docMk/>
          <pc:sldMk cId="1302496557" sldId="2147474106"/>
        </pc:sldMkLst>
        <pc:spChg chg="del mod">
          <ac:chgData name="Cartwright, Max" userId="4fdaca64-157b-4f34-aebd-58f672b6a20c" providerId="ADAL" clId="{9B24FA50-177C-4B5A-AA10-BF89D194F6B0}" dt="2024-03-05T20:21:01.286" v="500" actId="478"/>
          <ac:spMkLst>
            <pc:docMk/>
            <pc:sldMk cId="1302496557" sldId="2147474106"/>
            <ac:spMk id="3" creationId="{E7A0A04E-4539-76F3-C369-AD07AF8FA944}"/>
          </ac:spMkLst>
        </pc:spChg>
        <pc:spChg chg="add del mod">
          <ac:chgData name="Cartwright, Max" userId="4fdaca64-157b-4f34-aebd-58f672b6a20c" providerId="ADAL" clId="{9B24FA50-177C-4B5A-AA10-BF89D194F6B0}" dt="2024-03-05T20:21:09.503" v="504" actId="478"/>
          <ac:spMkLst>
            <pc:docMk/>
            <pc:sldMk cId="1302496557" sldId="2147474106"/>
            <ac:spMk id="6" creationId="{CA6985FC-E254-0A2E-1F42-8EE887911357}"/>
          </ac:spMkLst>
        </pc:spChg>
        <pc:spChg chg="add mod">
          <ac:chgData name="Cartwright, Max" userId="4fdaca64-157b-4f34-aebd-58f672b6a20c" providerId="ADAL" clId="{9B24FA50-177C-4B5A-AA10-BF89D194F6B0}" dt="2024-03-05T20:21:06.010" v="503" actId="20577"/>
          <ac:spMkLst>
            <pc:docMk/>
            <pc:sldMk cId="1302496557" sldId="2147474106"/>
            <ac:spMk id="7" creationId="{2D7FDC73-E11B-BFD5-B5B0-AD1682841BF2}"/>
          </ac:spMkLst>
        </pc:spChg>
        <pc:graphicFrameChg chg="add mod ord modGraphic">
          <ac:chgData name="Cartwright, Max" userId="4fdaca64-157b-4f34-aebd-58f672b6a20c" providerId="ADAL" clId="{9B24FA50-177C-4B5A-AA10-BF89D194F6B0}" dt="2024-03-05T20:29:34.875" v="735"/>
          <ac:graphicFrameMkLst>
            <pc:docMk/>
            <pc:sldMk cId="1302496557" sldId="2147474106"/>
            <ac:graphicFrameMk id="2" creationId="{CD256A07-6A6E-B196-7F3B-F50E4455D14B}"/>
          </ac:graphicFrameMkLst>
        </pc:graphicFrameChg>
      </pc:sldChg>
      <pc:sldChg chg="addSp delSp modSp add mod">
        <pc:chgData name="Cartwright, Max" userId="4fdaca64-157b-4f34-aebd-58f672b6a20c" providerId="ADAL" clId="{9B24FA50-177C-4B5A-AA10-BF89D194F6B0}" dt="2024-03-05T20:22:29.675" v="524" actId="1076"/>
        <pc:sldMkLst>
          <pc:docMk/>
          <pc:sldMk cId="2751412619" sldId="2147474107"/>
        </pc:sldMkLst>
        <pc:spChg chg="add mod">
          <ac:chgData name="Cartwright, Max" userId="4fdaca64-157b-4f34-aebd-58f672b6a20c" providerId="ADAL" clId="{9B24FA50-177C-4B5A-AA10-BF89D194F6B0}" dt="2024-03-05T20:22:19.175" v="521" actId="27636"/>
          <ac:spMkLst>
            <pc:docMk/>
            <pc:sldMk cId="2751412619" sldId="2147474107"/>
            <ac:spMk id="2" creationId="{8DAF0583-FC0E-F8D9-8735-8BB2DCA786A8}"/>
          </ac:spMkLst>
        </pc:spChg>
        <pc:spChg chg="del">
          <ac:chgData name="Cartwright, Max" userId="4fdaca64-157b-4f34-aebd-58f672b6a20c" providerId="ADAL" clId="{9B24FA50-177C-4B5A-AA10-BF89D194F6B0}" dt="2024-03-05T20:22:23.534" v="522" actId="478"/>
          <ac:spMkLst>
            <pc:docMk/>
            <pc:sldMk cId="2751412619" sldId="2147474107"/>
            <ac:spMk id="3" creationId="{E7A0A04E-4539-76F3-C369-AD07AF8FA944}"/>
          </ac:spMkLst>
        </pc:spChg>
        <pc:spChg chg="add mod">
          <ac:chgData name="Cartwright, Max" userId="4fdaca64-157b-4f34-aebd-58f672b6a20c" providerId="ADAL" clId="{9B24FA50-177C-4B5A-AA10-BF89D194F6B0}" dt="2024-03-05T20:22:18.992" v="520"/>
          <ac:spMkLst>
            <pc:docMk/>
            <pc:sldMk cId="2751412619" sldId="2147474107"/>
            <ac:spMk id="4" creationId="{00E73B76-4B52-EC91-BD5D-2FCC245D12FE}"/>
          </ac:spMkLst>
        </pc:spChg>
        <pc:spChg chg="mod">
          <ac:chgData name="Cartwright, Max" userId="4fdaca64-157b-4f34-aebd-58f672b6a20c" providerId="ADAL" clId="{9B24FA50-177C-4B5A-AA10-BF89D194F6B0}" dt="2024-03-05T20:22:29.675" v="524" actId="1076"/>
          <ac:spMkLst>
            <pc:docMk/>
            <pc:sldMk cId="2751412619" sldId="2147474107"/>
            <ac:spMk id="5" creationId="{4CA39B15-9949-C8EF-AD56-299DB327751E}"/>
          </ac:spMkLst>
        </pc:spChg>
        <pc:spChg chg="add mod">
          <ac:chgData name="Cartwright, Max" userId="4fdaca64-157b-4f34-aebd-58f672b6a20c" providerId="ADAL" clId="{9B24FA50-177C-4B5A-AA10-BF89D194F6B0}" dt="2024-03-05T20:22:18.992" v="520"/>
          <ac:spMkLst>
            <pc:docMk/>
            <pc:sldMk cId="2751412619" sldId="2147474107"/>
            <ac:spMk id="7" creationId="{8EFC3CDB-E535-7166-64A2-CB2021308523}"/>
          </ac:spMkLst>
        </pc:spChg>
        <pc:spChg chg="add mod">
          <ac:chgData name="Cartwright, Max" userId="4fdaca64-157b-4f34-aebd-58f672b6a20c" providerId="ADAL" clId="{9B24FA50-177C-4B5A-AA10-BF89D194F6B0}" dt="2024-03-05T20:22:18.992" v="520"/>
          <ac:spMkLst>
            <pc:docMk/>
            <pc:sldMk cId="2751412619" sldId="2147474107"/>
            <ac:spMk id="8" creationId="{7B477C90-E981-F680-95B0-FEEDAF5F7433}"/>
          </ac:spMkLst>
        </pc:spChg>
        <pc:spChg chg="add mod">
          <ac:chgData name="Cartwright, Max" userId="4fdaca64-157b-4f34-aebd-58f672b6a20c" providerId="ADAL" clId="{9B24FA50-177C-4B5A-AA10-BF89D194F6B0}" dt="2024-03-05T20:22:18.992" v="520"/>
          <ac:spMkLst>
            <pc:docMk/>
            <pc:sldMk cId="2751412619" sldId="2147474107"/>
            <ac:spMk id="9" creationId="{ACD8AB5B-973C-A4F7-B535-042EC5C5A2CF}"/>
          </ac:spMkLst>
        </pc:spChg>
        <pc:spChg chg="add mod">
          <ac:chgData name="Cartwright, Max" userId="4fdaca64-157b-4f34-aebd-58f672b6a20c" providerId="ADAL" clId="{9B24FA50-177C-4B5A-AA10-BF89D194F6B0}" dt="2024-03-05T20:22:18.992" v="520"/>
          <ac:spMkLst>
            <pc:docMk/>
            <pc:sldMk cId="2751412619" sldId="2147474107"/>
            <ac:spMk id="10" creationId="{83F63585-7A6D-9A5B-3F65-52896F613371}"/>
          </ac:spMkLst>
        </pc:spChg>
        <pc:spChg chg="add mod">
          <ac:chgData name="Cartwright, Max" userId="4fdaca64-157b-4f34-aebd-58f672b6a20c" providerId="ADAL" clId="{9B24FA50-177C-4B5A-AA10-BF89D194F6B0}" dt="2024-03-05T20:22:18.992" v="520"/>
          <ac:spMkLst>
            <pc:docMk/>
            <pc:sldMk cId="2751412619" sldId="2147474107"/>
            <ac:spMk id="11" creationId="{4E6DF629-CF70-E34B-89EC-13E08441830D}"/>
          </ac:spMkLst>
        </pc:spChg>
        <pc:spChg chg="add mod">
          <ac:chgData name="Cartwright, Max" userId="4fdaca64-157b-4f34-aebd-58f672b6a20c" providerId="ADAL" clId="{9B24FA50-177C-4B5A-AA10-BF89D194F6B0}" dt="2024-03-05T20:22:18.992" v="520"/>
          <ac:spMkLst>
            <pc:docMk/>
            <pc:sldMk cId="2751412619" sldId="2147474107"/>
            <ac:spMk id="13" creationId="{D71D4E5A-B7AF-4B6B-41A4-1BE7597A7790}"/>
          </ac:spMkLst>
        </pc:spChg>
        <pc:spChg chg="add mod">
          <ac:chgData name="Cartwright, Max" userId="4fdaca64-157b-4f34-aebd-58f672b6a20c" providerId="ADAL" clId="{9B24FA50-177C-4B5A-AA10-BF89D194F6B0}" dt="2024-03-05T20:22:18.992" v="520"/>
          <ac:spMkLst>
            <pc:docMk/>
            <pc:sldMk cId="2751412619" sldId="2147474107"/>
            <ac:spMk id="14" creationId="{9638DDE8-8F49-CFB5-BBF3-687ACF559495}"/>
          </ac:spMkLst>
        </pc:spChg>
        <pc:spChg chg="add mod">
          <ac:chgData name="Cartwright, Max" userId="4fdaca64-157b-4f34-aebd-58f672b6a20c" providerId="ADAL" clId="{9B24FA50-177C-4B5A-AA10-BF89D194F6B0}" dt="2024-03-05T20:22:18.992" v="520"/>
          <ac:spMkLst>
            <pc:docMk/>
            <pc:sldMk cId="2751412619" sldId="2147474107"/>
            <ac:spMk id="15" creationId="{AC86CC28-982D-25CD-24E1-D0070C23151C}"/>
          </ac:spMkLst>
        </pc:spChg>
        <pc:spChg chg="add mod">
          <ac:chgData name="Cartwright, Max" userId="4fdaca64-157b-4f34-aebd-58f672b6a20c" providerId="ADAL" clId="{9B24FA50-177C-4B5A-AA10-BF89D194F6B0}" dt="2024-03-05T20:22:18.992" v="520"/>
          <ac:spMkLst>
            <pc:docMk/>
            <pc:sldMk cId="2751412619" sldId="2147474107"/>
            <ac:spMk id="16" creationId="{983EB2A9-1227-7FC3-FE76-CBF5100842D4}"/>
          </ac:spMkLst>
        </pc:spChg>
        <pc:spChg chg="add mod">
          <ac:chgData name="Cartwright, Max" userId="4fdaca64-157b-4f34-aebd-58f672b6a20c" providerId="ADAL" clId="{9B24FA50-177C-4B5A-AA10-BF89D194F6B0}" dt="2024-03-05T20:22:18.992" v="520"/>
          <ac:spMkLst>
            <pc:docMk/>
            <pc:sldMk cId="2751412619" sldId="2147474107"/>
            <ac:spMk id="17" creationId="{E4DF2C5C-C5A7-F187-90CE-A36184ED4132}"/>
          </ac:spMkLst>
        </pc:spChg>
        <pc:spChg chg="add mod">
          <ac:chgData name="Cartwright, Max" userId="4fdaca64-157b-4f34-aebd-58f672b6a20c" providerId="ADAL" clId="{9B24FA50-177C-4B5A-AA10-BF89D194F6B0}" dt="2024-03-05T20:22:18.992" v="520"/>
          <ac:spMkLst>
            <pc:docMk/>
            <pc:sldMk cId="2751412619" sldId="2147474107"/>
            <ac:spMk id="18" creationId="{70487533-28E8-8F5C-FC66-A970E8FA2229}"/>
          </ac:spMkLst>
        </pc:spChg>
        <pc:spChg chg="add mod">
          <ac:chgData name="Cartwright, Max" userId="4fdaca64-157b-4f34-aebd-58f672b6a20c" providerId="ADAL" clId="{9B24FA50-177C-4B5A-AA10-BF89D194F6B0}" dt="2024-03-05T20:22:18.992" v="520"/>
          <ac:spMkLst>
            <pc:docMk/>
            <pc:sldMk cId="2751412619" sldId="2147474107"/>
            <ac:spMk id="19" creationId="{1A56E2EE-86C7-28B2-65BC-2632803F3ED5}"/>
          </ac:spMkLst>
        </pc:spChg>
        <pc:spChg chg="add mod">
          <ac:chgData name="Cartwright, Max" userId="4fdaca64-157b-4f34-aebd-58f672b6a20c" providerId="ADAL" clId="{9B24FA50-177C-4B5A-AA10-BF89D194F6B0}" dt="2024-03-05T20:22:18.992" v="520"/>
          <ac:spMkLst>
            <pc:docMk/>
            <pc:sldMk cId="2751412619" sldId="2147474107"/>
            <ac:spMk id="20" creationId="{7091DC8B-67F8-4CCA-BAA5-DD9D4D88BACC}"/>
          </ac:spMkLst>
        </pc:spChg>
        <pc:spChg chg="add mod">
          <ac:chgData name="Cartwright, Max" userId="4fdaca64-157b-4f34-aebd-58f672b6a20c" providerId="ADAL" clId="{9B24FA50-177C-4B5A-AA10-BF89D194F6B0}" dt="2024-03-05T20:22:18.992" v="520"/>
          <ac:spMkLst>
            <pc:docMk/>
            <pc:sldMk cId="2751412619" sldId="2147474107"/>
            <ac:spMk id="21" creationId="{CB0F56DE-6E87-B141-F8FC-F1ACE06441EB}"/>
          </ac:spMkLst>
        </pc:spChg>
        <pc:spChg chg="add mod">
          <ac:chgData name="Cartwright, Max" userId="4fdaca64-157b-4f34-aebd-58f672b6a20c" providerId="ADAL" clId="{9B24FA50-177C-4B5A-AA10-BF89D194F6B0}" dt="2024-03-05T20:22:18.992" v="520"/>
          <ac:spMkLst>
            <pc:docMk/>
            <pc:sldMk cId="2751412619" sldId="2147474107"/>
            <ac:spMk id="22" creationId="{35DABB51-F3E9-C215-96A2-418603063BEB}"/>
          </ac:spMkLst>
        </pc:spChg>
        <pc:spChg chg="add mod">
          <ac:chgData name="Cartwright, Max" userId="4fdaca64-157b-4f34-aebd-58f672b6a20c" providerId="ADAL" clId="{9B24FA50-177C-4B5A-AA10-BF89D194F6B0}" dt="2024-03-05T20:22:18.992" v="520"/>
          <ac:spMkLst>
            <pc:docMk/>
            <pc:sldMk cId="2751412619" sldId="2147474107"/>
            <ac:spMk id="23" creationId="{2998D9F0-2323-44D5-297A-CA9D377331FA}"/>
          </ac:spMkLst>
        </pc:spChg>
        <pc:spChg chg="add mod">
          <ac:chgData name="Cartwright, Max" userId="4fdaca64-157b-4f34-aebd-58f672b6a20c" providerId="ADAL" clId="{9B24FA50-177C-4B5A-AA10-BF89D194F6B0}" dt="2024-03-05T20:22:18.992" v="520"/>
          <ac:spMkLst>
            <pc:docMk/>
            <pc:sldMk cId="2751412619" sldId="2147474107"/>
            <ac:spMk id="24" creationId="{13C1CD52-FA87-6357-0D5C-22DB37298EE7}"/>
          </ac:spMkLst>
        </pc:spChg>
        <pc:spChg chg="add mod">
          <ac:chgData name="Cartwright, Max" userId="4fdaca64-157b-4f34-aebd-58f672b6a20c" providerId="ADAL" clId="{9B24FA50-177C-4B5A-AA10-BF89D194F6B0}" dt="2024-03-05T20:22:18.992" v="520"/>
          <ac:spMkLst>
            <pc:docMk/>
            <pc:sldMk cId="2751412619" sldId="2147474107"/>
            <ac:spMk id="25" creationId="{BEC6D911-E009-4A3D-8964-02E81C567913}"/>
          </ac:spMkLst>
        </pc:spChg>
        <pc:spChg chg="add mod">
          <ac:chgData name="Cartwright, Max" userId="4fdaca64-157b-4f34-aebd-58f672b6a20c" providerId="ADAL" clId="{9B24FA50-177C-4B5A-AA10-BF89D194F6B0}" dt="2024-03-05T20:22:18.992" v="520"/>
          <ac:spMkLst>
            <pc:docMk/>
            <pc:sldMk cId="2751412619" sldId="2147474107"/>
            <ac:spMk id="26" creationId="{58BC2055-0913-D1D4-02B0-BD6EC17AE886}"/>
          </ac:spMkLst>
        </pc:spChg>
        <pc:spChg chg="add mod">
          <ac:chgData name="Cartwright, Max" userId="4fdaca64-157b-4f34-aebd-58f672b6a20c" providerId="ADAL" clId="{9B24FA50-177C-4B5A-AA10-BF89D194F6B0}" dt="2024-03-05T20:22:18.992" v="520"/>
          <ac:spMkLst>
            <pc:docMk/>
            <pc:sldMk cId="2751412619" sldId="2147474107"/>
            <ac:spMk id="27" creationId="{871BC461-B269-5299-F743-B6E84C921FAA}"/>
          </ac:spMkLst>
        </pc:spChg>
        <pc:spChg chg="add mod">
          <ac:chgData name="Cartwright, Max" userId="4fdaca64-157b-4f34-aebd-58f672b6a20c" providerId="ADAL" clId="{9B24FA50-177C-4B5A-AA10-BF89D194F6B0}" dt="2024-03-05T20:22:18.992" v="520"/>
          <ac:spMkLst>
            <pc:docMk/>
            <pc:sldMk cId="2751412619" sldId="2147474107"/>
            <ac:spMk id="28" creationId="{8BF7F4A1-9DFB-DF28-FC40-019C565E96CC}"/>
          </ac:spMkLst>
        </pc:spChg>
        <pc:spChg chg="add mod">
          <ac:chgData name="Cartwright, Max" userId="4fdaca64-157b-4f34-aebd-58f672b6a20c" providerId="ADAL" clId="{9B24FA50-177C-4B5A-AA10-BF89D194F6B0}" dt="2024-03-05T20:22:18.992" v="520"/>
          <ac:spMkLst>
            <pc:docMk/>
            <pc:sldMk cId="2751412619" sldId="2147474107"/>
            <ac:spMk id="29" creationId="{4F7D053F-3C07-A3D2-9F00-82BD172D4F28}"/>
          </ac:spMkLst>
        </pc:spChg>
        <pc:spChg chg="add mod">
          <ac:chgData name="Cartwright, Max" userId="4fdaca64-157b-4f34-aebd-58f672b6a20c" providerId="ADAL" clId="{9B24FA50-177C-4B5A-AA10-BF89D194F6B0}" dt="2024-03-05T20:22:18.992" v="520"/>
          <ac:spMkLst>
            <pc:docMk/>
            <pc:sldMk cId="2751412619" sldId="2147474107"/>
            <ac:spMk id="30" creationId="{FBD19FDC-60E4-87A6-1461-C8782E328DE3}"/>
          </ac:spMkLst>
        </pc:spChg>
        <pc:spChg chg="add mod">
          <ac:chgData name="Cartwright, Max" userId="4fdaca64-157b-4f34-aebd-58f672b6a20c" providerId="ADAL" clId="{9B24FA50-177C-4B5A-AA10-BF89D194F6B0}" dt="2024-03-05T20:22:18.992" v="520"/>
          <ac:spMkLst>
            <pc:docMk/>
            <pc:sldMk cId="2751412619" sldId="2147474107"/>
            <ac:spMk id="31" creationId="{8F0EBF5B-88AE-0471-D5B6-148529CF66D1}"/>
          </ac:spMkLst>
        </pc:spChg>
        <pc:spChg chg="add mod">
          <ac:chgData name="Cartwright, Max" userId="4fdaca64-157b-4f34-aebd-58f672b6a20c" providerId="ADAL" clId="{9B24FA50-177C-4B5A-AA10-BF89D194F6B0}" dt="2024-03-05T20:22:18.992" v="520"/>
          <ac:spMkLst>
            <pc:docMk/>
            <pc:sldMk cId="2751412619" sldId="2147474107"/>
            <ac:spMk id="32" creationId="{F514AD11-FF86-5011-3DC2-183C7602E640}"/>
          </ac:spMkLst>
        </pc:spChg>
        <pc:spChg chg="add mod">
          <ac:chgData name="Cartwright, Max" userId="4fdaca64-157b-4f34-aebd-58f672b6a20c" providerId="ADAL" clId="{9B24FA50-177C-4B5A-AA10-BF89D194F6B0}" dt="2024-03-05T20:22:18.992" v="520"/>
          <ac:spMkLst>
            <pc:docMk/>
            <pc:sldMk cId="2751412619" sldId="2147474107"/>
            <ac:spMk id="33" creationId="{42DFD77E-92B0-8936-16CE-25EA2B12B677}"/>
          </ac:spMkLst>
        </pc:spChg>
        <pc:spChg chg="add mod">
          <ac:chgData name="Cartwright, Max" userId="4fdaca64-157b-4f34-aebd-58f672b6a20c" providerId="ADAL" clId="{9B24FA50-177C-4B5A-AA10-BF89D194F6B0}" dt="2024-03-05T20:22:18.992" v="520"/>
          <ac:spMkLst>
            <pc:docMk/>
            <pc:sldMk cId="2751412619" sldId="2147474107"/>
            <ac:spMk id="34" creationId="{DB8E821D-5B03-5DB9-D85C-C3A734572F84}"/>
          </ac:spMkLst>
        </pc:spChg>
        <pc:spChg chg="add mod">
          <ac:chgData name="Cartwright, Max" userId="4fdaca64-157b-4f34-aebd-58f672b6a20c" providerId="ADAL" clId="{9B24FA50-177C-4B5A-AA10-BF89D194F6B0}" dt="2024-03-05T20:22:18.992" v="520"/>
          <ac:spMkLst>
            <pc:docMk/>
            <pc:sldMk cId="2751412619" sldId="2147474107"/>
            <ac:spMk id="35" creationId="{E9A46DFF-37AF-1D9A-A94C-1EDAA7435D52}"/>
          </ac:spMkLst>
        </pc:spChg>
        <pc:spChg chg="add mod">
          <ac:chgData name="Cartwright, Max" userId="4fdaca64-157b-4f34-aebd-58f672b6a20c" providerId="ADAL" clId="{9B24FA50-177C-4B5A-AA10-BF89D194F6B0}" dt="2024-03-05T20:22:18.992" v="520"/>
          <ac:spMkLst>
            <pc:docMk/>
            <pc:sldMk cId="2751412619" sldId="2147474107"/>
            <ac:spMk id="36" creationId="{7E61375C-4A8F-82E9-C6BF-BF54FFB1696B}"/>
          </ac:spMkLst>
        </pc:spChg>
        <pc:spChg chg="add mod">
          <ac:chgData name="Cartwright, Max" userId="4fdaca64-157b-4f34-aebd-58f672b6a20c" providerId="ADAL" clId="{9B24FA50-177C-4B5A-AA10-BF89D194F6B0}" dt="2024-03-05T20:22:18.992" v="520"/>
          <ac:spMkLst>
            <pc:docMk/>
            <pc:sldMk cId="2751412619" sldId="2147474107"/>
            <ac:spMk id="37" creationId="{0553103C-EA02-B75B-7147-FD6DA553AD34}"/>
          </ac:spMkLst>
        </pc:spChg>
        <pc:spChg chg="add mod">
          <ac:chgData name="Cartwright, Max" userId="4fdaca64-157b-4f34-aebd-58f672b6a20c" providerId="ADAL" clId="{9B24FA50-177C-4B5A-AA10-BF89D194F6B0}" dt="2024-03-05T20:22:18.992" v="520"/>
          <ac:spMkLst>
            <pc:docMk/>
            <pc:sldMk cId="2751412619" sldId="2147474107"/>
            <ac:spMk id="38" creationId="{B408390E-9B39-C9E3-ADDA-1FEF0CF13576}"/>
          </ac:spMkLst>
        </pc:spChg>
        <pc:spChg chg="add mod">
          <ac:chgData name="Cartwright, Max" userId="4fdaca64-157b-4f34-aebd-58f672b6a20c" providerId="ADAL" clId="{9B24FA50-177C-4B5A-AA10-BF89D194F6B0}" dt="2024-03-05T20:22:18.992" v="520"/>
          <ac:spMkLst>
            <pc:docMk/>
            <pc:sldMk cId="2751412619" sldId="2147474107"/>
            <ac:spMk id="39" creationId="{48402356-6E99-BF47-ED64-C24D341B5936}"/>
          </ac:spMkLst>
        </pc:spChg>
        <pc:spChg chg="add del mod">
          <ac:chgData name="Cartwright, Max" userId="4fdaca64-157b-4f34-aebd-58f672b6a20c" providerId="ADAL" clId="{9B24FA50-177C-4B5A-AA10-BF89D194F6B0}" dt="2024-03-05T20:22:25.993" v="523" actId="478"/>
          <ac:spMkLst>
            <pc:docMk/>
            <pc:sldMk cId="2751412619" sldId="2147474107"/>
            <ac:spMk id="41" creationId="{D83573D4-78C9-D5AD-3486-779B218E1CE8}"/>
          </ac:spMkLst>
        </pc:spChg>
        <pc:graphicFrameChg chg="add mod">
          <ac:chgData name="Cartwright, Max" userId="4fdaca64-157b-4f34-aebd-58f672b6a20c" providerId="ADAL" clId="{9B24FA50-177C-4B5A-AA10-BF89D194F6B0}" dt="2024-03-05T20:22:18.992" v="520"/>
          <ac:graphicFrameMkLst>
            <pc:docMk/>
            <pc:sldMk cId="2751412619" sldId="2147474107"/>
            <ac:graphicFrameMk id="6" creationId="{90F47839-8A78-F80B-6AB1-950C093ECF8D}"/>
          </ac:graphicFrameMkLst>
        </pc:graphicFrameChg>
        <pc:graphicFrameChg chg="add mod">
          <ac:chgData name="Cartwright, Max" userId="4fdaca64-157b-4f34-aebd-58f672b6a20c" providerId="ADAL" clId="{9B24FA50-177C-4B5A-AA10-BF89D194F6B0}" dt="2024-03-05T20:22:18.992" v="520"/>
          <ac:graphicFrameMkLst>
            <pc:docMk/>
            <pc:sldMk cId="2751412619" sldId="2147474107"/>
            <ac:graphicFrameMk id="12" creationId="{6412C549-74FC-CC9B-32F2-D027C353A278}"/>
          </ac:graphicFrameMkLst>
        </pc:graphicFrameChg>
      </pc:sldChg>
      <pc:sldChg chg="addSp delSp modSp add mod">
        <pc:chgData name="Cartwright, Max" userId="4fdaca64-157b-4f34-aebd-58f672b6a20c" providerId="ADAL" clId="{9B24FA50-177C-4B5A-AA10-BF89D194F6B0}" dt="2024-03-05T20:29:34.875" v="735"/>
        <pc:sldMkLst>
          <pc:docMk/>
          <pc:sldMk cId="68534792" sldId="2147474108"/>
        </pc:sldMkLst>
        <pc:spChg chg="del">
          <ac:chgData name="Cartwright, Max" userId="4fdaca64-157b-4f34-aebd-58f672b6a20c" providerId="ADAL" clId="{9B24FA50-177C-4B5A-AA10-BF89D194F6B0}" dt="2024-03-05T20:23:24.323" v="526" actId="478"/>
          <ac:spMkLst>
            <pc:docMk/>
            <pc:sldMk cId="68534792" sldId="2147474108"/>
            <ac:spMk id="3" creationId="{E7A0A04E-4539-76F3-C369-AD07AF8FA944}"/>
          </ac:spMkLst>
        </pc:spChg>
        <pc:spChg chg="add del mod">
          <ac:chgData name="Cartwright, Max" userId="4fdaca64-157b-4f34-aebd-58f672b6a20c" providerId="ADAL" clId="{9B24FA50-177C-4B5A-AA10-BF89D194F6B0}" dt="2024-03-05T20:23:25.458" v="527" actId="478"/>
          <ac:spMkLst>
            <pc:docMk/>
            <pc:sldMk cId="68534792" sldId="2147474108"/>
            <ac:spMk id="4" creationId="{46540774-B27E-FDB8-EED8-7421B8F47107}"/>
          </ac:spMkLst>
        </pc:spChg>
        <pc:spChg chg="add del mod">
          <ac:chgData name="Cartwright, Max" userId="4fdaca64-157b-4f34-aebd-58f672b6a20c" providerId="ADAL" clId="{9B24FA50-177C-4B5A-AA10-BF89D194F6B0}" dt="2024-03-05T20:23:53.318" v="533"/>
          <ac:spMkLst>
            <pc:docMk/>
            <pc:sldMk cId="68534792" sldId="2147474108"/>
            <ac:spMk id="6" creationId="{E7922306-4863-BDFC-8943-10304A915D65}"/>
          </ac:spMkLst>
        </pc:spChg>
        <pc:spChg chg="add del mod">
          <ac:chgData name="Cartwright, Max" userId="4fdaca64-157b-4f34-aebd-58f672b6a20c" providerId="ADAL" clId="{9B24FA50-177C-4B5A-AA10-BF89D194F6B0}" dt="2024-03-05T20:23:53.318" v="533"/>
          <ac:spMkLst>
            <pc:docMk/>
            <pc:sldMk cId="68534792" sldId="2147474108"/>
            <ac:spMk id="7" creationId="{1C0BF271-3A05-1B9F-180E-E136F39AB71B}"/>
          </ac:spMkLst>
        </pc:spChg>
        <pc:spChg chg="add del mod">
          <ac:chgData name="Cartwright, Max" userId="4fdaca64-157b-4f34-aebd-58f672b6a20c" providerId="ADAL" clId="{9B24FA50-177C-4B5A-AA10-BF89D194F6B0}" dt="2024-03-05T20:23:53.318" v="533"/>
          <ac:spMkLst>
            <pc:docMk/>
            <pc:sldMk cId="68534792" sldId="2147474108"/>
            <ac:spMk id="8" creationId="{9FAA4DA3-EDD0-F6E3-CC8A-CE20917AEFF1}"/>
          </ac:spMkLst>
        </pc:spChg>
        <pc:spChg chg="add del mod">
          <ac:chgData name="Cartwright, Max" userId="4fdaca64-157b-4f34-aebd-58f672b6a20c" providerId="ADAL" clId="{9B24FA50-177C-4B5A-AA10-BF89D194F6B0}" dt="2024-03-05T20:23:53.318" v="533"/>
          <ac:spMkLst>
            <pc:docMk/>
            <pc:sldMk cId="68534792" sldId="2147474108"/>
            <ac:spMk id="9" creationId="{8F376F77-5E02-7724-AB73-F9D26F327D40}"/>
          </ac:spMkLst>
        </pc:spChg>
        <pc:spChg chg="add del mod">
          <ac:chgData name="Cartwright, Max" userId="4fdaca64-157b-4f34-aebd-58f672b6a20c" providerId="ADAL" clId="{9B24FA50-177C-4B5A-AA10-BF89D194F6B0}" dt="2024-03-05T20:23:53.318" v="533"/>
          <ac:spMkLst>
            <pc:docMk/>
            <pc:sldMk cId="68534792" sldId="2147474108"/>
            <ac:spMk id="10" creationId="{A7A1477B-793A-7EE5-6B44-B9A5F758CA00}"/>
          </ac:spMkLst>
        </pc:spChg>
        <pc:spChg chg="add del mod">
          <ac:chgData name="Cartwright, Max" userId="4fdaca64-157b-4f34-aebd-58f672b6a20c" providerId="ADAL" clId="{9B24FA50-177C-4B5A-AA10-BF89D194F6B0}" dt="2024-03-05T20:23:53.318" v="533"/>
          <ac:spMkLst>
            <pc:docMk/>
            <pc:sldMk cId="68534792" sldId="2147474108"/>
            <ac:spMk id="11" creationId="{35252714-A149-7F7D-1B71-FFB1CC29DDDB}"/>
          </ac:spMkLst>
        </pc:spChg>
        <pc:spChg chg="add del mod">
          <ac:chgData name="Cartwright, Max" userId="4fdaca64-157b-4f34-aebd-58f672b6a20c" providerId="ADAL" clId="{9B24FA50-177C-4B5A-AA10-BF89D194F6B0}" dt="2024-03-05T20:23:53.318" v="533"/>
          <ac:spMkLst>
            <pc:docMk/>
            <pc:sldMk cId="68534792" sldId="2147474108"/>
            <ac:spMk id="12" creationId="{FEF1DB5A-74DB-AFF0-F88A-49568E2F12D3}"/>
          </ac:spMkLst>
        </pc:spChg>
        <pc:spChg chg="add del mod">
          <ac:chgData name="Cartwright, Max" userId="4fdaca64-157b-4f34-aebd-58f672b6a20c" providerId="ADAL" clId="{9B24FA50-177C-4B5A-AA10-BF89D194F6B0}" dt="2024-03-05T20:23:53.318" v="533"/>
          <ac:spMkLst>
            <pc:docMk/>
            <pc:sldMk cId="68534792" sldId="2147474108"/>
            <ac:spMk id="13" creationId="{523B5D58-00AA-03C0-8084-B30B6ECCAE8D}"/>
          </ac:spMkLst>
        </pc:spChg>
        <pc:spChg chg="add del mod">
          <ac:chgData name="Cartwright, Max" userId="4fdaca64-157b-4f34-aebd-58f672b6a20c" providerId="ADAL" clId="{9B24FA50-177C-4B5A-AA10-BF89D194F6B0}" dt="2024-03-05T20:23:53.318" v="533"/>
          <ac:spMkLst>
            <pc:docMk/>
            <pc:sldMk cId="68534792" sldId="2147474108"/>
            <ac:spMk id="14" creationId="{7CCDDEC0-BD52-B777-5153-1DF1FAF80948}"/>
          </ac:spMkLst>
        </pc:spChg>
        <pc:spChg chg="add del mod">
          <ac:chgData name="Cartwright, Max" userId="4fdaca64-157b-4f34-aebd-58f672b6a20c" providerId="ADAL" clId="{9B24FA50-177C-4B5A-AA10-BF89D194F6B0}" dt="2024-03-05T20:23:53.318" v="533"/>
          <ac:spMkLst>
            <pc:docMk/>
            <pc:sldMk cId="68534792" sldId="2147474108"/>
            <ac:spMk id="15" creationId="{338A6452-B7AC-9C9D-12AD-142030656E68}"/>
          </ac:spMkLst>
        </pc:spChg>
        <pc:spChg chg="add del mod">
          <ac:chgData name="Cartwright, Max" userId="4fdaca64-157b-4f34-aebd-58f672b6a20c" providerId="ADAL" clId="{9B24FA50-177C-4B5A-AA10-BF89D194F6B0}" dt="2024-03-05T20:23:53.318" v="533"/>
          <ac:spMkLst>
            <pc:docMk/>
            <pc:sldMk cId="68534792" sldId="2147474108"/>
            <ac:spMk id="16" creationId="{42D090AD-3727-327F-57FE-DDD9DCD4A1DF}"/>
          </ac:spMkLst>
        </pc:spChg>
        <pc:spChg chg="add del mod">
          <ac:chgData name="Cartwright, Max" userId="4fdaca64-157b-4f34-aebd-58f672b6a20c" providerId="ADAL" clId="{9B24FA50-177C-4B5A-AA10-BF89D194F6B0}" dt="2024-03-05T20:23:53.318" v="533"/>
          <ac:spMkLst>
            <pc:docMk/>
            <pc:sldMk cId="68534792" sldId="2147474108"/>
            <ac:spMk id="17" creationId="{73C7B8BE-C29E-CA1D-2A81-ACEFDD045BA1}"/>
          </ac:spMkLst>
        </pc:spChg>
        <pc:spChg chg="add del mod">
          <ac:chgData name="Cartwright, Max" userId="4fdaca64-157b-4f34-aebd-58f672b6a20c" providerId="ADAL" clId="{9B24FA50-177C-4B5A-AA10-BF89D194F6B0}" dt="2024-03-05T20:23:53.318" v="533"/>
          <ac:spMkLst>
            <pc:docMk/>
            <pc:sldMk cId="68534792" sldId="2147474108"/>
            <ac:spMk id="18" creationId="{D47EF8B7-5BB9-C3CA-572F-7DF673CB2E79}"/>
          </ac:spMkLst>
        </pc:spChg>
        <pc:spChg chg="add del mod">
          <ac:chgData name="Cartwright, Max" userId="4fdaca64-157b-4f34-aebd-58f672b6a20c" providerId="ADAL" clId="{9B24FA50-177C-4B5A-AA10-BF89D194F6B0}" dt="2024-03-05T20:23:53.318" v="533"/>
          <ac:spMkLst>
            <pc:docMk/>
            <pc:sldMk cId="68534792" sldId="2147474108"/>
            <ac:spMk id="19" creationId="{59B1C54C-0BC3-7EDD-D2BB-8943978BF92A}"/>
          </ac:spMkLst>
        </pc:spChg>
        <pc:spChg chg="add del mod">
          <ac:chgData name="Cartwright, Max" userId="4fdaca64-157b-4f34-aebd-58f672b6a20c" providerId="ADAL" clId="{9B24FA50-177C-4B5A-AA10-BF89D194F6B0}" dt="2024-03-05T20:23:53.318" v="533"/>
          <ac:spMkLst>
            <pc:docMk/>
            <pc:sldMk cId="68534792" sldId="2147474108"/>
            <ac:spMk id="20" creationId="{60FED3FF-38EA-F988-D698-D6EB4EDB8160}"/>
          </ac:spMkLst>
        </pc:spChg>
        <pc:spChg chg="add del mod">
          <ac:chgData name="Cartwright, Max" userId="4fdaca64-157b-4f34-aebd-58f672b6a20c" providerId="ADAL" clId="{9B24FA50-177C-4B5A-AA10-BF89D194F6B0}" dt="2024-03-05T20:23:53.318" v="533"/>
          <ac:spMkLst>
            <pc:docMk/>
            <pc:sldMk cId="68534792" sldId="2147474108"/>
            <ac:spMk id="21" creationId="{D35449D2-E483-1BC5-6C6A-81CC2BCD7B86}"/>
          </ac:spMkLst>
        </pc:spChg>
        <pc:spChg chg="add del mod">
          <ac:chgData name="Cartwright, Max" userId="4fdaca64-157b-4f34-aebd-58f672b6a20c" providerId="ADAL" clId="{9B24FA50-177C-4B5A-AA10-BF89D194F6B0}" dt="2024-03-05T20:23:53.318" v="533"/>
          <ac:spMkLst>
            <pc:docMk/>
            <pc:sldMk cId="68534792" sldId="2147474108"/>
            <ac:spMk id="22" creationId="{755201FF-6AC1-FCF7-E1A9-7470C50A146A}"/>
          </ac:spMkLst>
        </pc:spChg>
        <pc:spChg chg="add del mod">
          <ac:chgData name="Cartwright, Max" userId="4fdaca64-157b-4f34-aebd-58f672b6a20c" providerId="ADAL" clId="{9B24FA50-177C-4B5A-AA10-BF89D194F6B0}" dt="2024-03-05T20:23:53.318" v="533"/>
          <ac:spMkLst>
            <pc:docMk/>
            <pc:sldMk cId="68534792" sldId="2147474108"/>
            <ac:spMk id="23" creationId="{F5937DF4-6559-D48C-E490-2F3F33B669CF}"/>
          </ac:spMkLst>
        </pc:spChg>
        <pc:spChg chg="add del mod">
          <ac:chgData name="Cartwright, Max" userId="4fdaca64-157b-4f34-aebd-58f672b6a20c" providerId="ADAL" clId="{9B24FA50-177C-4B5A-AA10-BF89D194F6B0}" dt="2024-03-05T20:23:53.318" v="533"/>
          <ac:spMkLst>
            <pc:docMk/>
            <pc:sldMk cId="68534792" sldId="2147474108"/>
            <ac:spMk id="24" creationId="{0B3F5D0F-429D-D62A-1CCB-1ADE60CE1BBF}"/>
          </ac:spMkLst>
        </pc:spChg>
        <pc:spChg chg="add del mod">
          <ac:chgData name="Cartwright, Max" userId="4fdaca64-157b-4f34-aebd-58f672b6a20c" providerId="ADAL" clId="{9B24FA50-177C-4B5A-AA10-BF89D194F6B0}" dt="2024-03-05T20:23:53.318" v="533"/>
          <ac:spMkLst>
            <pc:docMk/>
            <pc:sldMk cId="68534792" sldId="2147474108"/>
            <ac:spMk id="25" creationId="{B37DDD6E-E9B3-5584-1FFF-E1D90DC1A5ED}"/>
          </ac:spMkLst>
        </pc:spChg>
        <pc:spChg chg="add mod">
          <ac:chgData name="Cartwright, Max" userId="4fdaca64-157b-4f34-aebd-58f672b6a20c" providerId="ADAL" clId="{9B24FA50-177C-4B5A-AA10-BF89D194F6B0}" dt="2024-03-05T20:24:08.239" v="568" actId="6549"/>
          <ac:spMkLst>
            <pc:docMk/>
            <pc:sldMk cId="68534792" sldId="2147474108"/>
            <ac:spMk id="26" creationId="{8266DD0D-E714-3EE4-A3E7-8BBE53027674}"/>
          </ac:spMkLst>
        </pc:spChg>
        <pc:spChg chg="add mod">
          <ac:chgData name="Cartwright, Max" userId="4fdaca64-157b-4f34-aebd-58f672b6a20c" providerId="ADAL" clId="{9B24FA50-177C-4B5A-AA10-BF89D194F6B0}" dt="2024-03-05T20:23:53.330" v="534"/>
          <ac:spMkLst>
            <pc:docMk/>
            <pc:sldMk cId="68534792" sldId="2147474108"/>
            <ac:spMk id="27" creationId="{3C7AF95B-029F-AAF6-239E-48EA782E08EC}"/>
          </ac:spMkLst>
        </pc:spChg>
        <pc:spChg chg="add mod">
          <ac:chgData name="Cartwright, Max" userId="4fdaca64-157b-4f34-aebd-58f672b6a20c" providerId="ADAL" clId="{9B24FA50-177C-4B5A-AA10-BF89D194F6B0}" dt="2024-03-05T20:23:53.330" v="534"/>
          <ac:spMkLst>
            <pc:docMk/>
            <pc:sldMk cId="68534792" sldId="2147474108"/>
            <ac:spMk id="28" creationId="{9DC7190A-8565-B193-7BA8-3BCD2156CC63}"/>
          </ac:spMkLst>
        </pc:spChg>
        <pc:spChg chg="add mod">
          <ac:chgData name="Cartwright, Max" userId="4fdaca64-157b-4f34-aebd-58f672b6a20c" providerId="ADAL" clId="{9B24FA50-177C-4B5A-AA10-BF89D194F6B0}" dt="2024-03-05T20:23:53.330" v="534"/>
          <ac:spMkLst>
            <pc:docMk/>
            <pc:sldMk cId="68534792" sldId="2147474108"/>
            <ac:spMk id="29" creationId="{06D9DB67-9009-66F8-8CD7-20E5C7EA3C98}"/>
          </ac:spMkLst>
        </pc:spChg>
        <pc:spChg chg="add mod">
          <ac:chgData name="Cartwright, Max" userId="4fdaca64-157b-4f34-aebd-58f672b6a20c" providerId="ADAL" clId="{9B24FA50-177C-4B5A-AA10-BF89D194F6B0}" dt="2024-03-05T20:23:53.330" v="534"/>
          <ac:spMkLst>
            <pc:docMk/>
            <pc:sldMk cId="68534792" sldId="2147474108"/>
            <ac:spMk id="30" creationId="{CD7E4AFA-FD8D-917D-30D7-826DC15CD118}"/>
          </ac:spMkLst>
        </pc:spChg>
        <pc:spChg chg="add mod">
          <ac:chgData name="Cartwright, Max" userId="4fdaca64-157b-4f34-aebd-58f672b6a20c" providerId="ADAL" clId="{9B24FA50-177C-4B5A-AA10-BF89D194F6B0}" dt="2024-03-05T20:23:53.330" v="534"/>
          <ac:spMkLst>
            <pc:docMk/>
            <pc:sldMk cId="68534792" sldId="2147474108"/>
            <ac:spMk id="31" creationId="{38EC6109-58D8-45CF-F548-BBA3A2C0039E}"/>
          </ac:spMkLst>
        </pc:spChg>
        <pc:spChg chg="add mod">
          <ac:chgData name="Cartwright, Max" userId="4fdaca64-157b-4f34-aebd-58f672b6a20c" providerId="ADAL" clId="{9B24FA50-177C-4B5A-AA10-BF89D194F6B0}" dt="2024-03-05T20:23:53.330" v="534"/>
          <ac:spMkLst>
            <pc:docMk/>
            <pc:sldMk cId="68534792" sldId="2147474108"/>
            <ac:spMk id="32" creationId="{5FB0E92E-29DD-006C-3B8B-E13576DFB1EC}"/>
          </ac:spMkLst>
        </pc:spChg>
        <pc:spChg chg="add mod">
          <ac:chgData name="Cartwright, Max" userId="4fdaca64-157b-4f34-aebd-58f672b6a20c" providerId="ADAL" clId="{9B24FA50-177C-4B5A-AA10-BF89D194F6B0}" dt="2024-03-05T20:23:53.330" v="534"/>
          <ac:spMkLst>
            <pc:docMk/>
            <pc:sldMk cId="68534792" sldId="2147474108"/>
            <ac:spMk id="33" creationId="{1764982F-3381-46C2-9828-2C8C6DC40C1B}"/>
          </ac:spMkLst>
        </pc:spChg>
        <pc:spChg chg="add mod">
          <ac:chgData name="Cartwright, Max" userId="4fdaca64-157b-4f34-aebd-58f672b6a20c" providerId="ADAL" clId="{9B24FA50-177C-4B5A-AA10-BF89D194F6B0}" dt="2024-03-05T20:23:53.330" v="534"/>
          <ac:spMkLst>
            <pc:docMk/>
            <pc:sldMk cId="68534792" sldId="2147474108"/>
            <ac:spMk id="34" creationId="{6763F9A7-E10B-B6EE-71B4-27F4102FB175}"/>
          </ac:spMkLst>
        </pc:spChg>
        <pc:spChg chg="add mod">
          <ac:chgData name="Cartwright, Max" userId="4fdaca64-157b-4f34-aebd-58f672b6a20c" providerId="ADAL" clId="{9B24FA50-177C-4B5A-AA10-BF89D194F6B0}" dt="2024-03-05T20:23:53.330" v="534"/>
          <ac:spMkLst>
            <pc:docMk/>
            <pc:sldMk cId="68534792" sldId="2147474108"/>
            <ac:spMk id="35" creationId="{11FBA4A7-F544-CA7C-D5F6-74BDC1C7549C}"/>
          </ac:spMkLst>
        </pc:spChg>
        <pc:spChg chg="add mod">
          <ac:chgData name="Cartwright, Max" userId="4fdaca64-157b-4f34-aebd-58f672b6a20c" providerId="ADAL" clId="{9B24FA50-177C-4B5A-AA10-BF89D194F6B0}" dt="2024-03-05T20:23:53.330" v="534"/>
          <ac:spMkLst>
            <pc:docMk/>
            <pc:sldMk cId="68534792" sldId="2147474108"/>
            <ac:spMk id="36" creationId="{ADF78E97-6133-5D81-DAC3-F6955425333C}"/>
          </ac:spMkLst>
        </pc:spChg>
        <pc:spChg chg="add mod">
          <ac:chgData name="Cartwright, Max" userId="4fdaca64-157b-4f34-aebd-58f672b6a20c" providerId="ADAL" clId="{9B24FA50-177C-4B5A-AA10-BF89D194F6B0}" dt="2024-03-05T20:23:53.330" v="534"/>
          <ac:spMkLst>
            <pc:docMk/>
            <pc:sldMk cId="68534792" sldId="2147474108"/>
            <ac:spMk id="37" creationId="{AE8919D5-5F46-AC2E-87FC-284F165CAC93}"/>
          </ac:spMkLst>
        </pc:spChg>
        <pc:spChg chg="add mod">
          <ac:chgData name="Cartwright, Max" userId="4fdaca64-157b-4f34-aebd-58f672b6a20c" providerId="ADAL" clId="{9B24FA50-177C-4B5A-AA10-BF89D194F6B0}" dt="2024-03-05T20:23:53.330" v="534"/>
          <ac:spMkLst>
            <pc:docMk/>
            <pc:sldMk cId="68534792" sldId="2147474108"/>
            <ac:spMk id="38" creationId="{ED416809-65A9-6BF0-AA35-5E2D8FF9C657}"/>
          </ac:spMkLst>
        </pc:spChg>
        <pc:spChg chg="add mod">
          <ac:chgData name="Cartwright, Max" userId="4fdaca64-157b-4f34-aebd-58f672b6a20c" providerId="ADAL" clId="{9B24FA50-177C-4B5A-AA10-BF89D194F6B0}" dt="2024-03-05T20:23:53.330" v="534"/>
          <ac:spMkLst>
            <pc:docMk/>
            <pc:sldMk cId="68534792" sldId="2147474108"/>
            <ac:spMk id="39" creationId="{44C4C803-45AB-D03D-37B6-9C84D771B249}"/>
          </ac:spMkLst>
        </pc:spChg>
        <pc:spChg chg="add mod">
          <ac:chgData name="Cartwright, Max" userId="4fdaca64-157b-4f34-aebd-58f672b6a20c" providerId="ADAL" clId="{9B24FA50-177C-4B5A-AA10-BF89D194F6B0}" dt="2024-03-05T20:23:53.330" v="534"/>
          <ac:spMkLst>
            <pc:docMk/>
            <pc:sldMk cId="68534792" sldId="2147474108"/>
            <ac:spMk id="40" creationId="{177601E0-B58B-7EA0-D052-79361B5E63E1}"/>
          </ac:spMkLst>
        </pc:spChg>
        <pc:spChg chg="add mod">
          <ac:chgData name="Cartwright, Max" userId="4fdaca64-157b-4f34-aebd-58f672b6a20c" providerId="ADAL" clId="{9B24FA50-177C-4B5A-AA10-BF89D194F6B0}" dt="2024-03-05T20:23:53.330" v="534"/>
          <ac:spMkLst>
            <pc:docMk/>
            <pc:sldMk cId="68534792" sldId="2147474108"/>
            <ac:spMk id="41" creationId="{C954D54E-56FB-A8F7-33B8-40988C71CA2B}"/>
          </ac:spMkLst>
        </pc:spChg>
        <pc:spChg chg="add mod">
          <ac:chgData name="Cartwright, Max" userId="4fdaca64-157b-4f34-aebd-58f672b6a20c" providerId="ADAL" clId="{9B24FA50-177C-4B5A-AA10-BF89D194F6B0}" dt="2024-03-05T20:23:53.330" v="534"/>
          <ac:spMkLst>
            <pc:docMk/>
            <pc:sldMk cId="68534792" sldId="2147474108"/>
            <ac:spMk id="42" creationId="{2EEEDEA4-C22B-A027-D1A1-F9ADADD71DA9}"/>
          </ac:spMkLst>
        </pc:spChg>
        <pc:spChg chg="add mod">
          <ac:chgData name="Cartwright, Max" userId="4fdaca64-157b-4f34-aebd-58f672b6a20c" providerId="ADAL" clId="{9B24FA50-177C-4B5A-AA10-BF89D194F6B0}" dt="2024-03-05T20:23:53.330" v="534"/>
          <ac:spMkLst>
            <pc:docMk/>
            <pc:sldMk cId="68534792" sldId="2147474108"/>
            <ac:spMk id="43" creationId="{34C7CC8B-B597-2A65-5DD6-8E417E859D5B}"/>
          </ac:spMkLst>
        </pc:spChg>
        <pc:spChg chg="add mod">
          <ac:chgData name="Cartwright, Max" userId="4fdaca64-157b-4f34-aebd-58f672b6a20c" providerId="ADAL" clId="{9B24FA50-177C-4B5A-AA10-BF89D194F6B0}" dt="2024-03-05T20:23:53.330" v="534"/>
          <ac:spMkLst>
            <pc:docMk/>
            <pc:sldMk cId="68534792" sldId="2147474108"/>
            <ac:spMk id="44" creationId="{C08C0E83-40C0-139B-8B88-3D28D8190436}"/>
          </ac:spMkLst>
        </pc:spChg>
        <pc:spChg chg="add mod">
          <ac:chgData name="Cartwright, Max" userId="4fdaca64-157b-4f34-aebd-58f672b6a20c" providerId="ADAL" clId="{9B24FA50-177C-4B5A-AA10-BF89D194F6B0}" dt="2024-03-05T20:29:34.875" v="735"/>
          <ac:spMkLst>
            <pc:docMk/>
            <pc:sldMk cId="68534792" sldId="2147474108"/>
            <ac:spMk id="45" creationId="{9FECB40D-C7EA-CD52-FD02-5C7096BEF2BE}"/>
          </ac:spMkLst>
        </pc:spChg>
        <pc:spChg chg="add mod">
          <ac:chgData name="Cartwright, Max" userId="4fdaca64-157b-4f34-aebd-58f672b6a20c" providerId="ADAL" clId="{9B24FA50-177C-4B5A-AA10-BF89D194F6B0}" dt="2024-03-05T20:24:33.001" v="597" actId="5793"/>
          <ac:spMkLst>
            <pc:docMk/>
            <pc:sldMk cId="68534792" sldId="2147474108"/>
            <ac:spMk id="46" creationId="{5E93D34E-AB33-9D72-90AE-E5C739E6186F}"/>
          </ac:spMkLst>
        </pc:spChg>
      </pc:sldChg>
      <pc:sldChg chg="addSp delSp modSp add mod">
        <pc:chgData name="Cartwright, Max" userId="4fdaca64-157b-4f34-aebd-58f672b6a20c" providerId="ADAL" clId="{9B24FA50-177C-4B5A-AA10-BF89D194F6B0}" dt="2024-03-05T20:36:02.147" v="912" actId="20577"/>
        <pc:sldMkLst>
          <pc:docMk/>
          <pc:sldMk cId="2553721168" sldId="2147474109"/>
        </pc:sldMkLst>
        <pc:spChg chg="del">
          <ac:chgData name="Cartwright, Max" userId="4fdaca64-157b-4f34-aebd-58f672b6a20c" providerId="ADAL" clId="{9B24FA50-177C-4B5A-AA10-BF89D194F6B0}" dt="2024-03-05T20:23:34.123" v="530" actId="478"/>
          <ac:spMkLst>
            <pc:docMk/>
            <pc:sldMk cId="2553721168" sldId="2147474109"/>
            <ac:spMk id="3" creationId="{E7A0A04E-4539-76F3-C369-AD07AF8FA944}"/>
          </ac:spMkLst>
        </pc:spChg>
        <pc:spChg chg="add del mod">
          <ac:chgData name="Cartwright, Max" userId="4fdaca64-157b-4f34-aebd-58f672b6a20c" providerId="ADAL" clId="{9B24FA50-177C-4B5A-AA10-BF89D194F6B0}" dt="2024-03-05T20:23:36.024" v="531" actId="478"/>
          <ac:spMkLst>
            <pc:docMk/>
            <pc:sldMk cId="2553721168" sldId="2147474109"/>
            <ac:spMk id="4" creationId="{815ADBB1-63C2-78BF-5477-7066360DD303}"/>
          </ac:spMkLst>
        </pc:spChg>
        <pc:spChg chg="add del mod">
          <ac:chgData name="Cartwright, Max" userId="4fdaca64-157b-4f34-aebd-58f672b6a20c" providerId="ADAL" clId="{9B24FA50-177C-4B5A-AA10-BF89D194F6B0}" dt="2024-03-05T20:25:36.762" v="665"/>
          <ac:spMkLst>
            <pc:docMk/>
            <pc:sldMk cId="2553721168" sldId="2147474109"/>
            <ac:spMk id="6" creationId="{91189905-77CC-FD88-9B69-2B46424C51D0}"/>
          </ac:spMkLst>
        </pc:spChg>
        <pc:spChg chg="add del mod">
          <ac:chgData name="Cartwright, Max" userId="4fdaca64-157b-4f34-aebd-58f672b6a20c" providerId="ADAL" clId="{9B24FA50-177C-4B5A-AA10-BF89D194F6B0}" dt="2024-03-05T20:25:36.762" v="665"/>
          <ac:spMkLst>
            <pc:docMk/>
            <pc:sldMk cId="2553721168" sldId="2147474109"/>
            <ac:spMk id="7" creationId="{8A2A28DD-BA0A-C9D3-1137-DF738D9CCBA6}"/>
          </ac:spMkLst>
        </pc:spChg>
        <pc:spChg chg="add del mod">
          <ac:chgData name="Cartwright, Max" userId="4fdaca64-157b-4f34-aebd-58f672b6a20c" providerId="ADAL" clId="{9B24FA50-177C-4B5A-AA10-BF89D194F6B0}" dt="2024-03-05T20:25:36.762" v="665"/>
          <ac:spMkLst>
            <pc:docMk/>
            <pc:sldMk cId="2553721168" sldId="2147474109"/>
            <ac:spMk id="8" creationId="{F32FBB5D-2F0E-8D89-B2A6-E65A10D6B9CA}"/>
          </ac:spMkLst>
        </pc:spChg>
        <pc:spChg chg="add del mod">
          <ac:chgData name="Cartwright, Max" userId="4fdaca64-157b-4f34-aebd-58f672b6a20c" providerId="ADAL" clId="{9B24FA50-177C-4B5A-AA10-BF89D194F6B0}" dt="2024-03-05T20:25:36.762" v="665"/>
          <ac:spMkLst>
            <pc:docMk/>
            <pc:sldMk cId="2553721168" sldId="2147474109"/>
            <ac:spMk id="9" creationId="{5D598544-EB96-6562-F13C-4B635E84A2E2}"/>
          </ac:spMkLst>
        </pc:spChg>
        <pc:spChg chg="add del mod">
          <ac:chgData name="Cartwright, Max" userId="4fdaca64-157b-4f34-aebd-58f672b6a20c" providerId="ADAL" clId="{9B24FA50-177C-4B5A-AA10-BF89D194F6B0}" dt="2024-03-05T20:25:36.762" v="665"/>
          <ac:spMkLst>
            <pc:docMk/>
            <pc:sldMk cId="2553721168" sldId="2147474109"/>
            <ac:spMk id="10" creationId="{D1E0CCF1-8F0E-9361-EF8F-A9FFBEC5A453}"/>
          </ac:spMkLst>
        </pc:spChg>
        <pc:spChg chg="add del mod">
          <ac:chgData name="Cartwright, Max" userId="4fdaca64-157b-4f34-aebd-58f672b6a20c" providerId="ADAL" clId="{9B24FA50-177C-4B5A-AA10-BF89D194F6B0}" dt="2024-03-05T20:25:36.762" v="665"/>
          <ac:spMkLst>
            <pc:docMk/>
            <pc:sldMk cId="2553721168" sldId="2147474109"/>
            <ac:spMk id="11" creationId="{9A82E511-D312-0706-E9F4-79DA7D4F97EA}"/>
          </ac:spMkLst>
        </pc:spChg>
        <pc:spChg chg="add del mod">
          <ac:chgData name="Cartwright, Max" userId="4fdaca64-157b-4f34-aebd-58f672b6a20c" providerId="ADAL" clId="{9B24FA50-177C-4B5A-AA10-BF89D194F6B0}" dt="2024-03-05T20:25:36.762" v="665"/>
          <ac:spMkLst>
            <pc:docMk/>
            <pc:sldMk cId="2553721168" sldId="2147474109"/>
            <ac:spMk id="12" creationId="{9FA127E5-CB36-77C7-C1BB-BEEC8575510F}"/>
          </ac:spMkLst>
        </pc:spChg>
        <pc:spChg chg="add del mod">
          <ac:chgData name="Cartwright, Max" userId="4fdaca64-157b-4f34-aebd-58f672b6a20c" providerId="ADAL" clId="{9B24FA50-177C-4B5A-AA10-BF89D194F6B0}" dt="2024-03-05T20:25:36.762" v="665"/>
          <ac:spMkLst>
            <pc:docMk/>
            <pc:sldMk cId="2553721168" sldId="2147474109"/>
            <ac:spMk id="13" creationId="{A6CCE6CE-54AF-E654-EC9E-2C64ABDB4959}"/>
          </ac:spMkLst>
        </pc:spChg>
        <pc:spChg chg="add del mod">
          <ac:chgData name="Cartwright, Max" userId="4fdaca64-157b-4f34-aebd-58f672b6a20c" providerId="ADAL" clId="{9B24FA50-177C-4B5A-AA10-BF89D194F6B0}" dt="2024-03-05T20:25:36.762" v="665"/>
          <ac:spMkLst>
            <pc:docMk/>
            <pc:sldMk cId="2553721168" sldId="2147474109"/>
            <ac:spMk id="14" creationId="{0F589FA5-DE49-6457-8312-419286264264}"/>
          </ac:spMkLst>
        </pc:spChg>
        <pc:spChg chg="add del mod">
          <ac:chgData name="Cartwright, Max" userId="4fdaca64-157b-4f34-aebd-58f672b6a20c" providerId="ADAL" clId="{9B24FA50-177C-4B5A-AA10-BF89D194F6B0}" dt="2024-03-05T20:25:36.762" v="665"/>
          <ac:spMkLst>
            <pc:docMk/>
            <pc:sldMk cId="2553721168" sldId="2147474109"/>
            <ac:spMk id="18" creationId="{A89D32A6-D4AF-115C-D449-9E39834CBD5D}"/>
          </ac:spMkLst>
        </pc:spChg>
        <pc:spChg chg="add del mod">
          <ac:chgData name="Cartwright, Max" userId="4fdaca64-157b-4f34-aebd-58f672b6a20c" providerId="ADAL" clId="{9B24FA50-177C-4B5A-AA10-BF89D194F6B0}" dt="2024-03-05T20:25:36.762" v="665"/>
          <ac:spMkLst>
            <pc:docMk/>
            <pc:sldMk cId="2553721168" sldId="2147474109"/>
            <ac:spMk id="19" creationId="{72D30919-FB72-7CC2-954A-45C34E9B3172}"/>
          </ac:spMkLst>
        </pc:spChg>
        <pc:spChg chg="add del mod">
          <ac:chgData name="Cartwright, Max" userId="4fdaca64-157b-4f34-aebd-58f672b6a20c" providerId="ADAL" clId="{9B24FA50-177C-4B5A-AA10-BF89D194F6B0}" dt="2024-03-05T20:25:36.762" v="665"/>
          <ac:spMkLst>
            <pc:docMk/>
            <pc:sldMk cId="2553721168" sldId="2147474109"/>
            <ac:spMk id="20" creationId="{C071BE85-5914-D387-DC54-FADDBDE8592E}"/>
          </ac:spMkLst>
        </pc:spChg>
        <pc:spChg chg="add del mod">
          <ac:chgData name="Cartwright, Max" userId="4fdaca64-157b-4f34-aebd-58f672b6a20c" providerId="ADAL" clId="{9B24FA50-177C-4B5A-AA10-BF89D194F6B0}" dt="2024-03-05T20:25:36.762" v="665"/>
          <ac:spMkLst>
            <pc:docMk/>
            <pc:sldMk cId="2553721168" sldId="2147474109"/>
            <ac:spMk id="21" creationId="{FA4B40A0-91F8-253C-A1F3-E54D80559A4C}"/>
          </ac:spMkLst>
        </pc:spChg>
        <pc:spChg chg="add del mod">
          <ac:chgData name="Cartwright, Max" userId="4fdaca64-157b-4f34-aebd-58f672b6a20c" providerId="ADAL" clId="{9B24FA50-177C-4B5A-AA10-BF89D194F6B0}" dt="2024-03-05T20:25:36.762" v="665"/>
          <ac:spMkLst>
            <pc:docMk/>
            <pc:sldMk cId="2553721168" sldId="2147474109"/>
            <ac:spMk id="22" creationId="{665C0DB3-B0BE-F164-59C3-C1BBFC1E8CFC}"/>
          </ac:spMkLst>
        </pc:spChg>
        <pc:spChg chg="add del mod">
          <ac:chgData name="Cartwright, Max" userId="4fdaca64-157b-4f34-aebd-58f672b6a20c" providerId="ADAL" clId="{9B24FA50-177C-4B5A-AA10-BF89D194F6B0}" dt="2024-03-05T20:25:36.762" v="665"/>
          <ac:spMkLst>
            <pc:docMk/>
            <pc:sldMk cId="2553721168" sldId="2147474109"/>
            <ac:spMk id="23" creationId="{940E6611-DEB8-56D0-EA14-927BB8D84BF7}"/>
          </ac:spMkLst>
        </pc:spChg>
        <pc:spChg chg="add del mod">
          <ac:chgData name="Cartwright, Max" userId="4fdaca64-157b-4f34-aebd-58f672b6a20c" providerId="ADAL" clId="{9B24FA50-177C-4B5A-AA10-BF89D194F6B0}" dt="2024-03-05T20:25:36.762" v="665"/>
          <ac:spMkLst>
            <pc:docMk/>
            <pc:sldMk cId="2553721168" sldId="2147474109"/>
            <ac:spMk id="24" creationId="{EBD59275-A0EF-2D74-D828-5399470A7AE3}"/>
          </ac:spMkLst>
        </pc:spChg>
        <pc:spChg chg="add del mod">
          <ac:chgData name="Cartwright, Max" userId="4fdaca64-157b-4f34-aebd-58f672b6a20c" providerId="ADAL" clId="{9B24FA50-177C-4B5A-AA10-BF89D194F6B0}" dt="2024-03-05T20:25:36.762" v="665"/>
          <ac:spMkLst>
            <pc:docMk/>
            <pc:sldMk cId="2553721168" sldId="2147474109"/>
            <ac:spMk id="25" creationId="{6A64A5D8-80DF-CFC8-7227-84306C474369}"/>
          </ac:spMkLst>
        </pc:spChg>
        <pc:spChg chg="add del mod">
          <ac:chgData name="Cartwright, Max" userId="4fdaca64-157b-4f34-aebd-58f672b6a20c" providerId="ADAL" clId="{9B24FA50-177C-4B5A-AA10-BF89D194F6B0}" dt="2024-03-05T20:25:36.762" v="665"/>
          <ac:spMkLst>
            <pc:docMk/>
            <pc:sldMk cId="2553721168" sldId="2147474109"/>
            <ac:spMk id="26" creationId="{A6D267D7-19A6-3918-2B56-503C26DC0EB0}"/>
          </ac:spMkLst>
        </pc:spChg>
        <pc:spChg chg="add del mod">
          <ac:chgData name="Cartwright, Max" userId="4fdaca64-157b-4f34-aebd-58f672b6a20c" providerId="ADAL" clId="{9B24FA50-177C-4B5A-AA10-BF89D194F6B0}" dt="2024-03-05T20:25:36.762" v="665"/>
          <ac:spMkLst>
            <pc:docMk/>
            <pc:sldMk cId="2553721168" sldId="2147474109"/>
            <ac:spMk id="30" creationId="{9B97E871-D764-3312-DFCA-B62D7CE8FA0B}"/>
          </ac:spMkLst>
        </pc:spChg>
        <pc:spChg chg="add del mod">
          <ac:chgData name="Cartwright, Max" userId="4fdaca64-157b-4f34-aebd-58f672b6a20c" providerId="ADAL" clId="{9B24FA50-177C-4B5A-AA10-BF89D194F6B0}" dt="2024-03-05T20:25:36.762" v="665"/>
          <ac:spMkLst>
            <pc:docMk/>
            <pc:sldMk cId="2553721168" sldId="2147474109"/>
            <ac:spMk id="31" creationId="{16DABEE0-DFC3-A526-2026-0C77FCC611A2}"/>
          </ac:spMkLst>
        </pc:spChg>
        <pc:spChg chg="add del mod">
          <ac:chgData name="Cartwright, Max" userId="4fdaca64-157b-4f34-aebd-58f672b6a20c" providerId="ADAL" clId="{9B24FA50-177C-4B5A-AA10-BF89D194F6B0}" dt="2024-03-05T20:25:36.762" v="665"/>
          <ac:spMkLst>
            <pc:docMk/>
            <pc:sldMk cId="2553721168" sldId="2147474109"/>
            <ac:spMk id="32" creationId="{8B73DA1D-0722-DB1B-1C41-159CE9EB2907}"/>
          </ac:spMkLst>
        </pc:spChg>
        <pc:spChg chg="add del mod">
          <ac:chgData name="Cartwright, Max" userId="4fdaca64-157b-4f34-aebd-58f672b6a20c" providerId="ADAL" clId="{9B24FA50-177C-4B5A-AA10-BF89D194F6B0}" dt="2024-03-05T20:25:36.762" v="665"/>
          <ac:spMkLst>
            <pc:docMk/>
            <pc:sldMk cId="2553721168" sldId="2147474109"/>
            <ac:spMk id="36" creationId="{2FB6BBF8-B37F-2BA6-919D-A8B122BE445A}"/>
          </ac:spMkLst>
        </pc:spChg>
        <pc:spChg chg="add del mod">
          <ac:chgData name="Cartwright, Max" userId="4fdaca64-157b-4f34-aebd-58f672b6a20c" providerId="ADAL" clId="{9B24FA50-177C-4B5A-AA10-BF89D194F6B0}" dt="2024-03-05T20:25:36.762" v="665"/>
          <ac:spMkLst>
            <pc:docMk/>
            <pc:sldMk cId="2553721168" sldId="2147474109"/>
            <ac:spMk id="37" creationId="{C512F496-C333-E059-0A98-4FEDC13BD1A7}"/>
          </ac:spMkLst>
        </pc:spChg>
        <pc:spChg chg="add mod">
          <ac:chgData name="Cartwright, Max" userId="4fdaca64-157b-4f34-aebd-58f672b6a20c" providerId="ADAL" clId="{9B24FA50-177C-4B5A-AA10-BF89D194F6B0}" dt="2024-03-05T20:25:46.159" v="674" actId="6549"/>
          <ac:spMkLst>
            <pc:docMk/>
            <pc:sldMk cId="2553721168" sldId="2147474109"/>
            <ac:spMk id="38" creationId="{D4E948F2-7453-7236-FC4C-17D04903A7C0}"/>
          </ac:spMkLst>
        </pc:spChg>
        <pc:spChg chg="add mod">
          <ac:chgData name="Cartwright, Max" userId="4fdaca64-157b-4f34-aebd-58f672b6a20c" providerId="ADAL" clId="{9B24FA50-177C-4B5A-AA10-BF89D194F6B0}" dt="2024-03-05T20:25:36.780" v="666"/>
          <ac:spMkLst>
            <pc:docMk/>
            <pc:sldMk cId="2553721168" sldId="2147474109"/>
            <ac:spMk id="39" creationId="{4649C329-C9FC-3160-57EF-7D5BA8141384}"/>
          </ac:spMkLst>
        </pc:spChg>
        <pc:spChg chg="add mod">
          <ac:chgData name="Cartwright, Max" userId="4fdaca64-157b-4f34-aebd-58f672b6a20c" providerId="ADAL" clId="{9B24FA50-177C-4B5A-AA10-BF89D194F6B0}" dt="2024-03-05T20:25:36.780" v="666"/>
          <ac:spMkLst>
            <pc:docMk/>
            <pc:sldMk cId="2553721168" sldId="2147474109"/>
            <ac:spMk id="40" creationId="{DAD301AB-B097-A9CF-C13D-023EC26DA278}"/>
          </ac:spMkLst>
        </pc:spChg>
        <pc:spChg chg="add mod">
          <ac:chgData name="Cartwright, Max" userId="4fdaca64-157b-4f34-aebd-58f672b6a20c" providerId="ADAL" clId="{9B24FA50-177C-4B5A-AA10-BF89D194F6B0}" dt="2024-03-05T20:25:36.780" v="666"/>
          <ac:spMkLst>
            <pc:docMk/>
            <pc:sldMk cId="2553721168" sldId="2147474109"/>
            <ac:spMk id="41" creationId="{322EE989-6394-4BD6-808B-4A67F52FD8F7}"/>
          </ac:spMkLst>
        </pc:spChg>
        <pc:spChg chg="add mod">
          <ac:chgData name="Cartwright, Max" userId="4fdaca64-157b-4f34-aebd-58f672b6a20c" providerId="ADAL" clId="{9B24FA50-177C-4B5A-AA10-BF89D194F6B0}" dt="2024-03-05T20:25:36.780" v="666"/>
          <ac:spMkLst>
            <pc:docMk/>
            <pc:sldMk cId="2553721168" sldId="2147474109"/>
            <ac:spMk id="42" creationId="{0BA870F0-3723-FFE3-532B-7FD78681A73B}"/>
          </ac:spMkLst>
        </pc:spChg>
        <pc:spChg chg="add mod">
          <ac:chgData name="Cartwright, Max" userId="4fdaca64-157b-4f34-aebd-58f672b6a20c" providerId="ADAL" clId="{9B24FA50-177C-4B5A-AA10-BF89D194F6B0}" dt="2024-03-05T20:25:36.780" v="666"/>
          <ac:spMkLst>
            <pc:docMk/>
            <pc:sldMk cId="2553721168" sldId="2147474109"/>
            <ac:spMk id="43" creationId="{790B5F77-D112-DFDE-2D03-3890DA4ABF94}"/>
          </ac:spMkLst>
        </pc:spChg>
        <pc:spChg chg="add mod">
          <ac:chgData name="Cartwright, Max" userId="4fdaca64-157b-4f34-aebd-58f672b6a20c" providerId="ADAL" clId="{9B24FA50-177C-4B5A-AA10-BF89D194F6B0}" dt="2024-03-05T20:25:36.780" v="666"/>
          <ac:spMkLst>
            <pc:docMk/>
            <pc:sldMk cId="2553721168" sldId="2147474109"/>
            <ac:spMk id="44" creationId="{33256FBC-414F-7FC2-29DB-11A413BC31A7}"/>
          </ac:spMkLst>
        </pc:spChg>
        <pc:spChg chg="add del mod">
          <ac:chgData name="Cartwright, Max" userId="4fdaca64-157b-4f34-aebd-58f672b6a20c" providerId="ADAL" clId="{9B24FA50-177C-4B5A-AA10-BF89D194F6B0}" dt="2024-03-05T20:26:54.004" v="684" actId="478"/>
          <ac:spMkLst>
            <pc:docMk/>
            <pc:sldMk cId="2553721168" sldId="2147474109"/>
            <ac:spMk id="45" creationId="{D1F88B0B-74C9-E36E-93DF-6F34129EB170}"/>
          </ac:spMkLst>
        </pc:spChg>
        <pc:spChg chg="add mod">
          <ac:chgData name="Cartwright, Max" userId="4fdaca64-157b-4f34-aebd-58f672b6a20c" providerId="ADAL" clId="{9B24FA50-177C-4B5A-AA10-BF89D194F6B0}" dt="2024-03-05T20:29:34.875" v="735"/>
          <ac:spMkLst>
            <pc:docMk/>
            <pc:sldMk cId="2553721168" sldId="2147474109"/>
            <ac:spMk id="46" creationId="{D274C2F1-2FB3-5C2D-1A17-85983B3DE1F4}"/>
          </ac:spMkLst>
        </pc:spChg>
        <pc:spChg chg="add mod">
          <ac:chgData name="Cartwright, Max" userId="4fdaca64-157b-4f34-aebd-58f672b6a20c" providerId="ADAL" clId="{9B24FA50-177C-4B5A-AA10-BF89D194F6B0}" dt="2024-03-05T20:25:36.780" v="666"/>
          <ac:spMkLst>
            <pc:docMk/>
            <pc:sldMk cId="2553721168" sldId="2147474109"/>
            <ac:spMk id="50" creationId="{CDD92F5C-C09B-74A9-DA61-7515E9C4F1A9}"/>
          </ac:spMkLst>
        </pc:spChg>
        <pc:spChg chg="add mod">
          <ac:chgData name="Cartwright, Max" userId="4fdaca64-157b-4f34-aebd-58f672b6a20c" providerId="ADAL" clId="{9B24FA50-177C-4B5A-AA10-BF89D194F6B0}" dt="2024-03-05T20:25:36.780" v="666"/>
          <ac:spMkLst>
            <pc:docMk/>
            <pc:sldMk cId="2553721168" sldId="2147474109"/>
            <ac:spMk id="51" creationId="{7A3092D2-0B7D-CE67-EB52-CCD78A6B8953}"/>
          </ac:spMkLst>
        </pc:spChg>
        <pc:spChg chg="add mod">
          <ac:chgData name="Cartwright, Max" userId="4fdaca64-157b-4f34-aebd-58f672b6a20c" providerId="ADAL" clId="{9B24FA50-177C-4B5A-AA10-BF89D194F6B0}" dt="2024-03-05T20:25:36.780" v="666"/>
          <ac:spMkLst>
            <pc:docMk/>
            <pc:sldMk cId="2553721168" sldId="2147474109"/>
            <ac:spMk id="52" creationId="{8295543D-921F-884F-B34E-B02D40197D2B}"/>
          </ac:spMkLst>
        </pc:spChg>
        <pc:spChg chg="add mod">
          <ac:chgData name="Cartwright, Max" userId="4fdaca64-157b-4f34-aebd-58f672b6a20c" providerId="ADAL" clId="{9B24FA50-177C-4B5A-AA10-BF89D194F6B0}" dt="2024-03-05T20:25:36.780" v="666"/>
          <ac:spMkLst>
            <pc:docMk/>
            <pc:sldMk cId="2553721168" sldId="2147474109"/>
            <ac:spMk id="53" creationId="{ECBE665A-E58E-9158-EEC9-BE2F85F83302}"/>
          </ac:spMkLst>
        </pc:spChg>
        <pc:spChg chg="add mod">
          <ac:chgData name="Cartwright, Max" userId="4fdaca64-157b-4f34-aebd-58f672b6a20c" providerId="ADAL" clId="{9B24FA50-177C-4B5A-AA10-BF89D194F6B0}" dt="2024-03-05T20:25:36.780" v="666"/>
          <ac:spMkLst>
            <pc:docMk/>
            <pc:sldMk cId="2553721168" sldId="2147474109"/>
            <ac:spMk id="54" creationId="{649BB95E-47AA-5193-3EC5-C39AA58DEAC4}"/>
          </ac:spMkLst>
        </pc:spChg>
        <pc:spChg chg="add mod">
          <ac:chgData name="Cartwright, Max" userId="4fdaca64-157b-4f34-aebd-58f672b6a20c" providerId="ADAL" clId="{9B24FA50-177C-4B5A-AA10-BF89D194F6B0}" dt="2024-03-05T20:25:36.780" v="666"/>
          <ac:spMkLst>
            <pc:docMk/>
            <pc:sldMk cId="2553721168" sldId="2147474109"/>
            <ac:spMk id="55" creationId="{CB2F1409-ADD5-8866-8975-40C00091A512}"/>
          </ac:spMkLst>
        </pc:spChg>
        <pc:spChg chg="add mod">
          <ac:chgData name="Cartwright, Max" userId="4fdaca64-157b-4f34-aebd-58f672b6a20c" providerId="ADAL" clId="{9B24FA50-177C-4B5A-AA10-BF89D194F6B0}" dt="2024-03-05T20:25:36.780" v="666"/>
          <ac:spMkLst>
            <pc:docMk/>
            <pc:sldMk cId="2553721168" sldId="2147474109"/>
            <ac:spMk id="56" creationId="{26C65CC8-BD49-BE69-2C9E-261098B9453A}"/>
          </ac:spMkLst>
        </pc:spChg>
        <pc:spChg chg="add mod">
          <ac:chgData name="Cartwright, Max" userId="4fdaca64-157b-4f34-aebd-58f672b6a20c" providerId="ADAL" clId="{9B24FA50-177C-4B5A-AA10-BF89D194F6B0}" dt="2024-03-05T20:25:36.780" v="666"/>
          <ac:spMkLst>
            <pc:docMk/>
            <pc:sldMk cId="2553721168" sldId="2147474109"/>
            <ac:spMk id="57" creationId="{17206B53-9694-751F-FD92-247A6CA45EA7}"/>
          </ac:spMkLst>
        </pc:spChg>
        <pc:spChg chg="add mod">
          <ac:chgData name="Cartwright, Max" userId="4fdaca64-157b-4f34-aebd-58f672b6a20c" providerId="ADAL" clId="{9B24FA50-177C-4B5A-AA10-BF89D194F6B0}" dt="2024-03-05T20:29:34.875" v="735"/>
          <ac:spMkLst>
            <pc:docMk/>
            <pc:sldMk cId="2553721168" sldId="2147474109"/>
            <ac:spMk id="58" creationId="{8BAB2BFC-DD1B-75CB-1D20-AD750D0A4215}"/>
          </ac:spMkLst>
        </pc:spChg>
        <pc:spChg chg="add mod">
          <ac:chgData name="Cartwright, Max" userId="4fdaca64-157b-4f34-aebd-58f672b6a20c" providerId="ADAL" clId="{9B24FA50-177C-4B5A-AA10-BF89D194F6B0}" dt="2024-03-05T20:25:36.780" v="666"/>
          <ac:spMkLst>
            <pc:docMk/>
            <pc:sldMk cId="2553721168" sldId="2147474109"/>
            <ac:spMk id="62" creationId="{867462D2-81E2-547A-1BCD-CB8488E339FE}"/>
          </ac:spMkLst>
        </pc:spChg>
        <pc:spChg chg="add del mod">
          <ac:chgData name="Cartwright, Max" userId="4fdaca64-157b-4f34-aebd-58f672b6a20c" providerId="ADAL" clId="{9B24FA50-177C-4B5A-AA10-BF89D194F6B0}" dt="2024-03-05T20:26:45.456" v="681" actId="478"/>
          <ac:spMkLst>
            <pc:docMk/>
            <pc:sldMk cId="2553721168" sldId="2147474109"/>
            <ac:spMk id="63" creationId="{43CF4BD5-41F4-81CB-33A8-674BBD0FBC68}"/>
          </ac:spMkLst>
        </pc:spChg>
        <pc:spChg chg="add mod">
          <ac:chgData name="Cartwright, Max" userId="4fdaca64-157b-4f34-aebd-58f672b6a20c" providerId="ADAL" clId="{9B24FA50-177C-4B5A-AA10-BF89D194F6B0}" dt="2024-03-05T20:29:34.875" v="735"/>
          <ac:spMkLst>
            <pc:docMk/>
            <pc:sldMk cId="2553721168" sldId="2147474109"/>
            <ac:spMk id="64" creationId="{BF953882-DE4B-EC62-C256-AFB492626306}"/>
          </ac:spMkLst>
        </pc:spChg>
        <pc:spChg chg="add mod">
          <ac:chgData name="Cartwright, Max" userId="4fdaca64-157b-4f34-aebd-58f672b6a20c" providerId="ADAL" clId="{9B24FA50-177C-4B5A-AA10-BF89D194F6B0}" dt="2024-03-05T20:25:36.780" v="666"/>
          <ac:spMkLst>
            <pc:docMk/>
            <pc:sldMk cId="2553721168" sldId="2147474109"/>
            <ac:spMk id="68" creationId="{2A30D47C-8B27-3A09-84BD-8B1F59D5E0C9}"/>
          </ac:spMkLst>
        </pc:spChg>
        <pc:spChg chg="add mod">
          <ac:chgData name="Cartwright, Max" userId="4fdaca64-157b-4f34-aebd-58f672b6a20c" providerId="ADAL" clId="{9B24FA50-177C-4B5A-AA10-BF89D194F6B0}" dt="2024-03-05T20:27:12.167" v="686" actId="20577"/>
          <ac:spMkLst>
            <pc:docMk/>
            <pc:sldMk cId="2553721168" sldId="2147474109"/>
            <ac:spMk id="69" creationId="{B2C593A0-ED20-CA6F-DDCE-AD69076A303C}"/>
          </ac:spMkLst>
        </pc:spChg>
        <pc:spChg chg="add mod">
          <ac:chgData name="Cartwright, Max" userId="4fdaca64-157b-4f34-aebd-58f672b6a20c" providerId="ADAL" clId="{9B24FA50-177C-4B5A-AA10-BF89D194F6B0}" dt="2024-03-05T20:26:52.159" v="683" actId="14100"/>
          <ac:spMkLst>
            <pc:docMk/>
            <pc:sldMk cId="2553721168" sldId="2147474109"/>
            <ac:spMk id="70" creationId="{15E1AB76-FB02-528B-3B5A-198E99420B36}"/>
          </ac:spMkLst>
        </pc:spChg>
        <pc:spChg chg="add mod">
          <ac:chgData name="Cartwright, Max" userId="4fdaca64-157b-4f34-aebd-58f672b6a20c" providerId="ADAL" clId="{9B24FA50-177C-4B5A-AA10-BF89D194F6B0}" dt="2024-03-05T20:27:00.759" v="685" actId="571"/>
          <ac:spMkLst>
            <pc:docMk/>
            <pc:sldMk cId="2553721168" sldId="2147474109"/>
            <ac:spMk id="71" creationId="{AFA758CD-253B-3211-39E4-14F86134E0B0}"/>
          </ac:spMkLst>
        </pc:spChg>
        <pc:spChg chg="add mod">
          <ac:chgData name="Cartwright, Max" userId="4fdaca64-157b-4f34-aebd-58f672b6a20c" providerId="ADAL" clId="{9B24FA50-177C-4B5A-AA10-BF89D194F6B0}" dt="2024-03-05T20:36:02.147" v="912" actId="20577"/>
          <ac:spMkLst>
            <pc:docMk/>
            <pc:sldMk cId="2553721168" sldId="2147474109"/>
            <ac:spMk id="72" creationId="{4DD3E78F-C88D-FB4E-542B-52E7EBDE29F4}"/>
          </ac:spMkLst>
        </pc:spChg>
        <pc:cxnChg chg="add del mod">
          <ac:chgData name="Cartwright, Max" userId="4fdaca64-157b-4f34-aebd-58f672b6a20c" providerId="ADAL" clId="{9B24FA50-177C-4B5A-AA10-BF89D194F6B0}" dt="2024-03-05T20:25:36.762" v="665"/>
          <ac:cxnSpMkLst>
            <pc:docMk/>
            <pc:sldMk cId="2553721168" sldId="2147474109"/>
            <ac:cxnSpMk id="15" creationId="{BE8F2146-59FD-4F24-653B-1059A435D6BF}"/>
          </ac:cxnSpMkLst>
        </pc:cxnChg>
        <pc:cxnChg chg="add del mod">
          <ac:chgData name="Cartwright, Max" userId="4fdaca64-157b-4f34-aebd-58f672b6a20c" providerId="ADAL" clId="{9B24FA50-177C-4B5A-AA10-BF89D194F6B0}" dt="2024-03-05T20:25:36.762" v="665"/>
          <ac:cxnSpMkLst>
            <pc:docMk/>
            <pc:sldMk cId="2553721168" sldId="2147474109"/>
            <ac:cxnSpMk id="16" creationId="{B146102A-3D90-311F-E52A-E14775526575}"/>
          </ac:cxnSpMkLst>
        </pc:cxnChg>
        <pc:cxnChg chg="add del mod">
          <ac:chgData name="Cartwright, Max" userId="4fdaca64-157b-4f34-aebd-58f672b6a20c" providerId="ADAL" clId="{9B24FA50-177C-4B5A-AA10-BF89D194F6B0}" dt="2024-03-05T20:25:36.762" v="665"/>
          <ac:cxnSpMkLst>
            <pc:docMk/>
            <pc:sldMk cId="2553721168" sldId="2147474109"/>
            <ac:cxnSpMk id="17" creationId="{A80DC68D-4DCF-66AF-DFDA-9B3CECC98A5B}"/>
          </ac:cxnSpMkLst>
        </pc:cxnChg>
        <pc:cxnChg chg="add del mod">
          <ac:chgData name="Cartwright, Max" userId="4fdaca64-157b-4f34-aebd-58f672b6a20c" providerId="ADAL" clId="{9B24FA50-177C-4B5A-AA10-BF89D194F6B0}" dt="2024-03-05T20:25:36.762" v="665"/>
          <ac:cxnSpMkLst>
            <pc:docMk/>
            <pc:sldMk cId="2553721168" sldId="2147474109"/>
            <ac:cxnSpMk id="27" creationId="{A335A370-1B59-B8FA-025D-5F4F16F79D98}"/>
          </ac:cxnSpMkLst>
        </pc:cxnChg>
        <pc:cxnChg chg="add del mod">
          <ac:chgData name="Cartwright, Max" userId="4fdaca64-157b-4f34-aebd-58f672b6a20c" providerId="ADAL" clId="{9B24FA50-177C-4B5A-AA10-BF89D194F6B0}" dt="2024-03-05T20:25:36.762" v="665"/>
          <ac:cxnSpMkLst>
            <pc:docMk/>
            <pc:sldMk cId="2553721168" sldId="2147474109"/>
            <ac:cxnSpMk id="28" creationId="{47F43F7E-13E0-A3F3-0075-578EEC24D9B5}"/>
          </ac:cxnSpMkLst>
        </pc:cxnChg>
        <pc:cxnChg chg="add del mod">
          <ac:chgData name="Cartwright, Max" userId="4fdaca64-157b-4f34-aebd-58f672b6a20c" providerId="ADAL" clId="{9B24FA50-177C-4B5A-AA10-BF89D194F6B0}" dt="2024-03-05T20:25:36.762" v="665"/>
          <ac:cxnSpMkLst>
            <pc:docMk/>
            <pc:sldMk cId="2553721168" sldId="2147474109"/>
            <ac:cxnSpMk id="29" creationId="{B87F6118-F450-9B8B-35E5-D7AB4351ED23}"/>
          </ac:cxnSpMkLst>
        </pc:cxnChg>
        <pc:cxnChg chg="add del mod">
          <ac:chgData name="Cartwright, Max" userId="4fdaca64-157b-4f34-aebd-58f672b6a20c" providerId="ADAL" clId="{9B24FA50-177C-4B5A-AA10-BF89D194F6B0}" dt="2024-03-05T20:25:36.762" v="665"/>
          <ac:cxnSpMkLst>
            <pc:docMk/>
            <pc:sldMk cId="2553721168" sldId="2147474109"/>
            <ac:cxnSpMk id="33" creationId="{5B937732-0ECD-01B6-CBEA-626BB4542548}"/>
          </ac:cxnSpMkLst>
        </pc:cxnChg>
        <pc:cxnChg chg="add del mod">
          <ac:chgData name="Cartwright, Max" userId="4fdaca64-157b-4f34-aebd-58f672b6a20c" providerId="ADAL" clId="{9B24FA50-177C-4B5A-AA10-BF89D194F6B0}" dt="2024-03-05T20:25:36.762" v="665"/>
          <ac:cxnSpMkLst>
            <pc:docMk/>
            <pc:sldMk cId="2553721168" sldId="2147474109"/>
            <ac:cxnSpMk id="34" creationId="{402A38D8-66B1-AABC-0DC9-48FD852FE984}"/>
          </ac:cxnSpMkLst>
        </pc:cxnChg>
        <pc:cxnChg chg="add del mod">
          <ac:chgData name="Cartwright, Max" userId="4fdaca64-157b-4f34-aebd-58f672b6a20c" providerId="ADAL" clId="{9B24FA50-177C-4B5A-AA10-BF89D194F6B0}" dt="2024-03-05T20:25:36.762" v="665"/>
          <ac:cxnSpMkLst>
            <pc:docMk/>
            <pc:sldMk cId="2553721168" sldId="2147474109"/>
            <ac:cxnSpMk id="35" creationId="{2041DBD4-7369-7E1D-9EE7-D7A1A1BD9F5A}"/>
          </ac:cxnSpMkLst>
        </pc:cxnChg>
        <pc:cxnChg chg="add mod">
          <ac:chgData name="Cartwright, Max" userId="4fdaca64-157b-4f34-aebd-58f672b6a20c" providerId="ADAL" clId="{9B24FA50-177C-4B5A-AA10-BF89D194F6B0}" dt="2024-03-05T20:25:36.780" v="666"/>
          <ac:cxnSpMkLst>
            <pc:docMk/>
            <pc:sldMk cId="2553721168" sldId="2147474109"/>
            <ac:cxnSpMk id="47" creationId="{13FC8503-23E6-5322-3511-98FBB82BE718}"/>
          </ac:cxnSpMkLst>
        </pc:cxnChg>
        <pc:cxnChg chg="add mod">
          <ac:chgData name="Cartwright, Max" userId="4fdaca64-157b-4f34-aebd-58f672b6a20c" providerId="ADAL" clId="{9B24FA50-177C-4B5A-AA10-BF89D194F6B0}" dt="2024-03-05T20:25:36.780" v="666"/>
          <ac:cxnSpMkLst>
            <pc:docMk/>
            <pc:sldMk cId="2553721168" sldId="2147474109"/>
            <ac:cxnSpMk id="48" creationId="{7689D064-7A98-F446-50DE-FB91B135A5FE}"/>
          </ac:cxnSpMkLst>
        </pc:cxnChg>
        <pc:cxnChg chg="add mod">
          <ac:chgData name="Cartwright, Max" userId="4fdaca64-157b-4f34-aebd-58f672b6a20c" providerId="ADAL" clId="{9B24FA50-177C-4B5A-AA10-BF89D194F6B0}" dt="2024-03-05T20:25:36.780" v="666"/>
          <ac:cxnSpMkLst>
            <pc:docMk/>
            <pc:sldMk cId="2553721168" sldId="2147474109"/>
            <ac:cxnSpMk id="49" creationId="{2A113257-C28F-0E79-6905-C47F2296BDA9}"/>
          </ac:cxnSpMkLst>
        </pc:cxnChg>
        <pc:cxnChg chg="add mod">
          <ac:chgData name="Cartwright, Max" userId="4fdaca64-157b-4f34-aebd-58f672b6a20c" providerId="ADAL" clId="{9B24FA50-177C-4B5A-AA10-BF89D194F6B0}" dt="2024-03-05T20:25:36.780" v="666"/>
          <ac:cxnSpMkLst>
            <pc:docMk/>
            <pc:sldMk cId="2553721168" sldId="2147474109"/>
            <ac:cxnSpMk id="59" creationId="{5B875A57-69B4-6437-8248-D5950A05B887}"/>
          </ac:cxnSpMkLst>
        </pc:cxnChg>
        <pc:cxnChg chg="add mod">
          <ac:chgData name="Cartwright, Max" userId="4fdaca64-157b-4f34-aebd-58f672b6a20c" providerId="ADAL" clId="{9B24FA50-177C-4B5A-AA10-BF89D194F6B0}" dt="2024-03-05T20:25:36.780" v="666"/>
          <ac:cxnSpMkLst>
            <pc:docMk/>
            <pc:sldMk cId="2553721168" sldId="2147474109"/>
            <ac:cxnSpMk id="60" creationId="{B544669E-DC9B-E134-A35C-1D565F2BB5E8}"/>
          </ac:cxnSpMkLst>
        </pc:cxnChg>
        <pc:cxnChg chg="add mod">
          <ac:chgData name="Cartwright, Max" userId="4fdaca64-157b-4f34-aebd-58f672b6a20c" providerId="ADAL" clId="{9B24FA50-177C-4B5A-AA10-BF89D194F6B0}" dt="2024-03-05T20:25:36.780" v="666"/>
          <ac:cxnSpMkLst>
            <pc:docMk/>
            <pc:sldMk cId="2553721168" sldId="2147474109"/>
            <ac:cxnSpMk id="61" creationId="{851C6386-689F-1D53-878F-393A53CBB142}"/>
          </ac:cxnSpMkLst>
        </pc:cxnChg>
        <pc:cxnChg chg="add mod">
          <ac:chgData name="Cartwright, Max" userId="4fdaca64-157b-4f34-aebd-58f672b6a20c" providerId="ADAL" clId="{9B24FA50-177C-4B5A-AA10-BF89D194F6B0}" dt="2024-03-05T20:25:36.780" v="666"/>
          <ac:cxnSpMkLst>
            <pc:docMk/>
            <pc:sldMk cId="2553721168" sldId="2147474109"/>
            <ac:cxnSpMk id="65" creationId="{253DA712-A348-2E12-9236-0F12BA985B57}"/>
          </ac:cxnSpMkLst>
        </pc:cxnChg>
        <pc:cxnChg chg="add mod">
          <ac:chgData name="Cartwright, Max" userId="4fdaca64-157b-4f34-aebd-58f672b6a20c" providerId="ADAL" clId="{9B24FA50-177C-4B5A-AA10-BF89D194F6B0}" dt="2024-03-05T20:25:36.780" v="666"/>
          <ac:cxnSpMkLst>
            <pc:docMk/>
            <pc:sldMk cId="2553721168" sldId="2147474109"/>
            <ac:cxnSpMk id="66" creationId="{BD65D1CE-43E8-A664-83D5-1D67DA41A500}"/>
          </ac:cxnSpMkLst>
        </pc:cxnChg>
        <pc:cxnChg chg="add mod">
          <ac:chgData name="Cartwright, Max" userId="4fdaca64-157b-4f34-aebd-58f672b6a20c" providerId="ADAL" clId="{9B24FA50-177C-4B5A-AA10-BF89D194F6B0}" dt="2024-03-05T20:25:36.780" v="666"/>
          <ac:cxnSpMkLst>
            <pc:docMk/>
            <pc:sldMk cId="2553721168" sldId="2147474109"/>
            <ac:cxnSpMk id="67" creationId="{4B72445C-3999-DCF4-9B13-C7743073EAF8}"/>
          </ac:cxnSpMkLst>
        </pc:cxnChg>
      </pc:sldChg>
      <pc:sldChg chg="addSp delSp modSp add del mod">
        <pc:chgData name="Cartwright, Max" userId="4fdaca64-157b-4f34-aebd-58f672b6a20c" providerId="ADAL" clId="{9B24FA50-177C-4B5A-AA10-BF89D194F6B0}" dt="2024-03-05T20:21:44.289" v="513"/>
        <pc:sldMkLst>
          <pc:docMk/>
          <pc:sldMk cId="2311759624" sldId="2147474110"/>
        </pc:sldMkLst>
        <pc:spChg chg="del">
          <ac:chgData name="Cartwright, Max" userId="4fdaca64-157b-4f34-aebd-58f672b6a20c" providerId="ADAL" clId="{9B24FA50-177C-4B5A-AA10-BF89D194F6B0}" dt="2024-03-05T20:21:13.639" v="505" actId="478"/>
          <ac:spMkLst>
            <pc:docMk/>
            <pc:sldMk cId="2311759624" sldId="2147474110"/>
            <ac:spMk id="3" creationId="{E7A0A04E-4539-76F3-C369-AD07AF8FA944}"/>
          </ac:spMkLst>
        </pc:spChg>
        <pc:spChg chg="add del mod">
          <ac:chgData name="Cartwright, Max" userId="4fdaca64-157b-4f34-aebd-58f672b6a20c" providerId="ADAL" clId="{9B24FA50-177C-4B5A-AA10-BF89D194F6B0}" dt="2024-03-05T20:21:15.986" v="506" actId="478"/>
          <ac:spMkLst>
            <pc:docMk/>
            <pc:sldMk cId="2311759624" sldId="2147474110"/>
            <ac:spMk id="6" creationId="{200DC1D2-D32A-C9C5-521A-4DAD585B4473}"/>
          </ac:spMkLst>
        </pc:spChg>
        <pc:spChg chg="add mod">
          <ac:chgData name="Cartwright, Max" userId="4fdaca64-157b-4f34-aebd-58f672b6a20c" providerId="ADAL" clId="{9B24FA50-177C-4B5A-AA10-BF89D194F6B0}" dt="2024-03-05T20:21:19.120" v="509" actId="20577"/>
          <ac:spMkLst>
            <pc:docMk/>
            <pc:sldMk cId="2311759624" sldId="2147474110"/>
            <ac:spMk id="7" creationId="{3551227F-9E8D-740D-CBE0-7FD2A8E448AE}"/>
          </ac:spMkLst>
        </pc:spChg>
        <pc:graphicFrameChg chg="mod modGraphic">
          <ac:chgData name="Cartwright, Max" userId="4fdaca64-157b-4f34-aebd-58f672b6a20c" providerId="ADAL" clId="{9B24FA50-177C-4B5A-AA10-BF89D194F6B0}" dt="2024-03-05T20:21:44.289" v="513"/>
          <ac:graphicFrameMkLst>
            <pc:docMk/>
            <pc:sldMk cId="2311759624" sldId="2147474110"/>
            <ac:graphicFrameMk id="2" creationId="{CD256A07-6A6E-B196-7F3B-F50E4455D14B}"/>
          </ac:graphicFrameMkLst>
        </pc:graphicFrameChg>
      </pc:sldChg>
      <pc:sldChg chg="addSp delSp modSp add mod">
        <pc:chgData name="Cartwright, Max" userId="4fdaca64-157b-4f34-aebd-58f672b6a20c" providerId="ADAL" clId="{9B24FA50-177C-4B5A-AA10-BF89D194F6B0}" dt="2024-03-05T20:29:34.875" v="735"/>
        <pc:sldMkLst>
          <pc:docMk/>
          <pc:sldMk cId="3727333396" sldId="2147474111"/>
        </pc:sldMkLst>
        <pc:spChg chg="del">
          <ac:chgData name="Cartwright, Max" userId="4fdaca64-157b-4f34-aebd-58f672b6a20c" providerId="ADAL" clId="{9B24FA50-177C-4B5A-AA10-BF89D194F6B0}" dt="2024-03-05T20:23:28.446" v="528" actId="478"/>
          <ac:spMkLst>
            <pc:docMk/>
            <pc:sldMk cId="3727333396" sldId="2147474111"/>
            <ac:spMk id="3" creationId="{E7A0A04E-4539-76F3-C369-AD07AF8FA944}"/>
          </ac:spMkLst>
        </pc:spChg>
        <pc:spChg chg="add del mod">
          <ac:chgData name="Cartwright, Max" userId="4fdaca64-157b-4f34-aebd-58f672b6a20c" providerId="ADAL" clId="{9B24FA50-177C-4B5A-AA10-BF89D194F6B0}" dt="2024-03-05T20:23:30.910" v="529" actId="478"/>
          <ac:spMkLst>
            <pc:docMk/>
            <pc:sldMk cId="3727333396" sldId="2147474111"/>
            <ac:spMk id="4" creationId="{E7455173-A555-B4F5-EA0A-F11C71C95C26}"/>
          </ac:spMkLst>
        </pc:spChg>
        <pc:spChg chg="mod">
          <ac:chgData name="Cartwright, Max" userId="4fdaca64-157b-4f34-aebd-58f672b6a20c" providerId="ADAL" clId="{9B24FA50-177C-4B5A-AA10-BF89D194F6B0}" dt="2024-03-05T20:24:57.686" v="616" actId="1076"/>
          <ac:spMkLst>
            <pc:docMk/>
            <pc:sldMk cId="3727333396" sldId="2147474111"/>
            <ac:spMk id="5" creationId="{4CA39B15-9949-C8EF-AD56-299DB327751E}"/>
          </ac:spMkLst>
        </pc:spChg>
        <pc:spChg chg="add del mod">
          <ac:chgData name="Cartwright, Max" userId="4fdaca64-157b-4f34-aebd-58f672b6a20c" providerId="ADAL" clId="{9B24FA50-177C-4B5A-AA10-BF89D194F6B0}" dt="2024-03-05T20:24:48.617" v="599"/>
          <ac:spMkLst>
            <pc:docMk/>
            <pc:sldMk cId="3727333396" sldId="2147474111"/>
            <ac:spMk id="6" creationId="{8C03CEED-24B2-D82B-1896-852C5686C804}"/>
          </ac:spMkLst>
        </pc:spChg>
        <pc:spChg chg="add del mod">
          <ac:chgData name="Cartwright, Max" userId="4fdaca64-157b-4f34-aebd-58f672b6a20c" providerId="ADAL" clId="{9B24FA50-177C-4B5A-AA10-BF89D194F6B0}" dt="2024-03-05T20:24:48.617" v="599"/>
          <ac:spMkLst>
            <pc:docMk/>
            <pc:sldMk cId="3727333396" sldId="2147474111"/>
            <ac:spMk id="7" creationId="{3B904AE3-2325-21FC-779F-DB65F0D7B01E}"/>
          </ac:spMkLst>
        </pc:spChg>
        <pc:spChg chg="add mod">
          <ac:chgData name="Cartwright, Max" userId="4fdaca64-157b-4f34-aebd-58f672b6a20c" providerId="ADAL" clId="{9B24FA50-177C-4B5A-AA10-BF89D194F6B0}" dt="2024-03-05T20:24:55.142" v="615" actId="1036"/>
          <ac:spMkLst>
            <pc:docMk/>
            <pc:sldMk cId="3727333396" sldId="2147474111"/>
            <ac:spMk id="14" creationId="{D2D7E358-6DE7-AC81-78A4-C6C9C453B8E3}"/>
          </ac:spMkLst>
        </pc:spChg>
        <pc:spChg chg="add mod">
          <ac:chgData name="Cartwright, Max" userId="4fdaca64-157b-4f34-aebd-58f672b6a20c" providerId="ADAL" clId="{9B24FA50-177C-4B5A-AA10-BF89D194F6B0}" dt="2024-03-05T20:29:34.875" v="735"/>
          <ac:spMkLst>
            <pc:docMk/>
            <pc:sldMk cId="3727333396" sldId="2147474111"/>
            <ac:spMk id="15" creationId="{7114F612-1D6D-A91C-B8FD-07C6097D12EB}"/>
          </ac:spMkLst>
        </pc:spChg>
        <pc:spChg chg="add mod">
          <ac:chgData name="Cartwright, Max" userId="4fdaca64-157b-4f34-aebd-58f672b6a20c" providerId="ADAL" clId="{9B24FA50-177C-4B5A-AA10-BF89D194F6B0}" dt="2024-03-05T20:25:18.892" v="663" actId="20577"/>
          <ac:spMkLst>
            <pc:docMk/>
            <pc:sldMk cId="3727333396" sldId="2147474111"/>
            <ac:spMk id="22" creationId="{9A60AF97-6E43-B267-8FBF-4853A70CA2DC}"/>
          </ac:spMkLst>
        </pc:spChg>
        <pc:grpChg chg="add del mod">
          <ac:chgData name="Cartwright, Max" userId="4fdaca64-157b-4f34-aebd-58f672b6a20c" providerId="ADAL" clId="{9B24FA50-177C-4B5A-AA10-BF89D194F6B0}" dt="2024-03-05T20:24:48.617" v="599"/>
          <ac:grpSpMkLst>
            <pc:docMk/>
            <pc:sldMk cId="3727333396" sldId="2147474111"/>
            <ac:grpSpMk id="10" creationId="{D248B058-7CD2-B18B-C9A4-CA50550930B5}"/>
          </ac:grpSpMkLst>
        </pc:grpChg>
        <pc:grpChg chg="add mod">
          <ac:chgData name="Cartwright, Max" userId="4fdaca64-157b-4f34-aebd-58f672b6a20c" providerId="ADAL" clId="{9B24FA50-177C-4B5A-AA10-BF89D194F6B0}" dt="2024-03-05T20:24:48.628" v="600"/>
          <ac:grpSpMkLst>
            <pc:docMk/>
            <pc:sldMk cId="3727333396" sldId="2147474111"/>
            <ac:grpSpMk id="18" creationId="{1945267C-D67E-6522-A49B-2F0BD2157224}"/>
          </ac:grpSpMkLst>
        </pc:grpChg>
        <pc:picChg chg="mod">
          <ac:chgData name="Cartwright, Max" userId="4fdaca64-157b-4f34-aebd-58f672b6a20c" providerId="ADAL" clId="{9B24FA50-177C-4B5A-AA10-BF89D194F6B0}" dt="2024-03-05T20:24:45.770" v="598"/>
          <ac:picMkLst>
            <pc:docMk/>
            <pc:sldMk cId="3727333396" sldId="2147474111"/>
            <ac:picMk id="11" creationId="{9B7BD27B-10CD-06B0-BD0A-0582E7D5BBAF}"/>
          </ac:picMkLst>
        </pc:picChg>
        <pc:picChg chg="mod">
          <ac:chgData name="Cartwright, Max" userId="4fdaca64-157b-4f34-aebd-58f672b6a20c" providerId="ADAL" clId="{9B24FA50-177C-4B5A-AA10-BF89D194F6B0}" dt="2024-03-05T20:24:45.770" v="598"/>
          <ac:picMkLst>
            <pc:docMk/>
            <pc:sldMk cId="3727333396" sldId="2147474111"/>
            <ac:picMk id="12" creationId="{4E269A2A-09F7-35DC-9103-5D2063314903}"/>
          </ac:picMkLst>
        </pc:picChg>
        <pc:picChg chg="add del mod">
          <ac:chgData name="Cartwright, Max" userId="4fdaca64-157b-4f34-aebd-58f672b6a20c" providerId="ADAL" clId="{9B24FA50-177C-4B5A-AA10-BF89D194F6B0}" dt="2024-03-05T20:24:48.617" v="599"/>
          <ac:picMkLst>
            <pc:docMk/>
            <pc:sldMk cId="3727333396" sldId="2147474111"/>
            <ac:picMk id="13" creationId="{1870BB82-F283-43E6-EFB0-408D2A21D5B7}"/>
          </ac:picMkLst>
        </pc:picChg>
        <pc:picChg chg="mod">
          <ac:chgData name="Cartwright, Max" userId="4fdaca64-157b-4f34-aebd-58f672b6a20c" providerId="ADAL" clId="{9B24FA50-177C-4B5A-AA10-BF89D194F6B0}" dt="2024-03-05T20:24:48.628" v="600"/>
          <ac:picMkLst>
            <pc:docMk/>
            <pc:sldMk cId="3727333396" sldId="2147474111"/>
            <ac:picMk id="19" creationId="{D7582443-EA74-EB7B-F980-1AFCDEBFEE0B}"/>
          </ac:picMkLst>
        </pc:picChg>
        <pc:picChg chg="mod">
          <ac:chgData name="Cartwright, Max" userId="4fdaca64-157b-4f34-aebd-58f672b6a20c" providerId="ADAL" clId="{9B24FA50-177C-4B5A-AA10-BF89D194F6B0}" dt="2024-03-05T20:24:48.628" v="600"/>
          <ac:picMkLst>
            <pc:docMk/>
            <pc:sldMk cId="3727333396" sldId="2147474111"/>
            <ac:picMk id="20" creationId="{B5BF5D75-0166-7550-A443-DD7D22925AFB}"/>
          </ac:picMkLst>
        </pc:picChg>
        <pc:picChg chg="add mod">
          <ac:chgData name="Cartwright, Max" userId="4fdaca64-157b-4f34-aebd-58f672b6a20c" providerId="ADAL" clId="{9B24FA50-177C-4B5A-AA10-BF89D194F6B0}" dt="2024-03-05T20:24:48.628" v="600"/>
          <ac:picMkLst>
            <pc:docMk/>
            <pc:sldMk cId="3727333396" sldId="2147474111"/>
            <ac:picMk id="21" creationId="{89F1E07B-317F-E0CC-F94D-C9583B2BEDC6}"/>
          </ac:picMkLst>
        </pc:picChg>
        <pc:cxnChg chg="add del mod">
          <ac:chgData name="Cartwright, Max" userId="4fdaca64-157b-4f34-aebd-58f672b6a20c" providerId="ADAL" clId="{9B24FA50-177C-4B5A-AA10-BF89D194F6B0}" dt="2024-03-05T20:24:48.617" v="599"/>
          <ac:cxnSpMkLst>
            <pc:docMk/>
            <pc:sldMk cId="3727333396" sldId="2147474111"/>
            <ac:cxnSpMk id="8" creationId="{A894310A-91FC-9E9E-6498-61E6876A7015}"/>
          </ac:cxnSpMkLst>
        </pc:cxnChg>
        <pc:cxnChg chg="add del mod">
          <ac:chgData name="Cartwright, Max" userId="4fdaca64-157b-4f34-aebd-58f672b6a20c" providerId="ADAL" clId="{9B24FA50-177C-4B5A-AA10-BF89D194F6B0}" dt="2024-03-05T20:24:48.617" v="599"/>
          <ac:cxnSpMkLst>
            <pc:docMk/>
            <pc:sldMk cId="3727333396" sldId="2147474111"/>
            <ac:cxnSpMk id="9" creationId="{3205043B-A521-B07F-1CBE-3C84E839B2C1}"/>
          </ac:cxnSpMkLst>
        </pc:cxnChg>
        <pc:cxnChg chg="add mod">
          <ac:chgData name="Cartwright, Max" userId="4fdaca64-157b-4f34-aebd-58f672b6a20c" providerId="ADAL" clId="{9B24FA50-177C-4B5A-AA10-BF89D194F6B0}" dt="2024-03-05T20:24:48.628" v="600"/>
          <ac:cxnSpMkLst>
            <pc:docMk/>
            <pc:sldMk cId="3727333396" sldId="2147474111"/>
            <ac:cxnSpMk id="16" creationId="{84EF3ECD-8153-4081-CD98-544E16E1B40F}"/>
          </ac:cxnSpMkLst>
        </pc:cxnChg>
        <pc:cxnChg chg="add mod">
          <ac:chgData name="Cartwright, Max" userId="4fdaca64-157b-4f34-aebd-58f672b6a20c" providerId="ADAL" clId="{9B24FA50-177C-4B5A-AA10-BF89D194F6B0}" dt="2024-03-05T20:24:48.628" v="600"/>
          <ac:cxnSpMkLst>
            <pc:docMk/>
            <pc:sldMk cId="3727333396" sldId="2147474111"/>
            <ac:cxnSpMk id="17" creationId="{E1777E79-1AED-788F-CD97-1FDB3A01DD33}"/>
          </ac:cxnSpMkLst>
        </pc:cxnChg>
      </pc:sldChg>
      <pc:sldChg chg="addSp delSp modSp add mod">
        <pc:chgData name="Cartwright, Max" userId="4fdaca64-157b-4f34-aebd-58f672b6a20c" providerId="ADAL" clId="{9B24FA50-177C-4B5A-AA10-BF89D194F6B0}" dt="2024-03-05T20:29:34.875" v="735"/>
        <pc:sldMkLst>
          <pc:docMk/>
          <pc:sldMk cId="2411987227" sldId="2147474112"/>
        </pc:sldMkLst>
        <pc:spChg chg="add del mod">
          <ac:chgData name="Cartwright, Max" userId="4fdaca64-157b-4f34-aebd-58f672b6a20c" providerId="ADAL" clId="{9B24FA50-177C-4B5A-AA10-BF89D194F6B0}" dt="2024-03-05T20:28:29.022" v="711"/>
          <ac:spMkLst>
            <pc:docMk/>
            <pc:sldMk cId="2411987227" sldId="2147474112"/>
            <ac:spMk id="2" creationId="{119A5509-3CAC-1DAD-AE82-170A8BCE9821}"/>
          </ac:spMkLst>
        </pc:spChg>
        <pc:spChg chg="mod">
          <ac:chgData name="Cartwright, Max" userId="4fdaca64-157b-4f34-aebd-58f672b6a20c" providerId="ADAL" clId="{9B24FA50-177C-4B5A-AA10-BF89D194F6B0}" dt="2024-03-05T20:28:10.288" v="707" actId="20577"/>
          <ac:spMkLst>
            <pc:docMk/>
            <pc:sldMk cId="2411987227" sldId="2147474112"/>
            <ac:spMk id="3" creationId="{D55919F0-CF74-0672-208A-AF105C584388}"/>
          </ac:spMkLst>
        </pc:spChg>
        <pc:spChg chg="del">
          <ac:chgData name="Cartwright, Max" userId="4fdaca64-157b-4f34-aebd-58f672b6a20c" providerId="ADAL" clId="{9B24FA50-177C-4B5A-AA10-BF89D194F6B0}" dt="2024-03-05T20:28:13.909" v="708" actId="478"/>
          <ac:spMkLst>
            <pc:docMk/>
            <pc:sldMk cId="2411987227" sldId="2147474112"/>
            <ac:spMk id="4" creationId="{3DCDFED0-9748-9D61-3749-8591A927E6B8}"/>
          </ac:spMkLst>
        </pc:spChg>
        <pc:spChg chg="del">
          <ac:chgData name="Cartwright, Max" userId="4fdaca64-157b-4f34-aebd-58f672b6a20c" providerId="ADAL" clId="{9B24FA50-177C-4B5A-AA10-BF89D194F6B0}" dt="2024-03-05T20:28:16.180" v="709" actId="478"/>
          <ac:spMkLst>
            <pc:docMk/>
            <pc:sldMk cId="2411987227" sldId="2147474112"/>
            <ac:spMk id="5" creationId="{AC7B2EB2-2211-2FD0-16CC-072B7D154625}"/>
          </ac:spMkLst>
        </pc:spChg>
        <pc:spChg chg="del">
          <ac:chgData name="Cartwright, Max" userId="4fdaca64-157b-4f34-aebd-58f672b6a20c" providerId="ADAL" clId="{9B24FA50-177C-4B5A-AA10-BF89D194F6B0}" dt="2024-03-05T20:28:16.180" v="709" actId="478"/>
          <ac:spMkLst>
            <pc:docMk/>
            <pc:sldMk cId="2411987227" sldId="2147474112"/>
            <ac:spMk id="6" creationId="{BCD3ECD2-8C2E-B16C-F5FD-2CCB12EAA2D1}"/>
          </ac:spMkLst>
        </pc:spChg>
        <pc:spChg chg="del">
          <ac:chgData name="Cartwright, Max" userId="4fdaca64-157b-4f34-aebd-58f672b6a20c" providerId="ADAL" clId="{9B24FA50-177C-4B5A-AA10-BF89D194F6B0}" dt="2024-03-05T20:28:16.180" v="709" actId="478"/>
          <ac:spMkLst>
            <pc:docMk/>
            <pc:sldMk cId="2411987227" sldId="2147474112"/>
            <ac:spMk id="8" creationId="{40588A26-1292-75E2-932D-729CAD6A6B77}"/>
          </ac:spMkLst>
        </pc:spChg>
        <pc:spChg chg="del">
          <ac:chgData name="Cartwright, Max" userId="4fdaca64-157b-4f34-aebd-58f672b6a20c" providerId="ADAL" clId="{9B24FA50-177C-4B5A-AA10-BF89D194F6B0}" dt="2024-03-05T20:28:16.180" v="709" actId="478"/>
          <ac:spMkLst>
            <pc:docMk/>
            <pc:sldMk cId="2411987227" sldId="2147474112"/>
            <ac:spMk id="9" creationId="{09891D90-93D5-D31D-AED6-36E11D9E9FA9}"/>
          </ac:spMkLst>
        </pc:spChg>
        <pc:spChg chg="del">
          <ac:chgData name="Cartwright, Max" userId="4fdaca64-157b-4f34-aebd-58f672b6a20c" providerId="ADAL" clId="{9B24FA50-177C-4B5A-AA10-BF89D194F6B0}" dt="2024-03-05T20:28:16.180" v="709" actId="478"/>
          <ac:spMkLst>
            <pc:docMk/>
            <pc:sldMk cId="2411987227" sldId="2147474112"/>
            <ac:spMk id="14" creationId="{2D098589-0D81-6D04-CCCD-01CEC592A327}"/>
          </ac:spMkLst>
        </pc:spChg>
        <pc:spChg chg="del">
          <ac:chgData name="Cartwright, Max" userId="4fdaca64-157b-4f34-aebd-58f672b6a20c" providerId="ADAL" clId="{9B24FA50-177C-4B5A-AA10-BF89D194F6B0}" dt="2024-03-05T20:28:16.180" v="709" actId="478"/>
          <ac:spMkLst>
            <pc:docMk/>
            <pc:sldMk cId="2411987227" sldId="2147474112"/>
            <ac:spMk id="15" creationId="{63CAC485-2128-A839-BB8D-A694C5A783E1}"/>
          </ac:spMkLst>
        </pc:spChg>
        <pc:spChg chg="del">
          <ac:chgData name="Cartwright, Max" userId="4fdaca64-157b-4f34-aebd-58f672b6a20c" providerId="ADAL" clId="{9B24FA50-177C-4B5A-AA10-BF89D194F6B0}" dt="2024-03-05T20:28:16.180" v="709" actId="478"/>
          <ac:spMkLst>
            <pc:docMk/>
            <pc:sldMk cId="2411987227" sldId="2147474112"/>
            <ac:spMk id="16" creationId="{C4A40917-4AAB-1E46-69C0-002C65571A8D}"/>
          </ac:spMkLst>
        </pc:spChg>
        <pc:spChg chg="del">
          <ac:chgData name="Cartwright, Max" userId="4fdaca64-157b-4f34-aebd-58f672b6a20c" providerId="ADAL" clId="{9B24FA50-177C-4B5A-AA10-BF89D194F6B0}" dt="2024-03-05T20:28:16.180" v="709" actId="478"/>
          <ac:spMkLst>
            <pc:docMk/>
            <pc:sldMk cId="2411987227" sldId="2147474112"/>
            <ac:spMk id="17" creationId="{E0208C0B-F5AE-BCB8-9564-94CF909EED8E}"/>
          </ac:spMkLst>
        </pc:spChg>
        <pc:spChg chg="del">
          <ac:chgData name="Cartwright, Max" userId="4fdaca64-157b-4f34-aebd-58f672b6a20c" providerId="ADAL" clId="{9B24FA50-177C-4B5A-AA10-BF89D194F6B0}" dt="2024-03-05T20:28:16.180" v="709" actId="478"/>
          <ac:spMkLst>
            <pc:docMk/>
            <pc:sldMk cId="2411987227" sldId="2147474112"/>
            <ac:spMk id="18" creationId="{6D01198E-B478-05A3-EF58-AD2CF3A0DEEB}"/>
          </ac:spMkLst>
        </pc:spChg>
        <pc:spChg chg="del">
          <ac:chgData name="Cartwright, Max" userId="4fdaca64-157b-4f34-aebd-58f672b6a20c" providerId="ADAL" clId="{9B24FA50-177C-4B5A-AA10-BF89D194F6B0}" dt="2024-03-05T20:28:16.180" v="709" actId="478"/>
          <ac:spMkLst>
            <pc:docMk/>
            <pc:sldMk cId="2411987227" sldId="2147474112"/>
            <ac:spMk id="19" creationId="{74BF8699-E291-2FF4-1A6D-81713EB8426F}"/>
          </ac:spMkLst>
        </pc:spChg>
        <pc:spChg chg="del">
          <ac:chgData name="Cartwright, Max" userId="4fdaca64-157b-4f34-aebd-58f672b6a20c" providerId="ADAL" clId="{9B24FA50-177C-4B5A-AA10-BF89D194F6B0}" dt="2024-03-05T20:28:16.180" v="709" actId="478"/>
          <ac:spMkLst>
            <pc:docMk/>
            <pc:sldMk cId="2411987227" sldId="2147474112"/>
            <ac:spMk id="23" creationId="{2F9ECD8C-EBC2-82B4-F88C-27771F3B4E39}"/>
          </ac:spMkLst>
        </pc:spChg>
        <pc:spChg chg="del">
          <ac:chgData name="Cartwright, Max" userId="4fdaca64-157b-4f34-aebd-58f672b6a20c" providerId="ADAL" clId="{9B24FA50-177C-4B5A-AA10-BF89D194F6B0}" dt="2024-03-05T20:28:16.180" v="709" actId="478"/>
          <ac:spMkLst>
            <pc:docMk/>
            <pc:sldMk cId="2411987227" sldId="2147474112"/>
            <ac:spMk id="24" creationId="{E6751B55-0BCE-41F2-0052-4EA9918D9EF0}"/>
          </ac:spMkLst>
        </pc:spChg>
        <pc:spChg chg="del">
          <ac:chgData name="Cartwright, Max" userId="4fdaca64-157b-4f34-aebd-58f672b6a20c" providerId="ADAL" clId="{9B24FA50-177C-4B5A-AA10-BF89D194F6B0}" dt="2024-03-05T20:28:16.180" v="709" actId="478"/>
          <ac:spMkLst>
            <pc:docMk/>
            <pc:sldMk cId="2411987227" sldId="2147474112"/>
            <ac:spMk id="25" creationId="{8BD94D11-69C7-92DF-E698-C65C65FD8706}"/>
          </ac:spMkLst>
        </pc:spChg>
        <pc:spChg chg="del">
          <ac:chgData name="Cartwright, Max" userId="4fdaca64-157b-4f34-aebd-58f672b6a20c" providerId="ADAL" clId="{9B24FA50-177C-4B5A-AA10-BF89D194F6B0}" dt="2024-03-05T20:28:16.180" v="709" actId="478"/>
          <ac:spMkLst>
            <pc:docMk/>
            <pc:sldMk cId="2411987227" sldId="2147474112"/>
            <ac:spMk id="26" creationId="{303C2924-2252-5A40-E2D8-C4C3EA903FD1}"/>
          </ac:spMkLst>
        </pc:spChg>
        <pc:spChg chg="del">
          <ac:chgData name="Cartwright, Max" userId="4fdaca64-157b-4f34-aebd-58f672b6a20c" providerId="ADAL" clId="{9B24FA50-177C-4B5A-AA10-BF89D194F6B0}" dt="2024-03-05T20:28:16.180" v="709" actId="478"/>
          <ac:spMkLst>
            <pc:docMk/>
            <pc:sldMk cId="2411987227" sldId="2147474112"/>
            <ac:spMk id="27" creationId="{A9C7F449-282B-B975-5597-EC520CB3980B}"/>
          </ac:spMkLst>
        </pc:spChg>
        <pc:spChg chg="del">
          <ac:chgData name="Cartwright, Max" userId="4fdaca64-157b-4f34-aebd-58f672b6a20c" providerId="ADAL" clId="{9B24FA50-177C-4B5A-AA10-BF89D194F6B0}" dt="2024-03-05T20:28:16.180" v="709" actId="478"/>
          <ac:spMkLst>
            <pc:docMk/>
            <pc:sldMk cId="2411987227" sldId="2147474112"/>
            <ac:spMk id="28" creationId="{22FBD93E-C8E0-C047-0679-C585C5540EEB}"/>
          </ac:spMkLst>
        </pc:spChg>
        <pc:spChg chg="del">
          <ac:chgData name="Cartwright, Max" userId="4fdaca64-157b-4f34-aebd-58f672b6a20c" providerId="ADAL" clId="{9B24FA50-177C-4B5A-AA10-BF89D194F6B0}" dt="2024-03-05T20:28:16.180" v="709" actId="478"/>
          <ac:spMkLst>
            <pc:docMk/>
            <pc:sldMk cId="2411987227" sldId="2147474112"/>
            <ac:spMk id="69" creationId="{DFB62DB8-782F-EA2B-F8CE-EB8601893B28}"/>
          </ac:spMkLst>
        </pc:spChg>
        <pc:spChg chg="del">
          <ac:chgData name="Cartwright, Max" userId="4fdaca64-157b-4f34-aebd-58f672b6a20c" providerId="ADAL" clId="{9B24FA50-177C-4B5A-AA10-BF89D194F6B0}" dt="2024-03-05T20:28:16.180" v="709" actId="478"/>
          <ac:spMkLst>
            <pc:docMk/>
            <pc:sldMk cId="2411987227" sldId="2147474112"/>
            <ac:spMk id="70" creationId="{113E0F0A-DCED-DF3E-661E-5DE5AE0D8980}"/>
          </ac:spMkLst>
        </pc:spChg>
        <pc:spChg chg="del">
          <ac:chgData name="Cartwright, Max" userId="4fdaca64-157b-4f34-aebd-58f672b6a20c" providerId="ADAL" clId="{9B24FA50-177C-4B5A-AA10-BF89D194F6B0}" dt="2024-03-05T20:28:16.180" v="709" actId="478"/>
          <ac:spMkLst>
            <pc:docMk/>
            <pc:sldMk cId="2411987227" sldId="2147474112"/>
            <ac:spMk id="71" creationId="{5BC0541C-C514-12D0-CDE5-64C12FC7E027}"/>
          </ac:spMkLst>
        </pc:spChg>
        <pc:spChg chg="del">
          <ac:chgData name="Cartwright, Max" userId="4fdaca64-157b-4f34-aebd-58f672b6a20c" providerId="ADAL" clId="{9B24FA50-177C-4B5A-AA10-BF89D194F6B0}" dt="2024-03-05T20:28:16.180" v="709" actId="478"/>
          <ac:spMkLst>
            <pc:docMk/>
            <pc:sldMk cId="2411987227" sldId="2147474112"/>
            <ac:spMk id="72" creationId="{AF78E145-232E-F34A-B367-C2CA31703579}"/>
          </ac:spMkLst>
        </pc:spChg>
        <pc:spChg chg="add del mod">
          <ac:chgData name="Cartwright, Max" userId="4fdaca64-157b-4f34-aebd-58f672b6a20c" providerId="ADAL" clId="{9B24FA50-177C-4B5A-AA10-BF89D194F6B0}" dt="2024-03-05T20:28:29.022" v="711"/>
          <ac:spMkLst>
            <pc:docMk/>
            <pc:sldMk cId="2411987227" sldId="2147474112"/>
            <ac:spMk id="74" creationId="{6D53351B-2125-EF13-61D2-222ACEBAC08D}"/>
          </ac:spMkLst>
        </pc:spChg>
        <pc:spChg chg="add del mod">
          <ac:chgData name="Cartwright, Max" userId="4fdaca64-157b-4f34-aebd-58f672b6a20c" providerId="ADAL" clId="{9B24FA50-177C-4B5A-AA10-BF89D194F6B0}" dt="2024-03-05T20:28:29.022" v="711"/>
          <ac:spMkLst>
            <pc:docMk/>
            <pc:sldMk cId="2411987227" sldId="2147474112"/>
            <ac:spMk id="76" creationId="{19A29805-9F97-A7D2-526D-BC882A283AFD}"/>
          </ac:spMkLst>
        </pc:spChg>
        <pc:spChg chg="add del mod">
          <ac:chgData name="Cartwright, Max" userId="4fdaca64-157b-4f34-aebd-58f672b6a20c" providerId="ADAL" clId="{9B24FA50-177C-4B5A-AA10-BF89D194F6B0}" dt="2024-03-05T20:28:29.022" v="711"/>
          <ac:spMkLst>
            <pc:docMk/>
            <pc:sldMk cId="2411987227" sldId="2147474112"/>
            <ac:spMk id="77" creationId="{4FDDE286-6602-C340-B791-4D80E74D97DF}"/>
          </ac:spMkLst>
        </pc:spChg>
        <pc:spChg chg="mod">
          <ac:chgData name="Cartwright, Max" userId="4fdaca64-157b-4f34-aebd-58f672b6a20c" providerId="ADAL" clId="{9B24FA50-177C-4B5A-AA10-BF89D194F6B0}" dt="2024-03-05T20:28:26.371" v="710"/>
          <ac:spMkLst>
            <pc:docMk/>
            <pc:sldMk cId="2411987227" sldId="2147474112"/>
            <ac:spMk id="79" creationId="{B9715353-16F6-18C1-3F7B-EE50434B71E6}"/>
          </ac:spMkLst>
        </pc:spChg>
        <pc:spChg chg="mod">
          <ac:chgData name="Cartwright, Max" userId="4fdaca64-157b-4f34-aebd-58f672b6a20c" providerId="ADAL" clId="{9B24FA50-177C-4B5A-AA10-BF89D194F6B0}" dt="2024-03-05T20:28:26.371" v="710"/>
          <ac:spMkLst>
            <pc:docMk/>
            <pc:sldMk cId="2411987227" sldId="2147474112"/>
            <ac:spMk id="80" creationId="{D5B9D794-3A0C-BC73-0A20-360FB075478A}"/>
          </ac:spMkLst>
        </pc:spChg>
        <pc:spChg chg="mod">
          <ac:chgData name="Cartwright, Max" userId="4fdaca64-157b-4f34-aebd-58f672b6a20c" providerId="ADAL" clId="{9B24FA50-177C-4B5A-AA10-BF89D194F6B0}" dt="2024-03-05T20:28:26.371" v="710"/>
          <ac:spMkLst>
            <pc:docMk/>
            <pc:sldMk cId="2411987227" sldId="2147474112"/>
            <ac:spMk id="81" creationId="{F0EBF870-5A30-8CFB-431E-1D82C134BC41}"/>
          </ac:spMkLst>
        </pc:spChg>
        <pc:spChg chg="mod">
          <ac:chgData name="Cartwright, Max" userId="4fdaca64-157b-4f34-aebd-58f672b6a20c" providerId="ADAL" clId="{9B24FA50-177C-4B5A-AA10-BF89D194F6B0}" dt="2024-03-05T20:28:26.371" v="710"/>
          <ac:spMkLst>
            <pc:docMk/>
            <pc:sldMk cId="2411987227" sldId="2147474112"/>
            <ac:spMk id="82" creationId="{F22DF4D6-567A-309B-7956-4E766C4A5B0A}"/>
          </ac:spMkLst>
        </pc:spChg>
        <pc:spChg chg="mod">
          <ac:chgData name="Cartwright, Max" userId="4fdaca64-157b-4f34-aebd-58f672b6a20c" providerId="ADAL" clId="{9B24FA50-177C-4B5A-AA10-BF89D194F6B0}" dt="2024-03-05T20:28:26.371" v="710"/>
          <ac:spMkLst>
            <pc:docMk/>
            <pc:sldMk cId="2411987227" sldId="2147474112"/>
            <ac:spMk id="83" creationId="{87BFB8C4-DCD1-4B97-7581-8B3F08501024}"/>
          </ac:spMkLst>
        </pc:spChg>
        <pc:spChg chg="mod">
          <ac:chgData name="Cartwright, Max" userId="4fdaca64-157b-4f34-aebd-58f672b6a20c" providerId="ADAL" clId="{9B24FA50-177C-4B5A-AA10-BF89D194F6B0}" dt="2024-03-05T20:28:26.371" v="710"/>
          <ac:spMkLst>
            <pc:docMk/>
            <pc:sldMk cId="2411987227" sldId="2147474112"/>
            <ac:spMk id="84" creationId="{2F0D09AD-EAAB-A9B7-256B-881DC7989E46}"/>
          </ac:spMkLst>
        </pc:spChg>
        <pc:spChg chg="mod">
          <ac:chgData name="Cartwright, Max" userId="4fdaca64-157b-4f34-aebd-58f672b6a20c" providerId="ADAL" clId="{9B24FA50-177C-4B5A-AA10-BF89D194F6B0}" dt="2024-03-05T20:28:26.371" v="710"/>
          <ac:spMkLst>
            <pc:docMk/>
            <pc:sldMk cId="2411987227" sldId="2147474112"/>
            <ac:spMk id="85" creationId="{335FA57F-2E93-6D34-AF43-5CC1584BC684}"/>
          </ac:spMkLst>
        </pc:spChg>
        <pc:spChg chg="add del mod">
          <ac:chgData name="Cartwright, Max" userId="4fdaca64-157b-4f34-aebd-58f672b6a20c" providerId="ADAL" clId="{9B24FA50-177C-4B5A-AA10-BF89D194F6B0}" dt="2024-03-05T20:28:29.022" v="711"/>
          <ac:spMkLst>
            <pc:docMk/>
            <pc:sldMk cId="2411987227" sldId="2147474112"/>
            <ac:spMk id="86" creationId="{4E72A17D-0F63-8278-6FDA-57A9DFC65595}"/>
          </ac:spMkLst>
        </pc:spChg>
        <pc:spChg chg="add del mod">
          <ac:chgData name="Cartwright, Max" userId="4fdaca64-157b-4f34-aebd-58f672b6a20c" providerId="ADAL" clId="{9B24FA50-177C-4B5A-AA10-BF89D194F6B0}" dt="2024-03-05T20:28:29.022" v="711"/>
          <ac:spMkLst>
            <pc:docMk/>
            <pc:sldMk cId="2411987227" sldId="2147474112"/>
            <ac:spMk id="87" creationId="{0C0FC592-30BD-BCAA-6DE1-72674EDE1D9E}"/>
          </ac:spMkLst>
        </pc:spChg>
        <pc:spChg chg="mod">
          <ac:chgData name="Cartwright, Max" userId="4fdaca64-157b-4f34-aebd-58f672b6a20c" providerId="ADAL" clId="{9B24FA50-177C-4B5A-AA10-BF89D194F6B0}" dt="2024-03-05T20:28:26.371" v="710"/>
          <ac:spMkLst>
            <pc:docMk/>
            <pc:sldMk cId="2411987227" sldId="2147474112"/>
            <ac:spMk id="89" creationId="{183286C6-F129-9B7A-4B50-2D9A8C01205A}"/>
          </ac:spMkLst>
        </pc:spChg>
        <pc:spChg chg="mod">
          <ac:chgData name="Cartwright, Max" userId="4fdaca64-157b-4f34-aebd-58f672b6a20c" providerId="ADAL" clId="{9B24FA50-177C-4B5A-AA10-BF89D194F6B0}" dt="2024-03-05T20:28:26.371" v="710"/>
          <ac:spMkLst>
            <pc:docMk/>
            <pc:sldMk cId="2411987227" sldId="2147474112"/>
            <ac:spMk id="90" creationId="{32E31E42-D441-3C50-26B3-1C3D5D758672}"/>
          </ac:spMkLst>
        </pc:spChg>
        <pc:spChg chg="mod">
          <ac:chgData name="Cartwright, Max" userId="4fdaca64-157b-4f34-aebd-58f672b6a20c" providerId="ADAL" clId="{9B24FA50-177C-4B5A-AA10-BF89D194F6B0}" dt="2024-03-05T20:28:26.371" v="710"/>
          <ac:spMkLst>
            <pc:docMk/>
            <pc:sldMk cId="2411987227" sldId="2147474112"/>
            <ac:spMk id="91" creationId="{93CC5E5B-95FE-B4FE-4C65-7B38685D81B0}"/>
          </ac:spMkLst>
        </pc:spChg>
        <pc:spChg chg="mod">
          <ac:chgData name="Cartwright, Max" userId="4fdaca64-157b-4f34-aebd-58f672b6a20c" providerId="ADAL" clId="{9B24FA50-177C-4B5A-AA10-BF89D194F6B0}" dt="2024-03-05T20:28:26.371" v="710"/>
          <ac:spMkLst>
            <pc:docMk/>
            <pc:sldMk cId="2411987227" sldId="2147474112"/>
            <ac:spMk id="92" creationId="{9EB2BD26-3577-1357-402B-E40421B7A0EA}"/>
          </ac:spMkLst>
        </pc:spChg>
        <pc:spChg chg="mod">
          <ac:chgData name="Cartwright, Max" userId="4fdaca64-157b-4f34-aebd-58f672b6a20c" providerId="ADAL" clId="{9B24FA50-177C-4B5A-AA10-BF89D194F6B0}" dt="2024-03-05T20:28:26.371" v="710"/>
          <ac:spMkLst>
            <pc:docMk/>
            <pc:sldMk cId="2411987227" sldId="2147474112"/>
            <ac:spMk id="93" creationId="{8D4D87E1-8ABF-A586-DBBF-9B5C9ED59A4B}"/>
          </ac:spMkLst>
        </pc:spChg>
        <pc:spChg chg="add del mod">
          <ac:chgData name="Cartwright, Max" userId="4fdaca64-157b-4f34-aebd-58f672b6a20c" providerId="ADAL" clId="{9B24FA50-177C-4B5A-AA10-BF89D194F6B0}" dt="2024-03-05T20:28:29.022" v="711"/>
          <ac:spMkLst>
            <pc:docMk/>
            <pc:sldMk cId="2411987227" sldId="2147474112"/>
            <ac:spMk id="94" creationId="{0274E23F-67BF-C1F7-2EC7-09F78C3CF825}"/>
          </ac:spMkLst>
        </pc:spChg>
        <pc:spChg chg="mod">
          <ac:chgData name="Cartwright, Max" userId="4fdaca64-157b-4f34-aebd-58f672b6a20c" providerId="ADAL" clId="{9B24FA50-177C-4B5A-AA10-BF89D194F6B0}" dt="2024-03-05T20:28:26.371" v="710"/>
          <ac:spMkLst>
            <pc:docMk/>
            <pc:sldMk cId="2411987227" sldId="2147474112"/>
            <ac:spMk id="96" creationId="{E22C2956-8FFD-3FB0-A05E-37FD7557FF58}"/>
          </ac:spMkLst>
        </pc:spChg>
        <pc:spChg chg="mod">
          <ac:chgData name="Cartwright, Max" userId="4fdaca64-157b-4f34-aebd-58f672b6a20c" providerId="ADAL" clId="{9B24FA50-177C-4B5A-AA10-BF89D194F6B0}" dt="2024-03-05T20:28:26.371" v="710"/>
          <ac:spMkLst>
            <pc:docMk/>
            <pc:sldMk cId="2411987227" sldId="2147474112"/>
            <ac:spMk id="97" creationId="{B8FDC0D2-E251-32EC-F6B7-8364B9764D84}"/>
          </ac:spMkLst>
        </pc:spChg>
        <pc:spChg chg="add del mod">
          <ac:chgData name="Cartwright, Max" userId="4fdaca64-157b-4f34-aebd-58f672b6a20c" providerId="ADAL" clId="{9B24FA50-177C-4B5A-AA10-BF89D194F6B0}" dt="2024-03-05T20:28:29.022" v="711"/>
          <ac:spMkLst>
            <pc:docMk/>
            <pc:sldMk cId="2411987227" sldId="2147474112"/>
            <ac:spMk id="98" creationId="{3F3204E5-F318-0BC2-A18C-4CAFEF6ABB54}"/>
          </ac:spMkLst>
        </pc:spChg>
        <pc:spChg chg="add del mod">
          <ac:chgData name="Cartwright, Max" userId="4fdaca64-157b-4f34-aebd-58f672b6a20c" providerId="ADAL" clId="{9B24FA50-177C-4B5A-AA10-BF89D194F6B0}" dt="2024-03-05T20:28:29.022" v="711"/>
          <ac:spMkLst>
            <pc:docMk/>
            <pc:sldMk cId="2411987227" sldId="2147474112"/>
            <ac:spMk id="99" creationId="{B896ACD8-1E89-CFC2-8453-ED1356CB4AED}"/>
          </ac:spMkLst>
        </pc:spChg>
        <pc:spChg chg="add del mod">
          <ac:chgData name="Cartwright, Max" userId="4fdaca64-157b-4f34-aebd-58f672b6a20c" providerId="ADAL" clId="{9B24FA50-177C-4B5A-AA10-BF89D194F6B0}" dt="2024-03-05T20:28:29.022" v="711"/>
          <ac:spMkLst>
            <pc:docMk/>
            <pc:sldMk cId="2411987227" sldId="2147474112"/>
            <ac:spMk id="100" creationId="{F8F7BB67-9B55-A1B1-DC21-214EECD6AC04}"/>
          </ac:spMkLst>
        </pc:spChg>
        <pc:spChg chg="mod">
          <ac:chgData name="Cartwright, Max" userId="4fdaca64-157b-4f34-aebd-58f672b6a20c" providerId="ADAL" clId="{9B24FA50-177C-4B5A-AA10-BF89D194F6B0}" dt="2024-03-05T20:28:26.371" v="710"/>
          <ac:spMkLst>
            <pc:docMk/>
            <pc:sldMk cId="2411987227" sldId="2147474112"/>
            <ac:spMk id="102" creationId="{080C88C4-8F17-7D40-1A21-1459184F62AF}"/>
          </ac:spMkLst>
        </pc:spChg>
        <pc:spChg chg="mod">
          <ac:chgData name="Cartwright, Max" userId="4fdaca64-157b-4f34-aebd-58f672b6a20c" providerId="ADAL" clId="{9B24FA50-177C-4B5A-AA10-BF89D194F6B0}" dt="2024-03-05T20:28:26.371" v="710"/>
          <ac:spMkLst>
            <pc:docMk/>
            <pc:sldMk cId="2411987227" sldId="2147474112"/>
            <ac:spMk id="103" creationId="{AA6BF92D-2308-E654-5BF1-988F5FFCBD76}"/>
          </ac:spMkLst>
        </pc:spChg>
        <pc:spChg chg="mod">
          <ac:chgData name="Cartwright, Max" userId="4fdaca64-157b-4f34-aebd-58f672b6a20c" providerId="ADAL" clId="{9B24FA50-177C-4B5A-AA10-BF89D194F6B0}" dt="2024-03-05T20:28:26.371" v="710"/>
          <ac:spMkLst>
            <pc:docMk/>
            <pc:sldMk cId="2411987227" sldId="2147474112"/>
            <ac:spMk id="104" creationId="{06B8B75E-E0F4-9575-1B19-1345DDE30F5F}"/>
          </ac:spMkLst>
        </pc:spChg>
        <pc:spChg chg="mod">
          <ac:chgData name="Cartwright, Max" userId="4fdaca64-157b-4f34-aebd-58f672b6a20c" providerId="ADAL" clId="{9B24FA50-177C-4B5A-AA10-BF89D194F6B0}" dt="2024-03-05T20:28:26.371" v="710"/>
          <ac:spMkLst>
            <pc:docMk/>
            <pc:sldMk cId="2411987227" sldId="2147474112"/>
            <ac:spMk id="105" creationId="{272F745D-54D7-69AD-5377-CB1EBF28787B}"/>
          </ac:spMkLst>
        </pc:spChg>
        <pc:spChg chg="mod">
          <ac:chgData name="Cartwright, Max" userId="4fdaca64-157b-4f34-aebd-58f672b6a20c" providerId="ADAL" clId="{9B24FA50-177C-4B5A-AA10-BF89D194F6B0}" dt="2024-03-05T20:28:26.371" v="710"/>
          <ac:spMkLst>
            <pc:docMk/>
            <pc:sldMk cId="2411987227" sldId="2147474112"/>
            <ac:spMk id="106" creationId="{B10828E9-35EE-8F5F-7457-93945FF6F2C4}"/>
          </ac:spMkLst>
        </pc:spChg>
        <pc:spChg chg="mod">
          <ac:chgData name="Cartwright, Max" userId="4fdaca64-157b-4f34-aebd-58f672b6a20c" providerId="ADAL" clId="{9B24FA50-177C-4B5A-AA10-BF89D194F6B0}" dt="2024-03-05T20:28:26.371" v="710"/>
          <ac:spMkLst>
            <pc:docMk/>
            <pc:sldMk cId="2411987227" sldId="2147474112"/>
            <ac:spMk id="107" creationId="{847586AF-6189-1C03-7D3A-D7B46657F924}"/>
          </ac:spMkLst>
        </pc:spChg>
        <pc:spChg chg="add del mod">
          <ac:chgData name="Cartwright, Max" userId="4fdaca64-157b-4f34-aebd-58f672b6a20c" providerId="ADAL" clId="{9B24FA50-177C-4B5A-AA10-BF89D194F6B0}" dt="2024-03-05T20:28:29.022" v="711"/>
          <ac:spMkLst>
            <pc:docMk/>
            <pc:sldMk cId="2411987227" sldId="2147474112"/>
            <ac:spMk id="108" creationId="{9DFA880A-AED2-6B4F-7E2C-A111E9E1F751}"/>
          </ac:spMkLst>
        </pc:spChg>
        <pc:spChg chg="add del mod">
          <ac:chgData name="Cartwright, Max" userId="4fdaca64-157b-4f34-aebd-58f672b6a20c" providerId="ADAL" clId="{9B24FA50-177C-4B5A-AA10-BF89D194F6B0}" dt="2024-03-05T20:28:29.022" v="711"/>
          <ac:spMkLst>
            <pc:docMk/>
            <pc:sldMk cId="2411987227" sldId="2147474112"/>
            <ac:spMk id="109" creationId="{73B276F4-E460-C18B-5DCD-48D67CF5CE27}"/>
          </ac:spMkLst>
        </pc:spChg>
        <pc:spChg chg="add del mod">
          <ac:chgData name="Cartwright, Max" userId="4fdaca64-157b-4f34-aebd-58f672b6a20c" providerId="ADAL" clId="{9B24FA50-177C-4B5A-AA10-BF89D194F6B0}" dt="2024-03-05T20:28:29.022" v="711"/>
          <ac:spMkLst>
            <pc:docMk/>
            <pc:sldMk cId="2411987227" sldId="2147474112"/>
            <ac:spMk id="110" creationId="{15FA6538-BBA7-BB46-D6B6-6AC487BEDDDF}"/>
          </ac:spMkLst>
        </pc:spChg>
        <pc:spChg chg="add del mod">
          <ac:chgData name="Cartwright, Max" userId="4fdaca64-157b-4f34-aebd-58f672b6a20c" providerId="ADAL" clId="{9B24FA50-177C-4B5A-AA10-BF89D194F6B0}" dt="2024-03-05T20:28:29.022" v="711"/>
          <ac:spMkLst>
            <pc:docMk/>
            <pc:sldMk cId="2411987227" sldId="2147474112"/>
            <ac:spMk id="111" creationId="{84CBF6A6-9F0D-C222-034F-BFAAA6043151}"/>
          </ac:spMkLst>
        </pc:spChg>
        <pc:spChg chg="add del mod">
          <ac:chgData name="Cartwright, Max" userId="4fdaca64-157b-4f34-aebd-58f672b6a20c" providerId="ADAL" clId="{9B24FA50-177C-4B5A-AA10-BF89D194F6B0}" dt="2024-03-05T20:28:29.022" v="711"/>
          <ac:spMkLst>
            <pc:docMk/>
            <pc:sldMk cId="2411987227" sldId="2147474112"/>
            <ac:spMk id="112" creationId="{C2ABB8BA-AF60-C6D4-FD97-EE5A36733F02}"/>
          </ac:spMkLst>
        </pc:spChg>
        <pc:spChg chg="add del mod">
          <ac:chgData name="Cartwright, Max" userId="4fdaca64-157b-4f34-aebd-58f672b6a20c" providerId="ADAL" clId="{9B24FA50-177C-4B5A-AA10-BF89D194F6B0}" dt="2024-03-05T20:28:29.022" v="711"/>
          <ac:spMkLst>
            <pc:docMk/>
            <pc:sldMk cId="2411987227" sldId="2147474112"/>
            <ac:spMk id="113" creationId="{2134DA20-391C-E9FE-FCCF-6F48A5BF6D6B}"/>
          </ac:spMkLst>
        </pc:spChg>
        <pc:spChg chg="add del mod">
          <ac:chgData name="Cartwright, Max" userId="4fdaca64-157b-4f34-aebd-58f672b6a20c" providerId="ADAL" clId="{9B24FA50-177C-4B5A-AA10-BF89D194F6B0}" dt="2024-03-05T20:28:29.022" v="711"/>
          <ac:spMkLst>
            <pc:docMk/>
            <pc:sldMk cId="2411987227" sldId="2147474112"/>
            <ac:spMk id="114" creationId="{C2EAC5E9-D657-801B-267D-41067ABC1903}"/>
          </ac:spMkLst>
        </pc:spChg>
        <pc:spChg chg="mod">
          <ac:chgData name="Cartwright, Max" userId="4fdaca64-157b-4f34-aebd-58f672b6a20c" providerId="ADAL" clId="{9B24FA50-177C-4B5A-AA10-BF89D194F6B0}" dt="2024-03-05T20:28:26.371" v="710"/>
          <ac:spMkLst>
            <pc:docMk/>
            <pc:sldMk cId="2411987227" sldId="2147474112"/>
            <ac:spMk id="116" creationId="{3B18034A-0B9D-B916-25DA-C5ECEEF1F893}"/>
          </ac:spMkLst>
        </pc:spChg>
        <pc:spChg chg="mod">
          <ac:chgData name="Cartwright, Max" userId="4fdaca64-157b-4f34-aebd-58f672b6a20c" providerId="ADAL" clId="{9B24FA50-177C-4B5A-AA10-BF89D194F6B0}" dt="2024-03-05T20:28:26.371" v="710"/>
          <ac:spMkLst>
            <pc:docMk/>
            <pc:sldMk cId="2411987227" sldId="2147474112"/>
            <ac:spMk id="117" creationId="{3AD255AB-4369-F727-720B-C54BBDA171FA}"/>
          </ac:spMkLst>
        </pc:spChg>
        <pc:spChg chg="mod">
          <ac:chgData name="Cartwright, Max" userId="4fdaca64-157b-4f34-aebd-58f672b6a20c" providerId="ADAL" clId="{9B24FA50-177C-4B5A-AA10-BF89D194F6B0}" dt="2024-03-05T20:28:26.371" v="710"/>
          <ac:spMkLst>
            <pc:docMk/>
            <pc:sldMk cId="2411987227" sldId="2147474112"/>
            <ac:spMk id="118" creationId="{9109F173-5164-EEFC-233D-5E77AEB71C9E}"/>
          </ac:spMkLst>
        </pc:spChg>
        <pc:spChg chg="mod">
          <ac:chgData name="Cartwright, Max" userId="4fdaca64-157b-4f34-aebd-58f672b6a20c" providerId="ADAL" clId="{9B24FA50-177C-4B5A-AA10-BF89D194F6B0}" dt="2024-03-05T20:28:26.371" v="710"/>
          <ac:spMkLst>
            <pc:docMk/>
            <pc:sldMk cId="2411987227" sldId="2147474112"/>
            <ac:spMk id="119" creationId="{A0C9CD33-D3D8-918F-C3A9-6673CAE3BD16}"/>
          </ac:spMkLst>
        </pc:spChg>
        <pc:spChg chg="mod">
          <ac:chgData name="Cartwright, Max" userId="4fdaca64-157b-4f34-aebd-58f672b6a20c" providerId="ADAL" clId="{9B24FA50-177C-4B5A-AA10-BF89D194F6B0}" dt="2024-03-05T20:28:26.371" v="710"/>
          <ac:spMkLst>
            <pc:docMk/>
            <pc:sldMk cId="2411987227" sldId="2147474112"/>
            <ac:spMk id="120" creationId="{71B05413-C7A8-CAC7-D512-B6009C2593E9}"/>
          </ac:spMkLst>
        </pc:spChg>
        <pc:spChg chg="mod">
          <ac:chgData name="Cartwright, Max" userId="4fdaca64-157b-4f34-aebd-58f672b6a20c" providerId="ADAL" clId="{9B24FA50-177C-4B5A-AA10-BF89D194F6B0}" dt="2024-03-05T20:28:26.371" v="710"/>
          <ac:spMkLst>
            <pc:docMk/>
            <pc:sldMk cId="2411987227" sldId="2147474112"/>
            <ac:spMk id="121" creationId="{7D97331C-CFAC-1EE0-6E70-07F6BF045D34}"/>
          </ac:spMkLst>
        </pc:spChg>
        <pc:spChg chg="mod">
          <ac:chgData name="Cartwright, Max" userId="4fdaca64-157b-4f34-aebd-58f672b6a20c" providerId="ADAL" clId="{9B24FA50-177C-4B5A-AA10-BF89D194F6B0}" dt="2024-03-05T20:28:26.371" v="710"/>
          <ac:spMkLst>
            <pc:docMk/>
            <pc:sldMk cId="2411987227" sldId="2147474112"/>
            <ac:spMk id="122" creationId="{008A4656-702B-49E2-78C5-D0E02FE36B7C}"/>
          </ac:spMkLst>
        </pc:spChg>
        <pc:spChg chg="mod">
          <ac:chgData name="Cartwright, Max" userId="4fdaca64-157b-4f34-aebd-58f672b6a20c" providerId="ADAL" clId="{9B24FA50-177C-4B5A-AA10-BF89D194F6B0}" dt="2024-03-05T20:28:26.371" v="710"/>
          <ac:spMkLst>
            <pc:docMk/>
            <pc:sldMk cId="2411987227" sldId="2147474112"/>
            <ac:spMk id="124" creationId="{2CC282C8-D151-43FF-51A8-D9A6A4ABFE1B}"/>
          </ac:spMkLst>
        </pc:spChg>
        <pc:spChg chg="mod">
          <ac:chgData name="Cartwright, Max" userId="4fdaca64-157b-4f34-aebd-58f672b6a20c" providerId="ADAL" clId="{9B24FA50-177C-4B5A-AA10-BF89D194F6B0}" dt="2024-03-05T20:28:26.371" v="710"/>
          <ac:spMkLst>
            <pc:docMk/>
            <pc:sldMk cId="2411987227" sldId="2147474112"/>
            <ac:spMk id="125" creationId="{D8282008-28E7-8918-2738-3D3D4351EA18}"/>
          </ac:spMkLst>
        </pc:spChg>
        <pc:spChg chg="mod">
          <ac:chgData name="Cartwright, Max" userId="4fdaca64-157b-4f34-aebd-58f672b6a20c" providerId="ADAL" clId="{9B24FA50-177C-4B5A-AA10-BF89D194F6B0}" dt="2024-03-05T20:28:26.371" v="710"/>
          <ac:spMkLst>
            <pc:docMk/>
            <pc:sldMk cId="2411987227" sldId="2147474112"/>
            <ac:spMk id="126" creationId="{D8334D19-143F-F82E-7684-D4EB80369D2F}"/>
          </ac:spMkLst>
        </pc:spChg>
        <pc:spChg chg="mod">
          <ac:chgData name="Cartwright, Max" userId="4fdaca64-157b-4f34-aebd-58f672b6a20c" providerId="ADAL" clId="{9B24FA50-177C-4B5A-AA10-BF89D194F6B0}" dt="2024-03-05T20:28:26.371" v="710"/>
          <ac:spMkLst>
            <pc:docMk/>
            <pc:sldMk cId="2411987227" sldId="2147474112"/>
            <ac:spMk id="127" creationId="{8E0126E4-EDED-C2A7-52CA-BF97A4D8542B}"/>
          </ac:spMkLst>
        </pc:spChg>
        <pc:spChg chg="mod">
          <ac:chgData name="Cartwright, Max" userId="4fdaca64-157b-4f34-aebd-58f672b6a20c" providerId="ADAL" clId="{9B24FA50-177C-4B5A-AA10-BF89D194F6B0}" dt="2024-03-05T20:28:26.371" v="710"/>
          <ac:spMkLst>
            <pc:docMk/>
            <pc:sldMk cId="2411987227" sldId="2147474112"/>
            <ac:spMk id="128" creationId="{F878D688-A8E0-7BEC-D3DF-F4969FAF78DD}"/>
          </ac:spMkLst>
        </pc:spChg>
        <pc:spChg chg="add del mod">
          <ac:chgData name="Cartwright, Max" userId="4fdaca64-157b-4f34-aebd-58f672b6a20c" providerId="ADAL" clId="{9B24FA50-177C-4B5A-AA10-BF89D194F6B0}" dt="2024-03-05T20:28:29.022" v="711"/>
          <ac:spMkLst>
            <pc:docMk/>
            <pc:sldMk cId="2411987227" sldId="2147474112"/>
            <ac:spMk id="130" creationId="{43FFF5DB-57E3-B5BB-9830-8C0762C3E69A}"/>
          </ac:spMkLst>
        </pc:spChg>
        <pc:spChg chg="add del mod">
          <ac:chgData name="Cartwright, Max" userId="4fdaca64-157b-4f34-aebd-58f672b6a20c" providerId="ADAL" clId="{9B24FA50-177C-4B5A-AA10-BF89D194F6B0}" dt="2024-03-05T20:28:29.022" v="711"/>
          <ac:spMkLst>
            <pc:docMk/>
            <pc:sldMk cId="2411987227" sldId="2147474112"/>
            <ac:spMk id="131" creationId="{A0630ABE-197E-2157-7E23-FAF1FBBCDC2F}"/>
          </ac:spMkLst>
        </pc:spChg>
        <pc:spChg chg="add del mod">
          <ac:chgData name="Cartwright, Max" userId="4fdaca64-157b-4f34-aebd-58f672b6a20c" providerId="ADAL" clId="{9B24FA50-177C-4B5A-AA10-BF89D194F6B0}" dt="2024-03-05T20:28:29.022" v="711"/>
          <ac:spMkLst>
            <pc:docMk/>
            <pc:sldMk cId="2411987227" sldId="2147474112"/>
            <ac:spMk id="132" creationId="{913D7DD2-CCFB-5CC7-63A8-360209DE23D6}"/>
          </ac:spMkLst>
        </pc:spChg>
        <pc:spChg chg="add del mod">
          <ac:chgData name="Cartwright, Max" userId="4fdaca64-157b-4f34-aebd-58f672b6a20c" providerId="ADAL" clId="{9B24FA50-177C-4B5A-AA10-BF89D194F6B0}" dt="2024-03-05T20:28:29.022" v="711"/>
          <ac:spMkLst>
            <pc:docMk/>
            <pc:sldMk cId="2411987227" sldId="2147474112"/>
            <ac:spMk id="133" creationId="{4FE83437-759E-5A6D-45A1-5C13BC3F0319}"/>
          </ac:spMkLst>
        </pc:spChg>
        <pc:spChg chg="add del mod">
          <ac:chgData name="Cartwright, Max" userId="4fdaca64-157b-4f34-aebd-58f672b6a20c" providerId="ADAL" clId="{9B24FA50-177C-4B5A-AA10-BF89D194F6B0}" dt="2024-03-05T20:28:29.022" v="711"/>
          <ac:spMkLst>
            <pc:docMk/>
            <pc:sldMk cId="2411987227" sldId="2147474112"/>
            <ac:spMk id="134" creationId="{205E1D1C-604E-0950-0FCA-91FE1A252DEC}"/>
          </ac:spMkLst>
        </pc:spChg>
        <pc:spChg chg="add del mod">
          <ac:chgData name="Cartwright, Max" userId="4fdaca64-157b-4f34-aebd-58f672b6a20c" providerId="ADAL" clId="{9B24FA50-177C-4B5A-AA10-BF89D194F6B0}" dt="2024-03-05T20:28:29.022" v="711"/>
          <ac:spMkLst>
            <pc:docMk/>
            <pc:sldMk cId="2411987227" sldId="2147474112"/>
            <ac:spMk id="135" creationId="{B3A89B32-CCBB-CA43-FE00-21CC12320F4F}"/>
          </ac:spMkLst>
        </pc:spChg>
        <pc:spChg chg="add del mod">
          <ac:chgData name="Cartwright, Max" userId="4fdaca64-157b-4f34-aebd-58f672b6a20c" providerId="ADAL" clId="{9B24FA50-177C-4B5A-AA10-BF89D194F6B0}" dt="2024-03-05T20:28:29.022" v="711"/>
          <ac:spMkLst>
            <pc:docMk/>
            <pc:sldMk cId="2411987227" sldId="2147474112"/>
            <ac:spMk id="136" creationId="{1DB2AB48-5DC8-88B2-B9A3-CF1E18475318}"/>
          </ac:spMkLst>
        </pc:spChg>
        <pc:spChg chg="add mod">
          <ac:chgData name="Cartwright, Max" userId="4fdaca64-157b-4f34-aebd-58f672b6a20c" providerId="ADAL" clId="{9B24FA50-177C-4B5A-AA10-BF89D194F6B0}" dt="2024-03-05T20:29:12.874" v="734" actId="20577"/>
          <ac:spMkLst>
            <pc:docMk/>
            <pc:sldMk cId="2411987227" sldId="2147474112"/>
            <ac:spMk id="142" creationId="{597E908B-EA70-6CF5-CDF0-953A3E62B9E8}"/>
          </ac:spMkLst>
        </pc:spChg>
        <pc:spChg chg="add mod">
          <ac:chgData name="Cartwright, Max" userId="4fdaca64-157b-4f34-aebd-58f672b6a20c" providerId="ADAL" clId="{9B24FA50-177C-4B5A-AA10-BF89D194F6B0}" dt="2024-03-05T20:28:38.200" v="725" actId="1036"/>
          <ac:spMkLst>
            <pc:docMk/>
            <pc:sldMk cId="2411987227" sldId="2147474112"/>
            <ac:spMk id="144" creationId="{DB02A6E2-1255-63F4-C9DE-F2A3BA5FAB6F}"/>
          </ac:spMkLst>
        </pc:spChg>
        <pc:spChg chg="add mod">
          <ac:chgData name="Cartwright, Max" userId="4fdaca64-157b-4f34-aebd-58f672b6a20c" providerId="ADAL" clId="{9B24FA50-177C-4B5A-AA10-BF89D194F6B0}" dt="2024-03-05T20:28:38.200" v="725" actId="1036"/>
          <ac:spMkLst>
            <pc:docMk/>
            <pc:sldMk cId="2411987227" sldId="2147474112"/>
            <ac:spMk id="146" creationId="{C9649591-4E12-F2C2-DD1B-810451CB6239}"/>
          </ac:spMkLst>
        </pc:spChg>
        <pc:spChg chg="add mod">
          <ac:chgData name="Cartwright, Max" userId="4fdaca64-157b-4f34-aebd-58f672b6a20c" providerId="ADAL" clId="{9B24FA50-177C-4B5A-AA10-BF89D194F6B0}" dt="2024-03-05T20:28:38.200" v="725" actId="1036"/>
          <ac:spMkLst>
            <pc:docMk/>
            <pc:sldMk cId="2411987227" sldId="2147474112"/>
            <ac:spMk id="147" creationId="{E04A8A85-F206-2907-B975-2470983DDE9D}"/>
          </ac:spMkLst>
        </pc:spChg>
        <pc:spChg chg="mod">
          <ac:chgData name="Cartwright, Max" userId="4fdaca64-157b-4f34-aebd-58f672b6a20c" providerId="ADAL" clId="{9B24FA50-177C-4B5A-AA10-BF89D194F6B0}" dt="2024-03-05T20:28:38.200" v="725" actId="1036"/>
          <ac:spMkLst>
            <pc:docMk/>
            <pc:sldMk cId="2411987227" sldId="2147474112"/>
            <ac:spMk id="149" creationId="{8E688E1F-AA36-1ACD-C114-0F4BC5B74694}"/>
          </ac:spMkLst>
        </pc:spChg>
        <pc:spChg chg="mod">
          <ac:chgData name="Cartwright, Max" userId="4fdaca64-157b-4f34-aebd-58f672b6a20c" providerId="ADAL" clId="{9B24FA50-177C-4B5A-AA10-BF89D194F6B0}" dt="2024-03-05T20:28:38.200" v="725" actId="1036"/>
          <ac:spMkLst>
            <pc:docMk/>
            <pc:sldMk cId="2411987227" sldId="2147474112"/>
            <ac:spMk id="150" creationId="{3EF37959-B3F2-BDFE-65EF-B6B1127CB506}"/>
          </ac:spMkLst>
        </pc:spChg>
        <pc:spChg chg="mod">
          <ac:chgData name="Cartwright, Max" userId="4fdaca64-157b-4f34-aebd-58f672b6a20c" providerId="ADAL" clId="{9B24FA50-177C-4B5A-AA10-BF89D194F6B0}" dt="2024-03-05T20:28:38.200" v="725" actId="1036"/>
          <ac:spMkLst>
            <pc:docMk/>
            <pc:sldMk cId="2411987227" sldId="2147474112"/>
            <ac:spMk id="151" creationId="{EB1A9BDC-AA5E-175D-EF23-69DD8FC15DD9}"/>
          </ac:spMkLst>
        </pc:spChg>
        <pc:spChg chg="mod">
          <ac:chgData name="Cartwright, Max" userId="4fdaca64-157b-4f34-aebd-58f672b6a20c" providerId="ADAL" clId="{9B24FA50-177C-4B5A-AA10-BF89D194F6B0}" dt="2024-03-05T20:28:38.200" v="725" actId="1036"/>
          <ac:spMkLst>
            <pc:docMk/>
            <pc:sldMk cId="2411987227" sldId="2147474112"/>
            <ac:spMk id="152" creationId="{76ECC646-DCBD-B725-9ADD-8FA0D8E0C7CC}"/>
          </ac:spMkLst>
        </pc:spChg>
        <pc:spChg chg="mod">
          <ac:chgData name="Cartwright, Max" userId="4fdaca64-157b-4f34-aebd-58f672b6a20c" providerId="ADAL" clId="{9B24FA50-177C-4B5A-AA10-BF89D194F6B0}" dt="2024-03-05T20:28:38.200" v="725" actId="1036"/>
          <ac:spMkLst>
            <pc:docMk/>
            <pc:sldMk cId="2411987227" sldId="2147474112"/>
            <ac:spMk id="153" creationId="{2938E531-12F7-39DF-4E5F-E184A45FD818}"/>
          </ac:spMkLst>
        </pc:spChg>
        <pc:spChg chg="mod">
          <ac:chgData name="Cartwright, Max" userId="4fdaca64-157b-4f34-aebd-58f672b6a20c" providerId="ADAL" clId="{9B24FA50-177C-4B5A-AA10-BF89D194F6B0}" dt="2024-03-05T20:28:38.200" v="725" actId="1036"/>
          <ac:spMkLst>
            <pc:docMk/>
            <pc:sldMk cId="2411987227" sldId="2147474112"/>
            <ac:spMk id="154" creationId="{88556206-AD7F-E09B-14E5-480F5A538981}"/>
          </ac:spMkLst>
        </pc:spChg>
        <pc:spChg chg="mod">
          <ac:chgData name="Cartwright, Max" userId="4fdaca64-157b-4f34-aebd-58f672b6a20c" providerId="ADAL" clId="{9B24FA50-177C-4B5A-AA10-BF89D194F6B0}" dt="2024-03-05T20:28:38.200" v="725" actId="1036"/>
          <ac:spMkLst>
            <pc:docMk/>
            <pc:sldMk cId="2411987227" sldId="2147474112"/>
            <ac:spMk id="155" creationId="{56333906-DF9F-3B5A-1CB9-02E14D4E0B08}"/>
          </ac:spMkLst>
        </pc:spChg>
        <pc:spChg chg="add mod">
          <ac:chgData name="Cartwright, Max" userId="4fdaca64-157b-4f34-aebd-58f672b6a20c" providerId="ADAL" clId="{9B24FA50-177C-4B5A-AA10-BF89D194F6B0}" dt="2024-03-05T20:28:38.200" v="725" actId="1036"/>
          <ac:spMkLst>
            <pc:docMk/>
            <pc:sldMk cId="2411987227" sldId="2147474112"/>
            <ac:spMk id="156" creationId="{ADB56101-581C-1632-E614-4F6E12D072C9}"/>
          </ac:spMkLst>
        </pc:spChg>
        <pc:spChg chg="add mod">
          <ac:chgData name="Cartwright, Max" userId="4fdaca64-157b-4f34-aebd-58f672b6a20c" providerId="ADAL" clId="{9B24FA50-177C-4B5A-AA10-BF89D194F6B0}" dt="2024-03-05T20:28:38.200" v="725" actId="1036"/>
          <ac:spMkLst>
            <pc:docMk/>
            <pc:sldMk cId="2411987227" sldId="2147474112"/>
            <ac:spMk id="157" creationId="{B08C797B-AA85-B423-5C1F-E55E2F2CC4CA}"/>
          </ac:spMkLst>
        </pc:spChg>
        <pc:spChg chg="mod">
          <ac:chgData name="Cartwright, Max" userId="4fdaca64-157b-4f34-aebd-58f672b6a20c" providerId="ADAL" clId="{9B24FA50-177C-4B5A-AA10-BF89D194F6B0}" dt="2024-03-05T20:28:38.200" v="725" actId="1036"/>
          <ac:spMkLst>
            <pc:docMk/>
            <pc:sldMk cId="2411987227" sldId="2147474112"/>
            <ac:spMk id="159" creationId="{DEFF3A2F-D339-5E62-E0DE-6E500F2EEAF0}"/>
          </ac:spMkLst>
        </pc:spChg>
        <pc:spChg chg="mod">
          <ac:chgData name="Cartwright, Max" userId="4fdaca64-157b-4f34-aebd-58f672b6a20c" providerId="ADAL" clId="{9B24FA50-177C-4B5A-AA10-BF89D194F6B0}" dt="2024-03-05T20:28:38.200" v="725" actId="1036"/>
          <ac:spMkLst>
            <pc:docMk/>
            <pc:sldMk cId="2411987227" sldId="2147474112"/>
            <ac:spMk id="160" creationId="{A572EF39-4C92-D7B5-7F68-E8C41E915B46}"/>
          </ac:spMkLst>
        </pc:spChg>
        <pc:spChg chg="mod">
          <ac:chgData name="Cartwright, Max" userId="4fdaca64-157b-4f34-aebd-58f672b6a20c" providerId="ADAL" clId="{9B24FA50-177C-4B5A-AA10-BF89D194F6B0}" dt="2024-03-05T20:28:38.200" v="725" actId="1036"/>
          <ac:spMkLst>
            <pc:docMk/>
            <pc:sldMk cId="2411987227" sldId="2147474112"/>
            <ac:spMk id="161" creationId="{DCCAF833-1178-18EB-F135-5D62DE8850FE}"/>
          </ac:spMkLst>
        </pc:spChg>
        <pc:spChg chg="mod">
          <ac:chgData name="Cartwright, Max" userId="4fdaca64-157b-4f34-aebd-58f672b6a20c" providerId="ADAL" clId="{9B24FA50-177C-4B5A-AA10-BF89D194F6B0}" dt="2024-03-05T20:28:38.200" v="725" actId="1036"/>
          <ac:spMkLst>
            <pc:docMk/>
            <pc:sldMk cId="2411987227" sldId="2147474112"/>
            <ac:spMk id="162" creationId="{B3E4DDFC-1DD1-65A5-E0A8-1F6B56E128D1}"/>
          </ac:spMkLst>
        </pc:spChg>
        <pc:spChg chg="mod">
          <ac:chgData name="Cartwright, Max" userId="4fdaca64-157b-4f34-aebd-58f672b6a20c" providerId="ADAL" clId="{9B24FA50-177C-4B5A-AA10-BF89D194F6B0}" dt="2024-03-05T20:28:38.200" v="725" actId="1036"/>
          <ac:spMkLst>
            <pc:docMk/>
            <pc:sldMk cId="2411987227" sldId="2147474112"/>
            <ac:spMk id="163" creationId="{B4F42C5F-C2F9-9520-9EE0-109D3C221536}"/>
          </ac:spMkLst>
        </pc:spChg>
        <pc:spChg chg="add mod">
          <ac:chgData name="Cartwright, Max" userId="4fdaca64-157b-4f34-aebd-58f672b6a20c" providerId="ADAL" clId="{9B24FA50-177C-4B5A-AA10-BF89D194F6B0}" dt="2024-03-05T20:28:38.200" v="725" actId="1036"/>
          <ac:spMkLst>
            <pc:docMk/>
            <pc:sldMk cId="2411987227" sldId="2147474112"/>
            <ac:spMk id="164" creationId="{88E45FF2-9330-8E73-C534-1E73948E6987}"/>
          </ac:spMkLst>
        </pc:spChg>
        <pc:spChg chg="mod">
          <ac:chgData name="Cartwright, Max" userId="4fdaca64-157b-4f34-aebd-58f672b6a20c" providerId="ADAL" clId="{9B24FA50-177C-4B5A-AA10-BF89D194F6B0}" dt="2024-03-05T20:28:38.200" v="725" actId="1036"/>
          <ac:spMkLst>
            <pc:docMk/>
            <pc:sldMk cId="2411987227" sldId="2147474112"/>
            <ac:spMk id="166" creationId="{F170654B-A30D-A665-1A4A-474B6E25E85D}"/>
          </ac:spMkLst>
        </pc:spChg>
        <pc:spChg chg="mod">
          <ac:chgData name="Cartwright, Max" userId="4fdaca64-157b-4f34-aebd-58f672b6a20c" providerId="ADAL" clId="{9B24FA50-177C-4B5A-AA10-BF89D194F6B0}" dt="2024-03-05T20:28:38.200" v="725" actId="1036"/>
          <ac:spMkLst>
            <pc:docMk/>
            <pc:sldMk cId="2411987227" sldId="2147474112"/>
            <ac:spMk id="167" creationId="{D3052955-E03B-FE83-4765-645C78057A22}"/>
          </ac:spMkLst>
        </pc:spChg>
        <pc:spChg chg="add mod">
          <ac:chgData name="Cartwright, Max" userId="4fdaca64-157b-4f34-aebd-58f672b6a20c" providerId="ADAL" clId="{9B24FA50-177C-4B5A-AA10-BF89D194F6B0}" dt="2024-03-05T20:28:38.200" v="725" actId="1036"/>
          <ac:spMkLst>
            <pc:docMk/>
            <pc:sldMk cId="2411987227" sldId="2147474112"/>
            <ac:spMk id="168" creationId="{AB941B2B-17D1-9DDD-992A-1440109786C9}"/>
          </ac:spMkLst>
        </pc:spChg>
        <pc:spChg chg="add mod">
          <ac:chgData name="Cartwright, Max" userId="4fdaca64-157b-4f34-aebd-58f672b6a20c" providerId="ADAL" clId="{9B24FA50-177C-4B5A-AA10-BF89D194F6B0}" dt="2024-03-05T20:28:38.200" v="725" actId="1036"/>
          <ac:spMkLst>
            <pc:docMk/>
            <pc:sldMk cId="2411987227" sldId="2147474112"/>
            <ac:spMk id="169" creationId="{1880EAF7-86FD-35D7-932B-C857B027B8CE}"/>
          </ac:spMkLst>
        </pc:spChg>
        <pc:spChg chg="add mod">
          <ac:chgData name="Cartwright, Max" userId="4fdaca64-157b-4f34-aebd-58f672b6a20c" providerId="ADAL" clId="{9B24FA50-177C-4B5A-AA10-BF89D194F6B0}" dt="2024-03-05T20:28:38.200" v="725" actId="1036"/>
          <ac:spMkLst>
            <pc:docMk/>
            <pc:sldMk cId="2411987227" sldId="2147474112"/>
            <ac:spMk id="170" creationId="{5553FB73-CD0E-47F9-10F9-B96FDEF9D608}"/>
          </ac:spMkLst>
        </pc:spChg>
        <pc:spChg chg="mod">
          <ac:chgData name="Cartwright, Max" userId="4fdaca64-157b-4f34-aebd-58f672b6a20c" providerId="ADAL" clId="{9B24FA50-177C-4B5A-AA10-BF89D194F6B0}" dt="2024-03-05T20:28:38.200" v="725" actId="1036"/>
          <ac:spMkLst>
            <pc:docMk/>
            <pc:sldMk cId="2411987227" sldId="2147474112"/>
            <ac:spMk id="172" creationId="{62CB226E-8BBA-22F2-5201-54E3812A2632}"/>
          </ac:spMkLst>
        </pc:spChg>
        <pc:spChg chg="mod">
          <ac:chgData name="Cartwright, Max" userId="4fdaca64-157b-4f34-aebd-58f672b6a20c" providerId="ADAL" clId="{9B24FA50-177C-4B5A-AA10-BF89D194F6B0}" dt="2024-03-05T20:28:38.200" v="725" actId="1036"/>
          <ac:spMkLst>
            <pc:docMk/>
            <pc:sldMk cId="2411987227" sldId="2147474112"/>
            <ac:spMk id="173" creationId="{19578D3B-A781-F29E-4CC5-0C880698943E}"/>
          </ac:spMkLst>
        </pc:spChg>
        <pc:spChg chg="mod">
          <ac:chgData name="Cartwright, Max" userId="4fdaca64-157b-4f34-aebd-58f672b6a20c" providerId="ADAL" clId="{9B24FA50-177C-4B5A-AA10-BF89D194F6B0}" dt="2024-03-05T20:28:38.200" v="725" actId="1036"/>
          <ac:spMkLst>
            <pc:docMk/>
            <pc:sldMk cId="2411987227" sldId="2147474112"/>
            <ac:spMk id="174" creationId="{99B2ADE4-AA2F-6E07-7D87-7A626BD000DF}"/>
          </ac:spMkLst>
        </pc:spChg>
        <pc:spChg chg="mod">
          <ac:chgData name="Cartwright, Max" userId="4fdaca64-157b-4f34-aebd-58f672b6a20c" providerId="ADAL" clId="{9B24FA50-177C-4B5A-AA10-BF89D194F6B0}" dt="2024-03-05T20:28:38.200" v="725" actId="1036"/>
          <ac:spMkLst>
            <pc:docMk/>
            <pc:sldMk cId="2411987227" sldId="2147474112"/>
            <ac:spMk id="175" creationId="{ACFE0D8A-1904-AEE8-1EEE-7B077FCA78C1}"/>
          </ac:spMkLst>
        </pc:spChg>
        <pc:spChg chg="mod">
          <ac:chgData name="Cartwright, Max" userId="4fdaca64-157b-4f34-aebd-58f672b6a20c" providerId="ADAL" clId="{9B24FA50-177C-4B5A-AA10-BF89D194F6B0}" dt="2024-03-05T20:28:38.200" v="725" actId="1036"/>
          <ac:spMkLst>
            <pc:docMk/>
            <pc:sldMk cId="2411987227" sldId="2147474112"/>
            <ac:spMk id="176" creationId="{B777D384-0D5D-1A1D-8773-F2F3916A36C8}"/>
          </ac:spMkLst>
        </pc:spChg>
        <pc:spChg chg="mod">
          <ac:chgData name="Cartwright, Max" userId="4fdaca64-157b-4f34-aebd-58f672b6a20c" providerId="ADAL" clId="{9B24FA50-177C-4B5A-AA10-BF89D194F6B0}" dt="2024-03-05T20:28:38.200" v="725" actId="1036"/>
          <ac:spMkLst>
            <pc:docMk/>
            <pc:sldMk cId="2411987227" sldId="2147474112"/>
            <ac:spMk id="177" creationId="{5DFDE992-3A00-82E4-87FB-C37AE76B9162}"/>
          </ac:spMkLst>
        </pc:spChg>
        <pc:spChg chg="add mod">
          <ac:chgData name="Cartwright, Max" userId="4fdaca64-157b-4f34-aebd-58f672b6a20c" providerId="ADAL" clId="{9B24FA50-177C-4B5A-AA10-BF89D194F6B0}" dt="2024-03-05T20:28:38.200" v="725" actId="1036"/>
          <ac:spMkLst>
            <pc:docMk/>
            <pc:sldMk cId="2411987227" sldId="2147474112"/>
            <ac:spMk id="178" creationId="{E2F1B665-2E4A-A856-1E20-9FF16CA52FAD}"/>
          </ac:spMkLst>
        </pc:spChg>
        <pc:spChg chg="add mod">
          <ac:chgData name="Cartwright, Max" userId="4fdaca64-157b-4f34-aebd-58f672b6a20c" providerId="ADAL" clId="{9B24FA50-177C-4B5A-AA10-BF89D194F6B0}" dt="2024-03-05T20:28:38.200" v="725" actId="1036"/>
          <ac:spMkLst>
            <pc:docMk/>
            <pc:sldMk cId="2411987227" sldId="2147474112"/>
            <ac:spMk id="179" creationId="{0333AB19-23BB-3CF9-3BE2-F13E708DB7D0}"/>
          </ac:spMkLst>
        </pc:spChg>
        <pc:spChg chg="add mod">
          <ac:chgData name="Cartwright, Max" userId="4fdaca64-157b-4f34-aebd-58f672b6a20c" providerId="ADAL" clId="{9B24FA50-177C-4B5A-AA10-BF89D194F6B0}" dt="2024-03-05T20:28:38.200" v="725" actId="1036"/>
          <ac:spMkLst>
            <pc:docMk/>
            <pc:sldMk cId="2411987227" sldId="2147474112"/>
            <ac:spMk id="180" creationId="{A20E253D-9C02-5BAE-3C28-657D2E503E54}"/>
          </ac:spMkLst>
        </pc:spChg>
        <pc:spChg chg="add mod">
          <ac:chgData name="Cartwright, Max" userId="4fdaca64-157b-4f34-aebd-58f672b6a20c" providerId="ADAL" clId="{9B24FA50-177C-4B5A-AA10-BF89D194F6B0}" dt="2024-03-05T20:29:34.875" v="735"/>
          <ac:spMkLst>
            <pc:docMk/>
            <pc:sldMk cId="2411987227" sldId="2147474112"/>
            <ac:spMk id="181" creationId="{3A927419-0135-B367-8703-61CD2E96E443}"/>
          </ac:spMkLst>
        </pc:spChg>
        <pc:spChg chg="add mod">
          <ac:chgData name="Cartwright, Max" userId="4fdaca64-157b-4f34-aebd-58f672b6a20c" providerId="ADAL" clId="{9B24FA50-177C-4B5A-AA10-BF89D194F6B0}" dt="2024-03-05T20:28:38.200" v="725" actId="1036"/>
          <ac:spMkLst>
            <pc:docMk/>
            <pc:sldMk cId="2411987227" sldId="2147474112"/>
            <ac:spMk id="182" creationId="{AA7E84DD-A195-7E46-35A5-7A99242CD3AE}"/>
          </ac:spMkLst>
        </pc:spChg>
        <pc:spChg chg="add mod">
          <ac:chgData name="Cartwright, Max" userId="4fdaca64-157b-4f34-aebd-58f672b6a20c" providerId="ADAL" clId="{9B24FA50-177C-4B5A-AA10-BF89D194F6B0}" dt="2024-03-05T20:28:38.200" v="725" actId="1036"/>
          <ac:spMkLst>
            <pc:docMk/>
            <pc:sldMk cId="2411987227" sldId="2147474112"/>
            <ac:spMk id="183" creationId="{2A4297F1-D3E7-2B6C-81C2-422965163C27}"/>
          </ac:spMkLst>
        </pc:spChg>
        <pc:spChg chg="add mod">
          <ac:chgData name="Cartwright, Max" userId="4fdaca64-157b-4f34-aebd-58f672b6a20c" providerId="ADAL" clId="{9B24FA50-177C-4B5A-AA10-BF89D194F6B0}" dt="2024-03-05T20:28:38.200" v="725" actId="1036"/>
          <ac:spMkLst>
            <pc:docMk/>
            <pc:sldMk cId="2411987227" sldId="2147474112"/>
            <ac:spMk id="184" creationId="{6CC2E6F0-8A52-BD5F-4C35-DB4ED0377547}"/>
          </ac:spMkLst>
        </pc:spChg>
        <pc:spChg chg="mod">
          <ac:chgData name="Cartwright, Max" userId="4fdaca64-157b-4f34-aebd-58f672b6a20c" providerId="ADAL" clId="{9B24FA50-177C-4B5A-AA10-BF89D194F6B0}" dt="2024-03-05T20:28:38.200" v="725" actId="1036"/>
          <ac:spMkLst>
            <pc:docMk/>
            <pc:sldMk cId="2411987227" sldId="2147474112"/>
            <ac:spMk id="186" creationId="{80FB7322-0009-7117-FC82-283A4AE712F9}"/>
          </ac:spMkLst>
        </pc:spChg>
        <pc:spChg chg="mod">
          <ac:chgData name="Cartwright, Max" userId="4fdaca64-157b-4f34-aebd-58f672b6a20c" providerId="ADAL" clId="{9B24FA50-177C-4B5A-AA10-BF89D194F6B0}" dt="2024-03-05T20:28:38.200" v="725" actId="1036"/>
          <ac:spMkLst>
            <pc:docMk/>
            <pc:sldMk cId="2411987227" sldId="2147474112"/>
            <ac:spMk id="187" creationId="{E31EE333-5F59-30FF-CF50-71303E14D4E9}"/>
          </ac:spMkLst>
        </pc:spChg>
        <pc:spChg chg="mod">
          <ac:chgData name="Cartwright, Max" userId="4fdaca64-157b-4f34-aebd-58f672b6a20c" providerId="ADAL" clId="{9B24FA50-177C-4B5A-AA10-BF89D194F6B0}" dt="2024-03-05T20:28:38.200" v="725" actId="1036"/>
          <ac:spMkLst>
            <pc:docMk/>
            <pc:sldMk cId="2411987227" sldId="2147474112"/>
            <ac:spMk id="188" creationId="{D2ED3754-01FF-B925-3AD3-A7DB731164A9}"/>
          </ac:spMkLst>
        </pc:spChg>
        <pc:spChg chg="mod">
          <ac:chgData name="Cartwright, Max" userId="4fdaca64-157b-4f34-aebd-58f672b6a20c" providerId="ADAL" clId="{9B24FA50-177C-4B5A-AA10-BF89D194F6B0}" dt="2024-03-05T20:28:38.200" v="725" actId="1036"/>
          <ac:spMkLst>
            <pc:docMk/>
            <pc:sldMk cId="2411987227" sldId="2147474112"/>
            <ac:spMk id="189" creationId="{65C6591B-D674-F05C-EE87-D72CAC93AC74}"/>
          </ac:spMkLst>
        </pc:spChg>
        <pc:spChg chg="mod">
          <ac:chgData name="Cartwright, Max" userId="4fdaca64-157b-4f34-aebd-58f672b6a20c" providerId="ADAL" clId="{9B24FA50-177C-4B5A-AA10-BF89D194F6B0}" dt="2024-03-05T20:28:38.200" v="725" actId="1036"/>
          <ac:spMkLst>
            <pc:docMk/>
            <pc:sldMk cId="2411987227" sldId="2147474112"/>
            <ac:spMk id="190" creationId="{F5702706-A0E1-372B-6855-865CA8B25E3B}"/>
          </ac:spMkLst>
        </pc:spChg>
        <pc:spChg chg="mod">
          <ac:chgData name="Cartwright, Max" userId="4fdaca64-157b-4f34-aebd-58f672b6a20c" providerId="ADAL" clId="{9B24FA50-177C-4B5A-AA10-BF89D194F6B0}" dt="2024-03-05T20:28:38.200" v="725" actId="1036"/>
          <ac:spMkLst>
            <pc:docMk/>
            <pc:sldMk cId="2411987227" sldId="2147474112"/>
            <ac:spMk id="191" creationId="{CBA680EF-196F-BCC0-4AAC-57CD9A0763AF}"/>
          </ac:spMkLst>
        </pc:spChg>
        <pc:spChg chg="mod">
          <ac:chgData name="Cartwright, Max" userId="4fdaca64-157b-4f34-aebd-58f672b6a20c" providerId="ADAL" clId="{9B24FA50-177C-4B5A-AA10-BF89D194F6B0}" dt="2024-03-05T20:28:38.200" v="725" actId="1036"/>
          <ac:spMkLst>
            <pc:docMk/>
            <pc:sldMk cId="2411987227" sldId="2147474112"/>
            <ac:spMk id="192" creationId="{170BE837-E517-E1E8-BA3D-A4132975C752}"/>
          </ac:spMkLst>
        </pc:spChg>
        <pc:spChg chg="mod">
          <ac:chgData name="Cartwright, Max" userId="4fdaca64-157b-4f34-aebd-58f672b6a20c" providerId="ADAL" clId="{9B24FA50-177C-4B5A-AA10-BF89D194F6B0}" dt="2024-03-05T20:28:38.200" v="725" actId="1036"/>
          <ac:spMkLst>
            <pc:docMk/>
            <pc:sldMk cId="2411987227" sldId="2147474112"/>
            <ac:spMk id="194" creationId="{A934E6B8-8F13-47EC-C6AA-704B28902EC7}"/>
          </ac:spMkLst>
        </pc:spChg>
        <pc:spChg chg="mod">
          <ac:chgData name="Cartwright, Max" userId="4fdaca64-157b-4f34-aebd-58f672b6a20c" providerId="ADAL" clId="{9B24FA50-177C-4B5A-AA10-BF89D194F6B0}" dt="2024-03-05T20:28:38.200" v="725" actId="1036"/>
          <ac:spMkLst>
            <pc:docMk/>
            <pc:sldMk cId="2411987227" sldId="2147474112"/>
            <ac:spMk id="195" creationId="{9C62D262-C5D3-5F44-E26B-0127DBA63520}"/>
          </ac:spMkLst>
        </pc:spChg>
        <pc:spChg chg="mod">
          <ac:chgData name="Cartwright, Max" userId="4fdaca64-157b-4f34-aebd-58f672b6a20c" providerId="ADAL" clId="{9B24FA50-177C-4B5A-AA10-BF89D194F6B0}" dt="2024-03-05T20:28:38.200" v="725" actId="1036"/>
          <ac:spMkLst>
            <pc:docMk/>
            <pc:sldMk cId="2411987227" sldId="2147474112"/>
            <ac:spMk id="196" creationId="{5DF1AF39-12A6-1F9B-E3C7-C195D35C3FDE}"/>
          </ac:spMkLst>
        </pc:spChg>
        <pc:spChg chg="mod">
          <ac:chgData name="Cartwright, Max" userId="4fdaca64-157b-4f34-aebd-58f672b6a20c" providerId="ADAL" clId="{9B24FA50-177C-4B5A-AA10-BF89D194F6B0}" dt="2024-03-05T20:28:38.200" v="725" actId="1036"/>
          <ac:spMkLst>
            <pc:docMk/>
            <pc:sldMk cId="2411987227" sldId="2147474112"/>
            <ac:spMk id="197" creationId="{DF3C2C21-9FA5-9D1B-6E11-FF295B037A9F}"/>
          </ac:spMkLst>
        </pc:spChg>
        <pc:spChg chg="mod">
          <ac:chgData name="Cartwright, Max" userId="4fdaca64-157b-4f34-aebd-58f672b6a20c" providerId="ADAL" clId="{9B24FA50-177C-4B5A-AA10-BF89D194F6B0}" dt="2024-03-05T20:28:38.200" v="725" actId="1036"/>
          <ac:spMkLst>
            <pc:docMk/>
            <pc:sldMk cId="2411987227" sldId="2147474112"/>
            <ac:spMk id="198" creationId="{9E9704FD-AC4D-C62E-7F49-F54CF16C6D88}"/>
          </ac:spMkLst>
        </pc:spChg>
        <pc:spChg chg="add mod">
          <ac:chgData name="Cartwright, Max" userId="4fdaca64-157b-4f34-aebd-58f672b6a20c" providerId="ADAL" clId="{9B24FA50-177C-4B5A-AA10-BF89D194F6B0}" dt="2024-03-05T20:28:38.200" v="725" actId="1036"/>
          <ac:spMkLst>
            <pc:docMk/>
            <pc:sldMk cId="2411987227" sldId="2147474112"/>
            <ac:spMk id="200" creationId="{B4512049-187A-D6AC-F176-A1E2B74E79E5}"/>
          </ac:spMkLst>
        </pc:spChg>
        <pc:spChg chg="add mod">
          <ac:chgData name="Cartwright, Max" userId="4fdaca64-157b-4f34-aebd-58f672b6a20c" providerId="ADAL" clId="{9B24FA50-177C-4B5A-AA10-BF89D194F6B0}" dt="2024-03-05T20:28:38.200" v="725" actId="1036"/>
          <ac:spMkLst>
            <pc:docMk/>
            <pc:sldMk cId="2411987227" sldId="2147474112"/>
            <ac:spMk id="201" creationId="{C1EA08AD-9C60-DBC4-118C-4D74EDF57815}"/>
          </ac:spMkLst>
        </pc:spChg>
        <pc:spChg chg="add mod">
          <ac:chgData name="Cartwright, Max" userId="4fdaca64-157b-4f34-aebd-58f672b6a20c" providerId="ADAL" clId="{9B24FA50-177C-4B5A-AA10-BF89D194F6B0}" dt="2024-03-05T20:28:38.200" v="725" actId="1036"/>
          <ac:spMkLst>
            <pc:docMk/>
            <pc:sldMk cId="2411987227" sldId="2147474112"/>
            <ac:spMk id="202" creationId="{CC45157A-2989-20EE-2007-B6ECA776185B}"/>
          </ac:spMkLst>
        </pc:spChg>
        <pc:spChg chg="add mod">
          <ac:chgData name="Cartwright, Max" userId="4fdaca64-157b-4f34-aebd-58f672b6a20c" providerId="ADAL" clId="{9B24FA50-177C-4B5A-AA10-BF89D194F6B0}" dt="2024-03-05T20:28:38.200" v="725" actId="1036"/>
          <ac:spMkLst>
            <pc:docMk/>
            <pc:sldMk cId="2411987227" sldId="2147474112"/>
            <ac:spMk id="203" creationId="{5A7538D4-B480-F222-E22F-C893B3CEC27C}"/>
          </ac:spMkLst>
        </pc:spChg>
        <pc:spChg chg="add mod">
          <ac:chgData name="Cartwright, Max" userId="4fdaca64-157b-4f34-aebd-58f672b6a20c" providerId="ADAL" clId="{9B24FA50-177C-4B5A-AA10-BF89D194F6B0}" dt="2024-03-05T20:28:38.200" v="725" actId="1036"/>
          <ac:spMkLst>
            <pc:docMk/>
            <pc:sldMk cId="2411987227" sldId="2147474112"/>
            <ac:spMk id="204" creationId="{4D3A22E1-4E4E-38A5-D7FA-C6912196EE3E}"/>
          </ac:spMkLst>
        </pc:spChg>
        <pc:spChg chg="add mod">
          <ac:chgData name="Cartwright, Max" userId="4fdaca64-157b-4f34-aebd-58f672b6a20c" providerId="ADAL" clId="{9B24FA50-177C-4B5A-AA10-BF89D194F6B0}" dt="2024-03-05T20:28:38.200" v="725" actId="1036"/>
          <ac:spMkLst>
            <pc:docMk/>
            <pc:sldMk cId="2411987227" sldId="2147474112"/>
            <ac:spMk id="205" creationId="{FBCE7D9C-EA02-6951-066E-5E6B68277047}"/>
          </ac:spMkLst>
        </pc:spChg>
        <pc:spChg chg="add mod">
          <ac:chgData name="Cartwright, Max" userId="4fdaca64-157b-4f34-aebd-58f672b6a20c" providerId="ADAL" clId="{9B24FA50-177C-4B5A-AA10-BF89D194F6B0}" dt="2024-03-05T20:28:38.200" v="725" actId="1036"/>
          <ac:spMkLst>
            <pc:docMk/>
            <pc:sldMk cId="2411987227" sldId="2147474112"/>
            <ac:spMk id="206" creationId="{2FD49DFE-19EC-66FC-5C41-D1CFFA9C6481}"/>
          </ac:spMkLst>
        </pc:spChg>
        <pc:spChg chg="add mod">
          <ac:chgData name="Cartwright, Max" userId="4fdaca64-157b-4f34-aebd-58f672b6a20c" providerId="ADAL" clId="{9B24FA50-177C-4B5A-AA10-BF89D194F6B0}" dt="2024-03-05T20:29:02.302" v="730" actId="1076"/>
          <ac:spMkLst>
            <pc:docMk/>
            <pc:sldMk cId="2411987227" sldId="2147474112"/>
            <ac:spMk id="212" creationId="{E9E9EF0F-AF07-BFD0-050D-40D1F632CE4D}"/>
          </ac:spMkLst>
        </pc:spChg>
        <pc:grpChg chg="del">
          <ac:chgData name="Cartwright, Max" userId="4fdaca64-157b-4f34-aebd-58f672b6a20c" providerId="ADAL" clId="{9B24FA50-177C-4B5A-AA10-BF89D194F6B0}" dt="2024-03-05T20:28:16.180" v="709" actId="478"/>
          <ac:grpSpMkLst>
            <pc:docMk/>
            <pc:sldMk cId="2411987227" sldId="2147474112"/>
            <ac:grpSpMk id="20" creationId="{B14E38CE-DA1A-05AA-F9E2-D0FEAF3F3FC2}"/>
          </ac:grpSpMkLst>
        </pc:grpChg>
        <pc:grpChg chg="del">
          <ac:chgData name="Cartwright, Max" userId="4fdaca64-157b-4f34-aebd-58f672b6a20c" providerId="ADAL" clId="{9B24FA50-177C-4B5A-AA10-BF89D194F6B0}" dt="2024-03-05T20:28:16.180" v="709" actId="478"/>
          <ac:grpSpMkLst>
            <pc:docMk/>
            <pc:sldMk cId="2411987227" sldId="2147474112"/>
            <ac:grpSpMk id="31" creationId="{9BF4C074-83A0-097F-B8EF-D5A120C83C0D}"/>
          </ac:grpSpMkLst>
        </pc:grpChg>
        <pc:grpChg chg="add del mod">
          <ac:chgData name="Cartwright, Max" userId="4fdaca64-157b-4f34-aebd-58f672b6a20c" providerId="ADAL" clId="{9B24FA50-177C-4B5A-AA10-BF89D194F6B0}" dt="2024-03-05T20:28:29.022" v="711"/>
          <ac:grpSpMkLst>
            <pc:docMk/>
            <pc:sldMk cId="2411987227" sldId="2147474112"/>
            <ac:grpSpMk id="78" creationId="{1B0299FE-A840-7274-FE7C-860CFE56E242}"/>
          </ac:grpSpMkLst>
        </pc:grpChg>
        <pc:grpChg chg="add del mod">
          <ac:chgData name="Cartwright, Max" userId="4fdaca64-157b-4f34-aebd-58f672b6a20c" providerId="ADAL" clId="{9B24FA50-177C-4B5A-AA10-BF89D194F6B0}" dt="2024-03-05T20:28:29.022" v="711"/>
          <ac:grpSpMkLst>
            <pc:docMk/>
            <pc:sldMk cId="2411987227" sldId="2147474112"/>
            <ac:grpSpMk id="88" creationId="{B157A124-AE64-8A53-D1D7-1100A7DBBCCF}"/>
          </ac:grpSpMkLst>
        </pc:grpChg>
        <pc:grpChg chg="add del mod">
          <ac:chgData name="Cartwright, Max" userId="4fdaca64-157b-4f34-aebd-58f672b6a20c" providerId="ADAL" clId="{9B24FA50-177C-4B5A-AA10-BF89D194F6B0}" dt="2024-03-05T20:28:29.022" v="711"/>
          <ac:grpSpMkLst>
            <pc:docMk/>
            <pc:sldMk cId="2411987227" sldId="2147474112"/>
            <ac:grpSpMk id="95" creationId="{53DC1C5B-D169-9FA8-2A5E-C799BE497276}"/>
          </ac:grpSpMkLst>
        </pc:grpChg>
        <pc:grpChg chg="add del mod">
          <ac:chgData name="Cartwright, Max" userId="4fdaca64-157b-4f34-aebd-58f672b6a20c" providerId="ADAL" clId="{9B24FA50-177C-4B5A-AA10-BF89D194F6B0}" dt="2024-03-05T20:28:29.022" v="711"/>
          <ac:grpSpMkLst>
            <pc:docMk/>
            <pc:sldMk cId="2411987227" sldId="2147474112"/>
            <ac:grpSpMk id="101" creationId="{3A51DDEA-7C81-AF5F-8CF1-B595CF646711}"/>
          </ac:grpSpMkLst>
        </pc:grpChg>
        <pc:grpChg chg="add del mod">
          <ac:chgData name="Cartwright, Max" userId="4fdaca64-157b-4f34-aebd-58f672b6a20c" providerId="ADAL" clId="{9B24FA50-177C-4B5A-AA10-BF89D194F6B0}" dt="2024-03-05T20:28:29.022" v="711"/>
          <ac:grpSpMkLst>
            <pc:docMk/>
            <pc:sldMk cId="2411987227" sldId="2147474112"/>
            <ac:grpSpMk id="115" creationId="{3D21A1D3-82AF-E732-FCA1-D33F901C29C3}"/>
          </ac:grpSpMkLst>
        </pc:grpChg>
        <pc:grpChg chg="add del mod">
          <ac:chgData name="Cartwright, Max" userId="4fdaca64-157b-4f34-aebd-58f672b6a20c" providerId="ADAL" clId="{9B24FA50-177C-4B5A-AA10-BF89D194F6B0}" dt="2024-03-05T20:28:29.022" v="711"/>
          <ac:grpSpMkLst>
            <pc:docMk/>
            <pc:sldMk cId="2411987227" sldId="2147474112"/>
            <ac:grpSpMk id="123" creationId="{9AAC0952-AA0D-744D-4D34-F34695C5F2F3}"/>
          </ac:grpSpMkLst>
        </pc:grpChg>
        <pc:grpChg chg="add mod">
          <ac:chgData name="Cartwright, Max" userId="4fdaca64-157b-4f34-aebd-58f672b6a20c" providerId="ADAL" clId="{9B24FA50-177C-4B5A-AA10-BF89D194F6B0}" dt="2024-03-05T20:28:38.200" v="725" actId="1036"/>
          <ac:grpSpMkLst>
            <pc:docMk/>
            <pc:sldMk cId="2411987227" sldId="2147474112"/>
            <ac:grpSpMk id="148" creationId="{D78BA56B-DD66-B653-579D-06BF009C253B}"/>
          </ac:grpSpMkLst>
        </pc:grpChg>
        <pc:grpChg chg="add mod">
          <ac:chgData name="Cartwright, Max" userId="4fdaca64-157b-4f34-aebd-58f672b6a20c" providerId="ADAL" clId="{9B24FA50-177C-4B5A-AA10-BF89D194F6B0}" dt="2024-03-05T20:28:38.200" v="725" actId="1036"/>
          <ac:grpSpMkLst>
            <pc:docMk/>
            <pc:sldMk cId="2411987227" sldId="2147474112"/>
            <ac:grpSpMk id="158" creationId="{578EB1ED-CF6B-5CEB-3081-11103F9CC973}"/>
          </ac:grpSpMkLst>
        </pc:grpChg>
        <pc:grpChg chg="add mod">
          <ac:chgData name="Cartwright, Max" userId="4fdaca64-157b-4f34-aebd-58f672b6a20c" providerId="ADAL" clId="{9B24FA50-177C-4B5A-AA10-BF89D194F6B0}" dt="2024-03-05T20:28:38.200" v="725" actId="1036"/>
          <ac:grpSpMkLst>
            <pc:docMk/>
            <pc:sldMk cId="2411987227" sldId="2147474112"/>
            <ac:grpSpMk id="165" creationId="{E72B2CFC-C22F-77D4-AD9E-7F18E40A0FB1}"/>
          </ac:grpSpMkLst>
        </pc:grpChg>
        <pc:grpChg chg="add mod">
          <ac:chgData name="Cartwright, Max" userId="4fdaca64-157b-4f34-aebd-58f672b6a20c" providerId="ADAL" clId="{9B24FA50-177C-4B5A-AA10-BF89D194F6B0}" dt="2024-03-05T20:28:38.200" v="725" actId="1036"/>
          <ac:grpSpMkLst>
            <pc:docMk/>
            <pc:sldMk cId="2411987227" sldId="2147474112"/>
            <ac:grpSpMk id="171" creationId="{B3205E23-D70E-CFAC-FC0C-BB5B3ACB7CA3}"/>
          </ac:grpSpMkLst>
        </pc:grpChg>
        <pc:grpChg chg="add mod">
          <ac:chgData name="Cartwright, Max" userId="4fdaca64-157b-4f34-aebd-58f672b6a20c" providerId="ADAL" clId="{9B24FA50-177C-4B5A-AA10-BF89D194F6B0}" dt="2024-03-05T20:28:38.200" v="725" actId="1036"/>
          <ac:grpSpMkLst>
            <pc:docMk/>
            <pc:sldMk cId="2411987227" sldId="2147474112"/>
            <ac:grpSpMk id="185" creationId="{D5A2B38D-456C-17C1-E003-C944FD7903F8}"/>
          </ac:grpSpMkLst>
        </pc:grpChg>
        <pc:grpChg chg="add mod">
          <ac:chgData name="Cartwright, Max" userId="4fdaca64-157b-4f34-aebd-58f672b6a20c" providerId="ADAL" clId="{9B24FA50-177C-4B5A-AA10-BF89D194F6B0}" dt="2024-03-05T20:28:38.200" v="725" actId="1036"/>
          <ac:grpSpMkLst>
            <pc:docMk/>
            <pc:sldMk cId="2411987227" sldId="2147474112"/>
            <ac:grpSpMk id="193" creationId="{8EF86B93-E963-7422-DA88-1A072CC5FC32}"/>
          </ac:grpSpMkLst>
        </pc:grpChg>
        <pc:cxnChg chg="del">
          <ac:chgData name="Cartwright, Max" userId="4fdaca64-157b-4f34-aebd-58f672b6a20c" providerId="ADAL" clId="{9B24FA50-177C-4B5A-AA10-BF89D194F6B0}" dt="2024-03-05T20:28:16.180" v="709" actId="478"/>
          <ac:cxnSpMkLst>
            <pc:docMk/>
            <pc:sldMk cId="2411987227" sldId="2147474112"/>
            <ac:cxnSpMk id="7" creationId="{F54A4E13-17C9-6659-9FA7-9105C57A35F1}"/>
          </ac:cxnSpMkLst>
        </pc:cxnChg>
        <pc:cxnChg chg="del">
          <ac:chgData name="Cartwright, Max" userId="4fdaca64-157b-4f34-aebd-58f672b6a20c" providerId="ADAL" clId="{9B24FA50-177C-4B5A-AA10-BF89D194F6B0}" dt="2024-03-05T20:28:16.180" v="709" actId="478"/>
          <ac:cxnSpMkLst>
            <pc:docMk/>
            <pc:sldMk cId="2411987227" sldId="2147474112"/>
            <ac:cxnSpMk id="10" creationId="{0B3CA05F-DABA-A334-4AAD-5D548C91D99E}"/>
          </ac:cxnSpMkLst>
        </pc:cxnChg>
        <pc:cxnChg chg="del">
          <ac:chgData name="Cartwright, Max" userId="4fdaca64-157b-4f34-aebd-58f672b6a20c" providerId="ADAL" clId="{9B24FA50-177C-4B5A-AA10-BF89D194F6B0}" dt="2024-03-05T20:28:16.180" v="709" actId="478"/>
          <ac:cxnSpMkLst>
            <pc:docMk/>
            <pc:sldMk cId="2411987227" sldId="2147474112"/>
            <ac:cxnSpMk id="11" creationId="{C637C575-84C4-6E7E-27B9-5E660D69088E}"/>
          </ac:cxnSpMkLst>
        </pc:cxnChg>
        <pc:cxnChg chg="del">
          <ac:chgData name="Cartwright, Max" userId="4fdaca64-157b-4f34-aebd-58f672b6a20c" providerId="ADAL" clId="{9B24FA50-177C-4B5A-AA10-BF89D194F6B0}" dt="2024-03-05T20:28:16.180" v="709" actId="478"/>
          <ac:cxnSpMkLst>
            <pc:docMk/>
            <pc:sldMk cId="2411987227" sldId="2147474112"/>
            <ac:cxnSpMk id="12" creationId="{492FFC53-DEBC-AAB6-C4BF-C1D47F687D30}"/>
          </ac:cxnSpMkLst>
        </pc:cxnChg>
        <pc:cxnChg chg="del">
          <ac:chgData name="Cartwright, Max" userId="4fdaca64-157b-4f34-aebd-58f672b6a20c" providerId="ADAL" clId="{9B24FA50-177C-4B5A-AA10-BF89D194F6B0}" dt="2024-03-05T20:28:16.180" v="709" actId="478"/>
          <ac:cxnSpMkLst>
            <pc:docMk/>
            <pc:sldMk cId="2411987227" sldId="2147474112"/>
            <ac:cxnSpMk id="13" creationId="{55585004-C969-B46F-5274-12CF6020F2B2}"/>
          </ac:cxnSpMkLst>
        </pc:cxnChg>
        <pc:cxnChg chg="del">
          <ac:chgData name="Cartwright, Max" userId="4fdaca64-157b-4f34-aebd-58f672b6a20c" providerId="ADAL" clId="{9B24FA50-177C-4B5A-AA10-BF89D194F6B0}" dt="2024-03-05T20:28:16.180" v="709" actId="478"/>
          <ac:cxnSpMkLst>
            <pc:docMk/>
            <pc:sldMk cId="2411987227" sldId="2147474112"/>
            <ac:cxnSpMk id="29" creationId="{8031BBEF-384F-8CB5-3B64-2E75D20F8CFC}"/>
          </ac:cxnSpMkLst>
        </pc:cxnChg>
        <pc:cxnChg chg="del">
          <ac:chgData name="Cartwright, Max" userId="4fdaca64-157b-4f34-aebd-58f672b6a20c" providerId="ADAL" clId="{9B24FA50-177C-4B5A-AA10-BF89D194F6B0}" dt="2024-03-05T20:28:16.180" v="709" actId="478"/>
          <ac:cxnSpMkLst>
            <pc:docMk/>
            <pc:sldMk cId="2411987227" sldId="2147474112"/>
            <ac:cxnSpMk id="30" creationId="{95FDF548-067A-B9C0-8861-1DD7822842C9}"/>
          </ac:cxnSpMkLst>
        </pc:cxnChg>
        <pc:cxnChg chg="add del mod">
          <ac:chgData name="Cartwright, Max" userId="4fdaca64-157b-4f34-aebd-58f672b6a20c" providerId="ADAL" clId="{9B24FA50-177C-4B5A-AA10-BF89D194F6B0}" dt="2024-03-05T20:28:29.022" v="711"/>
          <ac:cxnSpMkLst>
            <pc:docMk/>
            <pc:sldMk cId="2411987227" sldId="2147474112"/>
            <ac:cxnSpMk id="73" creationId="{F8852907-EDB9-6AA1-7ABB-88B8119E161A}"/>
          </ac:cxnSpMkLst>
        </pc:cxnChg>
        <pc:cxnChg chg="add del mod">
          <ac:chgData name="Cartwright, Max" userId="4fdaca64-157b-4f34-aebd-58f672b6a20c" providerId="ADAL" clId="{9B24FA50-177C-4B5A-AA10-BF89D194F6B0}" dt="2024-03-05T20:28:29.022" v="711"/>
          <ac:cxnSpMkLst>
            <pc:docMk/>
            <pc:sldMk cId="2411987227" sldId="2147474112"/>
            <ac:cxnSpMk id="75" creationId="{7C1269F1-5A5F-D454-D2EC-83FE513B400D}"/>
          </ac:cxnSpMkLst>
        </pc:cxnChg>
        <pc:cxnChg chg="add del mod">
          <ac:chgData name="Cartwright, Max" userId="4fdaca64-157b-4f34-aebd-58f672b6a20c" providerId="ADAL" clId="{9B24FA50-177C-4B5A-AA10-BF89D194F6B0}" dt="2024-03-05T20:28:29.022" v="711"/>
          <ac:cxnSpMkLst>
            <pc:docMk/>
            <pc:sldMk cId="2411987227" sldId="2147474112"/>
            <ac:cxnSpMk id="129" creationId="{2A9DAB37-C3D1-127D-D45A-0B7F8AE61283}"/>
          </ac:cxnSpMkLst>
        </pc:cxnChg>
        <pc:cxnChg chg="add del mod">
          <ac:chgData name="Cartwright, Max" userId="4fdaca64-157b-4f34-aebd-58f672b6a20c" providerId="ADAL" clId="{9B24FA50-177C-4B5A-AA10-BF89D194F6B0}" dt="2024-03-05T20:28:29.022" v="711"/>
          <ac:cxnSpMkLst>
            <pc:docMk/>
            <pc:sldMk cId="2411987227" sldId="2147474112"/>
            <ac:cxnSpMk id="137" creationId="{1E99FB3D-049D-8350-6815-F5AED7B68B2D}"/>
          </ac:cxnSpMkLst>
        </pc:cxnChg>
        <pc:cxnChg chg="add del mod">
          <ac:chgData name="Cartwright, Max" userId="4fdaca64-157b-4f34-aebd-58f672b6a20c" providerId="ADAL" clId="{9B24FA50-177C-4B5A-AA10-BF89D194F6B0}" dt="2024-03-05T20:28:29.022" v="711"/>
          <ac:cxnSpMkLst>
            <pc:docMk/>
            <pc:sldMk cId="2411987227" sldId="2147474112"/>
            <ac:cxnSpMk id="138" creationId="{D22E6933-62F2-AC8E-0C51-7E65ACD80D1E}"/>
          </ac:cxnSpMkLst>
        </pc:cxnChg>
        <pc:cxnChg chg="add del mod">
          <ac:chgData name="Cartwright, Max" userId="4fdaca64-157b-4f34-aebd-58f672b6a20c" providerId="ADAL" clId="{9B24FA50-177C-4B5A-AA10-BF89D194F6B0}" dt="2024-03-05T20:28:29.022" v="711"/>
          <ac:cxnSpMkLst>
            <pc:docMk/>
            <pc:sldMk cId="2411987227" sldId="2147474112"/>
            <ac:cxnSpMk id="139" creationId="{669E29C9-1DC5-D96B-97C6-BD5E16C96B17}"/>
          </ac:cxnSpMkLst>
        </pc:cxnChg>
        <pc:cxnChg chg="add del mod">
          <ac:chgData name="Cartwright, Max" userId="4fdaca64-157b-4f34-aebd-58f672b6a20c" providerId="ADAL" clId="{9B24FA50-177C-4B5A-AA10-BF89D194F6B0}" dt="2024-03-05T20:28:29.022" v="711"/>
          <ac:cxnSpMkLst>
            <pc:docMk/>
            <pc:sldMk cId="2411987227" sldId="2147474112"/>
            <ac:cxnSpMk id="140" creationId="{35B8ADBC-F73F-F02E-B10C-BF09F4D34049}"/>
          </ac:cxnSpMkLst>
        </pc:cxnChg>
        <pc:cxnChg chg="add del mod">
          <ac:chgData name="Cartwright, Max" userId="4fdaca64-157b-4f34-aebd-58f672b6a20c" providerId="ADAL" clId="{9B24FA50-177C-4B5A-AA10-BF89D194F6B0}" dt="2024-03-05T20:28:29.022" v="711"/>
          <ac:cxnSpMkLst>
            <pc:docMk/>
            <pc:sldMk cId="2411987227" sldId="2147474112"/>
            <ac:cxnSpMk id="141" creationId="{4CA0B7DA-868A-3117-BEFC-4B4D71D5D43C}"/>
          </ac:cxnSpMkLst>
        </pc:cxnChg>
        <pc:cxnChg chg="add mod">
          <ac:chgData name="Cartwright, Max" userId="4fdaca64-157b-4f34-aebd-58f672b6a20c" providerId="ADAL" clId="{9B24FA50-177C-4B5A-AA10-BF89D194F6B0}" dt="2024-03-05T20:28:38.200" v="725" actId="1036"/>
          <ac:cxnSpMkLst>
            <pc:docMk/>
            <pc:sldMk cId="2411987227" sldId="2147474112"/>
            <ac:cxnSpMk id="143" creationId="{3BF8E67B-C462-9DA6-1146-CD7A06B01E8A}"/>
          </ac:cxnSpMkLst>
        </pc:cxnChg>
        <pc:cxnChg chg="add mod">
          <ac:chgData name="Cartwright, Max" userId="4fdaca64-157b-4f34-aebd-58f672b6a20c" providerId="ADAL" clId="{9B24FA50-177C-4B5A-AA10-BF89D194F6B0}" dt="2024-03-05T20:28:38.200" v="725" actId="1036"/>
          <ac:cxnSpMkLst>
            <pc:docMk/>
            <pc:sldMk cId="2411987227" sldId="2147474112"/>
            <ac:cxnSpMk id="145" creationId="{63575297-23D9-2043-C00C-09B94D4DC048}"/>
          </ac:cxnSpMkLst>
        </pc:cxnChg>
        <pc:cxnChg chg="add mod">
          <ac:chgData name="Cartwright, Max" userId="4fdaca64-157b-4f34-aebd-58f672b6a20c" providerId="ADAL" clId="{9B24FA50-177C-4B5A-AA10-BF89D194F6B0}" dt="2024-03-05T20:28:38.200" v="725" actId="1036"/>
          <ac:cxnSpMkLst>
            <pc:docMk/>
            <pc:sldMk cId="2411987227" sldId="2147474112"/>
            <ac:cxnSpMk id="199" creationId="{319F9036-496F-82D3-1FFB-4BC13C203F8B}"/>
          </ac:cxnSpMkLst>
        </pc:cxnChg>
        <pc:cxnChg chg="add mod">
          <ac:chgData name="Cartwright, Max" userId="4fdaca64-157b-4f34-aebd-58f672b6a20c" providerId="ADAL" clId="{9B24FA50-177C-4B5A-AA10-BF89D194F6B0}" dt="2024-03-05T20:28:38.200" v="725" actId="1036"/>
          <ac:cxnSpMkLst>
            <pc:docMk/>
            <pc:sldMk cId="2411987227" sldId="2147474112"/>
            <ac:cxnSpMk id="207" creationId="{1E7D6BC6-B4B9-64B1-42C5-51CBC31EF347}"/>
          </ac:cxnSpMkLst>
        </pc:cxnChg>
        <pc:cxnChg chg="add mod">
          <ac:chgData name="Cartwright, Max" userId="4fdaca64-157b-4f34-aebd-58f672b6a20c" providerId="ADAL" clId="{9B24FA50-177C-4B5A-AA10-BF89D194F6B0}" dt="2024-03-05T20:28:38.200" v="725" actId="1036"/>
          <ac:cxnSpMkLst>
            <pc:docMk/>
            <pc:sldMk cId="2411987227" sldId="2147474112"/>
            <ac:cxnSpMk id="208" creationId="{0459D881-9ED2-165E-D6B8-F909211D1691}"/>
          </ac:cxnSpMkLst>
        </pc:cxnChg>
        <pc:cxnChg chg="add mod">
          <ac:chgData name="Cartwright, Max" userId="4fdaca64-157b-4f34-aebd-58f672b6a20c" providerId="ADAL" clId="{9B24FA50-177C-4B5A-AA10-BF89D194F6B0}" dt="2024-03-05T20:28:38.200" v="725" actId="1036"/>
          <ac:cxnSpMkLst>
            <pc:docMk/>
            <pc:sldMk cId="2411987227" sldId="2147474112"/>
            <ac:cxnSpMk id="209" creationId="{2E703A9D-16FB-30D3-5D19-F54E398FAF81}"/>
          </ac:cxnSpMkLst>
        </pc:cxnChg>
        <pc:cxnChg chg="add mod">
          <ac:chgData name="Cartwright, Max" userId="4fdaca64-157b-4f34-aebd-58f672b6a20c" providerId="ADAL" clId="{9B24FA50-177C-4B5A-AA10-BF89D194F6B0}" dt="2024-03-05T20:28:38.200" v="725" actId="1036"/>
          <ac:cxnSpMkLst>
            <pc:docMk/>
            <pc:sldMk cId="2411987227" sldId="2147474112"/>
            <ac:cxnSpMk id="210" creationId="{E1D80132-B5F9-221C-C71F-AD018CFBFCDA}"/>
          </ac:cxnSpMkLst>
        </pc:cxnChg>
        <pc:cxnChg chg="add mod">
          <ac:chgData name="Cartwright, Max" userId="4fdaca64-157b-4f34-aebd-58f672b6a20c" providerId="ADAL" clId="{9B24FA50-177C-4B5A-AA10-BF89D194F6B0}" dt="2024-03-05T20:28:38.200" v="725" actId="1036"/>
          <ac:cxnSpMkLst>
            <pc:docMk/>
            <pc:sldMk cId="2411987227" sldId="2147474112"/>
            <ac:cxnSpMk id="211" creationId="{81551C70-A638-A096-B184-FBA648BC46CA}"/>
          </ac:cxnSpMkLst>
        </pc:cxnChg>
      </pc:sldChg>
      <pc:sldChg chg="addSp delSp modSp add mod">
        <pc:chgData name="Cartwright, Max" userId="4fdaca64-157b-4f34-aebd-58f672b6a20c" providerId="ADAL" clId="{9B24FA50-177C-4B5A-AA10-BF89D194F6B0}" dt="2024-03-05T20:30:57.510" v="786" actId="20577"/>
        <pc:sldMkLst>
          <pc:docMk/>
          <pc:sldMk cId="1213705177" sldId="2147474113"/>
        </pc:sldMkLst>
        <pc:spChg chg="add del mod">
          <ac:chgData name="Cartwright, Max" userId="4fdaca64-157b-4f34-aebd-58f672b6a20c" providerId="ADAL" clId="{9B24FA50-177C-4B5A-AA10-BF89D194F6B0}" dt="2024-03-05T20:30:27.949" v="741" actId="478"/>
          <ac:spMkLst>
            <pc:docMk/>
            <pc:sldMk cId="1213705177" sldId="2147474113"/>
            <ac:spMk id="2" creationId="{6EBD66C7-475E-782E-8E1D-B6F2FC960AFF}"/>
          </ac:spMkLst>
        </pc:spChg>
        <pc:spChg chg="mod">
          <ac:chgData name="Cartwright, Max" userId="4fdaca64-157b-4f34-aebd-58f672b6a20c" providerId="ADAL" clId="{9B24FA50-177C-4B5A-AA10-BF89D194F6B0}" dt="2024-03-05T20:30:57.510" v="786" actId="20577"/>
          <ac:spMkLst>
            <pc:docMk/>
            <pc:sldMk cId="1213705177" sldId="2147474113"/>
            <ac:spMk id="3" creationId="{D55919F0-CF74-0672-208A-AF105C584388}"/>
          </ac:spMkLst>
        </pc:spChg>
        <pc:spChg chg="add mod">
          <ac:chgData name="Cartwright, Max" userId="4fdaca64-157b-4f34-aebd-58f672b6a20c" providerId="ADAL" clId="{9B24FA50-177C-4B5A-AA10-BF89D194F6B0}" dt="2024-03-05T20:30:21.840" v="740"/>
          <ac:spMkLst>
            <pc:docMk/>
            <pc:sldMk cId="1213705177" sldId="2147474113"/>
            <ac:spMk id="5" creationId="{119FFD17-A2DA-F74E-9057-89572F4F0F7C}"/>
          </ac:spMkLst>
        </pc:spChg>
        <pc:spChg chg="add mod">
          <ac:chgData name="Cartwright, Max" userId="4fdaca64-157b-4f34-aebd-58f672b6a20c" providerId="ADAL" clId="{9B24FA50-177C-4B5A-AA10-BF89D194F6B0}" dt="2024-03-05T20:30:34.061" v="743" actId="1076"/>
          <ac:spMkLst>
            <pc:docMk/>
            <pc:sldMk cId="1213705177" sldId="2147474113"/>
            <ac:spMk id="6" creationId="{1AA4EF79-6D30-40E2-BB3E-32E2007B1FFD}"/>
          </ac:spMkLst>
        </pc:spChg>
        <pc:spChg chg="add mod">
          <ac:chgData name="Cartwright, Max" userId="4fdaca64-157b-4f34-aebd-58f672b6a20c" providerId="ADAL" clId="{9B24FA50-177C-4B5A-AA10-BF89D194F6B0}" dt="2024-03-05T20:30:31.037" v="742" actId="1076"/>
          <ac:spMkLst>
            <pc:docMk/>
            <pc:sldMk cId="1213705177" sldId="2147474113"/>
            <ac:spMk id="8" creationId="{0FC11A24-1C94-770E-AEE9-EAB1535A997B}"/>
          </ac:spMkLst>
        </pc:spChg>
        <pc:spChg chg="del">
          <ac:chgData name="Cartwright, Max" userId="4fdaca64-157b-4f34-aebd-58f672b6a20c" providerId="ADAL" clId="{9B24FA50-177C-4B5A-AA10-BF89D194F6B0}" dt="2024-03-05T20:30:00.424" v="737" actId="478"/>
          <ac:spMkLst>
            <pc:docMk/>
            <pc:sldMk cId="1213705177" sldId="2147474113"/>
            <ac:spMk id="142" creationId="{597E908B-EA70-6CF5-CDF0-953A3E62B9E8}"/>
          </ac:spMkLst>
        </pc:spChg>
        <pc:spChg chg="del">
          <ac:chgData name="Cartwright, Max" userId="4fdaca64-157b-4f34-aebd-58f672b6a20c" providerId="ADAL" clId="{9B24FA50-177C-4B5A-AA10-BF89D194F6B0}" dt="2024-03-05T20:30:00.424" v="737" actId="478"/>
          <ac:spMkLst>
            <pc:docMk/>
            <pc:sldMk cId="1213705177" sldId="2147474113"/>
            <ac:spMk id="144" creationId="{DB02A6E2-1255-63F4-C9DE-F2A3BA5FAB6F}"/>
          </ac:spMkLst>
        </pc:spChg>
        <pc:spChg chg="del">
          <ac:chgData name="Cartwright, Max" userId="4fdaca64-157b-4f34-aebd-58f672b6a20c" providerId="ADAL" clId="{9B24FA50-177C-4B5A-AA10-BF89D194F6B0}" dt="2024-03-05T20:30:00.424" v="737" actId="478"/>
          <ac:spMkLst>
            <pc:docMk/>
            <pc:sldMk cId="1213705177" sldId="2147474113"/>
            <ac:spMk id="146" creationId="{C9649591-4E12-F2C2-DD1B-810451CB6239}"/>
          </ac:spMkLst>
        </pc:spChg>
        <pc:spChg chg="del">
          <ac:chgData name="Cartwright, Max" userId="4fdaca64-157b-4f34-aebd-58f672b6a20c" providerId="ADAL" clId="{9B24FA50-177C-4B5A-AA10-BF89D194F6B0}" dt="2024-03-05T20:30:00.424" v="737" actId="478"/>
          <ac:spMkLst>
            <pc:docMk/>
            <pc:sldMk cId="1213705177" sldId="2147474113"/>
            <ac:spMk id="147" creationId="{E04A8A85-F206-2907-B975-2470983DDE9D}"/>
          </ac:spMkLst>
        </pc:spChg>
        <pc:spChg chg="del">
          <ac:chgData name="Cartwright, Max" userId="4fdaca64-157b-4f34-aebd-58f672b6a20c" providerId="ADAL" clId="{9B24FA50-177C-4B5A-AA10-BF89D194F6B0}" dt="2024-03-05T20:30:00.424" v="737" actId="478"/>
          <ac:spMkLst>
            <pc:docMk/>
            <pc:sldMk cId="1213705177" sldId="2147474113"/>
            <ac:spMk id="156" creationId="{ADB56101-581C-1632-E614-4F6E12D072C9}"/>
          </ac:spMkLst>
        </pc:spChg>
        <pc:spChg chg="del">
          <ac:chgData name="Cartwright, Max" userId="4fdaca64-157b-4f34-aebd-58f672b6a20c" providerId="ADAL" clId="{9B24FA50-177C-4B5A-AA10-BF89D194F6B0}" dt="2024-03-05T20:30:00.424" v="737" actId="478"/>
          <ac:spMkLst>
            <pc:docMk/>
            <pc:sldMk cId="1213705177" sldId="2147474113"/>
            <ac:spMk id="157" creationId="{B08C797B-AA85-B423-5C1F-E55E2F2CC4CA}"/>
          </ac:spMkLst>
        </pc:spChg>
        <pc:spChg chg="del">
          <ac:chgData name="Cartwright, Max" userId="4fdaca64-157b-4f34-aebd-58f672b6a20c" providerId="ADAL" clId="{9B24FA50-177C-4B5A-AA10-BF89D194F6B0}" dt="2024-03-05T20:30:00.424" v="737" actId="478"/>
          <ac:spMkLst>
            <pc:docMk/>
            <pc:sldMk cId="1213705177" sldId="2147474113"/>
            <ac:spMk id="164" creationId="{88E45FF2-9330-8E73-C534-1E73948E6987}"/>
          </ac:spMkLst>
        </pc:spChg>
        <pc:spChg chg="del">
          <ac:chgData name="Cartwright, Max" userId="4fdaca64-157b-4f34-aebd-58f672b6a20c" providerId="ADAL" clId="{9B24FA50-177C-4B5A-AA10-BF89D194F6B0}" dt="2024-03-05T20:30:00.424" v="737" actId="478"/>
          <ac:spMkLst>
            <pc:docMk/>
            <pc:sldMk cId="1213705177" sldId="2147474113"/>
            <ac:spMk id="168" creationId="{AB941B2B-17D1-9DDD-992A-1440109786C9}"/>
          </ac:spMkLst>
        </pc:spChg>
        <pc:spChg chg="del">
          <ac:chgData name="Cartwright, Max" userId="4fdaca64-157b-4f34-aebd-58f672b6a20c" providerId="ADAL" clId="{9B24FA50-177C-4B5A-AA10-BF89D194F6B0}" dt="2024-03-05T20:30:00.424" v="737" actId="478"/>
          <ac:spMkLst>
            <pc:docMk/>
            <pc:sldMk cId="1213705177" sldId="2147474113"/>
            <ac:spMk id="169" creationId="{1880EAF7-86FD-35D7-932B-C857B027B8CE}"/>
          </ac:spMkLst>
        </pc:spChg>
        <pc:spChg chg="del">
          <ac:chgData name="Cartwright, Max" userId="4fdaca64-157b-4f34-aebd-58f672b6a20c" providerId="ADAL" clId="{9B24FA50-177C-4B5A-AA10-BF89D194F6B0}" dt="2024-03-05T20:30:00.424" v="737" actId="478"/>
          <ac:spMkLst>
            <pc:docMk/>
            <pc:sldMk cId="1213705177" sldId="2147474113"/>
            <ac:spMk id="170" creationId="{5553FB73-CD0E-47F9-10F9-B96FDEF9D608}"/>
          </ac:spMkLst>
        </pc:spChg>
        <pc:spChg chg="del">
          <ac:chgData name="Cartwright, Max" userId="4fdaca64-157b-4f34-aebd-58f672b6a20c" providerId="ADAL" clId="{9B24FA50-177C-4B5A-AA10-BF89D194F6B0}" dt="2024-03-05T20:30:00.424" v="737" actId="478"/>
          <ac:spMkLst>
            <pc:docMk/>
            <pc:sldMk cId="1213705177" sldId="2147474113"/>
            <ac:spMk id="178" creationId="{E2F1B665-2E4A-A856-1E20-9FF16CA52FAD}"/>
          </ac:spMkLst>
        </pc:spChg>
        <pc:spChg chg="del">
          <ac:chgData name="Cartwright, Max" userId="4fdaca64-157b-4f34-aebd-58f672b6a20c" providerId="ADAL" clId="{9B24FA50-177C-4B5A-AA10-BF89D194F6B0}" dt="2024-03-05T20:30:00.424" v="737" actId="478"/>
          <ac:spMkLst>
            <pc:docMk/>
            <pc:sldMk cId="1213705177" sldId="2147474113"/>
            <ac:spMk id="179" creationId="{0333AB19-23BB-3CF9-3BE2-F13E708DB7D0}"/>
          </ac:spMkLst>
        </pc:spChg>
        <pc:spChg chg="del">
          <ac:chgData name="Cartwright, Max" userId="4fdaca64-157b-4f34-aebd-58f672b6a20c" providerId="ADAL" clId="{9B24FA50-177C-4B5A-AA10-BF89D194F6B0}" dt="2024-03-05T20:30:00.424" v="737" actId="478"/>
          <ac:spMkLst>
            <pc:docMk/>
            <pc:sldMk cId="1213705177" sldId="2147474113"/>
            <ac:spMk id="180" creationId="{A20E253D-9C02-5BAE-3C28-657D2E503E54}"/>
          </ac:spMkLst>
        </pc:spChg>
        <pc:spChg chg="del">
          <ac:chgData name="Cartwright, Max" userId="4fdaca64-157b-4f34-aebd-58f672b6a20c" providerId="ADAL" clId="{9B24FA50-177C-4B5A-AA10-BF89D194F6B0}" dt="2024-03-05T20:30:00.424" v="737" actId="478"/>
          <ac:spMkLst>
            <pc:docMk/>
            <pc:sldMk cId="1213705177" sldId="2147474113"/>
            <ac:spMk id="181" creationId="{3A927419-0135-B367-8703-61CD2E96E443}"/>
          </ac:spMkLst>
        </pc:spChg>
        <pc:spChg chg="del">
          <ac:chgData name="Cartwright, Max" userId="4fdaca64-157b-4f34-aebd-58f672b6a20c" providerId="ADAL" clId="{9B24FA50-177C-4B5A-AA10-BF89D194F6B0}" dt="2024-03-05T20:30:00.424" v="737" actId="478"/>
          <ac:spMkLst>
            <pc:docMk/>
            <pc:sldMk cId="1213705177" sldId="2147474113"/>
            <ac:spMk id="182" creationId="{AA7E84DD-A195-7E46-35A5-7A99242CD3AE}"/>
          </ac:spMkLst>
        </pc:spChg>
        <pc:spChg chg="del">
          <ac:chgData name="Cartwright, Max" userId="4fdaca64-157b-4f34-aebd-58f672b6a20c" providerId="ADAL" clId="{9B24FA50-177C-4B5A-AA10-BF89D194F6B0}" dt="2024-03-05T20:30:00.424" v="737" actId="478"/>
          <ac:spMkLst>
            <pc:docMk/>
            <pc:sldMk cId="1213705177" sldId="2147474113"/>
            <ac:spMk id="183" creationId="{2A4297F1-D3E7-2B6C-81C2-422965163C27}"/>
          </ac:spMkLst>
        </pc:spChg>
        <pc:spChg chg="del">
          <ac:chgData name="Cartwright, Max" userId="4fdaca64-157b-4f34-aebd-58f672b6a20c" providerId="ADAL" clId="{9B24FA50-177C-4B5A-AA10-BF89D194F6B0}" dt="2024-03-05T20:30:00.424" v="737" actId="478"/>
          <ac:spMkLst>
            <pc:docMk/>
            <pc:sldMk cId="1213705177" sldId="2147474113"/>
            <ac:spMk id="184" creationId="{6CC2E6F0-8A52-BD5F-4C35-DB4ED0377547}"/>
          </ac:spMkLst>
        </pc:spChg>
        <pc:spChg chg="del">
          <ac:chgData name="Cartwright, Max" userId="4fdaca64-157b-4f34-aebd-58f672b6a20c" providerId="ADAL" clId="{9B24FA50-177C-4B5A-AA10-BF89D194F6B0}" dt="2024-03-05T20:30:00.424" v="737" actId="478"/>
          <ac:spMkLst>
            <pc:docMk/>
            <pc:sldMk cId="1213705177" sldId="2147474113"/>
            <ac:spMk id="200" creationId="{B4512049-187A-D6AC-F176-A1E2B74E79E5}"/>
          </ac:spMkLst>
        </pc:spChg>
        <pc:spChg chg="del">
          <ac:chgData name="Cartwright, Max" userId="4fdaca64-157b-4f34-aebd-58f672b6a20c" providerId="ADAL" clId="{9B24FA50-177C-4B5A-AA10-BF89D194F6B0}" dt="2024-03-05T20:30:00.424" v="737" actId="478"/>
          <ac:spMkLst>
            <pc:docMk/>
            <pc:sldMk cId="1213705177" sldId="2147474113"/>
            <ac:spMk id="201" creationId="{C1EA08AD-9C60-DBC4-118C-4D74EDF57815}"/>
          </ac:spMkLst>
        </pc:spChg>
        <pc:spChg chg="del">
          <ac:chgData name="Cartwright, Max" userId="4fdaca64-157b-4f34-aebd-58f672b6a20c" providerId="ADAL" clId="{9B24FA50-177C-4B5A-AA10-BF89D194F6B0}" dt="2024-03-05T20:30:00.424" v="737" actId="478"/>
          <ac:spMkLst>
            <pc:docMk/>
            <pc:sldMk cId="1213705177" sldId="2147474113"/>
            <ac:spMk id="202" creationId="{CC45157A-2989-20EE-2007-B6ECA776185B}"/>
          </ac:spMkLst>
        </pc:spChg>
        <pc:spChg chg="del">
          <ac:chgData name="Cartwright, Max" userId="4fdaca64-157b-4f34-aebd-58f672b6a20c" providerId="ADAL" clId="{9B24FA50-177C-4B5A-AA10-BF89D194F6B0}" dt="2024-03-05T20:30:00.424" v="737" actId="478"/>
          <ac:spMkLst>
            <pc:docMk/>
            <pc:sldMk cId="1213705177" sldId="2147474113"/>
            <ac:spMk id="203" creationId="{5A7538D4-B480-F222-E22F-C893B3CEC27C}"/>
          </ac:spMkLst>
        </pc:spChg>
        <pc:spChg chg="del">
          <ac:chgData name="Cartwright, Max" userId="4fdaca64-157b-4f34-aebd-58f672b6a20c" providerId="ADAL" clId="{9B24FA50-177C-4B5A-AA10-BF89D194F6B0}" dt="2024-03-05T20:30:00.424" v="737" actId="478"/>
          <ac:spMkLst>
            <pc:docMk/>
            <pc:sldMk cId="1213705177" sldId="2147474113"/>
            <ac:spMk id="204" creationId="{4D3A22E1-4E4E-38A5-D7FA-C6912196EE3E}"/>
          </ac:spMkLst>
        </pc:spChg>
        <pc:spChg chg="del">
          <ac:chgData name="Cartwright, Max" userId="4fdaca64-157b-4f34-aebd-58f672b6a20c" providerId="ADAL" clId="{9B24FA50-177C-4B5A-AA10-BF89D194F6B0}" dt="2024-03-05T20:30:00.424" v="737" actId="478"/>
          <ac:spMkLst>
            <pc:docMk/>
            <pc:sldMk cId="1213705177" sldId="2147474113"/>
            <ac:spMk id="205" creationId="{FBCE7D9C-EA02-6951-066E-5E6B68277047}"/>
          </ac:spMkLst>
        </pc:spChg>
        <pc:spChg chg="del">
          <ac:chgData name="Cartwright, Max" userId="4fdaca64-157b-4f34-aebd-58f672b6a20c" providerId="ADAL" clId="{9B24FA50-177C-4B5A-AA10-BF89D194F6B0}" dt="2024-03-05T20:30:00.424" v="737" actId="478"/>
          <ac:spMkLst>
            <pc:docMk/>
            <pc:sldMk cId="1213705177" sldId="2147474113"/>
            <ac:spMk id="206" creationId="{2FD49DFE-19EC-66FC-5C41-D1CFFA9C6481}"/>
          </ac:spMkLst>
        </pc:spChg>
        <pc:spChg chg="mod">
          <ac:chgData name="Cartwright, Max" userId="4fdaca64-157b-4f34-aebd-58f672b6a20c" providerId="ADAL" clId="{9B24FA50-177C-4B5A-AA10-BF89D194F6B0}" dt="2024-03-05T20:30:55.509" v="784" actId="1076"/>
          <ac:spMkLst>
            <pc:docMk/>
            <pc:sldMk cId="1213705177" sldId="2147474113"/>
            <ac:spMk id="212" creationId="{E9E9EF0F-AF07-BFD0-050D-40D1F632CE4D}"/>
          </ac:spMkLst>
        </pc:spChg>
        <pc:grpChg chg="del">
          <ac:chgData name="Cartwright, Max" userId="4fdaca64-157b-4f34-aebd-58f672b6a20c" providerId="ADAL" clId="{9B24FA50-177C-4B5A-AA10-BF89D194F6B0}" dt="2024-03-05T20:30:00.424" v="737" actId="478"/>
          <ac:grpSpMkLst>
            <pc:docMk/>
            <pc:sldMk cId="1213705177" sldId="2147474113"/>
            <ac:grpSpMk id="148" creationId="{D78BA56B-DD66-B653-579D-06BF009C253B}"/>
          </ac:grpSpMkLst>
        </pc:grpChg>
        <pc:grpChg chg="del">
          <ac:chgData name="Cartwright, Max" userId="4fdaca64-157b-4f34-aebd-58f672b6a20c" providerId="ADAL" clId="{9B24FA50-177C-4B5A-AA10-BF89D194F6B0}" dt="2024-03-05T20:30:00.424" v="737" actId="478"/>
          <ac:grpSpMkLst>
            <pc:docMk/>
            <pc:sldMk cId="1213705177" sldId="2147474113"/>
            <ac:grpSpMk id="158" creationId="{578EB1ED-CF6B-5CEB-3081-11103F9CC973}"/>
          </ac:grpSpMkLst>
        </pc:grpChg>
        <pc:grpChg chg="del">
          <ac:chgData name="Cartwright, Max" userId="4fdaca64-157b-4f34-aebd-58f672b6a20c" providerId="ADAL" clId="{9B24FA50-177C-4B5A-AA10-BF89D194F6B0}" dt="2024-03-05T20:30:00.424" v="737" actId="478"/>
          <ac:grpSpMkLst>
            <pc:docMk/>
            <pc:sldMk cId="1213705177" sldId="2147474113"/>
            <ac:grpSpMk id="165" creationId="{E72B2CFC-C22F-77D4-AD9E-7F18E40A0FB1}"/>
          </ac:grpSpMkLst>
        </pc:grpChg>
        <pc:grpChg chg="del">
          <ac:chgData name="Cartwright, Max" userId="4fdaca64-157b-4f34-aebd-58f672b6a20c" providerId="ADAL" clId="{9B24FA50-177C-4B5A-AA10-BF89D194F6B0}" dt="2024-03-05T20:30:00.424" v="737" actId="478"/>
          <ac:grpSpMkLst>
            <pc:docMk/>
            <pc:sldMk cId="1213705177" sldId="2147474113"/>
            <ac:grpSpMk id="171" creationId="{B3205E23-D70E-CFAC-FC0C-BB5B3ACB7CA3}"/>
          </ac:grpSpMkLst>
        </pc:grpChg>
        <pc:grpChg chg="del">
          <ac:chgData name="Cartwright, Max" userId="4fdaca64-157b-4f34-aebd-58f672b6a20c" providerId="ADAL" clId="{9B24FA50-177C-4B5A-AA10-BF89D194F6B0}" dt="2024-03-05T20:30:00.424" v="737" actId="478"/>
          <ac:grpSpMkLst>
            <pc:docMk/>
            <pc:sldMk cId="1213705177" sldId="2147474113"/>
            <ac:grpSpMk id="185" creationId="{D5A2B38D-456C-17C1-E003-C944FD7903F8}"/>
          </ac:grpSpMkLst>
        </pc:grpChg>
        <pc:grpChg chg="del">
          <ac:chgData name="Cartwright, Max" userId="4fdaca64-157b-4f34-aebd-58f672b6a20c" providerId="ADAL" clId="{9B24FA50-177C-4B5A-AA10-BF89D194F6B0}" dt="2024-03-05T20:30:00.424" v="737" actId="478"/>
          <ac:grpSpMkLst>
            <pc:docMk/>
            <pc:sldMk cId="1213705177" sldId="2147474113"/>
            <ac:grpSpMk id="193" creationId="{8EF86B93-E963-7422-DA88-1A072CC5FC32}"/>
          </ac:grpSpMkLst>
        </pc:grpChg>
        <pc:graphicFrameChg chg="add mod">
          <ac:chgData name="Cartwright, Max" userId="4fdaca64-157b-4f34-aebd-58f672b6a20c" providerId="ADAL" clId="{9B24FA50-177C-4B5A-AA10-BF89D194F6B0}" dt="2024-03-05T20:30:21.840" v="740"/>
          <ac:graphicFrameMkLst>
            <pc:docMk/>
            <pc:sldMk cId="1213705177" sldId="2147474113"/>
            <ac:graphicFrameMk id="7" creationId="{F09AD3DE-54A7-DD92-2123-3432F75CB9A8}"/>
          </ac:graphicFrameMkLst>
        </pc:graphicFrameChg>
        <pc:cxnChg chg="add mod">
          <ac:chgData name="Cartwright, Max" userId="4fdaca64-157b-4f34-aebd-58f672b6a20c" providerId="ADAL" clId="{9B24FA50-177C-4B5A-AA10-BF89D194F6B0}" dt="2024-03-05T20:30:21.840" v="740"/>
          <ac:cxnSpMkLst>
            <pc:docMk/>
            <pc:sldMk cId="1213705177" sldId="2147474113"/>
            <ac:cxnSpMk id="4" creationId="{3150330C-0B66-4D17-AC79-A7B9E4C63D42}"/>
          </ac:cxnSpMkLst>
        </pc:cxnChg>
        <pc:cxnChg chg="del">
          <ac:chgData name="Cartwright, Max" userId="4fdaca64-157b-4f34-aebd-58f672b6a20c" providerId="ADAL" clId="{9B24FA50-177C-4B5A-AA10-BF89D194F6B0}" dt="2024-03-05T20:30:00.424" v="737" actId="478"/>
          <ac:cxnSpMkLst>
            <pc:docMk/>
            <pc:sldMk cId="1213705177" sldId="2147474113"/>
            <ac:cxnSpMk id="143" creationId="{3BF8E67B-C462-9DA6-1146-CD7A06B01E8A}"/>
          </ac:cxnSpMkLst>
        </pc:cxnChg>
        <pc:cxnChg chg="del">
          <ac:chgData name="Cartwright, Max" userId="4fdaca64-157b-4f34-aebd-58f672b6a20c" providerId="ADAL" clId="{9B24FA50-177C-4B5A-AA10-BF89D194F6B0}" dt="2024-03-05T20:30:00.424" v="737" actId="478"/>
          <ac:cxnSpMkLst>
            <pc:docMk/>
            <pc:sldMk cId="1213705177" sldId="2147474113"/>
            <ac:cxnSpMk id="145" creationId="{63575297-23D9-2043-C00C-09B94D4DC048}"/>
          </ac:cxnSpMkLst>
        </pc:cxnChg>
        <pc:cxnChg chg="del">
          <ac:chgData name="Cartwright, Max" userId="4fdaca64-157b-4f34-aebd-58f672b6a20c" providerId="ADAL" clId="{9B24FA50-177C-4B5A-AA10-BF89D194F6B0}" dt="2024-03-05T20:30:00.424" v="737" actId="478"/>
          <ac:cxnSpMkLst>
            <pc:docMk/>
            <pc:sldMk cId="1213705177" sldId="2147474113"/>
            <ac:cxnSpMk id="199" creationId="{319F9036-496F-82D3-1FFB-4BC13C203F8B}"/>
          </ac:cxnSpMkLst>
        </pc:cxnChg>
        <pc:cxnChg chg="del">
          <ac:chgData name="Cartwright, Max" userId="4fdaca64-157b-4f34-aebd-58f672b6a20c" providerId="ADAL" clId="{9B24FA50-177C-4B5A-AA10-BF89D194F6B0}" dt="2024-03-05T20:30:00.424" v="737" actId="478"/>
          <ac:cxnSpMkLst>
            <pc:docMk/>
            <pc:sldMk cId="1213705177" sldId="2147474113"/>
            <ac:cxnSpMk id="207" creationId="{1E7D6BC6-B4B9-64B1-42C5-51CBC31EF347}"/>
          </ac:cxnSpMkLst>
        </pc:cxnChg>
        <pc:cxnChg chg="del">
          <ac:chgData name="Cartwright, Max" userId="4fdaca64-157b-4f34-aebd-58f672b6a20c" providerId="ADAL" clId="{9B24FA50-177C-4B5A-AA10-BF89D194F6B0}" dt="2024-03-05T20:30:00.424" v="737" actId="478"/>
          <ac:cxnSpMkLst>
            <pc:docMk/>
            <pc:sldMk cId="1213705177" sldId="2147474113"/>
            <ac:cxnSpMk id="208" creationId="{0459D881-9ED2-165E-D6B8-F909211D1691}"/>
          </ac:cxnSpMkLst>
        </pc:cxnChg>
        <pc:cxnChg chg="del">
          <ac:chgData name="Cartwright, Max" userId="4fdaca64-157b-4f34-aebd-58f672b6a20c" providerId="ADAL" clId="{9B24FA50-177C-4B5A-AA10-BF89D194F6B0}" dt="2024-03-05T20:30:00.424" v="737" actId="478"/>
          <ac:cxnSpMkLst>
            <pc:docMk/>
            <pc:sldMk cId="1213705177" sldId="2147474113"/>
            <ac:cxnSpMk id="209" creationId="{2E703A9D-16FB-30D3-5D19-F54E398FAF81}"/>
          </ac:cxnSpMkLst>
        </pc:cxnChg>
        <pc:cxnChg chg="del">
          <ac:chgData name="Cartwright, Max" userId="4fdaca64-157b-4f34-aebd-58f672b6a20c" providerId="ADAL" clId="{9B24FA50-177C-4B5A-AA10-BF89D194F6B0}" dt="2024-03-05T20:30:00.424" v="737" actId="478"/>
          <ac:cxnSpMkLst>
            <pc:docMk/>
            <pc:sldMk cId="1213705177" sldId="2147474113"/>
            <ac:cxnSpMk id="210" creationId="{E1D80132-B5F9-221C-C71F-AD018CFBFCDA}"/>
          </ac:cxnSpMkLst>
        </pc:cxnChg>
        <pc:cxnChg chg="del">
          <ac:chgData name="Cartwright, Max" userId="4fdaca64-157b-4f34-aebd-58f672b6a20c" providerId="ADAL" clId="{9B24FA50-177C-4B5A-AA10-BF89D194F6B0}" dt="2024-03-05T20:30:00.424" v="737" actId="478"/>
          <ac:cxnSpMkLst>
            <pc:docMk/>
            <pc:sldMk cId="1213705177" sldId="2147474113"/>
            <ac:cxnSpMk id="211" creationId="{81551C70-A638-A096-B184-FBA648BC46CA}"/>
          </ac:cxnSpMkLst>
        </pc:cxnChg>
      </pc:sldChg>
      <pc:sldChg chg="addSp delSp modSp add mod">
        <pc:chgData name="Cartwright, Max" userId="4fdaca64-157b-4f34-aebd-58f672b6a20c" providerId="ADAL" clId="{9B24FA50-177C-4B5A-AA10-BF89D194F6B0}" dt="2024-03-05T20:32:52.682" v="832" actId="1076"/>
        <pc:sldMkLst>
          <pc:docMk/>
          <pc:sldMk cId="3523945655" sldId="2147474114"/>
        </pc:sldMkLst>
        <pc:spChg chg="add del mod">
          <ac:chgData name="Cartwright, Max" userId="4fdaca64-157b-4f34-aebd-58f672b6a20c" providerId="ADAL" clId="{9B24FA50-177C-4B5A-AA10-BF89D194F6B0}" dt="2024-03-05T20:32:41.721" v="826"/>
          <ac:spMkLst>
            <pc:docMk/>
            <pc:sldMk cId="3523945655" sldId="2147474114"/>
            <ac:spMk id="2" creationId="{1AC7362B-0870-2962-D024-F8E4044B88E3}"/>
          </ac:spMkLst>
        </pc:spChg>
        <pc:spChg chg="mod">
          <ac:chgData name="Cartwright, Max" userId="4fdaca64-157b-4f34-aebd-58f672b6a20c" providerId="ADAL" clId="{9B24FA50-177C-4B5A-AA10-BF89D194F6B0}" dt="2024-03-05T20:32:11.280" v="820" actId="20577"/>
          <ac:spMkLst>
            <pc:docMk/>
            <pc:sldMk cId="3523945655" sldId="2147474114"/>
            <ac:spMk id="3" creationId="{D55919F0-CF74-0672-208A-AF105C584388}"/>
          </ac:spMkLst>
        </pc:spChg>
        <pc:spChg chg="add del mod">
          <ac:chgData name="Cartwright, Max" userId="4fdaca64-157b-4f34-aebd-58f672b6a20c" providerId="ADAL" clId="{9B24FA50-177C-4B5A-AA10-BF89D194F6B0}" dt="2024-03-05T20:32:41.721" v="826"/>
          <ac:spMkLst>
            <pc:docMk/>
            <pc:sldMk cId="3523945655" sldId="2147474114"/>
            <ac:spMk id="4" creationId="{BE026772-F234-CDD0-6800-CE2EC1B8B081}"/>
          </ac:spMkLst>
        </pc:spChg>
        <pc:spChg chg="add del mod">
          <ac:chgData name="Cartwright, Max" userId="4fdaca64-157b-4f34-aebd-58f672b6a20c" providerId="ADAL" clId="{9B24FA50-177C-4B5A-AA10-BF89D194F6B0}" dt="2024-03-05T20:32:41.721" v="826"/>
          <ac:spMkLst>
            <pc:docMk/>
            <pc:sldMk cId="3523945655" sldId="2147474114"/>
            <ac:spMk id="5" creationId="{E0DAA75B-405A-92C3-5825-A961FE933284}"/>
          </ac:spMkLst>
        </pc:spChg>
        <pc:spChg chg="add del mod">
          <ac:chgData name="Cartwright, Max" userId="4fdaca64-157b-4f34-aebd-58f672b6a20c" providerId="ADAL" clId="{9B24FA50-177C-4B5A-AA10-BF89D194F6B0}" dt="2024-03-05T20:32:41.721" v="826"/>
          <ac:spMkLst>
            <pc:docMk/>
            <pc:sldMk cId="3523945655" sldId="2147474114"/>
            <ac:spMk id="6" creationId="{B5B13073-DC7D-6F47-7165-A2EC7C56F72C}"/>
          </ac:spMkLst>
        </pc:spChg>
        <pc:spChg chg="add del mod">
          <ac:chgData name="Cartwright, Max" userId="4fdaca64-157b-4f34-aebd-58f672b6a20c" providerId="ADAL" clId="{9B24FA50-177C-4B5A-AA10-BF89D194F6B0}" dt="2024-03-05T20:32:41.721" v="826"/>
          <ac:spMkLst>
            <pc:docMk/>
            <pc:sldMk cId="3523945655" sldId="2147474114"/>
            <ac:spMk id="7" creationId="{8EA8ACDD-7A9B-8553-E7F6-DBC837B5A178}"/>
          </ac:spMkLst>
        </pc:spChg>
        <pc:spChg chg="add del mod">
          <ac:chgData name="Cartwright, Max" userId="4fdaca64-157b-4f34-aebd-58f672b6a20c" providerId="ADAL" clId="{9B24FA50-177C-4B5A-AA10-BF89D194F6B0}" dt="2024-03-05T20:32:41.721" v="826"/>
          <ac:spMkLst>
            <pc:docMk/>
            <pc:sldMk cId="3523945655" sldId="2147474114"/>
            <ac:spMk id="8" creationId="{CD5BDDB1-278A-2CAA-B44F-D885073FB8CF}"/>
          </ac:spMkLst>
        </pc:spChg>
        <pc:spChg chg="add del mod">
          <ac:chgData name="Cartwright, Max" userId="4fdaca64-157b-4f34-aebd-58f672b6a20c" providerId="ADAL" clId="{9B24FA50-177C-4B5A-AA10-BF89D194F6B0}" dt="2024-03-05T20:32:41.721" v="826"/>
          <ac:spMkLst>
            <pc:docMk/>
            <pc:sldMk cId="3523945655" sldId="2147474114"/>
            <ac:spMk id="9" creationId="{DDBBEDDA-9036-67C2-634A-80788E7FECC8}"/>
          </ac:spMkLst>
        </pc:spChg>
        <pc:spChg chg="add del mod">
          <ac:chgData name="Cartwright, Max" userId="4fdaca64-157b-4f34-aebd-58f672b6a20c" providerId="ADAL" clId="{9B24FA50-177C-4B5A-AA10-BF89D194F6B0}" dt="2024-03-05T20:32:41.721" v="826"/>
          <ac:spMkLst>
            <pc:docMk/>
            <pc:sldMk cId="3523945655" sldId="2147474114"/>
            <ac:spMk id="10" creationId="{42C31445-93AC-F62C-8EF8-857EB6BCDD4C}"/>
          </ac:spMkLst>
        </pc:spChg>
        <pc:spChg chg="add del mod">
          <ac:chgData name="Cartwright, Max" userId="4fdaca64-157b-4f34-aebd-58f672b6a20c" providerId="ADAL" clId="{9B24FA50-177C-4B5A-AA10-BF89D194F6B0}" dt="2024-03-05T20:32:41.721" v="826"/>
          <ac:spMkLst>
            <pc:docMk/>
            <pc:sldMk cId="3523945655" sldId="2147474114"/>
            <ac:spMk id="11" creationId="{26E93189-BF82-5AD8-C663-17D18A2B588B}"/>
          </ac:spMkLst>
        </pc:spChg>
        <pc:spChg chg="add del mod">
          <ac:chgData name="Cartwright, Max" userId="4fdaca64-157b-4f34-aebd-58f672b6a20c" providerId="ADAL" clId="{9B24FA50-177C-4B5A-AA10-BF89D194F6B0}" dt="2024-03-05T20:32:41.721" v="826"/>
          <ac:spMkLst>
            <pc:docMk/>
            <pc:sldMk cId="3523945655" sldId="2147474114"/>
            <ac:spMk id="12" creationId="{C1798F82-2729-7374-B381-836F04CED26F}"/>
          </ac:spMkLst>
        </pc:spChg>
        <pc:spChg chg="add del mod">
          <ac:chgData name="Cartwright, Max" userId="4fdaca64-157b-4f34-aebd-58f672b6a20c" providerId="ADAL" clId="{9B24FA50-177C-4B5A-AA10-BF89D194F6B0}" dt="2024-03-05T20:32:41.721" v="826"/>
          <ac:spMkLst>
            <pc:docMk/>
            <pc:sldMk cId="3523945655" sldId="2147474114"/>
            <ac:spMk id="13" creationId="{634A0D72-66EF-3014-A468-F9CE2843D1D9}"/>
          </ac:spMkLst>
        </pc:spChg>
        <pc:spChg chg="add del mod">
          <ac:chgData name="Cartwright, Max" userId="4fdaca64-157b-4f34-aebd-58f672b6a20c" providerId="ADAL" clId="{9B24FA50-177C-4B5A-AA10-BF89D194F6B0}" dt="2024-03-05T20:32:41.721" v="826"/>
          <ac:spMkLst>
            <pc:docMk/>
            <pc:sldMk cId="3523945655" sldId="2147474114"/>
            <ac:spMk id="14" creationId="{75429EA5-7849-9CA1-72DB-EC20E2AB0C64}"/>
          </ac:spMkLst>
        </pc:spChg>
        <pc:spChg chg="add del mod">
          <ac:chgData name="Cartwright, Max" userId="4fdaca64-157b-4f34-aebd-58f672b6a20c" providerId="ADAL" clId="{9B24FA50-177C-4B5A-AA10-BF89D194F6B0}" dt="2024-03-05T20:32:41.721" v="826"/>
          <ac:spMkLst>
            <pc:docMk/>
            <pc:sldMk cId="3523945655" sldId="2147474114"/>
            <ac:spMk id="15" creationId="{76942AA4-6292-D25C-BC0B-219B78BCA8BF}"/>
          </ac:spMkLst>
        </pc:spChg>
        <pc:spChg chg="add del mod">
          <ac:chgData name="Cartwright, Max" userId="4fdaca64-157b-4f34-aebd-58f672b6a20c" providerId="ADAL" clId="{9B24FA50-177C-4B5A-AA10-BF89D194F6B0}" dt="2024-03-05T20:32:41.721" v="826"/>
          <ac:spMkLst>
            <pc:docMk/>
            <pc:sldMk cId="3523945655" sldId="2147474114"/>
            <ac:spMk id="16" creationId="{D3F3E653-85F3-2A97-7196-D32769DFA644}"/>
          </ac:spMkLst>
        </pc:spChg>
        <pc:spChg chg="add del mod">
          <ac:chgData name="Cartwright, Max" userId="4fdaca64-157b-4f34-aebd-58f672b6a20c" providerId="ADAL" clId="{9B24FA50-177C-4B5A-AA10-BF89D194F6B0}" dt="2024-03-05T20:32:41.721" v="826"/>
          <ac:spMkLst>
            <pc:docMk/>
            <pc:sldMk cId="3523945655" sldId="2147474114"/>
            <ac:spMk id="17" creationId="{2016A364-F049-7F13-8BC8-548A533ED761}"/>
          </ac:spMkLst>
        </pc:spChg>
        <pc:spChg chg="add del mod">
          <ac:chgData name="Cartwright, Max" userId="4fdaca64-157b-4f34-aebd-58f672b6a20c" providerId="ADAL" clId="{9B24FA50-177C-4B5A-AA10-BF89D194F6B0}" dt="2024-03-05T20:32:41.721" v="826"/>
          <ac:spMkLst>
            <pc:docMk/>
            <pc:sldMk cId="3523945655" sldId="2147474114"/>
            <ac:spMk id="18" creationId="{E5A52B40-E77C-8C74-06E4-EEC428918D75}"/>
          </ac:spMkLst>
        </pc:spChg>
        <pc:spChg chg="add del mod">
          <ac:chgData name="Cartwright, Max" userId="4fdaca64-157b-4f34-aebd-58f672b6a20c" providerId="ADAL" clId="{9B24FA50-177C-4B5A-AA10-BF89D194F6B0}" dt="2024-03-05T20:32:41.721" v="826"/>
          <ac:spMkLst>
            <pc:docMk/>
            <pc:sldMk cId="3523945655" sldId="2147474114"/>
            <ac:spMk id="19" creationId="{7361AC66-A100-A9BC-4EFE-B93C4E8B5DF3}"/>
          </ac:spMkLst>
        </pc:spChg>
        <pc:spChg chg="add del mod">
          <ac:chgData name="Cartwright, Max" userId="4fdaca64-157b-4f34-aebd-58f672b6a20c" providerId="ADAL" clId="{9B24FA50-177C-4B5A-AA10-BF89D194F6B0}" dt="2024-03-05T20:32:41.721" v="826"/>
          <ac:spMkLst>
            <pc:docMk/>
            <pc:sldMk cId="3523945655" sldId="2147474114"/>
            <ac:spMk id="20" creationId="{A565A1F0-08FD-F7F5-C384-B7D42ED6DDD0}"/>
          </ac:spMkLst>
        </pc:spChg>
        <pc:spChg chg="add del mod">
          <ac:chgData name="Cartwright, Max" userId="4fdaca64-157b-4f34-aebd-58f672b6a20c" providerId="ADAL" clId="{9B24FA50-177C-4B5A-AA10-BF89D194F6B0}" dt="2024-03-05T20:32:41.721" v="826"/>
          <ac:spMkLst>
            <pc:docMk/>
            <pc:sldMk cId="3523945655" sldId="2147474114"/>
            <ac:spMk id="21" creationId="{48676BF1-AA4D-A997-31EC-45F138BF6D8B}"/>
          </ac:spMkLst>
        </pc:spChg>
        <pc:spChg chg="add del mod">
          <ac:chgData name="Cartwright, Max" userId="4fdaca64-157b-4f34-aebd-58f672b6a20c" providerId="ADAL" clId="{9B24FA50-177C-4B5A-AA10-BF89D194F6B0}" dt="2024-03-05T20:32:41.721" v="826"/>
          <ac:spMkLst>
            <pc:docMk/>
            <pc:sldMk cId="3523945655" sldId="2147474114"/>
            <ac:spMk id="22" creationId="{79A4E605-D4B5-BCF1-B179-C2DF54A47A2F}"/>
          </ac:spMkLst>
        </pc:spChg>
        <pc:spChg chg="add del mod">
          <ac:chgData name="Cartwright, Max" userId="4fdaca64-157b-4f34-aebd-58f672b6a20c" providerId="ADAL" clId="{9B24FA50-177C-4B5A-AA10-BF89D194F6B0}" dt="2024-03-05T20:32:41.721" v="826"/>
          <ac:spMkLst>
            <pc:docMk/>
            <pc:sldMk cId="3523945655" sldId="2147474114"/>
            <ac:spMk id="23" creationId="{A3A12F99-14BE-79F5-EE39-5D7FAE91648B}"/>
          </ac:spMkLst>
        </pc:spChg>
        <pc:spChg chg="add del mod">
          <ac:chgData name="Cartwright, Max" userId="4fdaca64-157b-4f34-aebd-58f672b6a20c" providerId="ADAL" clId="{9B24FA50-177C-4B5A-AA10-BF89D194F6B0}" dt="2024-03-05T20:32:41.721" v="826"/>
          <ac:spMkLst>
            <pc:docMk/>
            <pc:sldMk cId="3523945655" sldId="2147474114"/>
            <ac:spMk id="24" creationId="{F571F88E-0F8A-56FD-577E-594670CCDADA}"/>
          </ac:spMkLst>
        </pc:spChg>
        <pc:spChg chg="add del mod">
          <ac:chgData name="Cartwright, Max" userId="4fdaca64-157b-4f34-aebd-58f672b6a20c" providerId="ADAL" clId="{9B24FA50-177C-4B5A-AA10-BF89D194F6B0}" dt="2024-03-05T20:32:41.721" v="826"/>
          <ac:spMkLst>
            <pc:docMk/>
            <pc:sldMk cId="3523945655" sldId="2147474114"/>
            <ac:spMk id="25" creationId="{C8491DE5-6772-6140-50FE-DBADB83ECABC}"/>
          </ac:spMkLst>
        </pc:spChg>
        <pc:spChg chg="add del mod">
          <ac:chgData name="Cartwright, Max" userId="4fdaca64-157b-4f34-aebd-58f672b6a20c" providerId="ADAL" clId="{9B24FA50-177C-4B5A-AA10-BF89D194F6B0}" dt="2024-03-05T20:32:41.721" v="826"/>
          <ac:spMkLst>
            <pc:docMk/>
            <pc:sldMk cId="3523945655" sldId="2147474114"/>
            <ac:spMk id="26" creationId="{BD16836C-5BA1-8520-2C2D-A116BB8C00C2}"/>
          </ac:spMkLst>
        </pc:spChg>
        <pc:spChg chg="add del mod">
          <ac:chgData name="Cartwright, Max" userId="4fdaca64-157b-4f34-aebd-58f672b6a20c" providerId="ADAL" clId="{9B24FA50-177C-4B5A-AA10-BF89D194F6B0}" dt="2024-03-05T20:32:41.721" v="826"/>
          <ac:spMkLst>
            <pc:docMk/>
            <pc:sldMk cId="3523945655" sldId="2147474114"/>
            <ac:spMk id="27" creationId="{DE91DDF4-DB27-B510-AF1E-06F6C00F91E9}"/>
          </ac:spMkLst>
        </pc:spChg>
        <pc:spChg chg="add del mod">
          <ac:chgData name="Cartwright, Max" userId="4fdaca64-157b-4f34-aebd-58f672b6a20c" providerId="ADAL" clId="{9B24FA50-177C-4B5A-AA10-BF89D194F6B0}" dt="2024-03-05T20:32:41.721" v="826"/>
          <ac:spMkLst>
            <pc:docMk/>
            <pc:sldMk cId="3523945655" sldId="2147474114"/>
            <ac:spMk id="28" creationId="{0B2D2F8A-BFB4-9C16-A027-A88751405439}"/>
          </ac:spMkLst>
        </pc:spChg>
        <pc:spChg chg="add del mod">
          <ac:chgData name="Cartwright, Max" userId="4fdaca64-157b-4f34-aebd-58f672b6a20c" providerId="ADAL" clId="{9B24FA50-177C-4B5A-AA10-BF89D194F6B0}" dt="2024-03-05T20:32:41.721" v="826"/>
          <ac:spMkLst>
            <pc:docMk/>
            <pc:sldMk cId="3523945655" sldId="2147474114"/>
            <ac:spMk id="29" creationId="{F40DEC58-0613-F715-4F28-0F66BAFB265E}"/>
          </ac:spMkLst>
        </pc:spChg>
        <pc:spChg chg="add del mod">
          <ac:chgData name="Cartwright, Max" userId="4fdaca64-157b-4f34-aebd-58f672b6a20c" providerId="ADAL" clId="{9B24FA50-177C-4B5A-AA10-BF89D194F6B0}" dt="2024-03-05T20:32:41.721" v="826"/>
          <ac:spMkLst>
            <pc:docMk/>
            <pc:sldMk cId="3523945655" sldId="2147474114"/>
            <ac:spMk id="30" creationId="{FA9F38A8-F00E-4367-406B-9662E73E5F8B}"/>
          </ac:spMkLst>
        </pc:spChg>
        <pc:spChg chg="add del mod">
          <ac:chgData name="Cartwright, Max" userId="4fdaca64-157b-4f34-aebd-58f672b6a20c" providerId="ADAL" clId="{9B24FA50-177C-4B5A-AA10-BF89D194F6B0}" dt="2024-03-05T20:32:41.721" v="826"/>
          <ac:spMkLst>
            <pc:docMk/>
            <pc:sldMk cId="3523945655" sldId="2147474114"/>
            <ac:spMk id="31" creationId="{1079B4C5-780D-FDF9-AEFB-9C208505AB53}"/>
          </ac:spMkLst>
        </pc:spChg>
        <pc:spChg chg="add del mod">
          <ac:chgData name="Cartwright, Max" userId="4fdaca64-157b-4f34-aebd-58f672b6a20c" providerId="ADAL" clId="{9B24FA50-177C-4B5A-AA10-BF89D194F6B0}" dt="2024-03-05T20:32:41.721" v="826"/>
          <ac:spMkLst>
            <pc:docMk/>
            <pc:sldMk cId="3523945655" sldId="2147474114"/>
            <ac:spMk id="192" creationId="{9DD2BDD6-1F30-95CA-5D33-B4EEE14ED62F}"/>
          </ac:spMkLst>
        </pc:spChg>
        <pc:spChg chg="add del mod">
          <ac:chgData name="Cartwright, Max" userId="4fdaca64-157b-4f34-aebd-58f672b6a20c" providerId="ADAL" clId="{9B24FA50-177C-4B5A-AA10-BF89D194F6B0}" dt="2024-03-05T20:32:41.721" v="826"/>
          <ac:spMkLst>
            <pc:docMk/>
            <pc:sldMk cId="3523945655" sldId="2147474114"/>
            <ac:spMk id="193" creationId="{69485C0D-8A60-5B68-935D-7F85EA5DA36F}"/>
          </ac:spMkLst>
        </pc:spChg>
        <pc:spChg chg="add del mod">
          <ac:chgData name="Cartwright, Max" userId="4fdaca64-157b-4f34-aebd-58f672b6a20c" providerId="ADAL" clId="{9B24FA50-177C-4B5A-AA10-BF89D194F6B0}" dt="2024-03-05T20:32:41.721" v="826"/>
          <ac:spMkLst>
            <pc:docMk/>
            <pc:sldMk cId="3523945655" sldId="2147474114"/>
            <ac:spMk id="194" creationId="{707C4B08-326B-F9A2-0BB3-E35D04481CE6}"/>
          </ac:spMkLst>
        </pc:spChg>
        <pc:spChg chg="add del mod">
          <ac:chgData name="Cartwright, Max" userId="4fdaca64-157b-4f34-aebd-58f672b6a20c" providerId="ADAL" clId="{9B24FA50-177C-4B5A-AA10-BF89D194F6B0}" dt="2024-03-05T20:32:41.721" v="826"/>
          <ac:spMkLst>
            <pc:docMk/>
            <pc:sldMk cId="3523945655" sldId="2147474114"/>
            <ac:spMk id="195" creationId="{F5940960-9607-1E6F-7FC7-930CF91423EB}"/>
          </ac:spMkLst>
        </pc:spChg>
        <pc:spChg chg="add del mod">
          <ac:chgData name="Cartwright, Max" userId="4fdaca64-157b-4f34-aebd-58f672b6a20c" providerId="ADAL" clId="{9B24FA50-177C-4B5A-AA10-BF89D194F6B0}" dt="2024-03-05T20:32:41.721" v="826"/>
          <ac:spMkLst>
            <pc:docMk/>
            <pc:sldMk cId="3523945655" sldId="2147474114"/>
            <ac:spMk id="196" creationId="{35531F81-BD30-955D-E763-A572EC34C738}"/>
          </ac:spMkLst>
        </pc:spChg>
        <pc:spChg chg="add del mod">
          <ac:chgData name="Cartwright, Max" userId="4fdaca64-157b-4f34-aebd-58f672b6a20c" providerId="ADAL" clId="{9B24FA50-177C-4B5A-AA10-BF89D194F6B0}" dt="2024-03-05T20:32:41.721" v="826"/>
          <ac:spMkLst>
            <pc:docMk/>
            <pc:sldMk cId="3523945655" sldId="2147474114"/>
            <ac:spMk id="197" creationId="{A73AE3C6-9018-9762-85D1-82F53E770383}"/>
          </ac:spMkLst>
        </pc:spChg>
        <pc:spChg chg="add del mod">
          <ac:chgData name="Cartwright, Max" userId="4fdaca64-157b-4f34-aebd-58f672b6a20c" providerId="ADAL" clId="{9B24FA50-177C-4B5A-AA10-BF89D194F6B0}" dt="2024-03-05T20:32:41.721" v="826"/>
          <ac:spMkLst>
            <pc:docMk/>
            <pc:sldMk cId="3523945655" sldId="2147474114"/>
            <ac:spMk id="198" creationId="{38FBA2AD-C927-2F3C-87B6-DC5D7BBA51B0}"/>
          </ac:spMkLst>
        </pc:spChg>
        <pc:spChg chg="add del mod">
          <ac:chgData name="Cartwright, Max" userId="4fdaca64-157b-4f34-aebd-58f672b6a20c" providerId="ADAL" clId="{9B24FA50-177C-4B5A-AA10-BF89D194F6B0}" dt="2024-03-05T20:32:41.721" v="826"/>
          <ac:spMkLst>
            <pc:docMk/>
            <pc:sldMk cId="3523945655" sldId="2147474114"/>
            <ac:spMk id="199" creationId="{6775FDC2-F7FF-D34C-31A8-2ED7E69DF353}"/>
          </ac:spMkLst>
        </pc:spChg>
        <pc:spChg chg="add del mod">
          <ac:chgData name="Cartwright, Max" userId="4fdaca64-157b-4f34-aebd-58f672b6a20c" providerId="ADAL" clId="{9B24FA50-177C-4B5A-AA10-BF89D194F6B0}" dt="2024-03-05T20:32:41.721" v="826"/>
          <ac:spMkLst>
            <pc:docMk/>
            <pc:sldMk cId="3523945655" sldId="2147474114"/>
            <ac:spMk id="200" creationId="{BC27011C-951A-F8C8-E1CE-43FC831673A6}"/>
          </ac:spMkLst>
        </pc:spChg>
        <pc:spChg chg="add del mod">
          <ac:chgData name="Cartwright, Max" userId="4fdaca64-157b-4f34-aebd-58f672b6a20c" providerId="ADAL" clId="{9B24FA50-177C-4B5A-AA10-BF89D194F6B0}" dt="2024-03-05T20:32:41.721" v="826"/>
          <ac:spMkLst>
            <pc:docMk/>
            <pc:sldMk cId="3523945655" sldId="2147474114"/>
            <ac:spMk id="201" creationId="{327207D3-D0E8-E27B-0709-427EAC069FD9}"/>
          </ac:spMkLst>
        </pc:spChg>
        <pc:spChg chg="add del mod">
          <ac:chgData name="Cartwright, Max" userId="4fdaca64-157b-4f34-aebd-58f672b6a20c" providerId="ADAL" clId="{9B24FA50-177C-4B5A-AA10-BF89D194F6B0}" dt="2024-03-05T20:32:41.721" v="826"/>
          <ac:spMkLst>
            <pc:docMk/>
            <pc:sldMk cId="3523945655" sldId="2147474114"/>
            <ac:spMk id="202" creationId="{31B6E6D3-E811-C303-D9EC-2DBCA9A18DB2}"/>
          </ac:spMkLst>
        </pc:spChg>
        <pc:spChg chg="add del mod">
          <ac:chgData name="Cartwright, Max" userId="4fdaca64-157b-4f34-aebd-58f672b6a20c" providerId="ADAL" clId="{9B24FA50-177C-4B5A-AA10-BF89D194F6B0}" dt="2024-03-05T20:32:41.721" v="826"/>
          <ac:spMkLst>
            <pc:docMk/>
            <pc:sldMk cId="3523945655" sldId="2147474114"/>
            <ac:spMk id="203" creationId="{C3800318-9BAB-8FFE-886F-7ADF7438A561}"/>
          </ac:spMkLst>
        </pc:spChg>
        <pc:spChg chg="add del mod">
          <ac:chgData name="Cartwright, Max" userId="4fdaca64-157b-4f34-aebd-58f672b6a20c" providerId="ADAL" clId="{9B24FA50-177C-4B5A-AA10-BF89D194F6B0}" dt="2024-03-05T20:32:41.721" v="826"/>
          <ac:spMkLst>
            <pc:docMk/>
            <pc:sldMk cId="3523945655" sldId="2147474114"/>
            <ac:spMk id="204" creationId="{7A4832AD-E6C0-E541-683A-3B2C514F8729}"/>
          </ac:spMkLst>
        </pc:spChg>
        <pc:spChg chg="add del mod">
          <ac:chgData name="Cartwright, Max" userId="4fdaca64-157b-4f34-aebd-58f672b6a20c" providerId="ADAL" clId="{9B24FA50-177C-4B5A-AA10-BF89D194F6B0}" dt="2024-03-05T20:32:41.721" v="826"/>
          <ac:spMkLst>
            <pc:docMk/>
            <pc:sldMk cId="3523945655" sldId="2147474114"/>
            <ac:spMk id="205" creationId="{8220CB1D-514A-DBE1-58C4-5303C17628C3}"/>
          </ac:spMkLst>
        </pc:spChg>
        <pc:spChg chg="add del mod">
          <ac:chgData name="Cartwright, Max" userId="4fdaca64-157b-4f34-aebd-58f672b6a20c" providerId="ADAL" clId="{9B24FA50-177C-4B5A-AA10-BF89D194F6B0}" dt="2024-03-05T20:32:41.721" v="826"/>
          <ac:spMkLst>
            <pc:docMk/>
            <pc:sldMk cId="3523945655" sldId="2147474114"/>
            <ac:spMk id="206" creationId="{F1482AE0-E4B1-C6F2-B73C-AD4A623224FD}"/>
          </ac:spMkLst>
        </pc:spChg>
        <pc:spChg chg="add del mod">
          <ac:chgData name="Cartwright, Max" userId="4fdaca64-157b-4f34-aebd-58f672b6a20c" providerId="ADAL" clId="{9B24FA50-177C-4B5A-AA10-BF89D194F6B0}" dt="2024-03-05T20:32:41.721" v="826"/>
          <ac:spMkLst>
            <pc:docMk/>
            <pc:sldMk cId="3523945655" sldId="2147474114"/>
            <ac:spMk id="207" creationId="{E5B45924-4468-2E75-B443-E8F537BE68A6}"/>
          </ac:spMkLst>
        </pc:spChg>
        <pc:spChg chg="add del mod">
          <ac:chgData name="Cartwright, Max" userId="4fdaca64-157b-4f34-aebd-58f672b6a20c" providerId="ADAL" clId="{9B24FA50-177C-4B5A-AA10-BF89D194F6B0}" dt="2024-03-05T20:32:41.721" v="826"/>
          <ac:spMkLst>
            <pc:docMk/>
            <pc:sldMk cId="3523945655" sldId="2147474114"/>
            <ac:spMk id="208" creationId="{A45376C6-05C3-15DE-CCF7-D86B699E15C3}"/>
          </ac:spMkLst>
        </pc:spChg>
        <pc:spChg chg="add del mod">
          <ac:chgData name="Cartwright, Max" userId="4fdaca64-157b-4f34-aebd-58f672b6a20c" providerId="ADAL" clId="{9B24FA50-177C-4B5A-AA10-BF89D194F6B0}" dt="2024-03-05T20:32:41.721" v="826"/>
          <ac:spMkLst>
            <pc:docMk/>
            <pc:sldMk cId="3523945655" sldId="2147474114"/>
            <ac:spMk id="210" creationId="{067D5CEB-2054-B64D-E21D-F521FFD43E1B}"/>
          </ac:spMkLst>
        </pc:spChg>
        <pc:spChg chg="add del mod">
          <ac:chgData name="Cartwright, Max" userId="4fdaca64-157b-4f34-aebd-58f672b6a20c" providerId="ADAL" clId="{9B24FA50-177C-4B5A-AA10-BF89D194F6B0}" dt="2024-03-05T20:32:41.721" v="826"/>
          <ac:spMkLst>
            <pc:docMk/>
            <pc:sldMk cId="3523945655" sldId="2147474114"/>
            <ac:spMk id="211" creationId="{545CC2DC-AB9F-F166-6A60-1B0019B25FA7}"/>
          </ac:spMkLst>
        </pc:spChg>
        <pc:spChg chg="add del mod">
          <ac:chgData name="Cartwright, Max" userId="4fdaca64-157b-4f34-aebd-58f672b6a20c" providerId="ADAL" clId="{9B24FA50-177C-4B5A-AA10-BF89D194F6B0}" dt="2024-03-05T20:32:41.721" v="826"/>
          <ac:spMkLst>
            <pc:docMk/>
            <pc:sldMk cId="3523945655" sldId="2147474114"/>
            <ac:spMk id="213" creationId="{A0A8DACC-8C29-102D-90D7-945A13FC6CCE}"/>
          </ac:spMkLst>
        </pc:spChg>
        <pc:spChg chg="add del mod">
          <ac:chgData name="Cartwright, Max" userId="4fdaca64-157b-4f34-aebd-58f672b6a20c" providerId="ADAL" clId="{9B24FA50-177C-4B5A-AA10-BF89D194F6B0}" dt="2024-03-05T20:32:41.721" v="826"/>
          <ac:spMkLst>
            <pc:docMk/>
            <pc:sldMk cId="3523945655" sldId="2147474114"/>
            <ac:spMk id="214" creationId="{5616AC1B-85D5-2014-DEED-7A5DB7A3B9AE}"/>
          </ac:spMkLst>
        </pc:spChg>
        <pc:spChg chg="add del mod">
          <ac:chgData name="Cartwright, Max" userId="4fdaca64-157b-4f34-aebd-58f672b6a20c" providerId="ADAL" clId="{9B24FA50-177C-4B5A-AA10-BF89D194F6B0}" dt="2024-03-05T20:32:41.721" v="826"/>
          <ac:spMkLst>
            <pc:docMk/>
            <pc:sldMk cId="3523945655" sldId="2147474114"/>
            <ac:spMk id="215" creationId="{BFD582AA-7B95-95C7-4A1A-084A23703C58}"/>
          </ac:spMkLst>
        </pc:spChg>
        <pc:spChg chg="add del mod">
          <ac:chgData name="Cartwright, Max" userId="4fdaca64-157b-4f34-aebd-58f672b6a20c" providerId="ADAL" clId="{9B24FA50-177C-4B5A-AA10-BF89D194F6B0}" dt="2024-03-05T20:32:41.721" v="826"/>
          <ac:spMkLst>
            <pc:docMk/>
            <pc:sldMk cId="3523945655" sldId="2147474114"/>
            <ac:spMk id="216" creationId="{247215D1-1608-49AD-2C72-BD7086A1F23B}"/>
          </ac:spMkLst>
        </pc:spChg>
        <pc:spChg chg="add del mod">
          <ac:chgData name="Cartwright, Max" userId="4fdaca64-157b-4f34-aebd-58f672b6a20c" providerId="ADAL" clId="{9B24FA50-177C-4B5A-AA10-BF89D194F6B0}" dt="2024-03-05T20:32:41.721" v="826"/>
          <ac:spMkLst>
            <pc:docMk/>
            <pc:sldMk cId="3523945655" sldId="2147474114"/>
            <ac:spMk id="217" creationId="{0373FAA1-AB90-0B00-55A0-72CA384262F1}"/>
          </ac:spMkLst>
        </pc:spChg>
        <pc:spChg chg="add del mod">
          <ac:chgData name="Cartwright, Max" userId="4fdaca64-157b-4f34-aebd-58f672b6a20c" providerId="ADAL" clId="{9B24FA50-177C-4B5A-AA10-BF89D194F6B0}" dt="2024-03-05T20:32:41.721" v="826"/>
          <ac:spMkLst>
            <pc:docMk/>
            <pc:sldMk cId="3523945655" sldId="2147474114"/>
            <ac:spMk id="218" creationId="{7D642801-5D2C-872B-DBB2-B38042797857}"/>
          </ac:spMkLst>
        </pc:spChg>
        <pc:spChg chg="add del mod">
          <ac:chgData name="Cartwright, Max" userId="4fdaca64-157b-4f34-aebd-58f672b6a20c" providerId="ADAL" clId="{9B24FA50-177C-4B5A-AA10-BF89D194F6B0}" dt="2024-03-05T20:32:41.721" v="826"/>
          <ac:spMkLst>
            <pc:docMk/>
            <pc:sldMk cId="3523945655" sldId="2147474114"/>
            <ac:spMk id="219" creationId="{F59F4F51-7336-4365-7769-F85C3A36E77D}"/>
          </ac:spMkLst>
        </pc:spChg>
        <pc:spChg chg="add del mod">
          <ac:chgData name="Cartwright, Max" userId="4fdaca64-157b-4f34-aebd-58f672b6a20c" providerId="ADAL" clId="{9B24FA50-177C-4B5A-AA10-BF89D194F6B0}" dt="2024-03-05T20:32:41.721" v="826"/>
          <ac:spMkLst>
            <pc:docMk/>
            <pc:sldMk cId="3523945655" sldId="2147474114"/>
            <ac:spMk id="220" creationId="{808A8730-AEEE-3BFE-DB9E-60ED592B19E0}"/>
          </ac:spMkLst>
        </pc:spChg>
        <pc:spChg chg="add del mod">
          <ac:chgData name="Cartwright, Max" userId="4fdaca64-157b-4f34-aebd-58f672b6a20c" providerId="ADAL" clId="{9B24FA50-177C-4B5A-AA10-BF89D194F6B0}" dt="2024-03-05T20:32:41.721" v="826"/>
          <ac:spMkLst>
            <pc:docMk/>
            <pc:sldMk cId="3523945655" sldId="2147474114"/>
            <ac:spMk id="221" creationId="{7D48BA03-6BEB-C801-DA4C-BA7FCCB3D42B}"/>
          </ac:spMkLst>
        </pc:spChg>
        <pc:spChg chg="add del mod">
          <ac:chgData name="Cartwright, Max" userId="4fdaca64-157b-4f34-aebd-58f672b6a20c" providerId="ADAL" clId="{9B24FA50-177C-4B5A-AA10-BF89D194F6B0}" dt="2024-03-05T20:32:41.721" v="826"/>
          <ac:spMkLst>
            <pc:docMk/>
            <pc:sldMk cId="3523945655" sldId="2147474114"/>
            <ac:spMk id="222" creationId="{29E7EAB6-60BA-434C-80D4-9E75199C9BBC}"/>
          </ac:spMkLst>
        </pc:spChg>
        <pc:spChg chg="add del mod">
          <ac:chgData name="Cartwright, Max" userId="4fdaca64-157b-4f34-aebd-58f672b6a20c" providerId="ADAL" clId="{9B24FA50-177C-4B5A-AA10-BF89D194F6B0}" dt="2024-03-05T20:32:41.721" v="826"/>
          <ac:spMkLst>
            <pc:docMk/>
            <pc:sldMk cId="3523945655" sldId="2147474114"/>
            <ac:spMk id="223" creationId="{86FA7219-ECD3-09F1-3074-E1EEE5B3DD2E}"/>
          </ac:spMkLst>
        </pc:spChg>
        <pc:spChg chg="add del mod">
          <ac:chgData name="Cartwright, Max" userId="4fdaca64-157b-4f34-aebd-58f672b6a20c" providerId="ADAL" clId="{9B24FA50-177C-4B5A-AA10-BF89D194F6B0}" dt="2024-03-05T20:32:41.721" v="826"/>
          <ac:spMkLst>
            <pc:docMk/>
            <pc:sldMk cId="3523945655" sldId="2147474114"/>
            <ac:spMk id="224" creationId="{5C8A9784-85B8-F7A4-1DCE-F9C32D0430C2}"/>
          </ac:spMkLst>
        </pc:spChg>
        <pc:spChg chg="add del mod">
          <ac:chgData name="Cartwright, Max" userId="4fdaca64-157b-4f34-aebd-58f672b6a20c" providerId="ADAL" clId="{9B24FA50-177C-4B5A-AA10-BF89D194F6B0}" dt="2024-03-05T20:32:41.721" v="826"/>
          <ac:spMkLst>
            <pc:docMk/>
            <pc:sldMk cId="3523945655" sldId="2147474114"/>
            <ac:spMk id="225" creationId="{789C6800-B5B2-C31E-8E7A-236ADB6A7611}"/>
          </ac:spMkLst>
        </pc:spChg>
        <pc:spChg chg="add del mod">
          <ac:chgData name="Cartwright, Max" userId="4fdaca64-157b-4f34-aebd-58f672b6a20c" providerId="ADAL" clId="{9B24FA50-177C-4B5A-AA10-BF89D194F6B0}" dt="2024-03-05T20:32:41.721" v="826"/>
          <ac:spMkLst>
            <pc:docMk/>
            <pc:sldMk cId="3523945655" sldId="2147474114"/>
            <ac:spMk id="226" creationId="{06931548-B82D-F1DA-735D-87EFA55CA358}"/>
          </ac:spMkLst>
        </pc:spChg>
        <pc:spChg chg="add del mod">
          <ac:chgData name="Cartwright, Max" userId="4fdaca64-157b-4f34-aebd-58f672b6a20c" providerId="ADAL" clId="{9B24FA50-177C-4B5A-AA10-BF89D194F6B0}" dt="2024-03-05T20:32:41.721" v="826"/>
          <ac:spMkLst>
            <pc:docMk/>
            <pc:sldMk cId="3523945655" sldId="2147474114"/>
            <ac:spMk id="227" creationId="{E9CB4582-1BF1-5480-A58C-04BFF7E74390}"/>
          </ac:spMkLst>
        </pc:spChg>
        <pc:spChg chg="add del mod">
          <ac:chgData name="Cartwright, Max" userId="4fdaca64-157b-4f34-aebd-58f672b6a20c" providerId="ADAL" clId="{9B24FA50-177C-4B5A-AA10-BF89D194F6B0}" dt="2024-03-05T20:32:41.721" v="826"/>
          <ac:spMkLst>
            <pc:docMk/>
            <pc:sldMk cId="3523945655" sldId="2147474114"/>
            <ac:spMk id="228" creationId="{84B72A26-55AB-4533-E0FF-F699F0484EDC}"/>
          </ac:spMkLst>
        </pc:spChg>
        <pc:spChg chg="add del mod">
          <ac:chgData name="Cartwright, Max" userId="4fdaca64-157b-4f34-aebd-58f672b6a20c" providerId="ADAL" clId="{9B24FA50-177C-4B5A-AA10-BF89D194F6B0}" dt="2024-03-05T20:32:41.721" v="826"/>
          <ac:spMkLst>
            <pc:docMk/>
            <pc:sldMk cId="3523945655" sldId="2147474114"/>
            <ac:spMk id="229" creationId="{B3BD152C-EE09-AEC7-638A-BE234B848D0F}"/>
          </ac:spMkLst>
        </pc:spChg>
        <pc:spChg chg="add del mod">
          <ac:chgData name="Cartwright, Max" userId="4fdaca64-157b-4f34-aebd-58f672b6a20c" providerId="ADAL" clId="{9B24FA50-177C-4B5A-AA10-BF89D194F6B0}" dt="2024-03-05T20:32:41.721" v="826"/>
          <ac:spMkLst>
            <pc:docMk/>
            <pc:sldMk cId="3523945655" sldId="2147474114"/>
            <ac:spMk id="230" creationId="{4E1038B7-83E5-EF44-A77B-6281704303C6}"/>
          </ac:spMkLst>
        </pc:spChg>
        <pc:spChg chg="add del mod">
          <ac:chgData name="Cartwright, Max" userId="4fdaca64-157b-4f34-aebd-58f672b6a20c" providerId="ADAL" clId="{9B24FA50-177C-4B5A-AA10-BF89D194F6B0}" dt="2024-03-05T20:32:41.721" v="826"/>
          <ac:spMkLst>
            <pc:docMk/>
            <pc:sldMk cId="3523945655" sldId="2147474114"/>
            <ac:spMk id="231" creationId="{81C7E81C-B26B-1B54-9C67-A5614ECDB198}"/>
          </ac:spMkLst>
        </pc:spChg>
        <pc:spChg chg="add del mod">
          <ac:chgData name="Cartwright, Max" userId="4fdaca64-157b-4f34-aebd-58f672b6a20c" providerId="ADAL" clId="{9B24FA50-177C-4B5A-AA10-BF89D194F6B0}" dt="2024-03-05T20:32:41.721" v="826"/>
          <ac:spMkLst>
            <pc:docMk/>
            <pc:sldMk cId="3523945655" sldId="2147474114"/>
            <ac:spMk id="232" creationId="{B8FEFEDA-695E-50F4-7590-B0EE995327E4}"/>
          </ac:spMkLst>
        </pc:spChg>
        <pc:spChg chg="add del mod">
          <ac:chgData name="Cartwright, Max" userId="4fdaca64-157b-4f34-aebd-58f672b6a20c" providerId="ADAL" clId="{9B24FA50-177C-4B5A-AA10-BF89D194F6B0}" dt="2024-03-05T20:32:41.721" v="826"/>
          <ac:spMkLst>
            <pc:docMk/>
            <pc:sldMk cId="3523945655" sldId="2147474114"/>
            <ac:spMk id="233" creationId="{8CA2FE3D-9BF3-65F1-A8AE-A11A3AF1E6C0}"/>
          </ac:spMkLst>
        </pc:spChg>
        <pc:spChg chg="add del mod">
          <ac:chgData name="Cartwright, Max" userId="4fdaca64-157b-4f34-aebd-58f672b6a20c" providerId="ADAL" clId="{9B24FA50-177C-4B5A-AA10-BF89D194F6B0}" dt="2024-03-05T20:32:47.697" v="830"/>
          <ac:spMkLst>
            <pc:docMk/>
            <pc:sldMk cId="3523945655" sldId="2147474114"/>
            <ac:spMk id="234" creationId="{E5A68C62-07B8-9187-D6EF-B2EF7E5401C8}"/>
          </ac:spMkLst>
        </pc:spChg>
        <pc:spChg chg="add del mod">
          <ac:chgData name="Cartwright, Max" userId="4fdaca64-157b-4f34-aebd-58f672b6a20c" providerId="ADAL" clId="{9B24FA50-177C-4B5A-AA10-BF89D194F6B0}" dt="2024-03-05T20:32:47.697" v="830"/>
          <ac:spMkLst>
            <pc:docMk/>
            <pc:sldMk cId="3523945655" sldId="2147474114"/>
            <ac:spMk id="235" creationId="{BDEF42E5-6024-CF1C-FFE8-41345465AF1F}"/>
          </ac:spMkLst>
        </pc:spChg>
        <pc:spChg chg="add del mod">
          <ac:chgData name="Cartwright, Max" userId="4fdaca64-157b-4f34-aebd-58f672b6a20c" providerId="ADAL" clId="{9B24FA50-177C-4B5A-AA10-BF89D194F6B0}" dt="2024-03-05T20:32:47.697" v="830"/>
          <ac:spMkLst>
            <pc:docMk/>
            <pc:sldMk cId="3523945655" sldId="2147474114"/>
            <ac:spMk id="236" creationId="{5BF2F22E-430F-DB95-4EB1-679566F100CF}"/>
          </ac:spMkLst>
        </pc:spChg>
        <pc:spChg chg="add del mod">
          <ac:chgData name="Cartwright, Max" userId="4fdaca64-157b-4f34-aebd-58f672b6a20c" providerId="ADAL" clId="{9B24FA50-177C-4B5A-AA10-BF89D194F6B0}" dt="2024-03-05T20:32:47.697" v="830"/>
          <ac:spMkLst>
            <pc:docMk/>
            <pc:sldMk cId="3523945655" sldId="2147474114"/>
            <ac:spMk id="237" creationId="{ED529113-1882-0E17-696B-AFE983077EA1}"/>
          </ac:spMkLst>
        </pc:spChg>
        <pc:spChg chg="add del mod">
          <ac:chgData name="Cartwright, Max" userId="4fdaca64-157b-4f34-aebd-58f672b6a20c" providerId="ADAL" clId="{9B24FA50-177C-4B5A-AA10-BF89D194F6B0}" dt="2024-03-05T20:32:47.697" v="830"/>
          <ac:spMkLst>
            <pc:docMk/>
            <pc:sldMk cId="3523945655" sldId="2147474114"/>
            <ac:spMk id="238" creationId="{34CE1351-B626-AA2F-2B24-CC188D30FBCC}"/>
          </ac:spMkLst>
        </pc:spChg>
        <pc:spChg chg="add del mod">
          <ac:chgData name="Cartwright, Max" userId="4fdaca64-157b-4f34-aebd-58f672b6a20c" providerId="ADAL" clId="{9B24FA50-177C-4B5A-AA10-BF89D194F6B0}" dt="2024-03-05T20:32:47.697" v="830"/>
          <ac:spMkLst>
            <pc:docMk/>
            <pc:sldMk cId="3523945655" sldId="2147474114"/>
            <ac:spMk id="239" creationId="{A011AEB7-12B7-728E-064C-84F9DE393714}"/>
          </ac:spMkLst>
        </pc:spChg>
        <pc:spChg chg="add del mod">
          <ac:chgData name="Cartwright, Max" userId="4fdaca64-157b-4f34-aebd-58f672b6a20c" providerId="ADAL" clId="{9B24FA50-177C-4B5A-AA10-BF89D194F6B0}" dt="2024-03-05T20:32:47.697" v="830"/>
          <ac:spMkLst>
            <pc:docMk/>
            <pc:sldMk cId="3523945655" sldId="2147474114"/>
            <ac:spMk id="240" creationId="{6E3BF446-AF06-3A4D-1AAD-95293EEEDC3C}"/>
          </ac:spMkLst>
        </pc:spChg>
        <pc:spChg chg="add del mod">
          <ac:chgData name="Cartwright, Max" userId="4fdaca64-157b-4f34-aebd-58f672b6a20c" providerId="ADAL" clId="{9B24FA50-177C-4B5A-AA10-BF89D194F6B0}" dt="2024-03-05T20:32:47.697" v="830"/>
          <ac:spMkLst>
            <pc:docMk/>
            <pc:sldMk cId="3523945655" sldId="2147474114"/>
            <ac:spMk id="241" creationId="{FCEA4F79-80C6-13AD-0902-1FD98EE8BB8B}"/>
          </ac:spMkLst>
        </pc:spChg>
        <pc:spChg chg="add del mod">
          <ac:chgData name="Cartwright, Max" userId="4fdaca64-157b-4f34-aebd-58f672b6a20c" providerId="ADAL" clId="{9B24FA50-177C-4B5A-AA10-BF89D194F6B0}" dt="2024-03-05T20:32:47.697" v="830"/>
          <ac:spMkLst>
            <pc:docMk/>
            <pc:sldMk cId="3523945655" sldId="2147474114"/>
            <ac:spMk id="242" creationId="{646A7CF4-0DA1-6644-99DB-50D35CB95611}"/>
          </ac:spMkLst>
        </pc:spChg>
        <pc:spChg chg="add del mod">
          <ac:chgData name="Cartwright, Max" userId="4fdaca64-157b-4f34-aebd-58f672b6a20c" providerId="ADAL" clId="{9B24FA50-177C-4B5A-AA10-BF89D194F6B0}" dt="2024-03-05T20:32:47.697" v="830"/>
          <ac:spMkLst>
            <pc:docMk/>
            <pc:sldMk cId="3523945655" sldId="2147474114"/>
            <ac:spMk id="243" creationId="{85AFD86F-593B-8875-9C23-19D37BF52B65}"/>
          </ac:spMkLst>
        </pc:spChg>
        <pc:spChg chg="add del mod">
          <ac:chgData name="Cartwright, Max" userId="4fdaca64-157b-4f34-aebd-58f672b6a20c" providerId="ADAL" clId="{9B24FA50-177C-4B5A-AA10-BF89D194F6B0}" dt="2024-03-05T20:32:47.697" v="830"/>
          <ac:spMkLst>
            <pc:docMk/>
            <pc:sldMk cId="3523945655" sldId="2147474114"/>
            <ac:spMk id="244" creationId="{399244F4-D8ED-D1C6-01BF-68E79B3C0C3F}"/>
          </ac:spMkLst>
        </pc:spChg>
        <pc:spChg chg="add del mod">
          <ac:chgData name="Cartwright, Max" userId="4fdaca64-157b-4f34-aebd-58f672b6a20c" providerId="ADAL" clId="{9B24FA50-177C-4B5A-AA10-BF89D194F6B0}" dt="2024-03-05T20:32:47.697" v="830"/>
          <ac:spMkLst>
            <pc:docMk/>
            <pc:sldMk cId="3523945655" sldId="2147474114"/>
            <ac:spMk id="245" creationId="{30733412-832D-D3AA-4D00-898BDA9BAA04}"/>
          </ac:spMkLst>
        </pc:spChg>
        <pc:spChg chg="add del mod">
          <ac:chgData name="Cartwright, Max" userId="4fdaca64-157b-4f34-aebd-58f672b6a20c" providerId="ADAL" clId="{9B24FA50-177C-4B5A-AA10-BF89D194F6B0}" dt="2024-03-05T20:32:47.697" v="830"/>
          <ac:spMkLst>
            <pc:docMk/>
            <pc:sldMk cId="3523945655" sldId="2147474114"/>
            <ac:spMk id="246" creationId="{98FA1A64-DA92-0FED-634B-1BD96FA28B6D}"/>
          </ac:spMkLst>
        </pc:spChg>
        <pc:spChg chg="add del mod">
          <ac:chgData name="Cartwright, Max" userId="4fdaca64-157b-4f34-aebd-58f672b6a20c" providerId="ADAL" clId="{9B24FA50-177C-4B5A-AA10-BF89D194F6B0}" dt="2024-03-05T20:32:47.697" v="830"/>
          <ac:spMkLst>
            <pc:docMk/>
            <pc:sldMk cId="3523945655" sldId="2147474114"/>
            <ac:spMk id="247" creationId="{57DC43B3-4686-5569-D6E6-5338BD5742BF}"/>
          </ac:spMkLst>
        </pc:spChg>
        <pc:spChg chg="add del mod">
          <ac:chgData name="Cartwright, Max" userId="4fdaca64-157b-4f34-aebd-58f672b6a20c" providerId="ADAL" clId="{9B24FA50-177C-4B5A-AA10-BF89D194F6B0}" dt="2024-03-05T20:32:47.697" v="830"/>
          <ac:spMkLst>
            <pc:docMk/>
            <pc:sldMk cId="3523945655" sldId="2147474114"/>
            <ac:spMk id="248" creationId="{906C3820-4D6D-EE47-2E88-8C4A26417632}"/>
          </ac:spMkLst>
        </pc:spChg>
        <pc:spChg chg="add del mod">
          <ac:chgData name="Cartwright, Max" userId="4fdaca64-157b-4f34-aebd-58f672b6a20c" providerId="ADAL" clId="{9B24FA50-177C-4B5A-AA10-BF89D194F6B0}" dt="2024-03-05T20:32:47.697" v="830"/>
          <ac:spMkLst>
            <pc:docMk/>
            <pc:sldMk cId="3523945655" sldId="2147474114"/>
            <ac:spMk id="249" creationId="{FE7AD0CF-01B5-FB36-EFF2-74DB72DFD469}"/>
          </ac:spMkLst>
        </pc:spChg>
        <pc:spChg chg="add del mod">
          <ac:chgData name="Cartwright, Max" userId="4fdaca64-157b-4f34-aebd-58f672b6a20c" providerId="ADAL" clId="{9B24FA50-177C-4B5A-AA10-BF89D194F6B0}" dt="2024-03-05T20:32:47.697" v="830"/>
          <ac:spMkLst>
            <pc:docMk/>
            <pc:sldMk cId="3523945655" sldId="2147474114"/>
            <ac:spMk id="250" creationId="{0D467D43-5F8C-2573-A53F-D87D3F7C0841}"/>
          </ac:spMkLst>
        </pc:spChg>
        <pc:spChg chg="add del mod">
          <ac:chgData name="Cartwright, Max" userId="4fdaca64-157b-4f34-aebd-58f672b6a20c" providerId="ADAL" clId="{9B24FA50-177C-4B5A-AA10-BF89D194F6B0}" dt="2024-03-05T20:32:47.697" v="830"/>
          <ac:spMkLst>
            <pc:docMk/>
            <pc:sldMk cId="3523945655" sldId="2147474114"/>
            <ac:spMk id="251" creationId="{3AC09E17-8521-6DD4-287A-4C4D2B3EDCF3}"/>
          </ac:spMkLst>
        </pc:spChg>
        <pc:spChg chg="add del mod">
          <ac:chgData name="Cartwright, Max" userId="4fdaca64-157b-4f34-aebd-58f672b6a20c" providerId="ADAL" clId="{9B24FA50-177C-4B5A-AA10-BF89D194F6B0}" dt="2024-03-05T20:32:47.697" v="830"/>
          <ac:spMkLst>
            <pc:docMk/>
            <pc:sldMk cId="3523945655" sldId="2147474114"/>
            <ac:spMk id="252" creationId="{2707886E-F41A-1633-6303-620262E9B5D4}"/>
          </ac:spMkLst>
        </pc:spChg>
        <pc:spChg chg="add del mod">
          <ac:chgData name="Cartwright, Max" userId="4fdaca64-157b-4f34-aebd-58f672b6a20c" providerId="ADAL" clId="{9B24FA50-177C-4B5A-AA10-BF89D194F6B0}" dt="2024-03-05T20:32:47.697" v="830"/>
          <ac:spMkLst>
            <pc:docMk/>
            <pc:sldMk cId="3523945655" sldId="2147474114"/>
            <ac:spMk id="253" creationId="{AD16ED95-808D-2942-863F-D2775051ECA4}"/>
          </ac:spMkLst>
        </pc:spChg>
        <pc:spChg chg="add del mod">
          <ac:chgData name="Cartwright, Max" userId="4fdaca64-157b-4f34-aebd-58f672b6a20c" providerId="ADAL" clId="{9B24FA50-177C-4B5A-AA10-BF89D194F6B0}" dt="2024-03-05T20:32:47.697" v="830"/>
          <ac:spMkLst>
            <pc:docMk/>
            <pc:sldMk cId="3523945655" sldId="2147474114"/>
            <ac:spMk id="254" creationId="{14DB61BA-C67E-03D0-23D8-881ABF25DABC}"/>
          </ac:spMkLst>
        </pc:spChg>
        <pc:spChg chg="add del mod">
          <ac:chgData name="Cartwright, Max" userId="4fdaca64-157b-4f34-aebd-58f672b6a20c" providerId="ADAL" clId="{9B24FA50-177C-4B5A-AA10-BF89D194F6B0}" dt="2024-03-05T20:32:47.697" v="830"/>
          <ac:spMkLst>
            <pc:docMk/>
            <pc:sldMk cId="3523945655" sldId="2147474114"/>
            <ac:spMk id="255" creationId="{78CA5269-7B83-F5EB-CE15-7DC8CF1AB9E8}"/>
          </ac:spMkLst>
        </pc:spChg>
        <pc:spChg chg="add del mod">
          <ac:chgData name="Cartwright, Max" userId="4fdaca64-157b-4f34-aebd-58f672b6a20c" providerId="ADAL" clId="{9B24FA50-177C-4B5A-AA10-BF89D194F6B0}" dt="2024-03-05T20:32:47.697" v="830"/>
          <ac:spMkLst>
            <pc:docMk/>
            <pc:sldMk cId="3523945655" sldId="2147474114"/>
            <ac:spMk id="256" creationId="{A52591BB-4C65-29BC-10A8-0E5BACF087B8}"/>
          </ac:spMkLst>
        </pc:spChg>
        <pc:spChg chg="add del mod">
          <ac:chgData name="Cartwright, Max" userId="4fdaca64-157b-4f34-aebd-58f672b6a20c" providerId="ADAL" clId="{9B24FA50-177C-4B5A-AA10-BF89D194F6B0}" dt="2024-03-05T20:32:47.697" v="830"/>
          <ac:spMkLst>
            <pc:docMk/>
            <pc:sldMk cId="3523945655" sldId="2147474114"/>
            <ac:spMk id="257" creationId="{1F5CC7E6-60A1-FD04-BBDF-A2392902EBD3}"/>
          </ac:spMkLst>
        </pc:spChg>
        <pc:spChg chg="add del mod">
          <ac:chgData name="Cartwright, Max" userId="4fdaca64-157b-4f34-aebd-58f672b6a20c" providerId="ADAL" clId="{9B24FA50-177C-4B5A-AA10-BF89D194F6B0}" dt="2024-03-05T20:32:47.697" v="830"/>
          <ac:spMkLst>
            <pc:docMk/>
            <pc:sldMk cId="3523945655" sldId="2147474114"/>
            <ac:spMk id="258" creationId="{EFF9E727-1089-B3A8-D4C5-97D113C166C9}"/>
          </ac:spMkLst>
        </pc:spChg>
        <pc:spChg chg="add del mod">
          <ac:chgData name="Cartwright, Max" userId="4fdaca64-157b-4f34-aebd-58f672b6a20c" providerId="ADAL" clId="{9B24FA50-177C-4B5A-AA10-BF89D194F6B0}" dt="2024-03-05T20:32:47.697" v="830"/>
          <ac:spMkLst>
            <pc:docMk/>
            <pc:sldMk cId="3523945655" sldId="2147474114"/>
            <ac:spMk id="259" creationId="{10AB520B-4BCA-BA9F-EDD5-B660F6994621}"/>
          </ac:spMkLst>
        </pc:spChg>
        <pc:spChg chg="add del mod">
          <ac:chgData name="Cartwright, Max" userId="4fdaca64-157b-4f34-aebd-58f672b6a20c" providerId="ADAL" clId="{9B24FA50-177C-4B5A-AA10-BF89D194F6B0}" dt="2024-03-05T20:32:47.697" v="830"/>
          <ac:spMkLst>
            <pc:docMk/>
            <pc:sldMk cId="3523945655" sldId="2147474114"/>
            <ac:spMk id="260" creationId="{75613EB2-648F-116D-F7B9-01B488C3E1C4}"/>
          </ac:spMkLst>
        </pc:spChg>
        <pc:spChg chg="add del mod">
          <ac:chgData name="Cartwright, Max" userId="4fdaca64-157b-4f34-aebd-58f672b6a20c" providerId="ADAL" clId="{9B24FA50-177C-4B5A-AA10-BF89D194F6B0}" dt="2024-03-05T20:32:47.697" v="830"/>
          <ac:spMkLst>
            <pc:docMk/>
            <pc:sldMk cId="3523945655" sldId="2147474114"/>
            <ac:spMk id="261" creationId="{2E3BBBB1-8347-3822-4868-4D091F2B2D3E}"/>
          </ac:spMkLst>
        </pc:spChg>
        <pc:spChg chg="add del mod">
          <ac:chgData name="Cartwright, Max" userId="4fdaca64-157b-4f34-aebd-58f672b6a20c" providerId="ADAL" clId="{9B24FA50-177C-4B5A-AA10-BF89D194F6B0}" dt="2024-03-05T20:32:47.697" v="830"/>
          <ac:spMkLst>
            <pc:docMk/>
            <pc:sldMk cId="3523945655" sldId="2147474114"/>
            <ac:spMk id="262" creationId="{CD69EE89-7221-7064-2E71-76E9F7524346}"/>
          </ac:spMkLst>
        </pc:spChg>
        <pc:spChg chg="add del mod">
          <ac:chgData name="Cartwright, Max" userId="4fdaca64-157b-4f34-aebd-58f672b6a20c" providerId="ADAL" clId="{9B24FA50-177C-4B5A-AA10-BF89D194F6B0}" dt="2024-03-05T20:32:47.697" v="830"/>
          <ac:spMkLst>
            <pc:docMk/>
            <pc:sldMk cId="3523945655" sldId="2147474114"/>
            <ac:spMk id="263" creationId="{1FA71A14-9C7C-9A92-D437-365B2FF77AC8}"/>
          </ac:spMkLst>
        </pc:spChg>
        <pc:spChg chg="add del mod">
          <ac:chgData name="Cartwright, Max" userId="4fdaca64-157b-4f34-aebd-58f672b6a20c" providerId="ADAL" clId="{9B24FA50-177C-4B5A-AA10-BF89D194F6B0}" dt="2024-03-05T20:32:47.697" v="830"/>
          <ac:spMkLst>
            <pc:docMk/>
            <pc:sldMk cId="3523945655" sldId="2147474114"/>
            <ac:spMk id="264" creationId="{8B59DF95-0FD4-ADA6-216A-DE3C0C7D3298}"/>
          </ac:spMkLst>
        </pc:spChg>
        <pc:spChg chg="add del mod">
          <ac:chgData name="Cartwright, Max" userId="4fdaca64-157b-4f34-aebd-58f672b6a20c" providerId="ADAL" clId="{9B24FA50-177C-4B5A-AA10-BF89D194F6B0}" dt="2024-03-05T20:32:47.697" v="830"/>
          <ac:spMkLst>
            <pc:docMk/>
            <pc:sldMk cId="3523945655" sldId="2147474114"/>
            <ac:spMk id="265" creationId="{5C68FD25-E671-4A62-C841-6D10D1CF18A4}"/>
          </ac:spMkLst>
        </pc:spChg>
        <pc:spChg chg="add del mod">
          <ac:chgData name="Cartwright, Max" userId="4fdaca64-157b-4f34-aebd-58f672b6a20c" providerId="ADAL" clId="{9B24FA50-177C-4B5A-AA10-BF89D194F6B0}" dt="2024-03-05T20:32:47.697" v="830"/>
          <ac:spMkLst>
            <pc:docMk/>
            <pc:sldMk cId="3523945655" sldId="2147474114"/>
            <ac:spMk id="266" creationId="{EC1AC967-14ED-7AAE-C7BB-5DEE8CE77338}"/>
          </ac:spMkLst>
        </pc:spChg>
        <pc:spChg chg="add del mod">
          <ac:chgData name="Cartwright, Max" userId="4fdaca64-157b-4f34-aebd-58f672b6a20c" providerId="ADAL" clId="{9B24FA50-177C-4B5A-AA10-BF89D194F6B0}" dt="2024-03-05T20:32:47.697" v="830"/>
          <ac:spMkLst>
            <pc:docMk/>
            <pc:sldMk cId="3523945655" sldId="2147474114"/>
            <ac:spMk id="267" creationId="{546A4194-CCD2-38D0-2A85-C06BC74CA1FA}"/>
          </ac:spMkLst>
        </pc:spChg>
        <pc:spChg chg="add del mod">
          <ac:chgData name="Cartwright, Max" userId="4fdaca64-157b-4f34-aebd-58f672b6a20c" providerId="ADAL" clId="{9B24FA50-177C-4B5A-AA10-BF89D194F6B0}" dt="2024-03-05T20:32:47.697" v="830"/>
          <ac:spMkLst>
            <pc:docMk/>
            <pc:sldMk cId="3523945655" sldId="2147474114"/>
            <ac:spMk id="268" creationId="{95FAAB27-6BCD-DBB9-2749-32FD86F3B3C6}"/>
          </ac:spMkLst>
        </pc:spChg>
        <pc:spChg chg="add del mod">
          <ac:chgData name="Cartwright, Max" userId="4fdaca64-157b-4f34-aebd-58f672b6a20c" providerId="ADAL" clId="{9B24FA50-177C-4B5A-AA10-BF89D194F6B0}" dt="2024-03-05T20:32:47.697" v="830"/>
          <ac:spMkLst>
            <pc:docMk/>
            <pc:sldMk cId="3523945655" sldId="2147474114"/>
            <ac:spMk id="269" creationId="{1713AAA7-B24C-E3D0-E1D7-7F5CDEDBA1B6}"/>
          </ac:spMkLst>
        </pc:spChg>
        <pc:spChg chg="add del mod">
          <ac:chgData name="Cartwright, Max" userId="4fdaca64-157b-4f34-aebd-58f672b6a20c" providerId="ADAL" clId="{9B24FA50-177C-4B5A-AA10-BF89D194F6B0}" dt="2024-03-05T20:32:47.697" v="830"/>
          <ac:spMkLst>
            <pc:docMk/>
            <pc:sldMk cId="3523945655" sldId="2147474114"/>
            <ac:spMk id="270" creationId="{51E5853C-70F6-66AB-BC18-3D724FAF39F2}"/>
          </ac:spMkLst>
        </pc:spChg>
        <pc:spChg chg="add del mod">
          <ac:chgData name="Cartwright, Max" userId="4fdaca64-157b-4f34-aebd-58f672b6a20c" providerId="ADAL" clId="{9B24FA50-177C-4B5A-AA10-BF89D194F6B0}" dt="2024-03-05T20:32:47.697" v="830"/>
          <ac:spMkLst>
            <pc:docMk/>
            <pc:sldMk cId="3523945655" sldId="2147474114"/>
            <ac:spMk id="271" creationId="{0F1521CB-B026-A1B5-3EFD-FF0308D5D78B}"/>
          </ac:spMkLst>
        </pc:spChg>
        <pc:spChg chg="add del mod">
          <ac:chgData name="Cartwright, Max" userId="4fdaca64-157b-4f34-aebd-58f672b6a20c" providerId="ADAL" clId="{9B24FA50-177C-4B5A-AA10-BF89D194F6B0}" dt="2024-03-05T20:32:47.697" v="830"/>
          <ac:spMkLst>
            <pc:docMk/>
            <pc:sldMk cId="3523945655" sldId="2147474114"/>
            <ac:spMk id="272" creationId="{A0628645-6373-2481-88DD-6B4E680F0BEF}"/>
          </ac:spMkLst>
        </pc:spChg>
        <pc:spChg chg="add del mod">
          <ac:chgData name="Cartwright, Max" userId="4fdaca64-157b-4f34-aebd-58f672b6a20c" providerId="ADAL" clId="{9B24FA50-177C-4B5A-AA10-BF89D194F6B0}" dt="2024-03-05T20:32:47.697" v="830"/>
          <ac:spMkLst>
            <pc:docMk/>
            <pc:sldMk cId="3523945655" sldId="2147474114"/>
            <ac:spMk id="273" creationId="{9BFF11EF-066B-1108-BA69-24AFC26A81B8}"/>
          </ac:spMkLst>
        </pc:spChg>
        <pc:spChg chg="add del mod">
          <ac:chgData name="Cartwright, Max" userId="4fdaca64-157b-4f34-aebd-58f672b6a20c" providerId="ADAL" clId="{9B24FA50-177C-4B5A-AA10-BF89D194F6B0}" dt="2024-03-05T20:32:47.697" v="830"/>
          <ac:spMkLst>
            <pc:docMk/>
            <pc:sldMk cId="3523945655" sldId="2147474114"/>
            <ac:spMk id="274" creationId="{D07ADB14-514F-DB79-65AA-41F45273D0EA}"/>
          </ac:spMkLst>
        </pc:spChg>
        <pc:spChg chg="add del mod">
          <ac:chgData name="Cartwright, Max" userId="4fdaca64-157b-4f34-aebd-58f672b6a20c" providerId="ADAL" clId="{9B24FA50-177C-4B5A-AA10-BF89D194F6B0}" dt="2024-03-05T20:32:47.697" v="830"/>
          <ac:spMkLst>
            <pc:docMk/>
            <pc:sldMk cId="3523945655" sldId="2147474114"/>
            <ac:spMk id="275" creationId="{593A10C9-3A82-589C-C1B7-48084730656E}"/>
          </ac:spMkLst>
        </pc:spChg>
        <pc:spChg chg="add del mod">
          <ac:chgData name="Cartwright, Max" userId="4fdaca64-157b-4f34-aebd-58f672b6a20c" providerId="ADAL" clId="{9B24FA50-177C-4B5A-AA10-BF89D194F6B0}" dt="2024-03-05T20:32:47.697" v="830"/>
          <ac:spMkLst>
            <pc:docMk/>
            <pc:sldMk cId="3523945655" sldId="2147474114"/>
            <ac:spMk id="276" creationId="{0A8A01CC-FE2F-8510-D0E9-C7207333782C}"/>
          </ac:spMkLst>
        </pc:spChg>
        <pc:spChg chg="add del mod">
          <ac:chgData name="Cartwright, Max" userId="4fdaca64-157b-4f34-aebd-58f672b6a20c" providerId="ADAL" clId="{9B24FA50-177C-4B5A-AA10-BF89D194F6B0}" dt="2024-03-05T20:32:47.697" v="830"/>
          <ac:spMkLst>
            <pc:docMk/>
            <pc:sldMk cId="3523945655" sldId="2147474114"/>
            <ac:spMk id="277" creationId="{97B5DFA8-2177-373F-E353-19DCE22FE94F}"/>
          </ac:spMkLst>
        </pc:spChg>
        <pc:spChg chg="add del mod">
          <ac:chgData name="Cartwright, Max" userId="4fdaca64-157b-4f34-aebd-58f672b6a20c" providerId="ADAL" clId="{9B24FA50-177C-4B5A-AA10-BF89D194F6B0}" dt="2024-03-05T20:32:47.697" v="830"/>
          <ac:spMkLst>
            <pc:docMk/>
            <pc:sldMk cId="3523945655" sldId="2147474114"/>
            <ac:spMk id="278" creationId="{DF812862-BDE7-3088-4E5C-611CF4412F40}"/>
          </ac:spMkLst>
        </pc:spChg>
        <pc:spChg chg="add del mod">
          <ac:chgData name="Cartwright, Max" userId="4fdaca64-157b-4f34-aebd-58f672b6a20c" providerId="ADAL" clId="{9B24FA50-177C-4B5A-AA10-BF89D194F6B0}" dt="2024-03-05T20:32:47.697" v="830"/>
          <ac:spMkLst>
            <pc:docMk/>
            <pc:sldMk cId="3523945655" sldId="2147474114"/>
            <ac:spMk id="279" creationId="{9020DD9B-28B2-733F-422F-02943FC4C73B}"/>
          </ac:spMkLst>
        </pc:spChg>
        <pc:spChg chg="add del mod">
          <ac:chgData name="Cartwright, Max" userId="4fdaca64-157b-4f34-aebd-58f672b6a20c" providerId="ADAL" clId="{9B24FA50-177C-4B5A-AA10-BF89D194F6B0}" dt="2024-03-05T20:32:47.697" v="830"/>
          <ac:spMkLst>
            <pc:docMk/>
            <pc:sldMk cId="3523945655" sldId="2147474114"/>
            <ac:spMk id="281" creationId="{57D72EA9-CCBA-BE38-6E54-CDD2949E5043}"/>
          </ac:spMkLst>
        </pc:spChg>
        <pc:spChg chg="add del mod">
          <ac:chgData name="Cartwright, Max" userId="4fdaca64-157b-4f34-aebd-58f672b6a20c" providerId="ADAL" clId="{9B24FA50-177C-4B5A-AA10-BF89D194F6B0}" dt="2024-03-05T20:32:47.697" v="830"/>
          <ac:spMkLst>
            <pc:docMk/>
            <pc:sldMk cId="3523945655" sldId="2147474114"/>
            <ac:spMk id="282" creationId="{6B5B175C-92D5-286C-F2B5-04903D02C7D0}"/>
          </ac:spMkLst>
        </pc:spChg>
        <pc:spChg chg="add del mod">
          <ac:chgData name="Cartwright, Max" userId="4fdaca64-157b-4f34-aebd-58f672b6a20c" providerId="ADAL" clId="{9B24FA50-177C-4B5A-AA10-BF89D194F6B0}" dt="2024-03-05T20:32:47.697" v="830"/>
          <ac:spMkLst>
            <pc:docMk/>
            <pc:sldMk cId="3523945655" sldId="2147474114"/>
            <ac:spMk id="283" creationId="{0C4CE678-114D-8D71-9CF0-33B6830E0700}"/>
          </ac:spMkLst>
        </pc:spChg>
        <pc:spChg chg="add del mod">
          <ac:chgData name="Cartwright, Max" userId="4fdaca64-157b-4f34-aebd-58f672b6a20c" providerId="ADAL" clId="{9B24FA50-177C-4B5A-AA10-BF89D194F6B0}" dt="2024-03-05T20:32:47.697" v="830"/>
          <ac:spMkLst>
            <pc:docMk/>
            <pc:sldMk cId="3523945655" sldId="2147474114"/>
            <ac:spMk id="284" creationId="{A8166D79-308F-9C01-5E16-DBFE731A2F6F}"/>
          </ac:spMkLst>
        </pc:spChg>
        <pc:spChg chg="add del mod">
          <ac:chgData name="Cartwright, Max" userId="4fdaca64-157b-4f34-aebd-58f672b6a20c" providerId="ADAL" clId="{9B24FA50-177C-4B5A-AA10-BF89D194F6B0}" dt="2024-03-05T20:32:47.697" v="830"/>
          <ac:spMkLst>
            <pc:docMk/>
            <pc:sldMk cId="3523945655" sldId="2147474114"/>
            <ac:spMk id="285" creationId="{A618AA8B-3C06-C7E9-AC08-520698DBC1F7}"/>
          </ac:spMkLst>
        </pc:spChg>
        <pc:spChg chg="add del mod">
          <ac:chgData name="Cartwright, Max" userId="4fdaca64-157b-4f34-aebd-58f672b6a20c" providerId="ADAL" clId="{9B24FA50-177C-4B5A-AA10-BF89D194F6B0}" dt="2024-03-05T20:32:47.697" v="830"/>
          <ac:spMkLst>
            <pc:docMk/>
            <pc:sldMk cId="3523945655" sldId="2147474114"/>
            <ac:spMk id="286" creationId="{D49C9DB0-9EF9-CEE6-B8FB-1B090A9235FD}"/>
          </ac:spMkLst>
        </pc:spChg>
        <pc:spChg chg="add del mod">
          <ac:chgData name="Cartwright, Max" userId="4fdaca64-157b-4f34-aebd-58f672b6a20c" providerId="ADAL" clId="{9B24FA50-177C-4B5A-AA10-BF89D194F6B0}" dt="2024-03-05T20:32:47.697" v="830"/>
          <ac:spMkLst>
            <pc:docMk/>
            <pc:sldMk cId="3523945655" sldId="2147474114"/>
            <ac:spMk id="287" creationId="{1B7AFDD8-341E-4848-F464-CE2FBF4A5294}"/>
          </ac:spMkLst>
        </pc:spChg>
        <pc:spChg chg="add del mod">
          <ac:chgData name="Cartwright, Max" userId="4fdaca64-157b-4f34-aebd-58f672b6a20c" providerId="ADAL" clId="{9B24FA50-177C-4B5A-AA10-BF89D194F6B0}" dt="2024-03-05T20:32:47.697" v="830"/>
          <ac:spMkLst>
            <pc:docMk/>
            <pc:sldMk cId="3523945655" sldId="2147474114"/>
            <ac:spMk id="288" creationId="{51CA5787-0992-2F4C-B977-3B80E40ECD86}"/>
          </ac:spMkLst>
        </pc:spChg>
        <pc:spChg chg="add del mod">
          <ac:chgData name="Cartwright, Max" userId="4fdaca64-157b-4f34-aebd-58f672b6a20c" providerId="ADAL" clId="{9B24FA50-177C-4B5A-AA10-BF89D194F6B0}" dt="2024-03-05T20:32:47.697" v="830"/>
          <ac:spMkLst>
            <pc:docMk/>
            <pc:sldMk cId="3523945655" sldId="2147474114"/>
            <ac:spMk id="289" creationId="{48ACE767-12F8-1C91-127D-677A2A764ED6}"/>
          </ac:spMkLst>
        </pc:spChg>
        <pc:spChg chg="add del mod">
          <ac:chgData name="Cartwright, Max" userId="4fdaca64-157b-4f34-aebd-58f672b6a20c" providerId="ADAL" clId="{9B24FA50-177C-4B5A-AA10-BF89D194F6B0}" dt="2024-03-05T20:32:47.697" v="830"/>
          <ac:spMkLst>
            <pc:docMk/>
            <pc:sldMk cId="3523945655" sldId="2147474114"/>
            <ac:spMk id="290" creationId="{4D39FB0C-0C1D-B108-DE57-4237218B1586}"/>
          </ac:spMkLst>
        </pc:spChg>
        <pc:spChg chg="add del mod">
          <ac:chgData name="Cartwright, Max" userId="4fdaca64-157b-4f34-aebd-58f672b6a20c" providerId="ADAL" clId="{9B24FA50-177C-4B5A-AA10-BF89D194F6B0}" dt="2024-03-05T20:32:47.697" v="830"/>
          <ac:spMkLst>
            <pc:docMk/>
            <pc:sldMk cId="3523945655" sldId="2147474114"/>
            <ac:spMk id="291" creationId="{6ECE5DE7-C61B-59DD-5220-40986AC542E9}"/>
          </ac:spMkLst>
        </pc:spChg>
        <pc:spChg chg="add del mod">
          <ac:chgData name="Cartwright, Max" userId="4fdaca64-157b-4f34-aebd-58f672b6a20c" providerId="ADAL" clId="{9B24FA50-177C-4B5A-AA10-BF89D194F6B0}" dt="2024-03-05T20:32:47.697" v="830"/>
          <ac:spMkLst>
            <pc:docMk/>
            <pc:sldMk cId="3523945655" sldId="2147474114"/>
            <ac:spMk id="292" creationId="{7E7421F6-67FD-4B6D-305E-3555724760C3}"/>
          </ac:spMkLst>
        </pc:spChg>
        <pc:spChg chg="add del mod">
          <ac:chgData name="Cartwright, Max" userId="4fdaca64-157b-4f34-aebd-58f672b6a20c" providerId="ADAL" clId="{9B24FA50-177C-4B5A-AA10-BF89D194F6B0}" dt="2024-03-05T20:32:47.697" v="830"/>
          <ac:spMkLst>
            <pc:docMk/>
            <pc:sldMk cId="3523945655" sldId="2147474114"/>
            <ac:spMk id="293" creationId="{5CC73A52-807D-E0A8-5DD6-54DC23B9BC88}"/>
          </ac:spMkLst>
        </pc:spChg>
        <pc:spChg chg="add del mod">
          <ac:chgData name="Cartwright, Max" userId="4fdaca64-157b-4f34-aebd-58f672b6a20c" providerId="ADAL" clId="{9B24FA50-177C-4B5A-AA10-BF89D194F6B0}" dt="2024-03-05T20:32:47.697" v="830"/>
          <ac:spMkLst>
            <pc:docMk/>
            <pc:sldMk cId="3523945655" sldId="2147474114"/>
            <ac:spMk id="294" creationId="{8FEF36B5-937F-404A-D573-12626CA728F6}"/>
          </ac:spMkLst>
        </pc:spChg>
        <pc:spChg chg="add del mod">
          <ac:chgData name="Cartwright, Max" userId="4fdaca64-157b-4f34-aebd-58f672b6a20c" providerId="ADAL" clId="{9B24FA50-177C-4B5A-AA10-BF89D194F6B0}" dt="2024-03-05T20:32:47.697" v="830"/>
          <ac:spMkLst>
            <pc:docMk/>
            <pc:sldMk cId="3523945655" sldId="2147474114"/>
            <ac:spMk id="295" creationId="{92835F98-A44C-F4C3-7DC3-1EA2265925AC}"/>
          </ac:spMkLst>
        </pc:spChg>
        <pc:spChg chg="add del mod">
          <ac:chgData name="Cartwright, Max" userId="4fdaca64-157b-4f34-aebd-58f672b6a20c" providerId="ADAL" clId="{9B24FA50-177C-4B5A-AA10-BF89D194F6B0}" dt="2024-03-05T20:32:47.697" v="830"/>
          <ac:spMkLst>
            <pc:docMk/>
            <pc:sldMk cId="3523945655" sldId="2147474114"/>
            <ac:spMk id="296" creationId="{6CEE8B23-EB91-267D-4D47-87FB26E9A6A0}"/>
          </ac:spMkLst>
        </pc:spChg>
        <pc:spChg chg="add del mod">
          <ac:chgData name="Cartwright, Max" userId="4fdaca64-157b-4f34-aebd-58f672b6a20c" providerId="ADAL" clId="{9B24FA50-177C-4B5A-AA10-BF89D194F6B0}" dt="2024-03-05T20:32:47.697" v="830"/>
          <ac:spMkLst>
            <pc:docMk/>
            <pc:sldMk cId="3523945655" sldId="2147474114"/>
            <ac:spMk id="297" creationId="{CA527C31-12F3-64F9-600A-D0B925023F64}"/>
          </ac:spMkLst>
        </pc:spChg>
        <pc:spChg chg="add del mod">
          <ac:chgData name="Cartwright, Max" userId="4fdaca64-157b-4f34-aebd-58f672b6a20c" providerId="ADAL" clId="{9B24FA50-177C-4B5A-AA10-BF89D194F6B0}" dt="2024-03-05T20:32:47.697" v="830"/>
          <ac:spMkLst>
            <pc:docMk/>
            <pc:sldMk cId="3523945655" sldId="2147474114"/>
            <ac:spMk id="298" creationId="{BBB440C9-BE38-D76A-08C6-3AD9C0C21BFD}"/>
          </ac:spMkLst>
        </pc:spChg>
        <pc:spChg chg="add del mod">
          <ac:chgData name="Cartwright, Max" userId="4fdaca64-157b-4f34-aebd-58f672b6a20c" providerId="ADAL" clId="{9B24FA50-177C-4B5A-AA10-BF89D194F6B0}" dt="2024-03-05T20:32:47.697" v="830"/>
          <ac:spMkLst>
            <pc:docMk/>
            <pc:sldMk cId="3523945655" sldId="2147474114"/>
            <ac:spMk id="299" creationId="{D3C5B414-98D6-3DE0-BEBF-4E3B030706F3}"/>
          </ac:spMkLst>
        </pc:spChg>
        <pc:spChg chg="add del mod">
          <ac:chgData name="Cartwright, Max" userId="4fdaca64-157b-4f34-aebd-58f672b6a20c" providerId="ADAL" clId="{9B24FA50-177C-4B5A-AA10-BF89D194F6B0}" dt="2024-03-05T20:32:47.697" v="830"/>
          <ac:spMkLst>
            <pc:docMk/>
            <pc:sldMk cId="3523945655" sldId="2147474114"/>
            <ac:spMk id="300" creationId="{B93C36F8-CC51-49A3-85AC-D2DD5BAB0BEF}"/>
          </ac:spMkLst>
        </pc:spChg>
        <pc:spChg chg="add del mod">
          <ac:chgData name="Cartwright, Max" userId="4fdaca64-157b-4f34-aebd-58f672b6a20c" providerId="ADAL" clId="{9B24FA50-177C-4B5A-AA10-BF89D194F6B0}" dt="2024-03-05T20:32:47.697" v="830"/>
          <ac:spMkLst>
            <pc:docMk/>
            <pc:sldMk cId="3523945655" sldId="2147474114"/>
            <ac:spMk id="301" creationId="{EDA925D7-C09F-9F22-F6D7-4E4389A5CA37}"/>
          </ac:spMkLst>
        </pc:spChg>
        <pc:spChg chg="add del mod">
          <ac:chgData name="Cartwright, Max" userId="4fdaca64-157b-4f34-aebd-58f672b6a20c" providerId="ADAL" clId="{9B24FA50-177C-4B5A-AA10-BF89D194F6B0}" dt="2024-03-05T20:32:47.697" v="830"/>
          <ac:spMkLst>
            <pc:docMk/>
            <pc:sldMk cId="3523945655" sldId="2147474114"/>
            <ac:spMk id="302" creationId="{A416BCA7-3B33-7AB9-3F99-66BBDA24810A}"/>
          </ac:spMkLst>
        </pc:spChg>
        <pc:spChg chg="add del mod">
          <ac:chgData name="Cartwright, Max" userId="4fdaca64-157b-4f34-aebd-58f672b6a20c" providerId="ADAL" clId="{9B24FA50-177C-4B5A-AA10-BF89D194F6B0}" dt="2024-03-05T20:32:47.697" v="830"/>
          <ac:spMkLst>
            <pc:docMk/>
            <pc:sldMk cId="3523945655" sldId="2147474114"/>
            <ac:spMk id="303" creationId="{4E8E4E82-E8A3-6684-D708-16A9455B31C8}"/>
          </ac:spMkLst>
        </pc:spChg>
        <pc:spChg chg="add mod">
          <ac:chgData name="Cartwright, Max" userId="4fdaca64-157b-4f34-aebd-58f672b6a20c" providerId="ADAL" clId="{9B24FA50-177C-4B5A-AA10-BF89D194F6B0}" dt="2024-03-05T20:32:47.741" v="831"/>
          <ac:spMkLst>
            <pc:docMk/>
            <pc:sldMk cId="3523945655" sldId="2147474114"/>
            <ac:spMk id="304" creationId="{D531E8A8-11CC-0521-B47A-D8884D53F6BF}"/>
          </ac:spMkLst>
        </pc:spChg>
        <pc:spChg chg="add mod">
          <ac:chgData name="Cartwright, Max" userId="4fdaca64-157b-4f34-aebd-58f672b6a20c" providerId="ADAL" clId="{9B24FA50-177C-4B5A-AA10-BF89D194F6B0}" dt="2024-03-05T20:32:47.741" v="831"/>
          <ac:spMkLst>
            <pc:docMk/>
            <pc:sldMk cId="3523945655" sldId="2147474114"/>
            <ac:spMk id="305" creationId="{5D517C40-BDDC-8A3E-3966-1C81D21DAE4D}"/>
          </ac:spMkLst>
        </pc:spChg>
        <pc:spChg chg="add mod">
          <ac:chgData name="Cartwright, Max" userId="4fdaca64-157b-4f34-aebd-58f672b6a20c" providerId="ADAL" clId="{9B24FA50-177C-4B5A-AA10-BF89D194F6B0}" dt="2024-03-05T20:32:47.741" v="831"/>
          <ac:spMkLst>
            <pc:docMk/>
            <pc:sldMk cId="3523945655" sldId="2147474114"/>
            <ac:spMk id="306" creationId="{024B0435-2CC7-DAB7-1515-8E41EED6E95F}"/>
          </ac:spMkLst>
        </pc:spChg>
        <pc:spChg chg="add mod">
          <ac:chgData name="Cartwright, Max" userId="4fdaca64-157b-4f34-aebd-58f672b6a20c" providerId="ADAL" clId="{9B24FA50-177C-4B5A-AA10-BF89D194F6B0}" dt="2024-03-05T20:32:47.741" v="831"/>
          <ac:spMkLst>
            <pc:docMk/>
            <pc:sldMk cId="3523945655" sldId="2147474114"/>
            <ac:spMk id="307" creationId="{81291CCB-B619-3A15-95AC-EC1696F0BCBB}"/>
          </ac:spMkLst>
        </pc:spChg>
        <pc:spChg chg="add mod">
          <ac:chgData name="Cartwright, Max" userId="4fdaca64-157b-4f34-aebd-58f672b6a20c" providerId="ADAL" clId="{9B24FA50-177C-4B5A-AA10-BF89D194F6B0}" dt="2024-03-05T20:32:47.741" v="831"/>
          <ac:spMkLst>
            <pc:docMk/>
            <pc:sldMk cId="3523945655" sldId="2147474114"/>
            <ac:spMk id="308" creationId="{29696E92-39D7-0B9D-FE70-9DD1279C33AA}"/>
          </ac:spMkLst>
        </pc:spChg>
        <pc:spChg chg="add mod">
          <ac:chgData name="Cartwright, Max" userId="4fdaca64-157b-4f34-aebd-58f672b6a20c" providerId="ADAL" clId="{9B24FA50-177C-4B5A-AA10-BF89D194F6B0}" dt="2024-03-05T20:32:47.741" v="831"/>
          <ac:spMkLst>
            <pc:docMk/>
            <pc:sldMk cId="3523945655" sldId="2147474114"/>
            <ac:spMk id="309" creationId="{86925113-B4FA-1755-8341-C25923B70E63}"/>
          </ac:spMkLst>
        </pc:spChg>
        <pc:spChg chg="add mod">
          <ac:chgData name="Cartwright, Max" userId="4fdaca64-157b-4f34-aebd-58f672b6a20c" providerId="ADAL" clId="{9B24FA50-177C-4B5A-AA10-BF89D194F6B0}" dt="2024-03-05T20:32:47.741" v="831"/>
          <ac:spMkLst>
            <pc:docMk/>
            <pc:sldMk cId="3523945655" sldId="2147474114"/>
            <ac:spMk id="310" creationId="{9F47040F-BE33-4531-1FA0-69D5348ACE61}"/>
          </ac:spMkLst>
        </pc:spChg>
        <pc:spChg chg="add mod">
          <ac:chgData name="Cartwright, Max" userId="4fdaca64-157b-4f34-aebd-58f672b6a20c" providerId="ADAL" clId="{9B24FA50-177C-4B5A-AA10-BF89D194F6B0}" dt="2024-03-05T20:32:47.741" v="831"/>
          <ac:spMkLst>
            <pc:docMk/>
            <pc:sldMk cId="3523945655" sldId="2147474114"/>
            <ac:spMk id="311" creationId="{BE6A4E8E-8504-AE07-D83E-29376A87F37B}"/>
          </ac:spMkLst>
        </pc:spChg>
        <pc:spChg chg="add mod">
          <ac:chgData name="Cartwright, Max" userId="4fdaca64-157b-4f34-aebd-58f672b6a20c" providerId="ADAL" clId="{9B24FA50-177C-4B5A-AA10-BF89D194F6B0}" dt="2024-03-05T20:32:47.741" v="831"/>
          <ac:spMkLst>
            <pc:docMk/>
            <pc:sldMk cId="3523945655" sldId="2147474114"/>
            <ac:spMk id="312" creationId="{232A4FCE-86D4-3273-D5D8-FF219526B9B8}"/>
          </ac:spMkLst>
        </pc:spChg>
        <pc:spChg chg="add mod">
          <ac:chgData name="Cartwright, Max" userId="4fdaca64-157b-4f34-aebd-58f672b6a20c" providerId="ADAL" clId="{9B24FA50-177C-4B5A-AA10-BF89D194F6B0}" dt="2024-03-05T20:32:47.741" v="831"/>
          <ac:spMkLst>
            <pc:docMk/>
            <pc:sldMk cId="3523945655" sldId="2147474114"/>
            <ac:spMk id="313" creationId="{7E84DFEF-44AA-2982-525A-FFB76E28755C}"/>
          </ac:spMkLst>
        </pc:spChg>
        <pc:spChg chg="add mod">
          <ac:chgData name="Cartwright, Max" userId="4fdaca64-157b-4f34-aebd-58f672b6a20c" providerId="ADAL" clId="{9B24FA50-177C-4B5A-AA10-BF89D194F6B0}" dt="2024-03-05T20:32:47.741" v="831"/>
          <ac:spMkLst>
            <pc:docMk/>
            <pc:sldMk cId="3523945655" sldId="2147474114"/>
            <ac:spMk id="314" creationId="{477EA1C1-2AB3-E4E0-DC0C-CB04328C135C}"/>
          </ac:spMkLst>
        </pc:spChg>
        <pc:spChg chg="add mod">
          <ac:chgData name="Cartwright, Max" userId="4fdaca64-157b-4f34-aebd-58f672b6a20c" providerId="ADAL" clId="{9B24FA50-177C-4B5A-AA10-BF89D194F6B0}" dt="2024-03-05T20:32:47.741" v="831"/>
          <ac:spMkLst>
            <pc:docMk/>
            <pc:sldMk cId="3523945655" sldId="2147474114"/>
            <ac:spMk id="315" creationId="{1892B16D-119C-1B48-05C7-FB9C98BA48DE}"/>
          </ac:spMkLst>
        </pc:spChg>
        <pc:spChg chg="add mod">
          <ac:chgData name="Cartwright, Max" userId="4fdaca64-157b-4f34-aebd-58f672b6a20c" providerId="ADAL" clId="{9B24FA50-177C-4B5A-AA10-BF89D194F6B0}" dt="2024-03-05T20:32:47.741" v="831"/>
          <ac:spMkLst>
            <pc:docMk/>
            <pc:sldMk cId="3523945655" sldId="2147474114"/>
            <ac:spMk id="316" creationId="{9D12E8A1-F290-2FDC-2424-8F09C251498F}"/>
          </ac:spMkLst>
        </pc:spChg>
        <pc:spChg chg="add mod">
          <ac:chgData name="Cartwright, Max" userId="4fdaca64-157b-4f34-aebd-58f672b6a20c" providerId="ADAL" clId="{9B24FA50-177C-4B5A-AA10-BF89D194F6B0}" dt="2024-03-05T20:32:47.741" v="831"/>
          <ac:spMkLst>
            <pc:docMk/>
            <pc:sldMk cId="3523945655" sldId="2147474114"/>
            <ac:spMk id="317" creationId="{CA0CD4EA-DA4B-F702-3ADE-41C5AC7B8108}"/>
          </ac:spMkLst>
        </pc:spChg>
        <pc:spChg chg="add mod">
          <ac:chgData name="Cartwright, Max" userId="4fdaca64-157b-4f34-aebd-58f672b6a20c" providerId="ADAL" clId="{9B24FA50-177C-4B5A-AA10-BF89D194F6B0}" dt="2024-03-05T20:32:47.741" v="831"/>
          <ac:spMkLst>
            <pc:docMk/>
            <pc:sldMk cId="3523945655" sldId="2147474114"/>
            <ac:spMk id="318" creationId="{B5465976-0509-C4BA-C2A0-058F58E5F794}"/>
          </ac:spMkLst>
        </pc:spChg>
        <pc:spChg chg="add mod">
          <ac:chgData name="Cartwright, Max" userId="4fdaca64-157b-4f34-aebd-58f672b6a20c" providerId="ADAL" clId="{9B24FA50-177C-4B5A-AA10-BF89D194F6B0}" dt="2024-03-05T20:32:47.741" v="831"/>
          <ac:spMkLst>
            <pc:docMk/>
            <pc:sldMk cId="3523945655" sldId="2147474114"/>
            <ac:spMk id="319" creationId="{2B3C3B9F-F17B-71DA-FC9D-22AF8F623149}"/>
          </ac:spMkLst>
        </pc:spChg>
        <pc:spChg chg="add mod">
          <ac:chgData name="Cartwright, Max" userId="4fdaca64-157b-4f34-aebd-58f672b6a20c" providerId="ADAL" clId="{9B24FA50-177C-4B5A-AA10-BF89D194F6B0}" dt="2024-03-05T20:32:47.741" v="831"/>
          <ac:spMkLst>
            <pc:docMk/>
            <pc:sldMk cId="3523945655" sldId="2147474114"/>
            <ac:spMk id="320" creationId="{8CA7E777-5187-B932-D11E-7836042EBC2D}"/>
          </ac:spMkLst>
        </pc:spChg>
        <pc:spChg chg="add mod">
          <ac:chgData name="Cartwright, Max" userId="4fdaca64-157b-4f34-aebd-58f672b6a20c" providerId="ADAL" clId="{9B24FA50-177C-4B5A-AA10-BF89D194F6B0}" dt="2024-03-05T20:32:47.741" v="831"/>
          <ac:spMkLst>
            <pc:docMk/>
            <pc:sldMk cId="3523945655" sldId="2147474114"/>
            <ac:spMk id="321" creationId="{36D14CF5-AF8D-C973-B1CC-9F6D05DA6037}"/>
          </ac:spMkLst>
        </pc:spChg>
        <pc:spChg chg="add mod">
          <ac:chgData name="Cartwright, Max" userId="4fdaca64-157b-4f34-aebd-58f672b6a20c" providerId="ADAL" clId="{9B24FA50-177C-4B5A-AA10-BF89D194F6B0}" dt="2024-03-05T20:32:47.741" v="831"/>
          <ac:spMkLst>
            <pc:docMk/>
            <pc:sldMk cId="3523945655" sldId="2147474114"/>
            <ac:spMk id="322" creationId="{3F61F620-7DA5-47E6-04EB-428C2A01E939}"/>
          </ac:spMkLst>
        </pc:spChg>
        <pc:spChg chg="add mod">
          <ac:chgData name="Cartwright, Max" userId="4fdaca64-157b-4f34-aebd-58f672b6a20c" providerId="ADAL" clId="{9B24FA50-177C-4B5A-AA10-BF89D194F6B0}" dt="2024-03-05T20:32:47.741" v="831"/>
          <ac:spMkLst>
            <pc:docMk/>
            <pc:sldMk cId="3523945655" sldId="2147474114"/>
            <ac:spMk id="323" creationId="{D27311F1-3CB0-5F94-CA66-356AB0F360E0}"/>
          </ac:spMkLst>
        </pc:spChg>
        <pc:spChg chg="add mod">
          <ac:chgData name="Cartwright, Max" userId="4fdaca64-157b-4f34-aebd-58f672b6a20c" providerId="ADAL" clId="{9B24FA50-177C-4B5A-AA10-BF89D194F6B0}" dt="2024-03-05T20:32:47.741" v="831"/>
          <ac:spMkLst>
            <pc:docMk/>
            <pc:sldMk cId="3523945655" sldId="2147474114"/>
            <ac:spMk id="324" creationId="{B7B2190F-603E-9E83-A88F-4E9E6FE00A55}"/>
          </ac:spMkLst>
        </pc:spChg>
        <pc:spChg chg="add mod">
          <ac:chgData name="Cartwright, Max" userId="4fdaca64-157b-4f34-aebd-58f672b6a20c" providerId="ADAL" clId="{9B24FA50-177C-4B5A-AA10-BF89D194F6B0}" dt="2024-03-05T20:32:47.741" v="831"/>
          <ac:spMkLst>
            <pc:docMk/>
            <pc:sldMk cId="3523945655" sldId="2147474114"/>
            <ac:spMk id="325" creationId="{3C00649E-DE39-DCA3-09D6-99EF381F09CC}"/>
          </ac:spMkLst>
        </pc:spChg>
        <pc:spChg chg="add mod">
          <ac:chgData name="Cartwright, Max" userId="4fdaca64-157b-4f34-aebd-58f672b6a20c" providerId="ADAL" clId="{9B24FA50-177C-4B5A-AA10-BF89D194F6B0}" dt="2024-03-05T20:32:47.741" v="831"/>
          <ac:spMkLst>
            <pc:docMk/>
            <pc:sldMk cId="3523945655" sldId="2147474114"/>
            <ac:spMk id="326" creationId="{C67D6B05-9D27-4305-8FEB-B4EACA8646FC}"/>
          </ac:spMkLst>
        </pc:spChg>
        <pc:spChg chg="add mod">
          <ac:chgData name="Cartwright, Max" userId="4fdaca64-157b-4f34-aebd-58f672b6a20c" providerId="ADAL" clId="{9B24FA50-177C-4B5A-AA10-BF89D194F6B0}" dt="2024-03-05T20:32:47.741" v="831"/>
          <ac:spMkLst>
            <pc:docMk/>
            <pc:sldMk cId="3523945655" sldId="2147474114"/>
            <ac:spMk id="327" creationId="{38E95529-DB80-590B-3FD1-FF4A004B4FBA}"/>
          </ac:spMkLst>
        </pc:spChg>
        <pc:spChg chg="add mod">
          <ac:chgData name="Cartwright, Max" userId="4fdaca64-157b-4f34-aebd-58f672b6a20c" providerId="ADAL" clId="{9B24FA50-177C-4B5A-AA10-BF89D194F6B0}" dt="2024-03-05T20:32:47.741" v="831"/>
          <ac:spMkLst>
            <pc:docMk/>
            <pc:sldMk cId="3523945655" sldId="2147474114"/>
            <ac:spMk id="328" creationId="{B2566398-7C2B-184F-0033-DB125E9ACA2D}"/>
          </ac:spMkLst>
        </pc:spChg>
        <pc:spChg chg="add mod">
          <ac:chgData name="Cartwright, Max" userId="4fdaca64-157b-4f34-aebd-58f672b6a20c" providerId="ADAL" clId="{9B24FA50-177C-4B5A-AA10-BF89D194F6B0}" dt="2024-03-05T20:32:47.741" v="831"/>
          <ac:spMkLst>
            <pc:docMk/>
            <pc:sldMk cId="3523945655" sldId="2147474114"/>
            <ac:spMk id="329" creationId="{9B30A15F-172B-1C46-3794-F0D95819D432}"/>
          </ac:spMkLst>
        </pc:spChg>
        <pc:spChg chg="add mod">
          <ac:chgData name="Cartwright, Max" userId="4fdaca64-157b-4f34-aebd-58f672b6a20c" providerId="ADAL" clId="{9B24FA50-177C-4B5A-AA10-BF89D194F6B0}" dt="2024-03-05T20:32:47.741" v="831"/>
          <ac:spMkLst>
            <pc:docMk/>
            <pc:sldMk cId="3523945655" sldId="2147474114"/>
            <ac:spMk id="330" creationId="{BD04655F-8A85-DC77-1C29-4F3D748E41E6}"/>
          </ac:spMkLst>
        </pc:spChg>
        <pc:spChg chg="add mod">
          <ac:chgData name="Cartwright, Max" userId="4fdaca64-157b-4f34-aebd-58f672b6a20c" providerId="ADAL" clId="{9B24FA50-177C-4B5A-AA10-BF89D194F6B0}" dt="2024-03-05T20:32:47.741" v="831"/>
          <ac:spMkLst>
            <pc:docMk/>
            <pc:sldMk cId="3523945655" sldId="2147474114"/>
            <ac:spMk id="331" creationId="{6CA81B2C-B3E1-2661-CAA6-0A0ED59B3417}"/>
          </ac:spMkLst>
        </pc:spChg>
        <pc:spChg chg="add mod">
          <ac:chgData name="Cartwright, Max" userId="4fdaca64-157b-4f34-aebd-58f672b6a20c" providerId="ADAL" clId="{9B24FA50-177C-4B5A-AA10-BF89D194F6B0}" dt="2024-03-05T20:32:47.741" v="831"/>
          <ac:spMkLst>
            <pc:docMk/>
            <pc:sldMk cId="3523945655" sldId="2147474114"/>
            <ac:spMk id="332" creationId="{718BDD80-4F97-0DC9-9EA3-2CD5DEA43354}"/>
          </ac:spMkLst>
        </pc:spChg>
        <pc:spChg chg="add mod">
          <ac:chgData name="Cartwright, Max" userId="4fdaca64-157b-4f34-aebd-58f672b6a20c" providerId="ADAL" clId="{9B24FA50-177C-4B5A-AA10-BF89D194F6B0}" dt="2024-03-05T20:32:47.741" v="831"/>
          <ac:spMkLst>
            <pc:docMk/>
            <pc:sldMk cId="3523945655" sldId="2147474114"/>
            <ac:spMk id="333" creationId="{D30F1FFF-6562-B09B-AC14-60FE73462B81}"/>
          </ac:spMkLst>
        </pc:spChg>
        <pc:spChg chg="add mod">
          <ac:chgData name="Cartwright, Max" userId="4fdaca64-157b-4f34-aebd-58f672b6a20c" providerId="ADAL" clId="{9B24FA50-177C-4B5A-AA10-BF89D194F6B0}" dt="2024-03-05T20:32:47.741" v="831"/>
          <ac:spMkLst>
            <pc:docMk/>
            <pc:sldMk cId="3523945655" sldId="2147474114"/>
            <ac:spMk id="334" creationId="{7C8DD2EA-80F4-BA66-1CCC-36E7DC1C552B}"/>
          </ac:spMkLst>
        </pc:spChg>
        <pc:spChg chg="add mod">
          <ac:chgData name="Cartwright, Max" userId="4fdaca64-157b-4f34-aebd-58f672b6a20c" providerId="ADAL" clId="{9B24FA50-177C-4B5A-AA10-BF89D194F6B0}" dt="2024-03-05T20:32:47.741" v="831"/>
          <ac:spMkLst>
            <pc:docMk/>
            <pc:sldMk cId="3523945655" sldId="2147474114"/>
            <ac:spMk id="335" creationId="{66686A8F-9BAD-F191-49D6-B223C48A8809}"/>
          </ac:spMkLst>
        </pc:spChg>
        <pc:spChg chg="add mod">
          <ac:chgData name="Cartwright, Max" userId="4fdaca64-157b-4f34-aebd-58f672b6a20c" providerId="ADAL" clId="{9B24FA50-177C-4B5A-AA10-BF89D194F6B0}" dt="2024-03-05T20:32:47.741" v="831"/>
          <ac:spMkLst>
            <pc:docMk/>
            <pc:sldMk cId="3523945655" sldId="2147474114"/>
            <ac:spMk id="336" creationId="{180A3F3E-7BC5-6FDB-1F7E-89C0EE2E51BE}"/>
          </ac:spMkLst>
        </pc:spChg>
        <pc:spChg chg="add mod">
          <ac:chgData name="Cartwright, Max" userId="4fdaca64-157b-4f34-aebd-58f672b6a20c" providerId="ADAL" clId="{9B24FA50-177C-4B5A-AA10-BF89D194F6B0}" dt="2024-03-05T20:32:47.741" v="831"/>
          <ac:spMkLst>
            <pc:docMk/>
            <pc:sldMk cId="3523945655" sldId="2147474114"/>
            <ac:spMk id="337" creationId="{5683796F-2F95-EE36-65BE-BCD77364D6E9}"/>
          </ac:spMkLst>
        </pc:spChg>
        <pc:spChg chg="add mod">
          <ac:chgData name="Cartwright, Max" userId="4fdaca64-157b-4f34-aebd-58f672b6a20c" providerId="ADAL" clId="{9B24FA50-177C-4B5A-AA10-BF89D194F6B0}" dt="2024-03-05T20:32:47.741" v="831"/>
          <ac:spMkLst>
            <pc:docMk/>
            <pc:sldMk cId="3523945655" sldId="2147474114"/>
            <ac:spMk id="338" creationId="{67930093-C043-D06D-9393-61CC8DC1BF57}"/>
          </ac:spMkLst>
        </pc:spChg>
        <pc:spChg chg="add mod">
          <ac:chgData name="Cartwright, Max" userId="4fdaca64-157b-4f34-aebd-58f672b6a20c" providerId="ADAL" clId="{9B24FA50-177C-4B5A-AA10-BF89D194F6B0}" dt="2024-03-05T20:32:47.741" v="831"/>
          <ac:spMkLst>
            <pc:docMk/>
            <pc:sldMk cId="3523945655" sldId="2147474114"/>
            <ac:spMk id="339" creationId="{8D14C0F3-66FF-8066-E831-081D3B1D2C7E}"/>
          </ac:spMkLst>
        </pc:spChg>
        <pc:spChg chg="add mod">
          <ac:chgData name="Cartwright, Max" userId="4fdaca64-157b-4f34-aebd-58f672b6a20c" providerId="ADAL" clId="{9B24FA50-177C-4B5A-AA10-BF89D194F6B0}" dt="2024-03-05T20:32:47.741" v="831"/>
          <ac:spMkLst>
            <pc:docMk/>
            <pc:sldMk cId="3523945655" sldId="2147474114"/>
            <ac:spMk id="340" creationId="{E38E8FAC-8F91-98B1-A36A-A49F8D0C5E85}"/>
          </ac:spMkLst>
        </pc:spChg>
        <pc:spChg chg="add mod">
          <ac:chgData name="Cartwright, Max" userId="4fdaca64-157b-4f34-aebd-58f672b6a20c" providerId="ADAL" clId="{9B24FA50-177C-4B5A-AA10-BF89D194F6B0}" dt="2024-03-05T20:32:47.741" v="831"/>
          <ac:spMkLst>
            <pc:docMk/>
            <pc:sldMk cId="3523945655" sldId="2147474114"/>
            <ac:spMk id="341" creationId="{D02DF3BF-E98A-E4DA-3C98-519AC48C8804}"/>
          </ac:spMkLst>
        </pc:spChg>
        <pc:spChg chg="add mod">
          <ac:chgData name="Cartwright, Max" userId="4fdaca64-157b-4f34-aebd-58f672b6a20c" providerId="ADAL" clId="{9B24FA50-177C-4B5A-AA10-BF89D194F6B0}" dt="2024-03-05T20:32:47.741" v="831"/>
          <ac:spMkLst>
            <pc:docMk/>
            <pc:sldMk cId="3523945655" sldId="2147474114"/>
            <ac:spMk id="342" creationId="{4BD46B2E-F866-286F-2816-CC84AE5D81F0}"/>
          </ac:spMkLst>
        </pc:spChg>
        <pc:spChg chg="add mod">
          <ac:chgData name="Cartwright, Max" userId="4fdaca64-157b-4f34-aebd-58f672b6a20c" providerId="ADAL" clId="{9B24FA50-177C-4B5A-AA10-BF89D194F6B0}" dt="2024-03-05T20:32:47.741" v="831"/>
          <ac:spMkLst>
            <pc:docMk/>
            <pc:sldMk cId="3523945655" sldId="2147474114"/>
            <ac:spMk id="343" creationId="{DACD6D1B-8B64-6112-1381-61CC7D5E8F5D}"/>
          </ac:spMkLst>
        </pc:spChg>
        <pc:spChg chg="add mod">
          <ac:chgData name="Cartwright, Max" userId="4fdaca64-157b-4f34-aebd-58f672b6a20c" providerId="ADAL" clId="{9B24FA50-177C-4B5A-AA10-BF89D194F6B0}" dt="2024-03-05T20:32:47.741" v="831"/>
          <ac:spMkLst>
            <pc:docMk/>
            <pc:sldMk cId="3523945655" sldId="2147474114"/>
            <ac:spMk id="344" creationId="{FA15AB65-512B-22B6-5821-72B61DAEC44E}"/>
          </ac:spMkLst>
        </pc:spChg>
        <pc:spChg chg="add mod">
          <ac:chgData name="Cartwright, Max" userId="4fdaca64-157b-4f34-aebd-58f672b6a20c" providerId="ADAL" clId="{9B24FA50-177C-4B5A-AA10-BF89D194F6B0}" dt="2024-03-05T20:32:47.741" v="831"/>
          <ac:spMkLst>
            <pc:docMk/>
            <pc:sldMk cId="3523945655" sldId="2147474114"/>
            <ac:spMk id="345" creationId="{F6DEA940-8F75-9D5A-19D5-300FA65C51BD}"/>
          </ac:spMkLst>
        </pc:spChg>
        <pc:spChg chg="add mod">
          <ac:chgData name="Cartwright, Max" userId="4fdaca64-157b-4f34-aebd-58f672b6a20c" providerId="ADAL" clId="{9B24FA50-177C-4B5A-AA10-BF89D194F6B0}" dt="2024-03-05T20:32:47.741" v="831"/>
          <ac:spMkLst>
            <pc:docMk/>
            <pc:sldMk cId="3523945655" sldId="2147474114"/>
            <ac:spMk id="346" creationId="{5DD8EF36-515C-BBCC-4175-8B8423CD1F91}"/>
          </ac:spMkLst>
        </pc:spChg>
        <pc:spChg chg="add mod">
          <ac:chgData name="Cartwright, Max" userId="4fdaca64-157b-4f34-aebd-58f672b6a20c" providerId="ADAL" clId="{9B24FA50-177C-4B5A-AA10-BF89D194F6B0}" dt="2024-03-05T20:32:47.741" v="831"/>
          <ac:spMkLst>
            <pc:docMk/>
            <pc:sldMk cId="3523945655" sldId="2147474114"/>
            <ac:spMk id="347" creationId="{71A70792-79F5-2D3C-A533-B41050A2A523}"/>
          </ac:spMkLst>
        </pc:spChg>
        <pc:spChg chg="add mod">
          <ac:chgData name="Cartwright, Max" userId="4fdaca64-157b-4f34-aebd-58f672b6a20c" providerId="ADAL" clId="{9B24FA50-177C-4B5A-AA10-BF89D194F6B0}" dt="2024-03-05T20:32:47.741" v="831"/>
          <ac:spMkLst>
            <pc:docMk/>
            <pc:sldMk cId="3523945655" sldId="2147474114"/>
            <ac:spMk id="348" creationId="{F9F9AF14-5AFA-7D85-D083-91621E464CAB}"/>
          </ac:spMkLst>
        </pc:spChg>
        <pc:spChg chg="add mod">
          <ac:chgData name="Cartwright, Max" userId="4fdaca64-157b-4f34-aebd-58f672b6a20c" providerId="ADAL" clId="{9B24FA50-177C-4B5A-AA10-BF89D194F6B0}" dt="2024-03-05T20:32:47.741" v="831"/>
          <ac:spMkLst>
            <pc:docMk/>
            <pc:sldMk cId="3523945655" sldId="2147474114"/>
            <ac:spMk id="349" creationId="{E8856FD1-9ADC-C56F-D0B1-2E42E1404F0B}"/>
          </ac:spMkLst>
        </pc:spChg>
        <pc:spChg chg="add mod">
          <ac:chgData name="Cartwright, Max" userId="4fdaca64-157b-4f34-aebd-58f672b6a20c" providerId="ADAL" clId="{9B24FA50-177C-4B5A-AA10-BF89D194F6B0}" dt="2024-03-05T20:32:47.741" v="831"/>
          <ac:spMkLst>
            <pc:docMk/>
            <pc:sldMk cId="3523945655" sldId="2147474114"/>
            <ac:spMk id="351" creationId="{CEFE4048-69A9-56E4-B383-677C211AAC43}"/>
          </ac:spMkLst>
        </pc:spChg>
        <pc:spChg chg="add mod">
          <ac:chgData name="Cartwright, Max" userId="4fdaca64-157b-4f34-aebd-58f672b6a20c" providerId="ADAL" clId="{9B24FA50-177C-4B5A-AA10-BF89D194F6B0}" dt="2024-03-05T20:32:47.741" v="831"/>
          <ac:spMkLst>
            <pc:docMk/>
            <pc:sldMk cId="3523945655" sldId="2147474114"/>
            <ac:spMk id="352" creationId="{C2EE40C4-3CDF-BC70-5C41-217B49653B40}"/>
          </ac:spMkLst>
        </pc:spChg>
        <pc:spChg chg="add mod">
          <ac:chgData name="Cartwright, Max" userId="4fdaca64-157b-4f34-aebd-58f672b6a20c" providerId="ADAL" clId="{9B24FA50-177C-4B5A-AA10-BF89D194F6B0}" dt="2024-03-05T20:32:47.741" v="831"/>
          <ac:spMkLst>
            <pc:docMk/>
            <pc:sldMk cId="3523945655" sldId="2147474114"/>
            <ac:spMk id="353" creationId="{FE453CFC-24CF-0E22-8BAA-6F0E3C6BA51F}"/>
          </ac:spMkLst>
        </pc:spChg>
        <pc:spChg chg="add mod">
          <ac:chgData name="Cartwright, Max" userId="4fdaca64-157b-4f34-aebd-58f672b6a20c" providerId="ADAL" clId="{9B24FA50-177C-4B5A-AA10-BF89D194F6B0}" dt="2024-03-05T20:32:47.741" v="831"/>
          <ac:spMkLst>
            <pc:docMk/>
            <pc:sldMk cId="3523945655" sldId="2147474114"/>
            <ac:spMk id="354" creationId="{0761662F-E5C1-B104-982D-25DE4B46C799}"/>
          </ac:spMkLst>
        </pc:spChg>
        <pc:spChg chg="add mod">
          <ac:chgData name="Cartwright, Max" userId="4fdaca64-157b-4f34-aebd-58f672b6a20c" providerId="ADAL" clId="{9B24FA50-177C-4B5A-AA10-BF89D194F6B0}" dt="2024-03-05T20:32:47.741" v="831"/>
          <ac:spMkLst>
            <pc:docMk/>
            <pc:sldMk cId="3523945655" sldId="2147474114"/>
            <ac:spMk id="355" creationId="{0DA7FE5B-FE29-DEA5-B2CC-EA4351DBA1EC}"/>
          </ac:spMkLst>
        </pc:spChg>
        <pc:spChg chg="add mod">
          <ac:chgData name="Cartwright, Max" userId="4fdaca64-157b-4f34-aebd-58f672b6a20c" providerId="ADAL" clId="{9B24FA50-177C-4B5A-AA10-BF89D194F6B0}" dt="2024-03-05T20:32:47.741" v="831"/>
          <ac:spMkLst>
            <pc:docMk/>
            <pc:sldMk cId="3523945655" sldId="2147474114"/>
            <ac:spMk id="356" creationId="{5F8DFA1E-5471-01FE-28A9-E5109AD1DC3F}"/>
          </ac:spMkLst>
        </pc:spChg>
        <pc:spChg chg="add mod">
          <ac:chgData name="Cartwright, Max" userId="4fdaca64-157b-4f34-aebd-58f672b6a20c" providerId="ADAL" clId="{9B24FA50-177C-4B5A-AA10-BF89D194F6B0}" dt="2024-03-05T20:32:47.741" v="831"/>
          <ac:spMkLst>
            <pc:docMk/>
            <pc:sldMk cId="3523945655" sldId="2147474114"/>
            <ac:spMk id="357" creationId="{069E3F40-F8AD-0B9A-7DE5-3CDEEE6CF5A4}"/>
          </ac:spMkLst>
        </pc:spChg>
        <pc:spChg chg="add mod">
          <ac:chgData name="Cartwright, Max" userId="4fdaca64-157b-4f34-aebd-58f672b6a20c" providerId="ADAL" clId="{9B24FA50-177C-4B5A-AA10-BF89D194F6B0}" dt="2024-03-05T20:32:47.741" v="831"/>
          <ac:spMkLst>
            <pc:docMk/>
            <pc:sldMk cId="3523945655" sldId="2147474114"/>
            <ac:spMk id="358" creationId="{29F35CBD-1709-85F3-CBD0-684DAB0E0FBD}"/>
          </ac:spMkLst>
        </pc:spChg>
        <pc:spChg chg="add mod">
          <ac:chgData name="Cartwright, Max" userId="4fdaca64-157b-4f34-aebd-58f672b6a20c" providerId="ADAL" clId="{9B24FA50-177C-4B5A-AA10-BF89D194F6B0}" dt="2024-03-05T20:32:47.741" v="831"/>
          <ac:spMkLst>
            <pc:docMk/>
            <pc:sldMk cId="3523945655" sldId="2147474114"/>
            <ac:spMk id="359" creationId="{B75ABA89-484E-031D-D096-F6D08B5B1C53}"/>
          </ac:spMkLst>
        </pc:spChg>
        <pc:spChg chg="add mod">
          <ac:chgData name="Cartwright, Max" userId="4fdaca64-157b-4f34-aebd-58f672b6a20c" providerId="ADAL" clId="{9B24FA50-177C-4B5A-AA10-BF89D194F6B0}" dt="2024-03-05T20:32:47.741" v="831"/>
          <ac:spMkLst>
            <pc:docMk/>
            <pc:sldMk cId="3523945655" sldId="2147474114"/>
            <ac:spMk id="360" creationId="{8C295281-78B4-BCEB-14EB-2B9ECE931E13}"/>
          </ac:spMkLst>
        </pc:spChg>
        <pc:spChg chg="add mod">
          <ac:chgData name="Cartwright, Max" userId="4fdaca64-157b-4f34-aebd-58f672b6a20c" providerId="ADAL" clId="{9B24FA50-177C-4B5A-AA10-BF89D194F6B0}" dt="2024-03-05T20:32:47.741" v="831"/>
          <ac:spMkLst>
            <pc:docMk/>
            <pc:sldMk cId="3523945655" sldId="2147474114"/>
            <ac:spMk id="361" creationId="{304A4CFE-D9B4-937E-68C1-B755C66D7880}"/>
          </ac:spMkLst>
        </pc:spChg>
        <pc:spChg chg="add mod">
          <ac:chgData name="Cartwright, Max" userId="4fdaca64-157b-4f34-aebd-58f672b6a20c" providerId="ADAL" clId="{9B24FA50-177C-4B5A-AA10-BF89D194F6B0}" dt="2024-03-05T20:32:47.741" v="831"/>
          <ac:spMkLst>
            <pc:docMk/>
            <pc:sldMk cId="3523945655" sldId="2147474114"/>
            <ac:spMk id="362" creationId="{1C6DFC72-99C1-C2E5-56A9-EB4A34138EA5}"/>
          </ac:spMkLst>
        </pc:spChg>
        <pc:spChg chg="add mod">
          <ac:chgData name="Cartwright, Max" userId="4fdaca64-157b-4f34-aebd-58f672b6a20c" providerId="ADAL" clId="{9B24FA50-177C-4B5A-AA10-BF89D194F6B0}" dt="2024-03-05T20:32:47.741" v="831"/>
          <ac:spMkLst>
            <pc:docMk/>
            <pc:sldMk cId="3523945655" sldId="2147474114"/>
            <ac:spMk id="363" creationId="{B164B875-9C99-12D0-8C37-3A772D88B09C}"/>
          </ac:spMkLst>
        </pc:spChg>
        <pc:spChg chg="add mod">
          <ac:chgData name="Cartwright, Max" userId="4fdaca64-157b-4f34-aebd-58f672b6a20c" providerId="ADAL" clId="{9B24FA50-177C-4B5A-AA10-BF89D194F6B0}" dt="2024-03-05T20:32:52.682" v="832" actId="1076"/>
          <ac:spMkLst>
            <pc:docMk/>
            <pc:sldMk cId="3523945655" sldId="2147474114"/>
            <ac:spMk id="364" creationId="{3F1F2CCA-8297-206F-0115-6ECBAB0D3A87}"/>
          </ac:spMkLst>
        </pc:spChg>
        <pc:spChg chg="add mod">
          <ac:chgData name="Cartwright, Max" userId="4fdaca64-157b-4f34-aebd-58f672b6a20c" providerId="ADAL" clId="{9B24FA50-177C-4B5A-AA10-BF89D194F6B0}" dt="2024-03-05T20:32:47.741" v="831"/>
          <ac:spMkLst>
            <pc:docMk/>
            <pc:sldMk cId="3523945655" sldId="2147474114"/>
            <ac:spMk id="365" creationId="{9B13A606-4BB2-5FEA-8882-C10D72938487}"/>
          </ac:spMkLst>
        </pc:spChg>
        <pc:spChg chg="add mod">
          <ac:chgData name="Cartwright, Max" userId="4fdaca64-157b-4f34-aebd-58f672b6a20c" providerId="ADAL" clId="{9B24FA50-177C-4B5A-AA10-BF89D194F6B0}" dt="2024-03-05T20:32:47.741" v="831"/>
          <ac:spMkLst>
            <pc:docMk/>
            <pc:sldMk cId="3523945655" sldId="2147474114"/>
            <ac:spMk id="366" creationId="{991A8AA6-874E-27EE-C63C-F2A2560EF98F}"/>
          </ac:spMkLst>
        </pc:spChg>
        <pc:spChg chg="add mod">
          <ac:chgData name="Cartwright, Max" userId="4fdaca64-157b-4f34-aebd-58f672b6a20c" providerId="ADAL" clId="{9B24FA50-177C-4B5A-AA10-BF89D194F6B0}" dt="2024-03-05T20:32:47.741" v="831"/>
          <ac:spMkLst>
            <pc:docMk/>
            <pc:sldMk cId="3523945655" sldId="2147474114"/>
            <ac:spMk id="367" creationId="{7D419612-012C-110F-C881-681915685D95}"/>
          </ac:spMkLst>
        </pc:spChg>
        <pc:spChg chg="add mod">
          <ac:chgData name="Cartwright, Max" userId="4fdaca64-157b-4f34-aebd-58f672b6a20c" providerId="ADAL" clId="{9B24FA50-177C-4B5A-AA10-BF89D194F6B0}" dt="2024-03-05T20:32:47.741" v="831"/>
          <ac:spMkLst>
            <pc:docMk/>
            <pc:sldMk cId="3523945655" sldId="2147474114"/>
            <ac:spMk id="368" creationId="{C2D70FEF-F7B4-9282-9F16-57FD3FB10443}"/>
          </ac:spMkLst>
        </pc:spChg>
        <pc:spChg chg="add mod">
          <ac:chgData name="Cartwright, Max" userId="4fdaca64-157b-4f34-aebd-58f672b6a20c" providerId="ADAL" clId="{9B24FA50-177C-4B5A-AA10-BF89D194F6B0}" dt="2024-03-05T20:32:47.741" v="831"/>
          <ac:spMkLst>
            <pc:docMk/>
            <pc:sldMk cId="3523945655" sldId="2147474114"/>
            <ac:spMk id="369" creationId="{CC9233C1-E35D-2516-5742-767EC91C628B}"/>
          </ac:spMkLst>
        </pc:spChg>
        <pc:spChg chg="add mod">
          <ac:chgData name="Cartwright, Max" userId="4fdaca64-157b-4f34-aebd-58f672b6a20c" providerId="ADAL" clId="{9B24FA50-177C-4B5A-AA10-BF89D194F6B0}" dt="2024-03-05T20:32:47.741" v="831"/>
          <ac:spMkLst>
            <pc:docMk/>
            <pc:sldMk cId="3523945655" sldId="2147474114"/>
            <ac:spMk id="370" creationId="{9C1EBCD9-5E2C-A8BB-9230-4DC050F75CFD}"/>
          </ac:spMkLst>
        </pc:spChg>
        <pc:spChg chg="add mod">
          <ac:chgData name="Cartwright, Max" userId="4fdaca64-157b-4f34-aebd-58f672b6a20c" providerId="ADAL" clId="{9B24FA50-177C-4B5A-AA10-BF89D194F6B0}" dt="2024-03-05T20:32:47.741" v="831"/>
          <ac:spMkLst>
            <pc:docMk/>
            <pc:sldMk cId="3523945655" sldId="2147474114"/>
            <ac:spMk id="371" creationId="{C73E3A3B-E864-CD7A-2B4B-3612C8D64138}"/>
          </ac:spMkLst>
        </pc:spChg>
        <pc:spChg chg="add mod">
          <ac:chgData name="Cartwright, Max" userId="4fdaca64-157b-4f34-aebd-58f672b6a20c" providerId="ADAL" clId="{9B24FA50-177C-4B5A-AA10-BF89D194F6B0}" dt="2024-03-05T20:32:47.741" v="831"/>
          <ac:spMkLst>
            <pc:docMk/>
            <pc:sldMk cId="3523945655" sldId="2147474114"/>
            <ac:spMk id="372" creationId="{98946D77-EE29-1803-0EEB-6B4F4A1E44C5}"/>
          </ac:spMkLst>
        </pc:spChg>
        <pc:spChg chg="add mod">
          <ac:chgData name="Cartwright, Max" userId="4fdaca64-157b-4f34-aebd-58f672b6a20c" providerId="ADAL" clId="{9B24FA50-177C-4B5A-AA10-BF89D194F6B0}" dt="2024-03-05T20:32:47.741" v="831"/>
          <ac:spMkLst>
            <pc:docMk/>
            <pc:sldMk cId="3523945655" sldId="2147474114"/>
            <ac:spMk id="373" creationId="{010A4934-742F-E863-B9F0-213562248504}"/>
          </ac:spMkLst>
        </pc:spChg>
        <pc:cxnChg chg="add del mod">
          <ac:chgData name="Cartwright, Max" userId="4fdaca64-157b-4f34-aebd-58f672b6a20c" providerId="ADAL" clId="{9B24FA50-177C-4B5A-AA10-BF89D194F6B0}" dt="2024-03-05T20:32:41.721" v="826"/>
          <ac:cxnSpMkLst>
            <pc:docMk/>
            <pc:sldMk cId="3523945655" sldId="2147474114"/>
            <ac:cxnSpMk id="209" creationId="{6570D010-10F5-D64A-9A20-333F23B2341E}"/>
          </ac:cxnSpMkLst>
        </pc:cxnChg>
        <pc:cxnChg chg="add del mod">
          <ac:chgData name="Cartwright, Max" userId="4fdaca64-157b-4f34-aebd-58f672b6a20c" providerId="ADAL" clId="{9B24FA50-177C-4B5A-AA10-BF89D194F6B0}" dt="2024-03-05T20:32:47.697" v="830"/>
          <ac:cxnSpMkLst>
            <pc:docMk/>
            <pc:sldMk cId="3523945655" sldId="2147474114"/>
            <ac:cxnSpMk id="280" creationId="{B801B8EF-5D66-F376-49BA-E77AF2753BCB}"/>
          </ac:cxnSpMkLst>
        </pc:cxnChg>
        <pc:cxnChg chg="add mod">
          <ac:chgData name="Cartwright, Max" userId="4fdaca64-157b-4f34-aebd-58f672b6a20c" providerId="ADAL" clId="{9B24FA50-177C-4B5A-AA10-BF89D194F6B0}" dt="2024-03-05T20:32:47.741" v="831"/>
          <ac:cxnSpMkLst>
            <pc:docMk/>
            <pc:sldMk cId="3523945655" sldId="2147474114"/>
            <ac:cxnSpMk id="350" creationId="{2B05C5B3-45B2-15A7-6F15-C7F4EC432E08}"/>
          </ac:cxnSpMkLst>
        </pc:cxnChg>
      </pc:sldChg>
      <pc:sldChg chg="addSp delSp modSp add mod">
        <pc:chgData name="Cartwright, Max" userId="4fdaca64-157b-4f34-aebd-58f672b6a20c" providerId="ADAL" clId="{9B24FA50-177C-4B5A-AA10-BF89D194F6B0}" dt="2024-03-05T20:46:34.067" v="985"/>
        <pc:sldMkLst>
          <pc:docMk/>
          <pc:sldMk cId="3753178280" sldId="2147474115"/>
        </pc:sldMkLst>
        <pc:spChg chg="del">
          <ac:chgData name="Cartwright, Max" userId="4fdaca64-157b-4f34-aebd-58f672b6a20c" providerId="ADAL" clId="{9B24FA50-177C-4B5A-AA10-BF89D194F6B0}" dt="2024-03-05T20:33:15.440" v="834" actId="478"/>
          <ac:spMkLst>
            <pc:docMk/>
            <pc:sldMk cId="3753178280" sldId="2147474115"/>
            <ac:spMk id="3" creationId="{D55919F0-CF74-0672-208A-AF105C584388}"/>
          </ac:spMkLst>
        </pc:spChg>
        <pc:spChg chg="add del mod">
          <ac:chgData name="Cartwright, Max" userId="4fdaca64-157b-4f34-aebd-58f672b6a20c" providerId="ADAL" clId="{9B24FA50-177C-4B5A-AA10-BF89D194F6B0}" dt="2024-03-05T20:33:17.117" v="835" actId="478"/>
          <ac:spMkLst>
            <pc:docMk/>
            <pc:sldMk cId="3753178280" sldId="2147474115"/>
            <ac:spMk id="4" creationId="{FC78ED61-E9B1-DB23-3AB7-CCA05DCD8575}"/>
          </ac:spMkLst>
        </pc:spChg>
        <pc:spChg chg="add del mod">
          <ac:chgData name="Cartwright, Max" userId="4fdaca64-157b-4f34-aebd-58f672b6a20c" providerId="ADAL" clId="{9B24FA50-177C-4B5A-AA10-BF89D194F6B0}" dt="2024-03-05T20:33:22.218" v="837"/>
          <ac:spMkLst>
            <pc:docMk/>
            <pc:sldMk cId="3753178280" sldId="2147474115"/>
            <ac:spMk id="5" creationId="{2890D7BD-112B-474A-E028-CE743063016C}"/>
          </ac:spMkLst>
        </pc:spChg>
        <pc:spChg chg="add del mod">
          <ac:chgData name="Cartwright, Max" userId="4fdaca64-157b-4f34-aebd-58f672b6a20c" providerId="ADAL" clId="{9B24FA50-177C-4B5A-AA10-BF89D194F6B0}" dt="2024-03-05T20:33:22.218" v="837"/>
          <ac:spMkLst>
            <pc:docMk/>
            <pc:sldMk cId="3753178280" sldId="2147474115"/>
            <ac:spMk id="6" creationId="{19E6155F-4BB6-2782-3724-E25672AB9EB1}"/>
          </ac:spMkLst>
        </pc:spChg>
        <pc:spChg chg="add del mod">
          <ac:chgData name="Cartwright, Max" userId="4fdaca64-157b-4f34-aebd-58f672b6a20c" providerId="ADAL" clId="{9B24FA50-177C-4B5A-AA10-BF89D194F6B0}" dt="2024-03-05T20:33:22.218" v="837"/>
          <ac:spMkLst>
            <pc:docMk/>
            <pc:sldMk cId="3753178280" sldId="2147474115"/>
            <ac:spMk id="7" creationId="{C9ED54BC-58B9-6EC1-FF3F-E7B411834EDE}"/>
          </ac:spMkLst>
        </pc:spChg>
        <pc:spChg chg="add del mod">
          <ac:chgData name="Cartwright, Max" userId="4fdaca64-157b-4f34-aebd-58f672b6a20c" providerId="ADAL" clId="{9B24FA50-177C-4B5A-AA10-BF89D194F6B0}" dt="2024-03-05T20:33:22.218" v="837"/>
          <ac:spMkLst>
            <pc:docMk/>
            <pc:sldMk cId="3753178280" sldId="2147474115"/>
            <ac:spMk id="8" creationId="{37F310E2-B362-CE88-17CC-9AF442509F47}"/>
          </ac:spMkLst>
        </pc:spChg>
        <pc:spChg chg="add del mod">
          <ac:chgData name="Cartwright, Max" userId="4fdaca64-157b-4f34-aebd-58f672b6a20c" providerId="ADAL" clId="{9B24FA50-177C-4B5A-AA10-BF89D194F6B0}" dt="2024-03-05T20:33:22.218" v="837"/>
          <ac:spMkLst>
            <pc:docMk/>
            <pc:sldMk cId="3753178280" sldId="2147474115"/>
            <ac:spMk id="9" creationId="{AA9ABFA2-3976-D3FB-DDC5-2281164CBDBF}"/>
          </ac:spMkLst>
        </pc:spChg>
        <pc:spChg chg="add del mod">
          <ac:chgData name="Cartwright, Max" userId="4fdaca64-157b-4f34-aebd-58f672b6a20c" providerId="ADAL" clId="{9B24FA50-177C-4B5A-AA10-BF89D194F6B0}" dt="2024-03-05T20:33:22.218" v="837"/>
          <ac:spMkLst>
            <pc:docMk/>
            <pc:sldMk cId="3753178280" sldId="2147474115"/>
            <ac:spMk id="10" creationId="{12F6DF1E-2744-7019-D1F4-8D922D68BFEA}"/>
          </ac:spMkLst>
        </pc:spChg>
        <pc:spChg chg="add del mod">
          <ac:chgData name="Cartwright, Max" userId="4fdaca64-157b-4f34-aebd-58f672b6a20c" providerId="ADAL" clId="{9B24FA50-177C-4B5A-AA10-BF89D194F6B0}" dt="2024-03-05T20:33:22.218" v="837"/>
          <ac:spMkLst>
            <pc:docMk/>
            <pc:sldMk cId="3753178280" sldId="2147474115"/>
            <ac:spMk id="11" creationId="{B9C3E3A0-41DC-52AE-61A0-735E846A975D}"/>
          </ac:spMkLst>
        </pc:spChg>
        <pc:spChg chg="add del mod">
          <ac:chgData name="Cartwright, Max" userId="4fdaca64-157b-4f34-aebd-58f672b6a20c" providerId="ADAL" clId="{9B24FA50-177C-4B5A-AA10-BF89D194F6B0}" dt="2024-03-05T20:33:22.218" v="837"/>
          <ac:spMkLst>
            <pc:docMk/>
            <pc:sldMk cId="3753178280" sldId="2147474115"/>
            <ac:spMk id="12" creationId="{873703F2-A1B2-214C-937F-7C998384314E}"/>
          </ac:spMkLst>
        </pc:spChg>
        <pc:spChg chg="add del mod">
          <ac:chgData name="Cartwright, Max" userId="4fdaca64-157b-4f34-aebd-58f672b6a20c" providerId="ADAL" clId="{9B24FA50-177C-4B5A-AA10-BF89D194F6B0}" dt="2024-03-05T20:33:22.218" v="837"/>
          <ac:spMkLst>
            <pc:docMk/>
            <pc:sldMk cId="3753178280" sldId="2147474115"/>
            <ac:spMk id="13" creationId="{4A6D3F53-325F-2233-AF8F-377CDC2FD361}"/>
          </ac:spMkLst>
        </pc:spChg>
        <pc:spChg chg="add del mod">
          <ac:chgData name="Cartwright, Max" userId="4fdaca64-157b-4f34-aebd-58f672b6a20c" providerId="ADAL" clId="{9B24FA50-177C-4B5A-AA10-BF89D194F6B0}" dt="2024-03-05T20:33:22.218" v="837"/>
          <ac:spMkLst>
            <pc:docMk/>
            <pc:sldMk cId="3753178280" sldId="2147474115"/>
            <ac:spMk id="14" creationId="{DE97835E-19C1-160D-6838-1713ED8F3333}"/>
          </ac:spMkLst>
        </pc:spChg>
        <pc:spChg chg="add del mod">
          <ac:chgData name="Cartwright, Max" userId="4fdaca64-157b-4f34-aebd-58f672b6a20c" providerId="ADAL" clId="{9B24FA50-177C-4B5A-AA10-BF89D194F6B0}" dt="2024-03-05T20:33:22.218" v="837"/>
          <ac:spMkLst>
            <pc:docMk/>
            <pc:sldMk cId="3753178280" sldId="2147474115"/>
            <ac:spMk id="15" creationId="{43B5B5CD-6D57-0535-7BFD-76191F57DE3F}"/>
          </ac:spMkLst>
        </pc:spChg>
        <pc:spChg chg="add del mod">
          <ac:chgData name="Cartwright, Max" userId="4fdaca64-157b-4f34-aebd-58f672b6a20c" providerId="ADAL" clId="{9B24FA50-177C-4B5A-AA10-BF89D194F6B0}" dt="2024-03-05T20:33:22.218" v="837"/>
          <ac:spMkLst>
            <pc:docMk/>
            <pc:sldMk cId="3753178280" sldId="2147474115"/>
            <ac:spMk id="16" creationId="{CB2E10E0-695D-E9AD-F82F-CC69DBAEE427}"/>
          </ac:spMkLst>
        </pc:spChg>
        <pc:spChg chg="add del mod">
          <ac:chgData name="Cartwright, Max" userId="4fdaca64-157b-4f34-aebd-58f672b6a20c" providerId="ADAL" clId="{9B24FA50-177C-4B5A-AA10-BF89D194F6B0}" dt="2024-03-05T20:33:22.218" v="837"/>
          <ac:spMkLst>
            <pc:docMk/>
            <pc:sldMk cId="3753178280" sldId="2147474115"/>
            <ac:spMk id="17" creationId="{EAD697FA-131F-01EC-327C-B30BB2FD7844}"/>
          </ac:spMkLst>
        </pc:spChg>
        <pc:spChg chg="add del mod">
          <ac:chgData name="Cartwright, Max" userId="4fdaca64-157b-4f34-aebd-58f672b6a20c" providerId="ADAL" clId="{9B24FA50-177C-4B5A-AA10-BF89D194F6B0}" dt="2024-03-05T20:33:22.218" v="837"/>
          <ac:spMkLst>
            <pc:docMk/>
            <pc:sldMk cId="3753178280" sldId="2147474115"/>
            <ac:spMk id="18" creationId="{6EE0E8CE-ED7D-1CA9-97F5-3BACC5DED5FF}"/>
          </ac:spMkLst>
        </pc:spChg>
        <pc:spChg chg="add del mod">
          <ac:chgData name="Cartwright, Max" userId="4fdaca64-157b-4f34-aebd-58f672b6a20c" providerId="ADAL" clId="{9B24FA50-177C-4B5A-AA10-BF89D194F6B0}" dt="2024-03-05T20:33:22.218" v="837"/>
          <ac:spMkLst>
            <pc:docMk/>
            <pc:sldMk cId="3753178280" sldId="2147474115"/>
            <ac:spMk id="19" creationId="{9FEB06FA-7EF1-15E1-7F6A-A94F7CC78092}"/>
          </ac:spMkLst>
        </pc:spChg>
        <pc:spChg chg="add del mod">
          <ac:chgData name="Cartwright, Max" userId="4fdaca64-157b-4f34-aebd-58f672b6a20c" providerId="ADAL" clId="{9B24FA50-177C-4B5A-AA10-BF89D194F6B0}" dt="2024-03-05T20:33:22.218" v="837"/>
          <ac:spMkLst>
            <pc:docMk/>
            <pc:sldMk cId="3753178280" sldId="2147474115"/>
            <ac:spMk id="20" creationId="{810FCE2A-04F5-55C6-014B-02E43DE9CD92}"/>
          </ac:spMkLst>
        </pc:spChg>
        <pc:spChg chg="add del mod">
          <ac:chgData name="Cartwright, Max" userId="4fdaca64-157b-4f34-aebd-58f672b6a20c" providerId="ADAL" clId="{9B24FA50-177C-4B5A-AA10-BF89D194F6B0}" dt="2024-03-05T20:33:22.218" v="837"/>
          <ac:spMkLst>
            <pc:docMk/>
            <pc:sldMk cId="3753178280" sldId="2147474115"/>
            <ac:spMk id="21" creationId="{9652B405-86DC-7666-C44B-74B0D53E83AE}"/>
          </ac:spMkLst>
        </pc:spChg>
        <pc:spChg chg="add del mod">
          <ac:chgData name="Cartwright, Max" userId="4fdaca64-157b-4f34-aebd-58f672b6a20c" providerId="ADAL" clId="{9B24FA50-177C-4B5A-AA10-BF89D194F6B0}" dt="2024-03-05T20:33:22.218" v="837"/>
          <ac:spMkLst>
            <pc:docMk/>
            <pc:sldMk cId="3753178280" sldId="2147474115"/>
            <ac:spMk id="22" creationId="{CA3225A8-2ECE-0E8B-EE0C-DDF972912FF0}"/>
          </ac:spMkLst>
        </pc:spChg>
        <pc:spChg chg="add del mod">
          <ac:chgData name="Cartwright, Max" userId="4fdaca64-157b-4f34-aebd-58f672b6a20c" providerId="ADAL" clId="{9B24FA50-177C-4B5A-AA10-BF89D194F6B0}" dt="2024-03-05T20:33:22.218" v="837"/>
          <ac:spMkLst>
            <pc:docMk/>
            <pc:sldMk cId="3753178280" sldId="2147474115"/>
            <ac:spMk id="23" creationId="{FB43991A-D79D-9E8E-B7AF-B2B0F44D6F40}"/>
          </ac:spMkLst>
        </pc:spChg>
        <pc:spChg chg="add del mod">
          <ac:chgData name="Cartwright, Max" userId="4fdaca64-157b-4f34-aebd-58f672b6a20c" providerId="ADAL" clId="{9B24FA50-177C-4B5A-AA10-BF89D194F6B0}" dt="2024-03-05T20:33:22.218" v="837"/>
          <ac:spMkLst>
            <pc:docMk/>
            <pc:sldMk cId="3753178280" sldId="2147474115"/>
            <ac:spMk id="24" creationId="{81FC8428-42BF-E0D4-D0D8-086FC25A818E}"/>
          </ac:spMkLst>
        </pc:spChg>
        <pc:spChg chg="add del mod">
          <ac:chgData name="Cartwright, Max" userId="4fdaca64-157b-4f34-aebd-58f672b6a20c" providerId="ADAL" clId="{9B24FA50-177C-4B5A-AA10-BF89D194F6B0}" dt="2024-03-05T20:33:22.218" v="837"/>
          <ac:spMkLst>
            <pc:docMk/>
            <pc:sldMk cId="3753178280" sldId="2147474115"/>
            <ac:spMk id="25" creationId="{D676F70F-A316-19C8-6276-87CA1190B0BC}"/>
          </ac:spMkLst>
        </pc:spChg>
        <pc:spChg chg="add del mod">
          <ac:chgData name="Cartwright, Max" userId="4fdaca64-157b-4f34-aebd-58f672b6a20c" providerId="ADAL" clId="{9B24FA50-177C-4B5A-AA10-BF89D194F6B0}" dt="2024-03-05T20:33:22.218" v="837"/>
          <ac:spMkLst>
            <pc:docMk/>
            <pc:sldMk cId="3753178280" sldId="2147474115"/>
            <ac:spMk id="26" creationId="{8FF3FD2E-0F61-034B-2AA0-C7846C5CD421}"/>
          </ac:spMkLst>
        </pc:spChg>
        <pc:spChg chg="add del mod">
          <ac:chgData name="Cartwright, Max" userId="4fdaca64-157b-4f34-aebd-58f672b6a20c" providerId="ADAL" clId="{9B24FA50-177C-4B5A-AA10-BF89D194F6B0}" dt="2024-03-05T20:33:22.218" v="837"/>
          <ac:spMkLst>
            <pc:docMk/>
            <pc:sldMk cId="3753178280" sldId="2147474115"/>
            <ac:spMk id="27" creationId="{9E13F2C6-8635-86A5-44C2-DF89D96772AC}"/>
          </ac:spMkLst>
        </pc:spChg>
        <pc:spChg chg="add del mod">
          <ac:chgData name="Cartwright, Max" userId="4fdaca64-157b-4f34-aebd-58f672b6a20c" providerId="ADAL" clId="{9B24FA50-177C-4B5A-AA10-BF89D194F6B0}" dt="2024-03-05T20:33:22.218" v="837"/>
          <ac:spMkLst>
            <pc:docMk/>
            <pc:sldMk cId="3753178280" sldId="2147474115"/>
            <ac:spMk id="28" creationId="{63E07E6B-92EC-6E5A-180D-CDCA44215498}"/>
          </ac:spMkLst>
        </pc:spChg>
        <pc:spChg chg="add del mod">
          <ac:chgData name="Cartwright, Max" userId="4fdaca64-157b-4f34-aebd-58f672b6a20c" providerId="ADAL" clId="{9B24FA50-177C-4B5A-AA10-BF89D194F6B0}" dt="2024-03-05T20:33:22.218" v="837"/>
          <ac:spMkLst>
            <pc:docMk/>
            <pc:sldMk cId="3753178280" sldId="2147474115"/>
            <ac:spMk id="29" creationId="{4519E3EA-7329-18BE-BA12-E21E78EA397C}"/>
          </ac:spMkLst>
        </pc:spChg>
        <pc:spChg chg="mod">
          <ac:chgData name="Cartwright, Max" userId="4fdaca64-157b-4f34-aebd-58f672b6a20c" providerId="ADAL" clId="{9B24FA50-177C-4B5A-AA10-BF89D194F6B0}" dt="2024-03-05T20:33:18.589" v="836"/>
          <ac:spMkLst>
            <pc:docMk/>
            <pc:sldMk cId="3753178280" sldId="2147474115"/>
            <ac:spMk id="31" creationId="{E536FB0C-2391-F1C7-D45D-62A8CF6F42D8}"/>
          </ac:spMkLst>
        </pc:spChg>
        <pc:spChg chg="mod">
          <ac:chgData name="Cartwright, Max" userId="4fdaca64-157b-4f34-aebd-58f672b6a20c" providerId="ADAL" clId="{9B24FA50-177C-4B5A-AA10-BF89D194F6B0}" dt="2024-03-05T20:33:18.589" v="836"/>
          <ac:spMkLst>
            <pc:docMk/>
            <pc:sldMk cId="3753178280" sldId="2147474115"/>
            <ac:spMk id="192" creationId="{F505593B-5EE6-91DE-6DB2-7ADCEA3C7BFE}"/>
          </ac:spMkLst>
        </pc:spChg>
        <pc:spChg chg="mod">
          <ac:chgData name="Cartwright, Max" userId="4fdaca64-157b-4f34-aebd-58f672b6a20c" providerId="ADAL" clId="{9B24FA50-177C-4B5A-AA10-BF89D194F6B0}" dt="2024-03-05T20:33:18.589" v="836"/>
          <ac:spMkLst>
            <pc:docMk/>
            <pc:sldMk cId="3753178280" sldId="2147474115"/>
            <ac:spMk id="193" creationId="{3D8C6A61-BD79-5B6D-354B-02A226B7200F}"/>
          </ac:spMkLst>
        </pc:spChg>
        <pc:spChg chg="add del mod">
          <ac:chgData name="Cartwright, Max" userId="4fdaca64-157b-4f34-aebd-58f672b6a20c" providerId="ADAL" clId="{9B24FA50-177C-4B5A-AA10-BF89D194F6B0}" dt="2024-03-05T20:33:22.218" v="837"/>
          <ac:spMkLst>
            <pc:docMk/>
            <pc:sldMk cId="3753178280" sldId="2147474115"/>
            <ac:spMk id="194" creationId="{57615BAC-CB59-3609-61D4-1BE5D8CEB2EB}"/>
          </ac:spMkLst>
        </pc:spChg>
        <pc:spChg chg="add del mod">
          <ac:chgData name="Cartwright, Max" userId="4fdaca64-157b-4f34-aebd-58f672b6a20c" providerId="ADAL" clId="{9B24FA50-177C-4B5A-AA10-BF89D194F6B0}" dt="2024-03-05T20:33:22.218" v="837"/>
          <ac:spMkLst>
            <pc:docMk/>
            <pc:sldMk cId="3753178280" sldId="2147474115"/>
            <ac:spMk id="195" creationId="{9C5BBC3E-0DF1-34C9-EBB4-A7BD64C7C578}"/>
          </ac:spMkLst>
        </pc:spChg>
        <pc:spChg chg="add del mod">
          <ac:chgData name="Cartwright, Max" userId="4fdaca64-157b-4f34-aebd-58f672b6a20c" providerId="ADAL" clId="{9B24FA50-177C-4B5A-AA10-BF89D194F6B0}" dt="2024-03-05T20:33:22.218" v="837"/>
          <ac:spMkLst>
            <pc:docMk/>
            <pc:sldMk cId="3753178280" sldId="2147474115"/>
            <ac:spMk id="196" creationId="{7DA16F25-44AC-7DC5-4B63-E6491081AC0E}"/>
          </ac:spMkLst>
        </pc:spChg>
        <pc:spChg chg="add del mod">
          <ac:chgData name="Cartwright, Max" userId="4fdaca64-157b-4f34-aebd-58f672b6a20c" providerId="ADAL" clId="{9B24FA50-177C-4B5A-AA10-BF89D194F6B0}" dt="2024-03-05T20:33:22.218" v="837"/>
          <ac:spMkLst>
            <pc:docMk/>
            <pc:sldMk cId="3753178280" sldId="2147474115"/>
            <ac:spMk id="197" creationId="{382A2764-0000-7E2A-717A-AF1108D1DD61}"/>
          </ac:spMkLst>
        </pc:spChg>
        <pc:spChg chg="add del mod">
          <ac:chgData name="Cartwright, Max" userId="4fdaca64-157b-4f34-aebd-58f672b6a20c" providerId="ADAL" clId="{9B24FA50-177C-4B5A-AA10-BF89D194F6B0}" dt="2024-03-05T20:33:22.218" v="837"/>
          <ac:spMkLst>
            <pc:docMk/>
            <pc:sldMk cId="3753178280" sldId="2147474115"/>
            <ac:spMk id="198" creationId="{1039A635-1ADF-A31D-E4E1-B4B3CF0C6505}"/>
          </ac:spMkLst>
        </pc:spChg>
        <pc:spChg chg="add del mod">
          <ac:chgData name="Cartwright, Max" userId="4fdaca64-157b-4f34-aebd-58f672b6a20c" providerId="ADAL" clId="{9B24FA50-177C-4B5A-AA10-BF89D194F6B0}" dt="2024-03-05T20:33:22.218" v="837"/>
          <ac:spMkLst>
            <pc:docMk/>
            <pc:sldMk cId="3753178280" sldId="2147474115"/>
            <ac:spMk id="199" creationId="{953BECDF-C56F-151E-3310-DF5B2E3E240E}"/>
          </ac:spMkLst>
        </pc:spChg>
        <pc:spChg chg="mod">
          <ac:chgData name="Cartwright, Max" userId="4fdaca64-157b-4f34-aebd-58f672b6a20c" providerId="ADAL" clId="{9B24FA50-177C-4B5A-AA10-BF89D194F6B0}" dt="2024-03-05T20:33:18.589" v="836"/>
          <ac:spMkLst>
            <pc:docMk/>
            <pc:sldMk cId="3753178280" sldId="2147474115"/>
            <ac:spMk id="201" creationId="{D62D71FB-EAA0-23CD-F6F2-37AB62D1C3D4}"/>
          </ac:spMkLst>
        </pc:spChg>
        <pc:spChg chg="mod">
          <ac:chgData name="Cartwright, Max" userId="4fdaca64-157b-4f34-aebd-58f672b6a20c" providerId="ADAL" clId="{9B24FA50-177C-4B5A-AA10-BF89D194F6B0}" dt="2024-03-05T20:33:18.589" v="836"/>
          <ac:spMkLst>
            <pc:docMk/>
            <pc:sldMk cId="3753178280" sldId="2147474115"/>
            <ac:spMk id="202" creationId="{F624AF82-0597-5E41-1243-10FC88940E58}"/>
          </ac:spMkLst>
        </pc:spChg>
        <pc:spChg chg="mod">
          <ac:chgData name="Cartwright, Max" userId="4fdaca64-157b-4f34-aebd-58f672b6a20c" providerId="ADAL" clId="{9B24FA50-177C-4B5A-AA10-BF89D194F6B0}" dt="2024-03-05T20:33:18.589" v="836"/>
          <ac:spMkLst>
            <pc:docMk/>
            <pc:sldMk cId="3753178280" sldId="2147474115"/>
            <ac:spMk id="204" creationId="{41417141-2466-090F-76D0-79FFBEBF9FE4}"/>
          </ac:spMkLst>
        </pc:spChg>
        <pc:spChg chg="mod">
          <ac:chgData name="Cartwright, Max" userId="4fdaca64-157b-4f34-aebd-58f672b6a20c" providerId="ADAL" clId="{9B24FA50-177C-4B5A-AA10-BF89D194F6B0}" dt="2024-03-05T20:33:18.589" v="836"/>
          <ac:spMkLst>
            <pc:docMk/>
            <pc:sldMk cId="3753178280" sldId="2147474115"/>
            <ac:spMk id="205" creationId="{286BA411-01F1-707C-B30B-25BBFCB4A4DC}"/>
          </ac:spMkLst>
        </pc:spChg>
        <pc:spChg chg="mod">
          <ac:chgData name="Cartwright, Max" userId="4fdaca64-157b-4f34-aebd-58f672b6a20c" providerId="ADAL" clId="{9B24FA50-177C-4B5A-AA10-BF89D194F6B0}" dt="2024-03-05T20:33:18.589" v="836"/>
          <ac:spMkLst>
            <pc:docMk/>
            <pc:sldMk cId="3753178280" sldId="2147474115"/>
            <ac:spMk id="206" creationId="{81EEBFEE-1C87-DAB3-081B-A65390B4BA01}"/>
          </ac:spMkLst>
        </pc:spChg>
        <pc:spChg chg="mod">
          <ac:chgData name="Cartwright, Max" userId="4fdaca64-157b-4f34-aebd-58f672b6a20c" providerId="ADAL" clId="{9B24FA50-177C-4B5A-AA10-BF89D194F6B0}" dt="2024-03-05T20:33:18.589" v="836"/>
          <ac:spMkLst>
            <pc:docMk/>
            <pc:sldMk cId="3753178280" sldId="2147474115"/>
            <ac:spMk id="207" creationId="{4AE353C9-159E-9A78-812D-483AC1C3B80C}"/>
          </ac:spMkLst>
        </pc:spChg>
        <pc:spChg chg="mod">
          <ac:chgData name="Cartwright, Max" userId="4fdaca64-157b-4f34-aebd-58f672b6a20c" providerId="ADAL" clId="{9B24FA50-177C-4B5A-AA10-BF89D194F6B0}" dt="2024-03-05T20:33:18.589" v="836"/>
          <ac:spMkLst>
            <pc:docMk/>
            <pc:sldMk cId="3753178280" sldId="2147474115"/>
            <ac:spMk id="208" creationId="{74802934-5ECA-8046-2885-941F70266DFA}"/>
          </ac:spMkLst>
        </pc:spChg>
        <pc:spChg chg="add del mod">
          <ac:chgData name="Cartwright, Max" userId="4fdaca64-157b-4f34-aebd-58f672b6a20c" providerId="ADAL" clId="{9B24FA50-177C-4B5A-AA10-BF89D194F6B0}" dt="2024-03-05T20:33:22.218" v="837"/>
          <ac:spMkLst>
            <pc:docMk/>
            <pc:sldMk cId="3753178280" sldId="2147474115"/>
            <ac:spMk id="209" creationId="{3FD5554E-B4A5-7F17-9830-7917E9F3835C}"/>
          </ac:spMkLst>
        </pc:spChg>
        <pc:spChg chg="add del mod">
          <ac:chgData name="Cartwright, Max" userId="4fdaca64-157b-4f34-aebd-58f672b6a20c" providerId="ADAL" clId="{9B24FA50-177C-4B5A-AA10-BF89D194F6B0}" dt="2024-03-05T20:33:22.218" v="837"/>
          <ac:spMkLst>
            <pc:docMk/>
            <pc:sldMk cId="3753178280" sldId="2147474115"/>
            <ac:spMk id="210" creationId="{A810304E-D907-FB0C-BC1B-ED8E8FC01BCD}"/>
          </ac:spMkLst>
        </pc:spChg>
        <pc:spChg chg="add del mod">
          <ac:chgData name="Cartwright, Max" userId="4fdaca64-157b-4f34-aebd-58f672b6a20c" providerId="ADAL" clId="{9B24FA50-177C-4B5A-AA10-BF89D194F6B0}" dt="2024-03-05T20:33:22.218" v="837"/>
          <ac:spMkLst>
            <pc:docMk/>
            <pc:sldMk cId="3753178280" sldId="2147474115"/>
            <ac:spMk id="211" creationId="{2D1E5B1D-A3F9-1EE4-E00C-9A9FC34B5B16}"/>
          </ac:spMkLst>
        </pc:spChg>
        <pc:spChg chg="mod ord">
          <ac:chgData name="Cartwright, Max" userId="4fdaca64-157b-4f34-aebd-58f672b6a20c" providerId="ADAL" clId="{9B24FA50-177C-4B5A-AA10-BF89D194F6B0}" dt="2024-03-05T20:33:53.118" v="849" actId="166"/>
          <ac:spMkLst>
            <pc:docMk/>
            <pc:sldMk cId="3753178280" sldId="2147474115"/>
            <ac:spMk id="212" creationId="{E9E9EF0F-AF07-BFD0-050D-40D1F632CE4D}"/>
          </ac:spMkLst>
        </pc:spChg>
        <pc:spChg chg="add del mod">
          <ac:chgData name="Cartwright, Max" userId="4fdaca64-157b-4f34-aebd-58f672b6a20c" providerId="ADAL" clId="{9B24FA50-177C-4B5A-AA10-BF89D194F6B0}" dt="2024-03-05T20:33:22.218" v="837"/>
          <ac:spMkLst>
            <pc:docMk/>
            <pc:sldMk cId="3753178280" sldId="2147474115"/>
            <ac:spMk id="213" creationId="{3B7F445E-7394-1984-C9F5-1EFB625C07C0}"/>
          </ac:spMkLst>
        </pc:spChg>
        <pc:spChg chg="add del mod">
          <ac:chgData name="Cartwright, Max" userId="4fdaca64-157b-4f34-aebd-58f672b6a20c" providerId="ADAL" clId="{9B24FA50-177C-4B5A-AA10-BF89D194F6B0}" dt="2024-03-05T20:33:22.218" v="837"/>
          <ac:spMkLst>
            <pc:docMk/>
            <pc:sldMk cId="3753178280" sldId="2147474115"/>
            <ac:spMk id="214" creationId="{B0820E79-C4F6-F511-1631-B827AE130DBD}"/>
          </ac:spMkLst>
        </pc:spChg>
        <pc:spChg chg="add del mod">
          <ac:chgData name="Cartwright, Max" userId="4fdaca64-157b-4f34-aebd-58f672b6a20c" providerId="ADAL" clId="{9B24FA50-177C-4B5A-AA10-BF89D194F6B0}" dt="2024-03-05T20:33:22.218" v="837"/>
          <ac:spMkLst>
            <pc:docMk/>
            <pc:sldMk cId="3753178280" sldId="2147474115"/>
            <ac:spMk id="215" creationId="{CE6B8C48-A2E8-06ED-7E1A-5A2C443E49EB}"/>
          </ac:spMkLst>
        </pc:spChg>
        <pc:spChg chg="add del mod">
          <ac:chgData name="Cartwright, Max" userId="4fdaca64-157b-4f34-aebd-58f672b6a20c" providerId="ADAL" clId="{9B24FA50-177C-4B5A-AA10-BF89D194F6B0}" dt="2024-03-05T20:33:22.218" v="837"/>
          <ac:spMkLst>
            <pc:docMk/>
            <pc:sldMk cId="3753178280" sldId="2147474115"/>
            <ac:spMk id="216" creationId="{D14040E1-75EA-ADE6-20A9-F244C3D3C116}"/>
          </ac:spMkLst>
        </pc:spChg>
        <pc:spChg chg="add del mod">
          <ac:chgData name="Cartwright, Max" userId="4fdaca64-157b-4f34-aebd-58f672b6a20c" providerId="ADAL" clId="{9B24FA50-177C-4B5A-AA10-BF89D194F6B0}" dt="2024-03-05T20:33:22.218" v="837"/>
          <ac:spMkLst>
            <pc:docMk/>
            <pc:sldMk cId="3753178280" sldId="2147474115"/>
            <ac:spMk id="235" creationId="{5DBA7D03-D93C-44A9-484C-026CBC5B06D0}"/>
          </ac:spMkLst>
        </pc:spChg>
        <pc:spChg chg="add del mod">
          <ac:chgData name="Cartwright, Max" userId="4fdaca64-157b-4f34-aebd-58f672b6a20c" providerId="ADAL" clId="{9B24FA50-177C-4B5A-AA10-BF89D194F6B0}" dt="2024-03-05T20:33:22.218" v="837"/>
          <ac:spMkLst>
            <pc:docMk/>
            <pc:sldMk cId="3753178280" sldId="2147474115"/>
            <ac:spMk id="236" creationId="{EEE5511C-BDB1-0E95-D54E-42F1DC6A6ABC}"/>
          </ac:spMkLst>
        </pc:spChg>
        <pc:spChg chg="add del mod">
          <ac:chgData name="Cartwright, Max" userId="4fdaca64-157b-4f34-aebd-58f672b6a20c" providerId="ADAL" clId="{9B24FA50-177C-4B5A-AA10-BF89D194F6B0}" dt="2024-03-05T20:33:22.218" v="837"/>
          <ac:spMkLst>
            <pc:docMk/>
            <pc:sldMk cId="3753178280" sldId="2147474115"/>
            <ac:spMk id="251" creationId="{060DC3E0-39CA-0C8A-623B-66796DD7E9BE}"/>
          </ac:spMkLst>
        </pc:spChg>
        <pc:spChg chg="add del mod">
          <ac:chgData name="Cartwright, Max" userId="4fdaca64-157b-4f34-aebd-58f672b6a20c" providerId="ADAL" clId="{9B24FA50-177C-4B5A-AA10-BF89D194F6B0}" dt="2024-03-05T20:33:22.218" v="837"/>
          <ac:spMkLst>
            <pc:docMk/>
            <pc:sldMk cId="3753178280" sldId="2147474115"/>
            <ac:spMk id="252" creationId="{A2A8146D-2986-9572-F592-F61160653D74}"/>
          </ac:spMkLst>
        </pc:spChg>
        <pc:spChg chg="add del mod">
          <ac:chgData name="Cartwright, Max" userId="4fdaca64-157b-4f34-aebd-58f672b6a20c" providerId="ADAL" clId="{9B24FA50-177C-4B5A-AA10-BF89D194F6B0}" dt="2024-03-05T20:33:22.218" v="837"/>
          <ac:spMkLst>
            <pc:docMk/>
            <pc:sldMk cId="3753178280" sldId="2147474115"/>
            <ac:spMk id="253" creationId="{D9FB7B6B-FB15-E80A-344E-8FB8EF509E87}"/>
          </ac:spMkLst>
        </pc:spChg>
        <pc:spChg chg="add del mod">
          <ac:chgData name="Cartwright, Max" userId="4fdaca64-157b-4f34-aebd-58f672b6a20c" providerId="ADAL" clId="{9B24FA50-177C-4B5A-AA10-BF89D194F6B0}" dt="2024-03-05T20:33:22.218" v="837"/>
          <ac:spMkLst>
            <pc:docMk/>
            <pc:sldMk cId="3753178280" sldId="2147474115"/>
            <ac:spMk id="254" creationId="{78A6A3DB-6A60-88CA-CF7C-8C1EE724654A}"/>
          </ac:spMkLst>
        </pc:spChg>
        <pc:spChg chg="add del mod">
          <ac:chgData name="Cartwright, Max" userId="4fdaca64-157b-4f34-aebd-58f672b6a20c" providerId="ADAL" clId="{9B24FA50-177C-4B5A-AA10-BF89D194F6B0}" dt="2024-03-05T20:33:22.218" v="837"/>
          <ac:spMkLst>
            <pc:docMk/>
            <pc:sldMk cId="3753178280" sldId="2147474115"/>
            <ac:spMk id="255" creationId="{63B8B5F8-3F13-9D20-AAB7-30541F244DF3}"/>
          </ac:spMkLst>
        </pc:spChg>
        <pc:spChg chg="add del mod">
          <ac:chgData name="Cartwright, Max" userId="4fdaca64-157b-4f34-aebd-58f672b6a20c" providerId="ADAL" clId="{9B24FA50-177C-4B5A-AA10-BF89D194F6B0}" dt="2024-03-05T20:33:22.218" v="837"/>
          <ac:spMkLst>
            <pc:docMk/>
            <pc:sldMk cId="3753178280" sldId="2147474115"/>
            <ac:spMk id="256" creationId="{022E4B51-7F88-7776-C349-6A87A723395C}"/>
          </ac:spMkLst>
        </pc:spChg>
        <pc:spChg chg="mod">
          <ac:chgData name="Cartwright, Max" userId="4fdaca64-157b-4f34-aebd-58f672b6a20c" providerId="ADAL" clId="{9B24FA50-177C-4B5A-AA10-BF89D194F6B0}" dt="2024-03-05T20:33:18.589" v="836"/>
          <ac:spMkLst>
            <pc:docMk/>
            <pc:sldMk cId="3753178280" sldId="2147474115"/>
            <ac:spMk id="258" creationId="{AC1EF63D-4E67-F5F2-B90E-6517F4A7D213}"/>
          </ac:spMkLst>
        </pc:spChg>
        <pc:spChg chg="mod">
          <ac:chgData name="Cartwright, Max" userId="4fdaca64-157b-4f34-aebd-58f672b6a20c" providerId="ADAL" clId="{9B24FA50-177C-4B5A-AA10-BF89D194F6B0}" dt="2024-03-05T20:33:18.589" v="836"/>
          <ac:spMkLst>
            <pc:docMk/>
            <pc:sldMk cId="3753178280" sldId="2147474115"/>
            <ac:spMk id="259" creationId="{C282FA53-EC9D-7844-53E3-93965BC58BEC}"/>
          </ac:spMkLst>
        </pc:spChg>
        <pc:spChg chg="add del mod">
          <ac:chgData name="Cartwright, Max" userId="4fdaca64-157b-4f34-aebd-58f672b6a20c" providerId="ADAL" clId="{9B24FA50-177C-4B5A-AA10-BF89D194F6B0}" dt="2024-03-05T20:33:22.218" v="837"/>
          <ac:spMkLst>
            <pc:docMk/>
            <pc:sldMk cId="3753178280" sldId="2147474115"/>
            <ac:spMk id="260" creationId="{82A3B0AF-4656-AFA4-51C3-C447967E7CF7}"/>
          </ac:spMkLst>
        </pc:spChg>
        <pc:spChg chg="add del mod">
          <ac:chgData name="Cartwright, Max" userId="4fdaca64-157b-4f34-aebd-58f672b6a20c" providerId="ADAL" clId="{9B24FA50-177C-4B5A-AA10-BF89D194F6B0}" dt="2024-03-05T20:33:22.218" v="837"/>
          <ac:spMkLst>
            <pc:docMk/>
            <pc:sldMk cId="3753178280" sldId="2147474115"/>
            <ac:spMk id="261" creationId="{3BCA9CFB-D008-FABB-884A-C7A2C165ED58}"/>
          </ac:spMkLst>
        </pc:spChg>
        <pc:spChg chg="add del mod">
          <ac:chgData name="Cartwright, Max" userId="4fdaca64-157b-4f34-aebd-58f672b6a20c" providerId="ADAL" clId="{9B24FA50-177C-4B5A-AA10-BF89D194F6B0}" dt="2024-03-05T20:33:22.218" v="837"/>
          <ac:spMkLst>
            <pc:docMk/>
            <pc:sldMk cId="3753178280" sldId="2147474115"/>
            <ac:spMk id="262" creationId="{1C935CA3-F9E3-9B4F-3513-0569E66A5372}"/>
          </ac:spMkLst>
        </pc:spChg>
        <pc:spChg chg="add del mod">
          <ac:chgData name="Cartwright, Max" userId="4fdaca64-157b-4f34-aebd-58f672b6a20c" providerId="ADAL" clId="{9B24FA50-177C-4B5A-AA10-BF89D194F6B0}" dt="2024-03-05T20:33:22.218" v="837"/>
          <ac:spMkLst>
            <pc:docMk/>
            <pc:sldMk cId="3753178280" sldId="2147474115"/>
            <ac:spMk id="269" creationId="{D144A87F-294F-62CF-29F2-371868F23AA5}"/>
          </ac:spMkLst>
        </pc:spChg>
        <pc:spChg chg="add del mod">
          <ac:chgData name="Cartwright, Max" userId="4fdaca64-157b-4f34-aebd-58f672b6a20c" providerId="ADAL" clId="{9B24FA50-177C-4B5A-AA10-BF89D194F6B0}" dt="2024-03-05T20:33:22.218" v="837"/>
          <ac:spMkLst>
            <pc:docMk/>
            <pc:sldMk cId="3753178280" sldId="2147474115"/>
            <ac:spMk id="270" creationId="{E1F6EAAB-FE38-31AF-9A3C-3165A88ADFB2}"/>
          </ac:spMkLst>
        </pc:spChg>
        <pc:spChg chg="add del mod">
          <ac:chgData name="Cartwright, Max" userId="4fdaca64-157b-4f34-aebd-58f672b6a20c" providerId="ADAL" clId="{9B24FA50-177C-4B5A-AA10-BF89D194F6B0}" dt="2024-03-05T20:33:22.218" v="837"/>
          <ac:spMkLst>
            <pc:docMk/>
            <pc:sldMk cId="3753178280" sldId="2147474115"/>
            <ac:spMk id="271" creationId="{AE5ED946-DC3A-CE89-5225-050FE8D9B205}"/>
          </ac:spMkLst>
        </pc:spChg>
        <pc:spChg chg="add del mod">
          <ac:chgData name="Cartwright, Max" userId="4fdaca64-157b-4f34-aebd-58f672b6a20c" providerId="ADAL" clId="{9B24FA50-177C-4B5A-AA10-BF89D194F6B0}" dt="2024-03-05T20:33:22.218" v="837"/>
          <ac:spMkLst>
            <pc:docMk/>
            <pc:sldMk cId="3753178280" sldId="2147474115"/>
            <ac:spMk id="272" creationId="{5B14DB66-25AC-14AA-5DEF-D343FC390C0E}"/>
          </ac:spMkLst>
        </pc:spChg>
        <pc:spChg chg="add del mod">
          <ac:chgData name="Cartwright, Max" userId="4fdaca64-157b-4f34-aebd-58f672b6a20c" providerId="ADAL" clId="{9B24FA50-177C-4B5A-AA10-BF89D194F6B0}" dt="2024-03-05T20:33:22.218" v="837"/>
          <ac:spMkLst>
            <pc:docMk/>
            <pc:sldMk cId="3753178280" sldId="2147474115"/>
            <ac:spMk id="273" creationId="{2985ECB8-A2D3-425B-E5EB-6256B74F589B}"/>
          </ac:spMkLst>
        </pc:spChg>
        <pc:spChg chg="add del mod">
          <ac:chgData name="Cartwright, Max" userId="4fdaca64-157b-4f34-aebd-58f672b6a20c" providerId="ADAL" clId="{9B24FA50-177C-4B5A-AA10-BF89D194F6B0}" dt="2024-03-05T20:33:22.218" v="837"/>
          <ac:spMkLst>
            <pc:docMk/>
            <pc:sldMk cId="3753178280" sldId="2147474115"/>
            <ac:spMk id="274" creationId="{486AFFC5-EA13-0DAB-0A44-594C06A05894}"/>
          </ac:spMkLst>
        </pc:spChg>
        <pc:spChg chg="add del mod">
          <ac:chgData name="Cartwright, Max" userId="4fdaca64-157b-4f34-aebd-58f672b6a20c" providerId="ADAL" clId="{9B24FA50-177C-4B5A-AA10-BF89D194F6B0}" dt="2024-03-05T20:33:22.218" v="837"/>
          <ac:spMkLst>
            <pc:docMk/>
            <pc:sldMk cId="3753178280" sldId="2147474115"/>
            <ac:spMk id="275" creationId="{03849F19-A11C-24A8-FD9A-4A2665A70297}"/>
          </ac:spMkLst>
        </pc:spChg>
        <pc:spChg chg="add del mod">
          <ac:chgData name="Cartwright, Max" userId="4fdaca64-157b-4f34-aebd-58f672b6a20c" providerId="ADAL" clId="{9B24FA50-177C-4B5A-AA10-BF89D194F6B0}" dt="2024-03-05T20:33:22.218" v="837"/>
          <ac:spMkLst>
            <pc:docMk/>
            <pc:sldMk cId="3753178280" sldId="2147474115"/>
            <ac:spMk id="276" creationId="{DE16A288-DD1C-702B-1214-5F4560EA51FB}"/>
          </ac:spMkLst>
        </pc:spChg>
        <pc:spChg chg="add del mod">
          <ac:chgData name="Cartwright, Max" userId="4fdaca64-157b-4f34-aebd-58f672b6a20c" providerId="ADAL" clId="{9B24FA50-177C-4B5A-AA10-BF89D194F6B0}" dt="2024-03-05T20:33:22.218" v="837"/>
          <ac:spMkLst>
            <pc:docMk/>
            <pc:sldMk cId="3753178280" sldId="2147474115"/>
            <ac:spMk id="277" creationId="{E63F2EE4-3C1A-7B43-76AE-F511B159A382}"/>
          </ac:spMkLst>
        </pc:spChg>
        <pc:spChg chg="add del mod">
          <ac:chgData name="Cartwright, Max" userId="4fdaca64-157b-4f34-aebd-58f672b6a20c" providerId="ADAL" clId="{9B24FA50-177C-4B5A-AA10-BF89D194F6B0}" dt="2024-03-05T20:33:22.218" v="837"/>
          <ac:spMkLst>
            <pc:docMk/>
            <pc:sldMk cId="3753178280" sldId="2147474115"/>
            <ac:spMk id="278" creationId="{A5598FE2-9407-50FA-D519-999876BD4DBE}"/>
          </ac:spMkLst>
        </pc:spChg>
        <pc:spChg chg="add del mod">
          <ac:chgData name="Cartwright, Max" userId="4fdaca64-157b-4f34-aebd-58f672b6a20c" providerId="ADAL" clId="{9B24FA50-177C-4B5A-AA10-BF89D194F6B0}" dt="2024-03-05T20:33:22.218" v="837"/>
          <ac:spMkLst>
            <pc:docMk/>
            <pc:sldMk cId="3753178280" sldId="2147474115"/>
            <ac:spMk id="279" creationId="{6167C143-20CF-FC09-B5B3-C599A63A17D4}"/>
          </ac:spMkLst>
        </pc:spChg>
        <pc:spChg chg="add del mod">
          <ac:chgData name="Cartwright, Max" userId="4fdaca64-157b-4f34-aebd-58f672b6a20c" providerId="ADAL" clId="{9B24FA50-177C-4B5A-AA10-BF89D194F6B0}" dt="2024-03-05T20:33:22.218" v="837"/>
          <ac:spMkLst>
            <pc:docMk/>
            <pc:sldMk cId="3753178280" sldId="2147474115"/>
            <ac:spMk id="280" creationId="{39140004-0BD9-4966-530F-BB0FE226737D}"/>
          </ac:spMkLst>
        </pc:spChg>
        <pc:spChg chg="add del mod">
          <ac:chgData name="Cartwright, Max" userId="4fdaca64-157b-4f34-aebd-58f672b6a20c" providerId="ADAL" clId="{9B24FA50-177C-4B5A-AA10-BF89D194F6B0}" dt="2024-03-05T20:33:22.218" v="837"/>
          <ac:spMkLst>
            <pc:docMk/>
            <pc:sldMk cId="3753178280" sldId="2147474115"/>
            <ac:spMk id="281" creationId="{9EC0DAC5-6017-7F29-0980-88501F46B32E}"/>
          </ac:spMkLst>
        </pc:spChg>
        <pc:spChg chg="add del mod">
          <ac:chgData name="Cartwright, Max" userId="4fdaca64-157b-4f34-aebd-58f672b6a20c" providerId="ADAL" clId="{9B24FA50-177C-4B5A-AA10-BF89D194F6B0}" dt="2024-03-05T20:33:22.218" v="837"/>
          <ac:spMkLst>
            <pc:docMk/>
            <pc:sldMk cId="3753178280" sldId="2147474115"/>
            <ac:spMk id="282" creationId="{F071E777-BFC9-6A51-EBAD-9B7762B98B9A}"/>
          </ac:spMkLst>
        </pc:spChg>
        <pc:spChg chg="add del mod">
          <ac:chgData name="Cartwright, Max" userId="4fdaca64-157b-4f34-aebd-58f672b6a20c" providerId="ADAL" clId="{9B24FA50-177C-4B5A-AA10-BF89D194F6B0}" dt="2024-03-05T20:33:22.218" v="837"/>
          <ac:spMkLst>
            <pc:docMk/>
            <pc:sldMk cId="3753178280" sldId="2147474115"/>
            <ac:spMk id="283" creationId="{BAD92701-286C-549F-7414-E215A889EAB3}"/>
          </ac:spMkLst>
        </pc:spChg>
        <pc:spChg chg="add del mod">
          <ac:chgData name="Cartwright, Max" userId="4fdaca64-157b-4f34-aebd-58f672b6a20c" providerId="ADAL" clId="{9B24FA50-177C-4B5A-AA10-BF89D194F6B0}" dt="2024-03-05T20:33:22.218" v="837"/>
          <ac:spMkLst>
            <pc:docMk/>
            <pc:sldMk cId="3753178280" sldId="2147474115"/>
            <ac:spMk id="284" creationId="{2234FCC9-426A-068A-3380-ECB29EE8D35D}"/>
          </ac:spMkLst>
        </pc:spChg>
        <pc:spChg chg="add del mod">
          <ac:chgData name="Cartwright, Max" userId="4fdaca64-157b-4f34-aebd-58f672b6a20c" providerId="ADAL" clId="{9B24FA50-177C-4B5A-AA10-BF89D194F6B0}" dt="2024-03-05T20:33:22.218" v="837"/>
          <ac:spMkLst>
            <pc:docMk/>
            <pc:sldMk cId="3753178280" sldId="2147474115"/>
            <ac:spMk id="285" creationId="{BC382BAB-92D4-9898-CFDF-420BA9F5950D}"/>
          </ac:spMkLst>
        </pc:spChg>
        <pc:spChg chg="add del mod">
          <ac:chgData name="Cartwright, Max" userId="4fdaca64-157b-4f34-aebd-58f672b6a20c" providerId="ADAL" clId="{9B24FA50-177C-4B5A-AA10-BF89D194F6B0}" dt="2024-03-05T20:33:22.218" v="837"/>
          <ac:spMkLst>
            <pc:docMk/>
            <pc:sldMk cId="3753178280" sldId="2147474115"/>
            <ac:spMk id="286" creationId="{BBE6EC98-9EC7-F811-3AF6-E24B4E0540A0}"/>
          </ac:spMkLst>
        </pc:spChg>
        <pc:spChg chg="add del mod">
          <ac:chgData name="Cartwright, Max" userId="4fdaca64-157b-4f34-aebd-58f672b6a20c" providerId="ADAL" clId="{9B24FA50-177C-4B5A-AA10-BF89D194F6B0}" dt="2024-03-05T20:33:22.218" v="837"/>
          <ac:spMkLst>
            <pc:docMk/>
            <pc:sldMk cId="3753178280" sldId="2147474115"/>
            <ac:spMk id="287" creationId="{1538696A-3A6E-3384-24E6-3B954D3B5789}"/>
          </ac:spMkLst>
        </pc:spChg>
        <pc:spChg chg="add del mod">
          <ac:chgData name="Cartwright, Max" userId="4fdaca64-157b-4f34-aebd-58f672b6a20c" providerId="ADAL" clId="{9B24FA50-177C-4B5A-AA10-BF89D194F6B0}" dt="2024-03-05T20:33:22.218" v="837"/>
          <ac:spMkLst>
            <pc:docMk/>
            <pc:sldMk cId="3753178280" sldId="2147474115"/>
            <ac:spMk id="288" creationId="{31D09839-3A4A-EB18-717B-44ED66ABFE3F}"/>
          </ac:spMkLst>
        </pc:spChg>
        <pc:spChg chg="add del mod">
          <ac:chgData name="Cartwright, Max" userId="4fdaca64-157b-4f34-aebd-58f672b6a20c" providerId="ADAL" clId="{9B24FA50-177C-4B5A-AA10-BF89D194F6B0}" dt="2024-03-05T20:33:22.218" v="837"/>
          <ac:spMkLst>
            <pc:docMk/>
            <pc:sldMk cId="3753178280" sldId="2147474115"/>
            <ac:spMk id="289" creationId="{761DE17A-2A26-EDF0-3E86-E7921E10C6F8}"/>
          </ac:spMkLst>
        </pc:spChg>
        <pc:spChg chg="add del mod">
          <ac:chgData name="Cartwright, Max" userId="4fdaca64-157b-4f34-aebd-58f672b6a20c" providerId="ADAL" clId="{9B24FA50-177C-4B5A-AA10-BF89D194F6B0}" dt="2024-03-05T20:33:22.218" v="837"/>
          <ac:spMkLst>
            <pc:docMk/>
            <pc:sldMk cId="3753178280" sldId="2147474115"/>
            <ac:spMk id="290" creationId="{A33DE8A3-A3E1-6A36-E987-35A16A1232EE}"/>
          </ac:spMkLst>
        </pc:spChg>
        <pc:spChg chg="add del mod">
          <ac:chgData name="Cartwright, Max" userId="4fdaca64-157b-4f34-aebd-58f672b6a20c" providerId="ADAL" clId="{9B24FA50-177C-4B5A-AA10-BF89D194F6B0}" dt="2024-03-05T20:33:22.218" v="837"/>
          <ac:spMkLst>
            <pc:docMk/>
            <pc:sldMk cId="3753178280" sldId="2147474115"/>
            <ac:spMk id="291" creationId="{5CFAD794-D621-9691-48AE-B22CA2420942}"/>
          </ac:spMkLst>
        </pc:spChg>
        <pc:spChg chg="add del mod">
          <ac:chgData name="Cartwright, Max" userId="4fdaca64-157b-4f34-aebd-58f672b6a20c" providerId="ADAL" clId="{9B24FA50-177C-4B5A-AA10-BF89D194F6B0}" dt="2024-03-05T20:33:22.218" v="837"/>
          <ac:spMkLst>
            <pc:docMk/>
            <pc:sldMk cId="3753178280" sldId="2147474115"/>
            <ac:spMk id="292" creationId="{1D8468D2-EC3F-FB9B-A142-728A6B37FB15}"/>
          </ac:spMkLst>
        </pc:spChg>
        <pc:spChg chg="add del mod">
          <ac:chgData name="Cartwright, Max" userId="4fdaca64-157b-4f34-aebd-58f672b6a20c" providerId="ADAL" clId="{9B24FA50-177C-4B5A-AA10-BF89D194F6B0}" dt="2024-03-05T20:33:22.218" v="837"/>
          <ac:spMkLst>
            <pc:docMk/>
            <pc:sldMk cId="3753178280" sldId="2147474115"/>
            <ac:spMk id="293" creationId="{733896F3-627C-9A18-F907-3502BA563374}"/>
          </ac:spMkLst>
        </pc:spChg>
        <pc:spChg chg="add del mod">
          <ac:chgData name="Cartwright, Max" userId="4fdaca64-157b-4f34-aebd-58f672b6a20c" providerId="ADAL" clId="{9B24FA50-177C-4B5A-AA10-BF89D194F6B0}" dt="2024-03-05T20:33:22.218" v="837"/>
          <ac:spMkLst>
            <pc:docMk/>
            <pc:sldMk cId="3753178280" sldId="2147474115"/>
            <ac:spMk id="294" creationId="{4428130B-3BFC-A72A-5C35-17B2923B1213}"/>
          </ac:spMkLst>
        </pc:spChg>
        <pc:spChg chg="add del mod">
          <ac:chgData name="Cartwright, Max" userId="4fdaca64-157b-4f34-aebd-58f672b6a20c" providerId="ADAL" clId="{9B24FA50-177C-4B5A-AA10-BF89D194F6B0}" dt="2024-03-05T20:33:22.218" v="837"/>
          <ac:spMkLst>
            <pc:docMk/>
            <pc:sldMk cId="3753178280" sldId="2147474115"/>
            <ac:spMk id="295" creationId="{66B7F00D-88A3-7DB0-5CDB-FA8C44518DDA}"/>
          </ac:spMkLst>
        </pc:spChg>
        <pc:spChg chg="add del mod">
          <ac:chgData name="Cartwright, Max" userId="4fdaca64-157b-4f34-aebd-58f672b6a20c" providerId="ADAL" clId="{9B24FA50-177C-4B5A-AA10-BF89D194F6B0}" dt="2024-03-05T20:33:22.218" v="837"/>
          <ac:spMkLst>
            <pc:docMk/>
            <pc:sldMk cId="3753178280" sldId="2147474115"/>
            <ac:spMk id="296" creationId="{CBF9479E-DF31-C691-6B5A-4536413B1FDE}"/>
          </ac:spMkLst>
        </pc:spChg>
        <pc:spChg chg="add del mod">
          <ac:chgData name="Cartwright, Max" userId="4fdaca64-157b-4f34-aebd-58f672b6a20c" providerId="ADAL" clId="{9B24FA50-177C-4B5A-AA10-BF89D194F6B0}" dt="2024-03-05T20:33:22.218" v="837"/>
          <ac:spMkLst>
            <pc:docMk/>
            <pc:sldMk cId="3753178280" sldId="2147474115"/>
            <ac:spMk id="297" creationId="{2E0E8348-D17F-A4DC-1DE2-B1393746F87F}"/>
          </ac:spMkLst>
        </pc:spChg>
        <pc:spChg chg="add del mod">
          <ac:chgData name="Cartwright, Max" userId="4fdaca64-157b-4f34-aebd-58f672b6a20c" providerId="ADAL" clId="{9B24FA50-177C-4B5A-AA10-BF89D194F6B0}" dt="2024-03-05T20:33:22.218" v="837"/>
          <ac:spMkLst>
            <pc:docMk/>
            <pc:sldMk cId="3753178280" sldId="2147474115"/>
            <ac:spMk id="298" creationId="{BBA85876-2BE7-8590-5C2C-DDC1EE93CEF8}"/>
          </ac:spMkLst>
        </pc:spChg>
        <pc:spChg chg="add del mod">
          <ac:chgData name="Cartwright, Max" userId="4fdaca64-157b-4f34-aebd-58f672b6a20c" providerId="ADAL" clId="{9B24FA50-177C-4B5A-AA10-BF89D194F6B0}" dt="2024-03-05T20:33:22.218" v="837"/>
          <ac:spMkLst>
            <pc:docMk/>
            <pc:sldMk cId="3753178280" sldId="2147474115"/>
            <ac:spMk id="299" creationId="{1A99B997-5FCC-F4B4-1D75-6B295951AF7D}"/>
          </ac:spMkLst>
        </pc:spChg>
        <pc:spChg chg="add del mod">
          <ac:chgData name="Cartwright, Max" userId="4fdaca64-157b-4f34-aebd-58f672b6a20c" providerId="ADAL" clId="{9B24FA50-177C-4B5A-AA10-BF89D194F6B0}" dt="2024-03-05T20:33:22.218" v="837"/>
          <ac:spMkLst>
            <pc:docMk/>
            <pc:sldMk cId="3753178280" sldId="2147474115"/>
            <ac:spMk id="300" creationId="{A32C1A5A-FBAE-EED8-8C0D-50DC6AF0D7AD}"/>
          </ac:spMkLst>
        </pc:spChg>
        <pc:spChg chg="add del mod">
          <ac:chgData name="Cartwright, Max" userId="4fdaca64-157b-4f34-aebd-58f672b6a20c" providerId="ADAL" clId="{9B24FA50-177C-4B5A-AA10-BF89D194F6B0}" dt="2024-03-05T20:33:22.218" v="837"/>
          <ac:spMkLst>
            <pc:docMk/>
            <pc:sldMk cId="3753178280" sldId="2147474115"/>
            <ac:spMk id="301" creationId="{B9C9D32A-3C81-2D4F-5029-3565224F712F}"/>
          </ac:spMkLst>
        </pc:spChg>
        <pc:spChg chg="add del mod">
          <ac:chgData name="Cartwright, Max" userId="4fdaca64-157b-4f34-aebd-58f672b6a20c" providerId="ADAL" clId="{9B24FA50-177C-4B5A-AA10-BF89D194F6B0}" dt="2024-03-05T20:33:22.218" v="837"/>
          <ac:spMkLst>
            <pc:docMk/>
            <pc:sldMk cId="3753178280" sldId="2147474115"/>
            <ac:spMk id="302" creationId="{DC742C22-635E-4BCE-17B1-9D6F044322CA}"/>
          </ac:spMkLst>
        </pc:spChg>
        <pc:spChg chg="add del mod">
          <ac:chgData name="Cartwright, Max" userId="4fdaca64-157b-4f34-aebd-58f672b6a20c" providerId="ADAL" clId="{9B24FA50-177C-4B5A-AA10-BF89D194F6B0}" dt="2024-03-05T20:33:22.218" v="837"/>
          <ac:spMkLst>
            <pc:docMk/>
            <pc:sldMk cId="3753178280" sldId="2147474115"/>
            <ac:spMk id="303" creationId="{5826B63D-806E-32EB-F211-D6F345636F67}"/>
          </ac:spMkLst>
        </pc:spChg>
        <pc:spChg chg="add del mod">
          <ac:chgData name="Cartwright, Max" userId="4fdaca64-157b-4f34-aebd-58f672b6a20c" providerId="ADAL" clId="{9B24FA50-177C-4B5A-AA10-BF89D194F6B0}" dt="2024-03-05T20:33:22.218" v="837"/>
          <ac:spMkLst>
            <pc:docMk/>
            <pc:sldMk cId="3753178280" sldId="2147474115"/>
            <ac:spMk id="304" creationId="{4DA4B9E7-1222-88F6-6FE9-5489F1BAB02F}"/>
          </ac:spMkLst>
        </pc:spChg>
        <pc:spChg chg="add del mod">
          <ac:chgData name="Cartwright, Max" userId="4fdaca64-157b-4f34-aebd-58f672b6a20c" providerId="ADAL" clId="{9B24FA50-177C-4B5A-AA10-BF89D194F6B0}" dt="2024-03-05T20:33:22.218" v="837"/>
          <ac:spMkLst>
            <pc:docMk/>
            <pc:sldMk cId="3753178280" sldId="2147474115"/>
            <ac:spMk id="306" creationId="{F8DDB6B6-B84C-BADD-FF1E-F0CA71AC0231}"/>
          </ac:spMkLst>
        </pc:spChg>
        <pc:spChg chg="add del mod">
          <ac:chgData name="Cartwright, Max" userId="4fdaca64-157b-4f34-aebd-58f672b6a20c" providerId="ADAL" clId="{9B24FA50-177C-4B5A-AA10-BF89D194F6B0}" dt="2024-03-05T20:33:22.218" v="837"/>
          <ac:spMkLst>
            <pc:docMk/>
            <pc:sldMk cId="3753178280" sldId="2147474115"/>
            <ac:spMk id="307" creationId="{39FE58D1-B5C7-DCCE-B136-3F9192B9F017}"/>
          </ac:spMkLst>
        </pc:spChg>
        <pc:spChg chg="add del mod">
          <ac:chgData name="Cartwright, Max" userId="4fdaca64-157b-4f34-aebd-58f672b6a20c" providerId="ADAL" clId="{9B24FA50-177C-4B5A-AA10-BF89D194F6B0}" dt="2024-03-05T20:33:22.218" v="837"/>
          <ac:spMkLst>
            <pc:docMk/>
            <pc:sldMk cId="3753178280" sldId="2147474115"/>
            <ac:spMk id="308" creationId="{01723596-D2C6-A232-2D19-955C622AB9CE}"/>
          </ac:spMkLst>
        </pc:spChg>
        <pc:spChg chg="add del mod">
          <ac:chgData name="Cartwright, Max" userId="4fdaca64-157b-4f34-aebd-58f672b6a20c" providerId="ADAL" clId="{9B24FA50-177C-4B5A-AA10-BF89D194F6B0}" dt="2024-03-05T20:33:22.218" v="837"/>
          <ac:spMkLst>
            <pc:docMk/>
            <pc:sldMk cId="3753178280" sldId="2147474115"/>
            <ac:spMk id="309" creationId="{16D352F2-1B75-E31B-3DCC-EA39BD42EFB0}"/>
          </ac:spMkLst>
        </pc:spChg>
        <pc:spChg chg="add del mod">
          <ac:chgData name="Cartwright, Max" userId="4fdaca64-157b-4f34-aebd-58f672b6a20c" providerId="ADAL" clId="{9B24FA50-177C-4B5A-AA10-BF89D194F6B0}" dt="2024-03-05T20:33:22.218" v="837"/>
          <ac:spMkLst>
            <pc:docMk/>
            <pc:sldMk cId="3753178280" sldId="2147474115"/>
            <ac:spMk id="310" creationId="{F340C7AD-C475-052D-D8C9-00912AB28740}"/>
          </ac:spMkLst>
        </pc:spChg>
        <pc:spChg chg="add del mod">
          <ac:chgData name="Cartwright, Max" userId="4fdaca64-157b-4f34-aebd-58f672b6a20c" providerId="ADAL" clId="{9B24FA50-177C-4B5A-AA10-BF89D194F6B0}" dt="2024-03-05T20:33:22.218" v="837"/>
          <ac:spMkLst>
            <pc:docMk/>
            <pc:sldMk cId="3753178280" sldId="2147474115"/>
            <ac:spMk id="311" creationId="{07363906-F826-D4E0-E805-59F2A78D8E24}"/>
          </ac:spMkLst>
        </pc:spChg>
        <pc:spChg chg="add del mod">
          <ac:chgData name="Cartwright, Max" userId="4fdaca64-157b-4f34-aebd-58f672b6a20c" providerId="ADAL" clId="{9B24FA50-177C-4B5A-AA10-BF89D194F6B0}" dt="2024-03-05T20:33:22.218" v="837"/>
          <ac:spMkLst>
            <pc:docMk/>
            <pc:sldMk cId="3753178280" sldId="2147474115"/>
            <ac:spMk id="312" creationId="{16A2082A-2433-0397-4027-751D3C1C5036}"/>
          </ac:spMkLst>
        </pc:spChg>
        <pc:spChg chg="add del mod">
          <ac:chgData name="Cartwright, Max" userId="4fdaca64-157b-4f34-aebd-58f672b6a20c" providerId="ADAL" clId="{9B24FA50-177C-4B5A-AA10-BF89D194F6B0}" dt="2024-03-05T20:33:22.218" v="837"/>
          <ac:spMkLst>
            <pc:docMk/>
            <pc:sldMk cId="3753178280" sldId="2147474115"/>
            <ac:spMk id="313" creationId="{9B8EFFC3-8ACA-F572-C68D-C0088ED47107}"/>
          </ac:spMkLst>
        </pc:spChg>
        <pc:spChg chg="add del mod">
          <ac:chgData name="Cartwright, Max" userId="4fdaca64-157b-4f34-aebd-58f672b6a20c" providerId="ADAL" clId="{9B24FA50-177C-4B5A-AA10-BF89D194F6B0}" dt="2024-03-05T20:33:22.218" v="837"/>
          <ac:spMkLst>
            <pc:docMk/>
            <pc:sldMk cId="3753178280" sldId="2147474115"/>
            <ac:spMk id="314" creationId="{E17074C0-FC41-D3F8-A59E-3DA84AC7337F}"/>
          </ac:spMkLst>
        </pc:spChg>
        <pc:spChg chg="add del mod">
          <ac:chgData name="Cartwright, Max" userId="4fdaca64-157b-4f34-aebd-58f672b6a20c" providerId="ADAL" clId="{9B24FA50-177C-4B5A-AA10-BF89D194F6B0}" dt="2024-03-05T20:33:22.218" v="837"/>
          <ac:spMkLst>
            <pc:docMk/>
            <pc:sldMk cId="3753178280" sldId="2147474115"/>
            <ac:spMk id="315" creationId="{1035621D-F884-9E21-AADD-20678B9786F2}"/>
          </ac:spMkLst>
        </pc:spChg>
        <pc:spChg chg="add del mod">
          <ac:chgData name="Cartwright, Max" userId="4fdaca64-157b-4f34-aebd-58f672b6a20c" providerId="ADAL" clId="{9B24FA50-177C-4B5A-AA10-BF89D194F6B0}" dt="2024-03-05T20:33:22.218" v="837"/>
          <ac:spMkLst>
            <pc:docMk/>
            <pc:sldMk cId="3753178280" sldId="2147474115"/>
            <ac:spMk id="316" creationId="{D2EDDD4B-14FA-0B0E-681F-47D57FA97590}"/>
          </ac:spMkLst>
        </pc:spChg>
        <pc:spChg chg="add del mod">
          <ac:chgData name="Cartwright, Max" userId="4fdaca64-157b-4f34-aebd-58f672b6a20c" providerId="ADAL" clId="{9B24FA50-177C-4B5A-AA10-BF89D194F6B0}" dt="2024-03-05T20:33:22.218" v="837"/>
          <ac:spMkLst>
            <pc:docMk/>
            <pc:sldMk cId="3753178280" sldId="2147474115"/>
            <ac:spMk id="317" creationId="{DF7BCDE2-FEDA-3FF0-4CC2-FB31B6C61581}"/>
          </ac:spMkLst>
        </pc:spChg>
        <pc:spChg chg="add del mod">
          <ac:chgData name="Cartwright, Max" userId="4fdaca64-157b-4f34-aebd-58f672b6a20c" providerId="ADAL" clId="{9B24FA50-177C-4B5A-AA10-BF89D194F6B0}" dt="2024-03-05T20:33:22.218" v="837"/>
          <ac:spMkLst>
            <pc:docMk/>
            <pc:sldMk cId="3753178280" sldId="2147474115"/>
            <ac:spMk id="318" creationId="{130515D2-90E1-8CEF-0A4C-D1B924AB8D7C}"/>
          </ac:spMkLst>
        </pc:spChg>
        <pc:spChg chg="add del mod">
          <ac:chgData name="Cartwright, Max" userId="4fdaca64-157b-4f34-aebd-58f672b6a20c" providerId="ADAL" clId="{9B24FA50-177C-4B5A-AA10-BF89D194F6B0}" dt="2024-03-05T20:33:22.218" v="837"/>
          <ac:spMkLst>
            <pc:docMk/>
            <pc:sldMk cId="3753178280" sldId="2147474115"/>
            <ac:spMk id="319" creationId="{5E98D7C7-3613-AF63-246E-527A9DF6D307}"/>
          </ac:spMkLst>
        </pc:spChg>
        <pc:spChg chg="add del mod">
          <ac:chgData name="Cartwright, Max" userId="4fdaca64-157b-4f34-aebd-58f672b6a20c" providerId="ADAL" clId="{9B24FA50-177C-4B5A-AA10-BF89D194F6B0}" dt="2024-03-05T20:33:22.218" v="837"/>
          <ac:spMkLst>
            <pc:docMk/>
            <pc:sldMk cId="3753178280" sldId="2147474115"/>
            <ac:spMk id="320" creationId="{08E36B0B-4550-F32E-A946-612D7F877F6F}"/>
          </ac:spMkLst>
        </pc:spChg>
        <pc:spChg chg="add del mod">
          <ac:chgData name="Cartwright, Max" userId="4fdaca64-157b-4f34-aebd-58f672b6a20c" providerId="ADAL" clId="{9B24FA50-177C-4B5A-AA10-BF89D194F6B0}" dt="2024-03-05T20:33:22.218" v="837"/>
          <ac:spMkLst>
            <pc:docMk/>
            <pc:sldMk cId="3753178280" sldId="2147474115"/>
            <ac:spMk id="321" creationId="{3399AD73-873C-C61E-5ABB-114B14F7CC63}"/>
          </ac:spMkLst>
        </pc:spChg>
        <pc:spChg chg="add del mod">
          <ac:chgData name="Cartwright, Max" userId="4fdaca64-157b-4f34-aebd-58f672b6a20c" providerId="ADAL" clId="{9B24FA50-177C-4B5A-AA10-BF89D194F6B0}" dt="2024-03-05T20:33:22.218" v="837"/>
          <ac:spMkLst>
            <pc:docMk/>
            <pc:sldMk cId="3753178280" sldId="2147474115"/>
            <ac:spMk id="322" creationId="{45C24E8B-E333-9828-FAAF-395FD4228726}"/>
          </ac:spMkLst>
        </pc:spChg>
        <pc:spChg chg="add del mod">
          <ac:chgData name="Cartwright, Max" userId="4fdaca64-157b-4f34-aebd-58f672b6a20c" providerId="ADAL" clId="{9B24FA50-177C-4B5A-AA10-BF89D194F6B0}" dt="2024-03-05T20:33:22.218" v="837"/>
          <ac:spMkLst>
            <pc:docMk/>
            <pc:sldMk cId="3753178280" sldId="2147474115"/>
            <ac:spMk id="323" creationId="{1BCB1102-4E2E-04E7-FB75-5E43D7AD1AD6}"/>
          </ac:spMkLst>
        </pc:spChg>
        <pc:spChg chg="add del mod">
          <ac:chgData name="Cartwright, Max" userId="4fdaca64-157b-4f34-aebd-58f672b6a20c" providerId="ADAL" clId="{9B24FA50-177C-4B5A-AA10-BF89D194F6B0}" dt="2024-03-05T20:33:22.218" v="837"/>
          <ac:spMkLst>
            <pc:docMk/>
            <pc:sldMk cId="3753178280" sldId="2147474115"/>
            <ac:spMk id="324" creationId="{8E4ABFF3-0120-8A3E-EA9E-34153CA2E6DC}"/>
          </ac:spMkLst>
        </pc:spChg>
        <pc:spChg chg="add del mod">
          <ac:chgData name="Cartwright, Max" userId="4fdaca64-157b-4f34-aebd-58f672b6a20c" providerId="ADAL" clId="{9B24FA50-177C-4B5A-AA10-BF89D194F6B0}" dt="2024-03-05T20:33:22.218" v="837"/>
          <ac:spMkLst>
            <pc:docMk/>
            <pc:sldMk cId="3753178280" sldId="2147474115"/>
            <ac:spMk id="325" creationId="{C3870852-BAB1-0114-8E23-A4CA3E3B3853}"/>
          </ac:spMkLst>
        </pc:spChg>
        <pc:spChg chg="add del mod">
          <ac:chgData name="Cartwright, Max" userId="4fdaca64-157b-4f34-aebd-58f672b6a20c" providerId="ADAL" clId="{9B24FA50-177C-4B5A-AA10-BF89D194F6B0}" dt="2024-03-05T20:33:22.218" v="837"/>
          <ac:spMkLst>
            <pc:docMk/>
            <pc:sldMk cId="3753178280" sldId="2147474115"/>
            <ac:spMk id="326" creationId="{8E959F22-C70B-B19B-B00F-AD834A75FD84}"/>
          </ac:spMkLst>
        </pc:spChg>
        <pc:spChg chg="add del mod">
          <ac:chgData name="Cartwright, Max" userId="4fdaca64-157b-4f34-aebd-58f672b6a20c" providerId="ADAL" clId="{9B24FA50-177C-4B5A-AA10-BF89D194F6B0}" dt="2024-03-05T20:33:22.218" v="837"/>
          <ac:spMkLst>
            <pc:docMk/>
            <pc:sldMk cId="3753178280" sldId="2147474115"/>
            <ac:spMk id="329" creationId="{E7F77AE2-E0C2-F273-0FB9-F70A817DD12F}"/>
          </ac:spMkLst>
        </pc:spChg>
        <pc:spChg chg="add del mod">
          <ac:chgData name="Cartwright, Max" userId="4fdaca64-157b-4f34-aebd-58f672b6a20c" providerId="ADAL" clId="{9B24FA50-177C-4B5A-AA10-BF89D194F6B0}" dt="2024-03-05T20:33:22.218" v="837"/>
          <ac:spMkLst>
            <pc:docMk/>
            <pc:sldMk cId="3753178280" sldId="2147474115"/>
            <ac:spMk id="330" creationId="{F81A82BC-C890-4172-42DC-AB31BCC3541C}"/>
          </ac:spMkLst>
        </pc:spChg>
        <pc:spChg chg="add del mod">
          <ac:chgData name="Cartwright, Max" userId="4fdaca64-157b-4f34-aebd-58f672b6a20c" providerId="ADAL" clId="{9B24FA50-177C-4B5A-AA10-BF89D194F6B0}" dt="2024-03-05T20:33:22.218" v="837"/>
          <ac:spMkLst>
            <pc:docMk/>
            <pc:sldMk cId="3753178280" sldId="2147474115"/>
            <ac:spMk id="331" creationId="{4EE3E33A-0275-B65B-6DBE-B7B3A32D588E}"/>
          </ac:spMkLst>
        </pc:spChg>
        <pc:spChg chg="add del mod">
          <ac:chgData name="Cartwright, Max" userId="4fdaca64-157b-4f34-aebd-58f672b6a20c" providerId="ADAL" clId="{9B24FA50-177C-4B5A-AA10-BF89D194F6B0}" dt="2024-03-05T20:33:22.218" v="837"/>
          <ac:spMkLst>
            <pc:docMk/>
            <pc:sldMk cId="3753178280" sldId="2147474115"/>
            <ac:spMk id="332" creationId="{A2A8B018-3072-C1A1-642B-C91423DC967E}"/>
          </ac:spMkLst>
        </pc:spChg>
        <pc:spChg chg="add del mod">
          <ac:chgData name="Cartwright, Max" userId="4fdaca64-157b-4f34-aebd-58f672b6a20c" providerId="ADAL" clId="{9B24FA50-177C-4B5A-AA10-BF89D194F6B0}" dt="2024-03-05T20:33:22.218" v="837"/>
          <ac:spMkLst>
            <pc:docMk/>
            <pc:sldMk cId="3753178280" sldId="2147474115"/>
            <ac:spMk id="333" creationId="{D1E24B95-F7C0-A213-1440-C1B02267A659}"/>
          </ac:spMkLst>
        </pc:spChg>
        <pc:spChg chg="add del mod">
          <ac:chgData name="Cartwright, Max" userId="4fdaca64-157b-4f34-aebd-58f672b6a20c" providerId="ADAL" clId="{9B24FA50-177C-4B5A-AA10-BF89D194F6B0}" dt="2024-03-05T20:33:22.218" v="837"/>
          <ac:spMkLst>
            <pc:docMk/>
            <pc:sldMk cId="3753178280" sldId="2147474115"/>
            <ac:spMk id="334" creationId="{076FBB6F-5149-0DD7-B7F6-E29F91ECAF24}"/>
          </ac:spMkLst>
        </pc:spChg>
        <pc:spChg chg="add del mod">
          <ac:chgData name="Cartwright, Max" userId="4fdaca64-157b-4f34-aebd-58f672b6a20c" providerId="ADAL" clId="{9B24FA50-177C-4B5A-AA10-BF89D194F6B0}" dt="2024-03-05T20:33:22.218" v="837"/>
          <ac:spMkLst>
            <pc:docMk/>
            <pc:sldMk cId="3753178280" sldId="2147474115"/>
            <ac:spMk id="335" creationId="{2C257F3F-D390-BFB6-FC31-034F5F106196}"/>
          </ac:spMkLst>
        </pc:spChg>
        <pc:spChg chg="add del mod">
          <ac:chgData name="Cartwright, Max" userId="4fdaca64-157b-4f34-aebd-58f672b6a20c" providerId="ADAL" clId="{9B24FA50-177C-4B5A-AA10-BF89D194F6B0}" dt="2024-03-05T20:33:22.218" v="837"/>
          <ac:spMkLst>
            <pc:docMk/>
            <pc:sldMk cId="3753178280" sldId="2147474115"/>
            <ac:spMk id="336" creationId="{4EC78DFC-7DEA-026C-A57E-466F37B96BFE}"/>
          </ac:spMkLst>
        </pc:spChg>
        <pc:spChg chg="add del mod">
          <ac:chgData name="Cartwright, Max" userId="4fdaca64-157b-4f34-aebd-58f672b6a20c" providerId="ADAL" clId="{9B24FA50-177C-4B5A-AA10-BF89D194F6B0}" dt="2024-03-05T20:33:22.218" v="837"/>
          <ac:spMkLst>
            <pc:docMk/>
            <pc:sldMk cId="3753178280" sldId="2147474115"/>
            <ac:spMk id="337" creationId="{9B66B57E-18AC-C135-5A37-DB36FBE84D7C}"/>
          </ac:spMkLst>
        </pc:spChg>
        <pc:spChg chg="add del mod">
          <ac:chgData name="Cartwright, Max" userId="4fdaca64-157b-4f34-aebd-58f672b6a20c" providerId="ADAL" clId="{9B24FA50-177C-4B5A-AA10-BF89D194F6B0}" dt="2024-03-05T20:33:22.218" v="837"/>
          <ac:spMkLst>
            <pc:docMk/>
            <pc:sldMk cId="3753178280" sldId="2147474115"/>
            <ac:spMk id="338" creationId="{FFF3D8C8-C839-D008-EE5A-C965B6A1B645}"/>
          </ac:spMkLst>
        </pc:spChg>
        <pc:spChg chg="add del mod">
          <ac:chgData name="Cartwright, Max" userId="4fdaca64-157b-4f34-aebd-58f672b6a20c" providerId="ADAL" clId="{9B24FA50-177C-4B5A-AA10-BF89D194F6B0}" dt="2024-03-05T20:33:22.218" v="837"/>
          <ac:spMkLst>
            <pc:docMk/>
            <pc:sldMk cId="3753178280" sldId="2147474115"/>
            <ac:spMk id="339" creationId="{30C8FC77-EF42-05C3-8D6E-C212FF39C24C}"/>
          </ac:spMkLst>
        </pc:spChg>
        <pc:spChg chg="add del mod">
          <ac:chgData name="Cartwright, Max" userId="4fdaca64-157b-4f34-aebd-58f672b6a20c" providerId="ADAL" clId="{9B24FA50-177C-4B5A-AA10-BF89D194F6B0}" dt="2024-03-05T20:33:22.218" v="837"/>
          <ac:spMkLst>
            <pc:docMk/>
            <pc:sldMk cId="3753178280" sldId="2147474115"/>
            <ac:spMk id="341" creationId="{C3F7B301-F469-DEF5-F047-053365A59AD6}"/>
          </ac:spMkLst>
        </pc:spChg>
        <pc:spChg chg="add del mod">
          <ac:chgData name="Cartwright, Max" userId="4fdaca64-157b-4f34-aebd-58f672b6a20c" providerId="ADAL" clId="{9B24FA50-177C-4B5A-AA10-BF89D194F6B0}" dt="2024-03-05T20:33:22.218" v="837"/>
          <ac:spMkLst>
            <pc:docMk/>
            <pc:sldMk cId="3753178280" sldId="2147474115"/>
            <ac:spMk id="342" creationId="{7D6BBCA7-D322-9217-50B3-838D1325DF13}"/>
          </ac:spMkLst>
        </pc:spChg>
        <pc:spChg chg="add del mod">
          <ac:chgData name="Cartwright, Max" userId="4fdaca64-157b-4f34-aebd-58f672b6a20c" providerId="ADAL" clId="{9B24FA50-177C-4B5A-AA10-BF89D194F6B0}" dt="2024-03-05T20:33:22.218" v="837"/>
          <ac:spMkLst>
            <pc:docMk/>
            <pc:sldMk cId="3753178280" sldId="2147474115"/>
            <ac:spMk id="343" creationId="{5F6D6D78-957C-3CCD-A958-4FF2FD51F001}"/>
          </ac:spMkLst>
        </pc:spChg>
        <pc:spChg chg="add del mod">
          <ac:chgData name="Cartwright, Max" userId="4fdaca64-157b-4f34-aebd-58f672b6a20c" providerId="ADAL" clId="{9B24FA50-177C-4B5A-AA10-BF89D194F6B0}" dt="2024-03-05T20:33:22.218" v="837"/>
          <ac:spMkLst>
            <pc:docMk/>
            <pc:sldMk cId="3753178280" sldId="2147474115"/>
            <ac:spMk id="344" creationId="{2064F7EE-3A40-D077-B769-08EF2B8B6902}"/>
          </ac:spMkLst>
        </pc:spChg>
        <pc:spChg chg="add del mod">
          <ac:chgData name="Cartwright, Max" userId="4fdaca64-157b-4f34-aebd-58f672b6a20c" providerId="ADAL" clId="{9B24FA50-177C-4B5A-AA10-BF89D194F6B0}" dt="2024-03-05T20:33:22.218" v="837"/>
          <ac:spMkLst>
            <pc:docMk/>
            <pc:sldMk cId="3753178280" sldId="2147474115"/>
            <ac:spMk id="345" creationId="{D66FF275-CC79-7E75-57E0-8FD30A90181C}"/>
          </ac:spMkLst>
        </pc:spChg>
        <pc:spChg chg="add del mod">
          <ac:chgData name="Cartwright, Max" userId="4fdaca64-157b-4f34-aebd-58f672b6a20c" providerId="ADAL" clId="{9B24FA50-177C-4B5A-AA10-BF89D194F6B0}" dt="2024-03-05T20:33:22.218" v="837"/>
          <ac:spMkLst>
            <pc:docMk/>
            <pc:sldMk cId="3753178280" sldId="2147474115"/>
            <ac:spMk id="346" creationId="{67310903-9C77-0E75-9868-4710129729BA}"/>
          </ac:spMkLst>
        </pc:spChg>
        <pc:spChg chg="add del mod">
          <ac:chgData name="Cartwright, Max" userId="4fdaca64-157b-4f34-aebd-58f672b6a20c" providerId="ADAL" clId="{9B24FA50-177C-4B5A-AA10-BF89D194F6B0}" dt="2024-03-05T20:33:22.218" v="837"/>
          <ac:spMkLst>
            <pc:docMk/>
            <pc:sldMk cId="3753178280" sldId="2147474115"/>
            <ac:spMk id="347" creationId="{52C7B23C-6510-A600-88FA-1F3F2E89D254}"/>
          </ac:spMkLst>
        </pc:spChg>
        <pc:spChg chg="add del mod">
          <ac:chgData name="Cartwright, Max" userId="4fdaca64-157b-4f34-aebd-58f672b6a20c" providerId="ADAL" clId="{9B24FA50-177C-4B5A-AA10-BF89D194F6B0}" dt="2024-03-05T20:33:22.218" v="837"/>
          <ac:spMkLst>
            <pc:docMk/>
            <pc:sldMk cId="3753178280" sldId="2147474115"/>
            <ac:spMk id="349" creationId="{D3448207-6182-E13B-EB3A-17FF2A2D6B5B}"/>
          </ac:spMkLst>
        </pc:spChg>
        <pc:spChg chg="add del mod">
          <ac:chgData name="Cartwright, Max" userId="4fdaca64-157b-4f34-aebd-58f672b6a20c" providerId="ADAL" clId="{9B24FA50-177C-4B5A-AA10-BF89D194F6B0}" dt="2024-03-05T20:33:22.218" v="837"/>
          <ac:spMkLst>
            <pc:docMk/>
            <pc:sldMk cId="3753178280" sldId="2147474115"/>
            <ac:spMk id="350" creationId="{523937CB-83D3-A817-0F69-B7A19FEBAA22}"/>
          </ac:spMkLst>
        </pc:spChg>
        <pc:spChg chg="add del mod">
          <ac:chgData name="Cartwright, Max" userId="4fdaca64-157b-4f34-aebd-58f672b6a20c" providerId="ADAL" clId="{9B24FA50-177C-4B5A-AA10-BF89D194F6B0}" dt="2024-03-05T20:33:22.218" v="837"/>
          <ac:spMkLst>
            <pc:docMk/>
            <pc:sldMk cId="3753178280" sldId="2147474115"/>
            <ac:spMk id="351" creationId="{4FDD2253-507D-D8A7-01F7-FBE996E8045D}"/>
          </ac:spMkLst>
        </pc:spChg>
        <pc:spChg chg="add del mod">
          <ac:chgData name="Cartwright, Max" userId="4fdaca64-157b-4f34-aebd-58f672b6a20c" providerId="ADAL" clId="{9B24FA50-177C-4B5A-AA10-BF89D194F6B0}" dt="2024-03-05T20:33:22.218" v="837"/>
          <ac:spMkLst>
            <pc:docMk/>
            <pc:sldMk cId="3753178280" sldId="2147474115"/>
            <ac:spMk id="352" creationId="{E07BC129-5A40-6200-6093-4B0133A53527}"/>
          </ac:spMkLst>
        </pc:spChg>
        <pc:spChg chg="add del mod">
          <ac:chgData name="Cartwright, Max" userId="4fdaca64-157b-4f34-aebd-58f672b6a20c" providerId="ADAL" clId="{9B24FA50-177C-4B5A-AA10-BF89D194F6B0}" dt="2024-03-05T20:33:22.218" v="837"/>
          <ac:spMkLst>
            <pc:docMk/>
            <pc:sldMk cId="3753178280" sldId="2147474115"/>
            <ac:spMk id="353" creationId="{564E5987-03B5-6C42-AE73-2CA72A9F4C38}"/>
          </ac:spMkLst>
        </pc:spChg>
        <pc:spChg chg="add del mod">
          <ac:chgData name="Cartwright, Max" userId="4fdaca64-157b-4f34-aebd-58f672b6a20c" providerId="ADAL" clId="{9B24FA50-177C-4B5A-AA10-BF89D194F6B0}" dt="2024-03-05T20:33:22.218" v="837"/>
          <ac:spMkLst>
            <pc:docMk/>
            <pc:sldMk cId="3753178280" sldId="2147474115"/>
            <ac:spMk id="354" creationId="{E4781D21-CF82-FB4F-D567-7AFD759F84F8}"/>
          </ac:spMkLst>
        </pc:spChg>
        <pc:spChg chg="add del mod">
          <ac:chgData name="Cartwright, Max" userId="4fdaca64-157b-4f34-aebd-58f672b6a20c" providerId="ADAL" clId="{9B24FA50-177C-4B5A-AA10-BF89D194F6B0}" dt="2024-03-05T20:33:22.218" v="837"/>
          <ac:spMkLst>
            <pc:docMk/>
            <pc:sldMk cId="3753178280" sldId="2147474115"/>
            <ac:spMk id="357" creationId="{A72B0721-78D7-A7CD-7A73-85A1E7D11F26}"/>
          </ac:spMkLst>
        </pc:spChg>
        <pc:spChg chg="add del mod">
          <ac:chgData name="Cartwright, Max" userId="4fdaca64-157b-4f34-aebd-58f672b6a20c" providerId="ADAL" clId="{9B24FA50-177C-4B5A-AA10-BF89D194F6B0}" dt="2024-03-05T20:33:22.218" v="837"/>
          <ac:spMkLst>
            <pc:docMk/>
            <pc:sldMk cId="3753178280" sldId="2147474115"/>
            <ac:spMk id="358" creationId="{32551E9F-0939-3EA7-F13D-E9A2FF91FBFE}"/>
          </ac:spMkLst>
        </pc:spChg>
        <pc:spChg chg="add del mod">
          <ac:chgData name="Cartwright, Max" userId="4fdaca64-157b-4f34-aebd-58f672b6a20c" providerId="ADAL" clId="{9B24FA50-177C-4B5A-AA10-BF89D194F6B0}" dt="2024-03-05T20:33:22.218" v="837"/>
          <ac:spMkLst>
            <pc:docMk/>
            <pc:sldMk cId="3753178280" sldId="2147474115"/>
            <ac:spMk id="359" creationId="{F1634DBC-C51B-2431-3410-59693F5BF029}"/>
          </ac:spMkLst>
        </pc:spChg>
        <pc:spChg chg="add del mod">
          <ac:chgData name="Cartwright, Max" userId="4fdaca64-157b-4f34-aebd-58f672b6a20c" providerId="ADAL" clId="{9B24FA50-177C-4B5A-AA10-BF89D194F6B0}" dt="2024-03-05T20:33:22.218" v="837"/>
          <ac:spMkLst>
            <pc:docMk/>
            <pc:sldMk cId="3753178280" sldId="2147474115"/>
            <ac:spMk id="360" creationId="{423E11FB-7CE2-51B9-70FF-91B8D8665290}"/>
          </ac:spMkLst>
        </pc:spChg>
        <pc:spChg chg="add del mod">
          <ac:chgData name="Cartwright, Max" userId="4fdaca64-157b-4f34-aebd-58f672b6a20c" providerId="ADAL" clId="{9B24FA50-177C-4B5A-AA10-BF89D194F6B0}" dt="2024-03-05T20:33:22.218" v="837"/>
          <ac:spMkLst>
            <pc:docMk/>
            <pc:sldMk cId="3753178280" sldId="2147474115"/>
            <ac:spMk id="361" creationId="{1776181C-7C64-7994-FA56-C44C326D8CFA}"/>
          </ac:spMkLst>
        </pc:spChg>
        <pc:spChg chg="add del mod">
          <ac:chgData name="Cartwright, Max" userId="4fdaca64-157b-4f34-aebd-58f672b6a20c" providerId="ADAL" clId="{9B24FA50-177C-4B5A-AA10-BF89D194F6B0}" dt="2024-03-05T20:33:22.218" v="837"/>
          <ac:spMkLst>
            <pc:docMk/>
            <pc:sldMk cId="3753178280" sldId="2147474115"/>
            <ac:spMk id="362" creationId="{0C1D6CEE-9B53-9A85-4DBF-DAFAEBD3DB61}"/>
          </ac:spMkLst>
        </pc:spChg>
        <pc:spChg chg="add del mod">
          <ac:chgData name="Cartwright, Max" userId="4fdaca64-157b-4f34-aebd-58f672b6a20c" providerId="ADAL" clId="{9B24FA50-177C-4B5A-AA10-BF89D194F6B0}" dt="2024-03-05T20:33:22.218" v="837"/>
          <ac:spMkLst>
            <pc:docMk/>
            <pc:sldMk cId="3753178280" sldId="2147474115"/>
            <ac:spMk id="363" creationId="{A29C6420-037B-4806-5720-EF1C45565843}"/>
          </ac:spMkLst>
        </pc:spChg>
        <pc:spChg chg="add del mod">
          <ac:chgData name="Cartwright, Max" userId="4fdaca64-157b-4f34-aebd-58f672b6a20c" providerId="ADAL" clId="{9B24FA50-177C-4B5A-AA10-BF89D194F6B0}" dt="2024-03-05T20:33:22.218" v="837"/>
          <ac:spMkLst>
            <pc:docMk/>
            <pc:sldMk cId="3753178280" sldId="2147474115"/>
            <ac:spMk id="364" creationId="{86B01447-7942-439D-39C9-A6756FB7BB3C}"/>
          </ac:spMkLst>
        </pc:spChg>
        <pc:spChg chg="add del mod">
          <ac:chgData name="Cartwright, Max" userId="4fdaca64-157b-4f34-aebd-58f672b6a20c" providerId="ADAL" clId="{9B24FA50-177C-4B5A-AA10-BF89D194F6B0}" dt="2024-03-05T20:33:22.218" v="837"/>
          <ac:spMkLst>
            <pc:docMk/>
            <pc:sldMk cId="3753178280" sldId="2147474115"/>
            <ac:spMk id="365" creationId="{9AA7BA74-BF82-E7C8-A650-D5FE653500BC}"/>
          </ac:spMkLst>
        </pc:spChg>
        <pc:spChg chg="add del mod">
          <ac:chgData name="Cartwright, Max" userId="4fdaca64-157b-4f34-aebd-58f672b6a20c" providerId="ADAL" clId="{9B24FA50-177C-4B5A-AA10-BF89D194F6B0}" dt="2024-03-05T20:33:22.218" v="837"/>
          <ac:spMkLst>
            <pc:docMk/>
            <pc:sldMk cId="3753178280" sldId="2147474115"/>
            <ac:spMk id="366" creationId="{93B189BE-A255-8871-65EC-5CE0B9E444F8}"/>
          </ac:spMkLst>
        </pc:spChg>
        <pc:spChg chg="add del mod">
          <ac:chgData name="Cartwright, Max" userId="4fdaca64-157b-4f34-aebd-58f672b6a20c" providerId="ADAL" clId="{9B24FA50-177C-4B5A-AA10-BF89D194F6B0}" dt="2024-03-05T20:33:22.218" v="837"/>
          <ac:spMkLst>
            <pc:docMk/>
            <pc:sldMk cId="3753178280" sldId="2147474115"/>
            <ac:spMk id="367" creationId="{79EE92FD-659A-91DB-86BB-A292B162CA28}"/>
          </ac:spMkLst>
        </pc:spChg>
        <pc:spChg chg="add mod">
          <ac:chgData name="Cartwright, Max" userId="4fdaca64-157b-4f34-aebd-58f672b6a20c" providerId="ADAL" clId="{9B24FA50-177C-4B5A-AA10-BF89D194F6B0}" dt="2024-03-05T20:33:45.459" v="847" actId="1037"/>
          <ac:spMkLst>
            <pc:docMk/>
            <pc:sldMk cId="3753178280" sldId="2147474115"/>
            <ac:spMk id="368" creationId="{0BB6580F-0DDA-F971-F297-DBADCA388D0B}"/>
          </ac:spMkLst>
        </pc:spChg>
        <pc:spChg chg="add mod">
          <ac:chgData name="Cartwright, Max" userId="4fdaca64-157b-4f34-aebd-58f672b6a20c" providerId="ADAL" clId="{9B24FA50-177C-4B5A-AA10-BF89D194F6B0}" dt="2024-03-05T20:33:45.459" v="847" actId="1037"/>
          <ac:spMkLst>
            <pc:docMk/>
            <pc:sldMk cId="3753178280" sldId="2147474115"/>
            <ac:spMk id="369" creationId="{C38CF5E4-7381-BD09-557D-2A852E99237F}"/>
          </ac:spMkLst>
        </pc:spChg>
        <pc:spChg chg="add mod">
          <ac:chgData name="Cartwright, Max" userId="4fdaca64-157b-4f34-aebd-58f672b6a20c" providerId="ADAL" clId="{9B24FA50-177C-4B5A-AA10-BF89D194F6B0}" dt="2024-03-05T20:33:45.459" v="847" actId="1037"/>
          <ac:spMkLst>
            <pc:docMk/>
            <pc:sldMk cId="3753178280" sldId="2147474115"/>
            <ac:spMk id="370" creationId="{4403F058-1247-85E2-4EBD-E5D8CE620470}"/>
          </ac:spMkLst>
        </pc:spChg>
        <pc:spChg chg="add mod">
          <ac:chgData name="Cartwright, Max" userId="4fdaca64-157b-4f34-aebd-58f672b6a20c" providerId="ADAL" clId="{9B24FA50-177C-4B5A-AA10-BF89D194F6B0}" dt="2024-03-05T20:33:45.459" v="847" actId="1037"/>
          <ac:spMkLst>
            <pc:docMk/>
            <pc:sldMk cId="3753178280" sldId="2147474115"/>
            <ac:spMk id="371" creationId="{1C549C0D-7248-2E0E-D420-C445BE83A48E}"/>
          </ac:spMkLst>
        </pc:spChg>
        <pc:spChg chg="add mod">
          <ac:chgData name="Cartwright, Max" userId="4fdaca64-157b-4f34-aebd-58f672b6a20c" providerId="ADAL" clId="{9B24FA50-177C-4B5A-AA10-BF89D194F6B0}" dt="2024-03-05T20:33:45.459" v="847" actId="1037"/>
          <ac:spMkLst>
            <pc:docMk/>
            <pc:sldMk cId="3753178280" sldId="2147474115"/>
            <ac:spMk id="372" creationId="{82298F40-CCDF-3835-CF91-E7E8D99A8D63}"/>
          </ac:spMkLst>
        </pc:spChg>
        <pc:spChg chg="add mod">
          <ac:chgData name="Cartwright, Max" userId="4fdaca64-157b-4f34-aebd-58f672b6a20c" providerId="ADAL" clId="{9B24FA50-177C-4B5A-AA10-BF89D194F6B0}" dt="2024-03-05T20:33:45.459" v="847" actId="1037"/>
          <ac:spMkLst>
            <pc:docMk/>
            <pc:sldMk cId="3753178280" sldId="2147474115"/>
            <ac:spMk id="373" creationId="{8F2273CE-D4BF-0B6B-3582-05EDFD8535EB}"/>
          </ac:spMkLst>
        </pc:spChg>
        <pc:spChg chg="add mod">
          <ac:chgData name="Cartwright, Max" userId="4fdaca64-157b-4f34-aebd-58f672b6a20c" providerId="ADAL" clId="{9B24FA50-177C-4B5A-AA10-BF89D194F6B0}" dt="2024-03-05T20:33:45.459" v="847" actId="1037"/>
          <ac:spMkLst>
            <pc:docMk/>
            <pc:sldMk cId="3753178280" sldId="2147474115"/>
            <ac:spMk id="374" creationId="{E232E775-E87E-580E-0E11-4F856AEC77CA}"/>
          </ac:spMkLst>
        </pc:spChg>
        <pc:spChg chg="add mod">
          <ac:chgData name="Cartwright, Max" userId="4fdaca64-157b-4f34-aebd-58f672b6a20c" providerId="ADAL" clId="{9B24FA50-177C-4B5A-AA10-BF89D194F6B0}" dt="2024-03-05T20:33:45.459" v="847" actId="1037"/>
          <ac:spMkLst>
            <pc:docMk/>
            <pc:sldMk cId="3753178280" sldId="2147474115"/>
            <ac:spMk id="375" creationId="{E91412D5-BF32-F7F2-1601-53BAC6F51EEB}"/>
          </ac:spMkLst>
        </pc:spChg>
        <pc:spChg chg="add mod">
          <ac:chgData name="Cartwright, Max" userId="4fdaca64-157b-4f34-aebd-58f672b6a20c" providerId="ADAL" clId="{9B24FA50-177C-4B5A-AA10-BF89D194F6B0}" dt="2024-03-05T20:33:45.459" v="847" actId="1037"/>
          <ac:spMkLst>
            <pc:docMk/>
            <pc:sldMk cId="3753178280" sldId="2147474115"/>
            <ac:spMk id="376" creationId="{8DDB9040-801C-ED6B-BC70-DC991227056F}"/>
          </ac:spMkLst>
        </pc:spChg>
        <pc:spChg chg="add mod">
          <ac:chgData name="Cartwright, Max" userId="4fdaca64-157b-4f34-aebd-58f672b6a20c" providerId="ADAL" clId="{9B24FA50-177C-4B5A-AA10-BF89D194F6B0}" dt="2024-03-05T20:33:45.459" v="847" actId="1037"/>
          <ac:spMkLst>
            <pc:docMk/>
            <pc:sldMk cId="3753178280" sldId="2147474115"/>
            <ac:spMk id="377" creationId="{DB21F8CF-D758-1CB4-24FB-D8567309C132}"/>
          </ac:spMkLst>
        </pc:spChg>
        <pc:spChg chg="add mod">
          <ac:chgData name="Cartwright, Max" userId="4fdaca64-157b-4f34-aebd-58f672b6a20c" providerId="ADAL" clId="{9B24FA50-177C-4B5A-AA10-BF89D194F6B0}" dt="2024-03-05T20:33:45.459" v="847" actId="1037"/>
          <ac:spMkLst>
            <pc:docMk/>
            <pc:sldMk cId="3753178280" sldId="2147474115"/>
            <ac:spMk id="378" creationId="{A10E9FFD-EFA8-AB29-31E9-019C0AE61EE1}"/>
          </ac:spMkLst>
        </pc:spChg>
        <pc:spChg chg="add mod">
          <ac:chgData name="Cartwright, Max" userId="4fdaca64-157b-4f34-aebd-58f672b6a20c" providerId="ADAL" clId="{9B24FA50-177C-4B5A-AA10-BF89D194F6B0}" dt="2024-03-05T20:33:45.459" v="847" actId="1037"/>
          <ac:spMkLst>
            <pc:docMk/>
            <pc:sldMk cId="3753178280" sldId="2147474115"/>
            <ac:spMk id="379" creationId="{D3BE154A-D978-0389-FFF2-7079716A63B5}"/>
          </ac:spMkLst>
        </pc:spChg>
        <pc:spChg chg="add mod">
          <ac:chgData name="Cartwright, Max" userId="4fdaca64-157b-4f34-aebd-58f672b6a20c" providerId="ADAL" clId="{9B24FA50-177C-4B5A-AA10-BF89D194F6B0}" dt="2024-03-05T20:33:45.459" v="847" actId="1037"/>
          <ac:spMkLst>
            <pc:docMk/>
            <pc:sldMk cId="3753178280" sldId="2147474115"/>
            <ac:spMk id="380" creationId="{83CEA563-FFF2-1974-EA05-64F011E9D5FC}"/>
          </ac:spMkLst>
        </pc:spChg>
        <pc:spChg chg="add mod">
          <ac:chgData name="Cartwright, Max" userId="4fdaca64-157b-4f34-aebd-58f672b6a20c" providerId="ADAL" clId="{9B24FA50-177C-4B5A-AA10-BF89D194F6B0}" dt="2024-03-05T20:33:45.459" v="847" actId="1037"/>
          <ac:spMkLst>
            <pc:docMk/>
            <pc:sldMk cId="3753178280" sldId="2147474115"/>
            <ac:spMk id="381" creationId="{153B80F2-A07E-8F33-E213-BE667DF9EC60}"/>
          </ac:spMkLst>
        </pc:spChg>
        <pc:spChg chg="add mod">
          <ac:chgData name="Cartwright, Max" userId="4fdaca64-157b-4f34-aebd-58f672b6a20c" providerId="ADAL" clId="{9B24FA50-177C-4B5A-AA10-BF89D194F6B0}" dt="2024-03-05T20:33:45.459" v="847" actId="1037"/>
          <ac:spMkLst>
            <pc:docMk/>
            <pc:sldMk cId="3753178280" sldId="2147474115"/>
            <ac:spMk id="382" creationId="{B54450F6-3464-7904-7341-3BF321D9848C}"/>
          </ac:spMkLst>
        </pc:spChg>
        <pc:spChg chg="add mod">
          <ac:chgData name="Cartwright, Max" userId="4fdaca64-157b-4f34-aebd-58f672b6a20c" providerId="ADAL" clId="{9B24FA50-177C-4B5A-AA10-BF89D194F6B0}" dt="2024-03-05T20:33:45.459" v="847" actId="1037"/>
          <ac:spMkLst>
            <pc:docMk/>
            <pc:sldMk cId="3753178280" sldId="2147474115"/>
            <ac:spMk id="383" creationId="{9C84768E-E419-DD61-D33B-7BCE0B06976B}"/>
          </ac:spMkLst>
        </pc:spChg>
        <pc:spChg chg="add mod">
          <ac:chgData name="Cartwright, Max" userId="4fdaca64-157b-4f34-aebd-58f672b6a20c" providerId="ADAL" clId="{9B24FA50-177C-4B5A-AA10-BF89D194F6B0}" dt="2024-03-05T20:33:45.459" v="847" actId="1037"/>
          <ac:spMkLst>
            <pc:docMk/>
            <pc:sldMk cId="3753178280" sldId="2147474115"/>
            <ac:spMk id="384" creationId="{A5124BE1-C38D-61EC-6B90-4C99F87001C6}"/>
          </ac:spMkLst>
        </pc:spChg>
        <pc:spChg chg="add mod">
          <ac:chgData name="Cartwright, Max" userId="4fdaca64-157b-4f34-aebd-58f672b6a20c" providerId="ADAL" clId="{9B24FA50-177C-4B5A-AA10-BF89D194F6B0}" dt="2024-03-05T20:33:45.459" v="847" actId="1037"/>
          <ac:spMkLst>
            <pc:docMk/>
            <pc:sldMk cId="3753178280" sldId="2147474115"/>
            <ac:spMk id="385" creationId="{F98A017C-E296-83E5-C89C-E51E720B9FCB}"/>
          </ac:spMkLst>
        </pc:spChg>
        <pc:spChg chg="add mod">
          <ac:chgData name="Cartwright, Max" userId="4fdaca64-157b-4f34-aebd-58f672b6a20c" providerId="ADAL" clId="{9B24FA50-177C-4B5A-AA10-BF89D194F6B0}" dt="2024-03-05T20:33:45.459" v="847" actId="1037"/>
          <ac:spMkLst>
            <pc:docMk/>
            <pc:sldMk cId="3753178280" sldId="2147474115"/>
            <ac:spMk id="386" creationId="{51891EC5-5E8A-43FB-E0B0-C720718BB388}"/>
          </ac:spMkLst>
        </pc:spChg>
        <pc:spChg chg="add mod">
          <ac:chgData name="Cartwright, Max" userId="4fdaca64-157b-4f34-aebd-58f672b6a20c" providerId="ADAL" clId="{9B24FA50-177C-4B5A-AA10-BF89D194F6B0}" dt="2024-03-05T20:33:45.459" v="847" actId="1037"/>
          <ac:spMkLst>
            <pc:docMk/>
            <pc:sldMk cId="3753178280" sldId="2147474115"/>
            <ac:spMk id="387" creationId="{1C43BB9D-9611-D2CD-AFF9-A614F49BEF6D}"/>
          </ac:spMkLst>
        </pc:spChg>
        <pc:spChg chg="add mod">
          <ac:chgData name="Cartwright, Max" userId="4fdaca64-157b-4f34-aebd-58f672b6a20c" providerId="ADAL" clId="{9B24FA50-177C-4B5A-AA10-BF89D194F6B0}" dt="2024-03-05T20:33:45.459" v="847" actId="1037"/>
          <ac:spMkLst>
            <pc:docMk/>
            <pc:sldMk cId="3753178280" sldId="2147474115"/>
            <ac:spMk id="388" creationId="{A8C6B05E-7842-6B4E-5FC1-2D1DB4A8DC07}"/>
          </ac:spMkLst>
        </pc:spChg>
        <pc:spChg chg="add mod">
          <ac:chgData name="Cartwright, Max" userId="4fdaca64-157b-4f34-aebd-58f672b6a20c" providerId="ADAL" clId="{9B24FA50-177C-4B5A-AA10-BF89D194F6B0}" dt="2024-03-05T20:33:45.459" v="847" actId="1037"/>
          <ac:spMkLst>
            <pc:docMk/>
            <pc:sldMk cId="3753178280" sldId="2147474115"/>
            <ac:spMk id="389" creationId="{28C5E0EE-7683-6B80-9836-C1BADC30AB3C}"/>
          </ac:spMkLst>
        </pc:spChg>
        <pc:spChg chg="add mod">
          <ac:chgData name="Cartwright, Max" userId="4fdaca64-157b-4f34-aebd-58f672b6a20c" providerId="ADAL" clId="{9B24FA50-177C-4B5A-AA10-BF89D194F6B0}" dt="2024-03-05T20:33:45.459" v="847" actId="1037"/>
          <ac:spMkLst>
            <pc:docMk/>
            <pc:sldMk cId="3753178280" sldId="2147474115"/>
            <ac:spMk id="390" creationId="{0902CE16-D088-8BE0-2647-66B77F1A3619}"/>
          </ac:spMkLst>
        </pc:spChg>
        <pc:spChg chg="add mod">
          <ac:chgData name="Cartwright, Max" userId="4fdaca64-157b-4f34-aebd-58f672b6a20c" providerId="ADAL" clId="{9B24FA50-177C-4B5A-AA10-BF89D194F6B0}" dt="2024-03-05T20:33:45.459" v="847" actId="1037"/>
          <ac:spMkLst>
            <pc:docMk/>
            <pc:sldMk cId="3753178280" sldId="2147474115"/>
            <ac:spMk id="391" creationId="{E9F4C4F1-7404-6A95-0D4F-EF0BCD7E33DE}"/>
          </ac:spMkLst>
        </pc:spChg>
        <pc:spChg chg="add mod">
          <ac:chgData name="Cartwright, Max" userId="4fdaca64-157b-4f34-aebd-58f672b6a20c" providerId="ADAL" clId="{9B24FA50-177C-4B5A-AA10-BF89D194F6B0}" dt="2024-03-05T20:33:45.459" v="847" actId="1037"/>
          <ac:spMkLst>
            <pc:docMk/>
            <pc:sldMk cId="3753178280" sldId="2147474115"/>
            <ac:spMk id="392" creationId="{18BF75F9-60AA-D975-9B04-8B4637D3FE0B}"/>
          </ac:spMkLst>
        </pc:spChg>
        <pc:spChg chg="mod">
          <ac:chgData name="Cartwright, Max" userId="4fdaca64-157b-4f34-aebd-58f672b6a20c" providerId="ADAL" clId="{9B24FA50-177C-4B5A-AA10-BF89D194F6B0}" dt="2024-03-05T20:33:45.459" v="847" actId="1037"/>
          <ac:spMkLst>
            <pc:docMk/>
            <pc:sldMk cId="3753178280" sldId="2147474115"/>
            <ac:spMk id="394" creationId="{FD4D9FD4-9EDC-1C98-3699-0C99DE9D662F}"/>
          </ac:spMkLst>
        </pc:spChg>
        <pc:spChg chg="mod">
          <ac:chgData name="Cartwright, Max" userId="4fdaca64-157b-4f34-aebd-58f672b6a20c" providerId="ADAL" clId="{9B24FA50-177C-4B5A-AA10-BF89D194F6B0}" dt="2024-03-05T20:33:45.459" v="847" actId="1037"/>
          <ac:spMkLst>
            <pc:docMk/>
            <pc:sldMk cId="3753178280" sldId="2147474115"/>
            <ac:spMk id="395" creationId="{6996F5DC-C6D7-AE9B-83AD-FF7EEC027823}"/>
          </ac:spMkLst>
        </pc:spChg>
        <pc:spChg chg="mod">
          <ac:chgData name="Cartwright, Max" userId="4fdaca64-157b-4f34-aebd-58f672b6a20c" providerId="ADAL" clId="{9B24FA50-177C-4B5A-AA10-BF89D194F6B0}" dt="2024-03-05T20:33:45.459" v="847" actId="1037"/>
          <ac:spMkLst>
            <pc:docMk/>
            <pc:sldMk cId="3753178280" sldId="2147474115"/>
            <ac:spMk id="396" creationId="{4A59A475-C75A-C124-9C3D-4BAE063A8C12}"/>
          </ac:spMkLst>
        </pc:spChg>
        <pc:spChg chg="add mod">
          <ac:chgData name="Cartwright, Max" userId="4fdaca64-157b-4f34-aebd-58f672b6a20c" providerId="ADAL" clId="{9B24FA50-177C-4B5A-AA10-BF89D194F6B0}" dt="2024-03-05T20:33:45.459" v="847" actId="1037"/>
          <ac:spMkLst>
            <pc:docMk/>
            <pc:sldMk cId="3753178280" sldId="2147474115"/>
            <ac:spMk id="397" creationId="{486754BB-AF83-C268-A5E9-6F917E426DF6}"/>
          </ac:spMkLst>
        </pc:spChg>
        <pc:spChg chg="add mod">
          <ac:chgData name="Cartwright, Max" userId="4fdaca64-157b-4f34-aebd-58f672b6a20c" providerId="ADAL" clId="{9B24FA50-177C-4B5A-AA10-BF89D194F6B0}" dt="2024-03-05T20:33:45.459" v="847" actId="1037"/>
          <ac:spMkLst>
            <pc:docMk/>
            <pc:sldMk cId="3753178280" sldId="2147474115"/>
            <ac:spMk id="398" creationId="{AF89A991-2ADC-507A-AEFD-A8D0EE36F895}"/>
          </ac:spMkLst>
        </pc:spChg>
        <pc:spChg chg="add mod">
          <ac:chgData name="Cartwright, Max" userId="4fdaca64-157b-4f34-aebd-58f672b6a20c" providerId="ADAL" clId="{9B24FA50-177C-4B5A-AA10-BF89D194F6B0}" dt="2024-03-05T20:33:45.459" v="847" actId="1037"/>
          <ac:spMkLst>
            <pc:docMk/>
            <pc:sldMk cId="3753178280" sldId="2147474115"/>
            <ac:spMk id="399" creationId="{66A1ED83-B84F-3860-B5B7-727753993924}"/>
          </ac:spMkLst>
        </pc:spChg>
        <pc:spChg chg="add mod">
          <ac:chgData name="Cartwright, Max" userId="4fdaca64-157b-4f34-aebd-58f672b6a20c" providerId="ADAL" clId="{9B24FA50-177C-4B5A-AA10-BF89D194F6B0}" dt="2024-03-05T20:33:45.459" v="847" actId="1037"/>
          <ac:spMkLst>
            <pc:docMk/>
            <pc:sldMk cId="3753178280" sldId="2147474115"/>
            <ac:spMk id="400" creationId="{F0A1BFA1-D100-A775-FE16-81F71C938410}"/>
          </ac:spMkLst>
        </pc:spChg>
        <pc:spChg chg="add mod">
          <ac:chgData name="Cartwright, Max" userId="4fdaca64-157b-4f34-aebd-58f672b6a20c" providerId="ADAL" clId="{9B24FA50-177C-4B5A-AA10-BF89D194F6B0}" dt="2024-03-05T20:33:45.459" v="847" actId="1037"/>
          <ac:spMkLst>
            <pc:docMk/>
            <pc:sldMk cId="3753178280" sldId="2147474115"/>
            <ac:spMk id="401" creationId="{34907CDB-6CFF-110B-C69B-771CF41D39CF}"/>
          </ac:spMkLst>
        </pc:spChg>
        <pc:spChg chg="add mod">
          <ac:chgData name="Cartwright, Max" userId="4fdaca64-157b-4f34-aebd-58f672b6a20c" providerId="ADAL" clId="{9B24FA50-177C-4B5A-AA10-BF89D194F6B0}" dt="2024-03-05T20:33:45.459" v="847" actId="1037"/>
          <ac:spMkLst>
            <pc:docMk/>
            <pc:sldMk cId="3753178280" sldId="2147474115"/>
            <ac:spMk id="402" creationId="{9576AFA8-875F-D850-CEB0-82D8931D19F8}"/>
          </ac:spMkLst>
        </pc:spChg>
        <pc:spChg chg="mod">
          <ac:chgData name="Cartwright, Max" userId="4fdaca64-157b-4f34-aebd-58f672b6a20c" providerId="ADAL" clId="{9B24FA50-177C-4B5A-AA10-BF89D194F6B0}" dt="2024-03-05T20:33:45.459" v="847" actId="1037"/>
          <ac:spMkLst>
            <pc:docMk/>
            <pc:sldMk cId="3753178280" sldId="2147474115"/>
            <ac:spMk id="404" creationId="{0B664E20-F1D3-5352-DD8D-560A619F26DB}"/>
          </ac:spMkLst>
        </pc:spChg>
        <pc:spChg chg="mod">
          <ac:chgData name="Cartwright, Max" userId="4fdaca64-157b-4f34-aebd-58f672b6a20c" providerId="ADAL" clId="{9B24FA50-177C-4B5A-AA10-BF89D194F6B0}" dt="2024-03-05T20:33:45.459" v="847" actId="1037"/>
          <ac:spMkLst>
            <pc:docMk/>
            <pc:sldMk cId="3753178280" sldId="2147474115"/>
            <ac:spMk id="405" creationId="{21A04B6D-4FDB-A25F-E93E-2BBA1725B2C8}"/>
          </ac:spMkLst>
        </pc:spChg>
        <pc:spChg chg="mod">
          <ac:chgData name="Cartwright, Max" userId="4fdaca64-157b-4f34-aebd-58f672b6a20c" providerId="ADAL" clId="{9B24FA50-177C-4B5A-AA10-BF89D194F6B0}" dt="2024-03-05T20:33:45.459" v="847" actId="1037"/>
          <ac:spMkLst>
            <pc:docMk/>
            <pc:sldMk cId="3753178280" sldId="2147474115"/>
            <ac:spMk id="407" creationId="{404F8F59-CC95-5EEC-B325-884BEEC17EB2}"/>
          </ac:spMkLst>
        </pc:spChg>
        <pc:spChg chg="mod">
          <ac:chgData name="Cartwright, Max" userId="4fdaca64-157b-4f34-aebd-58f672b6a20c" providerId="ADAL" clId="{9B24FA50-177C-4B5A-AA10-BF89D194F6B0}" dt="2024-03-05T20:33:45.459" v="847" actId="1037"/>
          <ac:spMkLst>
            <pc:docMk/>
            <pc:sldMk cId="3753178280" sldId="2147474115"/>
            <ac:spMk id="408" creationId="{F6D18262-6304-4EF3-8528-A7EE0A42CD3A}"/>
          </ac:spMkLst>
        </pc:spChg>
        <pc:spChg chg="mod">
          <ac:chgData name="Cartwright, Max" userId="4fdaca64-157b-4f34-aebd-58f672b6a20c" providerId="ADAL" clId="{9B24FA50-177C-4B5A-AA10-BF89D194F6B0}" dt="2024-03-05T20:33:45.459" v="847" actId="1037"/>
          <ac:spMkLst>
            <pc:docMk/>
            <pc:sldMk cId="3753178280" sldId="2147474115"/>
            <ac:spMk id="409" creationId="{2AFCCAF2-F258-B1F4-CA0A-9CF0CD5BB89B}"/>
          </ac:spMkLst>
        </pc:spChg>
        <pc:spChg chg="mod">
          <ac:chgData name="Cartwright, Max" userId="4fdaca64-157b-4f34-aebd-58f672b6a20c" providerId="ADAL" clId="{9B24FA50-177C-4B5A-AA10-BF89D194F6B0}" dt="2024-03-05T20:33:45.459" v="847" actId="1037"/>
          <ac:spMkLst>
            <pc:docMk/>
            <pc:sldMk cId="3753178280" sldId="2147474115"/>
            <ac:spMk id="410" creationId="{3E3BB3C9-8DD2-A7CE-41F4-0BB525EFA888}"/>
          </ac:spMkLst>
        </pc:spChg>
        <pc:spChg chg="mod">
          <ac:chgData name="Cartwright, Max" userId="4fdaca64-157b-4f34-aebd-58f672b6a20c" providerId="ADAL" clId="{9B24FA50-177C-4B5A-AA10-BF89D194F6B0}" dt="2024-03-05T20:33:45.459" v="847" actId="1037"/>
          <ac:spMkLst>
            <pc:docMk/>
            <pc:sldMk cId="3753178280" sldId="2147474115"/>
            <ac:spMk id="411" creationId="{1655FFE8-3D89-9B66-00BF-88A8A7E3AFF5}"/>
          </ac:spMkLst>
        </pc:spChg>
        <pc:spChg chg="add mod">
          <ac:chgData name="Cartwright, Max" userId="4fdaca64-157b-4f34-aebd-58f672b6a20c" providerId="ADAL" clId="{9B24FA50-177C-4B5A-AA10-BF89D194F6B0}" dt="2024-03-05T20:33:45.459" v="847" actId="1037"/>
          <ac:spMkLst>
            <pc:docMk/>
            <pc:sldMk cId="3753178280" sldId="2147474115"/>
            <ac:spMk id="412" creationId="{2984A489-6C8C-038F-2B1D-0389EEE86BB8}"/>
          </ac:spMkLst>
        </pc:spChg>
        <pc:spChg chg="add mod">
          <ac:chgData name="Cartwright, Max" userId="4fdaca64-157b-4f34-aebd-58f672b6a20c" providerId="ADAL" clId="{9B24FA50-177C-4B5A-AA10-BF89D194F6B0}" dt="2024-03-05T20:33:45.459" v="847" actId="1037"/>
          <ac:spMkLst>
            <pc:docMk/>
            <pc:sldMk cId="3753178280" sldId="2147474115"/>
            <ac:spMk id="413" creationId="{F5C25640-C171-7067-B9A5-1D85FAA611A2}"/>
          </ac:spMkLst>
        </pc:spChg>
        <pc:spChg chg="add mod">
          <ac:chgData name="Cartwright, Max" userId="4fdaca64-157b-4f34-aebd-58f672b6a20c" providerId="ADAL" clId="{9B24FA50-177C-4B5A-AA10-BF89D194F6B0}" dt="2024-03-05T20:33:45.459" v="847" actId="1037"/>
          <ac:spMkLst>
            <pc:docMk/>
            <pc:sldMk cId="3753178280" sldId="2147474115"/>
            <ac:spMk id="414" creationId="{8A1373A4-5AAC-65E2-C442-1C614EFDA58D}"/>
          </ac:spMkLst>
        </pc:spChg>
        <pc:spChg chg="add mod">
          <ac:chgData name="Cartwright, Max" userId="4fdaca64-157b-4f34-aebd-58f672b6a20c" providerId="ADAL" clId="{9B24FA50-177C-4B5A-AA10-BF89D194F6B0}" dt="2024-03-05T20:33:45.459" v="847" actId="1037"/>
          <ac:spMkLst>
            <pc:docMk/>
            <pc:sldMk cId="3753178280" sldId="2147474115"/>
            <ac:spMk id="415" creationId="{A99D32DD-991B-A2AB-E13A-16F000ED5830}"/>
          </ac:spMkLst>
        </pc:spChg>
        <pc:spChg chg="add mod">
          <ac:chgData name="Cartwright, Max" userId="4fdaca64-157b-4f34-aebd-58f672b6a20c" providerId="ADAL" clId="{9B24FA50-177C-4B5A-AA10-BF89D194F6B0}" dt="2024-03-05T20:33:45.459" v="847" actId="1037"/>
          <ac:spMkLst>
            <pc:docMk/>
            <pc:sldMk cId="3753178280" sldId="2147474115"/>
            <ac:spMk id="416" creationId="{5C2DDD4E-176A-4730-2C56-079E91AD2997}"/>
          </ac:spMkLst>
        </pc:spChg>
        <pc:spChg chg="add mod">
          <ac:chgData name="Cartwright, Max" userId="4fdaca64-157b-4f34-aebd-58f672b6a20c" providerId="ADAL" clId="{9B24FA50-177C-4B5A-AA10-BF89D194F6B0}" dt="2024-03-05T20:33:45.459" v="847" actId="1037"/>
          <ac:spMkLst>
            <pc:docMk/>
            <pc:sldMk cId="3753178280" sldId="2147474115"/>
            <ac:spMk id="417" creationId="{67F091C4-159F-2941-AA4F-320828BEDC1E}"/>
          </ac:spMkLst>
        </pc:spChg>
        <pc:spChg chg="add mod">
          <ac:chgData name="Cartwright, Max" userId="4fdaca64-157b-4f34-aebd-58f672b6a20c" providerId="ADAL" clId="{9B24FA50-177C-4B5A-AA10-BF89D194F6B0}" dt="2024-03-05T20:33:45.459" v="847" actId="1037"/>
          <ac:spMkLst>
            <pc:docMk/>
            <pc:sldMk cId="3753178280" sldId="2147474115"/>
            <ac:spMk id="418" creationId="{FD726092-9527-9F0E-7A04-46657A73ACEA}"/>
          </ac:spMkLst>
        </pc:spChg>
        <pc:spChg chg="add mod">
          <ac:chgData name="Cartwright, Max" userId="4fdaca64-157b-4f34-aebd-58f672b6a20c" providerId="ADAL" clId="{9B24FA50-177C-4B5A-AA10-BF89D194F6B0}" dt="2024-03-05T20:33:45.459" v="847" actId="1037"/>
          <ac:spMkLst>
            <pc:docMk/>
            <pc:sldMk cId="3753178280" sldId="2147474115"/>
            <ac:spMk id="437" creationId="{2C889563-DFF7-5EF3-57F7-95E48834F783}"/>
          </ac:spMkLst>
        </pc:spChg>
        <pc:spChg chg="add mod">
          <ac:chgData name="Cartwright, Max" userId="4fdaca64-157b-4f34-aebd-58f672b6a20c" providerId="ADAL" clId="{9B24FA50-177C-4B5A-AA10-BF89D194F6B0}" dt="2024-03-05T20:33:45.459" v="847" actId="1037"/>
          <ac:spMkLst>
            <pc:docMk/>
            <pc:sldMk cId="3753178280" sldId="2147474115"/>
            <ac:spMk id="438" creationId="{4A1732A1-1F38-DE50-F796-EE4FBE29B0FC}"/>
          </ac:spMkLst>
        </pc:spChg>
        <pc:spChg chg="add mod">
          <ac:chgData name="Cartwright, Max" userId="4fdaca64-157b-4f34-aebd-58f672b6a20c" providerId="ADAL" clId="{9B24FA50-177C-4B5A-AA10-BF89D194F6B0}" dt="2024-03-05T20:33:45.459" v="847" actId="1037"/>
          <ac:spMkLst>
            <pc:docMk/>
            <pc:sldMk cId="3753178280" sldId="2147474115"/>
            <ac:spMk id="453" creationId="{FCCA557C-D247-C32A-2F7B-0B574AE1F1E5}"/>
          </ac:spMkLst>
        </pc:spChg>
        <pc:spChg chg="add mod">
          <ac:chgData name="Cartwright, Max" userId="4fdaca64-157b-4f34-aebd-58f672b6a20c" providerId="ADAL" clId="{9B24FA50-177C-4B5A-AA10-BF89D194F6B0}" dt="2024-03-05T20:33:45.459" v="847" actId="1037"/>
          <ac:spMkLst>
            <pc:docMk/>
            <pc:sldMk cId="3753178280" sldId="2147474115"/>
            <ac:spMk id="454" creationId="{892793A3-A9B2-9B8A-5257-A23AC74415BC}"/>
          </ac:spMkLst>
        </pc:spChg>
        <pc:spChg chg="add mod">
          <ac:chgData name="Cartwright, Max" userId="4fdaca64-157b-4f34-aebd-58f672b6a20c" providerId="ADAL" clId="{9B24FA50-177C-4B5A-AA10-BF89D194F6B0}" dt="2024-03-05T20:33:45.459" v="847" actId="1037"/>
          <ac:spMkLst>
            <pc:docMk/>
            <pc:sldMk cId="3753178280" sldId="2147474115"/>
            <ac:spMk id="455" creationId="{FAB7461D-7E98-D037-A110-C5B7C4CF8DDE}"/>
          </ac:spMkLst>
        </pc:spChg>
        <pc:spChg chg="add mod">
          <ac:chgData name="Cartwright, Max" userId="4fdaca64-157b-4f34-aebd-58f672b6a20c" providerId="ADAL" clId="{9B24FA50-177C-4B5A-AA10-BF89D194F6B0}" dt="2024-03-05T20:33:45.459" v="847" actId="1037"/>
          <ac:spMkLst>
            <pc:docMk/>
            <pc:sldMk cId="3753178280" sldId="2147474115"/>
            <ac:spMk id="456" creationId="{7A70322A-9873-C058-963D-39CAAA3018F5}"/>
          </ac:spMkLst>
        </pc:spChg>
        <pc:spChg chg="add mod">
          <ac:chgData name="Cartwright, Max" userId="4fdaca64-157b-4f34-aebd-58f672b6a20c" providerId="ADAL" clId="{9B24FA50-177C-4B5A-AA10-BF89D194F6B0}" dt="2024-03-05T20:33:45.459" v="847" actId="1037"/>
          <ac:spMkLst>
            <pc:docMk/>
            <pc:sldMk cId="3753178280" sldId="2147474115"/>
            <ac:spMk id="457" creationId="{0C509C0C-2BF6-DC00-8E97-8091D4775C39}"/>
          </ac:spMkLst>
        </pc:spChg>
        <pc:spChg chg="add mod">
          <ac:chgData name="Cartwright, Max" userId="4fdaca64-157b-4f34-aebd-58f672b6a20c" providerId="ADAL" clId="{9B24FA50-177C-4B5A-AA10-BF89D194F6B0}" dt="2024-03-05T20:33:45.459" v="847" actId="1037"/>
          <ac:spMkLst>
            <pc:docMk/>
            <pc:sldMk cId="3753178280" sldId="2147474115"/>
            <ac:spMk id="458" creationId="{EA1A06B4-8B74-D70A-E44F-2F2F2394EF67}"/>
          </ac:spMkLst>
        </pc:spChg>
        <pc:spChg chg="mod">
          <ac:chgData name="Cartwright, Max" userId="4fdaca64-157b-4f34-aebd-58f672b6a20c" providerId="ADAL" clId="{9B24FA50-177C-4B5A-AA10-BF89D194F6B0}" dt="2024-03-05T20:33:45.459" v="847" actId="1037"/>
          <ac:spMkLst>
            <pc:docMk/>
            <pc:sldMk cId="3753178280" sldId="2147474115"/>
            <ac:spMk id="460" creationId="{355636A7-BC3B-B1E5-843D-347D54B5DE63}"/>
          </ac:spMkLst>
        </pc:spChg>
        <pc:spChg chg="mod">
          <ac:chgData name="Cartwright, Max" userId="4fdaca64-157b-4f34-aebd-58f672b6a20c" providerId="ADAL" clId="{9B24FA50-177C-4B5A-AA10-BF89D194F6B0}" dt="2024-03-05T20:33:45.459" v="847" actId="1037"/>
          <ac:spMkLst>
            <pc:docMk/>
            <pc:sldMk cId="3753178280" sldId="2147474115"/>
            <ac:spMk id="461" creationId="{23D6F801-543A-FCF7-D657-4A7623BC4CD1}"/>
          </ac:spMkLst>
        </pc:spChg>
        <pc:spChg chg="add mod">
          <ac:chgData name="Cartwright, Max" userId="4fdaca64-157b-4f34-aebd-58f672b6a20c" providerId="ADAL" clId="{9B24FA50-177C-4B5A-AA10-BF89D194F6B0}" dt="2024-03-05T20:33:45.459" v="847" actId="1037"/>
          <ac:spMkLst>
            <pc:docMk/>
            <pc:sldMk cId="3753178280" sldId="2147474115"/>
            <ac:spMk id="462" creationId="{532E48B6-F18F-57C2-B96D-588FA1ACD33E}"/>
          </ac:spMkLst>
        </pc:spChg>
        <pc:spChg chg="add mod">
          <ac:chgData name="Cartwright, Max" userId="4fdaca64-157b-4f34-aebd-58f672b6a20c" providerId="ADAL" clId="{9B24FA50-177C-4B5A-AA10-BF89D194F6B0}" dt="2024-03-05T20:33:45.459" v="847" actId="1037"/>
          <ac:spMkLst>
            <pc:docMk/>
            <pc:sldMk cId="3753178280" sldId="2147474115"/>
            <ac:spMk id="463" creationId="{5EAF3DD2-F0E7-1199-9C15-15B1CD1C8781}"/>
          </ac:spMkLst>
        </pc:spChg>
        <pc:spChg chg="add mod">
          <ac:chgData name="Cartwright, Max" userId="4fdaca64-157b-4f34-aebd-58f672b6a20c" providerId="ADAL" clId="{9B24FA50-177C-4B5A-AA10-BF89D194F6B0}" dt="2024-03-05T20:33:45.459" v="847" actId="1037"/>
          <ac:spMkLst>
            <pc:docMk/>
            <pc:sldMk cId="3753178280" sldId="2147474115"/>
            <ac:spMk id="464" creationId="{11738A4F-7912-48ED-1D5F-8B78B4B33243}"/>
          </ac:spMkLst>
        </pc:spChg>
        <pc:spChg chg="add mod">
          <ac:chgData name="Cartwright, Max" userId="4fdaca64-157b-4f34-aebd-58f672b6a20c" providerId="ADAL" clId="{9B24FA50-177C-4B5A-AA10-BF89D194F6B0}" dt="2024-03-05T20:33:45.459" v="847" actId="1037"/>
          <ac:spMkLst>
            <pc:docMk/>
            <pc:sldMk cId="3753178280" sldId="2147474115"/>
            <ac:spMk id="471" creationId="{0AC50DBA-0E81-4C5A-3450-E502A4493988}"/>
          </ac:spMkLst>
        </pc:spChg>
        <pc:spChg chg="add mod">
          <ac:chgData name="Cartwright, Max" userId="4fdaca64-157b-4f34-aebd-58f672b6a20c" providerId="ADAL" clId="{9B24FA50-177C-4B5A-AA10-BF89D194F6B0}" dt="2024-03-05T20:46:34.067" v="985"/>
          <ac:spMkLst>
            <pc:docMk/>
            <pc:sldMk cId="3753178280" sldId="2147474115"/>
            <ac:spMk id="472" creationId="{6B4C8C22-410B-BBC2-52FD-B268F96F448E}"/>
          </ac:spMkLst>
        </pc:spChg>
        <pc:spChg chg="add mod">
          <ac:chgData name="Cartwright, Max" userId="4fdaca64-157b-4f34-aebd-58f672b6a20c" providerId="ADAL" clId="{9B24FA50-177C-4B5A-AA10-BF89D194F6B0}" dt="2024-03-05T20:33:45.459" v="847" actId="1037"/>
          <ac:spMkLst>
            <pc:docMk/>
            <pc:sldMk cId="3753178280" sldId="2147474115"/>
            <ac:spMk id="473" creationId="{6BAF8F18-A448-8536-337B-FD19F1395AC4}"/>
          </ac:spMkLst>
        </pc:spChg>
        <pc:spChg chg="add mod">
          <ac:chgData name="Cartwright, Max" userId="4fdaca64-157b-4f34-aebd-58f672b6a20c" providerId="ADAL" clId="{9B24FA50-177C-4B5A-AA10-BF89D194F6B0}" dt="2024-03-05T20:33:45.459" v="847" actId="1037"/>
          <ac:spMkLst>
            <pc:docMk/>
            <pc:sldMk cId="3753178280" sldId="2147474115"/>
            <ac:spMk id="474" creationId="{53CB27CE-BEA5-AE34-5402-23A4DBB98A3D}"/>
          </ac:spMkLst>
        </pc:spChg>
        <pc:spChg chg="add mod">
          <ac:chgData name="Cartwright, Max" userId="4fdaca64-157b-4f34-aebd-58f672b6a20c" providerId="ADAL" clId="{9B24FA50-177C-4B5A-AA10-BF89D194F6B0}" dt="2024-03-05T20:33:45.459" v="847" actId="1037"/>
          <ac:spMkLst>
            <pc:docMk/>
            <pc:sldMk cId="3753178280" sldId="2147474115"/>
            <ac:spMk id="475" creationId="{A290661D-BF73-E4E9-23AA-030366D3F76D}"/>
          </ac:spMkLst>
        </pc:spChg>
        <pc:spChg chg="add mod">
          <ac:chgData name="Cartwright, Max" userId="4fdaca64-157b-4f34-aebd-58f672b6a20c" providerId="ADAL" clId="{9B24FA50-177C-4B5A-AA10-BF89D194F6B0}" dt="2024-03-05T20:33:45.459" v="847" actId="1037"/>
          <ac:spMkLst>
            <pc:docMk/>
            <pc:sldMk cId="3753178280" sldId="2147474115"/>
            <ac:spMk id="476" creationId="{AC62B098-2398-DAF1-237A-011AFE6924B1}"/>
          </ac:spMkLst>
        </pc:spChg>
        <pc:spChg chg="add mod">
          <ac:chgData name="Cartwright, Max" userId="4fdaca64-157b-4f34-aebd-58f672b6a20c" providerId="ADAL" clId="{9B24FA50-177C-4B5A-AA10-BF89D194F6B0}" dt="2024-03-05T20:33:45.459" v="847" actId="1037"/>
          <ac:spMkLst>
            <pc:docMk/>
            <pc:sldMk cId="3753178280" sldId="2147474115"/>
            <ac:spMk id="477" creationId="{D8E36EE3-ECDA-F3AE-BC94-EA3D84ECD821}"/>
          </ac:spMkLst>
        </pc:spChg>
        <pc:spChg chg="add mod">
          <ac:chgData name="Cartwright, Max" userId="4fdaca64-157b-4f34-aebd-58f672b6a20c" providerId="ADAL" clId="{9B24FA50-177C-4B5A-AA10-BF89D194F6B0}" dt="2024-03-05T20:33:45.459" v="847" actId="1037"/>
          <ac:spMkLst>
            <pc:docMk/>
            <pc:sldMk cId="3753178280" sldId="2147474115"/>
            <ac:spMk id="478" creationId="{E8D15D36-084C-865F-98A1-FA277D83B4DB}"/>
          </ac:spMkLst>
        </pc:spChg>
        <pc:spChg chg="add mod">
          <ac:chgData name="Cartwright, Max" userId="4fdaca64-157b-4f34-aebd-58f672b6a20c" providerId="ADAL" clId="{9B24FA50-177C-4B5A-AA10-BF89D194F6B0}" dt="2024-03-05T20:33:45.459" v="847" actId="1037"/>
          <ac:spMkLst>
            <pc:docMk/>
            <pc:sldMk cId="3753178280" sldId="2147474115"/>
            <ac:spMk id="479" creationId="{14A730A0-BB18-1750-CBEF-45BDB6379900}"/>
          </ac:spMkLst>
        </pc:spChg>
        <pc:spChg chg="add mod">
          <ac:chgData name="Cartwright, Max" userId="4fdaca64-157b-4f34-aebd-58f672b6a20c" providerId="ADAL" clId="{9B24FA50-177C-4B5A-AA10-BF89D194F6B0}" dt="2024-03-05T20:33:45.459" v="847" actId="1037"/>
          <ac:spMkLst>
            <pc:docMk/>
            <pc:sldMk cId="3753178280" sldId="2147474115"/>
            <ac:spMk id="480" creationId="{5AC2FF1A-6E5E-4915-CA78-81154D20631E}"/>
          </ac:spMkLst>
        </pc:spChg>
        <pc:spChg chg="add mod">
          <ac:chgData name="Cartwright, Max" userId="4fdaca64-157b-4f34-aebd-58f672b6a20c" providerId="ADAL" clId="{9B24FA50-177C-4B5A-AA10-BF89D194F6B0}" dt="2024-03-05T20:33:45.459" v="847" actId="1037"/>
          <ac:spMkLst>
            <pc:docMk/>
            <pc:sldMk cId="3753178280" sldId="2147474115"/>
            <ac:spMk id="481" creationId="{23FF5223-A96B-70AD-9B57-F0394C81A424}"/>
          </ac:spMkLst>
        </pc:spChg>
        <pc:spChg chg="add mod">
          <ac:chgData name="Cartwright, Max" userId="4fdaca64-157b-4f34-aebd-58f672b6a20c" providerId="ADAL" clId="{9B24FA50-177C-4B5A-AA10-BF89D194F6B0}" dt="2024-03-05T20:33:45.459" v="847" actId="1037"/>
          <ac:spMkLst>
            <pc:docMk/>
            <pc:sldMk cId="3753178280" sldId="2147474115"/>
            <ac:spMk id="482" creationId="{B1940CE6-775D-9156-D650-B73D1C4B6C93}"/>
          </ac:spMkLst>
        </pc:spChg>
        <pc:spChg chg="add mod">
          <ac:chgData name="Cartwright, Max" userId="4fdaca64-157b-4f34-aebd-58f672b6a20c" providerId="ADAL" clId="{9B24FA50-177C-4B5A-AA10-BF89D194F6B0}" dt="2024-03-05T20:33:45.459" v="847" actId="1037"/>
          <ac:spMkLst>
            <pc:docMk/>
            <pc:sldMk cId="3753178280" sldId="2147474115"/>
            <ac:spMk id="483" creationId="{C49A5E08-2369-388E-E437-796067623024}"/>
          </ac:spMkLst>
        </pc:spChg>
        <pc:spChg chg="add mod">
          <ac:chgData name="Cartwright, Max" userId="4fdaca64-157b-4f34-aebd-58f672b6a20c" providerId="ADAL" clId="{9B24FA50-177C-4B5A-AA10-BF89D194F6B0}" dt="2024-03-05T20:33:45.459" v="847" actId="1037"/>
          <ac:spMkLst>
            <pc:docMk/>
            <pc:sldMk cId="3753178280" sldId="2147474115"/>
            <ac:spMk id="484" creationId="{1DED2C9C-943F-ED47-BD16-F1F37D4350A5}"/>
          </ac:spMkLst>
        </pc:spChg>
        <pc:spChg chg="add mod">
          <ac:chgData name="Cartwright, Max" userId="4fdaca64-157b-4f34-aebd-58f672b6a20c" providerId="ADAL" clId="{9B24FA50-177C-4B5A-AA10-BF89D194F6B0}" dt="2024-03-05T20:33:45.459" v="847" actId="1037"/>
          <ac:spMkLst>
            <pc:docMk/>
            <pc:sldMk cId="3753178280" sldId="2147474115"/>
            <ac:spMk id="485" creationId="{F13A74BC-84F4-679E-711A-1CBEA6D7018D}"/>
          </ac:spMkLst>
        </pc:spChg>
        <pc:spChg chg="add mod">
          <ac:chgData name="Cartwright, Max" userId="4fdaca64-157b-4f34-aebd-58f672b6a20c" providerId="ADAL" clId="{9B24FA50-177C-4B5A-AA10-BF89D194F6B0}" dt="2024-03-05T20:33:45.459" v="847" actId="1037"/>
          <ac:spMkLst>
            <pc:docMk/>
            <pc:sldMk cId="3753178280" sldId="2147474115"/>
            <ac:spMk id="486" creationId="{35D0065D-E2AB-743E-5AD9-2B724801F168}"/>
          </ac:spMkLst>
        </pc:spChg>
        <pc:spChg chg="add mod">
          <ac:chgData name="Cartwright, Max" userId="4fdaca64-157b-4f34-aebd-58f672b6a20c" providerId="ADAL" clId="{9B24FA50-177C-4B5A-AA10-BF89D194F6B0}" dt="2024-03-05T20:33:45.459" v="847" actId="1037"/>
          <ac:spMkLst>
            <pc:docMk/>
            <pc:sldMk cId="3753178280" sldId="2147474115"/>
            <ac:spMk id="487" creationId="{24AB78A2-3503-0A8C-995F-1BA83A7E3DBD}"/>
          </ac:spMkLst>
        </pc:spChg>
        <pc:spChg chg="add mod">
          <ac:chgData name="Cartwright, Max" userId="4fdaca64-157b-4f34-aebd-58f672b6a20c" providerId="ADAL" clId="{9B24FA50-177C-4B5A-AA10-BF89D194F6B0}" dt="2024-03-05T20:33:45.459" v="847" actId="1037"/>
          <ac:spMkLst>
            <pc:docMk/>
            <pc:sldMk cId="3753178280" sldId="2147474115"/>
            <ac:spMk id="488" creationId="{50DFD4E0-9BE5-E5B6-46AB-0DC0B65FA45F}"/>
          </ac:spMkLst>
        </pc:spChg>
        <pc:spChg chg="add mod">
          <ac:chgData name="Cartwright, Max" userId="4fdaca64-157b-4f34-aebd-58f672b6a20c" providerId="ADAL" clId="{9B24FA50-177C-4B5A-AA10-BF89D194F6B0}" dt="2024-03-05T20:33:45.459" v="847" actId="1037"/>
          <ac:spMkLst>
            <pc:docMk/>
            <pc:sldMk cId="3753178280" sldId="2147474115"/>
            <ac:spMk id="489" creationId="{C54A599A-F937-B8F9-682F-3E5C1AF11167}"/>
          </ac:spMkLst>
        </pc:spChg>
        <pc:spChg chg="add mod">
          <ac:chgData name="Cartwright, Max" userId="4fdaca64-157b-4f34-aebd-58f672b6a20c" providerId="ADAL" clId="{9B24FA50-177C-4B5A-AA10-BF89D194F6B0}" dt="2024-03-05T20:33:45.459" v="847" actId="1037"/>
          <ac:spMkLst>
            <pc:docMk/>
            <pc:sldMk cId="3753178280" sldId="2147474115"/>
            <ac:spMk id="490" creationId="{F4F3E41C-AFE1-916D-1FA6-A4DB438234F4}"/>
          </ac:spMkLst>
        </pc:spChg>
        <pc:spChg chg="add mod">
          <ac:chgData name="Cartwright, Max" userId="4fdaca64-157b-4f34-aebd-58f672b6a20c" providerId="ADAL" clId="{9B24FA50-177C-4B5A-AA10-BF89D194F6B0}" dt="2024-03-05T20:33:45.459" v="847" actId="1037"/>
          <ac:spMkLst>
            <pc:docMk/>
            <pc:sldMk cId="3753178280" sldId="2147474115"/>
            <ac:spMk id="491" creationId="{4C5A4F6F-638C-6F17-DFAF-DC608419D21C}"/>
          </ac:spMkLst>
        </pc:spChg>
        <pc:spChg chg="add mod">
          <ac:chgData name="Cartwright, Max" userId="4fdaca64-157b-4f34-aebd-58f672b6a20c" providerId="ADAL" clId="{9B24FA50-177C-4B5A-AA10-BF89D194F6B0}" dt="2024-03-05T20:33:45.459" v="847" actId="1037"/>
          <ac:spMkLst>
            <pc:docMk/>
            <pc:sldMk cId="3753178280" sldId="2147474115"/>
            <ac:spMk id="492" creationId="{D9E99FF6-DD1A-6082-E3D8-ABF9E9486A78}"/>
          </ac:spMkLst>
        </pc:spChg>
        <pc:spChg chg="add mod">
          <ac:chgData name="Cartwright, Max" userId="4fdaca64-157b-4f34-aebd-58f672b6a20c" providerId="ADAL" clId="{9B24FA50-177C-4B5A-AA10-BF89D194F6B0}" dt="2024-03-05T20:33:45.459" v="847" actId="1037"/>
          <ac:spMkLst>
            <pc:docMk/>
            <pc:sldMk cId="3753178280" sldId="2147474115"/>
            <ac:spMk id="493" creationId="{06956FEE-1AC6-D1AE-2ED4-436638373117}"/>
          </ac:spMkLst>
        </pc:spChg>
        <pc:spChg chg="add mod">
          <ac:chgData name="Cartwright, Max" userId="4fdaca64-157b-4f34-aebd-58f672b6a20c" providerId="ADAL" clId="{9B24FA50-177C-4B5A-AA10-BF89D194F6B0}" dt="2024-03-05T20:33:45.459" v="847" actId="1037"/>
          <ac:spMkLst>
            <pc:docMk/>
            <pc:sldMk cId="3753178280" sldId="2147474115"/>
            <ac:spMk id="494" creationId="{B453F4CE-3D68-0D02-F20D-75DD0F23EE9B}"/>
          </ac:spMkLst>
        </pc:spChg>
        <pc:spChg chg="add mod">
          <ac:chgData name="Cartwright, Max" userId="4fdaca64-157b-4f34-aebd-58f672b6a20c" providerId="ADAL" clId="{9B24FA50-177C-4B5A-AA10-BF89D194F6B0}" dt="2024-03-05T20:33:45.459" v="847" actId="1037"/>
          <ac:spMkLst>
            <pc:docMk/>
            <pc:sldMk cId="3753178280" sldId="2147474115"/>
            <ac:spMk id="495" creationId="{31D56180-18BC-6EFD-62A5-58C4AA3D3750}"/>
          </ac:spMkLst>
        </pc:spChg>
        <pc:spChg chg="add mod">
          <ac:chgData name="Cartwright, Max" userId="4fdaca64-157b-4f34-aebd-58f672b6a20c" providerId="ADAL" clId="{9B24FA50-177C-4B5A-AA10-BF89D194F6B0}" dt="2024-03-05T20:33:45.459" v="847" actId="1037"/>
          <ac:spMkLst>
            <pc:docMk/>
            <pc:sldMk cId="3753178280" sldId="2147474115"/>
            <ac:spMk id="496" creationId="{A93CA9D5-F758-64B0-417B-402987B90001}"/>
          </ac:spMkLst>
        </pc:spChg>
        <pc:spChg chg="add mod">
          <ac:chgData name="Cartwright, Max" userId="4fdaca64-157b-4f34-aebd-58f672b6a20c" providerId="ADAL" clId="{9B24FA50-177C-4B5A-AA10-BF89D194F6B0}" dt="2024-03-05T20:33:45.459" v="847" actId="1037"/>
          <ac:spMkLst>
            <pc:docMk/>
            <pc:sldMk cId="3753178280" sldId="2147474115"/>
            <ac:spMk id="497" creationId="{2C647E84-ABD5-A061-E371-D941AAEF5F70}"/>
          </ac:spMkLst>
        </pc:spChg>
        <pc:spChg chg="add mod">
          <ac:chgData name="Cartwright, Max" userId="4fdaca64-157b-4f34-aebd-58f672b6a20c" providerId="ADAL" clId="{9B24FA50-177C-4B5A-AA10-BF89D194F6B0}" dt="2024-03-05T20:33:45.459" v="847" actId="1037"/>
          <ac:spMkLst>
            <pc:docMk/>
            <pc:sldMk cId="3753178280" sldId="2147474115"/>
            <ac:spMk id="498" creationId="{8E0F2F86-E6FA-BFFA-C219-3A70EB3C1401}"/>
          </ac:spMkLst>
        </pc:spChg>
        <pc:spChg chg="add mod">
          <ac:chgData name="Cartwright, Max" userId="4fdaca64-157b-4f34-aebd-58f672b6a20c" providerId="ADAL" clId="{9B24FA50-177C-4B5A-AA10-BF89D194F6B0}" dt="2024-03-05T20:33:45.459" v="847" actId="1037"/>
          <ac:spMkLst>
            <pc:docMk/>
            <pc:sldMk cId="3753178280" sldId="2147474115"/>
            <ac:spMk id="499" creationId="{BCF02601-2D14-4617-26EE-FC066B9C8638}"/>
          </ac:spMkLst>
        </pc:spChg>
        <pc:spChg chg="add mod">
          <ac:chgData name="Cartwright, Max" userId="4fdaca64-157b-4f34-aebd-58f672b6a20c" providerId="ADAL" clId="{9B24FA50-177C-4B5A-AA10-BF89D194F6B0}" dt="2024-03-05T20:33:45.459" v="847" actId="1037"/>
          <ac:spMkLst>
            <pc:docMk/>
            <pc:sldMk cId="3753178280" sldId="2147474115"/>
            <ac:spMk id="500" creationId="{4D55BA42-DA49-E44F-4018-3414E2AFCB14}"/>
          </ac:spMkLst>
        </pc:spChg>
        <pc:spChg chg="add mod">
          <ac:chgData name="Cartwright, Max" userId="4fdaca64-157b-4f34-aebd-58f672b6a20c" providerId="ADAL" clId="{9B24FA50-177C-4B5A-AA10-BF89D194F6B0}" dt="2024-03-05T20:33:45.459" v="847" actId="1037"/>
          <ac:spMkLst>
            <pc:docMk/>
            <pc:sldMk cId="3753178280" sldId="2147474115"/>
            <ac:spMk id="501" creationId="{BDB34E23-D216-4545-904C-FB3D4805C56F}"/>
          </ac:spMkLst>
        </pc:spChg>
        <pc:spChg chg="add mod">
          <ac:chgData name="Cartwright, Max" userId="4fdaca64-157b-4f34-aebd-58f672b6a20c" providerId="ADAL" clId="{9B24FA50-177C-4B5A-AA10-BF89D194F6B0}" dt="2024-03-05T20:33:45.459" v="847" actId="1037"/>
          <ac:spMkLst>
            <pc:docMk/>
            <pc:sldMk cId="3753178280" sldId="2147474115"/>
            <ac:spMk id="502" creationId="{C95E8860-EA36-BFA8-246F-A0022D275411}"/>
          </ac:spMkLst>
        </pc:spChg>
        <pc:spChg chg="add mod">
          <ac:chgData name="Cartwright, Max" userId="4fdaca64-157b-4f34-aebd-58f672b6a20c" providerId="ADAL" clId="{9B24FA50-177C-4B5A-AA10-BF89D194F6B0}" dt="2024-03-05T20:33:45.459" v="847" actId="1037"/>
          <ac:spMkLst>
            <pc:docMk/>
            <pc:sldMk cId="3753178280" sldId="2147474115"/>
            <ac:spMk id="503" creationId="{AAF9809A-8A57-AED9-1A32-C368C3C9E5F9}"/>
          </ac:spMkLst>
        </pc:spChg>
        <pc:spChg chg="add mod">
          <ac:chgData name="Cartwright, Max" userId="4fdaca64-157b-4f34-aebd-58f672b6a20c" providerId="ADAL" clId="{9B24FA50-177C-4B5A-AA10-BF89D194F6B0}" dt="2024-03-05T20:33:45.459" v="847" actId="1037"/>
          <ac:spMkLst>
            <pc:docMk/>
            <pc:sldMk cId="3753178280" sldId="2147474115"/>
            <ac:spMk id="504" creationId="{4508B96F-DB59-C234-1AA1-D3EA470B2BB1}"/>
          </ac:spMkLst>
        </pc:spChg>
        <pc:spChg chg="add mod">
          <ac:chgData name="Cartwright, Max" userId="4fdaca64-157b-4f34-aebd-58f672b6a20c" providerId="ADAL" clId="{9B24FA50-177C-4B5A-AA10-BF89D194F6B0}" dt="2024-03-05T20:33:45.459" v="847" actId="1037"/>
          <ac:spMkLst>
            <pc:docMk/>
            <pc:sldMk cId="3753178280" sldId="2147474115"/>
            <ac:spMk id="505" creationId="{19DDE29F-E98A-57E0-405A-D55A03443395}"/>
          </ac:spMkLst>
        </pc:spChg>
        <pc:spChg chg="add mod">
          <ac:chgData name="Cartwright, Max" userId="4fdaca64-157b-4f34-aebd-58f672b6a20c" providerId="ADAL" clId="{9B24FA50-177C-4B5A-AA10-BF89D194F6B0}" dt="2024-03-05T20:33:45.459" v="847" actId="1037"/>
          <ac:spMkLst>
            <pc:docMk/>
            <pc:sldMk cId="3753178280" sldId="2147474115"/>
            <ac:spMk id="506" creationId="{A56BA048-5B52-D8D3-3339-92D1631BC11F}"/>
          </ac:spMkLst>
        </pc:spChg>
        <pc:spChg chg="add mod">
          <ac:chgData name="Cartwright, Max" userId="4fdaca64-157b-4f34-aebd-58f672b6a20c" providerId="ADAL" clId="{9B24FA50-177C-4B5A-AA10-BF89D194F6B0}" dt="2024-03-05T20:33:45.459" v="847" actId="1037"/>
          <ac:spMkLst>
            <pc:docMk/>
            <pc:sldMk cId="3753178280" sldId="2147474115"/>
            <ac:spMk id="508" creationId="{B4200E81-487B-7B2B-30CC-074F0E650728}"/>
          </ac:spMkLst>
        </pc:spChg>
        <pc:spChg chg="add mod">
          <ac:chgData name="Cartwright, Max" userId="4fdaca64-157b-4f34-aebd-58f672b6a20c" providerId="ADAL" clId="{9B24FA50-177C-4B5A-AA10-BF89D194F6B0}" dt="2024-03-05T20:33:45.459" v="847" actId="1037"/>
          <ac:spMkLst>
            <pc:docMk/>
            <pc:sldMk cId="3753178280" sldId="2147474115"/>
            <ac:spMk id="509" creationId="{F3A1E4FC-901C-65D2-119F-56D22885219E}"/>
          </ac:spMkLst>
        </pc:spChg>
        <pc:spChg chg="add mod">
          <ac:chgData name="Cartwright, Max" userId="4fdaca64-157b-4f34-aebd-58f672b6a20c" providerId="ADAL" clId="{9B24FA50-177C-4B5A-AA10-BF89D194F6B0}" dt="2024-03-05T20:33:45.459" v="847" actId="1037"/>
          <ac:spMkLst>
            <pc:docMk/>
            <pc:sldMk cId="3753178280" sldId="2147474115"/>
            <ac:spMk id="510" creationId="{97596206-5A0D-6FDB-EFAD-EA6B398EF2CC}"/>
          </ac:spMkLst>
        </pc:spChg>
        <pc:spChg chg="add mod">
          <ac:chgData name="Cartwright, Max" userId="4fdaca64-157b-4f34-aebd-58f672b6a20c" providerId="ADAL" clId="{9B24FA50-177C-4B5A-AA10-BF89D194F6B0}" dt="2024-03-05T20:33:45.459" v="847" actId="1037"/>
          <ac:spMkLst>
            <pc:docMk/>
            <pc:sldMk cId="3753178280" sldId="2147474115"/>
            <ac:spMk id="511" creationId="{481D0247-2B23-3097-D040-708C54638A88}"/>
          </ac:spMkLst>
        </pc:spChg>
        <pc:spChg chg="add mod">
          <ac:chgData name="Cartwright, Max" userId="4fdaca64-157b-4f34-aebd-58f672b6a20c" providerId="ADAL" clId="{9B24FA50-177C-4B5A-AA10-BF89D194F6B0}" dt="2024-03-05T20:33:45.459" v="847" actId="1037"/>
          <ac:spMkLst>
            <pc:docMk/>
            <pc:sldMk cId="3753178280" sldId="2147474115"/>
            <ac:spMk id="512" creationId="{F4E71DB4-9AD8-BB1A-6CAE-3DF6A95086EC}"/>
          </ac:spMkLst>
        </pc:spChg>
        <pc:spChg chg="add mod">
          <ac:chgData name="Cartwright, Max" userId="4fdaca64-157b-4f34-aebd-58f672b6a20c" providerId="ADAL" clId="{9B24FA50-177C-4B5A-AA10-BF89D194F6B0}" dt="2024-03-05T20:33:45.459" v="847" actId="1037"/>
          <ac:spMkLst>
            <pc:docMk/>
            <pc:sldMk cId="3753178280" sldId="2147474115"/>
            <ac:spMk id="513" creationId="{5BAC1D4C-EE5D-1890-F6AF-C29C1DA94292}"/>
          </ac:spMkLst>
        </pc:spChg>
        <pc:spChg chg="add mod">
          <ac:chgData name="Cartwright, Max" userId="4fdaca64-157b-4f34-aebd-58f672b6a20c" providerId="ADAL" clId="{9B24FA50-177C-4B5A-AA10-BF89D194F6B0}" dt="2024-03-05T20:33:45.459" v="847" actId="1037"/>
          <ac:spMkLst>
            <pc:docMk/>
            <pc:sldMk cId="3753178280" sldId="2147474115"/>
            <ac:spMk id="514" creationId="{9BE46C50-2C4A-D05D-6251-AD9C46667528}"/>
          </ac:spMkLst>
        </pc:spChg>
        <pc:spChg chg="add mod">
          <ac:chgData name="Cartwright, Max" userId="4fdaca64-157b-4f34-aebd-58f672b6a20c" providerId="ADAL" clId="{9B24FA50-177C-4B5A-AA10-BF89D194F6B0}" dt="2024-03-05T20:33:45.459" v="847" actId="1037"/>
          <ac:spMkLst>
            <pc:docMk/>
            <pc:sldMk cId="3753178280" sldId="2147474115"/>
            <ac:spMk id="515" creationId="{C5DE6AE0-D668-FBF9-1B7E-47A1840504B4}"/>
          </ac:spMkLst>
        </pc:spChg>
        <pc:spChg chg="add mod">
          <ac:chgData name="Cartwright, Max" userId="4fdaca64-157b-4f34-aebd-58f672b6a20c" providerId="ADAL" clId="{9B24FA50-177C-4B5A-AA10-BF89D194F6B0}" dt="2024-03-05T20:33:45.459" v="847" actId="1037"/>
          <ac:spMkLst>
            <pc:docMk/>
            <pc:sldMk cId="3753178280" sldId="2147474115"/>
            <ac:spMk id="516" creationId="{DC05C5F5-C48A-1AD3-AD0D-3D40A1FE7131}"/>
          </ac:spMkLst>
        </pc:spChg>
        <pc:spChg chg="add mod">
          <ac:chgData name="Cartwright, Max" userId="4fdaca64-157b-4f34-aebd-58f672b6a20c" providerId="ADAL" clId="{9B24FA50-177C-4B5A-AA10-BF89D194F6B0}" dt="2024-03-05T20:33:45.459" v="847" actId="1037"/>
          <ac:spMkLst>
            <pc:docMk/>
            <pc:sldMk cId="3753178280" sldId="2147474115"/>
            <ac:spMk id="517" creationId="{115A6A61-781B-00DE-B158-4DC1FD312E58}"/>
          </ac:spMkLst>
        </pc:spChg>
        <pc:spChg chg="add mod">
          <ac:chgData name="Cartwright, Max" userId="4fdaca64-157b-4f34-aebd-58f672b6a20c" providerId="ADAL" clId="{9B24FA50-177C-4B5A-AA10-BF89D194F6B0}" dt="2024-03-05T20:33:45.459" v="847" actId="1037"/>
          <ac:spMkLst>
            <pc:docMk/>
            <pc:sldMk cId="3753178280" sldId="2147474115"/>
            <ac:spMk id="518" creationId="{30F86E4B-9177-F970-D089-0F01E8DB3B65}"/>
          </ac:spMkLst>
        </pc:spChg>
        <pc:spChg chg="add mod">
          <ac:chgData name="Cartwright, Max" userId="4fdaca64-157b-4f34-aebd-58f672b6a20c" providerId="ADAL" clId="{9B24FA50-177C-4B5A-AA10-BF89D194F6B0}" dt="2024-03-05T20:33:45.459" v="847" actId="1037"/>
          <ac:spMkLst>
            <pc:docMk/>
            <pc:sldMk cId="3753178280" sldId="2147474115"/>
            <ac:spMk id="519" creationId="{468B41C3-F697-332B-7A3E-A004F358C196}"/>
          </ac:spMkLst>
        </pc:spChg>
        <pc:spChg chg="add mod">
          <ac:chgData name="Cartwright, Max" userId="4fdaca64-157b-4f34-aebd-58f672b6a20c" providerId="ADAL" clId="{9B24FA50-177C-4B5A-AA10-BF89D194F6B0}" dt="2024-03-05T20:33:45.459" v="847" actId="1037"/>
          <ac:spMkLst>
            <pc:docMk/>
            <pc:sldMk cId="3753178280" sldId="2147474115"/>
            <ac:spMk id="520" creationId="{94F8C2B5-0666-2732-03BB-295AC62D11AC}"/>
          </ac:spMkLst>
        </pc:spChg>
        <pc:spChg chg="add mod">
          <ac:chgData name="Cartwright, Max" userId="4fdaca64-157b-4f34-aebd-58f672b6a20c" providerId="ADAL" clId="{9B24FA50-177C-4B5A-AA10-BF89D194F6B0}" dt="2024-03-05T20:33:45.459" v="847" actId="1037"/>
          <ac:spMkLst>
            <pc:docMk/>
            <pc:sldMk cId="3753178280" sldId="2147474115"/>
            <ac:spMk id="521" creationId="{A505E7AA-73A4-4DB8-2177-7912FE9F4DCC}"/>
          </ac:spMkLst>
        </pc:spChg>
        <pc:spChg chg="add mod">
          <ac:chgData name="Cartwright, Max" userId="4fdaca64-157b-4f34-aebd-58f672b6a20c" providerId="ADAL" clId="{9B24FA50-177C-4B5A-AA10-BF89D194F6B0}" dt="2024-03-05T20:33:45.459" v="847" actId="1037"/>
          <ac:spMkLst>
            <pc:docMk/>
            <pc:sldMk cId="3753178280" sldId="2147474115"/>
            <ac:spMk id="522" creationId="{22DB8F6E-D187-8EF5-295D-29C3BD453C3A}"/>
          </ac:spMkLst>
        </pc:spChg>
        <pc:spChg chg="add mod">
          <ac:chgData name="Cartwright, Max" userId="4fdaca64-157b-4f34-aebd-58f672b6a20c" providerId="ADAL" clId="{9B24FA50-177C-4B5A-AA10-BF89D194F6B0}" dt="2024-03-05T20:33:45.459" v="847" actId="1037"/>
          <ac:spMkLst>
            <pc:docMk/>
            <pc:sldMk cId="3753178280" sldId="2147474115"/>
            <ac:spMk id="523" creationId="{50963CA5-E286-1B91-6C20-5E0A518F4F6D}"/>
          </ac:spMkLst>
        </pc:spChg>
        <pc:spChg chg="add mod">
          <ac:chgData name="Cartwright, Max" userId="4fdaca64-157b-4f34-aebd-58f672b6a20c" providerId="ADAL" clId="{9B24FA50-177C-4B5A-AA10-BF89D194F6B0}" dt="2024-03-05T20:33:45.459" v="847" actId="1037"/>
          <ac:spMkLst>
            <pc:docMk/>
            <pc:sldMk cId="3753178280" sldId="2147474115"/>
            <ac:spMk id="524" creationId="{D0A8557B-08C5-8389-00F3-7E9097B2EFAD}"/>
          </ac:spMkLst>
        </pc:spChg>
        <pc:spChg chg="add mod">
          <ac:chgData name="Cartwright, Max" userId="4fdaca64-157b-4f34-aebd-58f672b6a20c" providerId="ADAL" clId="{9B24FA50-177C-4B5A-AA10-BF89D194F6B0}" dt="2024-03-05T20:33:45.459" v="847" actId="1037"/>
          <ac:spMkLst>
            <pc:docMk/>
            <pc:sldMk cId="3753178280" sldId="2147474115"/>
            <ac:spMk id="525" creationId="{8353C642-F58E-0076-A14F-FE738661F422}"/>
          </ac:spMkLst>
        </pc:spChg>
        <pc:spChg chg="add mod">
          <ac:chgData name="Cartwright, Max" userId="4fdaca64-157b-4f34-aebd-58f672b6a20c" providerId="ADAL" clId="{9B24FA50-177C-4B5A-AA10-BF89D194F6B0}" dt="2024-03-05T20:33:45.459" v="847" actId="1037"/>
          <ac:spMkLst>
            <pc:docMk/>
            <pc:sldMk cId="3753178280" sldId="2147474115"/>
            <ac:spMk id="526" creationId="{68524742-41AA-E7E8-9ED1-0E50E4F99B60}"/>
          </ac:spMkLst>
        </pc:spChg>
        <pc:spChg chg="add mod">
          <ac:chgData name="Cartwright, Max" userId="4fdaca64-157b-4f34-aebd-58f672b6a20c" providerId="ADAL" clId="{9B24FA50-177C-4B5A-AA10-BF89D194F6B0}" dt="2024-03-05T20:33:45.459" v="847" actId="1037"/>
          <ac:spMkLst>
            <pc:docMk/>
            <pc:sldMk cId="3753178280" sldId="2147474115"/>
            <ac:spMk id="527" creationId="{D189ED96-0F23-1DF1-2DA7-A9369D07C759}"/>
          </ac:spMkLst>
        </pc:spChg>
        <pc:spChg chg="add mod">
          <ac:chgData name="Cartwright, Max" userId="4fdaca64-157b-4f34-aebd-58f672b6a20c" providerId="ADAL" clId="{9B24FA50-177C-4B5A-AA10-BF89D194F6B0}" dt="2024-03-05T20:33:45.459" v="847" actId="1037"/>
          <ac:spMkLst>
            <pc:docMk/>
            <pc:sldMk cId="3753178280" sldId="2147474115"/>
            <ac:spMk id="528" creationId="{5AA15B04-8AA0-5F10-3CB2-8F1425E37C0A}"/>
          </ac:spMkLst>
        </pc:spChg>
        <pc:spChg chg="add mod">
          <ac:chgData name="Cartwright, Max" userId="4fdaca64-157b-4f34-aebd-58f672b6a20c" providerId="ADAL" clId="{9B24FA50-177C-4B5A-AA10-BF89D194F6B0}" dt="2024-03-05T20:33:45.459" v="847" actId="1037"/>
          <ac:spMkLst>
            <pc:docMk/>
            <pc:sldMk cId="3753178280" sldId="2147474115"/>
            <ac:spMk id="531" creationId="{2000311E-63B1-B4F6-20F6-313464979293}"/>
          </ac:spMkLst>
        </pc:spChg>
        <pc:spChg chg="add mod">
          <ac:chgData name="Cartwright, Max" userId="4fdaca64-157b-4f34-aebd-58f672b6a20c" providerId="ADAL" clId="{9B24FA50-177C-4B5A-AA10-BF89D194F6B0}" dt="2024-03-05T20:33:45.459" v="847" actId="1037"/>
          <ac:spMkLst>
            <pc:docMk/>
            <pc:sldMk cId="3753178280" sldId="2147474115"/>
            <ac:spMk id="532" creationId="{970E523A-EF13-DE4E-CF4C-BC2C5AB7663E}"/>
          </ac:spMkLst>
        </pc:spChg>
        <pc:spChg chg="add mod">
          <ac:chgData name="Cartwright, Max" userId="4fdaca64-157b-4f34-aebd-58f672b6a20c" providerId="ADAL" clId="{9B24FA50-177C-4B5A-AA10-BF89D194F6B0}" dt="2024-03-05T20:33:45.459" v="847" actId="1037"/>
          <ac:spMkLst>
            <pc:docMk/>
            <pc:sldMk cId="3753178280" sldId="2147474115"/>
            <ac:spMk id="533" creationId="{A726F186-EB61-5909-2CFA-2324396A4E5A}"/>
          </ac:spMkLst>
        </pc:spChg>
        <pc:spChg chg="add mod">
          <ac:chgData name="Cartwright, Max" userId="4fdaca64-157b-4f34-aebd-58f672b6a20c" providerId="ADAL" clId="{9B24FA50-177C-4B5A-AA10-BF89D194F6B0}" dt="2024-03-05T20:33:45.459" v="847" actId="1037"/>
          <ac:spMkLst>
            <pc:docMk/>
            <pc:sldMk cId="3753178280" sldId="2147474115"/>
            <ac:spMk id="534" creationId="{CAE0762E-ABDA-919A-5858-4F72596A3D86}"/>
          </ac:spMkLst>
        </pc:spChg>
        <pc:spChg chg="add mod">
          <ac:chgData name="Cartwright, Max" userId="4fdaca64-157b-4f34-aebd-58f672b6a20c" providerId="ADAL" clId="{9B24FA50-177C-4B5A-AA10-BF89D194F6B0}" dt="2024-03-05T20:33:45.459" v="847" actId="1037"/>
          <ac:spMkLst>
            <pc:docMk/>
            <pc:sldMk cId="3753178280" sldId="2147474115"/>
            <ac:spMk id="535" creationId="{147F0212-4089-9B8E-7E32-EC57247BAC9C}"/>
          </ac:spMkLst>
        </pc:spChg>
        <pc:spChg chg="add mod">
          <ac:chgData name="Cartwright, Max" userId="4fdaca64-157b-4f34-aebd-58f672b6a20c" providerId="ADAL" clId="{9B24FA50-177C-4B5A-AA10-BF89D194F6B0}" dt="2024-03-05T20:33:45.459" v="847" actId="1037"/>
          <ac:spMkLst>
            <pc:docMk/>
            <pc:sldMk cId="3753178280" sldId="2147474115"/>
            <ac:spMk id="536" creationId="{B2BC4E37-51E9-390D-C463-320005ACF0AD}"/>
          </ac:spMkLst>
        </pc:spChg>
        <pc:spChg chg="add mod">
          <ac:chgData name="Cartwright, Max" userId="4fdaca64-157b-4f34-aebd-58f672b6a20c" providerId="ADAL" clId="{9B24FA50-177C-4B5A-AA10-BF89D194F6B0}" dt="2024-03-05T20:33:45.459" v="847" actId="1037"/>
          <ac:spMkLst>
            <pc:docMk/>
            <pc:sldMk cId="3753178280" sldId="2147474115"/>
            <ac:spMk id="537" creationId="{5B88D2C9-1ED5-77A9-E982-9F83F036D4E0}"/>
          </ac:spMkLst>
        </pc:spChg>
        <pc:spChg chg="add mod">
          <ac:chgData name="Cartwright, Max" userId="4fdaca64-157b-4f34-aebd-58f672b6a20c" providerId="ADAL" clId="{9B24FA50-177C-4B5A-AA10-BF89D194F6B0}" dt="2024-03-05T20:33:45.459" v="847" actId="1037"/>
          <ac:spMkLst>
            <pc:docMk/>
            <pc:sldMk cId="3753178280" sldId="2147474115"/>
            <ac:spMk id="538" creationId="{3C46D745-CCB2-22DE-BE73-585CF0A26BE1}"/>
          </ac:spMkLst>
        </pc:spChg>
        <pc:spChg chg="add mod">
          <ac:chgData name="Cartwright, Max" userId="4fdaca64-157b-4f34-aebd-58f672b6a20c" providerId="ADAL" clId="{9B24FA50-177C-4B5A-AA10-BF89D194F6B0}" dt="2024-03-05T20:33:45.459" v="847" actId="1037"/>
          <ac:spMkLst>
            <pc:docMk/>
            <pc:sldMk cId="3753178280" sldId="2147474115"/>
            <ac:spMk id="539" creationId="{8843D91D-B8E1-7622-8301-F7274A8F4BC3}"/>
          </ac:spMkLst>
        </pc:spChg>
        <pc:spChg chg="add mod">
          <ac:chgData name="Cartwright, Max" userId="4fdaca64-157b-4f34-aebd-58f672b6a20c" providerId="ADAL" clId="{9B24FA50-177C-4B5A-AA10-BF89D194F6B0}" dt="2024-03-05T20:33:45.459" v="847" actId="1037"/>
          <ac:spMkLst>
            <pc:docMk/>
            <pc:sldMk cId="3753178280" sldId="2147474115"/>
            <ac:spMk id="540" creationId="{5AC7089B-5951-7E1E-771F-08353D4D4295}"/>
          </ac:spMkLst>
        </pc:spChg>
        <pc:spChg chg="add mod">
          <ac:chgData name="Cartwright, Max" userId="4fdaca64-157b-4f34-aebd-58f672b6a20c" providerId="ADAL" clId="{9B24FA50-177C-4B5A-AA10-BF89D194F6B0}" dt="2024-03-05T20:33:45.459" v="847" actId="1037"/>
          <ac:spMkLst>
            <pc:docMk/>
            <pc:sldMk cId="3753178280" sldId="2147474115"/>
            <ac:spMk id="541" creationId="{E14BB279-12CD-364D-D6AB-123628B18E5E}"/>
          </ac:spMkLst>
        </pc:spChg>
        <pc:spChg chg="add mod">
          <ac:chgData name="Cartwright, Max" userId="4fdaca64-157b-4f34-aebd-58f672b6a20c" providerId="ADAL" clId="{9B24FA50-177C-4B5A-AA10-BF89D194F6B0}" dt="2024-03-05T20:33:45.459" v="847" actId="1037"/>
          <ac:spMkLst>
            <pc:docMk/>
            <pc:sldMk cId="3753178280" sldId="2147474115"/>
            <ac:spMk id="543" creationId="{A9286572-8DED-3851-17CC-81FF64162519}"/>
          </ac:spMkLst>
        </pc:spChg>
        <pc:spChg chg="add mod">
          <ac:chgData name="Cartwright, Max" userId="4fdaca64-157b-4f34-aebd-58f672b6a20c" providerId="ADAL" clId="{9B24FA50-177C-4B5A-AA10-BF89D194F6B0}" dt="2024-03-05T20:33:45.459" v="847" actId="1037"/>
          <ac:spMkLst>
            <pc:docMk/>
            <pc:sldMk cId="3753178280" sldId="2147474115"/>
            <ac:spMk id="544" creationId="{6E75B95B-02B1-0157-77D6-53016864E1F9}"/>
          </ac:spMkLst>
        </pc:spChg>
        <pc:spChg chg="add mod">
          <ac:chgData name="Cartwright, Max" userId="4fdaca64-157b-4f34-aebd-58f672b6a20c" providerId="ADAL" clId="{9B24FA50-177C-4B5A-AA10-BF89D194F6B0}" dt="2024-03-05T20:33:45.459" v="847" actId="1037"/>
          <ac:spMkLst>
            <pc:docMk/>
            <pc:sldMk cId="3753178280" sldId="2147474115"/>
            <ac:spMk id="545" creationId="{84948ABF-6837-E159-F7DF-C00E505BB6F6}"/>
          </ac:spMkLst>
        </pc:spChg>
        <pc:spChg chg="add mod">
          <ac:chgData name="Cartwright, Max" userId="4fdaca64-157b-4f34-aebd-58f672b6a20c" providerId="ADAL" clId="{9B24FA50-177C-4B5A-AA10-BF89D194F6B0}" dt="2024-03-05T20:33:45.459" v="847" actId="1037"/>
          <ac:spMkLst>
            <pc:docMk/>
            <pc:sldMk cId="3753178280" sldId="2147474115"/>
            <ac:spMk id="546" creationId="{BB7201FA-F63D-3D9B-27EF-C102E9CB2D74}"/>
          </ac:spMkLst>
        </pc:spChg>
        <pc:spChg chg="add mod">
          <ac:chgData name="Cartwright, Max" userId="4fdaca64-157b-4f34-aebd-58f672b6a20c" providerId="ADAL" clId="{9B24FA50-177C-4B5A-AA10-BF89D194F6B0}" dt="2024-03-05T20:33:45.459" v="847" actId="1037"/>
          <ac:spMkLst>
            <pc:docMk/>
            <pc:sldMk cId="3753178280" sldId="2147474115"/>
            <ac:spMk id="547" creationId="{26654052-348F-A9EE-F868-89F23471E0FF}"/>
          </ac:spMkLst>
        </pc:spChg>
        <pc:spChg chg="add mod">
          <ac:chgData name="Cartwright, Max" userId="4fdaca64-157b-4f34-aebd-58f672b6a20c" providerId="ADAL" clId="{9B24FA50-177C-4B5A-AA10-BF89D194F6B0}" dt="2024-03-05T20:33:45.459" v="847" actId="1037"/>
          <ac:spMkLst>
            <pc:docMk/>
            <pc:sldMk cId="3753178280" sldId="2147474115"/>
            <ac:spMk id="548" creationId="{C333A6E2-0FC6-2198-C2E7-4D9E2223ACDD}"/>
          </ac:spMkLst>
        </pc:spChg>
        <pc:spChg chg="add mod">
          <ac:chgData name="Cartwright, Max" userId="4fdaca64-157b-4f34-aebd-58f672b6a20c" providerId="ADAL" clId="{9B24FA50-177C-4B5A-AA10-BF89D194F6B0}" dt="2024-03-05T20:33:45.459" v="847" actId="1037"/>
          <ac:spMkLst>
            <pc:docMk/>
            <pc:sldMk cId="3753178280" sldId="2147474115"/>
            <ac:spMk id="549" creationId="{89693B0C-2659-C77E-7475-05409FB2EAC4}"/>
          </ac:spMkLst>
        </pc:spChg>
        <pc:spChg chg="add mod">
          <ac:chgData name="Cartwright, Max" userId="4fdaca64-157b-4f34-aebd-58f672b6a20c" providerId="ADAL" clId="{9B24FA50-177C-4B5A-AA10-BF89D194F6B0}" dt="2024-03-05T20:33:45.459" v="847" actId="1037"/>
          <ac:spMkLst>
            <pc:docMk/>
            <pc:sldMk cId="3753178280" sldId="2147474115"/>
            <ac:spMk id="551" creationId="{09CCB001-5243-760A-26F4-CDD75B9433B2}"/>
          </ac:spMkLst>
        </pc:spChg>
        <pc:spChg chg="add mod">
          <ac:chgData name="Cartwright, Max" userId="4fdaca64-157b-4f34-aebd-58f672b6a20c" providerId="ADAL" clId="{9B24FA50-177C-4B5A-AA10-BF89D194F6B0}" dt="2024-03-05T20:33:45.459" v="847" actId="1037"/>
          <ac:spMkLst>
            <pc:docMk/>
            <pc:sldMk cId="3753178280" sldId="2147474115"/>
            <ac:spMk id="552" creationId="{913F0439-13EF-8195-D531-FD72922BAEAA}"/>
          </ac:spMkLst>
        </pc:spChg>
        <pc:spChg chg="add mod">
          <ac:chgData name="Cartwright, Max" userId="4fdaca64-157b-4f34-aebd-58f672b6a20c" providerId="ADAL" clId="{9B24FA50-177C-4B5A-AA10-BF89D194F6B0}" dt="2024-03-05T20:33:45.459" v="847" actId="1037"/>
          <ac:spMkLst>
            <pc:docMk/>
            <pc:sldMk cId="3753178280" sldId="2147474115"/>
            <ac:spMk id="553" creationId="{753E9F61-6761-F598-42FB-E6A72B8CED39}"/>
          </ac:spMkLst>
        </pc:spChg>
        <pc:spChg chg="add mod">
          <ac:chgData name="Cartwright, Max" userId="4fdaca64-157b-4f34-aebd-58f672b6a20c" providerId="ADAL" clId="{9B24FA50-177C-4B5A-AA10-BF89D194F6B0}" dt="2024-03-05T20:33:45.459" v="847" actId="1037"/>
          <ac:spMkLst>
            <pc:docMk/>
            <pc:sldMk cId="3753178280" sldId="2147474115"/>
            <ac:spMk id="554" creationId="{0DF248CC-31AA-CFD7-0098-F2CF63C6ED7C}"/>
          </ac:spMkLst>
        </pc:spChg>
        <pc:spChg chg="add mod">
          <ac:chgData name="Cartwright, Max" userId="4fdaca64-157b-4f34-aebd-58f672b6a20c" providerId="ADAL" clId="{9B24FA50-177C-4B5A-AA10-BF89D194F6B0}" dt="2024-03-05T20:33:45.459" v="847" actId="1037"/>
          <ac:spMkLst>
            <pc:docMk/>
            <pc:sldMk cId="3753178280" sldId="2147474115"/>
            <ac:spMk id="555" creationId="{50424356-7489-6248-7AA6-174DFD898962}"/>
          </ac:spMkLst>
        </pc:spChg>
        <pc:spChg chg="add mod">
          <ac:chgData name="Cartwright, Max" userId="4fdaca64-157b-4f34-aebd-58f672b6a20c" providerId="ADAL" clId="{9B24FA50-177C-4B5A-AA10-BF89D194F6B0}" dt="2024-03-05T20:33:45.459" v="847" actId="1037"/>
          <ac:spMkLst>
            <pc:docMk/>
            <pc:sldMk cId="3753178280" sldId="2147474115"/>
            <ac:spMk id="556" creationId="{B1B87F6D-DD76-B5CA-6BC6-9732AD5F4601}"/>
          </ac:spMkLst>
        </pc:spChg>
        <pc:spChg chg="add mod">
          <ac:chgData name="Cartwright, Max" userId="4fdaca64-157b-4f34-aebd-58f672b6a20c" providerId="ADAL" clId="{9B24FA50-177C-4B5A-AA10-BF89D194F6B0}" dt="2024-03-05T20:33:45.459" v="847" actId="1037"/>
          <ac:spMkLst>
            <pc:docMk/>
            <pc:sldMk cId="3753178280" sldId="2147474115"/>
            <ac:spMk id="559" creationId="{96AED540-3D3A-17D7-6A2A-879C4E11BBC7}"/>
          </ac:spMkLst>
        </pc:spChg>
        <pc:spChg chg="add mod">
          <ac:chgData name="Cartwright, Max" userId="4fdaca64-157b-4f34-aebd-58f672b6a20c" providerId="ADAL" clId="{9B24FA50-177C-4B5A-AA10-BF89D194F6B0}" dt="2024-03-05T20:33:45.459" v="847" actId="1037"/>
          <ac:spMkLst>
            <pc:docMk/>
            <pc:sldMk cId="3753178280" sldId="2147474115"/>
            <ac:spMk id="560" creationId="{7039D8FB-4FCC-1AA2-155C-4AAB0F420F7F}"/>
          </ac:spMkLst>
        </pc:spChg>
        <pc:spChg chg="add mod">
          <ac:chgData name="Cartwright, Max" userId="4fdaca64-157b-4f34-aebd-58f672b6a20c" providerId="ADAL" clId="{9B24FA50-177C-4B5A-AA10-BF89D194F6B0}" dt="2024-03-05T20:33:45.459" v="847" actId="1037"/>
          <ac:spMkLst>
            <pc:docMk/>
            <pc:sldMk cId="3753178280" sldId="2147474115"/>
            <ac:spMk id="561" creationId="{73D758C6-C924-7118-A2F8-B191ABAE6307}"/>
          </ac:spMkLst>
        </pc:spChg>
        <pc:spChg chg="add mod">
          <ac:chgData name="Cartwright, Max" userId="4fdaca64-157b-4f34-aebd-58f672b6a20c" providerId="ADAL" clId="{9B24FA50-177C-4B5A-AA10-BF89D194F6B0}" dt="2024-03-05T20:33:45.459" v="847" actId="1037"/>
          <ac:spMkLst>
            <pc:docMk/>
            <pc:sldMk cId="3753178280" sldId="2147474115"/>
            <ac:spMk id="562" creationId="{39243ED9-A1D7-D13B-5A8B-ADAF9ABBBF86}"/>
          </ac:spMkLst>
        </pc:spChg>
        <pc:spChg chg="add mod">
          <ac:chgData name="Cartwright, Max" userId="4fdaca64-157b-4f34-aebd-58f672b6a20c" providerId="ADAL" clId="{9B24FA50-177C-4B5A-AA10-BF89D194F6B0}" dt="2024-03-05T20:33:45.459" v="847" actId="1037"/>
          <ac:spMkLst>
            <pc:docMk/>
            <pc:sldMk cId="3753178280" sldId="2147474115"/>
            <ac:spMk id="563" creationId="{472C7F76-066E-4F27-28C6-F6B2A784409B}"/>
          </ac:spMkLst>
        </pc:spChg>
        <pc:spChg chg="add mod">
          <ac:chgData name="Cartwright, Max" userId="4fdaca64-157b-4f34-aebd-58f672b6a20c" providerId="ADAL" clId="{9B24FA50-177C-4B5A-AA10-BF89D194F6B0}" dt="2024-03-05T20:33:45.459" v="847" actId="1037"/>
          <ac:spMkLst>
            <pc:docMk/>
            <pc:sldMk cId="3753178280" sldId="2147474115"/>
            <ac:spMk id="564" creationId="{212552CB-69AC-987A-4701-F03858D48449}"/>
          </ac:spMkLst>
        </pc:spChg>
        <pc:spChg chg="add mod">
          <ac:chgData name="Cartwright, Max" userId="4fdaca64-157b-4f34-aebd-58f672b6a20c" providerId="ADAL" clId="{9B24FA50-177C-4B5A-AA10-BF89D194F6B0}" dt="2024-03-05T20:33:45.459" v="847" actId="1037"/>
          <ac:spMkLst>
            <pc:docMk/>
            <pc:sldMk cId="3753178280" sldId="2147474115"/>
            <ac:spMk id="565" creationId="{46D39E27-DC95-2D1C-68D2-DB1E507C115F}"/>
          </ac:spMkLst>
        </pc:spChg>
        <pc:spChg chg="add mod">
          <ac:chgData name="Cartwright, Max" userId="4fdaca64-157b-4f34-aebd-58f672b6a20c" providerId="ADAL" clId="{9B24FA50-177C-4B5A-AA10-BF89D194F6B0}" dt="2024-03-05T20:33:45.459" v="847" actId="1037"/>
          <ac:spMkLst>
            <pc:docMk/>
            <pc:sldMk cId="3753178280" sldId="2147474115"/>
            <ac:spMk id="566" creationId="{E42D11C2-238B-8959-3830-FB3A71D1CB90}"/>
          </ac:spMkLst>
        </pc:spChg>
        <pc:spChg chg="add mod">
          <ac:chgData name="Cartwright, Max" userId="4fdaca64-157b-4f34-aebd-58f672b6a20c" providerId="ADAL" clId="{9B24FA50-177C-4B5A-AA10-BF89D194F6B0}" dt="2024-03-05T20:33:45.459" v="847" actId="1037"/>
          <ac:spMkLst>
            <pc:docMk/>
            <pc:sldMk cId="3753178280" sldId="2147474115"/>
            <ac:spMk id="567" creationId="{47675E72-A0D7-7AC5-860C-ABE711F28C1B}"/>
          </ac:spMkLst>
        </pc:spChg>
        <pc:spChg chg="add mod">
          <ac:chgData name="Cartwright, Max" userId="4fdaca64-157b-4f34-aebd-58f672b6a20c" providerId="ADAL" clId="{9B24FA50-177C-4B5A-AA10-BF89D194F6B0}" dt="2024-03-05T20:33:45.459" v="847" actId="1037"/>
          <ac:spMkLst>
            <pc:docMk/>
            <pc:sldMk cId="3753178280" sldId="2147474115"/>
            <ac:spMk id="568" creationId="{82538010-5E19-FC0E-9BE6-F786B8AE416E}"/>
          </ac:spMkLst>
        </pc:spChg>
        <pc:spChg chg="add mod">
          <ac:chgData name="Cartwright, Max" userId="4fdaca64-157b-4f34-aebd-58f672b6a20c" providerId="ADAL" clId="{9B24FA50-177C-4B5A-AA10-BF89D194F6B0}" dt="2024-03-05T20:33:45.459" v="847" actId="1037"/>
          <ac:spMkLst>
            <pc:docMk/>
            <pc:sldMk cId="3753178280" sldId="2147474115"/>
            <ac:spMk id="569" creationId="{696406C9-1C72-E4A9-6986-40A247004A0A}"/>
          </ac:spMkLst>
        </pc:spChg>
        <pc:grpChg chg="add del mod">
          <ac:chgData name="Cartwright, Max" userId="4fdaca64-157b-4f34-aebd-58f672b6a20c" providerId="ADAL" clId="{9B24FA50-177C-4B5A-AA10-BF89D194F6B0}" dt="2024-03-05T20:33:22.218" v="837"/>
          <ac:grpSpMkLst>
            <pc:docMk/>
            <pc:sldMk cId="3753178280" sldId="2147474115"/>
            <ac:grpSpMk id="30" creationId="{E8940C9B-9478-8047-05FC-C78DDE4CF29C}"/>
          </ac:grpSpMkLst>
        </pc:grpChg>
        <pc:grpChg chg="add del mod">
          <ac:chgData name="Cartwright, Max" userId="4fdaca64-157b-4f34-aebd-58f672b6a20c" providerId="ADAL" clId="{9B24FA50-177C-4B5A-AA10-BF89D194F6B0}" dt="2024-03-05T20:33:22.218" v="837"/>
          <ac:grpSpMkLst>
            <pc:docMk/>
            <pc:sldMk cId="3753178280" sldId="2147474115"/>
            <ac:grpSpMk id="200" creationId="{80F8BBE6-2D3E-4B80-1C0C-06F6608CA7E1}"/>
          </ac:grpSpMkLst>
        </pc:grpChg>
        <pc:grpChg chg="add del mod">
          <ac:chgData name="Cartwright, Max" userId="4fdaca64-157b-4f34-aebd-58f672b6a20c" providerId="ADAL" clId="{9B24FA50-177C-4B5A-AA10-BF89D194F6B0}" dt="2024-03-05T20:33:22.218" v="837"/>
          <ac:grpSpMkLst>
            <pc:docMk/>
            <pc:sldMk cId="3753178280" sldId="2147474115"/>
            <ac:grpSpMk id="203" creationId="{8D44EE6E-D19D-1ED4-6164-DE74FD9B12DD}"/>
          </ac:grpSpMkLst>
        </pc:grpChg>
        <pc:grpChg chg="add del mod">
          <ac:chgData name="Cartwright, Max" userId="4fdaca64-157b-4f34-aebd-58f672b6a20c" providerId="ADAL" clId="{9B24FA50-177C-4B5A-AA10-BF89D194F6B0}" dt="2024-03-05T20:33:22.218" v="837"/>
          <ac:grpSpMkLst>
            <pc:docMk/>
            <pc:sldMk cId="3753178280" sldId="2147474115"/>
            <ac:grpSpMk id="257" creationId="{85241B4C-3B6E-F9E4-4E30-4F46C4EF7267}"/>
          </ac:grpSpMkLst>
        </pc:grpChg>
        <pc:grpChg chg="add mod">
          <ac:chgData name="Cartwright, Max" userId="4fdaca64-157b-4f34-aebd-58f672b6a20c" providerId="ADAL" clId="{9B24FA50-177C-4B5A-AA10-BF89D194F6B0}" dt="2024-03-05T20:33:45.459" v="847" actId="1037"/>
          <ac:grpSpMkLst>
            <pc:docMk/>
            <pc:sldMk cId="3753178280" sldId="2147474115"/>
            <ac:grpSpMk id="393" creationId="{CB9F8139-A3D9-4329-74C6-6256EF2963A4}"/>
          </ac:grpSpMkLst>
        </pc:grpChg>
        <pc:grpChg chg="add mod">
          <ac:chgData name="Cartwright, Max" userId="4fdaca64-157b-4f34-aebd-58f672b6a20c" providerId="ADAL" clId="{9B24FA50-177C-4B5A-AA10-BF89D194F6B0}" dt="2024-03-05T20:33:45.459" v="847" actId="1037"/>
          <ac:grpSpMkLst>
            <pc:docMk/>
            <pc:sldMk cId="3753178280" sldId="2147474115"/>
            <ac:grpSpMk id="403" creationId="{5C899C15-3BEE-A130-F05E-98508DFBD76A}"/>
          </ac:grpSpMkLst>
        </pc:grpChg>
        <pc:grpChg chg="add mod">
          <ac:chgData name="Cartwright, Max" userId="4fdaca64-157b-4f34-aebd-58f672b6a20c" providerId="ADAL" clId="{9B24FA50-177C-4B5A-AA10-BF89D194F6B0}" dt="2024-03-05T20:33:45.459" v="847" actId="1037"/>
          <ac:grpSpMkLst>
            <pc:docMk/>
            <pc:sldMk cId="3753178280" sldId="2147474115"/>
            <ac:grpSpMk id="406" creationId="{A3766647-03C5-C689-26BE-9F495ADAB99B}"/>
          </ac:grpSpMkLst>
        </pc:grpChg>
        <pc:grpChg chg="add mod">
          <ac:chgData name="Cartwright, Max" userId="4fdaca64-157b-4f34-aebd-58f672b6a20c" providerId="ADAL" clId="{9B24FA50-177C-4B5A-AA10-BF89D194F6B0}" dt="2024-03-05T20:33:45.459" v="847" actId="1037"/>
          <ac:grpSpMkLst>
            <pc:docMk/>
            <pc:sldMk cId="3753178280" sldId="2147474115"/>
            <ac:grpSpMk id="459" creationId="{CD0DB756-0009-CF7D-7FA4-F18CE4BBEBF2}"/>
          </ac:grpSpMkLst>
        </pc:grpChg>
        <pc:picChg chg="add del mod">
          <ac:chgData name="Cartwright, Max" userId="4fdaca64-157b-4f34-aebd-58f672b6a20c" providerId="ADAL" clId="{9B24FA50-177C-4B5A-AA10-BF89D194F6B0}" dt="2024-03-05T20:33:22.218" v="837"/>
          <ac:picMkLst>
            <pc:docMk/>
            <pc:sldMk cId="3753178280" sldId="2147474115"/>
            <ac:picMk id="217" creationId="{ECE88112-46F5-BAFC-8706-FB2926590784}"/>
          </ac:picMkLst>
        </pc:picChg>
        <pc:picChg chg="add del mod">
          <ac:chgData name="Cartwright, Max" userId="4fdaca64-157b-4f34-aebd-58f672b6a20c" providerId="ADAL" clId="{9B24FA50-177C-4B5A-AA10-BF89D194F6B0}" dt="2024-03-05T20:33:22.218" v="837"/>
          <ac:picMkLst>
            <pc:docMk/>
            <pc:sldMk cId="3753178280" sldId="2147474115"/>
            <ac:picMk id="218" creationId="{B96BD80F-C690-FD40-94FB-B465E19D515A}"/>
          </ac:picMkLst>
        </pc:picChg>
        <pc:picChg chg="add del mod">
          <ac:chgData name="Cartwright, Max" userId="4fdaca64-157b-4f34-aebd-58f672b6a20c" providerId="ADAL" clId="{9B24FA50-177C-4B5A-AA10-BF89D194F6B0}" dt="2024-03-05T20:33:22.218" v="837"/>
          <ac:picMkLst>
            <pc:docMk/>
            <pc:sldMk cId="3753178280" sldId="2147474115"/>
            <ac:picMk id="219" creationId="{1F2C35E1-17CD-06FA-25DF-09AFFBB0621F}"/>
          </ac:picMkLst>
        </pc:picChg>
        <pc:picChg chg="add del mod">
          <ac:chgData name="Cartwright, Max" userId="4fdaca64-157b-4f34-aebd-58f672b6a20c" providerId="ADAL" clId="{9B24FA50-177C-4B5A-AA10-BF89D194F6B0}" dt="2024-03-05T20:33:22.218" v="837"/>
          <ac:picMkLst>
            <pc:docMk/>
            <pc:sldMk cId="3753178280" sldId="2147474115"/>
            <ac:picMk id="220" creationId="{C7D20421-80C3-9EF6-E1C0-A9CD6FA385A8}"/>
          </ac:picMkLst>
        </pc:picChg>
        <pc:picChg chg="add del mod">
          <ac:chgData name="Cartwright, Max" userId="4fdaca64-157b-4f34-aebd-58f672b6a20c" providerId="ADAL" clId="{9B24FA50-177C-4B5A-AA10-BF89D194F6B0}" dt="2024-03-05T20:33:22.218" v="837"/>
          <ac:picMkLst>
            <pc:docMk/>
            <pc:sldMk cId="3753178280" sldId="2147474115"/>
            <ac:picMk id="221" creationId="{3DB3BB3C-CB15-00D9-346F-73E158437A1C}"/>
          </ac:picMkLst>
        </pc:picChg>
        <pc:picChg chg="add del mod">
          <ac:chgData name="Cartwright, Max" userId="4fdaca64-157b-4f34-aebd-58f672b6a20c" providerId="ADAL" clId="{9B24FA50-177C-4B5A-AA10-BF89D194F6B0}" dt="2024-03-05T20:33:22.218" v="837"/>
          <ac:picMkLst>
            <pc:docMk/>
            <pc:sldMk cId="3753178280" sldId="2147474115"/>
            <ac:picMk id="222" creationId="{8E192B2F-7468-B5C1-5419-88FFB2EF39E2}"/>
          </ac:picMkLst>
        </pc:picChg>
        <pc:picChg chg="add del mod">
          <ac:chgData name="Cartwright, Max" userId="4fdaca64-157b-4f34-aebd-58f672b6a20c" providerId="ADAL" clId="{9B24FA50-177C-4B5A-AA10-BF89D194F6B0}" dt="2024-03-05T20:33:22.218" v="837"/>
          <ac:picMkLst>
            <pc:docMk/>
            <pc:sldMk cId="3753178280" sldId="2147474115"/>
            <ac:picMk id="223" creationId="{DBDD39A4-ACB7-4CAB-1EAF-ED7C6DD2540D}"/>
          </ac:picMkLst>
        </pc:picChg>
        <pc:picChg chg="add del mod">
          <ac:chgData name="Cartwright, Max" userId="4fdaca64-157b-4f34-aebd-58f672b6a20c" providerId="ADAL" clId="{9B24FA50-177C-4B5A-AA10-BF89D194F6B0}" dt="2024-03-05T20:33:22.218" v="837"/>
          <ac:picMkLst>
            <pc:docMk/>
            <pc:sldMk cId="3753178280" sldId="2147474115"/>
            <ac:picMk id="224" creationId="{4D5C984C-3AE2-0BF9-8C2E-E3E19248D56B}"/>
          </ac:picMkLst>
        </pc:picChg>
        <pc:picChg chg="add del mod">
          <ac:chgData name="Cartwright, Max" userId="4fdaca64-157b-4f34-aebd-58f672b6a20c" providerId="ADAL" clId="{9B24FA50-177C-4B5A-AA10-BF89D194F6B0}" dt="2024-03-05T20:33:22.218" v="837"/>
          <ac:picMkLst>
            <pc:docMk/>
            <pc:sldMk cId="3753178280" sldId="2147474115"/>
            <ac:picMk id="225" creationId="{9CB572A1-91CB-E1CE-2F77-E95C5F4B56AC}"/>
          </ac:picMkLst>
        </pc:picChg>
        <pc:picChg chg="add del mod">
          <ac:chgData name="Cartwright, Max" userId="4fdaca64-157b-4f34-aebd-58f672b6a20c" providerId="ADAL" clId="{9B24FA50-177C-4B5A-AA10-BF89D194F6B0}" dt="2024-03-05T20:33:22.218" v="837"/>
          <ac:picMkLst>
            <pc:docMk/>
            <pc:sldMk cId="3753178280" sldId="2147474115"/>
            <ac:picMk id="226" creationId="{5C7FDD61-35D4-B170-66E4-1395A579505F}"/>
          </ac:picMkLst>
        </pc:picChg>
        <pc:picChg chg="add del mod">
          <ac:chgData name="Cartwright, Max" userId="4fdaca64-157b-4f34-aebd-58f672b6a20c" providerId="ADAL" clId="{9B24FA50-177C-4B5A-AA10-BF89D194F6B0}" dt="2024-03-05T20:33:22.218" v="837"/>
          <ac:picMkLst>
            <pc:docMk/>
            <pc:sldMk cId="3753178280" sldId="2147474115"/>
            <ac:picMk id="227" creationId="{6F1804BA-4B60-DBB6-55BE-FE33F5FEB1B2}"/>
          </ac:picMkLst>
        </pc:picChg>
        <pc:picChg chg="add del mod">
          <ac:chgData name="Cartwright, Max" userId="4fdaca64-157b-4f34-aebd-58f672b6a20c" providerId="ADAL" clId="{9B24FA50-177C-4B5A-AA10-BF89D194F6B0}" dt="2024-03-05T20:33:22.218" v="837"/>
          <ac:picMkLst>
            <pc:docMk/>
            <pc:sldMk cId="3753178280" sldId="2147474115"/>
            <ac:picMk id="228" creationId="{33D36F31-B5DB-E1D2-2568-5E5A13D6538C}"/>
          </ac:picMkLst>
        </pc:picChg>
        <pc:picChg chg="add del mod">
          <ac:chgData name="Cartwright, Max" userId="4fdaca64-157b-4f34-aebd-58f672b6a20c" providerId="ADAL" clId="{9B24FA50-177C-4B5A-AA10-BF89D194F6B0}" dt="2024-03-05T20:33:22.218" v="837"/>
          <ac:picMkLst>
            <pc:docMk/>
            <pc:sldMk cId="3753178280" sldId="2147474115"/>
            <ac:picMk id="229" creationId="{FC7943F8-1AF7-D7A1-BBB4-82E08FCEBA6D}"/>
          </ac:picMkLst>
        </pc:picChg>
        <pc:picChg chg="add del mod">
          <ac:chgData name="Cartwright, Max" userId="4fdaca64-157b-4f34-aebd-58f672b6a20c" providerId="ADAL" clId="{9B24FA50-177C-4B5A-AA10-BF89D194F6B0}" dt="2024-03-05T20:33:22.218" v="837"/>
          <ac:picMkLst>
            <pc:docMk/>
            <pc:sldMk cId="3753178280" sldId="2147474115"/>
            <ac:picMk id="230" creationId="{AED1A23B-1C12-67C5-2A97-609F7A3247A4}"/>
          </ac:picMkLst>
        </pc:picChg>
        <pc:picChg chg="add del mod">
          <ac:chgData name="Cartwright, Max" userId="4fdaca64-157b-4f34-aebd-58f672b6a20c" providerId="ADAL" clId="{9B24FA50-177C-4B5A-AA10-BF89D194F6B0}" dt="2024-03-05T20:33:22.218" v="837"/>
          <ac:picMkLst>
            <pc:docMk/>
            <pc:sldMk cId="3753178280" sldId="2147474115"/>
            <ac:picMk id="231" creationId="{D499762C-DAB2-2177-FCD8-B6129081EBB5}"/>
          </ac:picMkLst>
        </pc:picChg>
        <pc:picChg chg="add del mod">
          <ac:chgData name="Cartwright, Max" userId="4fdaca64-157b-4f34-aebd-58f672b6a20c" providerId="ADAL" clId="{9B24FA50-177C-4B5A-AA10-BF89D194F6B0}" dt="2024-03-05T20:33:22.218" v="837"/>
          <ac:picMkLst>
            <pc:docMk/>
            <pc:sldMk cId="3753178280" sldId="2147474115"/>
            <ac:picMk id="232" creationId="{9ED8A0B7-6E41-2A40-4786-A0387FCC3D96}"/>
          </ac:picMkLst>
        </pc:picChg>
        <pc:picChg chg="add del mod">
          <ac:chgData name="Cartwright, Max" userId="4fdaca64-157b-4f34-aebd-58f672b6a20c" providerId="ADAL" clId="{9B24FA50-177C-4B5A-AA10-BF89D194F6B0}" dt="2024-03-05T20:33:22.218" v="837"/>
          <ac:picMkLst>
            <pc:docMk/>
            <pc:sldMk cId="3753178280" sldId="2147474115"/>
            <ac:picMk id="233" creationId="{67847C8C-C012-CFEC-F940-C55D923392B9}"/>
          </ac:picMkLst>
        </pc:picChg>
        <pc:picChg chg="add del mod">
          <ac:chgData name="Cartwright, Max" userId="4fdaca64-157b-4f34-aebd-58f672b6a20c" providerId="ADAL" clId="{9B24FA50-177C-4B5A-AA10-BF89D194F6B0}" dt="2024-03-05T20:33:22.218" v="837"/>
          <ac:picMkLst>
            <pc:docMk/>
            <pc:sldMk cId="3753178280" sldId="2147474115"/>
            <ac:picMk id="234" creationId="{11039E94-7048-3CD4-DEBC-DA5304F32615}"/>
          </ac:picMkLst>
        </pc:picChg>
        <pc:picChg chg="add del mod">
          <ac:chgData name="Cartwright, Max" userId="4fdaca64-157b-4f34-aebd-58f672b6a20c" providerId="ADAL" clId="{9B24FA50-177C-4B5A-AA10-BF89D194F6B0}" dt="2024-03-05T20:33:22.218" v="837"/>
          <ac:picMkLst>
            <pc:docMk/>
            <pc:sldMk cId="3753178280" sldId="2147474115"/>
            <ac:picMk id="237" creationId="{8C869FD7-1A72-4DA2-008F-A760C5264BF5}"/>
          </ac:picMkLst>
        </pc:picChg>
        <pc:picChg chg="add del mod">
          <ac:chgData name="Cartwright, Max" userId="4fdaca64-157b-4f34-aebd-58f672b6a20c" providerId="ADAL" clId="{9B24FA50-177C-4B5A-AA10-BF89D194F6B0}" dt="2024-03-05T20:33:22.218" v="837"/>
          <ac:picMkLst>
            <pc:docMk/>
            <pc:sldMk cId="3753178280" sldId="2147474115"/>
            <ac:picMk id="238" creationId="{2F7D6EF4-52B6-E7A9-2BF1-BD9881106797}"/>
          </ac:picMkLst>
        </pc:picChg>
        <pc:picChg chg="add del mod">
          <ac:chgData name="Cartwright, Max" userId="4fdaca64-157b-4f34-aebd-58f672b6a20c" providerId="ADAL" clId="{9B24FA50-177C-4B5A-AA10-BF89D194F6B0}" dt="2024-03-05T20:33:22.218" v="837"/>
          <ac:picMkLst>
            <pc:docMk/>
            <pc:sldMk cId="3753178280" sldId="2147474115"/>
            <ac:picMk id="239" creationId="{1B6FDB64-07A5-AD6D-FF87-D552C26246AA}"/>
          </ac:picMkLst>
        </pc:picChg>
        <pc:picChg chg="add del mod">
          <ac:chgData name="Cartwright, Max" userId="4fdaca64-157b-4f34-aebd-58f672b6a20c" providerId="ADAL" clId="{9B24FA50-177C-4B5A-AA10-BF89D194F6B0}" dt="2024-03-05T20:33:22.218" v="837"/>
          <ac:picMkLst>
            <pc:docMk/>
            <pc:sldMk cId="3753178280" sldId="2147474115"/>
            <ac:picMk id="240" creationId="{1BD877F4-81B3-6E78-EB11-7E02309773CD}"/>
          </ac:picMkLst>
        </pc:picChg>
        <pc:picChg chg="add del mod">
          <ac:chgData name="Cartwright, Max" userId="4fdaca64-157b-4f34-aebd-58f672b6a20c" providerId="ADAL" clId="{9B24FA50-177C-4B5A-AA10-BF89D194F6B0}" dt="2024-03-05T20:33:22.218" v="837"/>
          <ac:picMkLst>
            <pc:docMk/>
            <pc:sldMk cId="3753178280" sldId="2147474115"/>
            <ac:picMk id="241" creationId="{3484AE3D-90E6-0D3B-915A-C36F73533D0E}"/>
          </ac:picMkLst>
        </pc:picChg>
        <pc:picChg chg="add del mod">
          <ac:chgData name="Cartwright, Max" userId="4fdaca64-157b-4f34-aebd-58f672b6a20c" providerId="ADAL" clId="{9B24FA50-177C-4B5A-AA10-BF89D194F6B0}" dt="2024-03-05T20:33:22.218" v="837"/>
          <ac:picMkLst>
            <pc:docMk/>
            <pc:sldMk cId="3753178280" sldId="2147474115"/>
            <ac:picMk id="242" creationId="{76B36002-04BD-D472-11C6-FCB7279E6105}"/>
          </ac:picMkLst>
        </pc:picChg>
        <pc:picChg chg="add del mod">
          <ac:chgData name="Cartwright, Max" userId="4fdaca64-157b-4f34-aebd-58f672b6a20c" providerId="ADAL" clId="{9B24FA50-177C-4B5A-AA10-BF89D194F6B0}" dt="2024-03-05T20:33:22.218" v="837"/>
          <ac:picMkLst>
            <pc:docMk/>
            <pc:sldMk cId="3753178280" sldId="2147474115"/>
            <ac:picMk id="243" creationId="{47CAFE45-CB3E-1DD2-DC40-D957028AF824}"/>
          </ac:picMkLst>
        </pc:picChg>
        <pc:picChg chg="add del mod">
          <ac:chgData name="Cartwright, Max" userId="4fdaca64-157b-4f34-aebd-58f672b6a20c" providerId="ADAL" clId="{9B24FA50-177C-4B5A-AA10-BF89D194F6B0}" dt="2024-03-05T20:33:22.218" v="837"/>
          <ac:picMkLst>
            <pc:docMk/>
            <pc:sldMk cId="3753178280" sldId="2147474115"/>
            <ac:picMk id="244" creationId="{8DFF573F-1CC9-2B4C-B479-31EC89D9863C}"/>
          </ac:picMkLst>
        </pc:picChg>
        <pc:picChg chg="add del mod">
          <ac:chgData name="Cartwright, Max" userId="4fdaca64-157b-4f34-aebd-58f672b6a20c" providerId="ADAL" clId="{9B24FA50-177C-4B5A-AA10-BF89D194F6B0}" dt="2024-03-05T20:33:22.218" v="837"/>
          <ac:picMkLst>
            <pc:docMk/>
            <pc:sldMk cId="3753178280" sldId="2147474115"/>
            <ac:picMk id="245" creationId="{2B5220D2-0D08-83DE-4530-684F6CB7E806}"/>
          </ac:picMkLst>
        </pc:picChg>
        <pc:picChg chg="add del mod">
          <ac:chgData name="Cartwright, Max" userId="4fdaca64-157b-4f34-aebd-58f672b6a20c" providerId="ADAL" clId="{9B24FA50-177C-4B5A-AA10-BF89D194F6B0}" dt="2024-03-05T20:33:22.218" v="837"/>
          <ac:picMkLst>
            <pc:docMk/>
            <pc:sldMk cId="3753178280" sldId="2147474115"/>
            <ac:picMk id="246" creationId="{6E3FE422-F22E-5D3F-8702-44E7E621AEB5}"/>
          </ac:picMkLst>
        </pc:picChg>
        <pc:picChg chg="add del mod">
          <ac:chgData name="Cartwright, Max" userId="4fdaca64-157b-4f34-aebd-58f672b6a20c" providerId="ADAL" clId="{9B24FA50-177C-4B5A-AA10-BF89D194F6B0}" dt="2024-03-05T20:33:22.218" v="837"/>
          <ac:picMkLst>
            <pc:docMk/>
            <pc:sldMk cId="3753178280" sldId="2147474115"/>
            <ac:picMk id="247" creationId="{39F876A3-04FE-49AE-C806-8048557AD5A0}"/>
          </ac:picMkLst>
        </pc:picChg>
        <pc:picChg chg="add del mod">
          <ac:chgData name="Cartwright, Max" userId="4fdaca64-157b-4f34-aebd-58f672b6a20c" providerId="ADAL" clId="{9B24FA50-177C-4B5A-AA10-BF89D194F6B0}" dt="2024-03-05T20:33:22.218" v="837"/>
          <ac:picMkLst>
            <pc:docMk/>
            <pc:sldMk cId="3753178280" sldId="2147474115"/>
            <ac:picMk id="248" creationId="{26E4E9E9-2DE4-740E-40A4-A06CA0FB4500}"/>
          </ac:picMkLst>
        </pc:picChg>
        <pc:picChg chg="add del mod">
          <ac:chgData name="Cartwright, Max" userId="4fdaca64-157b-4f34-aebd-58f672b6a20c" providerId="ADAL" clId="{9B24FA50-177C-4B5A-AA10-BF89D194F6B0}" dt="2024-03-05T20:33:22.218" v="837"/>
          <ac:picMkLst>
            <pc:docMk/>
            <pc:sldMk cId="3753178280" sldId="2147474115"/>
            <ac:picMk id="249" creationId="{FC55E8C2-C8CA-55E5-1E25-CA4558EF5C65}"/>
          </ac:picMkLst>
        </pc:picChg>
        <pc:picChg chg="add del mod">
          <ac:chgData name="Cartwright, Max" userId="4fdaca64-157b-4f34-aebd-58f672b6a20c" providerId="ADAL" clId="{9B24FA50-177C-4B5A-AA10-BF89D194F6B0}" dt="2024-03-05T20:33:22.218" v="837"/>
          <ac:picMkLst>
            <pc:docMk/>
            <pc:sldMk cId="3753178280" sldId="2147474115"/>
            <ac:picMk id="250" creationId="{E05D423F-A33C-8B0A-46B7-6963AC08FE39}"/>
          </ac:picMkLst>
        </pc:picChg>
        <pc:picChg chg="add del mod">
          <ac:chgData name="Cartwright, Max" userId="4fdaca64-157b-4f34-aebd-58f672b6a20c" providerId="ADAL" clId="{9B24FA50-177C-4B5A-AA10-BF89D194F6B0}" dt="2024-03-05T20:33:22.218" v="837"/>
          <ac:picMkLst>
            <pc:docMk/>
            <pc:sldMk cId="3753178280" sldId="2147474115"/>
            <ac:picMk id="305" creationId="{EF0345A5-999C-4C90-6718-599005D8AA1A}"/>
          </ac:picMkLst>
        </pc:picChg>
        <pc:picChg chg="add mod">
          <ac:chgData name="Cartwright, Max" userId="4fdaca64-157b-4f34-aebd-58f672b6a20c" providerId="ADAL" clId="{9B24FA50-177C-4B5A-AA10-BF89D194F6B0}" dt="2024-03-05T20:33:45.459" v="847" actId="1037"/>
          <ac:picMkLst>
            <pc:docMk/>
            <pc:sldMk cId="3753178280" sldId="2147474115"/>
            <ac:picMk id="419" creationId="{E1CA28D0-280D-2D68-7EE9-7ABA0911F1E5}"/>
          </ac:picMkLst>
        </pc:picChg>
        <pc:picChg chg="add mod">
          <ac:chgData name="Cartwright, Max" userId="4fdaca64-157b-4f34-aebd-58f672b6a20c" providerId="ADAL" clId="{9B24FA50-177C-4B5A-AA10-BF89D194F6B0}" dt="2024-03-05T20:33:45.459" v="847" actId="1037"/>
          <ac:picMkLst>
            <pc:docMk/>
            <pc:sldMk cId="3753178280" sldId="2147474115"/>
            <ac:picMk id="420" creationId="{17449AD2-1A4F-3DE0-963E-8F45233B0D34}"/>
          </ac:picMkLst>
        </pc:picChg>
        <pc:picChg chg="add mod">
          <ac:chgData name="Cartwright, Max" userId="4fdaca64-157b-4f34-aebd-58f672b6a20c" providerId="ADAL" clId="{9B24FA50-177C-4B5A-AA10-BF89D194F6B0}" dt="2024-03-05T20:33:45.459" v="847" actId="1037"/>
          <ac:picMkLst>
            <pc:docMk/>
            <pc:sldMk cId="3753178280" sldId="2147474115"/>
            <ac:picMk id="421" creationId="{80659222-CF5F-E861-D7D3-CDBE028BA5B1}"/>
          </ac:picMkLst>
        </pc:picChg>
        <pc:picChg chg="add mod">
          <ac:chgData name="Cartwright, Max" userId="4fdaca64-157b-4f34-aebd-58f672b6a20c" providerId="ADAL" clId="{9B24FA50-177C-4B5A-AA10-BF89D194F6B0}" dt="2024-03-05T20:33:45.459" v="847" actId="1037"/>
          <ac:picMkLst>
            <pc:docMk/>
            <pc:sldMk cId="3753178280" sldId="2147474115"/>
            <ac:picMk id="422" creationId="{A9692DFB-5D56-EE0E-B3D8-9D54342D9BF0}"/>
          </ac:picMkLst>
        </pc:picChg>
        <pc:picChg chg="add mod">
          <ac:chgData name="Cartwright, Max" userId="4fdaca64-157b-4f34-aebd-58f672b6a20c" providerId="ADAL" clId="{9B24FA50-177C-4B5A-AA10-BF89D194F6B0}" dt="2024-03-05T20:33:45.459" v="847" actId="1037"/>
          <ac:picMkLst>
            <pc:docMk/>
            <pc:sldMk cId="3753178280" sldId="2147474115"/>
            <ac:picMk id="423" creationId="{1FEBEDEA-E439-C833-7331-33B885DC4BC9}"/>
          </ac:picMkLst>
        </pc:picChg>
        <pc:picChg chg="add mod">
          <ac:chgData name="Cartwright, Max" userId="4fdaca64-157b-4f34-aebd-58f672b6a20c" providerId="ADAL" clId="{9B24FA50-177C-4B5A-AA10-BF89D194F6B0}" dt="2024-03-05T20:33:45.459" v="847" actId="1037"/>
          <ac:picMkLst>
            <pc:docMk/>
            <pc:sldMk cId="3753178280" sldId="2147474115"/>
            <ac:picMk id="424" creationId="{E121341B-7928-7D06-C88F-F334D3D6EF50}"/>
          </ac:picMkLst>
        </pc:picChg>
        <pc:picChg chg="add mod">
          <ac:chgData name="Cartwright, Max" userId="4fdaca64-157b-4f34-aebd-58f672b6a20c" providerId="ADAL" clId="{9B24FA50-177C-4B5A-AA10-BF89D194F6B0}" dt="2024-03-05T20:33:45.459" v="847" actId="1037"/>
          <ac:picMkLst>
            <pc:docMk/>
            <pc:sldMk cId="3753178280" sldId="2147474115"/>
            <ac:picMk id="425" creationId="{4150AB02-750C-3E92-BAF2-0F9282E64FA8}"/>
          </ac:picMkLst>
        </pc:picChg>
        <pc:picChg chg="add mod">
          <ac:chgData name="Cartwright, Max" userId="4fdaca64-157b-4f34-aebd-58f672b6a20c" providerId="ADAL" clId="{9B24FA50-177C-4B5A-AA10-BF89D194F6B0}" dt="2024-03-05T20:33:45.459" v="847" actId="1037"/>
          <ac:picMkLst>
            <pc:docMk/>
            <pc:sldMk cId="3753178280" sldId="2147474115"/>
            <ac:picMk id="426" creationId="{87E2387C-6B9E-DD8B-AC1D-5E01AC54438A}"/>
          </ac:picMkLst>
        </pc:picChg>
        <pc:picChg chg="add mod">
          <ac:chgData name="Cartwright, Max" userId="4fdaca64-157b-4f34-aebd-58f672b6a20c" providerId="ADAL" clId="{9B24FA50-177C-4B5A-AA10-BF89D194F6B0}" dt="2024-03-05T20:33:45.459" v="847" actId="1037"/>
          <ac:picMkLst>
            <pc:docMk/>
            <pc:sldMk cId="3753178280" sldId="2147474115"/>
            <ac:picMk id="427" creationId="{9F35933F-AC98-048A-0DCC-3157AD07E296}"/>
          </ac:picMkLst>
        </pc:picChg>
        <pc:picChg chg="add mod">
          <ac:chgData name="Cartwright, Max" userId="4fdaca64-157b-4f34-aebd-58f672b6a20c" providerId="ADAL" clId="{9B24FA50-177C-4B5A-AA10-BF89D194F6B0}" dt="2024-03-05T20:33:45.459" v="847" actId="1037"/>
          <ac:picMkLst>
            <pc:docMk/>
            <pc:sldMk cId="3753178280" sldId="2147474115"/>
            <ac:picMk id="428" creationId="{8140699B-95DC-DEC4-FFA5-CAC4F2C8C45F}"/>
          </ac:picMkLst>
        </pc:picChg>
        <pc:picChg chg="add mod">
          <ac:chgData name="Cartwright, Max" userId="4fdaca64-157b-4f34-aebd-58f672b6a20c" providerId="ADAL" clId="{9B24FA50-177C-4B5A-AA10-BF89D194F6B0}" dt="2024-03-05T20:33:45.459" v="847" actId="1037"/>
          <ac:picMkLst>
            <pc:docMk/>
            <pc:sldMk cId="3753178280" sldId="2147474115"/>
            <ac:picMk id="429" creationId="{F18818C4-8DBD-72EB-8CD8-20FF16D41E92}"/>
          </ac:picMkLst>
        </pc:picChg>
        <pc:picChg chg="add mod">
          <ac:chgData name="Cartwright, Max" userId="4fdaca64-157b-4f34-aebd-58f672b6a20c" providerId="ADAL" clId="{9B24FA50-177C-4B5A-AA10-BF89D194F6B0}" dt="2024-03-05T20:33:45.459" v="847" actId="1037"/>
          <ac:picMkLst>
            <pc:docMk/>
            <pc:sldMk cId="3753178280" sldId="2147474115"/>
            <ac:picMk id="430" creationId="{1030EA72-18C3-0E78-C9B7-05588D65FEE0}"/>
          </ac:picMkLst>
        </pc:picChg>
        <pc:picChg chg="add mod">
          <ac:chgData name="Cartwright, Max" userId="4fdaca64-157b-4f34-aebd-58f672b6a20c" providerId="ADAL" clId="{9B24FA50-177C-4B5A-AA10-BF89D194F6B0}" dt="2024-03-05T20:33:45.459" v="847" actId="1037"/>
          <ac:picMkLst>
            <pc:docMk/>
            <pc:sldMk cId="3753178280" sldId="2147474115"/>
            <ac:picMk id="431" creationId="{CC193EFD-15C4-97CE-948B-9021A9CCF87A}"/>
          </ac:picMkLst>
        </pc:picChg>
        <pc:picChg chg="add mod">
          <ac:chgData name="Cartwright, Max" userId="4fdaca64-157b-4f34-aebd-58f672b6a20c" providerId="ADAL" clId="{9B24FA50-177C-4B5A-AA10-BF89D194F6B0}" dt="2024-03-05T20:33:45.459" v="847" actId="1037"/>
          <ac:picMkLst>
            <pc:docMk/>
            <pc:sldMk cId="3753178280" sldId="2147474115"/>
            <ac:picMk id="432" creationId="{60E2E811-962F-908B-927B-E0330A99B36E}"/>
          </ac:picMkLst>
        </pc:picChg>
        <pc:picChg chg="add mod">
          <ac:chgData name="Cartwright, Max" userId="4fdaca64-157b-4f34-aebd-58f672b6a20c" providerId="ADAL" clId="{9B24FA50-177C-4B5A-AA10-BF89D194F6B0}" dt="2024-03-05T20:33:45.459" v="847" actId="1037"/>
          <ac:picMkLst>
            <pc:docMk/>
            <pc:sldMk cId="3753178280" sldId="2147474115"/>
            <ac:picMk id="433" creationId="{FA32CBBA-45E2-4806-76AC-B24C8C1CD247}"/>
          </ac:picMkLst>
        </pc:picChg>
        <pc:picChg chg="add mod">
          <ac:chgData name="Cartwright, Max" userId="4fdaca64-157b-4f34-aebd-58f672b6a20c" providerId="ADAL" clId="{9B24FA50-177C-4B5A-AA10-BF89D194F6B0}" dt="2024-03-05T20:33:45.459" v="847" actId="1037"/>
          <ac:picMkLst>
            <pc:docMk/>
            <pc:sldMk cId="3753178280" sldId="2147474115"/>
            <ac:picMk id="434" creationId="{BADDB5BD-8553-0235-8CDC-1C38D5817A71}"/>
          </ac:picMkLst>
        </pc:picChg>
        <pc:picChg chg="add mod">
          <ac:chgData name="Cartwright, Max" userId="4fdaca64-157b-4f34-aebd-58f672b6a20c" providerId="ADAL" clId="{9B24FA50-177C-4B5A-AA10-BF89D194F6B0}" dt="2024-03-05T20:33:45.459" v="847" actId="1037"/>
          <ac:picMkLst>
            <pc:docMk/>
            <pc:sldMk cId="3753178280" sldId="2147474115"/>
            <ac:picMk id="435" creationId="{B8ACEDAD-D15B-D91D-D349-5A915E000AED}"/>
          </ac:picMkLst>
        </pc:picChg>
        <pc:picChg chg="add mod">
          <ac:chgData name="Cartwright, Max" userId="4fdaca64-157b-4f34-aebd-58f672b6a20c" providerId="ADAL" clId="{9B24FA50-177C-4B5A-AA10-BF89D194F6B0}" dt="2024-03-05T20:33:45.459" v="847" actId="1037"/>
          <ac:picMkLst>
            <pc:docMk/>
            <pc:sldMk cId="3753178280" sldId="2147474115"/>
            <ac:picMk id="436" creationId="{5796CB7C-B6FC-102D-BD1D-CA1AFFAC8AAA}"/>
          </ac:picMkLst>
        </pc:picChg>
        <pc:picChg chg="add mod">
          <ac:chgData name="Cartwright, Max" userId="4fdaca64-157b-4f34-aebd-58f672b6a20c" providerId="ADAL" clId="{9B24FA50-177C-4B5A-AA10-BF89D194F6B0}" dt="2024-03-05T20:33:45.459" v="847" actId="1037"/>
          <ac:picMkLst>
            <pc:docMk/>
            <pc:sldMk cId="3753178280" sldId="2147474115"/>
            <ac:picMk id="439" creationId="{5D9730D4-F17A-26B0-64C4-209ED63BB754}"/>
          </ac:picMkLst>
        </pc:picChg>
        <pc:picChg chg="add mod">
          <ac:chgData name="Cartwright, Max" userId="4fdaca64-157b-4f34-aebd-58f672b6a20c" providerId="ADAL" clId="{9B24FA50-177C-4B5A-AA10-BF89D194F6B0}" dt="2024-03-05T20:33:45.459" v="847" actId="1037"/>
          <ac:picMkLst>
            <pc:docMk/>
            <pc:sldMk cId="3753178280" sldId="2147474115"/>
            <ac:picMk id="440" creationId="{BD5775B5-9EA0-CF55-B6C8-6CC684A93772}"/>
          </ac:picMkLst>
        </pc:picChg>
        <pc:picChg chg="add mod">
          <ac:chgData name="Cartwright, Max" userId="4fdaca64-157b-4f34-aebd-58f672b6a20c" providerId="ADAL" clId="{9B24FA50-177C-4B5A-AA10-BF89D194F6B0}" dt="2024-03-05T20:33:45.459" v="847" actId="1037"/>
          <ac:picMkLst>
            <pc:docMk/>
            <pc:sldMk cId="3753178280" sldId="2147474115"/>
            <ac:picMk id="441" creationId="{6B76F266-2F97-943A-2691-1D0099EF62FE}"/>
          </ac:picMkLst>
        </pc:picChg>
        <pc:picChg chg="add mod">
          <ac:chgData name="Cartwright, Max" userId="4fdaca64-157b-4f34-aebd-58f672b6a20c" providerId="ADAL" clId="{9B24FA50-177C-4B5A-AA10-BF89D194F6B0}" dt="2024-03-05T20:33:45.459" v="847" actId="1037"/>
          <ac:picMkLst>
            <pc:docMk/>
            <pc:sldMk cId="3753178280" sldId="2147474115"/>
            <ac:picMk id="442" creationId="{5CB3579D-D3CE-9655-F2A2-E49908769980}"/>
          </ac:picMkLst>
        </pc:picChg>
        <pc:picChg chg="add mod">
          <ac:chgData name="Cartwright, Max" userId="4fdaca64-157b-4f34-aebd-58f672b6a20c" providerId="ADAL" clId="{9B24FA50-177C-4B5A-AA10-BF89D194F6B0}" dt="2024-03-05T20:33:45.459" v="847" actId="1037"/>
          <ac:picMkLst>
            <pc:docMk/>
            <pc:sldMk cId="3753178280" sldId="2147474115"/>
            <ac:picMk id="443" creationId="{331BB139-635E-7299-F5EB-38284F611531}"/>
          </ac:picMkLst>
        </pc:picChg>
        <pc:picChg chg="add mod">
          <ac:chgData name="Cartwright, Max" userId="4fdaca64-157b-4f34-aebd-58f672b6a20c" providerId="ADAL" clId="{9B24FA50-177C-4B5A-AA10-BF89D194F6B0}" dt="2024-03-05T20:33:45.459" v="847" actId="1037"/>
          <ac:picMkLst>
            <pc:docMk/>
            <pc:sldMk cId="3753178280" sldId="2147474115"/>
            <ac:picMk id="444" creationId="{44C3FC17-001A-40B9-9000-14A036538E95}"/>
          </ac:picMkLst>
        </pc:picChg>
        <pc:picChg chg="add mod">
          <ac:chgData name="Cartwright, Max" userId="4fdaca64-157b-4f34-aebd-58f672b6a20c" providerId="ADAL" clId="{9B24FA50-177C-4B5A-AA10-BF89D194F6B0}" dt="2024-03-05T20:33:45.459" v="847" actId="1037"/>
          <ac:picMkLst>
            <pc:docMk/>
            <pc:sldMk cId="3753178280" sldId="2147474115"/>
            <ac:picMk id="445" creationId="{B27B688C-D7DC-FB50-7A1C-39FAD7C32191}"/>
          </ac:picMkLst>
        </pc:picChg>
        <pc:picChg chg="add mod">
          <ac:chgData name="Cartwright, Max" userId="4fdaca64-157b-4f34-aebd-58f672b6a20c" providerId="ADAL" clId="{9B24FA50-177C-4B5A-AA10-BF89D194F6B0}" dt="2024-03-05T20:33:45.459" v="847" actId="1037"/>
          <ac:picMkLst>
            <pc:docMk/>
            <pc:sldMk cId="3753178280" sldId="2147474115"/>
            <ac:picMk id="446" creationId="{2A113FE8-768D-E530-5B67-778302F6888F}"/>
          </ac:picMkLst>
        </pc:picChg>
        <pc:picChg chg="add mod">
          <ac:chgData name="Cartwright, Max" userId="4fdaca64-157b-4f34-aebd-58f672b6a20c" providerId="ADAL" clId="{9B24FA50-177C-4B5A-AA10-BF89D194F6B0}" dt="2024-03-05T20:33:45.459" v="847" actId="1037"/>
          <ac:picMkLst>
            <pc:docMk/>
            <pc:sldMk cId="3753178280" sldId="2147474115"/>
            <ac:picMk id="447" creationId="{7F17CF64-309E-C229-973E-C7CC2282E48F}"/>
          </ac:picMkLst>
        </pc:picChg>
        <pc:picChg chg="add mod">
          <ac:chgData name="Cartwright, Max" userId="4fdaca64-157b-4f34-aebd-58f672b6a20c" providerId="ADAL" clId="{9B24FA50-177C-4B5A-AA10-BF89D194F6B0}" dt="2024-03-05T20:33:45.459" v="847" actId="1037"/>
          <ac:picMkLst>
            <pc:docMk/>
            <pc:sldMk cId="3753178280" sldId="2147474115"/>
            <ac:picMk id="448" creationId="{BA98BCC5-C025-B320-5AFE-37F5404DE930}"/>
          </ac:picMkLst>
        </pc:picChg>
        <pc:picChg chg="add mod">
          <ac:chgData name="Cartwright, Max" userId="4fdaca64-157b-4f34-aebd-58f672b6a20c" providerId="ADAL" clId="{9B24FA50-177C-4B5A-AA10-BF89D194F6B0}" dt="2024-03-05T20:33:45.459" v="847" actId="1037"/>
          <ac:picMkLst>
            <pc:docMk/>
            <pc:sldMk cId="3753178280" sldId="2147474115"/>
            <ac:picMk id="449" creationId="{4D372F54-A2D4-1416-3477-2BB1730972F8}"/>
          </ac:picMkLst>
        </pc:picChg>
        <pc:picChg chg="add mod">
          <ac:chgData name="Cartwright, Max" userId="4fdaca64-157b-4f34-aebd-58f672b6a20c" providerId="ADAL" clId="{9B24FA50-177C-4B5A-AA10-BF89D194F6B0}" dt="2024-03-05T20:33:45.459" v="847" actId="1037"/>
          <ac:picMkLst>
            <pc:docMk/>
            <pc:sldMk cId="3753178280" sldId="2147474115"/>
            <ac:picMk id="450" creationId="{AF6D0312-CA73-8573-6239-910E489A6D8A}"/>
          </ac:picMkLst>
        </pc:picChg>
        <pc:picChg chg="add mod">
          <ac:chgData name="Cartwright, Max" userId="4fdaca64-157b-4f34-aebd-58f672b6a20c" providerId="ADAL" clId="{9B24FA50-177C-4B5A-AA10-BF89D194F6B0}" dt="2024-03-05T20:33:45.459" v="847" actId="1037"/>
          <ac:picMkLst>
            <pc:docMk/>
            <pc:sldMk cId="3753178280" sldId="2147474115"/>
            <ac:picMk id="451" creationId="{AE215CF2-BCA9-1F96-6617-246F3851349C}"/>
          </ac:picMkLst>
        </pc:picChg>
        <pc:picChg chg="add mod">
          <ac:chgData name="Cartwright, Max" userId="4fdaca64-157b-4f34-aebd-58f672b6a20c" providerId="ADAL" clId="{9B24FA50-177C-4B5A-AA10-BF89D194F6B0}" dt="2024-03-05T20:33:45.459" v="847" actId="1037"/>
          <ac:picMkLst>
            <pc:docMk/>
            <pc:sldMk cId="3753178280" sldId="2147474115"/>
            <ac:picMk id="452" creationId="{1D0747A0-33CC-1CA9-4399-CC829BE13E94}"/>
          </ac:picMkLst>
        </pc:picChg>
        <pc:picChg chg="add mod">
          <ac:chgData name="Cartwright, Max" userId="4fdaca64-157b-4f34-aebd-58f672b6a20c" providerId="ADAL" clId="{9B24FA50-177C-4B5A-AA10-BF89D194F6B0}" dt="2024-03-05T20:33:45.459" v="847" actId="1037"/>
          <ac:picMkLst>
            <pc:docMk/>
            <pc:sldMk cId="3753178280" sldId="2147474115"/>
            <ac:picMk id="507" creationId="{74BEAC4E-AB35-B775-5744-3ED2BF8A80BF}"/>
          </ac:picMkLst>
        </pc:picChg>
        <pc:cxnChg chg="add del mod">
          <ac:chgData name="Cartwright, Max" userId="4fdaca64-157b-4f34-aebd-58f672b6a20c" providerId="ADAL" clId="{9B24FA50-177C-4B5A-AA10-BF89D194F6B0}" dt="2024-03-05T20:33:22.218" v="837"/>
          <ac:cxnSpMkLst>
            <pc:docMk/>
            <pc:sldMk cId="3753178280" sldId="2147474115"/>
            <ac:cxnSpMk id="263" creationId="{93CF2BF7-BD84-DD94-B2D6-814281038A0B}"/>
          </ac:cxnSpMkLst>
        </pc:cxnChg>
        <pc:cxnChg chg="add del mod">
          <ac:chgData name="Cartwright, Max" userId="4fdaca64-157b-4f34-aebd-58f672b6a20c" providerId="ADAL" clId="{9B24FA50-177C-4B5A-AA10-BF89D194F6B0}" dt="2024-03-05T20:33:22.218" v="837"/>
          <ac:cxnSpMkLst>
            <pc:docMk/>
            <pc:sldMk cId="3753178280" sldId="2147474115"/>
            <ac:cxnSpMk id="264" creationId="{85DEB242-ABAA-F65F-F20A-324D355B6D33}"/>
          </ac:cxnSpMkLst>
        </pc:cxnChg>
        <pc:cxnChg chg="add del mod">
          <ac:chgData name="Cartwright, Max" userId="4fdaca64-157b-4f34-aebd-58f672b6a20c" providerId="ADAL" clId="{9B24FA50-177C-4B5A-AA10-BF89D194F6B0}" dt="2024-03-05T20:33:22.218" v="837"/>
          <ac:cxnSpMkLst>
            <pc:docMk/>
            <pc:sldMk cId="3753178280" sldId="2147474115"/>
            <ac:cxnSpMk id="265" creationId="{E11F413C-74E8-B304-9B49-9A6E69BEBC3E}"/>
          </ac:cxnSpMkLst>
        </pc:cxnChg>
        <pc:cxnChg chg="add del mod">
          <ac:chgData name="Cartwright, Max" userId="4fdaca64-157b-4f34-aebd-58f672b6a20c" providerId="ADAL" clId="{9B24FA50-177C-4B5A-AA10-BF89D194F6B0}" dt="2024-03-05T20:33:22.218" v="837"/>
          <ac:cxnSpMkLst>
            <pc:docMk/>
            <pc:sldMk cId="3753178280" sldId="2147474115"/>
            <ac:cxnSpMk id="266" creationId="{AD57BD9B-E95A-3908-46F9-FA3B798E5505}"/>
          </ac:cxnSpMkLst>
        </pc:cxnChg>
        <pc:cxnChg chg="add del mod">
          <ac:chgData name="Cartwright, Max" userId="4fdaca64-157b-4f34-aebd-58f672b6a20c" providerId="ADAL" clId="{9B24FA50-177C-4B5A-AA10-BF89D194F6B0}" dt="2024-03-05T20:33:22.218" v="837"/>
          <ac:cxnSpMkLst>
            <pc:docMk/>
            <pc:sldMk cId="3753178280" sldId="2147474115"/>
            <ac:cxnSpMk id="267" creationId="{2B87C516-AFE9-6194-6ECC-56EEBA9FA80B}"/>
          </ac:cxnSpMkLst>
        </pc:cxnChg>
        <pc:cxnChg chg="add del mod">
          <ac:chgData name="Cartwright, Max" userId="4fdaca64-157b-4f34-aebd-58f672b6a20c" providerId="ADAL" clId="{9B24FA50-177C-4B5A-AA10-BF89D194F6B0}" dt="2024-03-05T20:33:22.218" v="837"/>
          <ac:cxnSpMkLst>
            <pc:docMk/>
            <pc:sldMk cId="3753178280" sldId="2147474115"/>
            <ac:cxnSpMk id="268" creationId="{BF5E32F6-E9DD-E2A9-E403-9EEA271BC9D1}"/>
          </ac:cxnSpMkLst>
        </pc:cxnChg>
        <pc:cxnChg chg="add del mod">
          <ac:chgData name="Cartwright, Max" userId="4fdaca64-157b-4f34-aebd-58f672b6a20c" providerId="ADAL" clId="{9B24FA50-177C-4B5A-AA10-BF89D194F6B0}" dt="2024-03-05T20:33:22.218" v="837"/>
          <ac:cxnSpMkLst>
            <pc:docMk/>
            <pc:sldMk cId="3753178280" sldId="2147474115"/>
            <ac:cxnSpMk id="327" creationId="{98BE455B-B317-335A-E9F0-74C59612B18D}"/>
          </ac:cxnSpMkLst>
        </pc:cxnChg>
        <pc:cxnChg chg="add del mod">
          <ac:chgData name="Cartwright, Max" userId="4fdaca64-157b-4f34-aebd-58f672b6a20c" providerId="ADAL" clId="{9B24FA50-177C-4B5A-AA10-BF89D194F6B0}" dt="2024-03-05T20:33:22.218" v="837"/>
          <ac:cxnSpMkLst>
            <pc:docMk/>
            <pc:sldMk cId="3753178280" sldId="2147474115"/>
            <ac:cxnSpMk id="328" creationId="{8AEA85D1-7341-C28F-D97B-1C593A20F0CC}"/>
          </ac:cxnSpMkLst>
        </pc:cxnChg>
        <pc:cxnChg chg="add del mod">
          <ac:chgData name="Cartwright, Max" userId="4fdaca64-157b-4f34-aebd-58f672b6a20c" providerId="ADAL" clId="{9B24FA50-177C-4B5A-AA10-BF89D194F6B0}" dt="2024-03-05T20:33:22.218" v="837"/>
          <ac:cxnSpMkLst>
            <pc:docMk/>
            <pc:sldMk cId="3753178280" sldId="2147474115"/>
            <ac:cxnSpMk id="340" creationId="{0BDEA553-8385-A791-6559-B63428914BAD}"/>
          </ac:cxnSpMkLst>
        </pc:cxnChg>
        <pc:cxnChg chg="add del mod">
          <ac:chgData name="Cartwright, Max" userId="4fdaca64-157b-4f34-aebd-58f672b6a20c" providerId="ADAL" clId="{9B24FA50-177C-4B5A-AA10-BF89D194F6B0}" dt="2024-03-05T20:33:22.218" v="837"/>
          <ac:cxnSpMkLst>
            <pc:docMk/>
            <pc:sldMk cId="3753178280" sldId="2147474115"/>
            <ac:cxnSpMk id="348" creationId="{396AB866-963E-6F88-157D-8D8F5CDA838B}"/>
          </ac:cxnSpMkLst>
        </pc:cxnChg>
        <pc:cxnChg chg="add del mod">
          <ac:chgData name="Cartwright, Max" userId="4fdaca64-157b-4f34-aebd-58f672b6a20c" providerId="ADAL" clId="{9B24FA50-177C-4B5A-AA10-BF89D194F6B0}" dt="2024-03-05T20:33:22.218" v="837"/>
          <ac:cxnSpMkLst>
            <pc:docMk/>
            <pc:sldMk cId="3753178280" sldId="2147474115"/>
            <ac:cxnSpMk id="355" creationId="{69F8409C-CE9C-FF27-B282-13090218CDF2}"/>
          </ac:cxnSpMkLst>
        </pc:cxnChg>
        <pc:cxnChg chg="add del mod">
          <ac:chgData name="Cartwright, Max" userId="4fdaca64-157b-4f34-aebd-58f672b6a20c" providerId="ADAL" clId="{9B24FA50-177C-4B5A-AA10-BF89D194F6B0}" dt="2024-03-05T20:33:22.218" v="837"/>
          <ac:cxnSpMkLst>
            <pc:docMk/>
            <pc:sldMk cId="3753178280" sldId="2147474115"/>
            <ac:cxnSpMk id="356" creationId="{9902CA4C-1C1D-FD0C-D334-FC8E54F764A6}"/>
          </ac:cxnSpMkLst>
        </pc:cxnChg>
        <pc:cxnChg chg="add mod">
          <ac:chgData name="Cartwright, Max" userId="4fdaca64-157b-4f34-aebd-58f672b6a20c" providerId="ADAL" clId="{9B24FA50-177C-4B5A-AA10-BF89D194F6B0}" dt="2024-03-05T20:33:45.459" v="847" actId="1037"/>
          <ac:cxnSpMkLst>
            <pc:docMk/>
            <pc:sldMk cId="3753178280" sldId="2147474115"/>
            <ac:cxnSpMk id="465" creationId="{CB838F02-CD71-43CE-E89F-5C6E6E69AF48}"/>
          </ac:cxnSpMkLst>
        </pc:cxnChg>
        <pc:cxnChg chg="add mod">
          <ac:chgData name="Cartwright, Max" userId="4fdaca64-157b-4f34-aebd-58f672b6a20c" providerId="ADAL" clId="{9B24FA50-177C-4B5A-AA10-BF89D194F6B0}" dt="2024-03-05T20:33:45.459" v="847" actId="1037"/>
          <ac:cxnSpMkLst>
            <pc:docMk/>
            <pc:sldMk cId="3753178280" sldId="2147474115"/>
            <ac:cxnSpMk id="466" creationId="{23A46CC3-433A-30BA-7372-F0DB1B6E6C12}"/>
          </ac:cxnSpMkLst>
        </pc:cxnChg>
        <pc:cxnChg chg="add mod">
          <ac:chgData name="Cartwright, Max" userId="4fdaca64-157b-4f34-aebd-58f672b6a20c" providerId="ADAL" clId="{9B24FA50-177C-4B5A-AA10-BF89D194F6B0}" dt="2024-03-05T20:33:45.459" v="847" actId="1037"/>
          <ac:cxnSpMkLst>
            <pc:docMk/>
            <pc:sldMk cId="3753178280" sldId="2147474115"/>
            <ac:cxnSpMk id="467" creationId="{A67E75A2-538B-0564-4101-989BF37C45B9}"/>
          </ac:cxnSpMkLst>
        </pc:cxnChg>
        <pc:cxnChg chg="add mod">
          <ac:chgData name="Cartwright, Max" userId="4fdaca64-157b-4f34-aebd-58f672b6a20c" providerId="ADAL" clId="{9B24FA50-177C-4B5A-AA10-BF89D194F6B0}" dt="2024-03-05T20:33:45.459" v="847" actId="1037"/>
          <ac:cxnSpMkLst>
            <pc:docMk/>
            <pc:sldMk cId="3753178280" sldId="2147474115"/>
            <ac:cxnSpMk id="468" creationId="{D566C4E0-E502-DA24-3640-94B991B6AF09}"/>
          </ac:cxnSpMkLst>
        </pc:cxnChg>
        <pc:cxnChg chg="add mod">
          <ac:chgData name="Cartwright, Max" userId="4fdaca64-157b-4f34-aebd-58f672b6a20c" providerId="ADAL" clId="{9B24FA50-177C-4B5A-AA10-BF89D194F6B0}" dt="2024-03-05T20:33:45.459" v="847" actId="1037"/>
          <ac:cxnSpMkLst>
            <pc:docMk/>
            <pc:sldMk cId="3753178280" sldId="2147474115"/>
            <ac:cxnSpMk id="469" creationId="{7D2017C0-B865-EB38-22E7-BE434B8BF0E5}"/>
          </ac:cxnSpMkLst>
        </pc:cxnChg>
        <pc:cxnChg chg="add mod">
          <ac:chgData name="Cartwright, Max" userId="4fdaca64-157b-4f34-aebd-58f672b6a20c" providerId="ADAL" clId="{9B24FA50-177C-4B5A-AA10-BF89D194F6B0}" dt="2024-03-05T20:33:45.459" v="847" actId="1037"/>
          <ac:cxnSpMkLst>
            <pc:docMk/>
            <pc:sldMk cId="3753178280" sldId="2147474115"/>
            <ac:cxnSpMk id="470" creationId="{4EDE4853-049F-B93C-B10D-A29BAB63B1B5}"/>
          </ac:cxnSpMkLst>
        </pc:cxnChg>
        <pc:cxnChg chg="add mod">
          <ac:chgData name="Cartwright, Max" userId="4fdaca64-157b-4f34-aebd-58f672b6a20c" providerId="ADAL" clId="{9B24FA50-177C-4B5A-AA10-BF89D194F6B0}" dt="2024-03-05T20:33:45.459" v="847" actId="1037"/>
          <ac:cxnSpMkLst>
            <pc:docMk/>
            <pc:sldMk cId="3753178280" sldId="2147474115"/>
            <ac:cxnSpMk id="529" creationId="{B38B4D45-DDE2-6FF7-E487-83A8AAF71BC0}"/>
          </ac:cxnSpMkLst>
        </pc:cxnChg>
        <pc:cxnChg chg="add mod">
          <ac:chgData name="Cartwright, Max" userId="4fdaca64-157b-4f34-aebd-58f672b6a20c" providerId="ADAL" clId="{9B24FA50-177C-4B5A-AA10-BF89D194F6B0}" dt="2024-03-05T20:33:45.459" v="847" actId="1037"/>
          <ac:cxnSpMkLst>
            <pc:docMk/>
            <pc:sldMk cId="3753178280" sldId="2147474115"/>
            <ac:cxnSpMk id="530" creationId="{84C230A6-06F8-2710-BE9C-50FFA7D32BDA}"/>
          </ac:cxnSpMkLst>
        </pc:cxnChg>
        <pc:cxnChg chg="add mod">
          <ac:chgData name="Cartwright, Max" userId="4fdaca64-157b-4f34-aebd-58f672b6a20c" providerId="ADAL" clId="{9B24FA50-177C-4B5A-AA10-BF89D194F6B0}" dt="2024-03-05T20:33:45.459" v="847" actId="1037"/>
          <ac:cxnSpMkLst>
            <pc:docMk/>
            <pc:sldMk cId="3753178280" sldId="2147474115"/>
            <ac:cxnSpMk id="542" creationId="{D76C892E-5DD7-30D2-EDF3-2013F6904AB2}"/>
          </ac:cxnSpMkLst>
        </pc:cxnChg>
        <pc:cxnChg chg="add mod">
          <ac:chgData name="Cartwright, Max" userId="4fdaca64-157b-4f34-aebd-58f672b6a20c" providerId="ADAL" clId="{9B24FA50-177C-4B5A-AA10-BF89D194F6B0}" dt="2024-03-05T20:33:45.459" v="847" actId="1037"/>
          <ac:cxnSpMkLst>
            <pc:docMk/>
            <pc:sldMk cId="3753178280" sldId="2147474115"/>
            <ac:cxnSpMk id="550" creationId="{CBA77212-F5B8-BD5F-0094-86DBDE44667D}"/>
          </ac:cxnSpMkLst>
        </pc:cxnChg>
        <pc:cxnChg chg="add mod">
          <ac:chgData name="Cartwright, Max" userId="4fdaca64-157b-4f34-aebd-58f672b6a20c" providerId="ADAL" clId="{9B24FA50-177C-4B5A-AA10-BF89D194F6B0}" dt="2024-03-05T20:33:45.459" v="847" actId="1037"/>
          <ac:cxnSpMkLst>
            <pc:docMk/>
            <pc:sldMk cId="3753178280" sldId="2147474115"/>
            <ac:cxnSpMk id="557" creationId="{304EC0D3-323A-58C9-5084-ADF86B50F5DF}"/>
          </ac:cxnSpMkLst>
        </pc:cxnChg>
        <pc:cxnChg chg="add mod">
          <ac:chgData name="Cartwright, Max" userId="4fdaca64-157b-4f34-aebd-58f672b6a20c" providerId="ADAL" clId="{9B24FA50-177C-4B5A-AA10-BF89D194F6B0}" dt="2024-03-05T20:33:45.459" v="847" actId="1037"/>
          <ac:cxnSpMkLst>
            <pc:docMk/>
            <pc:sldMk cId="3753178280" sldId="2147474115"/>
            <ac:cxnSpMk id="558" creationId="{E763201A-98D0-4C66-CE09-8E072881D019}"/>
          </ac:cxnSpMkLst>
        </pc:cxnChg>
      </pc:sldChg>
      <pc:sldChg chg="addSp delSp modSp add mod">
        <pc:chgData name="Cartwright, Max" userId="4fdaca64-157b-4f34-aebd-58f672b6a20c" providerId="ADAL" clId="{9B24FA50-177C-4B5A-AA10-BF89D194F6B0}" dt="2024-03-05T20:31:52.420" v="801" actId="1076"/>
        <pc:sldMkLst>
          <pc:docMk/>
          <pc:sldMk cId="3242958873" sldId="2147474116"/>
        </pc:sldMkLst>
        <pc:spChg chg="del">
          <ac:chgData name="Cartwright, Max" userId="4fdaca64-157b-4f34-aebd-58f672b6a20c" providerId="ADAL" clId="{9B24FA50-177C-4B5A-AA10-BF89D194F6B0}" dt="2024-03-05T20:31:20.395" v="788" actId="478"/>
          <ac:spMkLst>
            <pc:docMk/>
            <pc:sldMk cId="3242958873" sldId="2147474116"/>
            <ac:spMk id="8" creationId="{0FC11A24-1C94-770E-AEE9-EAB1535A997B}"/>
          </ac:spMkLst>
        </pc:spChg>
        <pc:spChg chg="add mod">
          <ac:chgData name="Cartwright, Max" userId="4fdaca64-157b-4f34-aebd-58f672b6a20c" providerId="ADAL" clId="{9B24FA50-177C-4B5A-AA10-BF89D194F6B0}" dt="2024-03-05T20:31:52.420" v="801" actId="1076"/>
          <ac:spMkLst>
            <pc:docMk/>
            <pc:sldMk cId="3242958873" sldId="2147474116"/>
            <ac:spMk id="9" creationId="{3D54C89B-1399-C1AC-A358-E4B00D566802}"/>
          </ac:spMkLst>
        </pc:spChg>
        <pc:graphicFrameChg chg="add mod">
          <ac:chgData name="Cartwright, Max" userId="4fdaca64-157b-4f34-aebd-58f672b6a20c" providerId="ADAL" clId="{9B24FA50-177C-4B5A-AA10-BF89D194F6B0}" dt="2024-03-05T20:31:43.845" v="799" actId="1036"/>
          <ac:graphicFrameMkLst>
            <pc:docMk/>
            <pc:sldMk cId="3242958873" sldId="2147474116"/>
            <ac:graphicFrameMk id="2" creationId="{42CF93B9-C784-7E13-276D-B1E923BEDE02}"/>
          </ac:graphicFrameMkLst>
        </pc:graphicFrameChg>
        <pc:graphicFrameChg chg="del">
          <ac:chgData name="Cartwright, Max" userId="4fdaca64-157b-4f34-aebd-58f672b6a20c" providerId="ADAL" clId="{9B24FA50-177C-4B5A-AA10-BF89D194F6B0}" dt="2024-03-05T20:31:20.395" v="788" actId="478"/>
          <ac:graphicFrameMkLst>
            <pc:docMk/>
            <pc:sldMk cId="3242958873" sldId="2147474116"/>
            <ac:graphicFrameMk id="7" creationId="{F09AD3DE-54A7-DD92-2123-3432F75CB9A8}"/>
          </ac:graphicFrameMkLst>
        </pc:graphicFrameChg>
      </pc:sldChg>
      <pc:sldChg chg="addSp delSp modSp add mod">
        <pc:chgData name="Cartwright, Max" userId="4fdaca64-157b-4f34-aebd-58f672b6a20c" providerId="ADAL" clId="{9B24FA50-177C-4B5A-AA10-BF89D194F6B0}" dt="2024-03-05T20:39:47.422" v="984" actId="20577"/>
        <pc:sldMkLst>
          <pc:docMk/>
          <pc:sldMk cId="2479366280" sldId="2147474117"/>
        </pc:sldMkLst>
        <pc:spChg chg="mod">
          <ac:chgData name="Cartwright, Max" userId="4fdaca64-157b-4f34-aebd-58f672b6a20c" providerId="ADAL" clId="{9B24FA50-177C-4B5A-AA10-BF89D194F6B0}" dt="2024-03-05T20:37:44.883" v="925" actId="1076"/>
          <ac:spMkLst>
            <pc:docMk/>
            <pc:sldMk cId="2479366280" sldId="2147474117"/>
            <ac:spMk id="2" creationId="{A12F6D44-E7A3-0ABE-257B-CE6CFD018E5C}"/>
          </ac:spMkLst>
        </pc:spChg>
        <pc:spChg chg="mod">
          <ac:chgData name="Cartwright, Max" userId="4fdaca64-157b-4f34-aebd-58f672b6a20c" providerId="ADAL" clId="{9B24FA50-177C-4B5A-AA10-BF89D194F6B0}" dt="2024-03-05T20:38:07.886" v="943" actId="20577"/>
          <ac:spMkLst>
            <pc:docMk/>
            <pc:sldMk cId="2479366280" sldId="2147474117"/>
            <ac:spMk id="3" creationId="{E7A0A04E-4539-76F3-C369-AD07AF8FA944}"/>
          </ac:spMkLst>
        </pc:spChg>
        <pc:spChg chg="del">
          <ac:chgData name="Cartwright, Max" userId="4fdaca64-157b-4f34-aebd-58f672b6a20c" providerId="ADAL" clId="{9B24FA50-177C-4B5A-AA10-BF89D194F6B0}" dt="2024-03-05T20:38:03.143" v="928" actId="478"/>
          <ac:spMkLst>
            <pc:docMk/>
            <pc:sldMk cId="2479366280" sldId="2147474117"/>
            <ac:spMk id="4" creationId="{706B6A75-28EE-1CEB-7E72-360E7BA43EB4}"/>
          </ac:spMkLst>
        </pc:spChg>
        <pc:spChg chg="del">
          <ac:chgData name="Cartwright, Max" userId="4fdaca64-157b-4f34-aebd-58f672b6a20c" providerId="ADAL" clId="{9B24FA50-177C-4B5A-AA10-BF89D194F6B0}" dt="2024-03-05T20:38:03.143" v="928" actId="478"/>
          <ac:spMkLst>
            <pc:docMk/>
            <pc:sldMk cId="2479366280" sldId="2147474117"/>
            <ac:spMk id="5" creationId="{C180034C-E859-B2E5-597F-47AA58FED094}"/>
          </ac:spMkLst>
        </pc:spChg>
        <pc:spChg chg="del">
          <ac:chgData name="Cartwright, Max" userId="4fdaca64-157b-4f34-aebd-58f672b6a20c" providerId="ADAL" clId="{9B24FA50-177C-4B5A-AA10-BF89D194F6B0}" dt="2024-03-05T20:38:03.143" v="928" actId="478"/>
          <ac:spMkLst>
            <pc:docMk/>
            <pc:sldMk cId="2479366280" sldId="2147474117"/>
            <ac:spMk id="16" creationId="{323917D4-59EC-69F8-6FB5-6A37B28BDB35}"/>
          </ac:spMkLst>
        </pc:spChg>
        <pc:spChg chg="del">
          <ac:chgData name="Cartwright, Max" userId="4fdaca64-157b-4f34-aebd-58f672b6a20c" providerId="ADAL" clId="{9B24FA50-177C-4B5A-AA10-BF89D194F6B0}" dt="2024-03-05T20:38:03.143" v="928" actId="478"/>
          <ac:spMkLst>
            <pc:docMk/>
            <pc:sldMk cId="2479366280" sldId="2147474117"/>
            <ac:spMk id="17" creationId="{7EE8758F-CE2A-406C-25A5-24AADC136BEB}"/>
          </ac:spMkLst>
        </pc:spChg>
        <pc:spChg chg="del">
          <ac:chgData name="Cartwright, Max" userId="4fdaca64-157b-4f34-aebd-58f672b6a20c" providerId="ADAL" clId="{9B24FA50-177C-4B5A-AA10-BF89D194F6B0}" dt="2024-03-05T20:38:03.143" v="928" actId="478"/>
          <ac:spMkLst>
            <pc:docMk/>
            <pc:sldMk cId="2479366280" sldId="2147474117"/>
            <ac:spMk id="18" creationId="{E3CE930B-6579-D0D0-A55B-55BA0970A65A}"/>
          </ac:spMkLst>
        </pc:spChg>
        <pc:spChg chg="del">
          <ac:chgData name="Cartwright, Max" userId="4fdaca64-157b-4f34-aebd-58f672b6a20c" providerId="ADAL" clId="{9B24FA50-177C-4B5A-AA10-BF89D194F6B0}" dt="2024-03-05T20:38:03.143" v="928" actId="478"/>
          <ac:spMkLst>
            <pc:docMk/>
            <pc:sldMk cId="2479366280" sldId="2147474117"/>
            <ac:spMk id="19" creationId="{6E2E7925-F87A-5A21-091A-AE06F240E47F}"/>
          </ac:spMkLst>
        </pc:spChg>
        <pc:spChg chg="del">
          <ac:chgData name="Cartwright, Max" userId="4fdaca64-157b-4f34-aebd-58f672b6a20c" providerId="ADAL" clId="{9B24FA50-177C-4B5A-AA10-BF89D194F6B0}" dt="2024-03-05T20:38:03.143" v="928" actId="478"/>
          <ac:spMkLst>
            <pc:docMk/>
            <pc:sldMk cId="2479366280" sldId="2147474117"/>
            <ac:spMk id="20" creationId="{509D5C8D-8ABD-06CA-F858-FF0498BAECB4}"/>
          </ac:spMkLst>
        </pc:spChg>
        <pc:spChg chg="del">
          <ac:chgData name="Cartwright, Max" userId="4fdaca64-157b-4f34-aebd-58f672b6a20c" providerId="ADAL" clId="{9B24FA50-177C-4B5A-AA10-BF89D194F6B0}" dt="2024-03-05T20:38:03.143" v="928" actId="478"/>
          <ac:spMkLst>
            <pc:docMk/>
            <pc:sldMk cId="2479366280" sldId="2147474117"/>
            <ac:spMk id="21" creationId="{86A9E356-8DCA-1DD8-2A15-B34268754DA4}"/>
          </ac:spMkLst>
        </pc:spChg>
        <pc:spChg chg="del">
          <ac:chgData name="Cartwright, Max" userId="4fdaca64-157b-4f34-aebd-58f672b6a20c" providerId="ADAL" clId="{9B24FA50-177C-4B5A-AA10-BF89D194F6B0}" dt="2024-03-05T20:38:03.143" v="928" actId="478"/>
          <ac:spMkLst>
            <pc:docMk/>
            <pc:sldMk cId="2479366280" sldId="2147474117"/>
            <ac:spMk id="22" creationId="{C8AEB16C-B524-FEC4-CF7B-4F32BD03B7A4}"/>
          </ac:spMkLst>
        </pc:spChg>
        <pc:spChg chg="del">
          <ac:chgData name="Cartwright, Max" userId="4fdaca64-157b-4f34-aebd-58f672b6a20c" providerId="ADAL" clId="{9B24FA50-177C-4B5A-AA10-BF89D194F6B0}" dt="2024-03-05T20:38:03.143" v="928" actId="478"/>
          <ac:spMkLst>
            <pc:docMk/>
            <pc:sldMk cId="2479366280" sldId="2147474117"/>
            <ac:spMk id="23" creationId="{3C1EC9D6-9A54-FB80-1934-F123AEA2D776}"/>
          </ac:spMkLst>
        </pc:spChg>
        <pc:spChg chg="del">
          <ac:chgData name="Cartwright, Max" userId="4fdaca64-157b-4f34-aebd-58f672b6a20c" providerId="ADAL" clId="{9B24FA50-177C-4B5A-AA10-BF89D194F6B0}" dt="2024-03-05T20:38:03.143" v="928" actId="478"/>
          <ac:spMkLst>
            <pc:docMk/>
            <pc:sldMk cId="2479366280" sldId="2147474117"/>
            <ac:spMk id="24" creationId="{B2E8C7B2-49F0-F8F5-8B5B-40C4277DBDF1}"/>
          </ac:spMkLst>
        </pc:spChg>
        <pc:spChg chg="del">
          <ac:chgData name="Cartwright, Max" userId="4fdaca64-157b-4f34-aebd-58f672b6a20c" providerId="ADAL" clId="{9B24FA50-177C-4B5A-AA10-BF89D194F6B0}" dt="2024-03-05T20:38:03.143" v="928" actId="478"/>
          <ac:spMkLst>
            <pc:docMk/>
            <pc:sldMk cId="2479366280" sldId="2147474117"/>
            <ac:spMk id="25" creationId="{C65A9B1D-85D4-6894-1C87-58A9458231E9}"/>
          </ac:spMkLst>
        </pc:spChg>
        <pc:spChg chg="del">
          <ac:chgData name="Cartwright, Max" userId="4fdaca64-157b-4f34-aebd-58f672b6a20c" providerId="ADAL" clId="{9B24FA50-177C-4B5A-AA10-BF89D194F6B0}" dt="2024-03-05T20:38:03.143" v="928" actId="478"/>
          <ac:spMkLst>
            <pc:docMk/>
            <pc:sldMk cId="2479366280" sldId="2147474117"/>
            <ac:spMk id="26" creationId="{FB02089F-7999-44B7-7BDF-5E837335AFD2}"/>
          </ac:spMkLst>
        </pc:spChg>
        <pc:spChg chg="del">
          <ac:chgData name="Cartwright, Max" userId="4fdaca64-157b-4f34-aebd-58f672b6a20c" providerId="ADAL" clId="{9B24FA50-177C-4B5A-AA10-BF89D194F6B0}" dt="2024-03-05T20:38:03.143" v="928" actId="478"/>
          <ac:spMkLst>
            <pc:docMk/>
            <pc:sldMk cId="2479366280" sldId="2147474117"/>
            <ac:spMk id="27" creationId="{5F4D5FDD-8F0B-B331-6ADC-FEA916B2E436}"/>
          </ac:spMkLst>
        </pc:spChg>
        <pc:spChg chg="del">
          <ac:chgData name="Cartwright, Max" userId="4fdaca64-157b-4f34-aebd-58f672b6a20c" providerId="ADAL" clId="{9B24FA50-177C-4B5A-AA10-BF89D194F6B0}" dt="2024-03-05T20:38:03.143" v="928" actId="478"/>
          <ac:spMkLst>
            <pc:docMk/>
            <pc:sldMk cId="2479366280" sldId="2147474117"/>
            <ac:spMk id="28" creationId="{6618089D-87C0-6293-AAD2-BB3037CF2215}"/>
          </ac:spMkLst>
        </pc:spChg>
        <pc:spChg chg="del">
          <ac:chgData name="Cartwright, Max" userId="4fdaca64-157b-4f34-aebd-58f672b6a20c" providerId="ADAL" clId="{9B24FA50-177C-4B5A-AA10-BF89D194F6B0}" dt="2024-03-05T20:38:03.143" v="928" actId="478"/>
          <ac:spMkLst>
            <pc:docMk/>
            <pc:sldMk cId="2479366280" sldId="2147474117"/>
            <ac:spMk id="29" creationId="{8F9AC9CE-EE22-8999-C91E-7C53927F2574}"/>
          </ac:spMkLst>
        </pc:spChg>
        <pc:spChg chg="del">
          <ac:chgData name="Cartwright, Max" userId="4fdaca64-157b-4f34-aebd-58f672b6a20c" providerId="ADAL" clId="{9B24FA50-177C-4B5A-AA10-BF89D194F6B0}" dt="2024-03-05T20:38:03.143" v="928" actId="478"/>
          <ac:spMkLst>
            <pc:docMk/>
            <pc:sldMk cId="2479366280" sldId="2147474117"/>
            <ac:spMk id="30" creationId="{5E82B770-D54A-FBF8-FE78-3CD59F1E0B3C}"/>
          </ac:spMkLst>
        </pc:spChg>
        <pc:spChg chg="del">
          <ac:chgData name="Cartwright, Max" userId="4fdaca64-157b-4f34-aebd-58f672b6a20c" providerId="ADAL" clId="{9B24FA50-177C-4B5A-AA10-BF89D194F6B0}" dt="2024-03-05T20:38:03.143" v="928" actId="478"/>
          <ac:spMkLst>
            <pc:docMk/>
            <pc:sldMk cId="2479366280" sldId="2147474117"/>
            <ac:spMk id="31" creationId="{F6EDAFA3-CF5D-6CD1-3F04-F26402155D40}"/>
          </ac:spMkLst>
        </pc:spChg>
        <pc:spChg chg="del">
          <ac:chgData name="Cartwright, Max" userId="4fdaca64-157b-4f34-aebd-58f672b6a20c" providerId="ADAL" clId="{9B24FA50-177C-4B5A-AA10-BF89D194F6B0}" dt="2024-03-05T20:38:03.143" v="928" actId="478"/>
          <ac:spMkLst>
            <pc:docMk/>
            <pc:sldMk cId="2479366280" sldId="2147474117"/>
            <ac:spMk id="64" creationId="{56C8ED0B-81D8-46AA-6AD3-9599BED25299}"/>
          </ac:spMkLst>
        </pc:spChg>
        <pc:spChg chg="del">
          <ac:chgData name="Cartwright, Max" userId="4fdaca64-157b-4f34-aebd-58f672b6a20c" providerId="ADAL" clId="{9B24FA50-177C-4B5A-AA10-BF89D194F6B0}" dt="2024-03-05T20:38:03.143" v="928" actId="478"/>
          <ac:spMkLst>
            <pc:docMk/>
            <pc:sldMk cId="2479366280" sldId="2147474117"/>
            <ac:spMk id="65" creationId="{DD795179-BE8A-87C7-2CC3-B660419A6194}"/>
          </ac:spMkLst>
        </pc:spChg>
        <pc:spChg chg="del">
          <ac:chgData name="Cartwright, Max" userId="4fdaca64-157b-4f34-aebd-58f672b6a20c" providerId="ADAL" clId="{9B24FA50-177C-4B5A-AA10-BF89D194F6B0}" dt="2024-03-05T20:38:03.143" v="928" actId="478"/>
          <ac:spMkLst>
            <pc:docMk/>
            <pc:sldMk cId="2479366280" sldId="2147474117"/>
            <ac:spMk id="66" creationId="{29E59022-4BF3-E29E-C12E-B58C08FA9385}"/>
          </ac:spMkLst>
        </pc:spChg>
        <pc:spChg chg="del">
          <ac:chgData name="Cartwright, Max" userId="4fdaca64-157b-4f34-aebd-58f672b6a20c" providerId="ADAL" clId="{9B24FA50-177C-4B5A-AA10-BF89D194F6B0}" dt="2024-03-05T20:38:03.143" v="928" actId="478"/>
          <ac:spMkLst>
            <pc:docMk/>
            <pc:sldMk cId="2479366280" sldId="2147474117"/>
            <ac:spMk id="67" creationId="{3E936388-8B97-58FF-A34C-E612EA3AE1DB}"/>
          </ac:spMkLst>
        </pc:spChg>
        <pc:spChg chg="del">
          <ac:chgData name="Cartwright, Max" userId="4fdaca64-157b-4f34-aebd-58f672b6a20c" providerId="ADAL" clId="{9B24FA50-177C-4B5A-AA10-BF89D194F6B0}" dt="2024-03-05T20:38:03.143" v="928" actId="478"/>
          <ac:spMkLst>
            <pc:docMk/>
            <pc:sldMk cId="2479366280" sldId="2147474117"/>
            <ac:spMk id="68" creationId="{6EC92D07-E96C-E6F1-6144-5C016A8483E5}"/>
          </ac:spMkLst>
        </pc:spChg>
        <pc:spChg chg="del">
          <ac:chgData name="Cartwright, Max" userId="4fdaca64-157b-4f34-aebd-58f672b6a20c" providerId="ADAL" clId="{9B24FA50-177C-4B5A-AA10-BF89D194F6B0}" dt="2024-03-05T20:38:03.143" v="928" actId="478"/>
          <ac:spMkLst>
            <pc:docMk/>
            <pc:sldMk cId="2479366280" sldId="2147474117"/>
            <ac:spMk id="69" creationId="{5D7DF35D-547B-CEF6-8912-5239B47DA582}"/>
          </ac:spMkLst>
        </pc:spChg>
        <pc:spChg chg="del">
          <ac:chgData name="Cartwright, Max" userId="4fdaca64-157b-4f34-aebd-58f672b6a20c" providerId="ADAL" clId="{9B24FA50-177C-4B5A-AA10-BF89D194F6B0}" dt="2024-03-05T20:38:03.143" v="928" actId="478"/>
          <ac:spMkLst>
            <pc:docMk/>
            <pc:sldMk cId="2479366280" sldId="2147474117"/>
            <ac:spMk id="70" creationId="{FAE2441E-7556-7B01-38DD-4F7576311E9F}"/>
          </ac:spMkLst>
        </pc:spChg>
        <pc:spChg chg="del">
          <ac:chgData name="Cartwright, Max" userId="4fdaca64-157b-4f34-aebd-58f672b6a20c" providerId="ADAL" clId="{9B24FA50-177C-4B5A-AA10-BF89D194F6B0}" dt="2024-03-05T20:38:03.143" v="928" actId="478"/>
          <ac:spMkLst>
            <pc:docMk/>
            <pc:sldMk cId="2479366280" sldId="2147474117"/>
            <ac:spMk id="71" creationId="{CFB73E41-28E5-5B6A-78F2-6DDBCEC42C75}"/>
          </ac:spMkLst>
        </pc:spChg>
        <pc:spChg chg="del">
          <ac:chgData name="Cartwright, Max" userId="4fdaca64-157b-4f34-aebd-58f672b6a20c" providerId="ADAL" clId="{9B24FA50-177C-4B5A-AA10-BF89D194F6B0}" dt="2024-03-05T20:38:03.143" v="928" actId="478"/>
          <ac:spMkLst>
            <pc:docMk/>
            <pc:sldMk cId="2479366280" sldId="2147474117"/>
            <ac:spMk id="72" creationId="{8BE5E1E7-CD92-CE60-9C08-362CA75D1DE5}"/>
          </ac:spMkLst>
        </pc:spChg>
        <pc:spChg chg="del">
          <ac:chgData name="Cartwright, Max" userId="4fdaca64-157b-4f34-aebd-58f672b6a20c" providerId="ADAL" clId="{9B24FA50-177C-4B5A-AA10-BF89D194F6B0}" dt="2024-03-05T20:38:03.143" v="928" actId="478"/>
          <ac:spMkLst>
            <pc:docMk/>
            <pc:sldMk cId="2479366280" sldId="2147474117"/>
            <ac:spMk id="73" creationId="{DA88CA85-FB53-C64C-A159-419AAEA605FC}"/>
          </ac:spMkLst>
        </pc:spChg>
        <pc:spChg chg="del">
          <ac:chgData name="Cartwright, Max" userId="4fdaca64-157b-4f34-aebd-58f672b6a20c" providerId="ADAL" clId="{9B24FA50-177C-4B5A-AA10-BF89D194F6B0}" dt="2024-03-05T20:38:03.143" v="928" actId="478"/>
          <ac:spMkLst>
            <pc:docMk/>
            <pc:sldMk cId="2479366280" sldId="2147474117"/>
            <ac:spMk id="74" creationId="{09C7C15D-2C82-6EBF-7732-7EE3199114C7}"/>
          </ac:spMkLst>
        </pc:spChg>
        <pc:spChg chg="del">
          <ac:chgData name="Cartwright, Max" userId="4fdaca64-157b-4f34-aebd-58f672b6a20c" providerId="ADAL" clId="{9B24FA50-177C-4B5A-AA10-BF89D194F6B0}" dt="2024-03-05T20:38:03.143" v="928" actId="478"/>
          <ac:spMkLst>
            <pc:docMk/>
            <pc:sldMk cId="2479366280" sldId="2147474117"/>
            <ac:spMk id="75" creationId="{91FCB2E9-EFCE-A69F-5B43-74088B169490}"/>
          </ac:spMkLst>
        </pc:spChg>
        <pc:spChg chg="del">
          <ac:chgData name="Cartwright, Max" userId="4fdaca64-157b-4f34-aebd-58f672b6a20c" providerId="ADAL" clId="{9B24FA50-177C-4B5A-AA10-BF89D194F6B0}" dt="2024-03-05T20:38:03.143" v="928" actId="478"/>
          <ac:spMkLst>
            <pc:docMk/>
            <pc:sldMk cId="2479366280" sldId="2147474117"/>
            <ac:spMk id="76" creationId="{660483A6-BF2E-831F-93A1-BC2E4F558646}"/>
          </ac:spMkLst>
        </pc:spChg>
        <pc:spChg chg="del">
          <ac:chgData name="Cartwright, Max" userId="4fdaca64-157b-4f34-aebd-58f672b6a20c" providerId="ADAL" clId="{9B24FA50-177C-4B5A-AA10-BF89D194F6B0}" dt="2024-03-05T20:38:03.143" v="928" actId="478"/>
          <ac:spMkLst>
            <pc:docMk/>
            <pc:sldMk cId="2479366280" sldId="2147474117"/>
            <ac:spMk id="77" creationId="{74A95E0F-3AB5-937B-3315-BED95511C67C}"/>
          </ac:spMkLst>
        </pc:spChg>
        <pc:spChg chg="mod">
          <ac:chgData name="Cartwright, Max" userId="4fdaca64-157b-4f34-aebd-58f672b6a20c" providerId="ADAL" clId="{9B24FA50-177C-4B5A-AA10-BF89D194F6B0}" dt="2024-03-05T20:38:16.427" v="944"/>
          <ac:spMkLst>
            <pc:docMk/>
            <pc:sldMk cId="2479366280" sldId="2147474117"/>
            <ac:spMk id="78" creationId="{7CBCF4FD-D9E1-6343-D484-59776C93E131}"/>
          </ac:spMkLst>
        </pc:spChg>
        <pc:spChg chg="del">
          <ac:chgData name="Cartwright, Max" userId="4fdaca64-157b-4f34-aebd-58f672b6a20c" providerId="ADAL" clId="{9B24FA50-177C-4B5A-AA10-BF89D194F6B0}" dt="2024-03-05T20:38:03.143" v="928" actId="478"/>
          <ac:spMkLst>
            <pc:docMk/>
            <pc:sldMk cId="2479366280" sldId="2147474117"/>
            <ac:spMk id="79" creationId="{CD85CC9E-C76C-99A6-0AA7-D23EBC90B81C}"/>
          </ac:spMkLst>
        </pc:spChg>
        <pc:spChg chg="del">
          <ac:chgData name="Cartwright, Max" userId="4fdaca64-157b-4f34-aebd-58f672b6a20c" providerId="ADAL" clId="{9B24FA50-177C-4B5A-AA10-BF89D194F6B0}" dt="2024-03-05T20:38:03.143" v="928" actId="478"/>
          <ac:spMkLst>
            <pc:docMk/>
            <pc:sldMk cId="2479366280" sldId="2147474117"/>
            <ac:spMk id="80" creationId="{D12F3023-A010-953A-C779-351443104C21}"/>
          </ac:spMkLst>
        </pc:spChg>
        <pc:spChg chg="mod">
          <ac:chgData name="Cartwright, Max" userId="4fdaca64-157b-4f34-aebd-58f672b6a20c" providerId="ADAL" clId="{9B24FA50-177C-4B5A-AA10-BF89D194F6B0}" dt="2024-03-05T20:38:16.427" v="944"/>
          <ac:spMkLst>
            <pc:docMk/>
            <pc:sldMk cId="2479366280" sldId="2147474117"/>
            <ac:spMk id="81" creationId="{4524D220-D0DC-72B8-D0EE-3B1D88E83343}"/>
          </ac:spMkLst>
        </pc:spChg>
        <pc:spChg chg="mod">
          <ac:chgData name="Cartwright, Max" userId="4fdaca64-157b-4f34-aebd-58f672b6a20c" providerId="ADAL" clId="{9B24FA50-177C-4B5A-AA10-BF89D194F6B0}" dt="2024-03-05T20:38:16.427" v="944"/>
          <ac:spMkLst>
            <pc:docMk/>
            <pc:sldMk cId="2479366280" sldId="2147474117"/>
            <ac:spMk id="86" creationId="{F8F76BCC-3923-2DDF-1875-AA47B239417C}"/>
          </ac:spMkLst>
        </pc:spChg>
        <pc:spChg chg="mod">
          <ac:chgData name="Cartwright, Max" userId="4fdaca64-157b-4f34-aebd-58f672b6a20c" providerId="ADAL" clId="{9B24FA50-177C-4B5A-AA10-BF89D194F6B0}" dt="2024-03-05T20:38:16.427" v="944"/>
          <ac:spMkLst>
            <pc:docMk/>
            <pc:sldMk cId="2479366280" sldId="2147474117"/>
            <ac:spMk id="87" creationId="{DD97FC48-53CA-85AC-B15A-14245467B6DC}"/>
          </ac:spMkLst>
        </pc:spChg>
        <pc:spChg chg="mod">
          <ac:chgData name="Cartwright, Max" userId="4fdaca64-157b-4f34-aebd-58f672b6a20c" providerId="ADAL" clId="{9B24FA50-177C-4B5A-AA10-BF89D194F6B0}" dt="2024-03-05T20:38:16.427" v="944"/>
          <ac:spMkLst>
            <pc:docMk/>
            <pc:sldMk cId="2479366280" sldId="2147474117"/>
            <ac:spMk id="88" creationId="{03E7E87A-49F4-2548-495D-4F584CFFD8BA}"/>
          </ac:spMkLst>
        </pc:spChg>
        <pc:spChg chg="mod">
          <ac:chgData name="Cartwright, Max" userId="4fdaca64-157b-4f34-aebd-58f672b6a20c" providerId="ADAL" clId="{9B24FA50-177C-4B5A-AA10-BF89D194F6B0}" dt="2024-03-05T20:38:16.427" v="944"/>
          <ac:spMkLst>
            <pc:docMk/>
            <pc:sldMk cId="2479366280" sldId="2147474117"/>
            <ac:spMk id="89" creationId="{C66092B7-7478-3545-3864-20881F6EA457}"/>
          </ac:spMkLst>
        </pc:spChg>
        <pc:spChg chg="mod">
          <ac:chgData name="Cartwright, Max" userId="4fdaca64-157b-4f34-aebd-58f672b6a20c" providerId="ADAL" clId="{9B24FA50-177C-4B5A-AA10-BF89D194F6B0}" dt="2024-03-05T20:38:16.427" v="944"/>
          <ac:spMkLst>
            <pc:docMk/>
            <pc:sldMk cId="2479366280" sldId="2147474117"/>
            <ac:spMk id="90" creationId="{4682A793-DE0F-A58B-D6DF-2D681C5389C1}"/>
          </ac:spMkLst>
        </pc:spChg>
        <pc:spChg chg="mod">
          <ac:chgData name="Cartwright, Max" userId="4fdaca64-157b-4f34-aebd-58f672b6a20c" providerId="ADAL" clId="{9B24FA50-177C-4B5A-AA10-BF89D194F6B0}" dt="2024-03-05T20:38:16.427" v="944"/>
          <ac:spMkLst>
            <pc:docMk/>
            <pc:sldMk cId="2479366280" sldId="2147474117"/>
            <ac:spMk id="92" creationId="{FE710C76-6A6A-BACA-80D6-75F2D2E03824}"/>
          </ac:spMkLst>
        </pc:spChg>
        <pc:spChg chg="mod">
          <ac:chgData name="Cartwright, Max" userId="4fdaca64-157b-4f34-aebd-58f672b6a20c" providerId="ADAL" clId="{9B24FA50-177C-4B5A-AA10-BF89D194F6B0}" dt="2024-03-05T20:38:16.427" v="944"/>
          <ac:spMkLst>
            <pc:docMk/>
            <pc:sldMk cId="2479366280" sldId="2147474117"/>
            <ac:spMk id="93" creationId="{730926E1-C612-0EF3-1E53-428ACDDA04A3}"/>
          </ac:spMkLst>
        </pc:spChg>
        <pc:spChg chg="mod">
          <ac:chgData name="Cartwright, Max" userId="4fdaca64-157b-4f34-aebd-58f672b6a20c" providerId="ADAL" clId="{9B24FA50-177C-4B5A-AA10-BF89D194F6B0}" dt="2024-03-05T20:38:16.427" v="944"/>
          <ac:spMkLst>
            <pc:docMk/>
            <pc:sldMk cId="2479366280" sldId="2147474117"/>
            <ac:spMk id="128" creationId="{570463CB-31BC-E06F-90A9-E06DA746F603}"/>
          </ac:spMkLst>
        </pc:spChg>
        <pc:spChg chg="mod">
          <ac:chgData name="Cartwright, Max" userId="4fdaca64-157b-4f34-aebd-58f672b6a20c" providerId="ADAL" clId="{9B24FA50-177C-4B5A-AA10-BF89D194F6B0}" dt="2024-03-05T20:38:16.427" v="944"/>
          <ac:spMkLst>
            <pc:docMk/>
            <pc:sldMk cId="2479366280" sldId="2147474117"/>
            <ac:spMk id="129" creationId="{530F734A-BAF3-F811-61B5-57E043D2A223}"/>
          </ac:spMkLst>
        </pc:spChg>
        <pc:spChg chg="mod">
          <ac:chgData name="Cartwright, Max" userId="4fdaca64-157b-4f34-aebd-58f672b6a20c" providerId="ADAL" clId="{9B24FA50-177C-4B5A-AA10-BF89D194F6B0}" dt="2024-03-05T20:38:16.427" v="944"/>
          <ac:spMkLst>
            <pc:docMk/>
            <pc:sldMk cId="2479366280" sldId="2147474117"/>
            <ac:spMk id="130" creationId="{A8FFC77F-6815-EBED-5A6A-29E891BEF240}"/>
          </ac:spMkLst>
        </pc:spChg>
        <pc:spChg chg="mod">
          <ac:chgData name="Cartwright, Max" userId="4fdaca64-157b-4f34-aebd-58f672b6a20c" providerId="ADAL" clId="{9B24FA50-177C-4B5A-AA10-BF89D194F6B0}" dt="2024-03-05T20:38:16.427" v="944"/>
          <ac:spMkLst>
            <pc:docMk/>
            <pc:sldMk cId="2479366280" sldId="2147474117"/>
            <ac:spMk id="133" creationId="{EC402260-F00E-CAF6-F5B0-88BB584D4C66}"/>
          </ac:spMkLst>
        </pc:spChg>
        <pc:spChg chg="mod">
          <ac:chgData name="Cartwright, Max" userId="4fdaca64-157b-4f34-aebd-58f672b6a20c" providerId="ADAL" clId="{9B24FA50-177C-4B5A-AA10-BF89D194F6B0}" dt="2024-03-05T20:38:16.427" v="944"/>
          <ac:spMkLst>
            <pc:docMk/>
            <pc:sldMk cId="2479366280" sldId="2147474117"/>
            <ac:spMk id="134" creationId="{164F5F98-95F0-505E-0392-4050A69B1549}"/>
          </ac:spMkLst>
        </pc:spChg>
        <pc:spChg chg="mod">
          <ac:chgData name="Cartwright, Max" userId="4fdaca64-157b-4f34-aebd-58f672b6a20c" providerId="ADAL" clId="{9B24FA50-177C-4B5A-AA10-BF89D194F6B0}" dt="2024-03-05T20:38:16.427" v="944"/>
          <ac:spMkLst>
            <pc:docMk/>
            <pc:sldMk cId="2479366280" sldId="2147474117"/>
            <ac:spMk id="135" creationId="{6DC0BE6C-0D42-D149-CF17-5C6D5AB3972F}"/>
          </ac:spMkLst>
        </pc:spChg>
        <pc:spChg chg="mod">
          <ac:chgData name="Cartwright, Max" userId="4fdaca64-157b-4f34-aebd-58f672b6a20c" providerId="ADAL" clId="{9B24FA50-177C-4B5A-AA10-BF89D194F6B0}" dt="2024-03-05T20:38:16.427" v="944"/>
          <ac:spMkLst>
            <pc:docMk/>
            <pc:sldMk cId="2479366280" sldId="2147474117"/>
            <ac:spMk id="136" creationId="{6C81F679-363F-BA29-E3A8-DDB86C4D9A34}"/>
          </ac:spMkLst>
        </pc:spChg>
        <pc:spChg chg="mod">
          <ac:chgData name="Cartwright, Max" userId="4fdaca64-157b-4f34-aebd-58f672b6a20c" providerId="ADAL" clId="{9B24FA50-177C-4B5A-AA10-BF89D194F6B0}" dt="2024-03-05T20:38:16.427" v="944"/>
          <ac:spMkLst>
            <pc:docMk/>
            <pc:sldMk cId="2479366280" sldId="2147474117"/>
            <ac:spMk id="137" creationId="{3273956A-38B2-BA68-4AED-EF5AE18038E2}"/>
          </ac:spMkLst>
        </pc:spChg>
        <pc:spChg chg="mod">
          <ac:chgData name="Cartwright, Max" userId="4fdaca64-157b-4f34-aebd-58f672b6a20c" providerId="ADAL" clId="{9B24FA50-177C-4B5A-AA10-BF89D194F6B0}" dt="2024-03-05T20:38:16.427" v="944"/>
          <ac:spMkLst>
            <pc:docMk/>
            <pc:sldMk cId="2479366280" sldId="2147474117"/>
            <ac:spMk id="138" creationId="{F8A40232-66ED-E957-0BD6-152FBBA822B3}"/>
          </ac:spMkLst>
        </pc:spChg>
        <pc:spChg chg="mod">
          <ac:chgData name="Cartwright, Max" userId="4fdaca64-157b-4f34-aebd-58f672b6a20c" providerId="ADAL" clId="{9B24FA50-177C-4B5A-AA10-BF89D194F6B0}" dt="2024-03-05T20:38:16.427" v="944"/>
          <ac:spMkLst>
            <pc:docMk/>
            <pc:sldMk cId="2479366280" sldId="2147474117"/>
            <ac:spMk id="139" creationId="{AA277938-C07F-9E79-A00A-41DDE5392DE1}"/>
          </ac:spMkLst>
        </pc:spChg>
        <pc:spChg chg="mod">
          <ac:chgData name="Cartwright, Max" userId="4fdaca64-157b-4f34-aebd-58f672b6a20c" providerId="ADAL" clId="{9B24FA50-177C-4B5A-AA10-BF89D194F6B0}" dt="2024-03-05T20:38:16.427" v="944"/>
          <ac:spMkLst>
            <pc:docMk/>
            <pc:sldMk cId="2479366280" sldId="2147474117"/>
            <ac:spMk id="140" creationId="{DE4D2B39-18DC-7A10-4406-2BAE3B1823FA}"/>
          </ac:spMkLst>
        </pc:spChg>
        <pc:spChg chg="mod">
          <ac:chgData name="Cartwright, Max" userId="4fdaca64-157b-4f34-aebd-58f672b6a20c" providerId="ADAL" clId="{9B24FA50-177C-4B5A-AA10-BF89D194F6B0}" dt="2024-03-05T20:38:16.427" v="944"/>
          <ac:spMkLst>
            <pc:docMk/>
            <pc:sldMk cId="2479366280" sldId="2147474117"/>
            <ac:spMk id="141" creationId="{C94DA35A-6815-F1C1-2749-11C108BA8257}"/>
          </ac:spMkLst>
        </pc:spChg>
        <pc:spChg chg="mod">
          <ac:chgData name="Cartwright, Max" userId="4fdaca64-157b-4f34-aebd-58f672b6a20c" providerId="ADAL" clId="{9B24FA50-177C-4B5A-AA10-BF89D194F6B0}" dt="2024-03-05T20:38:16.427" v="944"/>
          <ac:spMkLst>
            <pc:docMk/>
            <pc:sldMk cId="2479366280" sldId="2147474117"/>
            <ac:spMk id="142" creationId="{C1AEB1A0-F5D9-07C9-B549-2518B3D2C010}"/>
          </ac:spMkLst>
        </pc:spChg>
        <pc:spChg chg="add del mod">
          <ac:chgData name="Cartwright, Max" userId="4fdaca64-157b-4f34-aebd-58f672b6a20c" providerId="ADAL" clId="{9B24FA50-177C-4B5A-AA10-BF89D194F6B0}" dt="2024-03-05T20:38:19.650" v="945"/>
          <ac:spMkLst>
            <pc:docMk/>
            <pc:sldMk cId="2479366280" sldId="2147474117"/>
            <ac:spMk id="143" creationId="{16F33844-B747-323F-83AF-B57387F273BF}"/>
          </ac:spMkLst>
        </pc:spChg>
        <pc:spChg chg="add del mod">
          <ac:chgData name="Cartwright, Max" userId="4fdaca64-157b-4f34-aebd-58f672b6a20c" providerId="ADAL" clId="{9B24FA50-177C-4B5A-AA10-BF89D194F6B0}" dt="2024-03-05T20:38:19.650" v="945"/>
          <ac:spMkLst>
            <pc:docMk/>
            <pc:sldMk cId="2479366280" sldId="2147474117"/>
            <ac:spMk id="146" creationId="{1C4BB5B1-440B-9F36-DA21-AB96EAF2E115}"/>
          </ac:spMkLst>
        </pc:spChg>
        <pc:spChg chg="add del mod">
          <ac:chgData name="Cartwright, Max" userId="4fdaca64-157b-4f34-aebd-58f672b6a20c" providerId="ADAL" clId="{9B24FA50-177C-4B5A-AA10-BF89D194F6B0}" dt="2024-03-05T20:38:19.650" v="945"/>
          <ac:spMkLst>
            <pc:docMk/>
            <pc:sldMk cId="2479366280" sldId="2147474117"/>
            <ac:spMk id="148" creationId="{2B84AD63-347A-67F0-0413-80B14551D0EB}"/>
          </ac:spMkLst>
        </pc:spChg>
        <pc:spChg chg="add del mod">
          <ac:chgData name="Cartwright, Max" userId="4fdaca64-157b-4f34-aebd-58f672b6a20c" providerId="ADAL" clId="{9B24FA50-177C-4B5A-AA10-BF89D194F6B0}" dt="2024-03-05T20:38:19.650" v="945"/>
          <ac:spMkLst>
            <pc:docMk/>
            <pc:sldMk cId="2479366280" sldId="2147474117"/>
            <ac:spMk id="149" creationId="{74FE68FE-2786-74F5-EE1F-AE62F357EF7B}"/>
          </ac:spMkLst>
        </pc:spChg>
        <pc:spChg chg="add del mod">
          <ac:chgData name="Cartwright, Max" userId="4fdaca64-157b-4f34-aebd-58f672b6a20c" providerId="ADAL" clId="{9B24FA50-177C-4B5A-AA10-BF89D194F6B0}" dt="2024-03-05T20:38:19.650" v="945"/>
          <ac:spMkLst>
            <pc:docMk/>
            <pc:sldMk cId="2479366280" sldId="2147474117"/>
            <ac:spMk id="150" creationId="{06A288B7-24F1-3A4B-41FD-ED3845636418}"/>
          </ac:spMkLst>
        </pc:spChg>
        <pc:spChg chg="add del mod">
          <ac:chgData name="Cartwright, Max" userId="4fdaca64-157b-4f34-aebd-58f672b6a20c" providerId="ADAL" clId="{9B24FA50-177C-4B5A-AA10-BF89D194F6B0}" dt="2024-03-05T20:38:19.650" v="945"/>
          <ac:spMkLst>
            <pc:docMk/>
            <pc:sldMk cId="2479366280" sldId="2147474117"/>
            <ac:spMk id="151" creationId="{9764E55B-417D-0086-2EB0-D22112E296C9}"/>
          </ac:spMkLst>
        </pc:spChg>
        <pc:spChg chg="add del mod">
          <ac:chgData name="Cartwright, Max" userId="4fdaca64-157b-4f34-aebd-58f672b6a20c" providerId="ADAL" clId="{9B24FA50-177C-4B5A-AA10-BF89D194F6B0}" dt="2024-03-05T20:38:19.650" v="945"/>
          <ac:spMkLst>
            <pc:docMk/>
            <pc:sldMk cId="2479366280" sldId="2147474117"/>
            <ac:spMk id="152" creationId="{55447266-4866-6ACF-57A8-79F8D7050263}"/>
          </ac:spMkLst>
        </pc:spChg>
        <pc:spChg chg="add del mod">
          <ac:chgData name="Cartwright, Max" userId="4fdaca64-157b-4f34-aebd-58f672b6a20c" providerId="ADAL" clId="{9B24FA50-177C-4B5A-AA10-BF89D194F6B0}" dt="2024-03-05T20:38:19.650" v="945"/>
          <ac:spMkLst>
            <pc:docMk/>
            <pc:sldMk cId="2479366280" sldId="2147474117"/>
            <ac:spMk id="153" creationId="{C71B9549-A42C-EA6A-3FB0-50852DCA47FA}"/>
          </ac:spMkLst>
        </pc:spChg>
        <pc:spChg chg="add del mod">
          <ac:chgData name="Cartwright, Max" userId="4fdaca64-157b-4f34-aebd-58f672b6a20c" providerId="ADAL" clId="{9B24FA50-177C-4B5A-AA10-BF89D194F6B0}" dt="2024-03-05T20:38:19.650" v="945"/>
          <ac:spMkLst>
            <pc:docMk/>
            <pc:sldMk cId="2479366280" sldId="2147474117"/>
            <ac:spMk id="154" creationId="{EA57FC72-DE52-7F20-171D-70404D33CA0B}"/>
          </ac:spMkLst>
        </pc:spChg>
        <pc:spChg chg="add del mod">
          <ac:chgData name="Cartwright, Max" userId="4fdaca64-157b-4f34-aebd-58f672b6a20c" providerId="ADAL" clId="{9B24FA50-177C-4B5A-AA10-BF89D194F6B0}" dt="2024-03-05T20:38:19.650" v="945"/>
          <ac:spMkLst>
            <pc:docMk/>
            <pc:sldMk cId="2479366280" sldId="2147474117"/>
            <ac:spMk id="156" creationId="{5237BCD4-121B-A965-9C6A-E246DDC37812}"/>
          </ac:spMkLst>
        </pc:spChg>
        <pc:spChg chg="add del mod">
          <ac:chgData name="Cartwright, Max" userId="4fdaca64-157b-4f34-aebd-58f672b6a20c" providerId="ADAL" clId="{9B24FA50-177C-4B5A-AA10-BF89D194F6B0}" dt="2024-03-05T20:38:19.650" v="945"/>
          <ac:spMkLst>
            <pc:docMk/>
            <pc:sldMk cId="2479366280" sldId="2147474117"/>
            <ac:spMk id="157" creationId="{78AE85D7-72F3-CCF5-083E-5DE39C768303}"/>
          </ac:spMkLst>
        </pc:spChg>
        <pc:spChg chg="del">
          <ac:chgData name="Cartwright, Max" userId="4fdaca64-157b-4f34-aebd-58f672b6a20c" providerId="ADAL" clId="{9B24FA50-177C-4B5A-AA10-BF89D194F6B0}" dt="2024-03-05T20:38:03.143" v="928" actId="478"/>
          <ac:spMkLst>
            <pc:docMk/>
            <pc:sldMk cId="2479366280" sldId="2147474117"/>
            <ac:spMk id="158" creationId="{065D6069-35D1-F6CE-68FA-DAB7FF59AAE4}"/>
          </ac:spMkLst>
        </pc:spChg>
        <pc:spChg chg="del">
          <ac:chgData name="Cartwright, Max" userId="4fdaca64-157b-4f34-aebd-58f672b6a20c" providerId="ADAL" clId="{9B24FA50-177C-4B5A-AA10-BF89D194F6B0}" dt="2024-03-05T20:38:03.143" v="928" actId="478"/>
          <ac:spMkLst>
            <pc:docMk/>
            <pc:sldMk cId="2479366280" sldId="2147474117"/>
            <ac:spMk id="159" creationId="{3E74D0DB-5D9F-2161-28F6-5F9454CB384D}"/>
          </ac:spMkLst>
        </pc:spChg>
        <pc:spChg chg="del">
          <ac:chgData name="Cartwright, Max" userId="4fdaca64-157b-4f34-aebd-58f672b6a20c" providerId="ADAL" clId="{9B24FA50-177C-4B5A-AA10-BF89D194F6B0}" dt="2024-03-05T20:38:03.143" v="928" actId="478"/>
          <ac:spMkLst>
            <pc:docMk/>
            <pc:sldMk cId="2479366280" sldId="2147474117"/>
            <ac:spMk id="161" creationId="{D33F3196-94FF-53A9-BF8E-DF5118DDD82D}"/>
          </ac:spMkLst>
        </pc:spChg>
        <pc:spChg chg="del">
          <ac:chgData name="Cartwright, Max" userId="4fdaca64-157b-4f34-aebd-58f672b6a20c" providerId="ADAL" clId="{9B24FA50-177C-4B5A-AA10-BF89D194F6B0}" dt="2024-03-05T20:38:03.143" v="928" actId="478"/>
          <ac:spMkLst>
            <pc:docMk/>
            <pc:sldMk cId="2479366280" sldId="2147474117"/>
            <ac:spMk id="162" creationId="{5E165112-15A1-D585-19AD-FF403D4091AB}"/>
          </ac:spMkLst>
        </pc:spChg>
        <pc:spChg chg="del">
          <ac:chgData name="Cartwright, Max" userId="4fdaca64-157b-4f34-aebd-58f672b6a20c" providerId="ADAL" clId="{9B24FA50-177C-4B5A-AA10-BF89D194F6B0}" dt="2024-03-05T20:38:03.143" v="928" actId="478"/>
          <ac:spMkLst>
            <pc:docMk/>
            <pc:sldMk cId="2479366280" sldId="2147474117"/>
            <ac:spMk id="163" creationId="{A5DD8720-9485-51AF-3716-5D7E07F0CCBC}"/>
          </ac:spMkLst>
        </pc:spChg>
        <pc:spChg chg="del">
          <ac:chgData name="Cartwright, Max" userId="4fdaca64-157b-4f34-aebd-58f672b6a20c" providerId="ADAL" clId="{9B24FA50-177C-4B5A-AA10-BF89D194F6B0}" dt="2024-03-05T20:38:03.143" v="928" actId="478"/>
          <ac:spMkLst>
            <pc:docMk/>
            <pc:sldMk cId="2479366280" sldId="2147474117"/>
            <ac:spMk id="165" creationId="{B944EC0A-0D17-C1E5-594F-EF5F09298951}"/>
          </ac:spMkLst>
        </pc:spChg>
        <pc:spChg chg="add del mod">
          <ac:chgData name="Cartwright, Max" userId="4fdaca64-157b-4f34-aebd-58f672b6a20c" providerId="ADAL" clId="{9B24FA50-177C-4B5A-AA10-BF89D194F6B0}" dt="2024-03-05T20:38:19.650" v="945"/>
          <ac:spMkLst>
            <pc:docMk/>
            <pc:sldMk cId="2479366280" sldId="2147474117"/>
            <ac:spMk id="174" creationId="{AC671E78-B17C-8FBF-3260-61FB07A7CF5A}"/>
          </ac:spMkLst>
        </pc:spChg>
        <pc:spChg chg="add del mod">
          <ac:chgData name="Cartwright, Max" userId="4fdaca64-157b-4f34-aebd-58f672b6a20c" providerId="ADAL" clId="{9B24FA50-177C-4B5A-AA10-BF89D194F6B0}" dt="2024-03-05T20:38:19.650" v="945"/>
          <ac:spMkLst>
            <pc:docMk/>
            <pc:sldMk cId="2479366280" sldId="2147474117"/>
            <ac:spMk id="176" creationId="{B572073F-0AEA-E2B5-9464-929D785F29E7}"/>
          </ac:spMkLst>
        </pc:spChg>
        <pc:spChg chg="add del mod">
          <ac:chgData name="Cartwright, Max" userId="4fdaca64-157b-4f34-aebd-58f672b6a20c" providerId="ADAL" clId="{9B24FA50-177C-4B5A-AA10-BF89D194F6B0}" dt="2024-03-05T20:38:19.650" v="945"/>
          <ac:spMkLst>
            <pc:docMk/>
            <pc:sldMk cId="2479366280" sldId="2147474117"/>
            <ac:spMk id="178" creationId="{9A073AF4-DC0A-B706-ABCC-516F63E6410D}"/>
          </ac:spMkLst>
        </pc:spChg>
        <pc:spChg chg="add del mod">
          <ac:chgData name="Cartwright, Max" userId="4fdaca64-157b-4f34-aebd-58f672b6a20c" providerId="ADAL" clId="{9B24FA50-177C-4B5A-AA10-BF89D194F6B0}" dt="2024-03-05T20:38:19.650" v="945"/>
          <ac:spMkLst>
            <pc:docMk/>
            <pc:sldMk cId="2479366280" sldId="2147474117"/>
            <ac:spMk id="180" creationId="{9072CE09-28EC-0650-8ED6-E76B421366DD}"/>
          </ac:spMkLst>
        </pc:spChg>
        <pc:spChg chg="mod">
          <ac:chgData name="Cartwright, Max" userId="4fdaca64-157b-4f34-aebd-58f672b6a20c" providerId="ADAL" clId="{9B24FA50-177C-4B5A-AA10-BF89D194F6B0}" dt="2024-03-05T20:38:19.666" v="946"/>
          <ac:spMkLst>
            <pc:docMk/>
            <pc:sldMk cId="2479366280" sldId="2147474117"/>
            <ac:spMk id="182" creationId="{77FC7064-A75B-758A-53A6-657E410AC2B6}"/>
          </ac:spMkLst>
        </pc:spChg>
        <pc:spChg chg="mod">
          <ac:chgData name="Cartwright, Max" userId="4fdaca64-157b-4f34-aebd-58f672b6a20c" providerId="ADAL" clId="{9B24FA50-177C-4B5A-AA10-BF89D194F6B0}" dt="2024-03-05T20:38:19.666" v="946"/>
          <ac:spMkLst>
            <pc:docMk/>
            <pc:sldMk cId="2479366280" sldId="2147474117"/>
            <ac:spMk id="183" creationId="{0C39CF1C-271C-F2F5-2D8F-9E364588DF1A}"/>
          </ac:spMkLst>
        </pc:spChg>
        <pc:spChg chg="mod">
          <ac:chgData name="Cartwright, Max" userId="4fdaca64-157b-4f34-aebd-58f672b6a20c" providerId="ADAL" clId="{9B24FA50-177C-4B5A-AA10-BF89D194F6B0}" dt="2024-03-05T20:38:19.666" v="946"/>
          <ac:spMkLst>
            <pc:docMk/>
            <pc:sldMk cId="2479366280" sldId="2147474117"/>
            <ac:spMk id="188" creationId="{E8E2384E-A4E0-57D2-9BDB-6D848891E1C2}"/>
          </ac:spMkLst>
        </pc:spChg>
        <pc:spChg chg="mod">
          <ac:chgData name="Cartwright, Max" userId="4fdaca64-157b-4f34-aebd-58f672b6a20c" providerId="ADAL" clId="{9B24FA50-177C-4B5A-AA10-BF89D194F6B0}" dt="2024-03-05T20:38:19.666" v="946"/>
          <ac:spMkLst>
            <pc:docMk/>
            <pc:sldMk cId="2479366280" sldId="2147474117"/>
            <ac:spMk id="189" creationId="{3EAA6DB2-B76D-F94D-64B9-07F8FB01F29E}"/>
          </ac:spMkLst>
        </pc:spChg>
        <pc:spChg chg="mod">
          <ac:chgData name="Cartwright, Max" userId="4fdaca64-157b-4f34-aebd-58f672b6a20c" providerId="ADAL" clId="{9B24FA50-177C-4B5A-AA10-BF89D194F6B0}" dt="2024-03-05T20:38:19.666" v="946"/>
          <ac:spMkLst>
            <pc:docMk/>
            <pc:sldMk cId="2479366280" sldId="2147474117"/>
            <ac:spMk id="190" creationId="{5719564D-B0B5-9235-DA26-A0668BBC46FB}"/>
          </ac:spMkLst>
        </pc:spChg>
        <pc:spChg chg="mod">
          <ac:chgData name="Cartwright, Max" userId="4fdaca64-157b-4f34-aebd-58f672b6a20c" providerId="ADAL" clId="{9B24FA50-177C-4B5A-AA10-BF89D194F6B0}" dt="2024-03-05T20:38:19.666" v="946"/>
          <ac:spMkLst>
            <pc:docMk/>
            <pc:sldMk cId="2479366280" sldId="2147474117"/>
            <ac:spMk id="191" creationId="{8088F708-FDCC-26E3-00FC-5857086D44EE}"/>
          </ac:spMkLst>
        </pc:spChg>
        <pc:spChg chg="mod">
          <ac:chgData name="Cartwright, Max" userId="4fdaca64-157b-4f34-aebd-58f672b6a20c" providerId="ADAL" clId="{9B24FA50-177C-4B5A-AA10-BF89D194F6B0}" dt="2024-03-05T20:38:19.666" v="946"/>
          <ac:spMkLst>
            <pc:docMk/>
            <pc:sldMk cId="2479366280" sldId="2147474117"/>
            <ac:spMk id="192" creationId="{C4385A94-3573-9A26-9513-D6319CB8C257}"/>
          </ac:spMkLst>
        </pc:spChg>
        <pc:spChg chg="mod">
          <ac:chgData name="Cartwright, Max" userId="4fdaca64-157b-4f34-aebd-58f672b6a20c" providerId="ADAL" clId="{9B24FA50-177C-4B5A-AA10-BF89D194F6B0}" dt="2024-03-05T20:38:19.666" v="946"/>
          <ac:spMkLst>
            <pc:docMk/>
            <pc:sldMk cId="2479366280" sldId="2147474117"/>
            <ac:spMk id="194" creationId="{7CF7844C-39B9-4E6B-EB09-046B05ACC964}"/>
          </ac:spMkLst>
        </pc:spChg>
        <pc:spChg chg="mod">
          <ac:chgData name="Cartwright, Max" userId="4fdaca64-157b-4f34-aebd-58f672b6a20c" providerId="ADAL" clId="{9B24FA50-177C-4B5A-AA10-BF89D194F6B0}" dt="2024-03-05T20:38:19.666" v="946"/>
          <ac:spMkLst>
            <pc:docMk/>
            <pc:sldMk cId="2479366280" sldId="2147474117"/>
            <ac:spMk id="195" creationId="{3D8B3B11-2D56-9AB0-E2C6-4BA243DFB205}"/>
          </ac:spMkLst>
        </pc:spChg>
        <pc:spChg chg="mod">
          <ac:chgData name="Cartwright, Max" userId="4fdaca64-157b-4f34-aebd-58f672b6a20c" providerId="ADAL" clId="{9B24FA50-177C-4B5A-AA10-BF89D194F6B0}" dt="2024-03-05T20:38:19.666" v="946"/>
          <ac:spMkLst>
            <pc:docMk/>
            <pc:sldMk cId="2479366280" sldId="2147474117"/>
            <ac:spMk id="198" creationId="{0E3800CD-5AE0-485F-C6D7-6FE12539C430}"/>
          </ac:spMkLst>
        </pc:spChg>
        <pc:spChg chg="mod">
          <ac:chgData name="Cartwright, Max" userId="4fdaca64-157b-4f34-aebd-58f672b6a20c" providerId="ADAL" clId="{9B24FA50-177C-4B5A-AA10-BF89D194F6B0}" dt="2024-03-05T20:38:19.666" v="946"/>
          <ac:spMkLst>
            <pc:docMk/>
            <pc:sldMk cId="2479366280" sldId="2147474117"/>
            <ac:spMk id="199" creationId="{4D42E977-BD27-BD5E-2F60-29D0D8DE2E9E}"/>
          </ac:spMkLst>
        </pc:spChg>
        <pc:spChg chg="mod">
          <ac:chgData name="Cartwright, Max" userId="4fdaca64-157b-4f34-aebd-58f672b6a20c" providerId="ADAL" clId="{9B24FA50-177C-4B5A-AA10-BF89D194F6B0}" dt="2024-03-05T20:38:19.666" v="946"/>
          <ac:spMkLst>
            <pc:docMk/>
            <pc:sldMk cId="2479366280" sldId="2147474117"/>
            <ac:spMk id="200" creationId="{8058890A-ACCC-3C41-7649-45A1248D9704}"/>
          </ac:spMkLst>
        </pc:spChg>
        <pc:spChg chg="mod">
          <ac:chgData name="Cartwright, Max" userId="4fdaca64-157b-4f34-aebd-58f672b6a20c" providerId="ADAL" clId="{9B24FA50-177C-4B5A-AA10-BF89D194F6B0}" dt="2024-03-05T20:38:19.666" v="946"/>
          <ac:spMkLst>
            <pc:docMk/>
            <pc:sldMk cId="2479366280" sldId="2147474117"/>
            <ac:spMk id="203" creationId="{5D36A53C-FEA2-BFFC-EA5B-BEAD9A5E40D8}"/>
          </ac:spMkLst>
        </pc:spChg>
        <pc:spChg chg="mod">
          <ac:chgData name="Cartwright, Max" userId="4fdaca64-157b-4f34-aebd-58f672b6a20c" providerId="ADAL" clId="{9B24FA50-177C-4B5A-AA10-BF89D194F6B0}" dt="2024-03-05T20:38:19.666" v="946"/>
          <ac:spMkLst>
            <pc:docMk/>
            <pc:sldMk cId="2479366280" sldId="2147474117"/>
            <ac:spMk id="204" creationId="{DF68F4BC-EE4A-A629-3DAB-3EAE7BA4A330}"/>
          </ac:spMkLst>
        </pc:spChg>
        <pc:spChg chg="mod">
          <ac:chgData name="Cartwright, Max" userId="4fdaca64-157b-4f34-aebd-58f672b6a20c" providerId="ADAL" clId="{9B24FA50-177C-4B5A-AA10-BF89D194F6B0}" dt="2024-03-05T20:38:19.666" v="946"/>
          <ac:spMkLst>
            <pc:docMk/>
            <pc:sldMk cId="2479366280" sldId="2147474117"/>
            <ac:spMk id="205" creationId="{BDF5B1FF-0F2C-862B-F0FA-0882DB371E9E}"/>
          </ac:spMkLst>
        </pc:spChg>
        <pc:spChg chg="mod">
          <ac:chgData name="Cartwright, Max" userId="4fdaca64-157b-4f34-aebd-58f672b6a20c" providerId="ADAL" clId="{9B24FA50-177C-4B5A-AA10-BF89D194F6B0}" dt="2024-03-05T20:38:19.666" v="946"/>
          <ac:spMkLst>
            <pc:docMk/>
            <pc:sldMk cId="2479366280" sldId="2147474117"/>
            <ac:spMk id="206" creationId="{4125F554-4615-3577-65BE-20E6ED4D18FB}"/>
          </ac:spMkLst>
        </pc:spChg>
        <pc:spChg chg="mod">
          <ac:chgData name="Cartwright, Max" userId="4fdaca64-157b-4f34-aebd-58f672b6a20c" providerId="ADAL" clId="{9B24FA50-177C-4B5A-AA10-BF89D194F6B0}" dt="2024-03-05T20:38:19.666" v="946"/>
          <ac:spMkLst>
            <pc:docMk/>
            <pc:sldMk cId="2479366280" sldId="2147474117"/>
            <ac:spMk id="207" creationId="{714B43DA-71FC-AAAD-07C1-42C04E507008}"/>
          </ac:spMkLst>
        </pc:spChg>
        <pc:spChg chg="mod">
          <ac:chgData name="Cartwright, Max" userId="4fdaca64-157b-4f34-aebd-58f672b6a20c" providerId="ADAL" clId="{9B24FA50-177C-4B5A-AA10-BF89D194F6B0}" dt="2024-03-05T20:38:19.666" v="946"/>
          <ac:spMkLst>
            <pc:docMk/>
            <pc:sldMk cId="2479366280" sldId="2147474117"/>
            <ac:spMk id="208" creationId="{F875ECC6-9296-B453-4E2B-16DD1FE6110A}"/>
          </ac:spMkLst>
        </pc:spChg>
        <pc:spChg chg="mod">
          <ac:chgData name="Cartwright, Max" userId="4fdaca64-157b-4f34-aebd-58f672b6a20c" providerId="ADAL" clId="{9B24FA50-177C-4B5A-AA10-BF89D194F6B0}" dt="2024-03-05T20:38:19.666" v="946"/>
          <ac:spMkLst>
            <pc:docMk/>
            <pc:sldMk cId="2479366280" sldId="2147474117"/>
            <ac:spMk id="209" creationId="{05BB46B5-B64F-2A57-0675-7268B69D8361}"/>
          </ac:spMkLst>
        </pc:spChg>
        <pc:spChg chg="mod">
          <ac:chgData name="Cartwright, Max" userId="4fdaca64-157b-4f34-aebd-58f672b6a20c" providerId="ADAL" clId="{9B24FA50-177C-4B5A-AA10-BF89D194F6B0}" dt="2024-03-05T20:38:19.666" v="946"/>
          <ac:spMkLst>
            <pc:docMk/>
            <pc:sldMk cId="2479366280" sldId="2147474117"/>
            <ac:spMk id="210" creationId="{109CE760-C597-2247-5C16-793DB509E3D6}"/>
          </ac:spMkLst>
        </pc:spChg>
        <pc:spChg chg="mod">
          <ac:chgData name="Cartwright, Max" userId="4fdaca64-157b-4f34-aebd-58f672b6a20c" providerId="ADAL" clId="{9B24FA50-177C-4B5A-AA10-BF89D194F6B0}" dt="2024-03-05T20:38:19.666" v="946"/>
          <ac:spMkLst>
            <pc:docMk/>
            <pc:sldMk cId="2479366280" sldId="2147474117"/>
            <ac:spMk id="211" creationId="{85554BB6-BA1C-BC9F-49BC-FE7856ED03AB}"/>
          </ac:spMkLst>
        </pc:spChg>
        <pc:spChg chg="mod">
          <ac:chgData name="Cartwright, Max" userId="4fdaca64-157b-4f34-aebd-58f672b6a20c" providerId="ADAL" clId="{9B24FA50-177C-4B5A-AA10-BF89D194F6B0}" dt="2024-03-05T20:38:19.666" v="946"/>
          <ac:spMkLst>
            <pc:docMk/>
            <pc:sldMk cId="2479366280" sldId="2147474117"/>
            <ac:spMk id="212" creationId="{E1A84A27-3BE6-3CDB-CFF9-B17E971F37A7}"/>
          </ac:spMkLst>
        </pc:spChg>
        <pc:spChg chg="add mod">
          <ac:chgData name="Cartwright, Max" userId="4fdaca64-157b-4f34-aebd-58f672b6a20c" providerId="ADAL" clId="{9B24FA50-177C-4B5A-AA10-BF89D194F6B0}" dt="2024-03-05T20:38:46.487" v="971" actId="1036"/>
          <ac:spMkLst>
            <pc:docMk/>
            <pc:sldMk cId="2479366280" sldId="2147474117"/>
            <ac:spMk id="213" creationId="{A0C2A1E6-D645-C681-9650-AFAB79DAB0A6}"/>
          </ac:spMkLst>
        </pc:spChg>
        <pc:spChg chg="add mod">
          <ac:chgData name="Cartwright, Max" userId="4fdaca64-157b-4f34-aebd-58f672b6a20c" providerId="ADAL" clId="{9B24FA50-177C-4B5A-AA10-BF89D194F6B0}" dt="2024-03-05T20:38:46.487" v="971" actId="1036"/>
          <ac:spMkLst>
            <pc:docMk/>
            <pc:sldMk cId="2479366280" sldId="2147474117"/>
            <ac:spMk id="216" creationId="{8533B157-4669-60C0-EA65-A9501FC3C32B}"/>
          </ac:spMkLst>
        </pc:spChg>
        <pc:spChg chg="add mod">
          <ac:chgData name="Cartwright, Max" userId="4fdaca64-157b-4f34-aebd-58f672b6a20c" providerId="ADAL" clId="{9B24FA50-177C-4B5A-AA10-BF89D194F6B0}" dt="2024-03-05T20:38:46.487" v="971" actId="1036"/>
          <ac:spMkLst>
            <pc:docMk/>
            <pc:sldMk cId="2479366280" sldId="2147474117"/>
            <ac:spMk id="218" creationId="{2E4AB39C-EFE1-B9AB-6582-A7A0F0C3B671}"/>
          </ac:spMkLst>
        </pc:spChg>
        <pc:spChg chg="add mod">
          <ac:chgData name="Cartwright, Max" userId="4fdaca64-157b-4f34-aebd-58f672b6a20c" providerId="ADAL" clId="{9B24FA50-177C-4B5A-AA10-BF89D194F6B0}" dt="2024-03-05T20:38:46.487" v="971" actId="1036"/>
          <ac:spMkLst>
            <pc:docMk/>
            <pc:sldMk cId="2479366280" sldId="2147474117"/>
            <ac:spMk id="219" creationId="{181CBA81-3DE9-24E3-83B4-C9D3B2ED7D7A}"/>
          </ac:spMkLst>
        </pc:spChg>
        <pc:spChg chg="add mod">
          <ac:chgData name="Cartwright, Max" userId="4fdaca64-157b-4f34-aebd-58f672b6a20c" providerId="ADAL" clId="{9B24FA50-177C-4B5A-AA10-BF89D194F6B0}" dt="2024-03-05T20:38:46.487" v="971" actId="1036"/>
          <ac:spMkLst>
            <pc:docMk/>
            <pc:sldMk cId="2479366280" sldId="2147474117"/>
            <ac:spMk id="220" creationId="{118B2BE8-325A-B246-FDC0-945DA5741EA2}"/>
          </ac:spMkLst>
        </pc:spChg>
        <pc:spChg chg="add mod">
          <ac:chgData name="Cartwright, Max" userId="4fdaca64-157b-4f34-aebd-58f672b6a20c" providerId="ADAL" clId="{9B24FA50-177C-4B5A-AA10-BF89D194F6B0}" dt="2024-03-05T20:38:46.487" v="971" actId="1036"/>
          <ac:spMkLst>
            <pc:docMk/>
            <pc:sldMk cId="2479366280" sldId="2147474117"/>
            <ac:spMk id="221" creationId="{1FB6392F-5C23-44FB-A26B-6B90225218F5}"/>
          </ac:spMkLst>
        </pc:spChg>
        <pc:spChg chg="add mod">
          <ac:chgData name="Cartwright, Max" userId="4fdaca64-157b-4f34-aebd-58f672b6a20c" providerId="ADAL" clId="{9B24FA50-177C-4B5A-AA10-BF89D194F6B0}" dt="2024-03-05T20:38:46.487" v="971" actId="1036"/>
          <ac:spMkLst>
            <pc:docMk/>
            <pc:sldMk cId="2479366280" sldId="2147474117"/>
            <ac:spMk id="222" creationId="{37740886-E24D-A6E7-7963-F18CD2A08F68}"/>
          </ac:spMkLst>
        </pc:spChg>
        <pc:spChg chg="add mod">
          <ac:chgData name="Cartwright, Max" userId="4fdaca64-157b-4f34-aebd-58f672b6a20c" providerId="ADAL" clId="{9B24FA50-177C-4B5A-AA10-BF89D194F6B0}" dt="2024-03-05T20:38:46.487" v="971" actId="1036"/>
          <ac:spMkLst>
            <pc:docMk/>
            <pc:sldMk cId="2479366280" sldId="2147474117"/>
            <ac:spMk id="223" creationId="{9BB350E5-1C37-BFD0-492D-CE40864217D7}"/>
          </ac:spMkLst>
        </pc:spChg>
        <pc:spChg chg="add mod">
          <ac:chgData name="Cartwright, Max" userId="4fdaca64-157b-4f34-aebd-58f672b6a20c" providerId="ADAL" clId="{9B24FA50-177C-4B5A-AA10-BF89D194F6B0}" dt="2024-03-05T20:38:46.487" v="971" actId="1036"/>
          <ac:spMkLst>
            <pc:docMk/>
            <pc:sldMk cId="2479366280" sldId="2147474117"/>
            <ac:spMk id="224" creationId="{7D9038E8-ED98-D910-B87D-897813FE178B}"/>
          </ac:spMkLst>
        </pc:spChg>
        <pc:spChg chg="add mod">
          <ac:chgData name="Cartwright, Max" userId="4fdaca64-157b-4f34-aebd-58f672b6a20c" providerId="ADAL" clId="{9B24FA50-177C-4B5A-AA10-BF89D194F6B0}" dt="2024-03-05T20:38:46.487" v="971" actId="1036"/>
          <ac:spMkLst>
            <pc:docMk/>
            <pc:sldMk cId="2479366280" sldId="2147474117"/>
            <ac:spMk id="226" creationId="{372B9C91-D4DD-D208-128A-E3C28B69C022}"/>
          </ac:spMkLst>
        </pc:spChg>
        <pc:spChg chg="add mod">
          <ac:chgData name="Cartwright, Max" userId="4fdaca64-157b-4f34-aebd-58f672b6a20c" providerId="ADAL" clId="{9B24FA50-177C-4B5A-AA10-BF89D194F6B0}" dt="2024-03-05T20:38:46.487" v="971" actId="1036"/>
          <ac:spMkLst>
            <pc:docMk/>
            <pc:sldMk cId="2479366280" sldId="2147474117"/>
            <ac:spMk id="227" creationId="{BC701842-F695-867F-F2FF-C27498C70CE8}"/>
          </ac:spMkLst>
        </pc:spChg>
        <pc:spChg chg="add mod">
          <ac:chgData name="Cartwright, Max" userId="4fdaca64-157b-4f34-aebd-58f672b6a20c" providerId="ADAL" clId="{9B24FA50-177C-4B5A-AA10-BF89D194F6B0}" dt="2024-03-05T20:38:46.487" v="971" actId="1036"/>
          <ac:spMkLst>
            <pc:docMk/>
            <pc:sldMk cId="2479366280" sldId="2147474117"/>
            <ac:spMk id="237" creationId="{986E05A8-F061-5F32-BB77-D9F69188A2D4}"/>
          </ac:spMkLst>
        </pc:spChg>
        <pc:spChg chg="add mod">
          <ac:chgData name="Cartwright, Max" userId="4fdaca64-157b-4f34-aebd-58f672b6a20c" providerId="ADAL" clId="{9B24FA50-177C-4B5A-AA10-BF89D194F6B0}" dt="2024-03-05T20:38:46.487" v="971" actId="1036"/>
          <ac:spMkLst>
            <pc:docMk/>
            <pc:sldMk cId="2479366280" sldId="2147474117"/>
            <ac:spMk id="239" creationId="{68CB47B6-3ECF-FDFF-255E-451B1F42A70D}"/>
          </ac:spMkLst>
        </pc:spChg>
        <pc:spChg chg="add mod">
          <ac:chgData name="Cartwright, Max" userId="4fdaca64-157b-4f34-aebd-58f672b6a20c" providerId="ADAL" clId="{9B24FA50-177C-4B5A-AA10-BF89D194F6B0}" dt="2024-03-05T20:38:46.487" v="971" actId="1036"/>
          <ac:spMkLst>
            <pc:docMk/>
            <pc:sldMk cId="2479366280" sldId="2147474117"/>
            <ac:spMk id="241" creationId="{C19EEDD8-0EBF-4719-E873-50525B42895B}"/>
          </ac:spMkLst>
        </pc:spChg>
        <pc:spChg chg="add del mod">
          <ac:chgData name="Cartwright, Max" userId="4fdaca64-157b-4f34-aebd-58f672b6a20c" providerId="ADAL" clId="{9B24FA50-177C-4B5A-AA10-BF89D194F6B0}" dt="2024-03-05T20:38:40.524" v="948" actId="478"/>
          <ac:spMkLst>
            <pc:docMk/>
            <pc:sldMk cId="2479366280" sldId="2147474117"/>
            <ac:spMk id="243" creationId="{80CE1DF2-8CFE-DF70-29CC-E47B85E94091}"/>
          </ac:spMkLst>
        </pc:spChg>
        <pc:spChg chg="add mod">
          <ac:chgData name="Cartwright, Max" userId="4fdaca64-157b-4f34-aebd-58f672b6a20c" providerId="ADAL" clId="{9B24FA50-177C-4B5A-AA10-BF89D194F6B0}" dt="2024-03-05T20:39:47.422" v="984" actId="20577"/>
          <ac:spMkLst>
            <pc:docMk/>
            <pc:sldMk cId="2479366280" sldId="2147474117"/>
            <ac:spMk id="244" creationId="{7899635A-0504-159A-E37A-54D4A6384C2E}"/>
          </ac:spMkLst>
        </pc:spChg>
        <pc:grpChg chg="del">
          <ac:chgData name="Cartwright, Max" userId="4fdaca64-157b-4f34-aebd-58f672b6a20c" providerId="ADAL" clId="{9B24FA50-177C-4B5A-AA10-BF89D194F6B0}" dt="2024-03-05T20:38:03.143" v="928" actId="478"/>
          <ac:grpSpMkLst>
            <pc:docMk/>
            <pc:sldMk cId="2479366280" sldId="2147474117"/>
            <ac:grpSpMk id="6" creationId="{91F1EEB7-EA7A-D5C8-DE54-4BA7B14A4BFE}"/>
          </ac:grpSpMkLst>
        </pc:grpChg>
        <pc:grpChg chg="del">
          <ac:chgData name="Cartwright, Max" userId="4fdaca64-157b-4f34-aebd-58f672b6a20c" providerId="ADAL" clId="{9B24FA50-177C-4B5A-AA10-BF89D194F6B0}" dt="2024-03-05T20:38:03.143" v="928" actId="478"/>
          <ac:grpSpMkLst>
            <pc:docMk/>
            <pc:sldMk cId="2479366280" sldId="2147474117"/>
            <ac:grpSpMk id="9" creationId="{E84670E2-B3A9-2243-6FE8-B3E0AA34B5D4}"/>
          </ac:grpSpMkLst>
        </pc:grpChg>
        <pc:grpChg chg="add del mod">
          <ac:chgData name="Cartwright, Max" userId="4fdaca64-157b-4f34-aebd-58f672b6a20c" providerId="ADAL" clId="{9B24FA50-177C-4B5A-AA10-BF89D194F6B0}" dt="2024-03-05T20:38:19.650" v="945"/>
          <ac:grpSpMkLst>
            <pc:docMk/>
            <pc:sldMk cId="2479366280" sldId="2147474117"/>
            <ac:grpSpMk id="15" creationId="{7E6472B1-AF5D-D02F-4A55-5A7700536BCF}"/>
          </ac:grpSpMkLst>
        </pc:grpChg>
        <pc:grpChg chg="mod">
          <ac:chgData name="Cartwright, Max" userId="4fdaca64-157b-4f34-aebd-58f672b6a20c" providerId="ADAL" clId="{9B24FA50-177C-4B5A-AA10-BF89D194F6B0}" dt="2024-03-05T20:38:16.427" v="944"/>
          <ac:grpSpMkLst>
            <pc:docMk/>
            <pc:sldMk cId="2479366280" sldId="2147474117"/>
            <ac:grpSpMk id="82" creationId="{7FCE4621-93CE-EB6A-663F-A6686A265FA7}"/>
          </ac:grpSpMkLst>
        </pc:grpChg>
        <pc:grpChg chg="mod">
          <ac:chgData name="Cartwright, Max" userId="4fdaca64-157b-4f34-aebd-58f672b6a20c" providerId="ADAL" clId="{9B24FA50-177C-4B5A-AA10-BF89D194F6B0}" dt="2024-03-05T20:38:16.427" v="944"/>
          <ac:grpSpMkLst>
            <pc:docMk/>
            <pc:sldMk cId="2479366280" sldId="2147474117"/>
            <ac:grpSpMk id="83" creationId="{3C62F276-FB64-393E-5391-9BFA13DEBD9E}"/>
          </ac:grpSpMkLst>
        </pc:grpChg>
        <pc:grpChg chg="mod">
          <ac:chgData name="Cartwright, Max" userId="4fdaca64-157b-4f34-aebd-58f672b6a20c" providerId="ADAL" clId="{9B24FA50-177C-4B5A-AA10-BF89D194F6B0}" dt="2024-03-05T20:38:16.427" v="944"/>
          <ac:grpSpMkLst>
            <pc:docMk/>
            <pc:sldMk cId="2479366280" sldId="2147474117"/>
            <ac:grpSpMk id="84" creationId="{32A2C9CE-AEC5-630F-25AB-BA9075CF1207}"/>
          </ac:grpSpMkLst>
        </pc:grpChg>
        <pc:grpChg chg="mod">
          <ac:chgData name="Cartwright, Max" userId="4fdaca64-157b-4f34-aebd-58f672b6a20c" providerId="ADAL" clId="{9B24FA50-177C-4B5A-AA10-BF89D194F6B0}" dt="2024-03-05T20:38:16.427" v="944"/>
          <ac:grpSpMkLst>
            <pc:docMk/>
            <pc:sldMk cId="2479366280" sldId="2147474117"/>
            <ac:grpSpMk id="85" creationId="{6FC6E29B-7F01-F942-E38F-06D7E1B88C5E}"/>
          </ac:grpSpMkLst>
        </pc:grpChg>
        <pc:grpChg chg="mod">
          <ac:chgData name="Cartwright, Max" userId="4fdaca64-157b-4f34-aebd-58f672b6a20c" providerId="ADAL" clId="{9B24FA50-177C-4B5A-AA10-BF89D194F6B0}" dt="2024-03-05T20:38:16.427" v="944"/>
          <ac:grpSpMkLst>
            <pc:docMk/>
            <pc:sldMk cId="2479366280" sldId="2147474117"/>
            <ac:grpSpMk id="91" creationId="{CDF9A599-401E-9560-8EC7-724C1287FA52}"/>
          </ac:grpSpMkLst>
        </pc:grpChg>
        <pc:grpChg chg="mod">
          <ac:chgData name="Cartwright, Max" userId="4fdaca64-157b-4f34-aebd-58f672b6a20c" providerId="ADAL" clId="{9B24FA50-177C-4B5A-AA10-BF89D194F6B0}" dt="2024-03-05T20:38:16.427" v="944"/>
          <ac:grpSpMkLst>
            <pc:docMk/>
            <pc:sldMk cId="2479366280" sldId="2147474117"/>
            <ac:grpSpMk id="95" creationId="{F4ACF879-5960-9F67-EBCF-B76B77947EAD}"/>
          </ac:grpSpMkLst>
        </pc:grpChg>
        <pc:grpChg chg="add mod">
          <ac:chgData name="Cartwright, Max" userId="4fdaca64-157b-4f34-aebd-58f672b6a20c" providerId="ADAL" clId="{9B24FA50-177C-4B5A-AA10-BF89D194F6B0}" dt="2024-03-05T20:38:46.487" v="971" actId="1036"/>
          <ac:grpSpMkLst>
            <pc:docMk/>
            <pc:sldMk cId="2479366280" sldId="2147474117"/>
            <ac:grpSpMk id="181" creationId="{0D8C28DA-257D-F168-C6ED-4C49573C9B6E}"/>
          </ac:grpSpMkLst>
        </pc:grpChg>
        <pc:grpChg chg="mod">
          <ac:chgData name="Cartwright, Max" userId="4fdaca64-157b-4f34-aebd-58f672b6a20c" providerId="ADAL" clId="{9B24FA50-177C-4B5A-AA10-BF89D194F6B0}" dt="2024-03-05T20:38:19.666" v="946"/>
          <ac:grpSpMkLst>
            <pc:docMk/>
            <pc:sldMk cId="2479366280" sldId="2147474117"/>
            <ac:grpSpMk id="184" creationId="{7397F1EB-61C9-F48B-E940-6E098A83F8D0}"/>
          </ac:grpSpMkLst>
        </pc:grpChg>
        <pc:grpChg chg="mod">
          <ac:chgData name="Cartwright, Max" userId="4fdaca64-157b-4f34-aebd-58f672b6a20c" providerId="ADAL" clId="{9B24FA50-177C-4B5A-AA10-BF89D194F6B0}" dt="2024-03-05T20:38:19.666" v="946"/>
          <ac:grpSpMkLst>
            <pc:docMk/>
            <pc:sldMk cId="2479366280" sldId="2147474117"/>
            <ac:grpSpMk id="185" creationId="{50552E12-8C92-E89A-9639-7C7359DD13AE}"/>
          </ac:grpSpMkLst>
        </pc:grpChg>
        <pc:grpChg chg="mod">
          <ac:chgData name="Cartwright, Max" userId="4fdaca64-157b-4f34-aebd-58f672b6a20c" providerId="ADAL" clId="{9B24FA50-177C-4B5A-AA10-BF89D194F6B0}" dt="2024-03-05T20:38:19.666" v="946"/>
          <ac:grpSpMkLst>
            <pc:docMk/>
            <pc:sldMk cId="2479366280" sldId="2147474117"/>
            <ac:grpSpMk id="186" creationId="{BF574D6E-2F03-AE0C-42E6-505FF0F7929C}"/>
          </ac:grpSpMkLst>
        </pc:grpChg>
        <pc:grpChg chg="mod">
          <ac:chgData name="Cartwright, Max" userId="4fdaca64-157b-4f34-aebd-58f672b6a20c" providerId="ADAL" clId="{9B24FA50-177C-4B5A-AA10-BF89D194F6B0}" dt="2024-03-05T20:38:19.666" v="946"/>
          <ac:grpSpMkLst>
            <pc:docMk/>
            <pc:sldMk cId="2479366280" sldId="2147474117"/>
            <ac:grpSpMk id="187" creationId="{45CFE327-B117-27AA-A0CB-AEC25B6322BB}"/>
          </ac:grpSpMkLst>
        </pc:grpChg>
        <pc:grpChg chg="mod">
          <ac:chgData name="Cartwright, Max" userId="4fdaca64-157b-4f34-aebd-58f672b6a20c" providerId="ADAL" clId="{9B24FA50-177C-4B5A-AA10-BF89D194F6B0}" dt="2024-03-05T20:38:19.666" v="946"/>
          <ac:grpSpMkLst>
            <pc:docMk/>
            <pc:sldMk cId="2479366280" sldId="2147474117"/>
            <ac:grpSpMk id="193" creationId="{B2567466-F36E-1A55-F6CE-A1D0088EE23B}"/>
          </ac:grpSpMkLst>
        </pc:grpChg>
        <pc:grpChg chg="mod">
          <ac:chgData name="Cartwright, Max" userId="4fdaca64-157b-4f34-aebd-58f672b6a20c" providerId="ADAL" clId="{9B24FA50-177C-4B5A-AA10-BF89D194F6B0}" dt="2024-03-05T20:38:19.666" v="946"/>
          <ac:grpSpMkLst>
            <pc:docMk/>
            <pc:sldMk cId="2479366280" sldId="2147474117"/>
            <ac:grpSpMk id="197" creationId="{364EC333-D039-1551-CD66-43E439A80E5D}"/>
          </ac:grpSpMkLst>
        </pc:grpChg>
        <pc:picChg chg="del">
          <ac:chgData name="Cartwright, Max" userId="4fdaca64-157b-4f34-aebd-58f672b6a20c" providerId="ADAL" clId="{9B24FA50-177C-4B5A-AA10-BF89D194F6B0}" dt="2024-03-05T20:38:03.143" v="928" actId="478"/>
          <ac:picMkLst>
            <pc:docMk/>
            <pc:sldMk cId="2479366280" sldId="2147474117"/>
            <ac:picMk id="166" creationId="{32021D27-AC29-E2A0-0031-9CFB5CD37562}"/>
          </ac:picMkLst>
        </pc:picChg>
        <pc:cxnChg chg="mod">
          <ac:chgData name="Cartwright, Max" userId="4fdaca64-157b-4f34-aebd-58f672b6a20c" providerId="ADAL" clId="{9B24FA50-177C-4B5A-AA10-BF89D194F6B0}" dt="2024-03-05T20:38:16.427" v="944"/>
          <ac:cxnSpMkLst>
            <pc:docMk/>
            <pc:sldMk cId="2479366280" sldId="2147474117"/>
            <ac:cxnSpMk id="94" creationId="{BACFD9CF-ECDB-3FE6-1C90-374533F57EF1}"/>
          </ac:cxnSpMkLst>
        </pc:cxnChg>
        <pc:cxnChg chg="mod">
          <ac:chgData name="Cartwright, Max" userId="4fdaca64-157b-4f34-aebd-58f672b6a20c" providerId="ADAL" clId="{9B24FA50-177C-4B5A-AA10-BF89D194F6B0}" dt="2024-03-05T20:38:16.427" v="944"/>
          <ac:cxnSpMkLst>
            <pc:docMk/>
            <pc:sldMk cId="2479366280" sldId="2147474117"/>
            <ac:cxnSpMk id="131" creationId="{C46753D1-C45C-D790-DC08-57345E044D5E}"/>
          </ac:cxnSpMkLst>
        </pc:cxnChg>
        <pc:cxnChg chg="mod">
          <ac:chgData name="Cartwright, Max" userId="4fdaca64-157b-4f34-aebd-58f672b6a20c" providerId="ADAL" clId="{9B24FA50-177C-4B5A-AA10-BF89D194F6B0}" dt="2024-03-05T20:38:16.427" v="944"/>
          <ac:cxnSpMkLst>
            <pc:docMk/>
            <pc:sldMk cId="2479366280" sldId="2147474117"/>
            <ac:cxnSpMk id="132" creationId="{B46C9573-968F-E81B-C3D8-C1BE2DECAF03}"/>
          </ac:cxnSpMkLst>
        </pc:cxnChg>
        <pc:cxnChg chg="add del mod">
          <ac:chgData name="Cartwright, Max" userId="4fdaca64-157b-4f34-aebd-58f672b6a20c" providerId="ADAL" clId="{9B24FA50-177C-4B5A-AA10-BF89D194F6B0}" dt="2024-03-05T20:38:19.650" v="945"/>
          <ac:cxnSpMkLst>
            <pc:docMk/>
            <pc:sldMk cId="2479366280" sldId="2147474117"/>
            <ac:cxnSpMk id="144" creationId="{45C38712-38C9-EBE5-8D6C-2306F1B53349}"/>
          </ac:cxnSpMkLst>
        </pc:cxnChg>
        <pc:cxnChg chg="add del mod">
          <ac:chgData name="Cartwright, Max" userId="4fdaca64-157b-4f34-aebd-58f672b6a20c" providerId="ADAL" clId="{9B24FA50-177C-4B5A-AA10-BF89D194F6B0}" dt="2024-03-05T20:38:19.650" v="945"/>
          <ac:cxnSpMkLst>
            <pc:docMk/>
            <pc:sldMk cId="2479366280" sldId="2147474117"/>
            <ac:cxnSpMk id="145" creationId="{E968B02E-03A1-19DE-19B4-14528801B33B}"/>
          </ac:cxnSpMkLst>
        </pc:cxnChg>
        <pc:cxnChg chg="add del mod">
          <ac:chgData name="Cartwright, Max" userId="4fdaca64-157b-4f34-aebd-58f672b6a20c" providerId="ADAL" clId="{9B24FA50-177C-4B5A-AA10-BF89D194F6B0}" dt="2024-03-05T20:38:19.650" v="945"/>
          <ac:cxnSpMkLst>
            <pc:docMk/>
            <pc:sldMk cId="2479366280" sldId="2147474117"/>
            <ac:cxnSpMk id="147" creationId="{FDE7D02A-3B3A-F773-E108-62127EB11C94}"/>
          </ac:cxnSpMkLst>
        </pc:cxnChg>
        <pc:cxnChg chg="add del mod">
          <ac:chgData name="Cartwright, Max" userId="4fdaca64-157b-4f34-aebd-58f672b6a20c" providerId="ADAL" clId="{9B24FA50-177C-4B5A-AA10-BF89D194F6B0}" dt="2024-03-05T20:38:19.650" v="945"/>
          <ac:cxnSpMkLst>
            <pc:docMk/>
            <pc:sldMk cId="2479366280" sldId="2147474117"/>
            <ac:cxnSpMk id="155" creationId="{CB7C179E-CBAE-DCE6-F2B9-276493BBE737}"/>
          </ac:cxnSpMkLst>
        </pc:cxnChg>
        <pc:cxnChg chg="add del mod">
          <ac:chgData name="Cartwright, Max" userId="4fdaca64-157b-4f34-aebd-58f672b6a20c" providerId="ADAL" clId="{9B24FA50-177C-4B5A-AA10-BF89D194F6B0}" dt="2024-03-05T20:38:19.650" v="945"/>
          <ac:cxnSpMkLst>
            <pc:docMk/>
            <pc:sldMk cId="2479366280" sldId="2147474117"/>
            <ac:cxnSpMk id="160" creationId="{A1828D1D-954E-BD37-C549-69ACA1228166}"/>
          </ac:cxnSpMkLst>
        </pc:cxnChg>
        <pc:cxnChg chg="add del mod">
          <ac:chgData name="Cartwright, Max" userId="4fdaca64-157b-4f34-aebd-58f672b6a20c" providerId="ADAL" clId="{9B24FA50-177C-4B5A-AA10-BF89D194F6B0}" dt="2024-03-05T20:38:19.650" v="945"/>
          <ac:cxnSpMkLst>
            <pc:docMk/>
            <pc:sldMk cId="2479366280" sldId="2147474117"/>
            <ac:cxnSpMk id="164" creationId="{B0DEF2E9-F800-5240-EE0E-BE7CAF7A3CEA}"/>
          </ac:cxnSpMkLst>
        </pc:cxnChg>
        <pc:cxnChg chg="add del mod">
          <ac:chgData name="Cartwright, Max" userId="4fdaca64-157b-4f34-aebd-58f672b6a20c" providerId="ADAL" clId="{9B24FA50-177C-4B5A-AA10-BF89D194F6B0}" dt="2024-03-05T20:38:19.650" v="945"/>
          <ac:cxnSpMkLst>
            <pc:docMk/>
            <pc:sldMk cId="2479366280" sldId="2147474117"/>
            <ac:cxnSpMk id="167" creationId="{F409453B-6D6B-784C-EC49-BCFE64A454C9}"/>
          </ac:cxnSpMkLst>
        </pc:cxnChg>
        <pc:cxnChg chg="add del mod">
          <ac:chgData name="Cartwright, Max" userId="4fdaca64-157b-4f34-aebd-58f672b6a20c" providerId="ADAL" clId="{9B24FA50-177C-4B5A-AA10-BF89D194F6B0}" dt="2024-03-05T20:38:19.650" v="945"/>
          <ac:cxnSpMkLst>
            <pc:docMk/>
            <pc:sldMk cId="2479366280" sldId="2147474117"/>
            <ac:cxnSpMk id="168" creationId="{E0E518D6-C25B-5572-2648-BECF4538D573}"/>
          </ac:cxnSpMkLst>
        </pc:cxnChg>
        <pc:cxnChg chg="add del mod">
          <ac:chgData name="Cartwright, Max" userId="4fdaca64-157b-4f34-aebd-58f672b6a20c" providerId="ADAL" clId="{9B24FA50-177C-4B5A-AA10-BF89D194F6B0}" dt="2024-03-05T20:38:19.650" v="945"/>
          <ac:cxnSpMkLst>
            <pc:docMk/>
            <pc:sldMk cId="2479366280" sldId="2147474117"/>
            <ac:cxnSpMk id="169" creationId="{58A95EDC-7427-FFEC-050A-AE6B523D2645}"/>
          </ac:cxnSpMkLst>
        </pc:cxnChg>
        <pc:cxnChg chg="add del mod">
          <ac:chgData name="Cartwright, Max" userId="4fdaca64-157b-4f34-aebd-58f672b6a20c" providerId="ADAL" clId="{9B24FA50-177C-4B5A-AA10-BF89D194F6B0}" dt="2024-03-05T20:38:19.650" v="945"/>
          <ac:cxnSpMkLst>
            <pc:docMk/>
            <pc:sldMk cId="2479366280" sldId="2147474117"/>
            <ac:cxnSpMk id="170" creationId="{C94F093A-F707-53B2-574A-52B2AFF95132}"/>
          </ac:cxnSpMkLst>
        </pc:cxnChg>
        <pc:cxnChg chg="add del mod">
          <ac:chgData name="Cartwright, Max" userId="4fdaca64-157b-4f34-aebd-58f672b6a20c" providerId="ADAL" clId="{9B24FA50-177C-4B5A-AA10-BF89D194F6B0}" dt="2024-03-05T20:38:19.650" v="945"/>
          <ac:cxnSpMkLst>
            <pc:docMk/>
            <pc:sldMk cId="2479366280" sldId="2147474117"/>
            <ac:cxnSpMk id="171" creationId="{45362BE3-ACA2-59BD-3BAD-63C22EB09BBA}"/>
          </ac:cxnSpMkLst>
        </pc:cxnChg>
        <pc:cxnChg chg="add del mod">
          <ac:chgData name="Cartwright, Max" userId="4fdaca64-157b-4f34-aebd-58f672b6a20c" providerId="ADAL" clId="{9B24FA50-177C-4B5A-AA10-BF89D194F6B0}" dt="2024-03-05T20:38:19.650" v="945"/>
          <ac:cxnSpMkLst>
            <pc:docMk/>
            <pc:sldMk cId="2479366280" sldId="2147474117"/>
            <ac:cxnSpMk id="172" creationId="{F35BD77A-79BA-8374-B2B7-198613209464}"/>
          </ac:cxnSpMkLst>
        </pc:cxnChg>
        <pc:cxnChg chg="add del mod">
          <ac:chgData name="Cartwright, Max" userId="4fdaca64-157b-4f34-aebd-58f672b6a20c" providerId="ADAL" clId="{9B24FA50-177C-4B5A-AA10-BF89D194F6B0}" dt="2024-03-05T20:38:19.650" v="945"/>
          <ac:cxnSpMkLst>
            <pc:docMk/>
            <pc:sldMk cId="2479366280" sldId="2147474117"/>
            <ac:cxnSpMk id="173" creationId="{0AFDBEBB-6C26-1946-DC2D-84AD98D8572C}"/>
          </ac:cxnSpMkLst>
        </pc:cxnChg>
        <pc:cxnChg chg="add del mod">
          <ac:chgData name="Cartwright, Max" userId="4fdaca64-157b-4f34-aebd-58f672b6a20c" providerId="ADAL" clId="{9B24FA50-177C-4B5A-AA10-BF89D194F6B0}" dt="2024-03-05T20:38:19.650" v="945"/>
          <ac:cxnSpMkLst>
            <pc:docMk/>
            <pc:sldMk cId="2479366280" sldId="2147474117"/>
            <ac:cxnSpMk id="175" creationId="{1F77328D-5F5C-6CF6-70EF-D2A9310183B8}"/>
          </ac:cxnSpMkLst>
        </pc:cxnChg>
        <pc:cxnChg chg="add del mod">
          <ac:chgData name="Cartwright, Max" userId="4fdaca64-157b-4f34-aebd-58f672b6a20c" providerId="ADAL" clId="{9B24FA50-177C-4B5A-AA10-BF89D194F6B0}" dt="2024-03-05T20:38:19.650" v="945"/>
          <ac:cxnSpMkLst>
            <pc:docMk/>
            <pc:sldMk cId="2479366280" sldId="2147474117"/>
            <ac:cxnSpMk id="177" creationId="{9EDC385D-BC9D-ACFA-5E67-076E3DF2E591}"/>
          </ac:cxnSpMkLst>
        </pc:cxnChg>
        <pc:cxnChg chg="add del mod">
          <ac:chgData name="Cartwright, Max" userId="4fdaca64-157b-4f34-aebd-58f672b6a20c" providerId="ADAL" clId="{9B24FA50-177C-4B5A-AA10-BF89D194F6B0}" dt="2024-03-05T20:38:19.650" v="945"/>
          <ac:cxnSpMkLst>
            <pc:docMk/>
            <pc:sldMk cId="2479366280" sldId="2147474117"/>
            <ac:cxnSpMk id="179" creationId="{EE70F1B1-EC4F-6386-E9AF-4AD758619921}"/>
          </ac:cxnSpMkLst>
        </pc:cxnChg>
        <pc:cxnChg chg="mod">
          <ac:chgData name="Cartwright, Max" userId="4fdaca64-157b-4f34-aebd-58f672b6a20c" providerId="ADAL" clId="{9B24FA50-177C-4B5A-AA10-BF89D194F6B0}" dt="2024-03-05T20:38:46.487" v="971" actId="1036"/>
          <ac:cxnSpMkLst>
            <pc:docMk/>
            <pc:sldMk cId="2479366280" sldId="2147474117"/>
            <ac:cxnSpMk id="196" creationId="{ADA61AF0-3804-15B3-FDF9-1FEC53F80162}"/>
          </ac:cxnSpMkLst>
        </pc:cxnChg>
        <pc:cxnChg chg="mod">
          <ac:chgData name="Cartwright, Max" userId="4fdaca64-157b-4f34-aebd-58f672b6a20c" providerId="ADAL" clId="{9B24FA50-177C-4B5A-AA10-BF89D194F6B0}" dt="2024-03-05T20:38:19.666" v="946"/>
          <ac:cxnSpMkLst>
            <pc:docMk/>
            <pc:sldMk cId="2479366280" sldId="2147474117"/>
            <ac:cxnSpMk id="201" creationId="{8E4B8292-AC0A-E2CF-593E-5A78E79CD20D}"/>
          </ac:cxnSpMkLst>
        </pc:cxnChg>
        <pc:cxnChg chg="mod">
          <ac:chgData name="Cartwright, Max" userId="4fdaca64-157b-4f34-aebd-58f672b6a20c" providerId="ADAL" clId="{9B24FA50-177C-4B5A-AA10-BF89D194F6B0}" dt="2024-03-05T20:38:19.666" v="946"/>
          <ac:cxnSpMkLst>
            <pc:docMk/>
            <pc:sldMk cId="2479366280" sldId="2147474117"/>
            <ac:cxnSpMk id="202" creationId="{BC403141-118C-0B84-1AA7-0E4D88E5D124}"/>
          </ac:cxnSpMkLst>
        </pc:cxnChg>
        <pc:cxnChg chg="add mod">
          <ac:chgData name="Cartwright, Max" userId="4fdaca64-157b-4f34-aebd-58f672b6a20c" providerId="ADAL" clId="{9B24FA50-177C-4B5A-AA10-BF89D194F6B0}" dt="2024-03-05T20:38:46.487" v="971" actId="1036"/>
          <ac:cxnSpMkLst>
            <pc:docMk/>
            <pc:sldMk cId="2479366280" sldId="2147474117"/>
            <ac:cxnSpMk id="214" creationId="{0DD4F487-2EF1-379E-C39B-04090E481059}"/>
          </ac:cxnSpMkLst>
        </pc:cxnChg>
        <pc:cxnChg chg="add mod">
          <ac:chgData name="Cartwright, Max" userId="4fdaca64-157b-4f34-aebd-58f672b6a20c" providerId="ADAL" clId="{9B24FA50-177C-4B5A-AA10-BF89D194F6B0}" dt="2024-03-05T20:38:46.487" v="971" actId="1036"/>
          <ac:cxnSpMkLst>
            <pc:docMk/>
            <pc:sldMk cId="2479366280" sldId="2147474117"/>
            <ac:cxnSpMk id="215" creationId="{B714E640-0F34-F764-7BD4-BADCC0B6A83E}"/>
          </ac:cxnSpMkLst>
        </pc:cxnChg>
        <pc:cxnChg chg="add mod">
          <ac:chgData name="Cartwright, Max" userId="4fdaca64-157b-4f34-aebd-58f672b6a20c" providerId="ADAL" clId="{9B24FA50-177C-4B5A-AA10-BF89D194F6B0}" dt="2024-03-05T20:38:46.487" v="971" actId="1036"/>
          <ac:cxnSpMkLst>
            <pc:docMk/>
            <pc:sldMk cId="2479366280" sldId="2147474117"/>
            <ac:cxnSpMk id="217" creationId="{B3D16CCA-47D5-4EC1-AD6A-1601D2E7C245}"/>
          </ac:cxnSpMkLst>
        </pc:cxnChg>
        <pc:cxnChg chg="add mod">
          <ac:chgData name="Cartwright, Max" userId="4fdaca64-157b-4f34-aebd-58f672b6a20c" providerId="ADAL" clId="{9B24FA50-177C-4B5A-AA10-BF89D194F6B0}" dt="2024-03-05T20:38:46.487" v="971" actId="1036"/>
          <ac:cxnSpMkLst>
            <pc:docMk/>
            <pc:sldMk cId="2479366280" sldId="2147474117"/>
            <ac:cxnSpMk id="225" creationId="{868719C9-E07D-E3D6-7AB6-CB7490E36210}"/>
          </ac:cxnSpMkLst>
        </pc:cxnChg>
        <pc:cxnChg chg="add mod">
          <ac:chgData name="Cartwright, Max" userId="4fdaca64-157b-4f34-aebd-58f672b6a20c" providerId="ADAL" clId="{9B24FA50-177C-4B5A-AA10-BF89D194F6B0}" dt="2024-03-05T20:38:46.487" v="971" actId="1036"/>
          <ac:cxnSpMkLst>
            <pc:docMk/>
            <pc:sldMk cId="2479366280" sldId="2147474117"/>
            <ac:cxnSpMk id="228" creationId="{4ACBD422-98B5-1789-A8D7-15FB9146B452}"/>
          </ac:cxnSpMkLst>
        </pc:cxnChg>
        <pc:cxnChg chg="add mod">
          <ac:chgData name="Cartwright, Max" userId="4fdaca64-157b-4f34-aebd-58f672b6a20c" providerId="ADAL" clId="{9B24FA50-177C-4B5A-AA10-BF89D194F6B0}" dt="2024-03-05T20:38:46.487" v="971" actId="1036"/>
          <ac:cxnSpMkLst>
            <pc:docMk/>
            <pc:sldMk cId="2479366280" sldId="2147474117"/>
            <ac:cxnSpMk id="229" creationId="{DB80A816-A98A-85AF-D16D-0DA6F1FEDAA3}"/>
          </ac:cxnSpMkLst>
        </pc:cxnChg>
        <pc:cxnChg chg="add mod">
          <ac:chgData name="Cartwright, Max" userId="4fdaca64-157b-4f34-aebd-58f672b6a20c" providerId="ADAL" clId="{9B24FA50-177C-4B5A-AA10-BF89D194F6B0}" dt="2024-03-05T20:38:46.487" v="971" actId="1036"/>
          <ac:cxnSpMkLst>
            <pc:docMk/>
            <pc:sldMk cId="2479366280" sldId="2147474117"/>
            <ac:cxnSpMk id="230" creationId="{6084D901-2AAF-537D-1F7D-51D542420927}"/>
          </ac:cxnSpMkLst>
        </pc:cxnChg>
        <pc:cxnChg chg="add mod">
          <ac:chgData name="Cartwright, Max" userId="4fdaca64-157b-4f34-aebd-58f672b6a20c" providerId="ADAL" clId="{9B24FA50-177C-4B5A-AA10-BF89D194F6B0}" dt="2024-03-05T20:38:46.487" v="971" actId="1036"/>
          <ac:cxnSpMkLst>
            <pc:docMk/>
            <pc:sldMk cId="2479366280" sldId="2147474117"/>
            <ac:cxnSpMk id="231" creationId="{EF141129-037C-17FF-67A4-722D2611C7CA}"/>
          </ac:cxnSpMkLst>
        </pc:cxnChg>
        <pc:cxnChg chg="add mod">
          <ac:chgData name="Cartwright, Max" userId="4fdaca64-157b-4f34-aebd-58f672b6a20c" providerId="ADAL" clId="{9B24FA50-177C-4B5A-AA10-BF89D194F6B0}" dt="2024-03-05T20:38:46.487" v="971" actId="1036"/>
          <ac:cxnSpMkLst>
            <pc:docMk/>
            <pc:sldMk cId="2479366280" sldId="2147474117"/>
            <ac:cxnSpMk id="232" creationId="{8C9CCC5E-F47A-3B98-6D57-6E5104A243DE}"/>
          </ac:cxnSpMkLst>
        </pc:cxnChg>
        <pc:cxnChg chg="add mod">
          <ac:chgData name="Cartwright, Max" userId="4fdaca64-157b-4f34-aebd-58f672b6a20c" providerId="ADAL" clId="{9B24FA50-177C-4B5A-AA10-BF89D194F6B0}" dt="2024-03-05T20:38:46.487" v="971" actId="1036"/>
          <ac:cxnSpMkLst>
            <pc:docMk/>
            <pc:sldMk cId="2479366280" sldId="2147474117"/>
            <ac:cxnSpMk id="233" creationId="{438E7357-1976-2359-DF8D-FAD0FE68533C}"/>
          </ac:cxnSpMkLst>
        </pc:cxnChg>
        <pc:cxnChg chg="add mod">
          <ac:chgData name="Cartwright, Max" userId="4fdaca64-157b-4f34-aebd-58f672b6a20c" providerId="ADAL" clId="{9B24FA50-177C-4B5A-AA10-BF89D194F6B0}" dt="2024-03-05T20:38:46.487" v="971" actId="1036"/>
          <ac:cxnSpMkLst>
            <pc:docMk/>
            <pc:sldMk cId="2479366280" sldId="2147474117"/>
            <ac:cxnSpMk id="234" creationId="{B186A637-0A8D-85A4-9448-4CD0D82D34F1}"/>
          </ac:cxnSpMkLst>
        </pc:cxnChg>
        <pc:cxnChg chg="add mod">
          <ac:chgData name="Cartwright, Max" userId="4fdaca64-157b-4f34-aebd-58f672b6a20c" providerId="ADAL" clId="{9B24FA50-177C-4B5A-AA10-BF89D194F6B0}" dt="2024-03-05T20:38:46.487" v="971" actId="1036"/>
          <ac:cxnSpMkLst>
            <pc:docMk/>
            <pc:sldMk cId="2479366280" sldId="2147474117"/>
            <ac:cxnSpMk id="235" creationId="{C2F6CD3F-C762-BD44-1C6F-B6ABB2F2F88D}"/>
          </ac:cxnSpMkLst>
        </pc:cxnChg>
        <pc:cxnChg chg="add mod">
          <ac:chgData name="Cartwright, Max" userId="4fdaca64-157b-4f34-aebd-58f672b6a20c" providerId="ADAL" clId="{9B24FA50-177C-4B5A-AA10-BF89D194F6B0}" dt="2024-03-05T20:38:46.487" v="971" actId="1036"/>
          <ac:cxnSpMkLst>
            <pc:docMk/>
            <pc:sldMk cId="2479366280" sldId="2147474117"/>
            <ac:cxnSpMk id="236" creationId="{1A32BA3C-CFD7-08AE-8842-B1D9135CDD9F}"/>
          </ac:cxnSpMkLst>
        </pc:cxnChg>
        <pc:cxnChg chg="add mod">
          <ac:chgData name="Cartwright, Max" userId="4fdaca64-157b-4f34-aebd-58f672b6a20c" providerId="ADAL" clId="{9B24FA50-177C-4B5A-AA10-BF89D194F6B0}" dt="2024-03-05T20:38:46.487" v="971" actId="1036"/>
          <ac:cxnSpMkLst>
            <pc:docMk/>
            <pc:sldMk cId="2479366280" sldId="2147474117"/>
            <ac:cxnSpMk id="238" creationId="{408ADA7F-A3A3-B09F-E910-B057E510D210}"/>
          </ac:cxnSpMkLst>
        </pc:cxnChg>
        <pc:cxnChg chg="add mod">
          <ac:chgData name="Cartwright, Max" userId="4fdaca64-157b-4f34-aebd-58f672b6a20c" providerId="ADAL" clId="{9B24FA50-177C-4B5A-AA10-BF89D194F6B0}" dt="2024-03-05T20:38:46.487" v="971" actId="1036"/>
          <ac:cxnSpMkLst>
            <pc:docMk/>
            <pc:sldMk cId="2479366280" sldId="2147474117"/>
            <ac:cxnSpMk id="240" creationId="{887943AE-8E08-EA94-1CE1-092DFB7C9823}"/>
          </ac:cxnSpMkLst>
        </pc:cxnChg>
        <pc:cxnChg chg="add mod">
          <ac:chgData name="Cartwright, Max" userId="4fdaca64-157b-4f34-aebd-58f672b6a20c" providerId="ADAL" clId="{9B24FA50-177C-4B5A-AA10-BF89D194F6B0}" dt="2024-03-05T20:38:46.487" v="971" actId="1036"/>
          <ac:cxnSpMkLst>
            <pc:docMk/>
            <pc:sldMk cId="2479366280" sldId="2147474117"/>
            <ac:cxnSpMk id="242" creationId="{09F75986-2B56-9CB5-226C-62DC896B7654}"/>
          </ac:cxnSpMkLst>
        </pc:cxnChg>
      </pc:sldChg>
      <pc:sldChg chg="addSp delSp modSp add mod">
        <pc:chgData name="Cartwright, Max" userId="4fdaca64-157b-4f34-aebd-58f672b6a20c" providerId="ADAL" clId="{9B24FA50-177C-4B5A-AA10-BF89D194F6B0}" dt="2024-03-05T21:10:06.797" v="1251" actId="14100"/>
        <pc:sldMkLst>
          <pc:docMk/>
          <pc:sldMk cId="2626391186" sldId="2147474118"/>
        </pc:sldMkLst>
        <pc:spChg chg="mod">
          <ac:chgData name="Cartwright, Max" userId="4fdaca64-157b-4f34-aebd-58f672b6a20c" providerId="ADAL" clId="{9B24FA50-177C-4B5A-AA10-BF89D194F6B0}" dt="2024-03-05T21:03:02.611" v="1142" actId="1076"/>
          <ac:spMkLst>
            <pc:docMk/>
            <pc:sldMk cId="2626391186" sldId="2147474118"/>
            <ac:spMk id="2" creationId="{A12F6D44-E7A3-0ABE-257B-CE6CFD018E5C}"/>
          </ac:spMkLst>
        </pc:spChg>
        <pc:spChg chg="mod">
          <ac:chgData name="Cartwright, Max" userId="4fdaca64-157b-4f34-aebd-58f672b6a20c" providerId="ADAL" clId="{9B24FA50-177C-4B5A-AA10-BF89D194F6B0}" dt="2024-03-05T20:51:59.483" v="1040" actId="6549"/>
          <ac:spMkLst>
            <pc:docMk/>
            <pc:sldMk cId="2626391186" sldId="2147474118"/>
            <ac:spMk id="3" creationId="{E7A0A04E-4539-76F3-C369-AD07AF8FA944}"/>
          </ac:spMkLst>
        </pc:spChg>
        <pc:spChg chg="del">
          <ac:chgData name="Cartwright, Max" userId="4fdaca64-157b-4f34-aebd-58f672b6a20c" providerId="ADAL" clId="{9B24FA50-177C-4B5A-AA10-BF89D194F6B0}" dt="2024-03-05T20:51:49.010" v="1013" actId="478"/>
          <ac:spMkLst>
            <pc:docMk/>
            <pc:sldMk cId="2626391186" sldId="2147474118"/>
            <ac:spMk id="4" creationId="{706B6A75-28EE-1CEB-7E72-360E7BA43EB4}"/>
          </ac:spMkLst>
        </pc:spChg>
        <pc:spChg chg="del">
          <ac:chgData name="Cartwright, Max" userId="4fdaca64-157b-4f34-aebd-58f672b6a20c" providerId="ADAL" clId="{9B24FA50-177C-4B5A-AA10-BF89D194F6B0}" dt="2024-03-05T20:51:49.010" v="1013" actId="478"/>
          <ac:spMkLst>
            <pc:docMk/>
            <pc:sldMk cId="2626391186" sldId="2147474118"/>
            <ac:spMk id="5" creationId="{C180034C-E859-B2E5-597F-47AA58FED094}"/>
          </ac:spMkLst>
        </pc:spChg>
        <pc:spChg chg="del">
          <ac:chgData name="Cartwright, Max" userId="4fdaca64-157b-4f34-aebd-58f672b6a20c" providerId="ADAL" clId="{9B24FA50-177C-4B5A-AA10-BF89D194F6B0}" dt="2024-03-05T20:51:49.010" v="1013" actId="478"/>
          <ac:spMkLst>
            <pc:docMk/>
            <pc:sldMk cId="2626391186" sldId="2147474118"/>
            <ac:spMk id="16" creationId="{323917D4-59EC-69F8-6FB5-6A37B28BDB35}"/>
          </ac:spMkLst>
        </pc:spChg>
        <pc:spChg chg="del">
          <ac:chgData name="Cartwright, Max" userId="4fdaca64-157b-4f34-aebd-58f672b6a20c" providerId="ADAL" clId="{9B24FA50-177C-4B5A-AA10-BF89D194F6B0}" dt="2024-03-05T20:51:49.010" v="1013" actId="478"/>
          <ac:spMkLst>
            <pc:docMk/>
            <pc:sldMk cId="2626391186" sldId="2147474118"/>
            <ac:spMk id="17" creationId="{7EE8758F-CE2A-406C-25A5-24AADC136BEB}"/>
          </ac:spMkLst>
        </pc:spChg>
        <pc:spChg chg="del">
          <ac:chgData name="Cartwright, Max" userId="4fdaca64-157b-4f34-aebd-58f672b6a20c" providerId="ADAL" clId="{9B24FA50-177C-4B5A-AA10-BF89D194F6B0}" dt="2024-03-05T20:51:49.010" v="1013" actId="478"/>
          <ac:spMkLst>
            <pc:docMk/>
            <pc:sldMk cId="2626391186" sldId="2147474118"/>
            <ac:spMk id="18" creationId="{E3CE930B-6579-D0D0-A55B-55BA0970A65A}"/>
          </ac:spMkLst>
        </pc:spChg>
        <pc:spChg chg="del">
          <ac:chgData name="Cartwright, Max" userId="4fdaca64-157b-4f34-aebd-58f672b6a20c" providerId="ADAL" clId="{9B24FA50-177C-4B5A-AA10-BF89D194F6B0}" dt="2024-03-05T20:51:49.010" v="1013" actId="478"/>
          <ac:spMkLst>
            <pc:docMk/>
            <pc:sldMk cId="2626391186" sldId="2147474118"/>
            <ac:spMk id="19" creationId="{6E2E7925-F87A-5A21-091A-AE06F240E47F}"/>
          </ac:spMkLst>
        </pc:spChg>
        <pc:spChg chg="del">
          <ac:chgData name="Cartwright, Max" userId="4fdaca64-157b-4f34-aebd-58f672b6a20c" providerId="ADAL" clId="{9B24FA50-177C-4B5A-AA10-BF89D194F6B0}" dt="2024-03-05T20:51:49.010" v="1013" actId="478"/>
          <ac:spMkLst>
            <pc:docMk/>
            <pc:sldMk cId="2626391186" sldId="2147474118"/>
            <ac:spMk id="20" creationId="{509D5C8D-8ABD-06CA-F858-FF0498BAECB4}"/>
          </ac:spMkLst>
        </pc:spChg>
        <pc:spChg chg="del">
          <ac:chgData name="Cartwright, Max" userId="4fdaca64-157b-4f34-aebd-58f672b6a20c" providerId="ADAL" clId="{9B24FA50-177C-4B5A-AA10-BF89D194F6B0}" dt="2024-03-05T20:51:49.010" v="1013" actId="478"/>
          <ac:spMkLst>
            <pc:docMk/>
            <pc:sldMk cId="2626391186" sldId="2147474118"/>
            <ac:spMk id="21" creationId="{86A9E356-8DCA-1DD8-2A15-B34268754DA4}"/>
          </ac:spMkLst>
        </pc:spChg>
        <pc:spChg chg="del">
          <ac:chgData name="Cartwright, Max" userId="4fdaca64-157b-4f34-aebd-58f672b6a20c" providerId="ADAL" clId="{9B24FA50-177C-4B5A-AA10-BF89D194F6B0}" dt="2024-03-05T20:51:49.010" v="1013" actId="478"/>
          <ac:spMkLst>
            <pc:docMk/>
            <pc:sldMk cId="2626391186" sldId="2147474118"/>
            <ac:spMk id="22" creationId="{C8AEB16C-B524-FEC4-CF7B-4F32BD03B7A4}"/>
          </ac:spMkLst>
        </pc:spChg>
        <pc:spChg chg="del">
          <ac:chgData name="Cartwright, Max" userId="4fdaca64-157b-4f34-aebd-58f672b6a20c" providerId="ADAL" clId="{9B24FA50-177C-4B5A-AA10-BF89D194F6B0}" dt="2024-03-05T20:51:49.010" v="1013" actId="478"/>
          <ac:spMkLst>
            <pc:docMk/>
            <pc:sldMk cId="2626391186" sldId="2147474118"/>
            <ac:spMk id="23" creationId="{3C1EC9D6-9A54-FB80-1934-F123AEA2D776}"/>
          </ac:spMkLst>
        </pc:spChg>
        <pc:spChg chg="del">
          <ac:chgData name="Cartwright, Max" userId="4fdaca64-157b-4f34-aebd-58f672b6a20c" providerId="ADAL" clId="{9B24FA50-177C-4B5A-AA10-BF89D194F6B0}" dt="2024-03-05T20:51:49.010" v="1013" actId="478"/>
          <ac:spMkLst>
            <pc:docMk/>
            <pc:sldMk cId="2626391186" sldId="2147474118"/>
            <ac:spMk id="24" creationId="{B2E8C7B2-49F0-F8F5-8B5B-40C4277DBDF1}"/>
          </ac:spMkLst>
        </pc:spChg>
        <pc:spChg chg="del">
          <ac:chgData name="Cartwright, Max" userId="4fdaca64-157b-4f34-aebd-58f672b6a20c" providerId="ADAL" clId="{9B24FA50-177C-4B5A-AA10-BF89D194F6B0}" dt="2024-03-05T20:51:49.010" v="1013" actId="478"/>
          <ac:spMkLst>
            <pc:docMk/>
            <pc:sldMk cId="2626391186" sldId="2147474118"/>
            <ac:spMk id="25" creationId="{C65A9B1D-85D4-6894-1C87-58A9458231E9}"/>
          </ac:spMkLst>
        </pc:spChg>
        <pc:spChg chg="del">
          <ac:chgData name="Cartwright, Max" userId="4fdaca64-157b-4f34-aebd-58f672b6a20c" providerId="ADAL" clId="{9B24FA50-177C-4B5A-AA10-BF89D194F6B0}" dt="2024-03-05T20:51:49.010" v="1013" actId="478"/>
          <ac:spMkLst>
            <pc:docMk/>
            <pc:sldMk cId="2626391186" sldId="2147474118"/>
            <ac:spMk id="26" creationId="{FB02089F-7999-44B7-7BDF-5E837335AFD2}"/>
          </ac:spMkLst>
        </pc:spChg>
        <pc:spChg chg="del">
          <ac:chgData name="Cartwright, Max" userId="4fdaca64-157b-4f34-aebd-58f672b6a20c" providerId="ADAL" clId="{9B24FA50-177C-4B5A-AA10-BF89D194F6B0}" dt="2024-03-05T20:51:49.010" v="1013" actId="478"/>
          <ac:spMkLst>
            <pc:docMk/>
            <pc:sldMk cId="2626391186" sldId="2147474118"/>
            <ac:spMk id="27" creationId="{5F4D5FDD-8F0B-B331-6ADC-FEA916B2E436}"/>
          </ac:spMkLst>
        </pc:spChg>
        <pc:spChg chg="del">
          <ac:chgData name="Cartwright, Max" userId="4fdaca64-157b-4f34-aebd-58f672b6a20c" providerId="ADAL" clId="{9B24FA50-177C-4B5A-AA10-BF89D194F6B0}" dt="2024-03-05T20:51:49.010" v="1013" actId="478"/>
          <ac:spMkLst>
            <pc:docMk/>
            <pc:sldMk cId="2626391186" sldId="2147474118"/>
            <ac:spMk id="28" creationId="{6618089D-87C0-6293-AAD2-BB3037CF2215}"/>
          </ac:spMkLst>
        </pc:spChg>
        <pc:spChg chg="del">
          <ac:chgData name="Cartwright, Max" userId="4fdaca64-157b-4f34-aebd-58f672b6a20c" providerId="ADAL" clId="{9B24FA50-177C-4B5A-AA10-BF89D194F6B0}" dt="2024-03-05T20:51:49.010" v="1013" actId="478"/>
          <ac:spMkLst>
            <pc:docMk/>
            <pc:sldMk cId="2626391186" sldId="2147474118"/>
            <ac:spMk id="29" creationId="{8F9AC9CE-EE22-8999-C91E-7C53927F2574}"/>
          </ac:spMkLst>
        </pc:spChg>
        <pc:spChg chg="del">
          <ac:chgData name="Cartwright, Max" userId="4fdaca64-157b-4f34-aebd-58f672b6a20c" providerId="ADAL" clId="{9B24FA50-177C-4B5A-AA10-BF89D194F6B0}" dt="2024-03-05T20:51:49.010" v="1013" actId="478"/>
          <ac:spMkLst>
            <pc:docMk/>
            <pc:sldMk cId="2626391186" sldId="2147474118"/>
            <ac:spMk id="30" creationId="{5E82B770-D54A-FBF8-FE78-3CD59F1E0B3C}"/>
          </ac:spMkLst>
        </pc:spChg>
        <pc:spChg chg="del">
          <ac:chgData name="Cartwright, Max" userId="4fdaca64-157b-4f34-aebd-58f672b6a20c" providerId="ADAL" clId="{9B24FA50-177C-4B5A-AA10-BF89D194F6B0}" dt="2024-03-05T20:51:49.010" v="1013" actId="478"/>
          <ac:spMkLst>
            <pc:docMk/>
            <pc:sldMk cId="2626391186" sldId="2147474118"/>
            <ac:spMk id="31" creationId="{F6EDAFA3-CF5D-6CD1-3F04-F26402155D40}"/>
          </ac:spMkLst>
        </pc:spChg>
        <pc:spChg chg="del">
          <ac:chgData name="Cartwright, Max" userId="4fdaca64-157b-4f34-aebd-58f672b6a20c" providerId="ADAL" clId="{9B24FA50-177C-4B5A-AA10-BF89D194F6B0}" dt="2024-03-05T20:51:49.010" v="1013" actId="478"/>
          <ac:spMkLst>
            <pc:docMk/>
            <pc:sldMk cId="2626391186" sldId="2147474118"/>
            <ac:spMk id="64" creationId="{56C8ED0B-81D8-46AA-6AD3-9599BED25299}"/>
          </ac:spMkLst>
        </pc:spChg>
        <pc:spChg chg="del">
          <ac:chgData name="Cartwright, Max" userId="4fdaca64-157b-4f34-aebd-58f672b6a20c" providerId="ADAL" clId="{9B24FA50-177C-4B5A-AA10-BF89D194F6B0}" dt="2024-03-05T20:51:49.010" v="1013" actId="478"/>
          <ac:spMkLst>
            <pc:docMk/>
            <pc:sldMk cId="2626391186" sldId="2147474118"/>
            <ac:spMk id="65" creationId="{DD795179-BE8A-87C7-2CC3-B660419A6194}"/>
          </ac:spMkLst>
        </pc:spChg>
        <pc:spChg chg="del">
          <ac:chgData name="Cartwright, Max" userId="4fdaca64-157b-4f34-aebd-58f672b6a20c" providerId="ADAL" clId="{9B24FA50-177C-4B5A-AA10-BF89D194F6B0}" dt="2024-03-05T20:51:49.010" v="1013" actId="478"/>
          <ac:spMkLst>
            <pc:docMk/>
            <pc:sldMk cId="2626391186" sldId="2147474118"/>
            <ac:spMk id="66" creationId="{29E59022-4BF3-E29E-C12E-B58C08FA9385}"/>
          </ac:spMkLst>
        </pc:spChg>
        <pc:spChg chg="del">
          <ac:chgData name="Cartwright, Max" userId="4fdaca64-157b-4f34-aebd-58f672b6a20c" providerId="ADAL" clId="{9B24FA50-177C-4B5A-AA10-BF89D194F6B0}" dt="2024-03-05T20:51:49.010" v="1013" actId="478"/>
          <ac:spMkLst>
            <pc:docMk/>
            <pc:sldMk cId="2626391186" sldId="2147474118"/>
            <ac:spMk id="67" creationId="{3E936388-8B97-58FF-A34C-E612EA3AE1DB}"/>
          </ac:spMkLst>
        </pc:spChg>
        <pc:spChg chg="del">
          <ac:chgData name="Cartwright, Max" userId="4fdaca64-157b-4f34-aebd-58f672b6a20c" providerId="ADAL" clId="{9B24FA50-177C-4B5A-AA10-BF89D194F6B0}" dt="2024-03-05T20:51:49.010" v="1013" actId="478"/>
          <ac:spMkLst>
            <pc:docMk/>
            <pc:sldMk cId="2626391186" sldId="2147474118"/>
            <ac:spMk id="68" creationId="{6EC92D07-E96C-E6F1-6144-5C016A8483E5}"/>
          </ac:spMkLst>
        </pc:spChg>
        <pc:spChg chg="del">
          <ac:chgData name="Cartwright, Max" userId="4fdaca64-157b-4f34-aebd-58f672b6a20c" providerId="ADAL" clId="{9B24FA50-177C-4B5A-AA10-BF89D194F6B0}" dt="2024-03-05T20:51:49.010" v="1013" actId="478"/>
          <ac:spMkLst>
            <pc:docMk/>
            <pc:sldMk cId="2626391186" sldId="2147474118"/>
            <ac:spMk id="69" creationId="{5D7DF35D-547B-CEF6-8912-5239B47DA582}"/>
          </ac:spMkLst>
        </pc:spChg>
        <pc:spChg chg="del">
          <ac:chgData name="Cartwright, Max" userId="4fdaca64-157b-4f34-aebd-58f672b6a20c" providerId="ADAL" clId="{9B24FA50-177C-4B5A-AA10-BF89D194F6B0}" dt="2024-03-05T20:51:49.010" v="1013" actId="478"/>
          <ac:spMkLst>
            <pc:docMk/>
            <pc:sldMk cId="2626391186" sldId="2147474118"/>
            <ac:spMk id="70" creationId="{FAE2441E-7556-7B01-38DD-4F7576311E9F}"/>
          </ac:spMkLst>
        </pc:spChg>
        <pc:spChg chg="del">
          <ac:chgData name="Cartwright, Max" userId="4fdaca64-157b-4f34-aebd-58f672b6a20c" providerId="ADAL" clId="{9B24FA50-177C-4B5A-AA10-BF89D194F6B0}" dt="2024-03-05T20:51:49.010" v="1013" actId="478"/>
          <ac:spMkLst>
            <pc:docMk/>
            <pc:sldMk cId="2626391186" sldId="2147474118"/>
            <ac:spMk id="71" creationId="{CFB73E41-28E5-5B6A-78F2-6DDBCEC42C75}"/>
          </ac:spMkLst>
        </pc:spChg>
        <pc:spChg chg="del">
          <ac:chgData name="Cartwright, Max" userId="4fdaca64-157b-4f34-aebd-58f672b6a20c" providerId="ADAL" clId="{9B24FA50-177C-4B5A-AA10-BF89D194F6B0}" dt="2024-03-05T20:51:49.010" v="1013" actId="478"/>
          <ac:spMkLst>
            <pc:docMk/>
            <pc:sldMk cId="2626391186" sldId="2147474118"/>
            <ac:spMk id="72" creationId="{8BE5E1E7-CD92-CE60-9C08-362CA75D1DE5}"/>
          </ac:spMkLst>
        </pc:spChg>
        <pc:spChg chg="del">
          <ac:chgData name="Cartwright, Max" userId="4fdaca64-157b-4f34-aebd-58f672b6a20c" providerId="ADAL" clId="{9B24FA50-177C-4B5A-AA10-BF89D194F6B0}" dt="2024-03-05T20:51:49.010" v="1013" actId="478"/>
          <ac:spMkLst>
            <pc:docMk/>
            <pc:sldMk cId="2626391186" sldId="2147474118"/>
            <ac:spMk id="73" creationId="{DA88CA85-FB53-C64C-A159-419AAEA605FC}"/>
          </ac:spMkLst>
        </pc:spChg>
        <pc:spChg chg="del">
          <ac:chgData name="Cartwright, Max" userId="4fdaca64-157b-4f34-aebd-58f672b6a20c" providerId="ADAL" clId="{9B24FA50-177C-4B5A-AA10-BF89D194F6B0}" dt="2024-03-05T20:51:49.010" v="1013" actId="478"/>
          <ac:spMkLst>
            <pc:docMk/>
            <pc:sldMk cId="2626391186" sldId="2147474118"/>
            <ac:spMk id="74" creationId="{09C7C15D-2C82-6EBF-7732-7EE3199114C7}"/>
          </ac:spMkLst>
        </pc:spChg>
        <pc:spChg chg="del">
          <ac:chgData name="Cartwright, Max" userId="4fdaca64-157b-4f34-aebd-58f672b6a20c" providerId="ADAL" clId="{9B24FA50-177C-4B5A-AA10-BF89D194F6B0}" dt="2024-03-05T20:51:49.010" v="1013" actId="478"/>
          <ac:spMkLst>
            <pc:docMk/>
            <pc:sldMk cId="2626391186" sldId="2147474118"/>
            <ac:spMk id="75" creationId="{91FCB2E9-EFCE-A69F-5B43-74088B169490}"/>
          </ac:spMkLst>
        </pc:spChg>
        <pc:spChg chg="del">
          <ac:chgData name="Cartwright, Max" userId="4fdaca64-157b-4f34-aebd-58f672b6a20c" providerId="ADAL" clId="{9B24FA50-177C-4B5A-AA10-BF89D194F6B0}" dt="2024-03-05T20:51:49.010" v="1013" actId="478"/>
          <ac:spMkLst>
            <pc:docMk/>
            <pc:sldMk cId="2626391186" sldId="2147474118"/>
            <ac:spMk id="76" creationId="{660483A6-BF2E-831F-93A1-BC2E4F558646}"/>
          </ac:spMkLst>
        </pc:spChg>
        <pc:spChg chg="del">
          <ac:chgData name="Cartwright, Max" userId="4fdaca64-157b-4f34-aebd-58f672b6a20c" providerId="ADAL" clId="{9B24FA50-177C-4B5A-AA10-BF89D194F6B0}" dt="2024-03-05T20:51:49.010" v="1013" actId="478"/>
          <ac:spMkLst>
            <pc:docMk/>
            <pc:sldMk cId="2626391186" sldId="2147474118"/>
            <ac:spMk id="77" creationId="{74A95E0F-3AB5-937B-3315-BED95511C67C}"/>
          </ac:spMkLst>
        </pc:spChg>
        <pc:spChg chg="del">
          <ac:chgData name="Cartwright, Max" userId="4fdaca64-157b-4f34-aebd-58f672b6a20c" providerId="ADAL" clId="{9B24FA50-177C-4B5A-AA10-BF89D194F6B0}" dt="2024-03-05T20:51:49.010" v="1013" actId="478"/>
          <ac:spMkLst>
            <pc:docMk/>
            <pc:sldMk cId="2626391186" sldId="2147474118"/>
            <ac:spMk id="79" creationId="{CD85CC9E-C76C-99A6-0AA7-D23EBC90B81C}"/>
          </ac:spMkLst>
        </pc:spChg>
        <pc:spChg chg="del">
          <ac:chgData name="Cartwright, Max" userId="4fdaca64-157b-4f34-aebd-58f672b6a20c" providerId="ADAL" clId="{9B24FA50-177C-4B5A-AA10-BF89D194F6B0}" dt="2024-03-05T20:51:49.010" v="1013" actId="478"/>
          <ac:spMkLst>
            <pc:docMk/>
            <pc:sldMk cId="2626391186" sldId="2147474118"/>
            <ac:spMk id="80" creationId="{D12F3023-A010-953A-C779-351443104C21}"/>
          </ac:spMkLst>
        </pc:spChg>
        <pc:spChg chg="add del mod">
          <ac:chgData name="Cartwright, Max" userId="4fdaca64-157b-4f34-aebd-58f672b6a20c" providerId="ADAL" clId="{9B24FA50-177C-4B5A-AA10-BF89D194F6B0}" dt="2024-03-05T20:59:15.216" v="1066"/>
          <ac:spMkLst>
            <pc:docMk/>
            <pc:sldMk cId="2626391186" sldId="2147474118"/>
            <ac:spMk id="88" creationId="{D6F6388C-7560-F89E-5F7B-C4EBB7B780EF}"/>
          </ac:spMkLst>
        </pc:spChg>
        <pc:spChg chg="add del mod">
          <ac:chgData name="Cartwright, Max" userId="4fdaca64-157b-4f34-aebd-58f672b6a20c" providerId="ADAL" clId="{9B24FA50-177C-4B5A-AA10-BF89D194F6B0}" dt="2024-03-05T20:59:15.216" v="1066"/>
          <ac:spMkLst>
            <pc:docMk/>
            <pc:sldMk cId="2626391186" sldId="2147474118"/>
            <ac:spMk id="89" creationId="{D44856F6-EE3D-B76E-42E8-A9F01DAA8D13}"/>
          </ac:spMkLst>
        </pc:spChg>
        <pc:spChg chg="add del mod">
          <ac:chgData name="Cartwright, Max" userId="4fdaca64-157b-4f34-aebd-58f672b6a20c" providerId="ADAL" clId="{9B24FA50-177C-4B5A-AA10-BF89D194F6B0}" dt="2024-03-05T20:59:15.216" v="1066"/>
          <ac:spMkLst>
            <pc:docMk/>
            <pc:sldMk cId="2626391186" sldId="2147474118"/>
            <ac:spMk id="93" creationId="{8FD1750F-1C55-82F8-944F-9401609F7501}"/>
          </ac:spMkLst>
        </pc:spChg>
        <pc:spChg chg="add del mod">
          <ac:chgData name="Cartwright, Max" userId="4fdaca64-157b-4f34-aebd-58f672b6a20c" providerId="ADAL" clId="{9B24FA50-177C-4B5A-AA10-BF89D194F6B0}" dt="2024-03-05T20:59:15.216" v="1066"/>
          <ac:spMkLst>
            <pc:docMk/>
            <pc:sldMk cId="2626391186" sldId="2147474118"/>
            <ac:spMk id="94" creationId="{3CFD90DA-95CC-0E32-AD68-F8766E5C44A9}"/>
          </ac:spMkLst>
        </pc:spChg>
        <pc:spChg chg="add del mod">
          <ac:chgData name="Cartwright, Max" userId="4fdaca64-157b-4f34-aebd-58f672b6a20c" providerId="ADAL" clId="{9B24FA50-177C-4B5A-AA10-BF89D194F6B0}" dt="2024-03-05T20:59:15.216" v="1066"/>
          <ac:spMkLst>
            <pc:docMk/>
            <pc:sldMk cId="2626391186" sldId="2147474118"/>
            <ac:spMk id="95" creationId="{F6991599-1A4F-22B6-08B1-2CB46C020C29}"/>
          </ac:spMkLst>
        </pc:spChg>
        <pc:spChg chg="add del mod">
          <ac:chgData name="Cartwright, Max" userId="4fdaca64-157b-4f34-aebd-58f672b6a20c" providerId="ADAL" clId="{9B24FA50-177C-4B5A-AA10-BF89D194F6B0}" dt="2024-03-05T20:59:15.216" v="1066"/>
          <ac:spMkLst>
            <pc:docMk/>
            <pc:sldMk cId="2626391186" sldId="2147474118"/>
            <ac:spMk id="128" creationId="{5A10727C-2561-A7BB-CB8D-E2C67E385D73}"/>
          </ac:spMkLst>
        </pc:spChg>
        <pc:spChg chg="add del mod">
          <ac:chgData name="Cartwright, Max" userId="4fdaca64-157b-4f34-aebd-58f672b6a20c" providerId="ADAL" clId="{9B24FA50-177C-4B5A-AA10-BF89D194F6B0}" dt="2024-03-05T20:59:53.160" v="1096" actId="478"/>
          <ac:spMkLst>
            <pc:docMk/>
            <pc:sldMk cId="2626391186" sldId="2147474118"/>
            <ac:spMk id="141" creationId="{D6F6388C-7560-F89E-5F7B-C4EBB7B780EF}"/>
          </ac:spMkLst>
        </pc:spChg>
        <pc:spChg chg="add del mod">
          <ac:chgData name="Cartwright, Max" userId="4fdaca64-157b-4f34-aebd-58f672b6a20c" providerId="ADAL" clId="{9B24FA50-177C-4B5A-AA10-BF89D194F6B0}" dt="2024-03-05T20:59:53.160" v="1096" actId="478"/>
          <ac:spMkLst>
            <pc:docMk/>
            <pc:sldMk cId="2626391186" sldId="2147474118"/>
            <ac:spMk id="142" creationId="{D44856F6-EE3D-B76E-42E8-A9F01DAA8D13}"/>
          </ac:spMkLst>
        </pc:spChg>
        <pc:spChg chg="add del mod">
          <ac:chgData name="Cartwright, Max" userId="4fdaca64-157b-4f34-aebd-58f672b6a20c" providerId="ADAL" clId="{9B24FA50-177C-4B5A-AA10-BF89D194F6B0}" dt="2024-03-05T20:59:53.160" v="1096" actId="478"/>
          <ac:spMkLst>
            <pc:docMk/>
            <pc:sldMk cId="2626391186" sldId="2147474118"/>
            <ac:spMk id="146" creationId="{8FD1750F-1C55-82F8-944F-9401609F7501}"/>
          </ac:spMkLst>
        </pc:spChg>
        <pc:spChg chg="add del mod">
          <ac:chgData name="Cartwright, Max" userId="4fdaca64-157b-4f34-aebd-58f672b6a20c" providerId="ADAL" clId="{9B24FA50-177C-4B5A-AA10-BF89D194F6B0}" dt="2024-03-05T20:59:53.160" v="1096" actId="478"/>
          <ac:spMkLst>
            <pc:docMk/>
            <pc:sldMk cId="2626391186" sldId="2147474118"/>
            <ac:spMk id="147" creationId="{3CFD90DA-95CC-0E32-AD68-F8766E5C44A9}"/>
          </ac:spMkLst>
        </pc:spChg>
        <pc:spChg chg="add del mod">
          <ac:chgData name="Cartwright, Max" userId="4fdaca64-157b-4f34-aebd-58f672b6a20c" providerId="ADAL" clId="{9B24FA50-177C-4B5A-AA10-BF89D194F6B0}" dt="2024-03-05T20:59:53.160" v="1096" actId="478"/>
          <ac:spMkLst>
            <pc:docMk/>
            <pc:sldMk cId="2626391186" sldId="2147474118"/>
            <ac:spMk id="148" creationId="{F6991599-1A4F-22B6-08B1-2CB46C020C29}"/>
          </ac:spMkLst>
        </pc:spChg>
        <pc:spChg chg="add del mod">
          <ac:chgData name="Cartwright, Max" userId="4fdaca64-157b-4f34-aebd-58f672b6a20c" providerId="ADAL" clId="{9B24FA50-177C-4B5A-AA10-BF89D194F6B0}" dt="2024-03-05T20:59:53.160" v="1096" actId="478"/>
          <ac:spMkLst>
            <pc:docMk/>
            <pc:sldMk cId="2626391186" sldId="2147474118"/>
            <ac:spMk id="149" creationId="{5A10727C-2561-A7BB-CB8D-E2C67E385D73}"/>
          </ac:spMkLst>
        </pc:spChg>
        <pc:spChg chg="add del mod">
          <ac:chgData name="Cartwright, Max" userId="4fdaca64-157b-4f34-aebd-58f672b6a20c" providerId="ADAL" clId="{9B24FA50-177C-4B5A-AA10-BF89D194F6B0}" dt="2024-03-05T21:02:23.814" v="1100"/>
          <ac:spMkLst>
            <pc:docMk/>
            <pc:sldMk cId="2626391186" sldId="2147474118"/>
            <ac:spMk id="155" creationId="{8FD1750F-1C55-82F8-944F-9401609F7501}"/>
          </ac:spMkLst>
        </pc:spChg>
        <pc:spChg chg="add mod">
          <ac:chgData name="Cartwright, Max" userId="4fdaca64-157b-4f34-aebd-58f672b6a20c" providerId="ADAL" clId="{9B24FA50-177C-4B5A-AA10-BF89D194F6B0}" dt="2024-03-05T21:02:29.928" v="1102" actId="1076"/>
          <ac:spMkLst>
            <pc:docMk/>
            <pc:sldMk cId="2626391186" sldId="2147474118"/>
            <ac:spMk id="157" creationId="{8FD1750F-1C55-82F8-944F-9401609F7501}"/>
          </ac:spMkLst>
        </pc:spChg>
        <pc:spChg chg="del">
          <ac:chgData name="Cartwright, Max" userId="4fdaca64-157b-4f34-aebd-58f672b6a20c" providerId="ADAL" clId="{9B24FA50-177C-4B5A-AA10-BF89D194F6B0}" dt="2024-03-05T20:51:49.010" v="1013" actId="478"/>
          <ac:spMkLst>
            <pc:docMk/>
            <pc:sldMk cId="2626391186" sldId="2147474118"/>
            <ac:spMk id="158" creationId="{065D6069-35D1-F6CE-68FA-DAB7FF59AAE4}"/>
          </ac:spMkLst>
        </pc:spChg>
        <pc:spChg chg="del">
          <ac:chgData name="Cartwright, Max" userId="4fdaca64-157b-4f34-aebd-58f672b6a20c" providerId="ADAL" clId="{9B24FA50-177C-4B5A-AA10-BF89D194F6B0}" dt="2024-03-05T20:51:49.010" v="1013" actId="478"/>
          <ac:spMkLst>
            <pc:docMk/>
            <pc:sldMk cId="2626391186" sldId="2147474118"/>
            <ac:spMk id="159" creationId="{3E74D0DB-5D9F-2161-28F6-5F9454CB384D}"/>
          </ac:spMkLst>
        </pc:spChg>
        <pc:spChg chg="add del mod">
          <ac:chgData name="Cartwright, Max" userId="4fdaca64-157b-4f34-aebd-58f672b6a20c" providerId="ADAL" clId="{9B24FA50-177C-4B5A-AA10-BF89D194F6B0}" dt="2024-03-05T21:02:48.950" v="1114" actId="478"/>
          <ac:spMkLst>
            <pc:docMk/>
            <pc:sldMk cId="2626391186" sldId="2147474118"/>
            <ac:spMk id="160" creationId="{3BE94E6F-56EA-018C-3547-E598274282CE}"/>
          </ac:spMkLst>
        </pc:spChg>
        <pc:spChg chg="del">
          <ac:chgData name="Cartwright, Max" userId="4fdaca64-157b-4f34-aebd-58f672b6a20c" providerId="ADAL" clId="{9B24FA50-177C-4B5A-AA10-BF89D194F6B0}" dt="2024-03-05T20:51:49.010" v="1013" actId="478"/>
          <ac:spMkLst>
            <pc:docMk/>
            <pc:sldMk cId="2626391186" sldId="2147474118"/>
            <ac:spMk id="161" creationId="{D33F3196-94FF-53A9-BF8E-DF5118DDD82D}"/>
          </ac:spMkLst>
        </pc:spChg>
        <pc:spChg chg="del">
          <ac:chgData name="Cartwright, Max" userId="4fdaca64-157b-4f34-aebd-58f672b6a20c" providerId="ADAL" clId="{9B24FA50-177C-4B5A-AA10-BF89D194F6B0}" dt="2024-03-05T20:51:49.010" v="1013" actId="478"/>
          <ac:spMkLst>
            <pc:docMk/>
            <pc:sldMk cId="2626391186" sldId="2147474118"/>
            <ac:spMk id="162" creationId="{5E165112-15A1-D585-19AD-FF403D4091AB}"/>
          </ac:spMkLst>
        </pc:spChg>
        <pc:spChg chg="del">
          <ac:chgData name="Cartwright, Max" userId="4fdaca64-157b-4f34-aebd-58f672b6a20c" providerId="ADAL" clId="{9B24FA50-177C-4B5A-AA10-BF89D194F6B0}" dt="2024-03-05T20:51:49.010" v="1013" actId="478"/>
          <ac:spMkLst>
            <pc:docMk/>
            <pc:sldMk cId="2626391186" sldId="2147474118"/>
            <ac:spMk id="163" creationId="{A5DD8720-9485-51AF-3716-5D7E07F0CCBC}"/>
          </ac:spMkLst>
        </pc:spChg>
        <pc:spChg chg="del">
          <ac:chgData name="Cartwright, Max" userId="4fdaca64-157b-4f34-aebd-58f672b6a20c" providerId="ADAL" clId="{9B24FA50-177C-4B5A-AA10-BF89D194F6B0}" dt="2024-03-05T20:51:49.010" v="1013" actId="478"/>
          <ac:spMkLst>
            <pc:docMk/>
            <pc:sldMk cId="2626391186" sldId="2147474118"/>
            <ac:spMk id="165" creationId="{B944EC0A-0D17-C1E5-594F-EF5F09298951}"/>
          </ac:spMkLst>
        </pc:spChg>
        <pc:grpChg chg="del">
          <ac:chgData name="Cartwright, Max" userId="4fdaca64-157b-4f34-aebd-58f672b6a20c" providerId="ADAL" clId="{9B24FA50-177C-4B5A-AA10-BF89D194F6B0}" dt="2024-03-05T20:51:49.010" v="1013" actId="478"/>
          <ac:grpSpMkLst>
            <pc:docMk/>
            <pc:sldMk cId="2626391186" sldId="2147474118"/>
            <ac:grpSpMk id="6" creationId="{91F1EEB7-EA7A-D5C8-DE54-4BA7B14A4BFE}"/>
          </ac:grpSpMkLst>
        </pc:grpChg>
        <pc:grpChg chg="del">
          <ac:chgData name="Cartwright, Max" userId="4fdaca64-157b-4f34-aebd-58f672b6a20c" providerId="ADAL" clId="{9B24FA50-177C-4B5A-AA10-BF89D194F6B0}" dt="2024-03-05T20:51:49.010" v="1013" actId="478"/>
          <ac:grpSpMkLst>
            <pc:docMk/>
            <pc:sldMk cId="2626391186" sldId="2147474118"/>
            <ac:grpSpMk id="9" creationId="{E84670E2-B3A9-2243-6FE8-B3E0AA34B5D4}"/>
          </ac:grpSpMkLst>
        </pc:grpChg>
        <pc:graphicFrameChg chg="add del mod modGraphic">
          <ac:chgData name="Cartwright, Max" userId="4fdaca64-157b-4f34-aebd-58f672b6a20c" providerId="ADAL" clId="{9B24FA50-177C-4B5A-AA10-BF89D194F6B0}" dt="2024-03-05T20:59:06.180" v="1060" actId="478"/>
          <ac:graphicFrameMkLst>
            <pc:docMk/>
            <pc:sldMk cId="2626391186" sldId="2147474118"/>
            <ac:graphicFrameMk id="15" creationId="{48142E70-8380-E2EB-6B36-08E990EC8479}"/>
          </ac:graphicFrameMkLst>
        </pc:graphicFrameChg>
        <pc:graphicFrameChg chg="add del mod">
          <ac:chgData name="Cartwright, Max" userId="4fdaca64-157b-4f34-aebd-58f672b6a20c" providerId="ADAL" clId="{9B24FA50-177C-4B5A-AA10-BF89D194F6B0}" dt="2024-03-05T20:59:15.216" v="1066"/>
          <ac:graphicFrameMkLst>
            <pc:docMk/>
            <pc:sldMk cId="2626391186" sldId="2147474118"/>
            <ac:graphicFrameMk id="78" creationId="{FD282D64-E19C-9612-FA5B-C723DD030EA7}"/>
          </ac:graphicFrameMkLst>
        </pc:graphicFrameChg>
        <pc:graphicFrameChg chg="add del mod">
          <ac:chgData name="Cartwright, Max" userId="4fdaca64-157b-4f34-aebd-58f672b6a20c" providerId="ADAL" clId="{9B24FA50-177C-4B5A-AA10-BF89D194F6B0}" dt="2024-03-05T20:59:53.160" v="1096" actId="478"/>
          <ac:graphicFrameMkLst>
            <pc:docMk/>
            <pc:sldMk cId="2626391186" sldId="2147474118"/>
            <ac:graphicFrameMk id="133" creationId="{66CE69DD-D578-5B16-05C7-B004A8D0EDE1}"/>
          </ac:graphicFrameMkLst>
        </pc:graphicFrameChg>
        <pc:graphicFrameChg chg="add del mod">
          <ac:chgData name="Cartwright, Max" userId="4fdaca64-157b-4f34-aebd-58f672b6a20c" providerId="ADAL" clId="{9B24FA50-177C-4B5A-AA10-BF89D194F6B0}" dt="2024-03-05T21:02:23.814" v="1100"/>
          <ac:graphicFrameMkLst>
            <pc:docMk/>
            <pc:sldMk cId="2626391186" sldId="2147474118"/>
            <ac:graphicFrameMk id="154" creationId="{18C79992-6668-AD9C-1311-97C8DFC0F947}"/>
          </ac:graphicFrameMkLst>
        </pc:graphicFrameChg>
        <pc:graphicFrameChg chg="add mod modGraphic">
          <ac:chgData name="Cartwright, Max" userId="4fdaca64-157b-4f34-aebd-58f672b6a20c" providerId="ADAL" clId="{9B24FA50-177C-4B5A-AA10-BF89D194F6B0}" dt="2024-03-05T21:10:06.797" v="1251" actId="14100"/>
          <ac:graphicFrameMkLst>
            <pc:docMk/>
            <pc:sldMk cId="2626391186" sldId="2147474118"/>
            <ac:graphicFrameMk id="156" creationId="{2E11A364-7F6A-D050-FB2E-BB8F091F3B08}"/>
          </ac:graphicFrameMkLst>
        </pc:graphicFrameChg>
        <pc:picChg chg="add del mod">
          <ac:chgData name="Cartwright, Max" userId="4fdaca64-157b-4f34-aebd-58f672b6a20c" providerId="ADAL" clId="{9B24FA50-177C-4B5A-AA10-BF89D194F6B0}" dt="2024-03-05T20:59:15.216" v="1066"/>
          <ac:picMkLst>
            <pc:docMk/>
            <pc:sldMk cId="2626391186" sldId="2147474118"/>
            <ac:picMk id="81" creationId="{1D3D2A9C-944E-6B09-11F1-897420C2CA9C}"/>
          </ac:picMkLst>
        </pc:picChg>
        <pc:picChg chg="add del mod">
          <ac:chgData name="Cartwright, Max" userId="4fdaca64-157b-4f34-aebd-58f672b6a20c" providerId="ADAL" clId="{9B24FA50-177C-4B5A-AA10-BF89D194F6B0}" dt="2024-03-05T20:59:15.216" v="1066"/>
          <ac:picMkLst>
            <pc:docMk/>
            <pc:sldMk cId="2626391186" sldId="2147474118"/>
            <ac:picMk id="82" creationId="{DB7FC4F0-0F2D-9F3D-71A7-31B9EE3D908B}"/>
          </ac:picMkLst>
        </pc:picChg>
        <pc:picChg chg="add del mod">
          <ac:chgData name="Cartwright, Max" userId="4fdaca64-157b-4f34-aebd-58f672b6a20c" providerId="ADAL" clId="{9B24FA50-177C-4B5A-AA10-BF89D194F6B0}" dt="2024-03-05T20:59:15.216" v="1066"/>
          <ac:picMkLst>
            <pc:docMk/>
            <pc:sldMk cId="2626391186" sldId="2147474118"/>
            <ac:picMk id="83" creationId="{E6421F5D-F58E-D535-CC78-AAC746B6349D}"/>
          </ac:picMkLst>
        </pc:picChg>
        <pc:picChg chg="add del mod">
          <ac:chgData name="Cartwright, Max" userId="4fdaca64-157b-4f34-aebd-58f672b6a20c" providerId="ADAL" clId="{9B24FA50-177C-4B5A-AA10-BF89D194F6B0}" dt="2024-03-05T20:59:15.216" v="1066"/>
          <ac:picMkLst>
            <pc:docMk/>
            <pc:sldMk cId="2626391186" sldId="2147474118"/>
            <ac:picMk id="84" creationId="{9D34B66F-5BDB-6E3B-DFAC-CC907150BFD0}"/>
          </ac:picMkLst>
        </pc:picChg>
        <pc:picChg chg="add del mod">
          <ac:chgData name="Cartwright, Max" userId="4fdaca64-157b-4f34-aebd-58f672b6a20c" providerId="ADAL" clId="{9B24FA50-177C-4B5A-AA10-BF89D194F6B0}" dt="2024-03-05T20:59:15.216" v="1066"/>
          <ac:picMkLst>
            <pc:docMk/>
            <pc:sldMk cId="2626391186" sldId="2147474118"/>
            <ac:picMk id="85" creationId="{B51C8316-97AD-F94D-B619-E0AF4AF6C1B3}"/>
          </ac:picMkLst>
        </pc:picChg>
        <pc:picChg chg="add del mod">
          <ac:chgData name="Cartwright, Max" userId="4fdaca64-157b-4f34-aebd-58f672b6a20c" providerId="ADAL" clId="{9B24FA50-177C-4B5A-AA10-BF89D194F6B0}" dt="2024-03-05T20:59:15.216" v="1066"/>
          <ac:picMkLst>
            <pc:docMk/>
            <pc:sldMk cId="2626391186" sldId="2147474118"/>
            <ac:picMk id="86" creationId="{566E472C-0EDA-5756-27F9-869479E19F3D}"/>
          </ac:picMkLst>
        </pc:picChg>
        <pc:picChg chg="add del mod">
          <ac:chgData name="Cartwright, Max" userId="4fdaca64-157b-4f34-aebd-58f672b6a20c" providerId="ADAL" clId="{9B24FA50-177C-4B5A-AA10-BF89D194F6B0}" dt="2024-03-05T20:59:15.216" v="1066"/>
          <ac:picMkLst>
            <pc:docMk/>
            <pc:sldMk cId="2626391186" sldId="2147474118"/>
            <ac:picMk id="87" creationId="{A54F6F5B-BE35-5E3F-CBB0-88282A1F36B4}"/>
          </ac:picMkLst>
        </pc:picChg>
        <pc:picChg chg="add del mod">
          <ac:chgData name="Cartwright, Max" userId="4fdaca64-157b-4f34-aebd-58f672b6a20c" providerId="ADAL" clId="{9B24FA50-177C-4B5A-AA10-BF89D194F6B0}" dt="2024-03-05T20:59:15.216" v="1066"/>
          <ac:picMkLst>
            <pc:docMk/>
            <pc:sldMk cId="2626391186" sldId="2147474118"/>
            <ac:picMk id="90" creationId="{7FB8C460-0767-20D6-1C0D-5F22175EC1A4}"/>
          </ac:picMkLst>
        </pc:picChg>
        <pc:picChg chg="add del mod">
          <ac:chgData name="Cartwright, Max" userId="4fdaca64-157b-4f34-aebd-58f672b6a20c" providerId="ADAL" clId="{9B24FA50-177C-4B5A-AA10-BF89D194F6B0}" dt="2024-03-05T20:59:15.216" v="1066"/>
          <ac:picMkLst>
            <pc:docMk/>
            <pc:sldMk cId="2626391186" sldId="2147474118"/>
            <ac:picMk id="91" creationId="{620DC6E8-117D-882A-4CEB-E11FCCA1DF70}"/>
          </ac:picMkLst>
        </pc:picChg>
        <pc:picChg chg="add del mod">
          <ac:chgData name="Cartwright, Max" userId="4fdaca64-157b-4f34-aebd-58f672b6a20c" providerId="ADAL" clId="{9B24FA50-177C-4B5A-AA10-BF89D194F6B0}" dt="2024-03-05T20:59:15.216" v="1066"/>
          <ac:picMkLst>
            <pc:docMk/>
            <pc:sldMk cId="2626391186" sldId="2147474118"/>
            <ac:picMk id="92" creationId="{BD7A509B-8448-7389-D938-321CCF286DA1}"/>
          </ac:picMkLst>
        </pc:picChg>
        <pc:picChg chg="add del mod">
          <ac:chgData name="Cartwright, Max" userId="4fdaca64-157b-4f34-aebd-58f672b6a20c" providerId="ADAL" clId="{9B24FA50-177C-4B5A-AA10-BF89D194F6B0}" dt="2024-03-05T20:59:15.216" v="1066"/>
          <ac:picMkLst>
            <pc:docMk/>
            <pc:sldMk cId="2626391186" sldId="2147474118"/>
            <ac:picMk id="129" creationId="{95D3055F-DB40-9A96-217C-49E3848F5AED}"/>
          </ac:picMkLst>
        </pc:picChg>
        <pc:picChg chg="add del mod">
          <ac:chgData name="Cartwright, Max" userId="4fdaca64-157b-4f34-aebd-58f672b6a20c" providerId="ADAL" clId="{9B24FA50-177C-4B5A-AA10-BF89D194F6B0}" dt="2024-03-05T20:59:15.216" v="1066"/>
          <ac:picMkLst>
            <pc:docMk/>
            <pc:sldMk cId="2626391186" sldId="2147474118"/>
            <ac:picMk id="130" creationId="{FAEC31FD-D266-4CAC-2EF6-F7E7D0723C83}"/>
          </ac:picMkLst>
        </pc:picChg>
        <pc:picChg chg="add del mod">
          <ac:chgData name="Cartwright, Max" userId="4fdaca64-157b-4f34-aebd-58f672b6a20c" providerId="ADAL" clId="{9B24FA50-177C-4B5A-AA10-BF89D194F6B0}" dt="2024-03-05T20:59:15.216" v="1066"/>
          <ac:picMkLst>
            <pc:docMk/>
            <pc:sldMk cId="2626391186" sldId="2147474118"/>
            <ac:picMk id="131" creationId="{766118B5-E0C4-0AA7-8FE4-44A17AD7FA43}"/>
          </ac:picMkLst>
        </pc:picChg>
        <pc:picChg chg="add del mod">
          <ac:chgData name="Cartwright, Max" userId="4fdaca64-157b-4f34-aebd-58f672b6a20c" providerId="ADAL" clId="{9B24FA50-177C-4B5A-AA10-BF89D194F6B0}" dt="2024-03-05T20:59:15.216" v="1066"/>
          <ac:picMkLst>
            <pc:docMk/>
            <pc:sldMk cId="2626391186" sldId="2147474118"/>
            <ac:picMk id="132" creationId="{D9871789-78AD-7C29-6952-09197B364D0B}"/>
          </ac:picMkLst>
        </pc:picChg>
        <pc:picChg chg="add del mod">
          <ac:chgData name="Cartwright, Max" userId="4fdaca64-157b-4f34-aebd-58f672b6a20c" providerId="ADAL" clId="{9B24FA50-177C-4B5A-AA10-BF89D194F6B0}" dt="2024-03-05T20:59:53.160" v="1096" actId="478"/>
          <ac:picMkLst>
            <pc:docMk/>
            <pc:sldMk cId="2626391186" sldId="2147474118"/>
            <ac:picMk id="134" creationId="{1D3D2A9C-944E-6B09-11F1-897420C2CA9C}"/>
          </ac:picMkLst>
        </pc:picChg>
        <pc:picChg chg="add del mod">
          <ac:chgData name="Cartwright, Max" userId="4fdaca64-157b-4f34-aebd-58f672b6a20c" providerId="ADAL" clId="{9B24FA50-177C-4B5A-AA10-BF89D194F6B0}" dt="2024-03-05T20:59:53.160" v="1096" actId="478"/>
          <ac:picMkLst>
            <pc:docMk/>
            <pc:sldMk cId="2626391186" sldId="2147474118"/>
            <ac:picMk id="135" creationId="{DB7FC4F0-0F2D-9F3D-71A7-31B9EE3D908B}"/>
          </ac:picMkLst>
        </pc:picChg>
        <pc:picChg chg="add del mod">
          <ac:chgData name="Cartwright, Max" userId="4fdaca64-157b-4f34-aebd-58f672b6a20c" providerId="ADAL" clId="{9B24FA50-177C-4B5A-AA10-BF89D194F6B0}" dt="2024-03-05T20:59:53.160" v="1096" actId="478"/>
          <ac:picMkLst>
            <pc:docMk/>
            <pc:sldMk cId="2626391186" sldId="2147474118"/>
            <ac:picMk id="136" creationId="{E6421F5D-F58E-D535-CC78-AAC746B6349D}"/>
          </ac:picMkLst>
        </pc:picChg>
        <pc:picChg chg="add del mod">
          <ac:chgData name="Cartwright, Max" userId="4fdaca64-157b-4f34-aebd-58f672b6a20c" providerId="ADAL" clId="{9B24FA50-177C-4B5A-AA10-BF89D194F6B0}" dt="2024-03-05T20:59:53.160" v="1096" actId="478"/>
          <ac:picMkLst>
            <pc:docMk/>
            <pc:sldMk cId="2626391186" sldId="2147474118"/>
            <ac:picMk id="137" creationId="{9D34B66F-5BDB-6E3B-DFAC-CC907150BFD0}"/>
          </ac:picMkLst>
        </pc:picChg>
        <pc:picChg chg="add del mod">
          <ac:chgData name="Cartwright, Max" userId="4fdaca64-157b-4f34-aebd-58f672b6a20c" providerId="ADAL" clId="{9B24FA50-177C-4B5A-AA10-BF89D194F6B0}" dt="2024-03-05T20:59:53.160" v="1096" actId="478"/>
          <ac:picMkLst>
            <pc:docMk/>
            <pc:sldMk cId="2626391186" sldId="2147474118"/>
            <ac:picMk id="138" creationId="{B51C8316-97AD-F94D-B619-E0AF4AF6C1B3}"/>
          </ac:picMkLst>
        </pc:picChg>
        <pc:picChg chg="add del mod">
          <ac:chgData name="Cartwright, Max" userId="4fdaca64-157b-4f34-aebd-58f672b6a20c" providerId="ADAL" clId="{9B24FA50-177C-4B5A-AA10-BF89D194F6B0}" dt="2024-03-05T20:59:53.160" v="1096" actId="478"/>
          <ac:picMkLst>
            <pc:docMk/>
            <pc:sldMk cId="2626391186" sldId="2147474118"/>
            <ac:picMk id="139" creationId="{566E472C-0EDA-5756-27F9-869479E19F3D}"/>
          </ac:picMkLst>
        </pc:picChg>
        <pc:picChg chg="add del mod">
          <ac:chgData name="Cartwright, Max" userId="4fdaca64-157b-4f34-aebd-58f672b6a20c" providerId="ADAL" clId="{9B24FA50-177C-4B5A-AA10-BF89D194F6B0}" dt="2024-03-05T20:59:53.160" v="1096" actId="478"/>
          <ac:picMkLst>
            <pc:docMk/>
            <pc:sldMk cId="2626391186" sldId="2147474118"/>
            <ac:picMk id="140" creationId="{A54F6F5B-BE35-5E3F-CBB0-88282A1F36B4}"/>
          </ac:picMkLst>
        </pc:picChg>
        <pc:picChg chg="add del mod">
          <ac:chgData name="Cartwright, Max" userId="4fdaca64-157b-4f34-aebd-58f672b6a20c" providerId="ADAL" clId="{9B24FA50-177C-4B5A-AA10-BF89D194F6B0}" dt="2024-03-05T20:59:53.160" v="1096" actId="478"/>
          <ac:picMkLst>
            <pc:docMk/>
            <pc:sldMk cId="2626391186" sldId="2147474118"/>
            <ac:picMk id="143" creationId="{7FB8C460-0767-20D6-1C0D-5F22175EC1A4}"/>
          </ac:picMkLst>
        </pc:picChg>
        <pc:picChg chg="add del mod">
          <ac:chgData name="Cartwright, Max" userId="4fdaca64-157b-4f34-aebd-58f672b6a20c" providerId="ADAL" clId="{9B24FA50-177C-4B5A-AA10-BF89D194F6B0}" dt="2024-03-05T20:59:53.160" v="1096" actId="478"/>
          <ac:picMkLst>
            <pc:docMk/>
            <pc:sldMk cId="2626391186" sldId="2147474118"/>
            <ac:picMk id="144" creationId="{620DC6E8-117D-882A-4CEB-E11FCCA1DF70}"/>
          </ac:picMkLst>
        </pc:picChg>
        <pc:picChg chg="add del mod">
          <ac:chgData name="Cartwright, Max" userId="4fdaca64-157b-4f34-aebd-58f672b6a20c" providerId="ADAL" clId="{9B24FA50-177C-4B5A-AA10-BF89D194F6B0}" dt="2024-03-05T20:59:53.160" v="1096" actId="478"/>
          <ac:picMkLst>
            <pc:docMk/>
            <pc:sldMk cId="2626391186" sldId="2147474118"/>
            <ac:picMk id="145" creationId="{BD7A509B-8448-7389-D938-321CCF286DA1}"/>
          </ac:picMkLst>
        </pc:picChg>
        <pc:picChg chg="add del mod">
          <ac:chgData name="Cartwright, Max" userId="4fdaca64-157b-4f34-aebd-58f672b6a20c" providerId="ADAL" clId="{9B24FA50-177C-4B5A-AA10-BF89D194F6B0}" dt="2024-03-05T20:59:53.160" v="1096" actId="478"/>
          <ac:picMkLst>
            <pc:docMk/>
            <pc:sldMk cId="2626391186" sldId="2147474118"/>
            <ac:picMk id="150" creationId="{95D3055F-DB40-9A96-217C-49E3848F5AED}"/>
          </ac:picMkLst>
        </pc:picChg>
        <pc:picChg chg="add del mod">
          <ac:chgData name="Cartwright, Max" userId="4fdaca64-157b-4f34-aebd-58f672b6a20c" providerId="ADAL" clId="{9B24FA50-177C-4B5A-AA10-BF89D194F6B0}" dt="2024-03-05T20:59:53.160" v="1096" actId="478"/>
          <ac:picMkLst>
            <pc:docMk/>
            <pc:sldMk cId="2626391186" sldId="2147474118"/>
            <ac:picMk id="151" creationId="{FAEC31FD-D266-4CAC-2EF6-F7E7D0723C83}"/>
          </ac:picMkLst>
        </pc:picChg>
        <pc:picChg chg="add del mod">
          <ac:chgData name="Cartwright, Max" userId="4fdaca64-157b-4f34-aebd-58f672b6a20c" providerId="ADAL" clId="{9B24FA50-177C-4B5A-AA10-BF89D194F6B0}" dt="2024-03-05T20:59:53.160" v="1096" actId="478"/>
          <ac:picMkLst>
            <pc:docMk/>
            <pc:sldMk cId="2626391186" sldId="2147474118"/>
            <ac:picMk id="152" creationId="{766118B5-E0C4-0AA7-8FE4-44A17AD7FA43}"/>
          </ac:picMkLst>
        </pc:picChg>
        <pc:picChg chg="add del mod">
          <ac:chgData name="Cartwright, Max" userId="4fdaca64-157b-4f34-aebd-58f672b6a20c" providerId="ADAL" clId="{9B24FA50-177C-4B5A-AA10-BF89D194F6B0}" dt="2024-03-05T20:59:53.160" v="1096" actId="478"/>
          <ac:picMkLst>
            <pc:docMk/>
            <pc:sldMk cId="2626391186" sldId="2147474118"/>
            <ac:picMk id="153" creationId="{D9871789-78AD-7C29-6952-09197B364D0B}"/>
          </ac:picMkLst>
        </pc:picChg>
        <pc:picChg chg="del">
          <ac:chgData name="Cartwright, Max" userId="4fdaca64-157b-4f34-aebd-58f672b6a20c" providerId="ADAL" clId="{9B24FA50-177C-4B5A-AA10-BF89D194F6B0}" dt="2024-03-05T20:51:49.010" v="1013" actId="478"/>
          <ac:picMkLst>
            <pc:docMk/>
            <pc:sldMk cId="2626391186" sldId="2147474118"/>
            <ac:picMk id="166" creationId="{32021D27-AC29-E2A0-0031-9CFB5CD37562}"/>
          </ac:picMkLst>
        </pc:picChg>
      </pc:sldChg>
      <pc:sldMasterChg chg="delSldLayout">
        <pc:chgData name="Cartwright, Max" userId="4fdaca64-157b-4f34-aebd-58f672b6a20c" providerId="ADAL" clId="{9B24FA50-177C-4B5A-AA10-BF89D194F6B0}" dt="2024-03-05T19:59:39.918" v="92" actId="47"/>
        <pc:sldMasterMkLst>
          <pc:docMk/>
          <pc:sldMasterMk cId="3148905397" sldId="2147483899"/>
        </pc:sldMasterMkLst>
        <pc:sldLayoutChg chg="del">
          <pc:chgData name="Cartwright, Max" userId="4fdaca64-157b-4f34-aebd-58f672b6a20c" providerId="ADAL" clId="{9B24FA50-177C-4B5A-AA10-BF89D194F6B0}" dt="2024-03-05T19:59:39.918" v="92" actId="47"/>
          <pc:sldLayoutMkLst>
            <pc:docMk/>
            <pc:sldMasterMk cId="3148905397" sldId="2147483899"/>
            <pc:sldLayoutMk cId="821331376" sldId="2147484001"/>
          </pc:sldLayoutMkLst>
        </pc:sldLayoutChg>
        <pc:sldLayoutChg chg="del">
          <pc:chgData name="Cartwright, Max" userId="4fdaca64-157b-4f34-aebd-58f672b6a20c" providerId="ADAL" clId="{9B24FA50-177C-4B5A-AA10-BF89D194F6B0}" dt="2024-03-05T19:59:39.918" v="92" actId="47"/>
          <pc:sldLayoutMkLst>
            <pc:docMk/>
            <pc:sldMasterMk cId="3148905397" sldId="2147483899"/>
            <pc:sldLayoutMk cId="4061944835" sldId="2147484002"/>
          </pc:sldLayoutMkLst>
        </pc:sldLayoutChg>
        <pc:sldLayoutChg chg="del">
          <pc:chgData name="Cartwright, Max" userId="4fdaca64-157b-4f34-aebd-58f672b6a20c" providerId="ADAL" clId="{9B24FA50-177C-4B5A-AA10-BF89D194F6B0}" dt="2024-03-05T19:59:00.130" v="88" actId="47"/>
          <pc:sldLayoutMkLst>
            <pc:docMk/>
            <pc:sldMasterMk cId="3148905397" sldId="2147483899"/>
            <pc:sldLayoutMk cId="246610001" sldId="2147484004"/>
          </pc:sldLayoutMkLst>
        </pc:sldLayoutChg>
      </pc:sldMasterChg>
    </pc:docChg>
  </pc:docChgLst>
  <pc:docChgLst>
    <pc:chgData name="Cartwright, Max" userId="4fdaca64-157b-4f34-aebd-58f672b6a20c" providerId="ADAL" clId="{4F59928D-921D-485E-B358-5F55094BCCF7}"/>
    <pc:docChg chg="sldOrd">
      <pc:chgData name="Cartwright, Max" userId="4fdaca64-157b-4f34-aebd-58f672b6a20c" providerId="ADAL" clId="{4F59928D-921D-485E-B358-5F55094BCCF7}" dt="2024-03-05T08:44:12.147" v="0" actId="20578"/>
      <pc:docMkLst>
        <pc:docMk/>
      </pc:docMkLst>
      <pc:sldChg chg="ord">
        <pc:chgData name="Cartwright, Max" userId="4fdaca64-157b-4f34-aebd-58f672b6a20c" providerId="ADAL" clId="{4F59928D-921D-485E-B358-5F55094BCCF7}" dt="2024-03-05T08:44:12.147" v="0" actId="20578"/>
        <pc:sldMkLst>
          <pc:docMk/>
          <pc:sldMk cId="1923745520" sldId="2147474097"/>
        </pc:sldMkLst>
      </pc:sldChg>
    </pc:docChg>
  </pc:docChgLst>
  <pc:docChgLst>
    <pc:chgData name="Kanduru, Raghava" userId="S::raghava.kanduru@capgemini.com::cf8c09de-c40c-47a2-971b-c612c06e0906" providerId="AD" clId="Web-{A663F7B7-D48E-4700-819F-D71590574399}"/>
    <pc:docChg chg="modSld">
      <pc:chgData name="Kanduru, Raghava" userId="S::raghava.kanduru@capgemini.com::cf8c09de-c40c-47a2-971b-c612c06e0906" providerId="AD" clId="Web-{A663F7B7-D48E-4700-819F-D71590574399}" dt="2024-03-12T09:04:10.823" v="16"/>
      <pc:docMkLst>
        <pc:docMk/>
      </pc:docMkLst>
      <pc:sldChg chg="modSp">
        <pc:chgData name="Kanduru, Raghava" userId="S::raghava.kanduru@capgemini.com::cf8c09de-c40c-47a2-971b-c612c06e0906" providerId="AD" clId="Web-{A663F7B7-D48E-4700-819F-D71590574399}" dt="2024-03-12T09:00:00.968" v="0"/>
        <pc:sldMkLst>
          <pc:docMk/>
          <pc:sldMk cId="1853885874" sldId="2141412330"/>
        </pc:sldMkLst>
        <pc:graphicFrameChg chg="modGraphic">
          <ac:chgData name="Kanduru, Raghava" userId="S::raghava.kanduru@capgemini.com::cf8c09de-c40c-47a2-971b-c612c06e0906" providerId="AD" clId="Web-{A663F7B7-D48E-4700-819F-D71590574399}" dt="2024-03-12T09:00:00.968" v="0"/>
          <ac:graphicFrameMkLst>
            <pc:docMk/>
            <pc:sldMk cId="1853885874" sldId="2141412330"/>
            <ac:graphicFrameMk id="4" creationId="{BF751E83-40E8-42F7-A58D-21FB1E3D3346}"/>
          </ac:graphicFrameMkLst>
        </pc:graphicFrameChg>
      </pc:sldChg>
      <pc:sldChg chg="modSp">
        <pc:chgData name="Kanduru, Raghava" userId="S::raghava.kanduru@capgemini.com::cf8c09de-c40c-47a2-971b-c612c06e0906" providerId="AD" clId="Web-{A663F7B7-D48E-4700-819F-D71590574399}" dt="2024-03-12T09:04:10.823" v="16"/>
        <pc:sldMkLst>
          <pc:docMk/>
          <pc:sldMk cId="1777781894" sldId="2147474098"/>
        </pc:sldMkLst>
        <pc:spChg chg="mod">
          <ac:chgData name="Kanduru, Raghava" userId="S::raghava.kanduru@capgemini.com::cf8c09de-c40c-47a2-971b-c612c06e0906" providerId="AD" clId="Web-{A663F7B7-D48E-4700-819F-D71590574399}" dt="2024-03-12T09:02:20.176" v="3"/>
          <ac:spMkLst>
            <pc:docMk/>
            <pc:sldMk cId="1777781894" sldId="2147474098"/>
            <ac:spMk id="4" creationId="{706B6A75-28EE-1CEB-7E72-360E7BA43EB4}"/>
          </ac:spMkLst>
        </pc:spChg>
        <pc:spChg chg="mod">
          <ac:chgData name="Kanduru, Raghava" userId="S::raghava.kanduru@capgemini.com::cf8c09de-c40c-47a2-971b-c612c06e0906" providerId="AD" clId="Web-{A663F7B7-D48E-4700-819F-D71590574399}" dt="2024-03-12T09:03:53.039" v="12"/>
          <ac:spMkLst>
            <pc:docMk/>
            <pc:sldMk cId="1777781894" sldId="2147474098"/>
            <ac:spMk id="5" creationId="{C180034C-E859-B2E5-597F-47AA58FED094}"/>
          </ac:spMkLst>
        </pc:spChg>
        <pc:spChg chg="mod">
          <ac:chgData name="Kanduru, Raghava" userId="S::raghava.kanduru@capgemini.com::cf8c09de-c40c-47a2-971b-c612c06e0906" providerId="AD" clId="Web-{A663F7B7-D48E-4700-819F-D71590574399}" dt="2024-03-12T09:04:10.617" v="14"/>
          <ac:spMkLst>
            <pc:docMk/>
            <pc:sldMk cId="1777781894" sldId="2147474098"/>
            <ac:spMk id="28" creationId="{6618089D-87C0-6293-AAD2-BB3037CF2215}"/>
          </ac:spMkLst>
        </pc:spChg>
        <pc:spChg chg="mod">
          <ac:chgData name="Kanduru, Raghava" userId="S::raghava.kanduru@capgemini.com::cf8c09de-c40c-47a2-971b-c612c06e0906" providerId="AD" clId="Web-{A663F7B7-D48E-4700-819F-D71590574399}" dt="2024-03-12T09:04:10.617" v="15"/>
          <ac:spMkLst>
            <pc:docMk/>
            <pc:sldMk cId="1777781894" sldId="2147474098"/>
            <ac:spMk id="29" creationId="{8F9AC9CE-EE22-8999-C91E-7C53927F2574}"/>
          </ac:spMkLst>
        </pc:spChg>
        <pc:spChg chg="mod">
          <ac:chgData name="Kanduru, Raghava" userId="S::raghava.kanduru@capgemini.com::cf8c09de-c40c-47a2-971b-c612c06e0906" providerId="AD" clId="Web-{A663F7B7-D48E-4700-819F-D71590574399}" dt="2024-03-12T09:04:10.823" v="16"/>
          <ac:spMkLst>
            <pc:docMk/>
            <pc:sldMk cId="1777781894" sldId="2147474098"/>
            <ac:spMk id="30" creationId="{5E82B770-D54A-FBF8-FE78-3CD59F1E0B3C}"/>
          </ac:spMkLst>
        </pc:spChg>
        <pc:spChg chg="mod">
          <ac:chgData name="Kanduru, Raghava" userId="S::raghava.kanduru@capgemini.com::cf8c09de-c40c-47a2-971b-c612c06e0906" providerId="AD" clId="Web-{A663F7B7-D48E-4700-819F-D71590574399}" dt="2024-03-12T09:02:40.145" v="4" actId="1076"/>
          <ac:spMkLst>
            <pc:docMk/>
            <pc:sldMk cId="1777781894" sldId="2147474098"/>
            <ac:spMk id="64" creationId="{56C8ED0B-81D8-46AA-6AD3-9599BED25299}"/>
          </ac:spMkLst>
        </pc:spChg>
        <pc:spChg chg="mod">
          <ac:chgData name="Kanduru, Raghava" userId="S::raghava.kanduru@capgemini.com::cf8c09de-c40c-47a2-971b-c612c06e0906" providerId="AD" clId="Web-{A663F7B7-D48E-4700-819F-D71590574399}" dt="2024-03-12T09:03:29.835" v="8"/>
          <ac:spMkLst>
            <pc:docMk/>
            <pc:sldMk cId="1777781894" sldId="2147474098"/>
            <ac:spMk id="65" creationId="{DD795179-BE8A-87C7-2CC3-B660419A6194}"/>
          </ac:spMkLst>
        </pc:spChg>
        <pc:spChg chg="mod">
          <ac:chgData name="Kanduru, Raghava" userId="S::raghava.kanduru@capgemini.com::cf8c09de-c40c-47a2-971b-c612c06e0906" providerId="AD" clId="Web-{A663F7B7-D48E-4700-819F-D71590574399}" dt="2024-03-12T09:03:59.227" v="13" actId="1076"/>
          <ac:spMkLst>
            <pc:docMk/>
            <pc:sldMk cId="1777781894" sldId="2147474098"/>
            <ac:spMk id="66" creationId="{29E59022-4BF3-E29E-C12E-B58C08FA9385}"/>
          </ac:spMkLst>
        </pc:spChg>
        <pc:spChg chg="mod">
          <ac:chgData name="Kanduru, Raghava" userId="S::raghava.kanduru@capgemini.com::cf8c09de-c40c-47a2-971b-c612c06e0906" providerId="AD" clId="Web-{A663F7B7-D48E-4700-819F-D71590574399}" dt="2024-03-12T09:03:41.601" v="10" actId="1076"/>
          <ac:spMkLst>
            <pc:docMk/>
            <pc:sldMk cId="1777781894" sldId="2147474098"/>
            <ac:spMk id="71" creationId="{CFB73E41-28E5-5B6A-78F2-6DDBCEC42C75}"/>
          </ac:spMkLst>
        </pc:spChg>
      </pc:sldChg>
      <pc:sldChg chg="modSp">
        <pc:chgData name="Kanduru, Raghava" userId="S::raghava.kanduru@capgemini.com::cf8c09de-c40c-47a2-971b-c612c06e0906" providerId="AD" clId="Web-{A663F7B7-D48E-4700-819F-D71590574399}" dt="2024-03-12T09:00:39.688" v="1"/>
        <pc:sldMkLst>
          <pc:docMk/>
          <pc:sldMk cId="2626391186" sldId="2147474118"/>
        </pc:sldMkLst>
        <pc:graphicFrameChg chg="modGraphic">
          <ac:chgData name="Kanduru, Raghava" userId="S::raghava.kanduru@capgemini.com::cf8c09de-c40c-47a2-971b-c612c06e0906" providerId="AD" clId="Web-{A663F7B7-D48E-4700-819F-D71590574399}" dt="2024-03-12T09:00:39.688" v="1"/>
          <ac:graphicFrameMkLst>
            <pc:docMk/>
            <pc:sldMk cId="2626391186" sldId="2147474118"/>
            <ac:graphicFrameMk id="156" creationId="{2E11A364-7F6A-D050-FB2E-BB8F091F3B08}"/>
          </ac:graphicFrameMkLst>
        </pc:graphicFrameChg>
      </pc:sldChg>
    </pc:docChg>
  </pc:docChgLst>
  <pc:docChgLst>
    <pc:chgData name="Chennamadhavuni, Vamshi" userId="S::vamshi.chennamadhavuni@capgemini.com::54f70633-a3e7-482c-b138-4842a37e589e" providerId="AD" clId="Web-{2FCFB5CA-C3BC-2B17-AB67-73D6CCF5EC4B}"/>
    <pc:docChg chg="modSld">
      <pc:chgData name="Chennamadhavuni, Vamshi" userId="S::vamshi.chennamadhavuni@capgemini.com::54f70633-a3e7-482c-b138-4842a37e589e" providerId="AD" clId="Web-{2FCFB5CA-C3BC-2B17-AB67-73D6CCF5EC4B}" dt="2024-03-12T17:13:02.677" v="29" actId="20577"/>
      <pc:docMkLst>
        <pc:docMk/>
      </pc:docMkLst>
      <pc:sldChg chg="addSp modSp">
        <pc:chgData name="Chennamadhavuni, Vamshi" userId="S::vamshi.chennamadhavuni@capgemini.com::54f70633-a3e7-482c-b138-4842a37e589e" providerId="AD" clId="Web-{2FCFB5CA-C3BC-2B17-AB67-73D6CCF5EC4B}" dt="2024-03-12T17:00:53.238" v="25" actId="14100"/>
        <pc:sldMkLst>
          <pc:docMk/>
          <pc:sldMk cId="3711325015" sldId="2147474159"/>
        </pc:sldMkLst>
        <pc:spChg chg="add mod">
          <ac:chgData name="Chennamadhavuni, Vamshi" userId="S::vamshi.chennamadhavuni@capgemini.com::54f70633-a3e7-482c-b138-4842a37e589e" providerId="AD" clId="Web-{2FCFB5CA-C3BC-2B17-AB67-73D6CCF5EC4B}" dt="2024-03-12T17:00:46.081" v="24" actId="1076"/>
          <ac:spMkLst>
            <pc:docMk/>
            <pc:sldMk cId="3711325015" sldId="2147474159"/>
            <ac:spMk id="23" creationId="{C8477846-C2D4-B82A-99BD-7F52995EA5E7}"/>
          </ac:spMkLst>
        </pc:spChg>
        <pc:spChg chg="mod">
          <ac:chgData name="Chennamadhavuni, Vamshi" userId="S::vamshi.chennamadhavuni@capgemini.com::54f70633-a3e7-482c-b138-4842a37e589e" providerId="AD" clId="Web-{2FCFB5CA-C3BC-2B17-AB67-73D6CCF5EC4B}" dt="2024-03-12T17:00:05.641" v="7" actId="20577"/>
          <ac:spMkLst>
            <pc:docMk/>
            <pc:sldMk cId="3711325015" sldId="2147474159"/>
            <ac:spMk id="24" creationId="{955E6E69-29C1-1718-D72A-5AE79009A804}"/>
          </ac:spMkLst>
        </pc:spChg>
        <pc:spChg chg="mod">
          <ac:chgData name="Chennamadhavuni, Vamshi" userId="S::vamshi.chennamadhavuni@capgemini.com::54f70633-a3e7-482c-b138-4842a37e589e" providerId="AD" clId="Web-{2FCFB5CA-C3BC-2B17-AB67-73D6CCF5EC4B}" dt="2024-03-12T17:00:27.001" v="12" actId="1076"/>
          <ac:spMkLst>
            <pc:docMk/>
            <pc:sldMk cId="3711325015" sldId="2147474159"/>
            <ac:spMk id="42" creationId="{19ED339B-7A18-7B10-E72E-B41146A09498}"/>
          </ac:spMkLst>
        </pc:spChg>
        <pc:spChg chg="mod">
          <ac:chgData name="Chennamadhavuni, Vamshi" userId="S::vamshi.chennamadhavuni@capgemini.com::54f70633-a3e7-482c-b138-4842a37e589e" providerId="AD" clId="Web-{2FCFB5CA-C3BC-2B17-AB67-73D6CCF5EC4B}" dt="2024-03-12T17:00:53.238" v="25" actId="14100"/>
          <ac:spMkLst>
            <pc:docMk/>
            <pc:sldMk cId="3711325015" sldId="2147474159"/>
            <ac:spMk id="43" creationId="{E8A31937-0281-AB06-CD23-C92E28045440}"/>
          </ac:spMkLst>
        </pc:spChg>
      </pc:sldChg>
      <pc:sldChg chg="modSp">
        <pc:chgData name="Chennamadhavuni, Vamshi" userId="S::vamshi.chennamadhavuni@capgemini.com::54f70633-a3e7-482c-b138-4842a37e589e" providerId="AD" clId="Web-{2FCFB5CA-C3BC-2B17-AB67-73D6CCF5EC4B}" dt="2024-03-12T17:13:02.677" v="29" actId="20577"/>
        <pc:sldMkLst>
          <pc:docMk/>
          <pc:sldMk cId="3281052071" sldId="2147474166"/>
        </pc:sldMkLst>
        <pc:spChg chg="mod">
          <ac:chgData name="Chennamadhavuni, Vamshi" userId="S::vamshi.chennamadhavuni@capgemini.com::54f70633-a3e7-482c-b138-4842a37e589e" providerId="AD" clId="Web-{2FCFB5CA-C3BC-2B17-AB67-73D6CCF5EC4B}" dt="2024-03-12T17:13:02.677" v="29" actId="20577"/>
          <ac:spMkLst>
            <pc:docMk/>
            <pc:sldMk cId="3281052071" sldId="2147474166"/>
            <ac:spMk id="52" creationId="{8295543D-921F-884F-B34E-B02D40197D2B}"/>
          </ac:spMkLst>
        </pc:spChg>
      </pc:sldChg>
    </pc:docChg>
  </pc:docChgLst>
  <pc:docChgLst>
    <pc:chgData name="Kanduru, Raghava" userId="S::raghava.kanduru@capgemini.com::cf8c09de-c40c-47a2-971b-c612c06e0906" providerId="AD" clId="Web-{3280DD41-3544-4CD5-9EC6-CD7670B0D57F}"/>
    <pc:docChg chg="modSld">
      <pc:chgData name="Kanduru, Raghava" userId="S::raghava.kanduru@capgemini.com::cf8c09de-c40c-47a2-971b-c612c06e0906" providerId="AD" clId="Web-{3280DD41-3544-4CD5-9EC6-CD7670B0D57F}" dt="2024-03-12T12:25:15.901" v="8" actId="20577"/>
      <pc:docMkLst>
        <pc:docMk/>
      </pc:docMkLst>
      <pc:sldChg chg="modSp">
        <pc:chgData name="Kanduru, Raghava" userId="S::raghava.kanduru@capgemini.com::cf8c09de-c40c-47a2-971b-c612c06e0906" providerId="AD" clId="Web-{3280DD41-3544-4CD5-9EC6-CD7670B0D57F}" dt="2024-03-12T12:25:15.901" v="8" actId="20577"/>
        <pc:sldMkLst>
          <pc:docMk/>
          <pc:sldMk cId="3711325015" sldId="2147474159"/>
        </pc:sldMkLst>
        <pc:spChg chg="mod">
          <ac:chgData name="Kanduru, Raghava" userId="S::raghava.kanduru@capgemini.com::cf8c09de-c40c-47a2-971b-c612c06e0906" providerId="AD" clId="Web-{3280DD41-3544-4CD5-9EC6-CD7670B0D57F}" dt="2024-03-12T12:25:15.901" v="8" actId="20577"/>
          <ac:spMkLst>
            <pc:docMk/>
            <pc:sldMk cId="3711325015" sldId="2147474159"/>
            <ac:spMk id="58" creationId="{476F6A9E-1225-F31F-CC6D-DF0BCC19D373}"/>
          </ac:spMkLst>
        </pc:spChg>
      </pc:sldChg>
    </pc:docChg>
  </pc:docChgLst>
</pc:chgInfo>
</file>

<file path=ppt/comments/modernComment_7BBF592F_E4734A2F.xml><?xml version="1.0" encoding="utf-8"?>
<p188:cmLst xmlns:a="http://schemas.openxmlformats.org/drawingml/2006/main" xmlns:r="http://schemas.openxmlformats.org/officeDocument/2006/relationships" xmlns:p188="http://schemas.microsoft.com/office/powerpoint/2018/8/main">
  <p188:cm id="{D34A1BE1-5E02-4B0B-B03F-9A6F0EFB9910}" authorId="{28CE5056-2E24-3D89-59C6-D08AE81D890D}" status="resolved" created="2024-03-12T11:47:42.041" complete="100000">
    <ac:deMkLst xmlns:ac="http://schemas.microsoft.com/office/drawing/2013/main/command">
      <pc:docMk xmlns:pc="http://schemas.microsoft.com/office/powerpoint/2013/main/command"/>
      <pc:sldMk xmlns:pc="http://schemas.microsoft.com/office/powerpoint/2013/main/command" cId="3832760879" sldId="2076137775"/>
      <ac:spMk id="62" creationId="{2A8967D8-5F5F-455E-8B71-9B699B2642D4}"/>
    </ac:deMkLst>
    <p188:replyLst>
      <p188:reply id="{D0935E3A-3119-416A-BAC9-30D2CAB0D771}" authorId="{AFB65A2A-290D-13ED-C23D-1E6DF641D341}" created="2024-03-12T15:12:17.349">
        <p188:txBody>
          <a:bodyPr/>
          <a:lstStyle/>
          <a:p>
            <a:r>
              <a:rPr lang="en-US"/>
              <a:t>[@Houston, Barry] - made the changes</a:t>
            </a:r>
          </a:p>
        </p188:txBody>
      </p188:reply>
    </p188:replyLst>
    <p188:txBody>
      <a:bodyPr/>
      <a:lstStyle/>
      <a:p>
        <a:r>
          <a:rPr lang="en-GB"/>
          <a:t>This is not what they'll get. We are not doing business processes / high level journeys. We're creating a prioritised backlog and plan. Please see SOW.</a:t>
        </a:r>
      </a:p>
    </p188:txBody>
  </p188:cm>
</p188:cmLst>
</file>

<file path=ppt/comments/modernComment_7FE4E29A_13DD643D.xml><?xml version="1.0" encoding="utf-8"?>
<p188:cmLst xmlns:a="http://schemas.openxmlformats.org/drawingml/2006/main" xmlns:r="http://schemas.openxmlformats.org/officeDocument/2006/relationships" xmlns:p188="http://schemas.microsoft.com/office/powerpoint/2018/8/main">
  <p188:cm id="{0ACA1118-FF98-4AD3-B869-D1B0C6B06280}" authorId="{28CE5056-2E24-3D89-59C6-D08AE81D890D}" created="2024-03-12T11:52:52.548">
    <pc:sldMkLst xmlns:pc="http://schemas.microsoft.com/office/powerpoint/2013/main/command">
      <pc:docMk/>
      <pc:sldMk cId="333276221" sldId="2145706650"/>
    </pc:sldMkLst>
    <p188:replyLst>
      <p188:reply id="{85D292DC-27D8-4204-A1C8-5BC9E1B0E671}" authorId="{AFB65A2A-290D-13ED-C23D-1E6DF641D341}" created="2024-03-12T14:52:54.052">
        <p188:txBody>
          <a:bodyPr/>
          <a:lstStyle/>
          <a:p>
            <a:r>
              <a:rPr lang="en-US"/>
              <a:t>[@Houston, Barry]  - we can take this off - as I have added Slide 5 and 6</a:t>
            </a:r>
          </a:p>
        </p188:txBody>
      </p188:reply>
    </p188:replyLst>
    <p188:txBody>
      <a:bodyPr/>
      <a:lstStyle/>
      <a:p>
        <a:r>
          <a:rPr lang="en-GB"/>
          <a:t>Not sure on the purpose of the slide and if we need it.</a:t>
        </a:r>
      </a:p>
    </p188:txBody>
  </p188:cm>
</p188:cmLst>
</file>

<file path=ppt/comments/modernComment_7FFFDABB_A3FF398B.xml><?xml version="1.0" encoding="utf-8"?>
<p188:cmLst xmlns:a="http://schemas.openxmlformats.org/drawingml/2006/main" xmlns:r="http://schemas.openxmlformats.org/officeDocument/2006/relationships" xmlns:p188="http://schemas.microsoft.com/office/powerpoint/2018/8/main">
  <p188:cm id="{B8E917C2-6ABA-4163-9835-875F1A5B2A75}" authorId="{28CE5056-2E24-3D89-59C6-D08AE81D890D}" status="resolved" created="2024-03-12T11:59:22.327" complete="100000">
    <pc:sldMkLst xmlns:pc="http://schemas.microsoft.com/office/powerpoint/2013/main/command">
      <pc:docMk/>
      <pc:sldMk cId="2751412619" sldId="2147474107"/>
    </pc:sldMkLst>
    <p188:txBody>
      <a:bodyPr/>
      <a:lstStyle/>
      <a:p>
        <a:r>
          <a:rPr lang="en-GB"/>
          <a:t>This is an important slide. Is it correct?</a:t>
        </a:r>
      </a:p>
    </p188:txBody>
  </p188:cm>
</p188:cmLst>
</file>

<file path=ppt/comments/modernComment_7FFFDABF_DE2A9814.xml><?xml version="1.0" encoding="utf-8"?>
<p188:cmLst xmlns:a="http://schemas.openxmlformats.org/drawingml/2006/main" xmlns:r="http://schemas.openxmlformats.org/officeDocument/2006/relationships" xmlns:p188="http://schemas.microsoft.com/office/powerpoint/2018/8/main">
  <p188:cm id="{458F419E-03CC-4607-B8AD-5EC6320B8477}" authorId="{28CE5056-2E24-3D89-59C6-D08AE81D890D}" status="resolved" created="2024-03-12T12:10:38.050" complete="100000">
    <pc:sldMkLst xmlns:pc="http://schemas.microsoft.com/office/powerpoint/2013/main/command">
      <pc:docMk/>
      <pc:sldMk cId="3727333396" sldId="2147474111"/>
    </pc:sldMkLst>
    <p188:txBody>
      <a:bodyPr/>
      <a:lstStyle/>
      <a:p>
        <a:r>
          <a:rPr lang="en-GB"/>
          <a:t>Ok with slide - but seems a little out of place?</a:t>
        </a:r>
      </a:p>
    </p188:txBody>
  </p188:cm>
</p188:cmLst>
</file>

<file path=ppt/comments/modernComment_7FFFDAC0_8FC4011B.xml><?xml version="1.0" encoding="utf-8"?>
<p188:cmLst xmlns:a="http://schemas.openxmlformats.org/drawingml/2006/main" xmlns:r="http://schemas.openxmlformats.org/officeDocument/2006/relationships" xmlns:p188="http://schemas.microsoft.com/office/powerpoint/2018/8/main">
  <p188:cm id="{8FF6C95F-8CFF-4309-83C8-AAD3E57BAAE6}" authorId="{28CE5056-2E24-3D89-59C6-D08AE81D890D}" status="resolved" created="2024-03-12T11:52:13.264" complete="100000">
    <pc:sldMkLst xmlns:pc="http://schemas.microsoft.com/office/powerpoint/2013/main/command">
      <pc:docMk/>
      <pc:sldMk cId="2411987227" sldId="2147474112"/>
    </pc:sldMkLst>
    <p188:txBody>
      <a:bodyPr/>
      <a:lstStyle/>
      <a:p>
        <a:r>
          <a:rPr lang="en-GB"/>
          <a:t>Maybe we should have this as Technical Design Principles - which [@Chennamadhavuni, Vamshi]  we have?</a:t>
        </a:r>
      </a:p>
    </p188:txBody>
  </p188:cm>
</p188:cmLst>
</file>

<file path=ppt/comments/modernComment_7FFFDAC7_140A9FE4.xml><?xml version="1.0" encoding="utf-8"?>
<p188:cmLst xmlns:a="http://schemas.openxmlformats.org/drawingml/2006/main" xmlns:r="http://schemas.openxmlformats.org/officeDocument/2006/relationships" xmlns:p188="http://schemas.microsoft.com/office/powerpoint/2018/8/main">
  <p188:cm id="{8EBA09D0-D42D-4DBF-9662-96B704910380}" authorId="{28CE5056-2E24-3D89-59C6-D08AE81D890D}" status="resolved" created="2024-03-12T11:45:56.225" complete="100000">
    <pc:sldMkLst xmlns:pc="http://schemas.microsoft.com/office/powerpoint/2013/main/command">
      <pc:docMk/>
      <pc:sldMk cId="336240612" sldId="2147474119"/>
    </pc:sldMkLst>
    <p188:replyLst>
      <p188:reply id="{8568F98C-0EE5-44A6-A854-58EE3AE2E33B}" authorId="{AFB65A2A-290D-13ED-C23D-1E6DF641D341}" created="2024-03-12T12:21:56.556">
        <p188:txBody>
          <a:bodyPr/>
          <a:lstStyle/>
          <a:p>
            <a:r>
              <a:rPr lang="en-US"/>
              <a:t>[@Houston, Barry]  - made the changes here, please check</a:t>
            </a:r>
          </a:p>
        </p188:txBody>
      </p188:reply>
    </p188:replyLst>
    <p188:txBody>
      <a:bodyPr/>
      <a:lstStyle/>
      <a:p>
        <a:r>
          <a:rPr lang="en-GB"/>
          <a:t>This slide needs context. We need to make the Inception bigger and Build smaller. We want to state that we're focussing on Inception right now</a:t>
        </a:r>
      </a:p>
    </p188:txBody>
  </p188:cm>
</p188:cmLst>
</file>

<file path=ppt/comments/modernComment_7FFFDAC8_628033D9.xml><?xml version="1.0" encoding="utf-8"?>
<p188:cmLst xmlns:a="http://schemas.openxmlformats.org/drawingml/2006/main" xmlns:r="http://schemas.openxmlformats.org/officeDocument/2006/relationships" xmlns:p188="http://schemas.microsoft.com/office/powerpoint/2018/8/main">
  <p188:cm id="{C028BA11-1D25-43FA-8C40-9A3CBA1F82E8}" authorId="{28CE5056-2E24-3D89-59C6-D08AE81D890D}" created="2024-03-12T12:10:59.834">
    <pc:sldMkLst xmlns:pc="http://schemas.microsoft.com/office/powerpoint/2013/main/command">
      <pc:docMk/>
      <pc:sldMk cId="1652569049" sldId="2147474120"/>
    </pc:sldMkLst>
    <p188:replyLst>
      <p188:reply id="{EFE1D93D-6DAE-4138-A1FE-4D94C1D21C72}" authorId="{AFB65A2A-290D-13ED-C23D-1E6DF641D341}" created="2024-03-12T15:27:34.708">
        <p188:txBody>
          <a:bodyPr/>
          <a:lstStyle/>
          <a:p>
            <a:r>
              <a:rPr lang="en-US"/>
              <a:t>[@Houston, Barry] - this is more useful for the build phase, not here may be. </a:t>
            </a:r>
          </a:p>
        </p188:txBody>
      </p188:reply>
    </p188:replyLst>
    <p188:txBody>
      <a:bodyPr/>
      <a:lstStyle/>
      <a:p>
        <a:r>
          <a:rPr lang="en-GB"/>
          <a:t>Not sure we need this one</a:t>
        </a:r>
      </a:p>
    </p188:txBody>
  </p188:cm>
</p188:cmLst>
</file>

<file path=ppt/comments/modernComment_7FFFDAEB_CD770C13.xml><?xml version="1.0" encoding="utf-8"?>
<p188:cmLst xmlns:a="http://schemas.openxmlformats.org/drawingml/2006/main" xmlns:r="http://schemas.openxmlformats.org/officeDocument/2006/relationships" xmlns:p188="http://schemas.microsoft.com/office/powerpoint/2018/8/main">
  <p188:cm id="{A67C2E24-FA86-4CDD-B523-F2F3AA16532C}" authorId="{28CE5056-2E24-3D89-59C6-D08AE81D890D}" status="resolved" created="2024-03-12T11:58:54.224" complete="100000">
    <pc:sldMkLst xmlns:pc="http://schemas.microsoft.com/office/powerpoint/2013/main/command">
      <pc:docMk/>
      <pc:sldMk cId="3447131155" sldId="2147474155"/>
    </pc:sldMkLst>
    <p188:txBody>
      <a:bodyPr/>
      <a:lstStyle/>
      <a:p>
        <a:r>
          <a:rPr lang="en-GB"/>
          <a:t>Not all the people from the Excel are here and their roles are not correct. Shere is in several places.</a:t>
        </a:r>
      </a:p>
    </p188:txBody>
  </p188:cm>
</p188:cmLst>
</file>

<file path=ppt/comments/modernComment_7FFFDAEF_DD365357.xml><?xml version="1.0" encoding="utf-8"?>
<p188:cmLst xmlns:a="http://schemas.openxmlformats.org/drawingml/2006/main" xmlns:r="http://schemas.openxmlformats.org/officeDocument/2006/relationships" xmlns:p188="http://schemas.microsoft.com/office/powerpoint/2018/8/main">
  <p188:cm id="{538A4D0B-0366-4E61-9FE8-09A20BD3DBEB}" authorId="{28CE5056-2E24-3D89-59C6-D08AE81D890D}" status="resolved" created="2024-03-12T11:55:07.354" complete="100000">
    <pc:sldMkLst xmlns:pc="http://schemas.microsoft.com/office/powerpoint/2013/main/command">
      <pc:docMk/>
      <pc:sldMk cId="3711325015" sldId="2147474159"/>
    </pc:sldMkLst>
    <p188:txBody>
      <a:bodyPr/>
      <a:lstStyle/>
      <a:p>
        <a:r>
          <a:rPr lang="en-GB"/>
          <a:t>Let's merge Delivery Executives and Business Sponsors. Put me, Vannessa and Akhlas Hafiz.
Then have Programme Directors with Max and Warren.
I'd then have Pos and FLs. Then SMEs and Bas.
Arch need to add Jigar.
Test manager is Narayan.
Remove Release Mgr
Remove Cap from Infra/Ops
Add Ian and Ben to procurement</a:t>
        </a:r>
      </a:p>
    </p188:txBody>
  </p188:cm>
  <p188:cm id="{C4FEAF43-8719-4B93-87AF-B6CD00A3D309}" authorId="{AFB65A2A-290D-13ED-C23D-1E6DF641D341}" status="resolved" created="2024-03-12T16:34:08.196" complete="100000">
    <pc:sldMkLst xmlns:pc="http://schemas.microsoft.com/office/powerpoint/2013/main/command">
      <pc:docMk/>
      <pc:sldMk cId="3711325015" sldId="2147474159"/>
    </pc:sldMkLst>
    <p188:txBody>
      <a:bodyPr/>
      <a:lstStyle/>
      <a:p>
        <a:r>
          <a:rPr lang="en-US"/>
          <a:t>[@Contractor, Sherezad]  - can you please update Beazley names under Product Rationalization line</a:t>
        </a:r>
      </a:p>
    </p188:txBody>
  </p188:cm>
</p188:cmLst>
</file>

<file path=ppt/comments/modernComment_7FFFDAF1_34C7AEC1.xml><?xml version="1.0" encoding="utf-8"?>
<p188:cmLst xmlns:a="http://schemas.openxmlformats.org/drawingml/2006/main" xmlns:r="http://schemas.openxmlformats.org/officeDocument/2006/relationships" xmlns:p188="http://schemas.microsoft.com/office/powerpoint/2018/8/main">
  <p188:cm id="{82044199-EFAE-42AC-A7E6-803F10691806}" authorId="{28CE5056-2E24-3D89-59C6-D08AE81D890D}" status="resolved" created="2024-03-12T11:51:28.177" complete="100000">
    <ac:deMkLst xmlns:ac="http://schemas.microsoft.com/office/drawing/2013/main/command">
      <pc:docMk xmlns:pc="http://schemas.microsoft.com/office/powerpoint/2013/main/command"/>
      <pc:sldMk xmlns:pc="http://schemas.microsoft.com/office/powerpoint/2013/main/command" cId="885501633" sldId="2147474161"/>
      <ac:spMk id="8" creationId="{0FC11A24-1C94-770E-AEE9-EAB1535A997B}"/>
    </ac:deMkLst>
    <p188:txBody>
      <a:bodyPr/>
      <a:lstStyle/>
      <a:p>
        <a:r>
          <a:rPr lang="en-GB"/>
          <a:t>I like this slide. I need a session to go through this prior to sharing with the client. E.g. We should be R for Prioritized Backlog and Beazley should be A.</a:t>
        </a:r>
      </a:p>
    </p188:txBody>
  </p188:cm>
</p188:cmLst>
</file>

<file path=ppt/comments/modernComment_7FFFDAF4_C0E4F2BF.xml><?xml version="1.0" encoding="utf-8"?>
<p188:cmLst xmlns:a="http://schemas.openxmlformats.org/drawingml/2006/main" xmlns:r="http://schemas.openxmlformats.org/officeDocument/2006/relationships" xmlns:p188="http://schemas.microsoft.com/office/powerpoint/2018/8/main">
  <p188:cm id="{47F303BE-EA0F-4C30-B56D-F2224404B8F4}" authorId="{28CE5056-2E24-3D89-59C6-D08AE81D890D}" status="resolved" created="2024-03-12T12:00:29.953" complete="100000">
    <pc:sldMkLst xmlns:pc="http://schemas.microsoft.com/office/powerpoint/2013/main/command">
      <pc:docMk/>
      <pc:sldMk cId="3236229823" sldId="2147474164"/>
    </pc:sldMkLst>
    <p188:txBody>
      <a:bodyPr/>
      <a:lstStyle/>
      <a:p>
        <a:r>
          <a:rPr lang="en-GB"/>
          <a:t>We don't have programme directors. This should go from PDs to Exec</a:t>
        </a:r>
      </a:p>
    </p188:txBody>
  </p188:cm>
</p188:cmLst>
</file>

<file path=ppt/comments/modernComment_7FFFDAF5_E0230D4E.xml><?xml version="1.0" encoding="utf-8"?>
<p188:cmLst xmlns:a="http://schemas.openxmlformats.org/drawingml/2006/main" xmlns:r="http://schemas.openxmlformats.org/officeDocument/2006/relationships" xmlns:p188="http://schemas.microsoft.com/office/powerpoint/2018/8/main">
  <p188:cm id="{CDA10928-5350-4AF5-9546-11FBC6ECD514}" authorId="{28CE5056-2E24-3D89-59C6-D08AE81D890D}" status="resolved" created="2024-03-12T11:49:13.324" complete="100000">
    <pc:sldMkLst xmlns:pc="http://schemas.microsoft.com/office/powerpoint/2013/main/command">
      <pc:docMk/>
      <pc:sldMk cId="3760393550" sldId="2147474165"/>
    </pc:sldMkLst>
    <p188:replyLst>
      <p188:reply id="{8F5CAB1E-F4A2-4D56-BB0E-E9BD47C4F6B2}" authorId="{AFB65A2A-290D-13ED-C23D-1E6DF641D341}" created="2024-03-12T11:59:06.201">
        <p188:txBody>
          <a:bodyPr/>
          <a:lstStyle/>
          <a:p>
            <a:r>
              <a:rPr lang="en-US"/>
              <a:t>[@Houston, Barry]  - made the changes on the Output section</a:t>
            </a:r>
          </a:p>
        </p188:txBody>
      </p188:reply>
    </p188:replyLst>
    <p188:txBody>
      <a:bodyPr/>
      <a:lstStyle/>
      <a:p>
        <a:r>
          <a:rPr lang="en-GB"/>
          <a:t>I like this slide. Remember there is no GW UI - so let's remove Multi-Screen.
The Outputs need to be aligned to the SOW.</a:t>
        </a:r>
      </a:p>
    </p188:txBody>
  </p188:cm>
</p188:cmLst>
</file>

<file path=ppt/comments/modernComment_19D_D3953CE1.xml><?xml version="1.0" encoding="utf-8"?>
<p188:cmLst xmlns:a="http://schemas.openxmlformats.org/drawingml/2006/main" xmlns:r="http://schemas.openxmlformats.org/officeDocument/2006/relationships" xmlns:p188="http://schemas.microsoft.com/office/powerpoint/2018/8/main">
  <p188:cm id="{9DEDD709-F2EB-458D-A9B9-46756F34D26E}" authorId="{28CE5056-2E24-3D89-59C6-D08AE81D890D}" created="2024-03-12T11:50:09.471">
    <pc:sldMkLst xmlns:pc="http://schemas.microsoft.com/office/powerpoint/2013/main/command">
      <pc:docMk/>
      <pc:sldMk cId="3549773025" sldId="413"/>
    </pc:sldMkLst>
    <p188:txBody>
      <a:bodyPr/>
      <a:lstStyle/>
      <a:p>
        <a:r>
          <a:rPr lang="en-GB"/>
          <a:t>I assume this will be updated with the actual plan? 
What don't we create a high level Gantt plan with timeline. </a:t>
        </a:r>
      </a:p>
    </p188:txBody>
  </p188:cm>
</p188:cmLst>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custT="1"/>
      <dgm:spPr/>
      <dgm:t>
        <a:bodyPr/>
        <a:lstStyle/>
        <a:p>
          <a:r>
            <a:rPr lang="en-IN" sz="1800" b="1" i="1"/>
            <a:t>INCEPTION PHASE</a:t>
          </a:r>
          <a:endParaRPr lang="en-US" sz="1800"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sz="1000">
            <a:solidFill>
              <a:schemeClr val="bg1"/>
            </a:solidFill>
            <a:latin typeface="+mn-lt"/>
          </a:endParaRPr>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chemeClr val="accent1">
            <a:lumMod val="75000"/>
          </a:schemeClr>
        </a:solidFill>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ScaleX="121321" custLinFactNeighborY="-64887">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7" minVer="http://schemas.openxmlformats.org/drawingml/2006/diagram"/>
    </a:ext>
    <a:ext uri="{C62137D5-CB1D-491B-B009-E17868A290BF}">
      <dgm14:recolorImg xmlns:dgm14="http://schemas.microsoft.com/office/drawing/2010/diagram" val="1"/>
    </a:ext>
  </dgm:extLst>
</dgm:dataModel>
</file>

<file path=ppt/diagrams/data2.xml><?xml version="1.0" encoding="utf-8"?>
<dgm:dataModel xmlns:dgm="http://schemas.openxmlformats.org/drawingml/2006/diagram" xmlns:a="http://schemas.openxmlformats.org/drawingml/2006/main">
  <dgm:ptLst>
    <dgm:pt modelId="{3C990D44-2BE6-4746-A997-D40124D548AA}" type="doc">
      <dgm:prSet loTypeId="urn:microsoft.com/office/officeart/2008/layout/CircularPictureCallout" loCatId="picture" qsTypeId="urn:microsoft.com/office/officeart/2005/8/quickstyle/simple1" qsCatId="simple" csTypeId="urn:microsoft.com/office/officeart/2005/8/colors/accent1_2" csCatId="accent1" phldr="1"/>
      <dgm:spPr/>
      <dgm:t>
        <a:bodyPr/>
        <a:lstStyle/>
        <a:p>
          <a:endParaRPr lang="en-US"/>
        </a:p>
      </dgm:t>
    </dgm:pt>
    <dgm:pt modelId="{E5881066-DF73-446A-8F48-70C8B8CBB00B}">
      <dgm:prSet/>
      <dgm:spPr/>
      <dgm:t>
        <a:bodyPr/>
        <a:lstStyle/>
        <a:p>
          <a:r>
            <a:rPr lang="en-IN" b="1" i="1"/>
            <a:t>BUILD PHASE</a:t>
          </a:r>
          <a:endParaRPr lang="en-US" b="1" i="1"/>
        </a:p>
      </dgm:t>
    </dgm:pt>
    <dgm:pt modelId="{30323432-6B82-4847-981A-FB0B7726D909}" type="parTrans" cxnId="{3E3040B7-A45C-4E5C-8520-D74362B8C048}">
      <dgm:prSet/>
      <dgm:spPr/>
      <dgm:t>
        <a:bodyPr/>
        <a:lstStyle/>
        <a:p>
          <a:endParaRPr lang="en-US"/>
        </a:p>
      </dgm:t>
    </dgm:pt>
    <dgm:pt modelId="{6FF0C7B0-1115-4A35-810E-4500452B2E95}" type="sibTrans" cxnId="{3E3040B7-A45C-4E5C-8520-D74362B8C048}">
      <dgm:prSet/>
      <dgm:spPr>
        <a:solidFill>
          <a:schemeClr val="accent1">
            <a:lumMod val="75000"/>
          </a:schemeClr>
        </a:solidFill>
      </dgm:spPr>
      <dgm:t>
        <a:bodyPr/>
        <a:lstStyle/>
        <a:p>
          <a:endParaRPr lang="en-US"/>
        </a:p>
      </dgm:t>
    </dgm:pt>
    <dgm:pt modelId="{B9E09C74-3073-4AB7-BD1E-D91375480C7C}">
      <dgm:prSet phldrT="[Text]" phldr="1"/>
      <dgm:spPr/>
      <dgm:t>
        <a:bodyPr/>
        <a:lstStyle/>
        <a:p>
          <a:endParaRPr lang="en-US"/>
        </a:p>
      </dgm:t>
    </dgm:pt>
    <dgm:pt modelId="{36830BB4-B54C-45A6-A56D-CD7BC6E58942}" type="parTrans" cxnId="{936BF1EA-4355-4EBE-B7D7-343BB29F3FA0}">
      <dgm:prSet/>
      <dgm:spPr/>
      <dgm:t>
        <a:bodyPr/>
        <a:lstStyle/>
        <a:p>
          <a:endParaRPr lang="en-US"/>
        </a:p>
      </dgm:t>
    </dgm:pt>
    <dgm:pt modelId="{C28626B5-54E8-4EE4-9495-7BB0C2210767}" type="sibTrans" cxnId="{936BF1EA-4355-4EBE-B7D7-343BB29F3FA0}">
      <dgm:prSet/>
      <dgm:spPr>
        <a:solidFill>
          <a:srgbClr val="DE189C"/>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FC62B15-1E26-4960-81E6-4841959D3112}">
      <dgm:prSet phldrT="[Text]" phldr="1"/>
      <dgm:spPr/>
      <dgm:t>
        <a:bodyPr/>
        <a:lstStyle/>
        <a:p>
          <a:endParaRPr lang="en-US"/>
        </a:p>
      </dgm:t>
    </dgm:pt>
    <dgm:pt modelId="{0311C773-ADA5-4085-8D44-8911555DBF23}" type="parTrans" cxnId="{3255C4BB-EB35-477C-957D-B89F97252006}">
      <dgm:prSet/>
      <dgm:spPr/>
      <dgm:t>
        <a:bodyPr/>
        <a:lstStyle/>
        <a:p>
          <a:endParaRPr lang="en-US"/>
        </a:p>
      </dgm:t>
    </dgm:pt>
    <dgm:pt modelId="{A8F9E500-801E-4C02-A997-FFEF7076C701}" type="sibTrans" cxnId="{3255C4BB-EB35-477C-957D-B89F97252006}">
      <dgm:prSet/>
      <dgm:spPr>
        <a:solidFill>
          <a:srgbClr val="272936"/>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33209F90-E32E-42AF-B6A7-FCD151448971}">
      <dgm:prSet phldrT="[Text]" phldr="1"/>
      <dgm:spPr/>
      <dgm:t>
        <a:bodyPr/>
        <a:lstStyle/>
        <a:p>
          <a:endParaRPr lang="en-US"/>
        </a:p>
      </dgm:t>
    </dgm:pt>
    <dgm:pt modelId="{ECD899A5-C9D5-4F43-A310-A6C825A1AAB6}" type="parTrans" cxnId="{9F9F56B4-64AE-4566-B4A8-1F66250FC383}">
      <dgm:prSet/>
      <dgm:spPr/>
      <dgm:t>
        <a:bodyPr/>
        <a:lstStyle/>
        <a:p>
          <a:endParaRPr lang="en-US"/>
        </a:p>
      </dgm:t>
    </dgm:pt>
    <dgm:pt modelId="{036C89F0-E235-460A-9702-198ECD00D98A}" type="sibTrans" cxnId="{9F9F56B4-64AE-4566-B4A8-1F66250FC383}">
      <dgm:prSet/>
      <dgm:spPr>
        <a:solidFill>
          <a:srgbClr val="0070AD">
            <a:lumMod val="75000"/>
          </a:srgbClr>
        </a:solidFill>
        <a:ln w="12700" cap="flat" cmpd="sng" algn="ctr">
          <a:solidFill>
            <a:srgbClr val="FFFFFF">
              <a:hueOff val="0"/>
              <a:satOff val="0"/>
              <a:lumOff val="0"/>
              <a:alphaOff val="0"/>
            </a:srgbClr>
          </a:solidFill>
          <a:prstDash val="solid"/>
          <a:miter lim="800000"/>
        </a:ln>
        <a:effectLst/>
      </dgm:spPr>
      <dgm:t>
        <a:bodyPr/>
        <a:lstStyle/>
        <a:p>
          <a:endParaRPr lang="en-US"/>
        </a:p>
      </dgm:t>
    </dgm:pt>
    <dgm:pt modelId="{C0B61D5C-14AF-4024-A3BD-FCCC8C5CA92D}" type="pres">
      <dgm:prSet presAssocID="{3C990D44-2BE6-4746-A997-D40124D548AA}" presName="Name0" presStyleCnt="0">
        <dgm:presLayoutVars>
          <dgm:chMax val="7"/>
          <dgm:chPref val="7"/>
          <dgm:dir/>
        </dgm:presLayoutVars>
      </dgm:prSet>
      <dgm:spPr/>
    </dgm:pt>
    <dgm:pt modelId="{88149582-0637-45FD-8CD2-C97CF2765927}" type="pres">
      <dgm:prSet presAssocID="{3C990D44-2BE6-4746-A997-D40124D548AA}" presName="Name1" presStyleCnt="0"/>
      <dgm:spPr/>
    </dgm:pt>
    <dgm:pt modelId="{EB4B4DD8-175A-463A-A161-3F04E4E8C7D7}" type="pres">
      <dgm:prSet presAssocID="{6FF0C7B0-1115-4A35-810E-4500452B2E95}" presName="picture_1" presStyleCnt="0"/>
      <dgm:spPr/>
    </dgm:pt>
    <dgm:pt modelId="{DE2DA6B5-80EA-41E1-8A63-CA97040927FF}" type="pres">
      <dgm:prSet presAssocID="{6FF0C7B0-1115-4A35-810E-4500452B2E95}" presName="pictureRepeatNode" presStyleLbl="alignImgPlace1" presStyleIdx="0" presStyleCnt="4"/>
      <dgm:spPr/>
    </dgm:pt>
    <dgm:pt modelId="{45FC5FB4-34C3-46C6-8F63-CE7AA33305A6}" type="pres">
      <dgm:prSet presAssocID="{E5881066-DF73-446A-8F48-70C8B8CBB00B}" presName="text_1" presStyleLbl="node1" presStyleIdx="0" presStyleCnt="0" custLinFactNeighborY="-54324">
        <dgm:presLayoutVars>
          <dgm:bulletEnabled val="1"/>
        </dgm:presLayoutVars>
      </dgm:prSet>
      <dgm:spPr/>
    </dgm:pt>
    <dgm:pt modelId="{D939D96F-0054-4CB3-94A8-FD53B88093F5}" type="pres">
      <dgm:prSet presAssocID="{C28626B5-54E8-4EE4-9495-7BB0C2210767}" presName="picture_2" presStyleCnt="0"/>
      <dgm:spPr/>
    </dgm:pt>
    <dgm:pt modelId="{A930FCCC-F876-4499-9C60-4FA91F418457}" type="pres">
      <dgm:prSet presAssocID="{C28626B5-54E8-4EE4-9495-7BB0C2210767}" presName="pictureRepeatNode" presStyleLbl="alignImgPlace1" presStyleIdx="1" presStyleCnt="4"/>
      <dgm:spPr>
        <a:xfrm>
          <a:off x="2599237" y="83029"/>
          <a:ext cx="516507" cy="516507"/>
        </a:xfrm>
        <a:prstGeom prst="ellipse">
          <a:avLst/>
        </a:prstGeom>
      </dgm:spPr>
    </dgm:pt>
    <dgm:pt modelId="{4984BB19-F11F-48BF-8BE9-A120E4D629D5}" type="pres">
      <dgm:prSet presAssocID="{B9E09C74-3073-4AB7-BD1E-D91375480C7C}" presName="line_2" presStyleLbl="parChTrans1D1" presStyleIdx="0" presStyleCnt="3"/>
      <dgm:spPr/>
    </dgm:pt>
    <dgm:pt modelId="{094F3C3E-FF9F-490A-B36A-5E7FA12BCF8A}" type="pres">
      <dgm:prSet presAssocID="{B9E09C74-3073-4AB7-BD1E-D91375480C7C}" presName="textparent_2" presStyleLbl="node1" presStyleIdx="0" presStyleCnt="0"/>
      <dgm:spPr/>
    </dgm:pt>
    <dgm:pt modelId="{75478FB0-36C4-4636-9930-595DF97CAE60}" type="pres">
      <dgm:prSet presAssocID="{B9E09C74-3073-4AB7-BD1E-D91375480C7C}" presName="text_2" presStyleLbl="revTx" presStyleIdx="0" presStyleCnt="3">
        <dgm:presLayoutVars>
          <dgm:bulletEnabled val="1"/>
        </dgm:presLayoutVars>
      </dgm:prSet>
      <dgm:spPr/>
    </dgm:pt>
    <dgm:pt modelId="{75B2400A-2812-4C28-BD76-71384C6623FA}" type="pres">
      <dgm:prSet presAssocID="{A8F9E500-801E-4C02-A997-FFEF7076C701}" presName="picture_3" presStyleCnt="0"/>
      <dgm:spPr/>
    </dgm:pt>
    <dgm:pt modelId="{2592A582-700C-440E-8CBB-793EE085B62E}" type="pres">
      <dgm:prSet presAssocID="{A8F9E500-801E-4C02-A997-FFEF7076C701}" presName="pictureRepeatNode" presStyleLbl="alignImgPlace1" presStyleIdx="2" presStyleCnt="4"/>
      <dgm:spPr>
        <a:xfrm>
          <a:off x="2351314" y="685621"/>
          <a:ext cx="516507" cy="516507"/>
        </a:xfrm>
        <a:prstGeom prst="ellipse">
          <a:avLst/>
        </a:prstGeom>
      </dgm:spPr>
    </dgm:pt>
    <dgm:pt modelId="{78E36408-2AA2-4A65-A685-4942C22C2B41}" type="pres">
      <dgm:prSet presAssocID="{CFC62B15-1E26-4960-81E6-4841959D3112}" presName="line_3" presStyleLbl="parChTrans1D1" presStyleIdx="1" presStyleCnt="3"/>
      <dgm:spPr/>
    </dgm:pt>
    <dgm:pt modelId="{56E5B2E1-C704-4A68-91A3-C217AA35754F}" type="pres">
      <dgm:prSet presAssocID="{CFC62B15-1E26-4960-81E6-4841959D3112}" presName="textparent_3" presStyleLbl="node1" presStyleIdx="0" presStyleCnt="0"/>
      <dgm:spPr/>
    </dgm:pt>
    <dgm:pt modelId="{A6EA9F7A-021B-4E7E-B1B7-439A3D237DFD}" type="pres">
      <dgm:prSet presAssocID="{CFC62B15-1E26-4960-81E6-4841959D3112}" presName="text_3" presStyleLbl="revTx" presStyleIdx="1" presStyleCnt="3">
        <dgm:presLayoutVars>
          <dgm:bulletEnabled val="1"/>
        </dgm:presLayoutVars>
      </dgm:prSet>
      <dgm:spPr/>
    </dgm:pt>
    <dgm:pt modelId="{01044EAB-F165-46FB-A399-C19F3FAA623A}" type="pres">
      <dgm:prSet presAssocID="{036C89F0-E235-460A-9702-198ECD00D98A}" presName="picture_4" presStyleCnt="0"/>
      <dgm:spPr/>
    </dgm:pt>
    <dgm:pt modelId="{21BC1008-D677-45CE-BE75-8F26BAFF4C68}" type="pres">
      <dgm:prSet presAssocID="{036C89F0-E235-460A-9702-198ECD00D98A}" presName="pictureRepeatNode" presStyleLbl="alignImgPlace1" presStyleIdx="3" presStyleCnt="4"/>
      <dgm:spPr>
        <a:xfrm>
          <a:off x="2599237" y="1288213"/>
          <a:ext cx="516507" cy="516507"/>
        </a:xfrm>
        <a:prstGeom prst="ellipse">
          <a:avLst/>
        </a:prstGeom>
      </dgm:spPr>
    </dgm:pt>
    <dgm:pt modelId="{7B6EC6B6-5054-4947-96B3-A27015E700F5}" type="pres">
      <dgm:prSet presAssocID="{33209F90-E32E-42AF-B6A7-FCD151448971}" presName="line_4" presStyleLbl="parChTrans1D1" presStyleIdx="2" presStyleCnt="3"/>
      <dgm:spPr/>
    </dgm:pt>
    <dgm:pt modelId="{971627FE-A49B-4CDB-9CDB-9DA14B627C60}" type="pres">
      <dgm:prSet presAssocID="{33209F90-E32E-42AF-B6A7-FCD151448971}" presName="textparent_4" presStyleLbl="node1" presStyleIdx="0" presStyleCnt="0"/>
      <dgm:spPr/>
    </dgm:pt>
    <dgm:pt modelId="{B46FD729-76A2-4765-914D-FEE6431756D2}" type="pres">
      <dgm:prSet presAssocID="{33209F90-E32E-42AF-B6A7-FCD151448971}" presName="text_4" presStyleLbl="revTx" presStyleIdx="2" presStyleCnt="3">
        <dgm:presLayoutVars>
          <dgm:bulletEnabled val="1"/>
        </dgm:presLayoutVars>
      </dgm:prSet>
      <dgm:spPr/>
    </dgm:pt>
  </dgm:ptLst>
  <dgm:cxnLst>
    <dgm:cxn modelId="{531B2E06-398C-4866-B244-588835E5B2DF}" type="presOf" srcId="{33209F90-E32E-42AF-B6A7-FCD151448971}" destId="{B46FD729-76A2-4765-914D-FEE6431756D2}" srcOrd="0" destOrd="0" presId="urn:microsoft.com/office/officeart/2008/layout/CircularPictureCallout"/>
    <dgm:cxn modelId="{571F9E1B-C5A6-4F72-9040-E293170041FF}" type="presOf" srcId="{036C89F0-E235-460A-9702-198ECD00D98A}" destId="{21BC1008-D677-45CE-BE75-8F26BAFF4C68}" srcOrd="0" destOrd="0" presId="urn:microsoft.com/office/officeart/2008/layout/CircularPictureCallout"/>
    <dgm:cxn modelId="{3390FD64-0B89-491F-8D26-271D1CFB1473}" type="presOf" srcId="{3C990D44-2BE6-4746-A997-D40124D548AA}" destId="{C0B61D5C-14AF-4024-A3BD-FCCC8C5CA92D}" srcOrd="0" destOrd="0" presId="urn:microsoft.com/office/officeart/2008/layout/CircularPictureCallout"/>
    <dgm:cxn modelId="{CA6B0E6C-CD0D-4AA9-B393-0DC8E2012FDA}" type="presOf" srcId="{CFC62B15-1E26-4960-81E6-4841959D3112}" destId="{A6EA9F7A-021B-4E7E-B1B7-439A3D237DFD}" srcOrd="0" destOrd="0" presId="urn:microsoft.com/office/officeart/2008/layout/CircularPictureCallout"/>
    <dgm:cxn modelId="{A6342755-69AC-49ED-9FAC-F36A8FFABA9D}" type="presOf" srcId="{B9E09C74-3073-4AB7-BD1E-D91375480C7C}" destId="{75478FB0-36C4-4636-9930-595DF97CAE60}" srcOrd="0" destOrd="0" presId="urn:microsoft.com/office/officeart/2008/layout/CircularPictureCallout"/>
    <dgm:cxn modelId="{B571B28E-B312-4083-B5D1-05AEEFF44015}" type="presOf" srcId="{E5881066-DF73-446A-8F48-70C8B8CBB00B}" destId="{45FC5FB4-34C3-46C6-8F63-CE7AA33305A6}" srcOrd="0" destOrd="0" presId="urn:microsoft.com/office/officeart/2008/layout/CircularPictureCallout"/>
    <dgm:cxn modelId="{8F41489E-D165-4B65-987C-84B6AF2B3E03}" type="presOf" srcId="{6FF0C7B0-1115-4A35-810E-4500452B2E95}" destId="{DE2DA6B5-80EA-41E1-8A63-CA97040927FF}" srcOrd="0" destOrd="0" presId="urn:microsoft.com/office/officeart/2008/layout/CircularPictureCallout"/>
    <dgm:cxn modelId="{9F9F56B4-64AE-4566-B4A8-1F66250FC383}" srcId="{3C990D44-2BE6-4746-A997-D40124D548AA}" destId="{33209F90-E32E-42AF-B6A7-FCD151448971}" srcOrd="3" destOrd="0" parTransId="{ECD899A5-C9D5-4F43-A310-A6C825A1AAB6}" sibTransId="{036C89F0-E235-460A-9702-198ECD00D98A}"/>
    <dgm:cxn modelId="{3E3040B7-A45C-4E5C-8520-D74362B8C048}" srcId="{3C990D44-2BE6-4746-A997-D40124D548AA}" destId="{E5881066-DF73-446A-8F48-70C8B8CBB00B}" srcOrd="0" destOrd="0" parTransId="{30323432-6B82-4847-981A-FB0B7726D909}" sibTransId="{6FF0C7B0-1115-4A35-810E-4500452B2E95}"/>
    <dgm:cxn modelId="{3255C4BB-EB35-477C-957D-B89F97252006}" srcId="{3C990D44-2BE6-4746-A997-D40124D548AA}" destId="{CFC62B15-1E26-4960-81E6-4841959D3112}" srcOrd="2" destOrd="0" parTransId="{0311C773-ADA5-4085-8D44-8911555DBF23}" sibTransId="{A8F9E500-801E-4C02-A997-FFEF7076C701}"/>
    <dgm:cxn modelId="{90503CD5-8F43-4E5C-B9CF-F0CF637AADCB}" type="presOf" srcId="{C28626B5-54E8-4EE4-9495-7BB0C2210767}" destId="{A930FCCC-F876-4499-9C60-4FA91F418457}" srcOrd="0" destOrd="0" presId="urn:microsoft.com/office/officeart/2008/layout/CircularPictureCallout"/>
    <dgm:cxn modelId="{D1B84EE6-D322-4F41-8571-3F53E16D8E5F}" type="presOf" srcId="{A8F9E500-801E-4C02-A997-FFEF7076C701}" destId="{2592A582-700C-440E-8CBB-793EE085B62E}" srcOrd="0" destOrd="0" presId="urn:microsoft.com/office/officeart/2008/layout/CircularPictureCallout"/>
    <dgm:cxn modelId="{936BF1EA-4355-4EBE-B7D7-343BB29F3FA0}" srcId="{3C990D44-2BE6-4746-A997-D40124D548AA}" destId="{B9E09C74-3073-4AB7-BD1E-D91375480C7C}" srcOrd="1" destOrd="0" parTransId="{36830BB4-B54C-45A6-A56D-CD7BC6E58942}" sibTransId="{C28626B5-54E8-4EE4-9495-7BB0C2210767}"/>
    <dgm:cxn modelId="{73717DA5-85B6-41C5-BCA6-B8C75238BBCA}" type="presParOf" srcId="{C0B61D5C-14AF-4024-A3BD-FCCC8C5CA92D}" destId="{88149582-0637-45FD-8CD2-C97CF2765927}" srcOrd="0" destOrd="0" presId="urn:microsoft.com/office/officeart/2008/layout/CircularPictureCallout"/>
    <dgm:cxn modelId="{FB5ABC8B-BC26-47CB-9326-1EE0FFA8A1B9}" type="presParOf" srcId="{88149582-0637-45FD-8CD2-C97CF2765927}" destId="{EB4B4DD8-175A-463A-A161-3F04E4E8C7D7}" srcOrd="0" destOrd="0" presId="urn:microsoft.com/office/officeart/2008/layout/CircularPictureCallout"/>
    <dgm:cxn modelId="{324F758C-24E8-4816-B262-9479BEB76501}" type="presParOf" srcId="{EB4B4DD8-175A-463A-A161-3F04E4E8C7D7}" destId="{DE2DA6B5-80EA-41E1-8A63-CA97040927FF}" srcOrd="0" destOrd="0" presId="urn:microsoft.com/office/officeart/2008/layout/CircularPictureCallout"/>
    <dgm:cxn modelId="{AB07F4DD-F219-4717-A8C2-90406A0C9B3C}" type="presParOf" srcId="{88149582-0637-45FD-8CD2-C97CF2765927}" destId="{45FC5FB4-34C3-46C6-8F63-CE7AA33305A6}" srcOrd="1" destOrd="0" presId="urn:microsoft.com/office/officeart/2008/layout/CircularPictureCallout"/>
    <dgm:cxn modelId="{6D5FCF25-B594-437A-9B05-55C4086A90DF}" type="presParOf" srcId="{88149582-0637-45FD-8CD2-C97CF2765927}" destId="{D939D96F-0054-4CB3-94A8-FD53B88093F5}" srcOrd="2" destOrd="0" presId="urn:microsoft.com/office/officeart/2008/layout/CircularPictureCallout"/>
    <dgm:cxn modelId="{971A0058-477C-42DC-AD19-525F008A5DD3}" type="presParOf" srcId="{D939D96F-0054-4CB3-94A8-FD53B88093F5}" destId="{A930FCCC-F876-4499-9C60-4FA91F418457}" srcOrd="0" destOrd="0" presId="urn:microsoft.com/office/officeart/2008/layout/CircularPictureCallout"/>
    <dgm:cxn modelId="{9D901DCD-460B-49AB-8519-E56D9C31A511}" type="presParOf" srcId="{88149582-0637-45FD-8CD2-C97CF2765927}" destId="{4984BB19-F11F-48BF-8BE9-A120E4D629D5}" srcOrd="3" destOrd="0" presId="urn:microsoft.com/office/officeart/2008/layout/CircularPictureCallout"/>
    <dgm:cxn modelId="{8B7B83C9-9FEB-441B-A0B1-7F78A0D1B351}" type="presParOf" srcId="{88149582-0637-45FD-8CD2-C97CF2765927}" destId="{094F3C3E-FF9F-490A-B36A-5E7FA12BCF8A}" srcOrd="4" destOrd="0" presId="urn:microsoft.com/office/officeart/2008/layout/CircularPictureCallout"/>
    <dgm:cxn modelId="{910EAB7F-0349-4A92-AB33-EFC97F747810}" type="presParOf" srcId="{094F3C3E-FF9F-490A-B36A-5E7FA12BCF8A}" destId="{75478FB0-36C4-4636-9930-595DF97CAE60}" srcOrd="0" destOrd="0" presId="urn:microsoft.com/office/officeart/2008/layout/CircularPictureCallout"/>
    <dgm:cxn modelId="{DE0E522F-CFC7-42C0-8998-A1923E8075A7}" type="presParOf" srcId="{88149582-0637-45FD-8CD2-C97CF2765927}" destId="{75B2400A-2812-4C28-BD76-71384C6623FA}" srcOrd="5" destOrd="0" presId="urn:microsoft.com/office/officeart/2008/layout/CircularPictureCallout"/>
    <dgm:cxn modelId="{589B2667-EB35-4F78-8800-D8A2CFEF1343}" type="presParOf" srcId="{75B2400A-2812-4C28-BD76-71384C6623FA}" destId="{2592A582-700C-440E-8CBB-793EE085B62E}" srcOrd="0" destOrd="0" presId="urn:microsoft.com/office/officeart/2008/layout/CircularPictureCallout"/>
    <dgm:cxn modelId="{58E52E14-6473-4F92-AE86-96FC62EE6375}" type="presParOf" srcId="{88149582-0637-45FD-8CD2-C97CF2765927}" destId="{78E36408-2AA2-4A65-A685-4942C22C2B41}" srcOrd="6" destOrd="0" presId="urn:microsoft.com/office/officeart/2008/layout/CircularPictureCallout"/>
    <dgm:cxn modelId="{E207BE18-4131-4372-9CDA-20D32ADDA91C}" type="presParOf" srcId="{88149582-0637-45FD-8CD2-C97CF2765927}" destId="{56E5B2E1-C704-4A68-91A3-C217AA35754F}" srcOrd="7" destOrd="0" presId="urn:microsoft.com/office/officeart/2008/layout/CircularPictureCallout"/>
    <dgm:cxn modelId="{14DE4B94-58DA-4B22-92BE-37226F224CFE}" type="presParOf" srcId="{56E5B2E1-C704-4A68-91A3-C217AA35754F}" destId="{A6EA9F7A-021B-4E7E-B1B7-439A3D237DFD}" srcOrd="0" destOrd="0" presId="urn:microsoft.com/office/officeart/2008/layout/CircularPictureCallout"/>
    <dgm:cxn modelId="{D2F31F63-34AC-457C-B3FD-1118F2502CBD}" type="presParOf" srcId="{88149582-0637-45FD-8CD2-C97CF2765927}" destId="{01044EAB-F165-46FB-A399-C19F3FAA623A}" srcOrd="8" destOrd="0" presId="urn:microsoft.com/office/officeart/2008/layout/CircularPictureCallout"/>
    <dgm:cxn modelId="{7C045E77-8D1F-4503-9FF0-7301738964F8}" type="presParOf" srcId="{01044EAB-F165-46FB-A399-C19F3FAA623A}" destId="{21BC1008-D677-45CE-BE75-8F26BAFF4C68}" srcOrd="0" destOrd="0" presId="urn:microsoft.com/office/officeart/2008/layout/CircularPictureCallout"/>
    <dgm:cxn modelId="{A44A0B86-81DF-4BD7-A474-CC80209693E0}" type="presParOf" srcId="{88149582-0637-45FD-8CD2-C97CF2765927}" destId="{7B6EC6B6-5054-4947-96B3-A27015E700F5}" srcOrd="9" destOrd="0" presId="urn:microsoft.com/office/officeart/2008/layout/CircularPictureCallout"/>
    <dgm:cxn modelId="{FA0D9F1B-138C-4A71-9404-56B62A103A68}" type="presParOf" srcId="{88149582-0637-45FD-8CD2-C97CF2765927}" destId="{971627FE-A49B-4CDB-9CDB-9DA14B627C60}" srcOrd="10" destOrd="0" presId="urn:microsoft.com/office/officeart/2008/layout/CircularPictureCallout"/>
    <dgm:cxn modelId="{2E3E10BF-1038-4607-AF5A-F48B947C2B19}" type="presParOf" srcId="{971627FE-A49B-4CDB-9CDB-9DA14B627C60}" destId="{B46FD729-76A2-4765-914D-FEE6431756D2}" srcOrd="0" destOrd="0" presId="urn:microsoft.com/office/officeart/2008/layout/CircularPictureCallout"/>
  </dgm:cxnLst>
  <dgm:bg>
    <a:noFill/>
  </dgm:bg>
  <dgm:whole/>
  <dgm:extLst>
    <a:ext uri="http://schemas.microsoft.com/office/drawing/2008/diagram">
      <dsp:dataModelExt xmlns:dsp="http://schemas.microsoft.com/office/drawing/2008/diagram" relId="rId12" minVer="http://schemas.openxmlformats.org/drawingml/2006/diagram"/>
    </a:ext>
    <a:ext uri="{C62137D5-CB1D-491B-B009-E17868A290BF}">
      <dgm14:recolorImg xmlns:dgm14="http://schemas.microsoft.com/office/drawing/2010/diagram" val="1"/>
    </a:ext>
  </dgm:extLst>
</dgm:dataModel>
</file>

<file path=ppt/diagrams/data3.xml><?xml version="1.0" encoding="utf-8"?>
<dgm:dataModel xmlns:dgm="http://schemas.openxmlformats.org/drawingml/2006/diagram" xmlns:a="http://schemas.openxmlformats.org/drawingml/2006/main">
  <dgm:ptLst>
    <dgm:pt modelId="{AFCDD79B-6171-4261-9E98-74F3F32FB10A}" type="doc">
      <dgm:prSet loTypeId="urn:microsoft.com/office/officeart/2005/8/layout/cycle8" loCatId="cycle" qsTypeId="urn:microsoft.com/office/officeart/2005/8/quickstyle/simple1" qsCatId="simple" csTypeId="urn:microsoft.com/office/officeart/2005/8/colors/colorful2" csCatId="colorful" phldr="0"/>
      <dgm:spPr/>
    </dgm:pt>
    <dgm:pt modelId="{D7AEC9EB-8964-45BE-84DF-33B8B55C8C6A}">
      <dgm:prSet phldrT="[Text]" phldr="1"/>
      <dgm:spPr/>
      <dgm:t>
        <a:bodyPr/>
        <a:lstStyle/>
        <a:p>
          <a:endParaRPr lang="en-US"/>
        </a:p>
      </dgm:t>
    </dgm:pt>
    <dgm:pt modelId="{083EB541-F31F-40F8-8985-70F9573AB89A}" type="parTrans" cxnId="{58FDC451-9515-4790-9489-E0B090AEA748}">
      <dgm:prSet/>
      <dgm:spPr/>
      <dgm:t>
        <a:bodyPr/>
        <a:lstStyle/>
        <a:p>
          <a:endParaRPr lang="en-US"/>
        </a:p>
      </dgm:t>
    </dgm:pt>
    <dgm:pt modelId="{336E8900-3037-4003-B2D5-0F7DB3C23DF4}" type="sibTrans" cxnId="{58FDC451-9515-4790-9489-E0B090AEA748}">
      <dgm:prSet/>
      <dgm:spPr/>
      <dgm:t>
        <a:bodyPr/>
        <a:lstStyle/>
        <a:p>
          <a:endParaRPr lang="en-US"/>
        </a:p>
      </dgm:t>
    </dgm:pt>
    <dgm:pt modelId="{C14A270F-501A-4A4C-86CA-68A3657AB69D}">
      <dgm:prSet phldrT="[Text]" phldr="1"/>
      <dgm:spPr/>
      <dgm:t>
        <a:bodyPr/>
        <a:lstStyle/>
        <a:p>
          <a:endParaRPr lang="en-US"/>
        </a:p>
      </dgm:t>
    </dgm:pt>
    <dgm:pt modelId="{44DC6660-1CEB-405F-8215-E929F4398155}" type="parTrans" cxnId="{09397F0E-3744-4F23-9CC0-99D67F1B85BF}">
      <dgm:prSet/>
      <dgm:spPr/>
      <dgm:t>
        <a:bodyPr/>
        <a:lstStyle/>
        <a:p>
          <a:endParaRPr lang="en-US"/>
        </a:p>
      </dgm:t>
    </dgm:pt>
    <dgm:pt modelId="{A36FB1DD-98D6-4D14-A09C-38BB25D55B00}" type="sibTrans" cxnId="{09397F0E-3744-4F23-9CC0-99D67F1B85BF}">
      <dgm:prSet/>
      <dgm:spPr/>
      <dgm:t>
        <a:bodyPr/>
        <a:lstStyle/>
        <a:p>
          <a:endParaRPr lang="en-US"/>
        </a:p>
      </dgm:t>
    </dgm:pt>
    <dgm:pt modelId="{19C86BF6-9706-41FB-901A-9D4DA34852EA}">
      <dgm:prSet phldrT="[Text]" phldr="1"/>
      <dgm:spPr/>
      <dgm:t>
        <a:bodyPr/>
        <a:lstStyle/>
        <a:p>
          <a:endParaRPr lang="en-US"/>
        </a:p>
      </dgm:t>
    </dgm:pt>
    <dgm:pt modelId="{5590FF9A-6CE3-4100-94F5-2A3911E4EDFD}" type="sibTrans" cxnId="{135D3357-567A-47DD-B05D-7DB5F8C10F15}">
      <dgm:prSet/>
      <dgm:spPr/>
      <dgm:t>
        <a:bodyPr/>
        <a:lstStyle/>
        <a:p>
          <a:endParaRPr lang="en-US"/>
        </a:p>
      </dgm:t>
    </dgm:pt>
    <dgm:pt modelId="{E3C3EB8B-D058-4361-AE27-F164258B5800}" type="parTrans" cxnId="{135D3357-567A-47DD-B05D-7DB5F8C10F15}">
      <dgm:prSet/>
      <dgm:spPr/>
      <dgm:t>
        <a:bodyPr/>
        <a:lstStyle/>
        <a:p>
          <a:endParaRPr lang="en-US"/>
        </a:p>
      </dgm:t>
    </dgm:pt>
    <dgm:pt modelId="{371380D7-ECB3-4B60-BE16-751886D5A63D}" type="pres">
      <dgm:prSet presAssocID="{AFCDD79B-6171-4261-9E98-74F3F32FB10A}" presName="compositeShape" presStyleCnt="0">
        <dgm:presLayoutVars>
          <dgm:chMax val="7"/>
          <dgm:dir/>
          <dgm:resizeHandles val="exact"/>
        </dgm:presLayoutVars>
      </dgm:prSet>
      <dgm:spPr/>
    </dgm:pt>
    <dgm:pt modelId="{4DA453E2-3281-4140-8E91-2B9E80AB8E9F}" type="pres">
      <dgm:prSet presAssocID="{AFCDD79B-6171-4261-9E98-74F3F32FB10A}" presName="wedge1" presStyleLbl="node1" presStyleIdx="0" presStyleCnt="3"/>
      <dgm:spPr/>
    </dgm:pt>
    <dgm:pt modelId="{6CC65558-05F5-43BC-A432-E1368D805ED8}" type="pres">
      <dgm:prSet presAssocID="{AFCDD79B-6171-4261-9E98-74F3F32FB10A}" presName="dummy1a" presStyleCnt="0"/>
      <dgm:spPr/>
    </dgm:pt>
    <dgm:pt modelId="{08F3720E-0D4D-477C-908D-91FC402A6020}" type="pres">
      <dgm:prSet presAssocID="{AFCDD79B-6171-4261-9E98-74F3F32FB10A}" presName="dummy1b" presStyleCnt="0"/>
      <dgm:spPr/>
    </dgm:pt>
    <dgm:pt modelId="{0D4965C8-3A66-4B0E-9770-2749F8763868}" type="pres">
      <dgm:prSet presAssocID="{AFCDD79B-6171-4261-9E98-74F3F32FB10A}" presName="wedge1Tx" presStyleLbl="node1" presStyleIdx="0" presStyleCnt="3">
        <dgm:presLayoutVars>
          <dgm:chMax val="0"/>
          <dgm:chPref val="0"/>
          <dgm:bulletEnabled val="1"/>
        </dgm:presLayoutVars>
      </dgm:prSet>
      <dgm:spPr/>
    </dgm:pt>
    <dgm:pt modelId="{0354D956-E80F-46DE-A9EA-9FF7DB975E3B}" type="pres">
      <dgm:prSet presAssocID="{AFCDD79B-6171-4261-9E98-74F3F32FB10A}" presName="wedge2" presStyleLbl="node1" presStyleIdx="1" presStyleCnt="3"/>
      <dgm:spPr/>
    </dgm:pt>
    <dgm:pt modelId="{410847B6-C2E1-4D2F-8C55-314358D4B929}" type="pres">
      <dgm:prSet presAssocID="{AFCDD79B-6171-4261-9E98-74F3F32FB10A}" presName="dummy2a" presStyleCnt="0"/>
      <dgm:spPr/>
    </dgm:pt>
    <dgm:pt modelId="{7812DFC8-A79A-4A77-852E-6F87A2543404}" type="pres">
      <dgm:prSet presAssocID="{AFCDD79B-6171-4261-9E98-74F3F32FB10A}" presName="dummy2b" presStyleCnt="0"/>
      <dgm:spPr/>
    </dgm:pt>
    <dgm:pt modelId="{F27B04BB-DC8F-4D96-83D1-8C29FD5715A5}" type="pres">
      <dgm:prSet presAssocID="{AFCDD79B-6171-4261-9E98-74F3F32FB10A}" presName="wedge2Tx" presStyleLbl="node1" presStyleIdx="1" presStyleCnt="3">
        <dgm:presLayoutVars>
          <dgm:chMax val="0"/>
          <dgm:chPref val="0"/>
          <dgm:bulletEnabled val="1"/>
        </dgm:presLayoutVars>
      </dgm:prSet>
      <dgm:spPr/>
    </dgm:pt>
    <dgm:pt modelId="{F8CCE82D-2FA6-4E25-B3D0-D58507FD9449}" type="pres">
      <dgm:prSet presAssocID="{AFCDD79B-6171-4261-9E98-74F3F32FB10A}" presName="wedge3" presStyleLbl="node1" presStyleIdx="2" presStyleCnt="3"/>
      <dgm:spPr/>
    </dgm:pt>
    <dgm:pt modelId="{CDE5FEEE-9552-468A-9A35-B53EB3660B8D}" type="pres">
      <dgm:prSet presAssocID="{AFCDD79B-6171-4261-9E98-74F3F32FB10A}" presName="dummy3a" presStyleCnt="0"/>
      <dgm:spPr/>
    </dgm:pt>
    <dgm:pt modelId="{518BC514-A323-4F8E-B6E9-3C77C93EEBB2}" type="pres">
      <dgm:prSet presAssocID="{AFCDD79B-6171-4261-9E98-74F3F32FB10A}" presName="dummy3b" presStyleCnt="0"/>
      <dgm:spPr/>
    </dgm:pt>
    <dgm:pt modelId="{86A24766-DAE2-47C9-AEE4-3A99117DD851}" type="pres">
      <dgm:prSet presAssocID="{AFCDD79B-6171-4261-9E98-74F3F32FB10A}" presName="wedge3Tx" presStyleLbl="node1" presStyleIdx="2" presStyleCnt="3">
        <dgm:presLayoutVars>
          <dgm:chMax val="0"/>
          <dgm:chPref val="0"/>
          <dgm:bulletEnabled val="1"/>
        </dgm:presLayoutVars>
      </dgm:prSet>
      <dgm:spPr/>
    </dgm:pt>
    <dgm:pt modelId="{2EF2A1A9-921D-4311-999C-EC4358BFB4DA}" type="pres">
      <dgm:prSet presAssocID="{336E8900-3037-4003-B2D5-0F7DB3C23DF4}" presName="arrowWedge1" presStyleLbl="fgSibTrans2D1" presStyleIdx="0" presStyleCnt="3"/>
      <dgm:spPr/>
    </dgm:pt>
    <dgm:pt modelId="{3B8D114D-6454-40D0-A3E1-689E3117C936}" type="pres">
      <dgm:prSet presAssocID="{A36FB1DD-98D6-4D14-A09C-38BB25D55B00}" presName="arrowWedge2" presStyleLbl="fgSibTrans2D1" presStyleIdx="1" presStyleCnt="3"/>
      <dgm:spPr/>
    </dgm:pt>
    <dgm:pt modelId="{1D709296-D933-4F21-A0C3-807286EB1D55}" type="pres">
      <dgm:prSet presAssocID="{5590FF9A-6CE3-4100-94F5-2A3911E4EDFD}" presName="arrowWedge3" presStyleLbl="fgSibTrans2D1" presStyleIdx="2" presStyleCnt="3"/>
      <dgm:spPr/>
    </dgm:pt>
  </dgm:ptLst>
  <dgm:cxnLst>
    <dgm:cxn modelId="{09397F0E-3744-4F23-9CC0-99D67F1B85BF}" srcId="{AFCDD79B-6171-4261-9E98-74F3F32FB10A}" destId="{C14A270F-501A-4A4C-86CA-68A3657AB69D}" srcOrd="1" destOrd="0" parTransId="{44DC6660-1CEB-405F-8215-E929F4398155}" sibTransId="{A36FB1DD-98D6-4D14-A09C-38BB25D55B00}"/>
    <dgm:cxn modelId="{C04A7010-63B9-48C3-B20E-10891CE62688}" type="presOf" srcId="{19C86BF6-9706-41FB-901A-9D4DA34852EA}" destId="{86A24766-DAE2-47C9-AEE4-3A99117DD851}" srcOrd="1" destOrd="0" presId="urn:microsoft.com/office/officeart/2005/8/layout/cycle8"/>
    <dgm:cxn modelId="{7E07EA67-A1CD-4C1C-96C8-A9D661D685C8}" type="presOf" srcId="{D7AEC9EB-8964-45BE-84DF-33B8B55C8C6A}" destId="{0D4965C8-3A66-4B0E-9770-2749F8763868}" srcOrd="1" destOrd="0" presId="urn:microsoft.com/office/officeart/2005/8/layout/cycle8"/>
    <dgm:cxn modelId="{58FDC451-9515-4790-9489-E0B090AEA748}" srcId="{AFCDD79B-6171-4261-9E98-74F3F32FB10A}" destId="{D7AEC9EB-8964-45BE-84DF-33B8B55C8C6A}" srcOrd="0" destOrd="0" parTransId="{083EB541-F31F-40F8-8985-70F9573AB89A}" sibTransId="{336E8900-3037-4003-B2D5-0F7DB3C23DF4}"/>
    <dgm:cxn modelId="{A738EF76-7AEF-4FE3-A29D-4BF95B0B8AD0}" type="presOf" srcId="{AFCDD79B-6171-4261-9E98-74F3F32FB10A}" destId="{371380D7-ECB3-4B60-BE16-751886D5A63D}" srcOrd="0" destOrd="0" presId="urn:microsoft.com/office/officeart/2005/8/layout/cycle8"/>
    <dgm:cxn modelId="{135D3357-567A-47DD-B05D-7DB5F8C10F15}" srcId="{AFCDD79B-6171-4261-9E98-74F3F32FB10A}" destId="{19C86BF6-9706-41FB-901A-9D4DA34852EA}" srcOrd="2" destOrd="0" parTransId="{E3C3EB8B-D058-4361-AE27-F164258B5800}" sibTransId="{5590FF9A-6CE3-4100-94F5-2A3911E4EDFD}"/>
    <dgm:cxn modelId="{D6D65E9F-86B5-48E9-A64A-F67F76DAF982}" type="presOf" srcId="{19C86BF6-9706-41FB-901A-9D4DA34852EA}" destId="{F8CCE82D-2FA6-4E25-B3D0-D58507FD9449}" srcOrd="0" destOrd="0" presId="urn:microsoft.com/office/officeart/2005/8/layout/cycle8"/>
    <dgm:cxn modelId="{D9099ED6-09EE-4952-AD68-E7CFF5A82EEF}" type="presOf" srcId="{D7AEC9EB-8964-45BE-84DF-33B8B55C8C6A}" destId="{4DA453E2-3281-4140-8E91-2B9E80AB8E9F}" srcOrd="0" destOrd="0" presId="urn:microsoft.com/office/officeart/2005/8/layout/cycle8"/>
    <dgm:cxn modelId="{B5A409D9-956C-4BD0-9788-AA0049BBC85E}" type="presOf" srcId="{C14A270F-501A-4A4C-86CA-68A3657AB69D}" destId="{0354D956-E80F-46DE-A9EA-9FF7DB975E3B}" srcOrd="0" destOrd="0" presId="urn:microsoft.com/office/officeart/2005/8/layout/cycle8"/>
    <dgm:cxn modelId="{918DB5F8-0B1A-441F-8300-FACB1E94C8F5}" type="presOf" srcId="{C14A270F-501A-4A4C-86CA-68A3657AB69D}" destId="{F27B04BB-DC8F-4D96-83D1-8C29FD5715A5}" srcOrd="1" destOrd="0" presId="urn:microsoft.com/office/officeart/2005/8/layout/cycle8"/>
    <dgm:cxn modelId="{1B9E0960-B2E2-4365-86A7-2E0D63A6C7A8}" type="presParOf" srcId="{371380D7-ECB3-4B60-BE16-751886D5A63D}" destId="{4DA453E2-3281-4140-8E91-2B9E80AB8E9F}" srcOrd="0" destOrd="0" presId="urn:microsoft.com/office/officeart/2005/8/layout/cycle8"/>
    <dgm:cxn modelId="{F30751A8-A5AF-409B-AF9A-8FCFA865B8EE}" type="presParOf" srcId="{371380D7-ECB3-4B60-BE16-751886D5A63D}" destId="{6CC65558-05F5-43BC-A432-E1368D805ED8}" srcOrd="1" destOrd="0" presId="urn:microsoft.com/office/officeart/2005/8/layout/cycle8"/>
    <dgm:cxn modelId="{9F2D2166-DD51-4013-814A-E4B0F5F6C9A4}" type="presParOf" srcId="{371380D7-ECB3-4B60-BE16-751886D5A63D}" destId="{08F3720E-0D4D-477C-908D-91FC402A6020}" srcOrd="2" destOrd="0" presId="urn:microsoft.com/office/officeart/2005/8/layout/cycle8"/>
    <dgm:cxn modelId="{2DA5EDBD-10B1-4379-9EDB-61C65CC9674D}" type="presParOf" srcId="{371380D7-ECB3-4B60-BE16-751886D5A63D}" destId="{0D4965C8-3A66-4B0E-9770-2749F8763868}" srcOrd="3" destOrd="0" presId="urn:microsoft.com/office/officeart/2005/8/layout/cycle8"/>
    <dgm:cxn modelId="{4FAD9F43-54F7-4700-9D8A-67F578970A16}" type="presParOf" srcId="{371380D7-ECB3-4B60-BE16-751886D5A63D}" destId="{0354D956-E80F-46DE-A9EA-9FF7DB975E3B}" srcOrd="4" destOrd="0" presId="urn:microsoft.com/office/officeart/2005/8/layout/cycle8"/>
    <dgm:cxn modelId="{716770E6-BBBF-4826-B15D-6CC2DF9F3FF3}" type="presParOf" srcId="{371380D7-ECB3-4B60-BE16-751886D5A63D}" destId="{410847B6-C2E1-4D2F-8C55-314358D4B929}" srcOrd="5" destOrd="0" presId="urn:microsoft.com/office/officeart/2005/8/layout/cycle8"/>
    <dgm:cxn modelId="{6C5B7F26-5F96-4917-9273-C3D2B7090A52}" type="presParOf" srcId="{371380D7-ECB3-4B60-BE16-751886D5A63D}" destId="{7812DFC8-A79A-4A77-852E-6F87A2543404}" srcOrd="6" destOrd="0" presId="urn:microsoft.com/office/officeart/2005/8/layout/cycle8"/>
    <dgm:cxn modelId="{1961DF3E-03DA-4313-B084-75D890611568}" type="presParOf" srcId="{371380D7-ECB3-4B60-BE16-751886D5A63D}" destId="{F27B04BB-DC8F-4D96-83D1-8C29FD5715A5}" srcOrd="7" destOrd="0" presId="urn:microsoft.com/office/officeart/2005/8/layout/cycle8"/>
    <dgm:cxn modelId="{8E4440FA-C7B3-4003-B5E8-E82BEF68F111}" type="presParOf" srcId="{371380D7-ECB3-4B60-BE16-751886D5A63D}" destId="{F8CCE82D-2FA6-4E25-B3D0-D58507FD9449}" srcOrd="8" destOrd="0" presId="urn:microsoft.com/office/officeart/2005/8/layout/cycle8"/>
    <dgm:cxn modelId="{D006AC21-DD1D-4EC9-B560-E85CE69EA293}" type="presParOf" srcId="{371380D7-ECB3-4B60-BE16-751886D5A63D}" destId="{CDE5FEEE-9552-468A-9A35-B53EB3660B8D}" srcOrd="9" destOrd="0" presId="urn:microsoft.com/office/officeart/2005/8/layout/cycle8"/>
    <dgm:cxn modelId="{9C62E0E4-732D-46F0-839B-05C07C428F90}" type="presParOf" srcId="{371380D7-ECB3-4B60-BE16-751886D5A63D}" destId="{518BC514-A323-4F8E-B6E9-3C77C93EEBB2}" srcOrd="10" destOrd="0" presId="urn:microsoft.com/office/officeart/2005/8/layout/cycle8"/>
    <dgm:cxn modelId="{6E31999A-FC45-4E72-BF36-F7863950044A}" type="presParOf" srcId="{371380D7-ECB3-4B60-BE16-751886D5A63D}" destId="{86A24766-DAE2-47C9-AEE4-3A99117DD851}" srcOrd="11" destOrd="0" presId="urn:microsoft.com/office/officeart/2005/8/layout/cycle8"/>
    <dgm:cxn modelId="{B9DF0F8B-F21D-4121-8ADA-75F3B3ECB950}" type="presParOf" srcId="{371380D7-ECB3-4B60-BE16-751886D5A63D}" destId="{2EF2A1A9-921D-4311-999C-EC4358BFB4DA}" srcOrd="12" destOrd="0" presId="urn:microsoft.com/office/officeart/2005/8/layout/cycle8"/>
    <dgm:cxn modelId="{9D5DFADB-D9FC-47B8-B6CD-B5D9D4456948}" type="presParOf" srcId="{371380D7-ECB3-4B60-BE16-751886D5A63D}" destId="{3B8D114D-6454-40D0-A3E1-689E3117C936}" srcOrd="13" destOrd="0" presId="urn:microsoft.com/office/officeart/2005/8/layout/cycle8"/>
    <dgm:cxn modelId="{35124145-8D35-4E9A-A514-7E953CA036C5}" type="presParOf" srcId="{371380D7-ECB3-4B60-BE16-751886D5A63D}" destId="{1D709296-D933-4F21-A0C3-807286EB1D55}" srcOrd="14" destOrd="0" presId="urn:microsoft.com/office/officeart/2005/8/layout/cycle8"/>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FBF353-903D-40BD-BEB2-130C98466F86}" type="doc">
      <dgm:prSet loTypeId="urn:microsoft.com/office/officeart/2005/8/layout/radial4" loCatId="relationship" qsTypeId="urn:microsoft.com/office/officeart/2005/8/quickstyle/simple1" qsCatId="simple" csTypeId="urn:microsoft.com/office/officeart/2005/8/colors/colorful4" csCatId="colorful" phldr="1"/>
      <dgm:spPr/>
      <dgm:t>
        <a:bodyPr/>
        <a:lstStyle/>
        <a:p>
          <a:endParaRPr lang="en-US"/>
        </a:p>
      </dgm:t>
    </dgm:pt>
    <dgm:pt modelId="{03AC1DC4-4C9A-4FF9-A6B1-F082131BD366}">
      <dgm:prSet phldrT="[Text]" custT="1"/>
      <dgm:spPr>
        <a:xfrm>
          <a:off x="2506738" y="1857625"/>
          <a:ext cx="1773403" cy="1773403"/>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200">
              <a:solidFill>
                <a:sysClr val="window" lastClr="FFFFFF"/>
              </a:solidFill>
              <a:latin typeface="Calibri" panose="020F0502020204030204"/>
              <a:ea typeface="+mn-ea"/>
              <a:cs typeface="+mn-cs"/>
            </a:rPr>
            <a:t>GPAS  Projects</a:t>
          </a:r>
        </a:p>
      </dgm:t>
    </dgm:pt>
    <dgm:pt modelId="{B93F8B0A-8153-441A-AAF5-E2CFBFAA3F54}" type="parTrans" cxnId="{2A946EE9-0706-43C3-B96D-203786BA03DB}">
      <dgm:prSet/>
      <dgm:spPr/>
      <dgm:t>
        <a:bodyPr/>
        <a:lstStyle/>
        <a:p>
          <a:endParaRPr lang="en-US" sz="1100"/>
        </a:p>
      </dgm:t>
    </dgm:pt>
    <dgm:pt modelId="{22D0CD32-A508-4B0D-8401-99BF5E25418C}" type="sibTrans" cxnId="{2A946EE9-0706-43C3-B96D-203786BA03DB}">
      <dgm:prSet/>
      <dgm:spPr/>
      <dgm:t>
        <a:bodyPr/>
        <a:lstStyle/>
        <a:p>
          <a:endParaRPr lang="en-US" sz="1100"/>
        </a:p>
      </dgm:t>
    </dgm:pt>
    <dgm:pt modelId="{55D0D302-1887-4637-89B3-A7B1DDC72455}">
      <dgm:prSet phldrT="[Text]" custT="1"/>
      <dgm:spPr>
        <a:xfrm>
          <a:off x="345692" y="1479503"/>
          <a:ext cx="1684733" cy="1347786"/>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Screen Scheme</a:t>
          </a:r>
        </a:p>
      </dgm:t>
    </dgm:pt>
    <dgm:pt modelId="{4E7748AB-59E0-4B1E-A1A4-7FC5AC686413}" type="parTrans" cxnId="{FF3BE514-3E7B-4B99-953B-F6C5C991435D}">
      <dgm:prSet/>
      <dgm:spPr>
        <a:xfrm rot="11700000">
          <a:off x="1165575" y="2071464"/>
          <a:ext cx="1319670" cy="505420"/>
        </a:xfrm>
        <a:prstGeom prst="leftArrow">
          <a:avLst>
            <a:gd name="adj1" fmla="val 60000"/>
            <a:gd name="adj2" fmla="val 50000"/>
          </a:avLst>
        </a:prstGeom>
        <a:solidFill>
          <a:srgbClr val="FFC000">
            <a:hueOff val="0"/>
            <a:satOff val="0"/>
            <a:lumOff val="0"/>
            <a:alphaOff val="0"/>
          </a:srgbClr>
        </a:solidFill>
        <a:ln>
          <a:noFill/>
        </a:ln>
        <a:effectLst/>
      </dgm:spPr>
      <dgm:t>
        <a:bodyPr/>
        <a:lstStyle/>
        <a:p>
          <a:endParaRPr lang="en-US" sz="1100"/>
        </a:p>
      </dgm:t>
    </dgm:pt>
    <dgm:pt modelId="{58F9B71C-C282-4723-B68A-A0D5C22C5E83}" type="sibTrans" cxnId="{FF3BE514-3E7B-4B99-953B-F6C5C991435D}">
      <dgm:prSet/>
      <dgm:spPr/>
      <dgm:t>
        <a:bodyPr/>
        <a:lstStyle/>
        <a:p>
          <a:endParaRPr lang="en-US" sz="1100"/>
        </a:p>
      </dgm:t>
    </dgm:pt>
    <dgm:pt modelId="{1F8FE0E2-1B2B-4B9A-B1F4-00E3ECF61639}">
      <dgm:prSet phldrT="[Text]" custT="1"/>
      <dgm:spPr>
        <a:xfrm>
          <a:off x="1586160" y="1171"/>
          <a:ext cx="1684733" cy="1347786"/>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Workflow Scheme </a:t>
          </a:r>
        </a:p>
      </dgm:t>
    </dgm:pt>
    <dgm:pt modelId="{BA133C28-335C-490A-ADAC-4531B24E215E}" type="parTrans" cxnId="{3F300387-416E-4957-9F09-1429225AC4C4}">
      <dgm:prSet/>
      <dgm:spPr>
        <a:xfrm rot="14700000">
          <a:off x="2047550" y="1020368"/>
          <a:ext cx="1319670" cy="505420"/>
        </a:xfrm>
        <a:prstGeom prst="leftArrow">
          <a:avLst>
            <a:gd name="adj1" fmla="val 60000"/>
            <a:gd name="adj2" fmla="val 50000"/>
          </a:avLst>
        </a:prstGeom>
        <a:solidFill>
          <a:srgbClr val="FFC000">
            <a:hueOff val="3266964"/>
            <a:satOff val="-13592"/>
            <a:lumOff val="3203"/>
            <a:alphaOff val="0"/>
          </a:srgbClr>
        </a:solidFill>
        <a:ln>
          <a:noFill/>
        </a:ln>
        <a:effectLst/>
      </dgm:spPr>
      <dgm:t>
        <a:bodyPr/>
        <a:lstStyle/>
        <a:p>
          <a:endParaRPr lang="en-US" sz="1100"/>
        </a:p>
      </dgm:t>
    </dgm:pt>
    <dgm:pt modelId="{6787CB37-7689-45AE-A705-B6C079723505}" type="sibTrans" cxnId="{3F300387-416E-4957-9F09-1429225AC4C4}">
      <dgm:prSet/>
      <dgm:spPr/>
      <dgm:t>
        <a:bodyPr/>
        <a:lstStyle/>
        <a:p>
          <a:endParaRPr lang="en-US" sz="1100"/>
        </a:p>
      </dgm:t>
    </dgm:pt>
    <dgm:pt modelId="{A006A511-38AB-4B8F-A656-98E009C37F3C}">
      <dgm:prSet phldrT="[Text]" custT="1"/>
      <dgm:spPr>
        <a:xfrm>
          <a:off x="3515986" y="1171"/>
          <a:ext cx="1684733" cy="1347786"/>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Issue type Scheme</a:t>
          </a:r>
        </a:p>
      </dgm:t>
    </dgm:pt>
    <dgm:pt modelId="{059237EA-7920-4F8B-82F3-F04C5363CB4A}" type="parTrans" cxnId="{CFAD7FB7-5E04-42B3-A72E-05C573B898AC}">
      <dgm:prSet/>
      <dgm:spPr>
        <a:xfrm rot="17700000">
          <a:off x="3419659" y="1020368"/>
          <a:ext cx="1319670" cy="505420"/>
        </a:xfrm>
        <a:prstGeom prst="leftArrow">
          <a:avLst>
            <a:gd name="adj1" fmla="val 60000"/>
            <a:gd name="adj2" fmla="val 50000"/>
          </a:avLst>
        </a:prstGeom>
        <a:solidFill>
          <a:srgbClr val="FFC000">
            <a:hueOff val="6533927"/>
            <a:satOff val="-27185"/>
            <a:lumOff val="6405"/>
            <a:alphaOff val="0"/>
          </a:srgbClr>
        </a:solidFill>
        <a:ln>
          <a:noFill/>
        </a:ln>
        <a:effectLst/>
      </dgm:spPr>
      <dgm:t>
        <a:bodyPr/>
        <a:lstStyle/>
        <a:p>
          <a:endParaRPr lang="en-US" sz="1100"/>
        </a:p>
      </dgm:t>
    </dgm:pt>
    <dgm:pt modelId="{ECA1F103-D7CE-4ED2-A74A-6F79F985F3A1}" type="sibTrans" cxnId="{CFAD7FB7-5E04-42B3-A72E-05C573B898AC}">
      <dgm:prSet/>
      <dgm:spPr/>
      <dgm:t>
        <a:bodyPr/>
        <a:lstStyle/>
        <a:p>
          <a:endParaRPr lang="en-US" sz="1100"/>
        </a:p>
      </dgm:t>
    </dgm:pt>
    <dgm:pt modelId="{BF6E6E66-DE76-4C9D-B262-EA067695302F}">
      <dgm:prSet phldrT="[Text]" custT="1"/>
      <dgm:spPr>
        <a:xfrm>
          <a:off x="4756454" y="1479503"/>
          <a:ext cx="1684733" cy="1347786"/>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400">
              <a:solidFill>
                <a:sysClr val="window" lastClr="FFFFFF"/>
              </a:solidFill>
              <a:latin typeface="Calibri" panose="020F0502020204030204"/>
              <a:ea typeface="+mn-ea"/>
              <a:cs typeface="+mn-cs"/>
            </a:rPr>
            <a:t>Permission Scheme</a:t>
          </a:r>
        </a:p>
      </dgm:t>
    </dgm:pt>
    <dgm:pt modelId="{59E5D871-3A95-4B3A-87BB-D90043DBC512}" type="parTrans" cxnId="{27BBF8D0-A53F-4753-B96A-48873573B900}">
      <dgm:prSet/>
      <dgm:spPr>
        <a:xfrm rot="20700000">
          <a:off x="4301634" y="2071464"/>
          <a:ext cx="1319670" cy="505420"/>
        </a:xfrm>
        <a:prstGeom prst="leftArrow">
          <a:avLst>
            <a:gd name="adj1" fmla="val 60000"/>
            <a:gd name="adj2" fmla="val 50000"/>
          </a:avLst>
        </a:prstGeom>
        <a:solidFill>
          <a:srgbClr val="FFC000">
            <a:hueOff val="9800891"/>
            <a:satOff val="-40777"/>
            <a:lumOff val="9608"/>
            <a:alphaOff val="0"/>
          </a:srgbClr>
        </a:solidFill>
        <a:ln>
          <a:noFill/>
        </a:ln>
        <a:effectLst/>
      </dgm:spPr>
      <dgm:t>
        <a:bodyPr/>
        <a:lstStyle/>
        <a:p>
          <a:endParaRPr lang="en-US" sz="1100"/>
        </a:p>
      </dgm:t>
    </dgm:pt>
    <dgm:pt modelId="{8E9CF077-4420-41EA-9A64-7EFDF6810BD3}" type="sibTrans" cxnId="{27BBF8D0-A53F-4753-B96A-48873573B900}">
      <dgm:prSet/>
      <dgm:spPr/>
      <dgm:t>
        <a:bodyPr/>
        <a:lstStyle/>
        <a:p>
          <a:endParaRPr lang="en-US" sz="1100"/>
        </a:p>
      </dgm:t>
    </dgm:pt>
    <dgm:pt modelId="{51EAF4A3-BA85-47E9-8E75-5DFE7D3409FC}" type="pres">
      <dgm:prSet presAssocID="{AFFBF353-903D-40BD-BEB2-130C98466F86}" presName="cycle" presStyleCnt="0">
        <dgm:presLayoutVars>
          <dgm:chMax val="1"/>
          <dgm:dir/>
          <dgm:animLvl val="ctr"/>
          <dgm:resizeHandles val="exact"/>
        </dgm:presLayoutVars>
      </dgm:prSet>
      <dgm:spPr/>
    </dgm:pt>
    <dgm:pt modelId="{244D5EAB-123E-4D5A-A262-13CDE59567C2}" type="pres">
      <dgm:prSet presAssocID="{03AC1DC4-4C9A-4FF9-A6B1-F082131BD366}" presName="centerShape" presStyleLbl="node0" presStyleIdx="0" presStyleCnt="1"/>
      <dgm:spPr/>
    </dgm:pt>
    <dgm:pt modelId="{9EAA05B6-5F48-4FFF-9CAB-AEE2035D3A80}" type="pres">
      <dgm:prSet presAssocID="{4E7748AB-59E0-4B1E-A1A4-7FC5AC686413}" presName="parTrans" presStyleLbl="bgSibTrans2D1" presStyleIdx="0" presStyleCnt="4"/>
      <dgm:spPr/>
    </dgm:pt>
    <dgm:pt modelId="{D45FD9C1-8FB7-43FB-9711-B4F482119DD6}" type="pres">
      <dgm:prSet presAssocID="{55D0D302-1887-4637-89B3-A7B1DDC72455}" presName="node" presStyleLbl="node1" presStyleIdx="0" presStyleCnt="4">
        <dgm:presLayoutVars>
          <dgm:bulletEnabled val="1"/>
        </dgm:presLayoutVars>
      </dgm:prSet>
      <dgm:spPr/>
    </dgm:pt>
    <dgm:pt modelId="{AD713CD3-BC53-4EEE-8CA8-E0AC8E4FED03}" type="pres">
      <dgm:prSet presAssocID="{BA133C28-335C-490A-ADAC-4531B24E215E}" presName="parTrans" presStyleLbl="bgSibTrans2D1" presStyleIdx="1" presStyleCnt="4"/>
      <dgm:spPr/>
    </dgm:pt>
    <dgm:pt modelId="{3B362ECC-A07A-42B8-A77D-28116B805C51}" type="pres">
      <dgm:prSet presAssocID="{1F8FE0E2-1B2B-4B9A-B1F4-00E3ECF61639}" presName="node" presStyleLbl="node1" presStyleIdx="1" presStyleCnt="4">
        <dgm:presLayoutVars>
          <dgm:bulletEnabled val="1"/>
        </dgm:presLayoutVars>
      </dgm:prSet>
      <dgm:spPr/>
    </dgm:pt>
    <dgm:pt modelId="{1135F66E-3740-455D-A8E1-478EF7F6D1F5}" type="pres">
      <dgm:prSet presAssocID="{059237EA-7920-4F8B-82F3-F04C5363CB4A}" presName="parTrans" presStyleLbl="bgSibTrans2D1" presStyleIdx="2" presStyleCnt="4"/>
      <dgm:spPr/>
    </dgm:pt>
    <dgm:pt modelId="{3AC11AB2-6111-4154-B785-5FDF92D95596}" type="pres">
      <dgm:prSet presAssocID="{A006A511-38AB-4B8F-A656-98E009C37F3C}" presName="node" presStyleLbl="node1" presStyleIdx="2" presStyleCnt="4">
        <dgm:presLayoutVars>
          <dgm:bulletEnabled val="1"/>
        </dgm:presLayoutVars>
      </dgm:prSet>
      <dgm:spPr/>
    </dgm:pt>
    <dgm:pt modelId="{74B2A6FF-F88D-44FF-868C-D473894F6707}" type="pres">
      <dgm:prSet presAssocID="{59E5D871-3A95-4B3A-87BB-D90043DBC512}" presName="parTrans" presStyleLbl="bgSibTrans2D1" presStyleIdx="3" presStyleCnt="4"/>
      <dgm:spPr/>
    </dgm:pt>
    <dgm:pt modelId="{07CA60F8-E113-4AB8-A545-4AD60179123F}" type="pres">
      <dgm:prSet presAssocID="{BF6E6E66-DE76-4C9D-B262-EA067695302F}" presName="node" presStyleLbl="node1" presStyleIdx="3" presStyleCnt="4">
        <dgm:presLayoutVars>
          <dgm:bulletEnabled val="1"/>
        </dgm:presLayoutVars>
      </dgm:prSet>
      <dgm:spPr/>
    </dgm:pt>
  </dgm:ptLst>
  <dgm:cxnLst>
    <dgm:cxn modelId="{EC53B70A-F0CC-46A5-8814-F210FA66B9DB}" type="presOf" srcId="{4E7748AB-59E0-4B1E-A1A4-7FC5AC686413}" destId="{9EAA05B6-5F48-4FFF-9CAB-AEE2035D3A80}" srcOrd="0" destOrd="0" presId="urn:microsoft.com/office/officeart/2005/8/layout/radial4"/>
    <dgm:cxn modelId="{FF3BE514-3E7B-4B99-953B-F6C5C991435D}" srcId="{03AC1DC4-4C9A-4FF9-A6B1-F082131BD366}" destId="{55D0D302-1887-4637-89B3-A7B1DDC72455}" srcOrd="0" destOrd="0" parTransId="{4E7748AB-59E0-4B1E-A1A4-7FC5AC686413}" sibTransId="{58F9B71C-C282-4723-B68A-A0D5C22C5E83}"/>
    <dgm:cxn modelId="{B0273A2A-F148-44DC-9BAD-3B327F769777}" type="presOf" srcId="{AFFBF353-903D-40BD-BEB2-130C98466F86}" destId="{51EAF4A3-BA85-47E9-8E75-5DFE7D3409FC}" srcOrd="0" destOrd="0" presId="urn:microsoft.com/office/officeart/2005/8/layout/radial4"/>
    <dgm:cxn modelId="{FA346654-8961-40CF-B21F-816805F2FB0E}" type="presOf" srcId="{03AC1DC4-4C9A-4FF9-A6B1-F082131BD366}" destId="{244D5EAB-123E-4D5A-A262-13CDE59567C2}" srcOrd="0" destOrd="0" presId="urn:microsoft.com/office/officeart/2005/8/layout/radial4"/>
    <dgm:cxn modelId="{45FB607C-CA72-4104-8A6C-BFE4FEDD1252}" type="presOf" srcId="{1F8FE0E2-1B2B-4B9A-B1F4-00E3ECF61639}" destId="{3B362ECC-A07A-42B8-A77D-28116B805C51}" srcOrd="0" destOrd="0" presId="urn:microsoft.com/office/officeart/2005/8/layout/radial4"/>
    <dgm:cxn modelId="{202F857D-35CC-4444-B8C8-E1F41EE7C3F6}" type="presOf" srcId="{A006A511-38AB-4B8F-A656-98E009C37F3C}" destId="{3AC11AB2-6111-4154-B785-5FDF92D95596}" srcOrd="0" destOrd="0" presId="urn:microsoft.com/office/officeart/2005/8/layout/radial4"/>
    <dgm:cxn modelId="{BBA38C7D-68CD-4397-BD89-770E17B46D72}" type="presOf" srcId="{59E5D871-3A95-4B3A-87BB-D90043DBC512}" destId="{74B2A6FF-F88D-44FF-868C-D473894F6707}" srcOrd="0" destOrd="0" presId="urn:microsoft.com/office/officeart/2005/8/layout/radial4"/>
    <dgm:cxn modelId="{3F300387-416E-4957-9F09-1429225AC4C4}" srcId="{03AC1DC4-4C9A-4FF9-A6B1-F082131BD366}" destId="{1F8FE0E2-1B2B-4B9A-B1F4-00E3ECF61639}" srcOrd="1" destOrd="0" parTransId="{BA133C28-335C-490A-ADAC-4531B24E215E}" sibTransId="{6787CB37-7689-45AE-A705-B6C079723505}"/>
    <dgm:cxn modelId="{A33E988D-311D-45D0-8E7C-96D7C9D7BC56}" type="presOf" srcId="{059237EA-7920-4F8B-82F3-F04C5363CB4A}" destId="{1135F66E-3740-455D-A8E1-478EF7F6D1F5}" srcOrd="0" destOrd="0" presId="urn:microsoft.com/office/officeart/2005/8/layout/radial4"/>
    <dgm:cxn modelId="{E863449D-6766-4BB3-922A-390409AD7BB3}" type="presOf" srcId="{55D0D302-1887-4637-89B3-A7B1DDC72455}" destId="{D45FD9C1-8FB7-43FB-9711-B4F482119DD6}" srcOrd="0" destOrd="0" presId="urn:microsoft.com/office/officeart/2005/8/layout/radial4"/>
    <dgm:cxn modelId="{CFAD7FB7-5E04-42B3-A72E-05C573B898AC}" srcId="{03AC1DC4-4C9A-4FF9-A6B1-F082131BD366}" destId="{A006A511-38AB-4B8F-A656-98E009C37F3C}" srcOrd="2" destOrd="0" parTransId="{059237EA-7920-4F8B-82F3-F04C5363CB4A}" sibTransId="{ECA1F103-D7CE-4ED2-A74A-6F79F985F3A1}"/>
    <dgm:cxn modelId="{27BBF8D0-A53F-4753-B96A-48873573B900}" srcId="{03AC1DC4-4C9A-4FF9-A6B1-F082131BD366}" destId="{BF6E6E66-DE76-4C9D-B262-EA067695302F}" srcOrd="3" destOrd="0" parTransId="{59E5D871-3A95-4B3A-87BB-D90043DBC512}" sibTransId="{8E9CF077-4420-41EA-9A64-7EFDF6810BD3}"/>
    <dgm:cxn modelId="{72A17DD1-DA97-4778-A4DB-2C67A0F02BC1}" type="presOf" srcId="{BF6E6E66-DE76-4C9D-B262-EA067695302F}" destId="{07CA60F8-E113-4AB8-A545-4AD60179123F}" srcOrd="0" destOrd="0" presId="urn:microsoft.com/office/officeart/2005/8/layout/radial4"/>
    <dgm:cxn modelId="{088874D9-51AB-44AD-BE36-7CE5A610A9D4}" type="presOf" srcId="{BA133C28-335C-490A-ADAC-4531B24E215E}" destId="{AD713CD3-BC53-4EEE-8CA8-E0AC8E4FED03}" srcOrd="0" destOrd="0" presId="urn:microsoft.com/office/officeart/2005/8/layout/radial4"/>
    <dgm:cxn modelId="{2A946EE9-0706-43C3-B96D-203786BA03DB}" srcId="{AFFBF353-903D-40BD-BEB2-130C98466F86}" destId="{03AC1DC4-4C9A-4FF9-A6B1-F082131BD366}" srcOrd="0" destOrd="0" parTransId="{B93F8B0A-8153-441A-AAF5-E2CFBFAA3F54}" sibTransId="{22D0CD32-A508-4B0D-8401-99BF5E25418C}"/>
    <dgm:cxn modelId="{38919BF4-4658-4F6A-AB9D-C4AEFB8B8DE7}" type="presParOf" srcId="{51EAF4A3-BA85-47E9-8E75-5DFE7D3409FC}" destId="{244D5EAB-123E-4D5A-A262-13CDE59567C2}" srcOrd="0" destOrd="0" presId="urn:microsoft.com/office/officeart/2005/8/layout/radial4"/>
    <dgm:cxn modelId="{73E93B06-3AC8-4DFE-996F-23944B6D3A6B}" type="presParOf" srcId="{51EAF4A3-BA85-47E9-8E75-5DFE7D3409FC}" destId="{9EAA05B6-5F48-4FFF-9CAB-AEE2035D3A80}" srcOrd="1" destOrd="0" presId="urn:microsoft.com/office/officeart/2005/8/layout/radial4"/>
    <dgm:cxn modelId="{6486E135-0624-455E-AD5F-C999377C19B4}" type="presParOf" srcId="{51EAF4A3-BA85-47E9-8E75-5DFE7D3409FC}" destId="{D45FD9C1-8FB7-43FB-9711-B4F482119DD6}" srcOrd="2" destOrd="0" presId="urn:microsoft.com/office/officeart/2005/8/layout/radial4"/>
    <dgm:cxn modelId="{56319485-2B92-4076-86E8-0480B326C1B0}" type="presParOf" srcId="{51EAF4A3-BA85-47E9-8E75-5DFE7D3409FC}" destId="{AD713CD3-BC53-4EEE-8CA8-E0AC8E4FED03}" srcOrd="3" destOrd="0" presId="urn:microsoft.com/office/officeart/2005/8/layout/radial4"/>
    <dgm:cxn modelId="{44DEE3AD-8FC7-4E7F-B1BA-32B317FC7A3C}" type="presParOf" srcId="{51EAF4A3-BA85-47E9-8E75-5DFE7D3409FC}" destId="{3B362ECC-A07A-42B8-A77D-28116B805C51}" srcOrd="4" destOrd="0" presId="urn:microsoft.com/office/officeart/2005/8/layout/radial4"/>
    <dgm:cxn modelId="{F56984B8-ABB1-4364-B155-67325CA9E39A}" type="presParOf" srcId="{51EAF4A3-BA85-47E9-8E75-5DFE7D3409FC}" destId="{1135F66E-3740-455D-A8E1-478EF7F6D1F5}" srcOrd="5" destOrd="0" presId="urn:microsoft.com/office/officeart/2005/8/layout/radial4"/>
    <dgm:cxn modelId="{9526F39C-E933-4A7C-8DE4-60264C6D1528}" type="presParOf" srcId="{51EAF4A3-BA85-47E9-8E75-5DFE7D3409FC}" destId="{3AC11AB2-6111-4154-B785-5FDF92D95596}" srcOrd="6" destOrd="0" presId="urn:microsoft.com/office/officeart/2005/8/layout/radial4"/>
    <dgm:cxn modelId="{A05B68B4-0C9F-4557-85D4-B8819A34B43B}" type="presParOf" srcId="{51EAF4A3-BA85-47E9-8E75-5DFE7D3409FC}" destId="{74B2A6FF-F88D-44FF-868C-D473894F6707}" srcOrd="7" destOrd="0" presId="urn:microsoft.com/office/officeart/2005/8/layout/radial4"/>
    <dgm:cxn modelId="{E99E9F38-4B39-4B3A-A0CB-BD3D1D780F79}" type="presParOf" srcId="{51EAF4A3-BA85-47E9-8E75-5DFE7D3409FC}" destId="{07CA60F8-E113-4AB8-A545-4AD60179123F}" srcOrd="8" destOrd="0" presId="urn:microsoft.com/office/officeart/2005/8/layout/radial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1128913" y="1546467"/>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1128913" y="943875"/>
          <a:ext cx="1480654"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1128913" y="341283"/>
          <a:ext cx="1728578"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268067" y="83029"/>
          <a:ext cx="1721691" cy="1721691"/>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460505" y="628587"/>
          <a:ext cx="1336814" cy="568158"/>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800100">
            <a:lnSpc>
              <a:spcPct val="90000"/>
            </a:lnSpc>
            <a:spcBef>
              <a:spcPct val="0"/>
            </a:spcBef>
            <a:spcAft>
              <a:spcPct val="35000"/>
            </a:spcAft>
            <a:buNone/>
          </a:pPr>
          <a:r>
            <a:rPr lang="en-IN" sz="1800" b="1" i="1" kern="1200"/>
            <a:t>INCEPTION PHASE</a:t>
          </a:r>
          <a:endParaRPr lang="en-US" sz="1800" b="1" i="1" kern="1200"/>
        </a:p>
      </dsp:txBody>
      <dsp:txXfrm>
        <a:off x="460505" y="628587"/>
        <a:ext cx="1336814" cy="568158"/>
      </dsp:txXfrm>
    </dsp:sp>
    <dsp:sp modelId="{A930FCCC-F876-4499-9C60-4FA91F418457}">
      <dsp:nvSpPr>
        <dsp:cNvPr id="0" name=""/>
        <dsp:cNvSpPr/>
      </dsp:nvSpPr>
      <dsp:spPr>
        <a:xfrm>
          <a:off x="2599237" y="83029"/>
          <a:ext cx="516507" cy="516507"/>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3115745" y="83029"/>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83029"/>
        <a:ext cx="59570" cy="516507"/>
      </dsp:txXfrm>
    </dsp:sp>
    <dsp:sp modelId="{2592A582-700C-440E-8CBB-793EE085B62E}">
      <dsp:nvSpPr>
        <dsp:cNvPr id="0" name=""/>
        <dsp:cNvSpPr/>
      </dsp:nvSpPr>
      <dsp:spPr>
        <a:xfrm>
          <a:off x="2351314" y="685621"/>
          <a:ext cx="516507" cy="516507"/>
        </a:xfrm>
        <a:prstGeom prst="ellipse">
          <a:avLst/>
        </a:prstGeom>
        <a:solidFill>
          <a:srgbClr val="272936"/>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2867821" y="685621"/>
          <a:ext cx="84362"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2867821" y="685621"/>
        <a:ext cx="84362" cy="516507"/>
      </dsp:txXfrm>
    </dsp:sp>
    <dsp:sp modelId="{21BC1008-D677-45CE-BE75-8F26BAFF4C68}">
      <dsp:nvSpPr>
        <dsp:cNvPr id="0" name=""/>
        <dsp:cNvSpPr/>
      </dsp:nvSpPr>
      <dsp:spPr>
        <a:xfrm>
          <a:off x="2599237" y="1288213"/>
          <a:ext cx="516507" cy="516507"/>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3115745" y="1288213"/>
          <a:ext cx="59570" cy="51650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3115745" y="1288213"/>
        <a:ext cx="59570" cy="51650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B6EC6B6-5054-4947-96B3-A27015E700F5}">
      <dsp:nvSpPr>
        <dsp:cNvPr id="0" name=""/>
        <dsp:cNvSpPr/>
      </dsp:nvSpPr>
      <dsp:spPr>
        <a:xfrm>
          <a:off x="554293" y="927685"/>
          <a:ext cx="8487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8E36408-2AA2-4A65-A685-4942C22C2B41}">
      <dsp:nvSpPr>
        <dsp:cNvPr id="0" name=""/>
        <dsp:cNvSpPr/>
      </dsp:nvSpPr>
      <dsp:spPr>
        <a:xfrm>
          <a:off x="554293" y="631814"/>
          <a:ext cx="72699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84BB19-F11F-48BF-8BE9-A120E4D629D5}">
      <dsp:nvSpPr>
        <dsp:cNvPr id="0" name=""/>
        <dsp:cNvSpPr/>
      </dsp:nvSpPr>
      <dsp:spPr>
        <a:xfrm>
          <a:off x="554293" y="335942"/>
          <a:ext cx="848727" cy="0"/>
        </a:xfrm>
        <a:prstGeom prst="line">
          <a:avLst/>
        </a:pr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2DA6B5-80EA-41E1-8A63-CA97040927FF}">
      <dsp:nvSpPr>
        <dsp:cNvPr id="0" name=""/>
        <dsp:cNvSpPr/>
      </dsp:nvSpPr>
      <dsp:spPr>
        <a:xfrm>
          <a:off x="131620" y="209140"/>
          <a:ext cx="845346" cy="845346"/>
        </a:xfrm>
        <a:prstGeom prst="ellipse">
          <a:avLst/>
        </a:prstGeom>
        <a:solidFill>
          <a:schemeClr val="accent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5FC5FB4-34C3-46C6-8F63-CE7AA33305A6}">
      <dsp:nvSpPr>
        <dsp:cNvPr id="0" name=""/>
        <dsp:cNvSpPr/>
      </dsp:nvSpPr>
      <dsp:spPr>
        <a:xfrm>
          <a:off x="283782" y="506475"/>
          <a:ext cx="541021" cy="278964"/>
        </a:xfrm>
        <a:prstGeom prst="rect">
          <a:avLst/>
        </a:prstGeom>
        <a:noFill/>
        <a:ln w="1270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0" tIns="0" rIns="0" bIns="0" numCol="1" spcCol="1270" anchor="b" anchorCtr="0">
          <a:noAutofit/>
        </a:bodyPr>
        <a:lstStyle/>
        <a:p>
          <a:pPr marL="0" lvl="0" indent="0" algn="ctr" defTabSz="444500">
            <a:lnSpc>
              <a:spcPct val="90000"/>
            </a:lnSpc>
            <a:spcBef>
              <a:spcPct val="0"/>
            </a:spcBef>
            <a:spcAft>
              <a:spcPct val="35000"/>
            </a:spcAft>
            <a:buNone/>
          </a:pPr>
          <a:r>
            <a:rPr lang="en-IN" sz="1000" b="1" i="1" kern="1200"/>
            <a:t>BUILD PHASE</a:t>
          </a:r>
          <a:endParaRPr lang="en-US" sz="1000" b="1" i="1" kern="1200"/>
        </a:p>
      </dsp:txBody>
      <dsp:txXfrm>
        <a:off x="283782" y="506475"/>
        <a:ext cx="541021" cy="278964"/>
      </dsp:txXfrm>
    </dsp:sp>
    <dsp:sp modelId="{A930FCCC-F876-4499-9C60-4FA91F418457}">
      <dsp:nvSpPr>
        <dsp:cNvPr id="0" name=""/>
        <dsp:cNvSpPr/>
      </dsp:nvSpPr>
      <dsp:spPr>
        <a:xfrm>
          <a:off x="1276218" y="209140"/>
          <a:ext cx="253603" cy="253603"/>
        </a:xfrm>
        <a:prstGeom prst="ellipse">
          <a:avLst/>
        </a:prstGeom>
        <a:solidFill>
          <a:srgbClr val="DE189C"/>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75478FB0-36C4-4636-9930-595DF97CAE60}">
      <dsp:nvSpPr>
        <dsp:cNvPr id="0" name=""/>
        <dsp:cNvSpPr/>
      </dsp:nvSpPr>
      <dsp:spPr>
        <a:xfrm>
          <a:off x="1529822" y="209140"/>
          <a:ext cx="29248" cy="25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529822" y="209140"/>
        <a:ext cx="29248" cy="253603"/>
      </dsp:txXfrm>
    </dsp:sp>
    <dsp:sp modelId="{2592A582-700C-440E-8CBB-793EE085B62E}">
      <dsp:nvSpPr>
        <dsp:cNvPr id="0" name=""/>
        <dsp:cNvSpPr/>
      </dsp:nvSpPr>
      <dsp:spPr>
        <a:xfrm>
          <a:off x="1154489" y="505012"/>
          <a:ext cx="253603" cy="253603"/>
        </a:xfrm>
        <a:prstGeom prst="ellipse">
          <a:avLst/>
        </a:prstGeom>
        <a:solidFill>
          <a:srgbClr val="272936"/>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A6EA9F7A-021B-4E7E-B1B7-439A3D237DFD}">
      <dsp:nvSpPr>
        <dsp:cNvPr id="0" name=""/>
        <dsp:cNvSpPr/>
      </dsp:nvSpPr>
      <dsp:spPr>
        <a:xfrm>
          <a:off x="1408092" y="505012"/>
          <a:ext cx="41421" cy="25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408092" y="505012"/>
        <a:ext cx="41421" cy="253603"/>
      </dsp:txXfrm>
    </dsp:sp>
    <dsp:sp modelId="{21BC1008-D677-45CE-BE75-8F26BAFF4C68}">
      <dsp:nvSpPr>
        <dsp:cNvPr id="0" name=""/>
        <dsp:cNvSpPr/>
      </dsp:nvSpPr>
      <dsp:spPr>
        <a:xfrm>
          <a:off x="1276218" y="800883"/>
          <a:ext cx="253603" cy="253603"/>
        </a:xfrm>
        <a:prstGeom prst="ellipse">
          <a:avLst/>
        </a:prstGeom>
        <a:solidFill>
          <a:srgbClr val="0070AD">
            <a:lumMod val="75000"/>
          </a:srgbClr>
        </a:solidFill>
        <a:ln w="12700" cap="flat" cmpd="sng" algn="ctr">
          <a:solidFill>
            <a:srgbClr val="FFFFFF">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B46FD729-76A2-4765-914D-FEE6431756D2}">
      <dsp:nvSpPr>
        <dsp:cNvPr id="0" name=""/>
        <dsp:cNvSpPr/>
      </dsp:nvSpPr>
      <dsp:spPr>
        <a:xfrm>
          <a:off x="1529822" y="800883"/>
          <a:ext cx="29248" cy="2536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050" tIns="0" rIns="19050" bIns="0" numCol="1" spcCol="1270" anchor="ctr" anchorCtr="0">
          <a:noAutofit/>
        </a:bodyPr>
        <a:lstStyle/>
        <a:p>
          <a:pPr marL="0" lvl="0" indent="0" algn="l" defTabSz="222250">
            <a:lnSpc>
              <a:spcPct val="90000"/>
            </a:lnSpc>
            <a:spcBef>
              <a:spcPct val="0"/>
            </a:spcBef>
            <a:spcAft>
              <a:spcPct val="35000"/>
            </a:spcAft>
            <a:buNone/>
          </a:pPr>
          <a:endParaRPr lang="en-US" sz="500" kern="1200"/>
        </a:p>
      </dsp:txBody>
      <dsp:txXfrm>
        <a:off x="1529822" y="800883"/>
        <a:ext cx="29248" cy="2536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DA453E2-3281-4140-8E91-2B9E80AB8E9F}">
      <dsp:nvSpPr>
        <dsp:cNvPr id="0" name=""/>
        <dsp:cNvSpPr/>
      </dsp:nvSpPr>
      <dsp:spPr>
        <a:xfrm>
          <a:off x="957861" y="259787"/>
          <a:ext cx="3357254" cy="3357254"/>
        </a:xfrm>
        <a:prstGeom prst="pie">
          <a:avLst>
            <a:gd name="adj1" fmla="val 16200000"/>
            <a:gd name="adj2" fmla="val 1800000"/>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2727214" y="971205"/>
        <a:ext cx="1199019" cy="999182"/>
      </dsp:txXfrm>
    </dsp:sp>
    <dsp:sp modelId="{0354D956-E80F-46DE-A9EA-9FF7DB975E3B}">
      <dsp:nvSpPr>
        <dsp:cNvPr id="0" name=""/>
        <dsp:cNvSpPr/>
      </dsp:nvSpPr>
      <dsp:spPr>
        <a:xfrm>
          <a:off x="888717" y="379689"/>
          <a:ext cx="3357254" cy="3357254"/>
        </a:xfrm>
        <a:prstGeom prst="pie">
          <a:avLst>
            <a:gd name="adj1" fmla="val 1800000"/>
            <a:gd name="adj2" fmla="val 9000000"/>
          </a:avLst>
        </a:prstGeom>
        <a:solidFill>
          <a:schemeClr val="accent2">
            <a:hueOff val="2534658"/>
            <a:satOff val="-6506"/>
            <a:lumOff val="-162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2133600">
            <a:lnSpc>
              <a:spcPct val="90000"/>
            </a:lnSpc>
            <a:spcBef>
              <a:spcPct val="0"/>
            </a:spcBef>
            <a:spcAft>
              <a:spcPct val="35000"/>
            </a:spcAft>
            <a:buNone/>
          </a:pPr>
          <a:endParaRPr lang="en-US" sz="4800" kern="1200"/>
        </a:p>
      </dsp:txBody>
      <dsp:txXfrm>
        <a:off x="1688064" y="2557907"/>
        <a:ext cx="1798528" cy="879280"/>
      </dsp:txXfrm>
    </dsp:sp>
    <dsp:sp modelId="{F8CCE82D-2FA6-4E25-B3D0-D58507FD9449}">
      <dsp:nvSpPr>
        <dsp:cNvPr id="0" name=""/>
        <dsp:cNvSpPr/>
      </dsp:nvSpPr>
      <dsp:spPr>
        <a:xfrm>
          <a:off x="819574" y="259787"/>
          <a:ext cx="3357254" cy="3357254"/>
        </a:xfrm>
        <a:prstGeom prst="pie">
          <a:avLst>
            <a:gd name="adj1" fmla="val 9000000"/>
            <a:gd name="adj2" fmla="val 16200000"/>
          </a:avLst>
        </a:prstGeom>
        <a:solidFill>
          <a:schemeClr val="accent2">
            <a:hueOff val="5069316"/>
            <a:satOff val="-13013"/>
            <a:lumOff val="-325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640" tIns="40640" rIns="40640" bIns="40640" numCol="1" spcCol="1270" anchor="ctr" anchorCtr="0">
          <a:noAutofit/>
        </a:bodyPr>
        <a:lstStyle/>
        <a:p>
          <a:pPr marL="0" lvl="0" indent="0" algn="ctr" defTabSz="1422400">
            <a:lnSpc>
              <a:spcPct val="90000"/>
            </a:lnSpc>
            <a:spcBef>
              <a:spcPct val="0"/>
            </a:spcBef>
            <a:spcAft>
              <a:spcPct val="35000"/>
            </a:spcAft>
            <a:buNone/>
          </a:pPr>
          <a:endParaRPr lang="en-US" sz="3200" kern="1200"/>
        </a:p>
      </dsp:txBody>
      <dsp:txXfrm>
        <a:off x="1208456" y="971205"/>
        <a:ext cx="1199019" cy="999182"/>
      </dsp:txXfrm>
    </dsp:sp>
    <dsp:sp modelId="{2EF2A1A9-921D-4311-999C-EC4358BFB4DA}">
      <dsp:nvSpPr>
        <dsp:cNvPr id="0" name=""/>
        <dsp:cNvSpPr/>
      </dsp:nvSpPr>
      <dsp:spPr>
        <a:xfrm>
          <a:off x="750308" y="51957"/>
          <a:ext cx="3772914" cy="3772914"/>
        </a:xfrm>
        <a:prstGeom prst="circularArrow">
          <a:avLst>
            <a:gd name="adj1" fmla="val 5085"/>
            <a:gd name="adj2" fmla="val 327528"/>
            <a:gd name="adj3" fmla="val 1472472"/>
            <a:gd name="adj4" fmla="val 16199432"/>
            <a:gd name="adj5" fmla="val 5932"/>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3B8D114D-6454-40D0-A3E1-689E3117C936}">
      <dsp:nvSpPr>
        <dsp:cNvPr id="0" name=""/>
        <dsp:cNvSpPr/>
      </dsp:nvSpPr>
      <dsp:spPr>
        <a:xfrm>
          <a:off x="680887" y="171647"/>
          <a:ext cx="3772914" cy="3772914"/>
        </a:xfrm>
        <a:prstGeom prst="circularArrow">
          <a:avLst>
            <a:gd name="adj1" fmla="val 5085"/>
            <a:gd name="adj2" fmla="val 327528"/>
            <a:gd name="adj3" fmla="val 8671970"/>
            <a:gd name="adj4" fmla="val 1800502"/>
            <a:gd name="adj5" fmla="val 5932"/>
          </a:avLst>
        </a:prstGeom>
        <a:solidFill>
          <a:schemeClr val="accent2">
            <a:hueOff val="2534658"/>
            <a:satOff val="-6506"/>
            <a:lumOff val="-16273"/>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D709296-D933-4F21-A0C3-807286EB1D55}">
      <dsp:nvSpPr>
        <dsp:cNvPr id="0" name=""/>
        <dsp:cNvSpPr/>
      </dsp:nvSpPr>
      <dsp:spPr>
        <a:xfrm>
          <a:off x="611467" y="51957"/>
          <a:ext cx="3772914" cy="3772914"/>
        </a:xfrm>
        <a:prstGeom prst="circularArrow">
          <a:avLst>
            <a:gd name="adj1" fmla="val 5085"/>
            <a:gd name="adj2" fmla="val 327528"/>
            <a:gd name="adj3" fmla="val 15873039"/>
            <a:gd name="adj4" fmla="val 9000000"/>
            <a:gd name="adj5" fmla="val 5932"/>
          </a:avLst>
        </a:prstGeom>
        <a:solidFill>
          <a:schemeClr val="accent2">
            <a:hueOff val="5069316"/>
            <a:satOff val="-13013"/>
            <a:lumOff val="-32546"/>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4D5EAB-123E-4D5A-A262-13CDE59567C2}">
      <dsp:nvSpPr>
        <dsp:cNvPr id="0" name=""/>
        <dsp:cNvSpPr/>
      </dsp:nvSpPr>
      <dsp:spPr>
        <a:xfrm>
          <a:off x="1394325" y="1115453"/>
          <a:ext cx="1031418" cy="1031418"/>
        </a:xfrm>
        <a:prstGeom prst="ellipse">
          <a:avLst/>
        </a:prstGeom>
        <a:solidFill>
          <a:srgbClr val="A5A5A5">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a:solidFill>
                <a:sysClr val="window" lastClr="FFFFFF"/>
              </a:solidFill>
              <a:latin typeface="Calibri" panose="020F0502020204030204"/>
              <a:ea typeface="+mn-ea"/>
              <a:cs typeface="+mn-cs"/>
            </a:rPr>
            <a:t>GPAS  Projects</a:t>
          </a:r>
        </a:p>
      </dsp:txBody>
      <dsp:txXfrm>
        <a:off x="1545373" y="1266501"/>
        <a:ext cx="729322" cy="729322"/>
      </dsp:txXfrm>
    </dsp:sp>
    <dsp:sp modelId="{9EAA05B6-5F48-4FFF-9CAB-AEE2035D3A80}">
      <dsp:nvSpPr>
        <dsp:cNvPr id="0" name=""/>
        <dsp:cNvSpPr/>
      </dsp:nvSpPr>
      <dsp:spPr>
        <a:xfrm rot="11700000">
          <a:off x="575715" y="1234459"/>
          <a:ext cx="804654" cy="293954"/>
        </a:xfrm>
        <a:prstGeom prst="leftArrow">
          <a:avLst>
            <a:gd name="adj1" fmla="val 60000"/>
            <a:gd name="adj2" fmla="val 50000"/>
          </a:avLst>
        </a:prstGeom>
        <a:solidFill>
          <a:srgbClr val="FFC000">
            <a:hueOff val="0"/>
            <a:satOff val="0"/>
            <a:lumOff val="0"/>
            <a:alphaOff val="0"/>
          </a:srgbClr>
        </a:solidFill>
        <a:ln>
          <a:noFill/>
        </a:ln>
        <a:effectLst/>
      </dsp:spPr>
      <dsp:style>
        <a:lnRef idx="0">
          <a:scrgbClr r="0" g="0" b="0"/>
        </a:lnRef>
        <a:fillRef idx="1">
          <a:scrgbClr r="0" g="0" b="0"/>
        </a:fillRef>
        <a:effectRef idx="0">
          <a:scrgbClr r="0" g="0" b="0"/>
        </a:effectRef>
        <a:fontRef idx="minor">
          <a:schemeClr val="lt1"/>
        </a:fontRef>
      </dsp:style>
    </dsp:sp>
    <dsp:sp modelId="{D45FD9C1-8FB7-43FB-9711-B4F482119DD6}">
      <dsp:nvSpPr>
        <dsp:cNvPr id="0" name=""/>
        <dsp:cNvSpPr/>
      </dsp:nvSpPr>
      <dsp:spPr>
        <a:xfrm>
          <a:off x="99500" y="885367"/>
          <a:ext cx="979847" cy="783878"/>
        </a:xfrm>
        <a:prstGeom prst="roundRect">
          <a:avLst>
            <a:gd name="adj" fmla="val 10000"/>
          </a:avLst>
        </a:prstGeom>
        <a:solidFill>
          <a:srgbClr val="FFC000">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Screen Scheme</a:t>
          </a:r>
        </a:p>
      </dsp:txBody>
      <dsp:txXfrm>
        <a:off x="122459" y="908326"/>
        <a:ext cx="933929" cy="737960"/>
      </dsp:txXfrm>
    </dsp:sp>
    <dsp:sp modelId="{AD713CD3-BC53-4EEE-8CA8-E0AC8E4FED03}">
      <dsp:nvSpPr>
        <dsp:cNvPr id="0" name=""/>
        <dsp:cNvSpPr/>
      </dsp:nvSpPr>
      <dsp:spPr>
        <a:xfrm rot="14700000">
          <a:off x="1099936" y="609717"/>
          <a:ext cx="804654" cy="293954"/>
        </a:xfrm>
        <a:prstGeom prst="leftArrow">
          <a:avLst>
            <a:gd name="adj1" fmla="val 60000"/>
            <a:gd name="adj2" fmla="val 50000"/>
          </a:avLst>
        </a:prstGeom>
        <a:solidFill>
          <a:srgbClr val="FFC000">
            <a:hueOff val="3266964"/>
            <a:satOff val="-13592"/>
            <a:lumOff val="3203"/>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B362ECC-A07A-42B8-A77D-28116B805C51}">
      <dsp:nvSpPr>
        <dsp:cNvPr id="0" name=""/>
        <dsp:cNvSpPr/>
      </dsp:nvSpPr>
      <dsp:spPr>
        <a:xfrm>
          <a:off x="842308" y="122"/>
          <a:ext cx="979847" cy="783878"/>
        </a:xfrm>
        <a:prstGeom prst="roundRect">
          <a:avLst>
            <a:gd name="adj" fmla="val 10000"/>
          </a:avLst>
        </a:prstGeom>
        <a:solidFill>
          <a:srgbClr val="FFC000">
            <a:hueOff val="3266964"/>
            <a:satOff val="-13592"/>
            <a:lumOff val="3203"/>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Workflow Scheme </a:t>
          </a:r>
        </a:p>
      </dsp:txBody>
      <dsp:txXfrm>
        <a:off x="865267" y="23081"/>
        <a:ext cx="933929" cy="737960"/>
      </dsp:txXfrm>
    </dsp:sp>
    <dsp:sp modelId="{1135F66E-3740-455D-A8E1-478EF7F6D1F5}">
      <dsp:nvSpPr>
        <dsp:cNvPr id="0" name=""/>
        <dsp:cNvSpPr/>
      </dsp:nvSpPr>
      <dsp:spPr>
        <a:xfrm rot="17700000">
          <a:off x="1915478" y="609717"/>
          <a:ext cx="804654" cy="293954"/>
        </a:xfrm>
        <a:prstGeom prst="leftArrow">
          <a:avLst>
            <a:gd name="adj1" fmla="val 60000"/>
            <a:gd name="adj2" fmla="val 50000"/>
          </a:avLst>
        </a:prstGeom>
        <a:solidFill>
          <a:srgbClr val="FFC000">
            <a:hueOff val="6533927"/>
            <a:satOff val="-27185"/>
            <a:lumOff val="6405"/>
            <a:alphaOff val="0"/>
          </a:srgbClr>
        </a:solidFill>
        <a:ln>
          <a:noFill/>
        </a:ln>
        <a:effectLst/>
      </dsp:spPr>
      <dsp:style>
        <a:lnRef idx="0">
          <a:scrgbClr r="0" g="0" b="0"/>
        </a:lnRef>
        <a:fillRef idx="1">
          <a:scrgbClr r="0" g="0" b="0"/>
        </a:fillRef>
        <a:effectRef idx="0">
          <a:scrgbClr r="0" g="0" b="0"/>
        </a:effectRef>
        <a:fontRef idx="minor">
          <a:schemeClr val="lt1"/>
        </a:fontRef>
      </dsp:style>
    </dsp:sp>
    <dsp:sp modelId="{3AC11AB2-6111-4154-B785-5FDF92D95596}">
      <dsp:nvSpPr>
        <dsp:cNvPr id="0" name=""/>
        <dsp:cNvSpPr/>
      </dsp:nvSpPr>
      <dsp:spPr>
        <a:xfrm>
          <a:off x="1997913" y="122"/>
          <a:ext cx="979847" cy="783878"/>
        </a:xfrm>
        <a:prstGeom prst="roundRect">
          <a:avLst>
            <a:gd name="adj" fmla="val 10000"/>
          </a:avLst>
        </a:prstGeom>
        <a:solidFill>
          <a:srgbClr val="FFC000">
            <a:hueOff val="6533927"/>
            <a:satOff val="-27185"/>
            <a:lumOff val="6405"/>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Issue type Scheme</a:t>
          </a:r>
        </a:p>
      </dsp:txBody>
      <dsp:txXfrm>
        <a:off x="2020872" y="23081"/>
        <a:ext cx="933929" cy="737960"/>
      </dsp:txXfrm>
    </dsp:sp>
    <dsp:sp modelId="{74B2A6FF-F88D-44FF-868C-D473894F6707}">
      <dsp:nvSpPr>
        <dsp:cNvPr id="0" name=""/>
        <dsp:cNvSpPr/>
      </dsp:nvSpPr>
      <dsp:spPr>
        <a:xfrm rot="20700000">
          <a:off x="2439699" y="1234459"/>
          <a:ext cx="804654" cy="293954"/>
        </a:xfrm>
        <a:prstGeom prst="leftArrow">
          <a:avLst>
            <a:gd name="adj1" fmla="val 60000"/>
            <a:gd name="adj2" fmla="val 50000"/>
          </a:avLst>
        </a:prstGeom>
        <a:solidFill>
          <a:srgbClr val="FFC000">
            <a:hueOff val="9800891"/>
            <a:satOff val="-40777"/>
            <a:lumOff val="9608"/>
            <a:alphaOff val="0"/>
          </a:srgbClr>
        </a:solidFill>
        <a:ln>
          <a:noFill/>
        </a:ln>
        <a:effectLst/>
      </dsp:spPr>
      <dsp:style>
        <a:lnRef idx="0">
          <a:scrgbClr r="0" g="0" b="0"/>
        </a:lnRef>
        <a:fillRef idx="1">
          <a:scrgbClr r="0" g="0" b="0"/>
        </a:fillRef>
        <a:effectRef idx="0">
          <a:scrgbClr r="0" g="0" b="0"/>
        </a:effectRef>
        <a:fontRef idx="minor">
          <a:schemeClr val="lt1"/>
        </a:fontRef>
      </dsp:style>
    </dsp:sp>
    <dsp:sp modelId="{07CA60F8-E113-4AB8-A545-4AD60179123F}">
      <dsp:nvSpPr>
        <dsp:cNvPr id="0" name=""/>
        <dsp:cNvSpPr/>
      </dsp:nvSpPr>
      <dsp:spPr>
        <a:xfrm>
          <a:off x="2740721" y="885367"/>
          <a:ext cx="979847" cy="783878"/>
        </a:xfrm>
        <a:prstGeom prst="roundRect">
          <a:avLst>
            <a:gd name="adj" fmla="val 10000"/>
          </a:avLst>
        </a:prstGeom>
        <a:solidFill>
          <a:srgbClr val="FFC000">
            <a:hueOff val="9800891"/>
            <a:satOff val="-40777"/>
            <a:lumOff val="960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6670" tIns="26670" rIns="26670" bIns="26670" numCol="1" spcCol="1270" anchor="ctr" anchorCtr="0">
          <a:noAutofit/>
        </a:bodyPr>
        <a:lstStyle/>
        <a:p>
          <a:pPr marL="0" lvl="0" indent="0" algn="ctr" defTabSz="622300">
            <a:lnSpc>
              <a:spcPct val="90000"/>
            </a:lnSpc>
            <a:spcBef>
              <a:spcPct val="0"/>
            </a:spcBef>
            <a:spcAft>
              <a:spcPct val="35000"/>
            </a:spcAft>
            <a:buNone/>
          </a:pPr>
          <a:r>
            <a:rPr lang="en-US" sz="1400" kern="1200">
              <a:solidFill>
                <a:sysClr val="window" lastClr="FFFFFF"/>
              </a:solidFill>
              <a:latin typeface="Calibri" panose="020F0502020204030204"/>
              <a:ea typeface="+mn-ea"/>
              <a:cs typeface="+mn-cs"/>
            </a:rPr>
            <a:t>Permission Scheme</a:t>
          </a:r>
        </a:p>
      </dsp:txBody>
      <dsp:txXfrm>
        <a:off x="2763680" y="908326"/>
        <a:ext cx="933929" cy="737960"/>
      </dsp:txXfrm>
    </dsp:sp>
  </dsp:spTree>
</dsp:drawing>
</file>

<file path=ppt/diagrams/layout1.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2.xml><?xml version="1.0" encoding="utf-8"?>
<dgm:layoutDef xmlns:dgm="http://schemas.openxmlformats.org/drawingml/2006/diagram" xmlns:a="http://schemas.openxmlformats.org/drawingml/2006/main" uniqueId="urn:microsoft.com/office/officeart/2008/layout/CircularPictureCallout">
  <dgm:title val=""/>
  <dgm:desc val=""/>
  <dgm:catLst>
    <dgm:cat type="picture" pri="2000"/>
    <dgm:cat type="pictureconvert" pri="2000"/>
  </dgm:catLst>
  <dgm:sampData>
    <dgm:dataModel>
      <dgm:ptLst>
        <dgm:pt modelId="0" type="doc"/>
        <dgm:pt modelId="1"/>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chPref val="7"/>
      <dgm:dir/>
    </dgm:varLst>
    <dgm:alg type="composite"/>
    <dgm:shape xmlns:r="http://schemas.openxmlformats.org/officeDocument/2006/relationships" r:blip="">
      <dgm:adjLst/>
    </dgm:shape>
    <dgm:constrLst>
      <dgm:constr type="w" for="ch" refType="h" refFor="ch" op="gte" fact="2"/>
    </dgm:constrLst>
    <dgm:layoutNode name="Name1">
      <dgm:alg type="composite"/>
      <dgm:shape xmlns:r="http://schemas.openxmlformats.org/officeDocument/2006/relationships" r:blip="">
        <dgm:adjLst/>
      </dgm:shape>
      <dgm:choose name="Name2">
        <dgm:if name="Name3" axis="ch" ptType="node" func="cnt" op="lte" val="1">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w" refFor="ch" refForName="picture_1" fact="0.18"/>
            <dgm:constr type="t" for="ch" forName="text_1" refType="h" refFor="ch" refForName="picture_1" fact="0.531"/>
          </dgm:constrLst>
        </dgm:if>
        <dgm:if name="Name4" axis="ch" ptType="node" func="cnt" op="lte" val="2">
          <dgm:choose name="Name5">
            <dgm:if name="Name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l" for="ch" forName="picture_2" refType="w" refFor="ch" refForName="picture_1" fact="1.21"/>
                <dgm:constr type="ctrY" for="ch" forName="picture_2" refType="h" refFor="ch" refForName="picture_1" fact="0.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Lst>
            </dgm:if>
            <dgm:else name="Name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5"/>
                <dgm:constr type="h" for="ch" forName="picture_2" refType="h" refFor="ch" refForName="picture_1" fact="0.5"/>
                <dgm:constr type="r" for="ch" forName="picture_2" refType="w"/>
                <dgm:constr type="rOff" for="ch" forName="picture_2" refType="w" refFor="ch" refForName="picture_1" fact="-1.21"/>
                <dgm:constr type="ctrY" for="ch" forName="picture_2" refType="h" refFor="ch" refForName="picture_1" fact="0.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Lst>
            </dgm:else>
          </dgm:choose>
        </dgm:if>
        <dgm:if name="Name8" axis="ch" ptType="node" func="cnt" op="lte" val="3">
          <dgm:choose name="Name9">
            <dgm:if name="Name10"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l" for="ch" forName="picture_2" refType="w" refFor="ch" refForName="picture_1" fact="1.21"/>
                <dgm:constr type="ctrY" for="ch" forName="picture_2" refType="h" refFor="ch" refForName="picture_1" fact="0.18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l" for="ch" forName="picture_3" refType="w" refFor="ch" refForName="picture_1" fact="1.21"/>
                <dgm:constr type="ctrY" for="ch" forName="picture_3" refType="h" refFor="ch" refForName="picture_1" fact="0.812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Lst>
            </dgm:if>
            <dgm:else name="Name11">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75"/>
                <dgm:constr type="h" for="ch" forName="picture_2" refType="h" refFor="ch" refForName="picture_1" fact="0.375"/>
                <dgm:constr type="r" for="ch" forName="picture_2" refType="w"/>
                <dgm:constr type="rOff" for="ch" forName="picture_2" refType="w" refFor="ch" refForName="picture_1" fact="-1.21"/>
                <dgm:constr type="ctrY" for="ch" forName="picture_2" refType="h" refFor="ch" refForName="picture_1" fact="0.18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75"/>
                <dgm:constr type="h" for="ch" forName="picture_3" refType="h" refFor="ch" refForName="picture_1" fact="0.375"/>
                <dgm:constr type="r" for="ch" forName="picture_3" refType="w"/>
                <dgm:constr type="rOff" for="ch" forName="picture_3" refType="w" refFor="ch" refForName="picture_1" fact="-1.21"/>
                <dgm:constr type="ctrY" for="ch" forName="picture_3" refType="h" refFor="ch" refForName="picture_1" fact="0.812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Lst>
            </dgm:else>
          </dgm:choose>
        </dgm:if>
        <dgm:if name="Name12" axis="ch" ptType="node" func="cnt" op="lte" val="4">
          <dgm:choose name="Name13">
            <dgm:if name="Name14"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l" for="ch" forName="picture_2" refType="w" refFor="ch" refForName="picture_1" fact="1.354"/>
                <dgm:constr type="ctrY" for="ch" forName="picture_2" refType="h" refFor="ch" refForName="picture_1" fact="0.1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l" for="ch" forName="picture_3" refType="w" refFor="ch" refForName="picture_1" fact="1.21"/>
                <dgm:constr type="ctrY" for="ch" forName="picture_3" refType="h" refFor="ch" refForName="picture_1" fact="0.5"/>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l" for="ch" forName="picture_4" refType="w" refFor="ch" refForName="picture_1" fact="1.354"/>
                <dgm:constr type="ctrY" for="ch" forName="picture_4" refType="h" refFor="ch" refForName="picture_1" fact="0.8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Lst>
            </dgm:if>
            <dgm:else name="Name15">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3"/>
                <dgm:constr type="h" for="ch" forName="picture_2" refType="h" refFor="ch" refForName="picture_1" fact="0.3"/>
                <dgm:constr type="r" for="ch" forName="picture_2" refType="w"/>
                <dgm:constr type="rOff" for="ch" forName="picture_2" refType="w" refFor="ch" refForName="picture_1" fact="-1.354"/>
                <dgm:constr type="ctrY" for="ch" forName="picture_2" refType="h" refFor="ch" refForName="picture_1" fact="0.1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3"/>
                <dgm:constr type="h" for="ch" forName="picture_3" refType="h" refFor="ch" refForName="picture_1" fact="0.3"/>
                <dgm:constr type="r" for="ch" forName="picture_3" refType="w"/>
                <dgm:constr type="rOff" for="ch" forName="picture_3" refType="w" refFor="ch" refForName="picture_1" fact="-1.21"/>
                <dgm:constr type="ctrY" for="ch" forName="picture_3" refType="h" refFor="ch" refForName="picture_1" fact="0.5"/>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3"/>
                <dgm:constr type="h" for="ch" forName="picture_4" refType="h" refFor="ch" refForName="picture_1" fact="0.3"/>
                <dgm:constr type="r" for="ch" forName="picture_4" refType="w"/>
                <dgm:constr type="rOff" for="ch" forName="picture_4" refType="w" refFor="ch" refForName="picture_1" fact="-1.354"/>
                <dgm:constr type="ctrY" for="ch" forName="picture_4" refType="h" refFor="ch" refForName="picture_1" fact="0.8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Lst>
            </dgm:else>
          </dgm:choose>
        </dgm:if>
        <dgm:if name="Name16" axis="ch" ptType="node" func="cnt" op="lte" val="5">
          <dgm:choose name="Name17">
            <dgm:if name="Name18"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l" for="ch" forName="picture_2" refType="w" refFor="ch" refForName="picture_1" fact="1.375"/>
                <dgm:constr type="ctrY" for="ch" forName="picture_2" refType="h" refFor="ch" refForName="picture_1" fact="0.11"/>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l" for="ch" forName="picture_3" refType="w" refFor="ch" refForName="picture_1" fact="1.21"/>
                <dgm:constr type="ctrY" for="ch" forName="picture_3" refType="h" refFor="ch" refForName="picture_1" fact="0.353"/>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l" for="ch" forName="picture_4" refType="w" refFor="ch" refForName="picture_1" fact="1.21"/>
                <dgm:constr type="ctrY" for="ch" forName="picture_4" refType="h" refFor="ch" refForName="picture_1" fact="0.647"/>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l" for="ch" forName="picture_5" refType="w" refFor="ch" refForName="picture_1" fact="1.375"/>
                <dgm:constr type="ctrY" for="ch" forName="picture_5" refType="h" refFor="ch" refForName="picture_1" fact="0.8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Lst>
            </dgm:if>
            <dgm:else name="Name19">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22"/>
                <dgm:constr type="h" for="ch" forName="picture_2" refType="h" refFor="ch" refForName="picture_1" fact="0.22"/>
                <dgm:constr type="r" for="ch" forName="picture_2" refType="w"/>
                <dgm:constr type="rOff" for="ch" forName="picture_2" refType="w" refFor="ch" refForName="picture_1" fact="-1.375"/>
                <dgm:constr type="ctrY" for="ch" forName="picture_2" refType="h" refFor="ch" refForName="picture_1" fact="0.11"/>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22"/>
                <dgm:constr type="h" for="ch" forName="picture_3" refType="h" refFor="ch" refForName="picture_1" fact="0.22"/>
                <dgm:constr type="r" for="ch" forName="picture_3" refType="w"/>
                <dgm:constr type="rOff" for="ch" forName="picture_3" refType="w" refFor="ch" refForName="picture_1" fact="-1.21"/>
                <dgm:constr type="ctrY" for="ch" forName="picture_3" refType="h" refFor="ch" refForName="picture_1" fact="0.353"/>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22"/>
                <dgm:constr type="h" for="ch" forName="picture_4" refType="h" refFor="ch" refForName="picture_1" fact="0.22"/>
                <dgm:constr type="r" for="ch" forName="picture_4" refType="w"/>
                <dgm:constr type="rOff" for="ch" forName="picture_4" refType="w" refFor="ch" refForName="picture_1" fact="-1.21"/>
                <dgm:constr type="ctrY" for="ch" forName="picture_4" refType="h" refFor="ch" refForName="picture_1" fact="0.647"/>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22"/>
                <dgm:constr type="h" for="ch" forName="picture_5" refType="h" refFor="ch" refForName="picture_1" fact="0.22"/>
                <dgm:constr type="r" for="ch" forName="picture_5" refType="w"/>
                <dgm:constr type="rOff" for="ch" forName="picture_5" refType="w" refFor="ch" refForName="picture_1" fact="-1.375"/>
                <dgm:constr type="ctrY" for="ch" forName="picture_5" refType="h" refFor="ch" refForName="picture_1" fact="0.8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Lst>
            </dgm:else>
          </dgm:choose>
        </dgm:if>
        <dgm:if name="Name20" axis="ch" ptType="node" func="cnt" op="lte" val="6">
          <dgm:choose name="Name21">
            <dgm:if name="Name22"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l" for="ch" forName="picture_2" refType="w" refFor="ch" refForName="picture_1" fact="1.4238"/>
                <dgm:constr type="ctrY" for="ch" forName="picture_2" refType="h" refFor="ch" refForName="picture_1" fact="0.09"/>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l" for="ch" forName="picture_3" refType="w" refFor="ch" refForName="picture_1" fact="1.2667"/>
                <dgm:constr type="ctrY" for="ch" forName="picture_3" refType="h" refFor="ch" refForName="picture_1" fact="0.261"/>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l" for="ch" forName="picture_4" refType="w" refFor="ch" refForName="picture_1" fact="1.21"/>
                <dgm:constr type="ctrY" for="ch" forName="picture_4" refType="h" refFor="ch" refForName="picture_1" fact="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l" for="ch" forName="picture_5" refType="w" refFor="ch" refForName="picture_1" fact="1.2667"/>
                <dgm:constr type="ctrY" for="ch" forName="picture_5" refType="h" refFor="ch" refForName="picture_1" fact="0.739"/>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l" for="ch" forName="picture_6" refType="w" refFor="ch" refForName="picture_1" fact="1.4238"/>
                <dgm:constr type="ctrY" for="ch" forName="picture_6" refType="h" refFor="ch" refForName="picture_1" fact="0.91"/>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Lst>
            </dgm:if>
            <dgm:else name="Name23">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8"/>
                <dgm:constr type="h" for="ch" forName="picture_2" refType="h" refFor="ch" refForName="picture_1" fact="0.18"/>
                <dgm:constr type="r" for="ch" forName="picture_2" refType="w"/>
                <dgm:constr type="rOff" for="ch" forName="picture_2" refType="w" refFor="ch" refForName="picture_1" fact="-1.4238"/>
                <dgm:constr type="ctrY" for="ch" forName="picture_2" refType="h" refFor="ch" refForName="picture_1" fact="0.09"/>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8"/>
                <dgm:constr type="h" for="ch" forName="picture_3" refType="h" refFor="ch" refForName="picture_1" fact="0.18"/>
                <dgm:constr type="r" for="ch" forName="picture_3" refType="w"/>
                <dgm:constr type="rOff" for="ch" forName="picture_3" refType="w" refFor="ch" refForName="picture_1" fact="-1.2667"/>
                <dgm:constr type="ctrY" for="ch" forName="picture_3" refType="h" refFor="ch" refForName="picture_1" fact="0.261"/>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8"/>
                <dgm:constr type="h" for="ch" forName="picture_4" refType="h" refFor="ch" refForName="picture_1" fact="0.18"/>
                <dgm:constr type="r" for="ch" forName="picture_4" refType="w"/>
                <dgm:constr type="rOff" for="ch" forName="picture_4" refType="w" refFor="ch" refForName="picture_1" fact="-1.21"/>
                <dgm:constr type="ctrY" for="ch" forName="picture_4" refType="h" refFor="ch" refForName="picture_1" fact="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8"/>
                <dgm:constr type="h" for="ch" forName="picture_5" refType="h" refFor="ch" refForName="picture_1" fact="0.18"/>
                <dgm:constr type="r" for="ch" forName="picture_5" refType="w"/>
                <dgm:constr type="rOff" for="ch" forName="picture_5" refType="w" refFor="ch" refForName="picture_1" fact="-1.2667"/>
                <dgm:constr type="ctrY" for="ch" forName="picture_5" refType="h" refFor="ch" refForName="picture_1" fact="0.739"/>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8"/>
                <dgm:constr type="h" for="ch" forName="picture_6" refType="h" refFor="ch" refForName="picture_1" fact="0.18"/>
                <dgm:constr type="r" for="ch" forName="picture_6" refType="w"/>
                <dgm:constr type="rOff" for="ch" forName="picture_6" refType="w" refFor="ch" refForName="picture_1" fact="-1.4238"/>
                <dgm:constr type="ctrY" for="ch" forName="picture_6" refType="h" refFor="ch" refForName="picture_1" fact="0.91"/>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Lst>
            </dgm:else>
          </dgm:choose>
        </dgm:if>
        <dgm:else name="Name24">
          <dgm:choose name="Name25">
            <dgm:if name="Name26" func="var" arg="dir" op="equ" val="norm">
              <dgm:constrLst>
                <dgm:constr type="h" for="ch" forName="picture_1" refType="h"/>
                <dgm:constr type="w" for="ch" forName="picture_1" refType="h" refFor="ch" refForName="picture_1" op="equ"/>
                <dgm:constr type="l" for="ch" forName="picture_1"/>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l" for="ch" forName="picture_2" refType="w" refFor="ch" refForName="picture_1" fact="1.4363"/>
                <dgm:constr type="ctrY" for="ch" forName="picture_2" refType="h" refFor="ch" refForName="picture_1" fact="0.075"/>
                <dgm:constr type="l" for="ch" forName="line_2" refType="ctrX" refFor="ch" refForName="picture_1"/>
                <dgm:constr type="h" for="ch" forName="line_2"/>
                <dgm:constr type="r" for="ch" forName="line_2" refType="ctrX" refFor="ch" refForName="picture_2"/>
                <dgm:constr type="ctrY" for="ch" forName="line_2" refType="ctrY" refFor="ch" refForName="picture_2"/>
                <dgm:constr type="r" for="ch" forName="textparent_2" refType="w"/>
                <dgm:constr type="h" for="ch" forName="textparent_2" refType="h" refFor="ch" refForName="picture_2"/>
                <dgm:constr type="l" for="ch" forName="textparent_2" refType="r"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l" for="ch" forName="picture_3" refType="w" refFor="ch" refForName="picture_1" fact="1.2898"/>
                <dgm:constr type="ctrY" for="ch" forName="picture_3" refType="h" refFor="ch" refForName="picture_1" fact="0.227"/>
                <dgm:constr type="l" for="ch" forName="line_3" refType="ctrX" refFor="ch" refForName="picture_1"/>
                <dgm:constr type="h" for="ch" forName="line_3"/>
                <dgm:constr type="r" for="ch" forName="line_3" refType="ctrX" refFor="ch" refForName="picture_3"/>
                <dgm:constr type="ctrY" for="ch" forName="line_3" refType="ctrY" refFor="ch" refForName="picture_3"/>
                <dgm:constr type="r" for="ch" forName="textparent_3" refType="w"/>
                <dgm:constr type="h" for="ch" forName="textparent_3" refType="h" refFor="ch" refForName="picture_3"/>
                <dgm:constr type="l" for="ch" forName="textparent_3" refType="r"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l" for="ch" forName="picture_4" refType="w" refFor="ch" refForName="picture_1" fact="1.21"/>
                <dgm:constr type="ctrY" for="ch" forName="picture_4" refType="h" refFor="ch" refForName="picture_1" fact="0.405"/>
                <dgm:constr type="l" for="ch" forName="line_4" refType="ctrX" refFor="ch" refForName="picture_1"/>
                <dgm:constr type="h" for="ch" forName="line_4"/>
                <dgm:constr type="r" for="ch" forName="line_4" refType="ctrX" refFor="ch" refForName="picture_4"/>
                <dgm:constr type="ctrY" for="ch" forName="line_4" refType="ctrY" refFor="ch" refForName="picture_4"/>
                <dgm:constr type="r" for="ch" forName="textparent_4" refType="w"/>
                <dgm:constr type="h" for="ch" forName="textparent_4" refType="h" refFor="ch" refForName="picture_4"/>
                <dgm:constr type="l" for="ch" forName="textparent_4" refType="r"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l" for="ch" forName="picture_5" refType="w" refFor="ch" refForName="picture_1" fact="1.21"/>
                <dgm:constr type="ctrY" for="ch" forName="picture_5" refType="h" refFor="ch" refForName="picture_1" fact="0.595"/>
                <dgm:constr type="l" for="ch" forName="line_5" refType="ctrX" refFor="ch" refForName="picture_1"/>
                <dgm:constr type="h" for="ch" forName="line_5"/>
                <dgm:constr type="r" for="ch" forName="line_5" refType="ctrX" refFor="ch" refForName="picture_5"/>
                <dgm:constr type="ctrY" for="ch" forName="line_5" refType="ctrY" refFor="ch" refForName="picture_5"/>
                <dgm:constr type="r" for="ch" forName="textparent_5" refType="w"/>
                <dgm:constr type="h" for="ch" forName="textparent_5" refType="h" refFor="ch" refForName="picture_5"/>
                <dgm:constr type="l" for="ch" forName="textparent_5" refType="r"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l" for="ch" forName="picture_6" refType="w" refFor="ch" refForName="picture_1" fact="1.2898"/>
                <dgm:constr type="ctrY" for="ch" forName="picture_6" refType="h" refFor="ch" refForName="picture_1" fact="0.773"/>
                <dgm:constr type="l" for="ch" forName="line_6" refType="ctrX" refFor="ch" refForName="picture_1"/>
                <dgm:constr type="h" for="ch" forName="line_6"/>
                <dgm:constr type="r" for="ch" forName="line_6" refType="ctrX" refFor="ch" refForName="picture_6"/>
                <dgm:constr type="ctrY" for="ch" forName="line_6" refType="ctrY" refFor="ch" refForName="picture_6"/>
                <dgm:constr type="r" for="ch" forName="textparent_6" refType="w"/>
                <dgm:constr type="h" for="ch" forName="textparent_6" refType="h" refFor="ch" refForName="picture_6"/>
                <dgm:constr type="l" for="ch" forName="textparent_6" refType="r"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l" for="ch" forName="picture_7" refType="w" refFor="ch" refForName="picture_1" fact="1.4363"/>
                <dgm:constr type="ctrY" for="ch" forName="picture_7" refType="h" refFor="ch" refForName="picture_1" fact="0.925"/>
                <dgm:constr type="l" for="ch" forName="line_7" refType="ctrX" refFor="ch" refForName="picture_1"/>
                <dgm:constr type="h" for="ch" forName="line_7"/>
                <dgm:constr type="r" for="ch" forName="line_7" refType="ctrX" refFor="ch" refForName="picture_7"/>
                <dgm:constr type="ctrY" for="ch" forName="line_7" refType="ctrY" refFor="ch" refForName="picture_7"/>
                <dgm:constr type="r" for="ch" forName="textparent_7" refType="w"/>
                <dgm:constr type="h" for="ch" forName="textparent_7" refType="h" refFor="ch" refForName="picture_7"/>
                <dgm:constr type="l" for="ch" forName="textparent_7" refType="r" refFor="ch" refForName="picture_7"/>
                <dgm:constr type="ctrY" for="ch" forName="textparent_7" refType="ctrY" refFor="ch" refForName="picture_7"/>
                <dgm:constr type="primFontSz" for="des" forName="text_7" refType="primFontSz" refFor="des" refForName="text_2" op="equ"/>
              </dgm:constrLst>
            </dgm:if>
            <dgm:else name="Name27">
              <dgm:constrLst>
                <dgm:constr type="h" for="ch" forName="picture_1" refType="h"/>
                <dgm:constr type="w" for="ch" forName="picture_1" refType="h" refFor="ch" refForName="picture_1" op="equ"/>
                <dgm:constr type="r" for="ch" forName="picture_1" refType="w"/>
                <dgm:constr type="t" for="ch" forName="picture_1"/>
                <dgm:constr type="w" for="ch" forName="text_1" refType="w" refFor="ch" refForName="picture_1" fact="0.64"/>
                <dgm:constr type="h" for="ch" forName="text_1" refType="h" refFor="ch" refForName="picture_1" fact="0.33"/>
                <dgm:constr type="l" for="ch" forName="text_1" refType="l" refFor="ch" refForName="picture_1"/>
                <dgm:constr type="lOff" for="ch" forName="text_1" refType="w" refFor="ch" refForName="picture_1" fact="0.18"/>
                <dgm:constr type="t" for="ch" forName="text_1" refType="h" refFor="ch" refForName="picture_1" fact="0.531"/>
                <dgm:constr type="w" for="ch" forName="picture_2" refType="w" refFor="ch" refForName="picture_1" fact="0.15"/>
                <dgm:constr type="h" for="ch" forName="picture_2" refType="h" refFor="ch" refForName="picture_1" fact="0.15"/>
                <dgm:constr type="r" for="ch" forName="picture_2" refType="w"/>
                <dgm:constr type="rOff" for="ch" forName="picture_2" refType="w" refFor="ch" refForName="picture_1" fact="-1.4363"/>
                <dgm:constr type="ctrY" for="ch" forName="picture_2" refType="h" refFor="ch" refForName="picture_1" fact="0.075"/>
                <dgm:constr type="r" for="ch" forName="line_2" refType="ctrX" refFor="ch" refForName="picture_1"/>
                <dgm:constr type="h" for="ch" forName="line_2"/>
                <dgm:constr type="l" for="ch" forName="line_2" refType="ctrX" refFor="ch" refForName="picture_2"/>
                <dgm:constr type="ctrY" for="ch" forName="line_2" refType="ctrY" refFor="ch" refForName="picture_2"/>
                <dgm:constr type="l" for="ch" forName="textparent_2"/>
                <dgm:constr type="h" for="ch" forName="textparent_2" refType="h" refFor="ch" refForName="picture_2"/>
                <dgm:constr type="r" for="ch" forName="textparent_2" refType="l" refFor="ch" refForName="picture_2"/>
                <dgm:constr type="ctrY" for="ch" forName="textparent_2" refType="ctrY" refFor="ch" refForName="picture_2"/>
                <dgm:constr type="primFontSz" for="des" forName="text_2" val="65"/>
                <dgm:constr type="w" for="ch" forName="picture_3" refType="w" refFor="ch" refForName="picture_1" fact="0.15"/>
                <dgm:constr type="h" for="ch" forName="picture_3" refType="h" refFor="ch" refForName="picture_1" fact="0.15"/>
                <dgm:constr type="r" for="ch" forName="picture_3" refType="w"/>
                <dgm:constr type="rOff" for="ch" forName="picture_3" refType="w" refFor="ch" refForName="picture_1" fact="-1.2898"/>
                <dgm:constr type="ctrY" for="ch" forName="picture_3" refType="h" refFor="ch" refForName="picture_1" fact="0.227"/>
                <dgm:constr type="r" for="ch" forName="line_3" refType="ctrX" refFor="ch" refForName="picture_1"/>
                <dgm:constr type="h" for="ch" forName="line_3"/>
                <dgm:constr type="l" for="ch" forName="line_3" refType="ctrX" refFor="ch" refForName="picture_3"/>
                <dgm:constr type="ctrY" for="ch" forName="line_3" refType="ctrY" refFor="ch" refForName="picture_3"/>
                <dgm:constr type="l" for="ch" forName="textparent_3"/>
                <dgm:constr type="h" for="ch" forName="textparent_3" refType="h" refFor="ch" refForName="picture_3"/>
                <dgm:constr type="r" for="ch" forName="textparent_3" refType="l" refFor="ch" refForName="picture_3"/>
                <dgm:constr type="ctrY" for="ch" forName="textparent_3" refType="ctrY" refFor="ch" refForName="picture_3"/>
                <dgm:constr type="primFontSz" for="des" forName="text_3" refType="primFontSz" refFor="des" refForName="text_2" op="equ"/>
                <dgm:constr type="w" for="ch" forName="picture_4" refType="w" refFor="ch" refForName="picture_1" fact="0.15"/>
                <dgm:constr type="h" for="ch" forName="picture_4" refType="h" refFor="ch" refForName="picture_1" fact="0.15"/>
                <dgm:constr type="r" for="ch" forName="picture_4" refType="w"/>
                <dgm:constr type="rOff" for="ch" forName="picture_4" refType="w" refFor="ch" refForName="picture_1" fact="-1.21"/>
                <dgm:constr type="ctrY" for="ch" forName="picture_4" refType="h" refFor="ch" refForName="picture_1" fact="0.405"/>
                <dgm:constr type="r" for="ch" forName="line_4" refType="ctrX" refFor="ch" refForName="picture_1"/>
                <dgm:constr type="h" for="ch" forName="line_4"/>
                <dgm:constr type="l" for="ch" forName="line_4" refType="ctrX" refFor="ch" refForName="picture_4"/>
                <dgm:constr type="ctrY" for="ch" forName="line_4" refType="ctrY" refFor="ch" refForName="picture_4"/>
                <dgm:constr type="l" for="ch" forName="textparent_4"/>
                <dgm:constr type="h" for="ch" forName="textparent_4" refType="h" refFor="ch" refForName="picture_4"/>
                <dgm:constr type="r" for="ch" forName="textparent_4" refType="l" refFor="ch" refForName="picture_4"/>
                <dgm:constr type="ctrY" for="ch" forName="textparent_4" refType="ctrY" refFor="ch" refForName="picture_4"/>
                <dgm:constr type="primFontSz" for="des" forName="text_4" refType="primFontSz" refFor="des" refForName="text_2" op="equ"/>
                <dgm:constr type="w" for="ch" forName="picture_5" refType="w" refFor="ch" refForName="picture_1" fact="0.15"/>
                <dgm:constr type="h" for="ch" forName="picture_5" refType="h" refFor="ch" refForName="picture_1" fact="0.15"/>
                <dgm:constr type="r" for="ch" forName="picture_5" refType="w"/>
                <dgm:constr type="rOff" for="ch" forName="picture_5" refType="w" refFor="ch" refForName="picture_1" fact="-1.21"/>
                <dgm:constr type="ctrY" for="ch" forName="picture_5" refType="h" refFor="ch" refForName="picture_1" fact="0.595"/>
                <dgm:constr type="r" for="ch" forName="line_5" refType="ctrX" refFor="ch" refForName="picture_1"/>
                <dgm:constr type="h" for="ch" forName="line_5"/>
                <dgm:constr type="l" for="ch" forName="line_5" refType="ctrX" refFor="ch" refForName="picture_5"/>
                <dgm:constr type="ctrY" for="ch" forName="line_5" refType="ctrY" refFor="ch" refForName="picture_5"/>
                <dgm:constr type="l" for="ch" forName="textparent_5"/>
                <dgm:constr type="h" for="ch" forName="textparent_5" refType="h" refFor="ch" refForName="picture_5"/>
                <dgm:constr type="r" for="ch" forName="textparent_5" refType="l" refFor="ch" refForName="picture_5"/>
                <dgm:constr type="ctrY" for="ch" forName="textparent_5" refType="ctrY" refFor="ch" refForName="picture_5"/>
                <dgm:constr type="primFontSz" for="des" forName="text_5" refType="primFontSz" refFor="des" refForName="text_2" op="equ"/>
                <dgm:constr type="w" for="ch" forName="picture_6" refType="w" refFor="ch" refForName="picture_1" fact="0.15"/>
                <dgm:constr type="h" for="ch" forName="picture_6" refType="h" refFor="ch" refForName="picture_1" fact="0.15"/>
                <dgm:constr type="r" for="ch" forName="picture_6" refType="w"/>
                <dgm:constr type="rOff" for="ch" forName="picture_6" refType="w" refFor="ch" refForName="picture_1" fact="-1.2898"/>
                <dgm:constr type="ctrY" for="ch" forName="picture_6" refType="h" refFor="ch" refForName="picture_1" fact="0.773"/>
                <dgm:constr type="r" for="ch" forName="line_6" refType="ctrX" refFor="ch" refForName="picture_1"/>
                <dgm:constr type="h" for="ch" forName="line_6"/>
                <dgm:constr type="l" for="ch" forName="line_6" refType="ctrX" refFor="ch" refForName="picture_6"/>
                <dgm:constr type="ctrY" for="ch" forName="line_6" refType="ctrY" refFor="ch" refForName="picture_6"/>
                <dgm:constr type="l" for="ch" forName="textparent_6"/>
                <dgm:constr type="h" for="ch" forName="textparent_6" refType="h" refFor="ch" refForName="picture_6"/>
                <dgm:constr type="r" for="ch" forName="textparent_6" refType="l" refFor="ch" refForName="picture_6"/>
                <dgm:constr type="ctrY" for="ch" forName="textparent_6" refType="ctrY" refFor="ch" refForName="picture_6"/>
                <dgm:constr type="primFontSz" for="des" forName="text_6" refType="primFontSz" refFor="des" refForName="text_2" op="equ"/>
                <dgm:constr type="w" for="ch" forName="picture_7" refType="w" refFor="ch" refForName="picture_1" fact="0.15"/>
                <dgm:constr type="h" for="ch" forName="picture_7" refType="h" refFor="ch" refForName="picture_1" fact="0.15"/>
                <dgm:constr type="r" for="ch" forName="picture_7" refType="w"/>
                <dgm:constr type="rOff" for="ch" forName="picture_7" refType="w" refFor="ch" refForName="picture_1" fact="-1.4363"/>
                <dgm:constr type="ctrY" for="ch" forName="picture_7" refType="h" refFor="ch" refForName="picture_1" fact="0.925"/>
                <dgm:constr type="r" for="ch" forName="line_7" refType="ctrX" refFor="ch" refForName="picture_1"/>
                <dgm:constr type="h" for="ch" forName="line_7"/>
                <dgm:constr type="l" for="ch" forName="line_7" refType="ctrX" refFor="ch" refForName="picture_7"/>
                <dgm:constr type="ctrY" for="ch" forName="line_7" refType="ctrY" refFor="ch" refForName="picture_7"/>
                <dgm:constr type="l" for="ch" forName="textparent_7"/>
                <dgm:constr type="h" for="ch" forName="textparent_7" refType="h" refFor="ch" refForName="picture_7"/>
                <dgm:constr type="r" for="ch" forName="textparent_7" refType="l" refFor="ch" refForName="picture_7"/>
                <dgm:constr type="ctrY" for="ch" forName="textparent_7" refType="ctrY" refFor="ch" refForName="picture_7"/>
                <dgm:constr type="primFontSz" for="des" forName="text_7" refType="primFontSz" refFor="des" refForName="text_2" op="equ"/>
              </dgm:constrLst>
            </dgm:else>
          </dgm:choose>
        </dgm:else>
      </dgm:choose>
      <dgm:forEach name="wrapper" axis="self" ptType="parTrans">
        <dgm:forEach name="wrapper2" axis="self" ptType="sibTrans" st="2">
          <dgm:forEach name="pictureRepeat" axis="self">
            <dgm:layoutNode name="pictureRepeatNode" styleLbl="alignImgPlace1">
              <dgm:alg type="sp"/>
              <dgm:shape xmlns:r="http://schemas.openxmlformats.org/officeDocument/2006/relationships" type="ellipse" r:blip="" blipPhldr="1">
                <dgm:adjLst/>
              </dgm:shape>
              <dgm:presOf axis="self"/>
            </dgm:layoutNode>
          </dgm:forEach>
        </dgm:forEach>
      </dgm:forEach>
      <dgm:forEach name="Name28" axis="ch" ptType="sibTrans" hideLastTrans="0" cnt="1">
        <dgm:layoutNode name="picture_1">
          <dgm:alg type="sp"/>
          <dgm:shape xmlns:r="http://schemas.openxmlformats.org/officeDocument/2006/relationships" r:blip="">
            <dgm:adjLst/>
          </dgm:shape>
          <dgm:presOf/>
          <dgm:constrLst/>
          <dgm:forEach name="Name29" ref="pictureRepeat"/>
        </dgm:layoutNode>
      </dgm:forEach>
      <dgm:forEach name="Name30" axis="ch" ptType="node" cnt="1">
        <dgm:layoutNode name="text_1" styleLbl="node1">
          <dgm:varLst>
            <dgm:bulletEnabled val="1"/>
          </dgm:varLst>
          <dgm:alg type="tx">
            <dgm:param type="txAnchorVert" val="b"/>
            <dgm:param type="txAnchorVertCh" val="b"/>
            <dgm:param type="parTxRTLAlign" val="r"/>
            <dgm:param type="shpTxRTLAlignCh" val="r"/>
          </dgm:alg>
          <dgm:shape xmlns:r="http://schemas.openxmlformats.org/officeDocument/2006/relationships" type="rect" r:blip="" hideGeom="1">
            <dgm:adjLst/>
          </dgm:shape>
          <dgm:presOf axis="desOrSelf" ptType="node"/>
          <dgm:constrLst>
            <dgm:constr type="primFontSz" val="65"/>
            <dgm:constr type="lMarg"/>
            <dgm:constr type="rMarg"/>
            <dgm:constr type="tMarg"/>
            <dgm:constr type="bMarg"/>
          </dgm:constrLst>
          <dgm:ruleLst>
            <dgm:rule type="primFontSz" val="5" fact="NaN" max="NaN"/>
          </dgm:ruleLst>
        </dgm:layoutNode>
      </dgm:forEach>
      <dgm:forEach name="Name31" axis="ch" ptType="sibTrans" hideLastTrans="0" st="2" cnt="1">
        <dgm:layoutNode name="picture_2">
          <dgm:alg type="sp"/>
          <dgm:shape xmlns:r="http://schemas.openxmlformats.org/officeDocument/2006/relationships" r:blip="">
            <dgm:adjLst/>
          </dgm:shape>
          <dgm:presOf/>
          <dgm:constrLst/>
          <dgm:forEach name="Name32" ref="pictureRepeat"/>
        </dgm:layoutNode>
      </dgm:forEach>
      <dgm:forEach name="Name33" axis="ch" ptType="node" st="2" cnt="1">
        <dgm:layoutNode name="line_2" styleLbl="parChTrans1D1">
          <dgm:alg type="sp"/>
          <dgm:shape xmlns:r="http://schemas.openxmlformats.org/officeDocument/2006/relationships" type="line" r:blip="" zOrderOff="-100">
            <dgm:adjLst/>
          </dgm:shape>
          <dgm:presOf/>
        </dgm:layoutNode>
        <dgm:layoutNode name="textparent_2">
          <dgm:choose name="Name34">
            <dgm:if name="Name35" func="var" arg="dir" op="equ" val="norm">
              <dgm:alg type="lin">
                <dgm:param type="horzAlign" val="l"/>
              </dgm:alg>
            </dgm:if>
            <dgm:else name="Name36">
              <dgm:alg type="lin">
                <dgm:param type="horzAlign" val="r"/>
              </dgm:alg>
            </dgm:else>
          </dgm:choose>
          <dgm:shape xmlns:r="http://schemas.openxmlformats.org/officeDocument/2006/relationships" type="rect" r:blip="" hideGeom="1">
            <dgm:adjLst/>
          </dgm:shape>
          <dgm:constrLst>
            <dgm:constr type="userW" for="ch" forName="text_2" refType="w"/>
            <dgm:constr type="h" for="ch" forName="text_2" refType="h"/>
          </dgm:constrLst>
          <dgm:presOf/>
          <dgm:layoutNode name="text_2" styleLbl="revTx">
            <dgm:varLst>
              <dgm:bulletEnabled val="1"/>
            </dgm:varLst>
            <dgm:choose name="Name37">
              <dgm:if name="Name38" func="var" arg="dir" op="equ" val="norm">
                <dgm:alg type="tx">
                  <dgm:param type="parTxLTRAlign" val="l"/>
                  <dgm:param type="shpTxLTRAlignCh" val="l"/>
                  <dgm:param type="parTxRTLAlign" val="r"/>
                  <dgm:param type="shpTxRTLAlignCh" val="r"/>
                </dgm:alg>
              </dgm:if>
              <dgm:else name="Name39">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0" axis="ch" ptType="sibTrans" hideLastTrans="0" st="3" cnt="1">
        <dgm:layoutNode name="picture_3">
          <dgm:alg type="sp"/>
          <dgm:shape xmlns:r="http://schemas.openxmlformats.org/officeDocument/2006/relationships" r:blip="">
            <dgm:adjLst/>
          </dgm:shape>
          <dgm:presOf/>
          <dgm:constrLst/>
          <dgm:forEach name="Name41" ref="pictureRepeat"/>
        </dgm:layoutNode>
      </dgm:forEach>
      <dgm:forEach name="Name42" axis="ch" ptType="node" st="3" cnt="1">
        <dgm:layoutNode name="line_3" styleLbl="parChTrans1D1">
          <dgm:alg type="sp"/>
          <dgm:shape xmlns:r="http://schemas.openxmlformats.org/officeDocument/2006/relationships" type="line" r:blip="" zOrderOff="-100">
            <dgm:adjLst/>
          </dgm:shape>
          <dgm:presOf/>
        </dgm:layoutNode>
        <dgm:layoutNode name="textparent_3">
          <dgm:choose name="Name43">
            <dgm:if name="Name44" func="var" arg="dir" op="equ" val="norm">
              <dgm:alg type="lin">
                <dgm:param type="horzAlign" val="l"/>
              </dgm:alg>
            </dgm:if>
            <dgm:else name="Name45">
              <dgm:alg type="lin">
                <dgm:param type="horzAlign" val="r"/>
              </dgm:alg>
            </dgm:else>
          </dgm:choose>
          <dgm:shape xmlns:r="http://schemas.openxmlformats.org/officeDocument/2006/relationships" type="rect" r:blip="" hideGeom="1">
            <dgm:adjLst/>
          </dgm:shape>
          <dgm:constrLst>
            <dgm:constr type="userW" for="ch" forName="text_3" refType="w"/>
            <dgm:constr type="h" for="ch" forName="text_3" refType="h"/>
          </dgm:constrLst>
          <dgm:presOf/>
          <dgm:layoutNode name="text_3" styleLbl="revTx">
            <dgm:varLst>
              <dgm:bulletEnabled val="1"/>
            </dgm:varLst>
            <dgm:choose name="Name46">
              <dgm:if name="Name47" func="var" arg="dir" op="equ" val="norm">
                <dgm:alg type="tx">
                  <dgm:param type="parTxLTRAlign" val="l"/>
                  <dgm:param type="shpTxLTRAlignCh" val="l"/>
                  <dgm:param type="parTxRTLAlign" val="r"/>
                  <dgm:param type="shpTxRTLAlignCh" val="r"/>
                </dgm:alg>
              </dgm:if>
              <dgm:else name="Name48">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49" axis="ch" ptType="sibTrans" hideLastTrans="0" st="4" cnt="1">
        <dgm:layoutNode name="picture_4">
          <dgm:alg type="sp"/>
          <dgm:shape xmlns:r="http://schemas.openxmlformats.org/officeDocument/2006/relationships" r:blip="">
            <dgm:adjLst/>
          </dgm:shape>
          <dgm:presOf/>
          <dgm:constrLst/>
          <dgm:forEach name="Name50" ref="pictureRepeat"/>
        </dgm:layoutNode>
      </dgm:forEach>
      <dgm:forEach name="Name51" axis="ch" ptType="node" st="4" cnt="1">
        <dgm:layoutNode name="line_4" styleLbl="parChTrans1D1">
          <dgm:alg type="sp"/>
          <dgm:shape xmlns:r="http://schemas.openxmlformats.org/officeDocument/2006/relationships" type="line" r:blip="" zOrderOff="-100">
            <dgm:adjLst/>
          </dgm:shape>
          <dgm:presOf/>
        </dgm:layoutNode>
        <dgm:layoutNode name="textparent_4">
          <dgm:choose name="Name52">
            <dgm:if name="Name53" func="var" arg="dir" op="equ" val="norm">
              <dgm:alg type="lin">
                <dgm:param type="horzAlign" val="l"/>
              </dgm:alg>
            </dgm:if>
            <dgm:else name="Name54">
              <dgm:alg type="lin">
                <dgm:param type="horzAlign" val="r"/>
              </dgm:alg>
            </dgm:else>
          </dgm:choose>
          <dgm:shape xmlns:r="http://schemas.openxmlformats.org/officeDocument/2006/relationships" type="rect" r:blip="" hideGeom="1">
            <dgm:adjLst/>
          </dgm:shape>
          <dgm:constrLst>
            <dgm:constr type="userW" for="ch" forName="text_4" refType="w"/>
            <dgm:constr type="h" for="ch" forName="text_4" refType="h"/>
          </dgm:constrLst>
          <dgm:presOf/>
          <dgm:layoutNode name="text_4" styleLbl="revTx">
            <dgm:varLst>
              <dgm:bulletEnabled val="1"/>
            </dgm:varLst>
            <dgm:choose name="Name55">
              <dgm:if name="Name56" func="var" arg="dir" op="equ" val="norm">
                <dgm:alg type="tx">
                  <dgm:param type="parTxLTRAlign" val="l"/>
                  <dgm:param type="shpTxLTRAlignCh" val="l"/>
                  <dgm:param type="parTxRTLAlign" val="r"/>
                  <dgm:param type="shpTxRTLAlignCh" val="r"/>
                </dgm:alg>
              </dgm:if>
              <dgm:else name="Name57">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58" axis="ch" ptType="sibTrans" hideLastTrans="0" st="5" cnt="1">
        <dgm:layoutNode name="picture_5">
          <dgm:alg type="sp"/>
          <dgm:shape xmlns:r="http://schemas.openxmlformats.org/officeDocument/2006/relationships" r:blip="">
            <dgm:adjLst/>
          </dgm:shape>
          <dgm:presOf/>
          <dgm:constrLst/>
          <dgm:forEach name="Name59" ref="pictureRepeat"/>
        </dgm:layoutNode>
      </dgm:forEach>
      <dgm:forEach name="Name60" axis="ch" ptType="node" st="5" cnt="1">
        <dgm:layoutNode name="line_5" styleLbl="parChTrans1D1">
          <dgm:alg type="sp"/>
          <dgm:shape xmlns:r="http://schemas.openxmlformats.org/officeDocument/2006/relationships" type="line" r:blip="" zOrderOff="-100">
            <dgm:adjLst/>
          </dgm:shape>
          <dgm:presOf/>
        </dgm:layoutNode>
        <dgm:layoutNode name="textparent_5">
          <dgm:choose name="Name61">
            <dgm:if name="Name62" func="var" arg="dir" op="equ" val="norm">
              <dgm:alg type="lin">
                <dgm:param type="horzAlign" val="l"/>
              </dgm:alg>
            </dgm:if>
            <dgm:else name="Name63">
              <dgm:alg type="lin">
                <dgm:param type="horzAlign" val="r"/>
              </dgm:alg>
            </dgm:else>
          </dgm:choose>
          <dgm:shape xmlns:r="http://schemas.openxmlformats.org/officeDocument/2006/relationships" type="rect" r:blip="" hideGeom="1">
            <dgm:adjLst/>
          </dgm:shape>
          <dgm:constrLst>
            <dgm:constr type="userW" for="ch" forName="text_5" refType="w"/>
            <dgm:constr type="h" for="ch" forName="text_5" refType="h"/>
          </dgm:constrLst>
          <dgm:presOf/>
          <dgm:layoutNode name="text_5" styleLbl="revTx">
            <dgm:varLst>
              <dgm:bulletEnabled val="1"/>
            </dgm:varLst>
            <dgm:choose name="Name64">
              <dgm:if name="Name65" func="var" arg="dir" op="equ" val="norm">
                <dgm:alg type="tx">
                  <dgm:param type="parTxLTRAlign" val="l"/>
                  <dgm:param type="shpTxLTRAlignCh" val="l"/>
                  <dgm:param type="parTxRTLAlign" val="r"/>
                  <dgm:param type="shpTxRTLAlignCh" val="r"/>
                </dgm:alg>
              </dgm:if>
              <dgm:else name="Name66">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67" axis="ch" ptType="sibTrans" hideLastTrans="0" st="6" cnt="1">
        <dgm:layoutNode name="picture_6">
          <dgm:alg type="sp"/>
          <dgm:shape xmlns:r="http://schemas.openxmlformats.org/officeDocument/2006/relationships" r:blip="">
            <dgm:adjLst/>
          </dgm:shape>
          <dgm:presOf/>
          <dgm:constrLst/>
          <dgm:forEach name="Name68" ref="pictureRepeat"/>
        </dgm:layoutNode>
      </dgm:forEach>
      <dgm:forEach name="Name69" axis="ch" ptType="node" st="6" cnt="1">
        <dgm:layoutNode name="line_6" styleLbl="parChTrans1D1">
          <dgm:alg type="sp"/>
          <dgm:shape xmlns:r="http://schemas.openxmlformats.org/officeDocument/2006/relationships" type="line" r:blip="" zOrderOff="-100">
            <dgm:adjLst/>
          </dgm:shape>
          <dgm:presOf/>
        </dgm:layoutNode>
        <dgm:layoutNode name="textparent_6">
          <dgm:choose name="Name70">
            <dgm:if name="Name71" func="var" arg="dir" op="equ" val="norm">
              <dgm:alg type="lin">
                <dgm:param type="horzAlign" val="l"/>
              </dgm:alg>
            </dgm:if>
            <dgm:else name="Name72">
              <dgm:alg type="lin">
                <dgm:param type="horzAlign" val="r"/>
              </dgm:alg>
            </dgm:else>
          </dgm:choose>
          <dgm:shape xmlns:r="http://schemas.openxmlformats.org/officeDocument/2006/relationships" type="rect" r:blip="" hideGeom="1">
            <dgm:adjLst/>
          </dgm:shape>
          <dgm:constrLst>
            <dgm:constr type="userW" for="ch" forName="text_6" refType="w"/>
            <dgm:constr type="h" for="ch" forName="text_6" refType="h"/>
          </dgm:constrLst>
          <dgm:presOf/>
          <dgm:layoutNode name="text_6" styleLbl="revTx">
            <dgm:varLst>
              <dgm:bulletEnabled val="1"/>
            </dgm:varLst>
            <dgm:choose name="Name73">
              <dgm:if name="Name74" func="var" arg="dir" op="equ" val="norm">
                <dgm:alg type="tx">
                  <dgm:param type="parTxLTRAlign" val="l"/>
                  <dgm:param type="shpTxLTRAlignCh" val="l"/>
                  <dgm:param type="parTxRTLAlign" val="r"/>
                  <dgm:param type="shpTxRTLAlignCh" val="r"/>
                </dgm:alg>
              </dgm:if>
              <dgm:else name="Name75">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forEach name="Name76" axis="ch" ptType="sibTrans" hideLastTrans="0" st="7" cnt="1">
        <dgm:layoutNode name="picture_7">
          <dgm:alg type="sp"/>
          <dgm:shape xmlns:r="http://schemas.openxmlformats.org/officeDocument/2006/relationships" r:blip="">
            <dgm:adjLst/>
          </dgm:shape>
          <dgm:presOf/>
          <dgm:constrLst/>
          <dgm:forEach name="Name77" ref="pictureRepeat"/>
        </dgm:layoutNode>
      </dgm:forEach>
      <dgm:forEach name="Name78" axis="ch" ptType="node" st="7" cnt="1">
        <dgm:layoutNode name="line_7" styleLbl="parChTrans1D1">
          <dgm:alg type="sp"/>
          <dgm:shape xmlns:r="http://schemas.openxmlformats.org/officeDocument/2006/relationships" type="line" r:blip="" zOrderOff="-100">
            <dgm:adjLst/>
          </dgm:shape>
          <dgm:presOf/>
        </dgm:layoutNode>
        <dgm:layoutNode name="textparent_7">
          <dgm:choose name="Name79">
            <dgm:if name="Name80" func="var" arg="dir" op="equ" val="norm">
              <dgm:alg type="lin">
                <dgm:param type="horzAlign" val="l"/>
              </dgm:alg>
            </dgm:if>
            <dgm:else name="Name81">
              <dgm:alg type="lin">
                <dgm:param type="horzAlign" val="r"/>
              </dgm:alg>
            </dgm:else>
          </dgm:choose>
          <dgm:shape xmlns:r="http://schemas.openxmlformats.org/officeDocument/2006/relationships" type="rect" r:blip="" hideGeom="1">
            <dgm:adjLst/>
          </dgm:shape>
          <dgm:constrLst>
            <dgm:constr type="userW" for="ch" forName="text_7" refType="w"/>
            <dgm:constr type="h" for="ch" forName="text_7" refType="h"/>
          </dgm:constrLst>
          <dgm:presOf/>
          <dgm:layoutNode name="text_7" styleLbl="revTx">
            <dgm:varLst>
              <dgm:bulletEnabled val="1"/>
            </dgm:varLst>
            <dgm:choose name="Name82">
              <dgm:if name="Name83" func="var" arg="dir" op="equ" val="norm">
                <dgm:alg type="tx">
                  <dgm:param type="parTxLTRAlign" val="l"/>
                  <dgm:param type="shpTxLTRAlignCh" val="l"/>
                  <dgm:param type="parTxRTLAlign" val="r"/>
                  <dgm:param type="shpTxRTLAlignCh" val="r"/>
                </dgm:alg>
              </dgm:if>
              <dgm:else name="Name84">
                <dgm:alg type="tx">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desOrSelf" ptType="node"/>
            <dgm:constrLst>
              <dgm:constr type="userW"/>
              <dgm:constr type="w" refType="userW" fact="0.1"/>
              <dgm:constr type="lMarg" refType="primFontSz" fact="0.3"/>
              <dgm:constr type="rMarg" refType="primFontSz" fact="0.3"/>
              <dgm:constr type="tMarg"/>
              <dgm:constr type="bMarg"/>
            </dgm:constrLst>
            <dgm:ruleLst>
              <dgm:rule type="w" val="NaN" fact="1" max="NaN"/>
              <dgm:rule type="primFontSz" val="5" fact="NaN" max="NaN"/>
            </dgm:ruleLst>
          </dgm:layoutNode>
        </dgm:layoutNode>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4.xml><?xml version="1.0" encoding="utf-8"?>
<dgm:layoutDef xmlns:dgm="http://schemas.openxmlformats.org/drawingml/2006/diagram" xmlns:a="http://schemas.openxmlformats.org/drawingml/2006/main" uniqueId="urn:microsoft.com/office/officeart/2005/8/layout/radial4">
  <dgm:title val=""/>
  <dgm:desc val=""/>
  <dgm:catLst>
    <dgm:cat type="relationship" pri="19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t modelId="11"/>
        <dgm:pt modelId="12"/>
      </dgm:ptLst>
      <dgm:cxnLst>
        <dgm:cxn modelId="2" srcId="0" destId="1" srcOrd="0" destOrd="0"/>
        <dgm:cxn modelId="15" srcId="1" destId="11" srcOrd="0" destOrd="0"/>
        <dgm:cxn modelId="16" srcId="1" destId="12" srcOrd="1"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0"/>
              <dgm:param type="spanAng" val="360"/>
              <dgm:param type="ctrShpMap" val="fNode"/>
            </dgm:alg>
          </dgm:if>
          <dgm:else name="Name4">
            <dgm:choose name="Name5">
              <dgm:if name="Name6" axis="ch ch" ptType="node node" st="1 1" cnt="1 0" func="cnt" op="lte" val="3">
                <dgm:alg type="cycle">
                  <dgm:param type="stAng" val="-55"/>
                  <dgm:param type="spanAng" val="110"/>
                  <dgm:param type="ctrShpMap" val="fNode"/>
                </dgm:alg>
              </dgm:if>
              <dgm:else name="Name7">
                <dgm:choose name="Name8">
                  <dgm:if name="Name9" axis="ch ch" ptType="node node" st="1 1" cnt="1 0" func="cnt" op="equ" val="4">
                    <dgm:alg type="cycle">
                      <dgm:param type="stAng" val="-75"/>
                      <dgm:param type="spanAng" val="150"/>
                      <dgm:param type="ctrShpMap" val="fNode"/>
                    </dgm:alg>
                  </dgm:if>
                  <dgm:else name="Name10">
                    <dgm:alg type="cycle">
                      <dgm:param type="stAng" val="-90"/>
                      <dgm:param type="spanAng" val="180"/>
                      <dgm:param type="ctrShpMap" val="fNode"/>
                    </dgm:alg>
                  </dgm:else>
                </dgm:choose>
              </dgm:else>
            </dgm:choose>
          </dgm:else>
        </dgm:choose>
      </dgm:if>
      <dgm:else name="Name11">
        <dgm:choose name="Name12">
          <dgm:if name="Name13" axis="ch ch" ptType="node node" st="1 1" cnt="1 0" func="cnt" op="lte" val="1">
            <dgm:alg type="cycle">
              <dgm:param type="stAng" val="0"/>
              <dgm:param type="spanAng" val="-360"/>
              <dgm:param type="ctrShpMap" val="fNode"/>
            </dgm:alg>
          </dgm:if>
          <dgm:else name="Name14">
            <dgm:choose name="Name15">
              <dgm:if name="Name16" axis="ch ch" ptType="node node" st="1 1" cnt="1 0" func="cnt" op="lte" val="3">
                <dgm:alg type="cycle">
                  <dgm:param type="stAng" val="55"/>
                  <dgm:param type="spanAng" val="-110"/>
                  <dgm:param type="ctrShpMap" val="fNode"/>
                </dgm:alg>
              </dgm:if>
              <dgm:else name="Name17">
                <dgm:choose name="Name18">
                  <dgm:if name="Name19" axis="ch ch" ptType="node node" st="1 1" cnt="1 0" func="cnt" op="equ" val="4">
                    <dgm:alg type="cycle">
                      <dgm:param type="stAng" val="75"/>
                      <dgm:param type="spanAng" val="-150"/>
                      <dgm:param type="ctrShpMap" val="fNode"/>
                    </dgm:alg>
                  </dgm:if>
                  <dgm:else name="Name20">
                    <dgm:alg type="cycle">
                      <dgm:param type="stAng" val="90"/>
                      <dgm:param type="spanAng" val="-180"/>
                      <dgm:param type="ctrShpMap" val="fNode"/>
                    </dgm:alg>
                  </dgm:else>
                </dgm:choose>
              </dgm:else>
            </dgm:choose>
          </dgm:else>
        </dgm:choose>
      </dgm:else>
    </dgm:choose>
    <dgm:shape xmlns:r="http://schemas.openxmlformats.org/officeDocument/2006/relationships" r:blip="">
      <dgm:adjLst/>
    </dgm:shape>
    <dgm:presOf/>
    <dgm:constrLst>
      <dgm:constr type="w" for="ch" forName="centerShape" refType="w"/>
      <dgm:constr type="w" for="ch" forName="node" refType="w" refFor="ch" refForName="centerShape" fact="0.95"/>
      <dgm:constr type="h" for="ch" forName="parTrans" refType="w" refFor="ch" refForName="centerShape" fact="0.285"/>
      <dgm:constr type="sp" refType="w" refFor="ch" refForName="centerShape" op="equ" fact="0.23"/>
      <dgm:constr type="sibSp" refType="w" refFor="ch" refForName="node" fact="0.1"/>
      <dgm:constr type="primFontSz" for="ch" forName="node" op="equ"/>
    </dgm:constrLst>
    <dgm:choose name="Name21">
      <dgm:if name="Name22" axis="ch ch" ptType="node node" st="1 1" cnt="1 0" func="cnt" op="lte" val="5">
        <dgm:ruleLst>
          <dgm:rule type="w" for="ch" forName="centerShape" val="NaN" fact="0.27" max="NaN"/>
        </dgm:ruleLst>
      </dgm:if>
      <dgm:else name="Name23">
        <dgm:ruleLst>
          <dgm:rule type="w" for="ch" forName="centerShape" val="NaN" fact="0.27" max="NaN"/>
          <dgm:rule type="w" for="ch" forName="node" val="NaN" fact="0.7" max="NaN"/>
        </dgm:ruleLst>
      </dgm:else>
    </dgm:choose>
    <dgm:forEach name="Name24" axis="ch" ptType="node" cnt="1">
      <dgm:layoutNode name="centerShape" styleLbl="node0">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 type="primFontSz" val="65"/>
          <dgm:constr type="h" refType="w"/>
        </dgm:constrLst>
        <dgm:ruleLst>
          <dgm:rule type="primFontSz" val="5" fact="NaN" max="NaN"/>
        </dgm:ruleLst>
      </dgm:layoutNode>
      <dgm:forEach name="Name25" axis="ch">
        <dgm:forEach name="Name26" axis="self" ptType="parTrans">
          <dgm:layoutNode name="parTrans" styleLbl="bgSibTrans2D1">
            <dgm:alg type="conn">
              <dgm:param type="begPts" val="auto"/>
              <dgm:param type="endPts" val="ctr"/>
              <dgm:param type="endSty" val="noArr"/>
              <dgm:param type="begSty" val="arr"/>
            </dgm:alg>
            <dgm:shape xmlns:r="http://schemas.openxmlformats.org/officeDocument/2006/relationships" type="conn" r:blip="">
              <dgm:adjLst/>
            </dgm:shape>
            <dgm:presOf axis="self"/>
            <dgm:constrLst>
              <dgm:constr type="begPad" refType="connDist" fact="0.055"/>
              <dgm:constr type="endPad"/>
            </dgm:constrLst>
            <dgm:ruleLst/>
          </dgm:layoutNode>
        </dgm:forEach>
        <dgm:forEach name="Name27" axis="self" ptType="node">
          <dgm:layoutNode name="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h" refType="w" fact="0.8"/>
              <dgm:constr type="tMarg" refType="primFontSz" fact="0.15"/>
              <dgm:constr type="bMarg" refType="primFontSz" fact="0.15"/>
              <dgm:constr type="lMarg" refType="primFontSz" fact="0.15"/>
              <dgm:constr type="rMarg" refType="primFontSz" fact="0.1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PT" sz="900"/>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86C988DC-9DE3-4390-97AB-D61B85DACE57}" type="datetimeFigureOut">
              <a:rPr lang="pt-PT" sz="900" smtClean="0"/>
              <a:pPr/>
              <a:t>13/03/2024</a:t>
            </a:fld>
            <a:endParaRPr lang="pt-PT" sz="900"/>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PT" sz="900"/>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F190BF9-40D8-49B5-87EF-599BB2C7EE93}" type="slidenum">
              <a:rPr lang="pt-PT" sz="900" smtClean="0"/>
              <a:pPr/>
              <a:t>‹#›</a:t>
            </a:fld>
            <a:endParaRPr lang="pt-PT" sz="900"/>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900"/>
            </a:lvl1pPr>
          </a:lstStyle>
          <a:p>
            <a:endParaRPr lang="pt-BR"/>
          </a:p>
        </p:txBody>
      </p:sp>
      <p:sp>
        <p:nvSpPr>
          <p:cNvPr id="3" name="Marcador de Posição d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900"/>
            </a:lvl1pPr>
          </a:lstStyle>
          <a:p>
            <a:fld id="{0835B8F7-DAC4-4931-8AED-4356A8B2FD64}" type="datetimeFigureOut">
              <a:rPr lang="pt-BR" smtClean="0"/>
              <a:pPr/>
              <a:t>13/03/2024</a:t>
            </a:fld>
            <a:endParaRPr lang="pt-BR"/>
          </a:p>
        </p:txBody>
      </p:sp>
      <p:sp>
        <p:nvSpPr>
          <p:cNvPr id="4" name="Marcador de Posição da Imagem do Diapositivo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PT"/>
              <a:t>Insert comments</a:t>
            </a:r>
            <a:endParaRPr lang="pt-BR"/>
          </a:p>
        </p:txBody>
      </p:sp>
      <p:sp>
        <p:nvSpPr>
          <p:cNvPr id="6" name="Marcador de Posição do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900"/>
            </a:lvl1pPr>
          </a:lstStyle>
          <a:p>
            <a:endParaRPr lang="pt-BR"/>
          </a:p>
        </p:txBody>
      </p:sp>
      <p:sp>
        <p:nvSpPr>
          <p:cNvPr id="7" name="Marcador de Posição do Número do Diapositivo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900"/>
            </a:lvl1pPr>
          </a:lstStyle>
          <a:p>
            <a:fld id="{C0696B5C-12A0-4042-B4D0-BD3B9A4F58C6}" type="slidenum">
              <a:rPr lang="pt-BR" smtClean="0"/>
              <a:pPr/>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9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a:p>
        </p:txBody>
      </p:sp>
      <p:sp>
        <p:nvSpPr>
          <p:cNvPr id="4" name="Espace réservé du numéro de diapositive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41483236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A55CF2-256D-44FD-9430-5B63A079CF51}"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4034339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8</a:t>
            </a:fld>
            <a:endParaRPr lang="pt-BR"/>
          </a:p>
        </p:txBody>
      </p:sp>
    </p:spTree>
    <p:extLst>
      <p:ext uri="{BB962C8B-B14F-4D97-AF65-F5344CB8AC3E}">
        <p14:creationId xmlns:p14="http://schemas.microsoft.com/office/powerpoint/2010/main" val="3441453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9</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10</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12</a:t>
            </a:fld>
            <a:endParaRPr lang="pt-BR"/>
          </a:p>
        </p:txBody>
      </p:sp>
    </p:spTree>
    <p:extLst>
      <p:ext uri="{BB962C8B-B14F-4D97-AF65-F5344CB8AC3E}">
        <p14:creationId xmlns:p14="http://schemas.microsoft.com/office/powerpoint/2010/main" val="83852977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13</a:t>
            </a:fld>
            <a:endParaRPr lang="pt-BR"/>
          </a:p>
        </p:txBody>
      </p:sp>
    </p:spTree>
    <p:extLst>
      <p:ext uri="{BB962C8B-B14F-4D97-AF65-F5344CB8AC3E}">
        <p14:creationId xmlns:p14="http://schemas.microsoft.com/office/powerpoint/2010/main" val="38246934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14</a:t>
            </a:fld>
            <a:endParaRPr lang="pt-BR"/>
          </a:p>
        </p:txBody>
      </p:sp>
    </p:spTree>
    <p:extLst>
      <p:ext uri="{BB962C8B-B14F-4D97-AF65-F5344CB8AC3E}">
        <p14:creationId xmlns:p14="http://schemas.microsoft.com/office/powerpoint/2010/main" val="13299800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15</a:t>
            </a:fld>
            <a:endParaRPr lang="pt-BR"/>
          </a:p>
        </p:txBody>
      </p:sp>
    </p:spTree>
    <p:extLst>
      <p:ext uri="{BB962C8B-B14F-4D97-AF65-F5344CB8AC3E}">
        <p14:creationId xmlns:p14="http://schemas.microsoft.com/office/powerpoint/2010/main" val="238278084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16</a:t>
            </a:fld>
            <a:endParaRPr lang="pt-BR"/>
          </a:p>
        </p:txBody>
      </p:sp>
    </p:spTree>
    <p:extLst>
      <p:ext uri="{BB962C8B-B14F-4D97-AF65-F5344CB8AC3E}">
        <p14:creationId xmlns:p14="http://schemas.microsoft.com/office/powerpoint/2010/main" val="321286612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17</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18</a:t>
            </a:fld>
            <a:endParaRPr lang="pt-BR"/>
          </a:p>
        </p:txBody>
      </p:sp>
    </p:spTree>
    <p:extLst>
      <p:ext uri="{BB962C8B-B14F-4D97-AF65-F5344CB8AC3E}">
        <p14:creationId xmlns:p14="http://schemas.microsoft.com/office/powerpoint/2010/main" val="18065591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19</a:t>
            </a:fld>
            <a:endParaRPr lang="pt-BR"/>
          </a:p>
        </p:txBody>
      </p:sp>
    </p:spTree>
    <p:extLst>
      <p:ext uri="{BB962C8B-B14F-4D97-AF65-F5344CB8AC3E}">
        <p14:creationId xmlns:p14="http://schemas.microsoft.com/office/powerpoint/2010/main" val="17131156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20</a:t>
            </a:fld>
            <a:endParaRPr lang="pt-BR"/>
          </a:p>
        </p:txBody>
      </p:sp>
    </p:spTree>
    <p:extLst>
      <p:ext uri="{BB962C8B-B14F-4D97-AF65-F5344CB8AC3E}">
        <p14:creationId xmlns:p14="http://schemas.microsoft.com/office/powerpoint/2010/main" val="36057204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21</a:t>
            </a:fld>
            <a:endParaRPr lang="pt-BR"/>
          </a:p>
        </p:txBody>
      </p:sp>
    </p:spTree>
    <p:extLst>
      <p:ext uri="{BB962C8B-B14F-4D97-AF65-F5344CB8AC3E}">
        <p14:creationId xmlns:p14="http://schemas.microsoft.com/office/powerpoint/2010/main" val="6288166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22</a:t>
            </a:fld>
            <a:endParaRPr lang="pt-BR"/>
          </a:p>
        </p:txBody>
      </p:sp>
    </p:spTree>
    <p:extLst>
      <p:ext uri="{BB962C8B-B14F-4D97-AF65-F5344CB8AC3E}">
        <p14:creationId xmlns:p14="http://schemas.microsoft.com/office/powerpoint/2010/main" val="2391863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23</a:t>
            </a:fld>
            <a:endParaRPr lang="pt-BR"/>
          </a:p>
        </p:txBody>
      </p:sp>
    </p:spTree>
    <p:extLst>
      <p:ext uri="{BB962C8B-B14F-4D97-AF65-F5344CB8AC3E}">
        <p14:creationId xmlns:p14="http://schemas.microsoft.com/office/powerpoint/2010/main" val="11753649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C0696B5C-12A0-4042-B4D0-BD3B9A4F58C6}" type="slidenum">
              <a:rPr lang="pt-BR" smtClean="0"/>
              <a:pPr/>
              <a:t>24</a:t>
            </a:fld>
            <a:endParaRPr lang="pt-BR"/>
          </a:p>
        </p:txBody>
      </p:sp>
    </p:spTree>
    <p:extLst>
      <p:ext uri="{BB962C8B-B14F-4D97-AF65-F5344CB8AC3E}">
        <p14:creationId xmlns:p14="http://schemas.microsoft.com/office/powerpoint/2010/main" val="10053864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26</a:t>
            </a:fld>
            <a:endParaRPr lang="pt-BR"/>
          </a:p>
        </p:txBody>
      </p:sp>
    </p:spTree>
    <p:extLst>
      <p:ext uri="{BB962C8B-B14F-4D97-AF65-F5344CB8AC3E}">
        <p14:creationId xmlns:p14="http://schemas.microsoft.com/office/powerpoint/2010/main" val="12793707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 to 8 mins</a:t>
            </a:r>
          </a:p>
          <a:p>
            <a:r>
              <a:rPr lang="en-GB"/>
              <a:t>Talk about, we understand the need for interim &amp; target state, </a:t>
            </a:r>
            <a:r>
              <a:rPr lang="en-GB" err="1"/>
              <a:t>possi</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6827045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28</a:t>
            </a:fld>
            <a:endParaRPr lang="pt-BR"/>
          </a:p>
        </p:txBody>
      </p:sp>
    </p:spTree>
    <p:extLst>
      <p:ext uri="{BB962C8B-B14F-4D97-AF65-F5344CB8AC3E}">
        <p14:creationId xmlns:p14="http://schemas.microsoft.com/office/powerpoint/2010/main" val="42907636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29</a:t>
            </a:fld>
            <a:endParaRPr lang="pt-BR"/>
          </a:p>
        </p:txBody>
      </p:sp>
    </p:spTree>
    <p:extLst>
      <p:ext uri="{BB962C8B-B14F-4D97-AF65-F5344CB8AC3E}">
        <p14:creationId xmlns:p14="http://schemas.microsoft.com/office/powerpoint/2010/main" val="37938690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30</a:t>
            </a:fld>
            <a:endParaRPr lang="pt-BR"/>
          </a:p>
        </p:txBody>
      </p:sp>
    </p:spTree>
    <p:extLst>
      <p:ext uri="{BB962C8B-B14F-4D97-AF65-F5344CB8AC3E}">
        <p14:creationId xmlns:p14="http://schemas.microsoft.com/office/powerpoint/2010/main" val="2786176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31</a:t>
            </a:fld>
            <a:endParaRPr lang="pt-BR"/>
          </a:p>
        </p:txBody>
      </p:sp>
    </p:spTree>
    <p:extLst>
      <p:ext uri="{BB962C8B-B14F-4D97-AF65-F5344CB8AC3E}">
        <p14:creationId xmlns:p14="http://schemas.microsoft.com/office/powerpoint/2010/main" val="202017682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32</a:t>
            </a:fld>
            <a:endParaRPr lang="pt-BR"/>
          </a:p>
        </p:txBody>
      </p:sp>
    </p:spTree>
    <p:extLst>
      <p:ext uri="{BB962C8B-B14F-4D97-AF65-F5344CB8AC3E}">
        <p14:creationId xmlns:p14="http://schemas.microsoft.com/office/powerpoint/2010/main" val="25195290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33</a:t>
            </a:fld>
            <a:endParaRPr lang="pt-BR"/>
          </a:p>
        </p:txBody>
      </p:sp>
    </p:spTree>
    <p:extLst>
      <p:ext uri="{BB962C8B-B14F-4D97-AF65-F5344CB8AC3E}">
        <p14:creationId xmlns:p14="http://schemas.microsoft.com/office/powerpoint/2010/main" val="278617628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a:t>4 mins</a:t>
            </a:r>
          </a:p>
          <a:p>
            <a:pPr marL="171450" indent="-171450">
              <a:buFontTx/>
              <a:buChar char="-"/>
            </a:pPr>
            <a:endParaRPr lang="en-GB"/>
          </a:p>
          <a:p>
            <a:pPr marL="171450" indent="-171450">
              <a:buFontTx/>
              <a:buChar char="-"/>
            </a:pPr>
            <a:r>
              <a:rPr lang="en-GB"/>
              <a:t>Robust, tried and tested for GW, taken our experience from 100s of implementations &amp; is based on </a:t>
            </a:r>
            <a:r>
              <a:rPr lang="en-GB" err="1"/>
              <a:t>SAFe</a:t>
            </a:r>
            <a:endParaRPr lang="en-GB"/>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a:t>Global delivery methodology</a:t>
            </a:r>
          </a:p>
          <a:p>
            <a:pPr marL="171450" indent="-171450">
              <a:buFontTx/>
              <a:buChar char="-"/>
            </a:pPr>
            <a:r>
              <a:rPr lang="en-GB"/>
              <a:t>Combination of taking what we have learnt in Pre-Inception, leverage existing GW OOTB / Product Backlog &amp; series of accelerators</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a:t>We have proven Agile methodology , which we’ll adapt our methodology to specific insurer</a:t>
            </a:r>
          </a:p>
          <a:p>
            <a:pPr marL="171450" marR="0" lvl="0" indent="-171450" algn="l" defTabSz="914400" rtl="0" eaLnBrk="1" fontAlgn="auto" latinLnBrk="0" hangingPunct="1">
              <a:lnSpc>
                <a:spcPct val="100000"/>
              </a:lnSpc>
              <a:spcBef>
                <a:spcPts val="0"/>
              </a:spcBef>
              <a:spcAft>
                <a:spcPts val="0"/>
              </a:spcAft>
              <a:buClrTx/>
              <a:buSzTx/>
              <a:buFontTx/>
              <a:buChar char="-"/>
              <a:tabLst/>
              <a:defRPr/>
            </a:pPr>
            <a:r>
              <a:rPr lang="en-GB"/>
              <a:t>Ultimately it’s about best practices, concept of ‘Shift left’, robust frameworks &amp; iterative development</a:t>
            </a:r>
          </a:p>
          <a:p>
            <a:pPr marL="171450" indent="-171450">
              <a:buFontTx/>
              <a:buChar char="-"/>
            </a:pPr>
            <a:endParaRPr lang="en-GB"/>
          </a:p>
        </p:txBody>
      </p:sp>
      <p:sp>
        <p:nvSpPr>
          <p:cNvPr id="4" name="Slide Number Placeholder 3"/>
          <p:cNvSpPr>
            <a:spLocks noGrp="1"/>
          </p:cNvSpPr>
          <p:nvPr>
            <p:ph type="sldNum" sz="quarter" idx="5"/>
          </p:nvPr>
        </p:nvSpPr>
        <p:spPr/>
        <p:txBody>
          <a:bodyPr/>
          <a:lstStyle/>
          <a:p>
            <a:fld id="{C0696B5C-12A0-4042-B4D0-BD3B9A4F58C6}" type="slidenum">
              <a:rPr lang="pt-BR" smtClean="0"/>
              <a:pPr/>
              <a:t>34</a:t>
            </a:fld>
            <a:endParaRPr lang="pt-BR"/>
          </a:p>
        </p:txBody>
      </p:sp>
    </p:spTree>
    <p:extLst>
      <p:ext uri="{BB962C8B-B14F-4D97-AF65-F5344CB8AC3E}">
        <p14:creationId xmlns:p14="http://schemas.microsoft.com/office/powerpoint/2010/main" val="418979847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35</a:t>
            </a:fld>
            <a:endParaRPr lang="pt-BR"/>
          </a:p>
        </p:txBody>
      </p:sp>
    </p:spTree>
    <p:extLst>
      <p:ext uri="{BB962C8B-B14F-4D97-AF65-F5344CB8AC3E}">
        <p14:creationId xmlns:p14="http://schemas.microsoft.com/office/powerpoint/2010/main" val="27861762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36</a:t>
            </a:fld>
            <a:endParaRPr lang="pt-BR"/>
          </a:p>
        </p:txBody>
      </p:sp>
    </p:spTree>
    <p:extLst>
      <p:ext uri="{BB962C8B-B14F-4D97-AF65-F5344CB8AC3E}">
        <p14:creationId xmlns:p14="http://schemas.microsoft.com/office/powerpoint/2010/main" val="32128661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37</a:t>
            </a:fld>
            <a:endParaRPr lang="pt-BR"/>
          </a:p>
        </p:txBody>
      </p:sp>
    </p:spTree>
    <p:extLst>
      <p:ext uri="{BB962C8B-B14F-4D97-AF65-F5344CB8AC3E}">
        <p14:creationId xmlns:p14="http://schemas.microsoft.com/office/powerpoint/2010/main" val="11716665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38</a:t>
            </a:fld>
            <a:endParaRPr lang="pt-BR"/>
          </a:p>
        </p:txBody>
      </p:sp>
    </p:spTree>
    <p:extLst>
      <p:ext uri="{BB962C8B-B14F-4D97-AF65-F5344CB8AC3E}">
        <p14:creationId xmlns:p14="http://schemas.microsoft.com/office/powerpoint/2010/main" val="33544429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39</a:t>
            </a:fld>
            <a:endParaRPr lang="pt-BR"/>
          </a:p>
        </p:txBody>
      </p:sp>
    </p:spTree>
    <p:extLst>
      <p:ext uri="{BB962C8B-B14F-4D97-AF65-F5344CB8AC3E}">
        <p14:creationId xmlns:p14="http://schemas.microsoft.com/office/powerpoint/2010/main" val="23167577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81240" indent="-181240">
              <a:buFontTx/>
              <a:buChar char="-"/>
            </a:pPr>
            <a:r>
              <a:rPr lang="en-GB"/>
              <a:t>Cloud Assurance – feedback highest standard of code globally. Jointly work with them </a:t>
            </a:r>
          </a:p>
          <a:p>
            <a:pPr marL="181240" indent="-181240">
              <a:buFontTx/>
              <a:buChar char="-"/>
            </a:pPr>
            <a:r>
              <a:rPr lang="en-GB"/>
              <a:t>GW embedded within the team</a:t>
            </a:r>
          </a:p>
          <a:p>
            <a:pPr marL="181240" indent="-181240">
              <a:buFontTx/>
              <a:buChar char="-"/>
            </a:pPr>
            <a:r>
              <a:rPr lang="en-GB"/>
              <a:t>Fully connected Delivery teams</a:t>
            </a:r>
          </a:p>
          <a:p>
            <a:pPr marL="181240" indent="-181240">
              <a:buFontTx/>
              <a:buChar char="-"/>
            </a:pPr>
            <a:r>
              <a:rPr lang="en-GB"/>
              <a:t>Clear points of escalation</a:t>
            </a:r>
          </a:p>
          <a:p>
            <a:pPr marL="181240" indent="-181240">
              <a:buFontTx/>
              <a:buChar char="-"/>
            </a:pPr>
            <a:r>
              <a:rPr lang="en-GB"/>
              <a:t>Lean/Scalable governance model</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0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pt-BR" sz="10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8065591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4A55CF2-256D-44FD-9430-5B63A079CF51}" type="slidenum">
              <a:rPr kumimoji="0" lang="en-GB"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GB"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92190450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 mins</a:t>
            </a:r>
          </a:p>
          <a:p>
            <a:endParaRPr lang="en-GB"/>
          </a:p>
          <a:p>
            <a:pPr marL="171450" indent="-171450">
              <a:buFontTx/>
              <a:buChar char="-"/>
            </a:pPr>
            <a:r>
              <a:rPr lang="en-GB"/>
              <a:t>Cloud Assurance – feedback highest standard of code globally. Jointly work with them </a:t>
            </a:r>
          </a:p>
          <a:p>
            <a:pPr marL="171450" indent="-171450">
              <a:buFontTx/>
              <a:buChar char="-"/>
            </a:pPr>
            <a:r>
              <a:rPr lang="en-GB"/>
              <a:t>GW embedded within the team</a:t>
            </a:r>
          </a:p>
          <a:p>
            <a:pPr marL="171450" indent="-171450">
              <a:buFontTx/>
              <a:buChar char="-"/>
            </a:pPr>
            <a:r>
              <a:rPr lang="en-GB"/>
              <a:t>Fully connected Delivery teams</a:t>
            </a:r>
          </a:p>
          <a:p>
            <a:pPr marL="171450" indent="-171450">
              <a:buFontTx/>
              <a:buChar char="-"/>
            </a:pPr>
            <a:r>
              <a:rPr lang="en-GB"/>
              <a:t>Clear points of escalation</a:t>
            </a:r>
          </a:p>
          <a:p>
            <a:pPr marL="171450" indent="-171450">
              <a:buFontTx/>
              <a:buChar char="-"/>
            </a:pPr>
            <a:r>
              <a:rPr lang="en-GB"/>
              <a:t>Lean/Scalable governance model</a:t>
            </a:r>
          </a:p>
        </p:txBody>
      </p:sp>
      <p:sp>
        <p:nvSpPr>
          <p:cNvPr id="4" name="Slide Number Placeholder 3"/>
          <p:cNvSpPr>
            <a:spLocks noGrp="1"/>
          </p:cNvSpPr>
          <p:nvPr>
            <p:ph type="sldNum" sz="quarter" idx="5"/>
          </p:nvPr>
        </p:nvSpPr>
        <p:spPr/>
        <p:txBody>
          <a:bodyPr/>
          <a:lstStyle/>
          <a:p>
            <a:fld id="{C0696B5C-12A0-4042-B4D0-BD3B9A4F58C6}" type="slidenum">
              <a:rPr lang="pt-BR" smtClean="0"/>
              <a:pPr/>
              <a:t>43</a:t>
            </a:fld>
            <a:endParaRPr lang="pt-BR"/>
          </a:p>
        </p:txBody>
      </p:sp>
    </p:spTree>
    <p:extLst>
      <p:ext uri="{BB962C8B-B14F-4D97-AF65-F5344CB8AC3E}">
        <p14:creationId xmlns:p14="http://schemas.microsoft.com/office/powerpoint/2010/main" val="222600779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5.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6.xml"/><Relationship Id="rId4" Type="http://schemas.openxmlformats.org/officeDocument/2006/relationships/image" Target="../media/image1.emf"/></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20.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8.xml"/><Relationship Id="rId16" Type="http://schemas.openxmlformats.org/officeDocument/2006/relationships/image" Target="../media/image12.png"/><Relationship Id="rId1" Type="http://schemas.openxmlformats.org/officeDocument/2006/relationships/tags" Target="../tags/tag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Master" Target="../slideMasters/slideMaster3.xml"/><Relationship Id="rId1" Type="http://schemas.openxmlformats.org/officeDocument/2006/relationships/tags" Target="../tags/tag13.xml"/><Relationship Id="rId4" Type="http://schemas.openxmlformats.org/officeDocument/2006/relationships/image" Target="../media/image1.emf"/></Relationships>
</file>

<file path=ppt/slideLayouts/_rels/slideLayout3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3.xml"/><Relationship Id="rId1" Type="http://schemas.openxmlformats.org/officeDocument/2006/relationships/tags" Target="../tags/tag14.xml"/><Relationship Id="rId4" Type="http://schemas.openxmlformats.org/officeDocument/2006/relationships/image" Target="../media/image1.emf"/></Relationships>
</file>

<file path=ppt/slideLayouts/_rels/slideLayout36.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3.xml"/><Relationship Id="rId1" Type="http://schemas.openxmlformats.org/officeDocument/2006/relationships/tags" Target="../tags/tag15.xml"/><Relationship Id="rId4" Type="http://schemas.openxmlformats.org/officeDocument/2006/relationships/image" Target="../media/image1.emf"/></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43.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18.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17.xml"/><Relationship Id="rId16" Type="http://schemas.openxmlformats.org/officeDocument/2006/relationships/image" Target="../media/image12.png"/><Relationship Id="rId1" Type="http://schemas.openxmlformats.org/officeDocument/2006/relationships/tags" Target="../tags/tag16.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19.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46.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47.xml.rels><?xml version="1.0" encoding="UTF-8" standalone="yes"?>
<Relationships xmlns="http://schemas.openxmlformats.org/package/2006/relationships"><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image" Target="../media/image16.emf"/><Relationship Id="rId5" Type="http://schemas.openxmlformats.org/officeDocument/2006/relationships/oleObject" Target="../embeddings/oleObject11.bin"/><Relationship Id="rId4"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3.xml"/><Relationship Id="rId1" Type="http://schemas.openxmlformats.org/officeDocument/2006/relationships/tags" Target="../tags/tag25.xml"/><Relationship Id="rId4" Type="http://schemas.openxmlformats.org/officeDocument/2006/relationships/image" Target="../media/image1.emf"/></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8" Type="http://schemas.openxmlformats.org/officeDocument/2006/relationships/image" Target="../media/image16.emf"/><Relationship Id="rId3" Type="http://schemas.openxmlformats.org/officeDocument/2006/relationships/tags" Target="../tags/tag28.xml"/><Relationship Id="rId7" Type="http://schemas.openxmlformats.org/officeDocument/2006/relationships/oleObject" Target="../embeddings/oleObject13.bin"/><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slideMaster" Target="../slideMasters/slideMaster3.xml"/><Relationship Id="rId11" Type="http://schemas.openxmlformats.org/officeDocument/2006/relationships/hyperlink" Target="https://www.capgemini.com/optimize-your-business-and-it-operations" TargetMode="External"/><Relationship Id="rId5" Type="http://schemas.openxmlformats.org/officeDocument/2006/relationships/tags" Target="../tags/tag30.xml"/><Relationship Id="rId10" Type="http://schemas.openxmlformats.org/officeDocument/2006/relationships/image" Target="../media/image18.svg"/><Relationship Id="rId4" Type="http://schemas.openxmlformats.org/officeDocument/2006/relationships/tags" Target="../tags/tag29.xml"/><Relationship Id="rId9" Type="http://schemas.openxmlformats.org/officeDocument/2006/relationships/image" Target="../media/image17.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3" Type="http://schemas.openxmlformats.org/officeDocument/2006/relationships/tags" Target="../tags/tag33.xml"/><Relationship Id="rId7" Type="http://schemas.openxmlformats.org/officeDocument/2006/relationships/image" Target="../media/image19.png"/><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6.emf"/><Relationship Id="rId5" Type="http://schemas.openxmlformats.org/officeDocument/2006/relationships/oleObject" Target="../embeddings/oleObject14.bin"/><Relationship Id="rId4"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4.xml"/><Relationship Id="rId1" Type="http://schemas.openxmlformats.org/officeDocument/2006/relationships/tags" Target="../tags/tag35.xml"/><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4.xml"/><Relationship Id="rId1" Type="http://schemas.openxmlformats.org/officeDocument/2006/relationships/tags" Target="../tags/tag36.xml"/><Relationship Id="rId4" Type="http://schemas.openxmlformats.org/officeDocument/2006/relationships/image" Target="../media/image1.emf"/></Relationships>
</file>

<file path=ppt/slideLayouts/_rels/slideLayout69.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4.xml"/><Relationship Id="rId1" Type="http://schemas.openxmlformats.org/officeDocument/2006/relationships/tags" Target="../tags/tag37.xml"/><Relationship Id="rId4" Type="http://schemas.openxmlformats.org/officeDocument/2006/relationships/image" Target="../media/image1.emf"/></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7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0.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39.xml"/><Relationship Id="rId16" Type="http://schemas.openxmlformats.org/officeDocument/2006/relationships/image" Target="../media/image12.png"/><Relationship Id="rId1" Type="http://schemas.openxmlformats.org/officeDocument/2006/relationships/tags" Target="../tags/tag38.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41.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4.xml"/></Relationships>
</file>

<file path=ppt/slideLayouts/_rels/slideLayout78.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Master" Target="../slideMasters/slideMaster4.xml"/><Relationship Id="rId1" Type="http://schemas.openxmlformats.org/officeDocument/2006/relationships/tags" Target="../tags/tag42.xml"/><Relationship Id="rId4" Type="http://schemas.openxmlformats.org/officeDocument/2006/relationships/image" Target="../media/image1.emf"/></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8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1.jpeg"/><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1.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Master" Target="../slideMasters/slideMaster5.xml"/><Relationship Id="rId1" Type="http://schemas.openxmlformats.org/officeDocument/2006/relationships/tags" Target="../tags/tag44.xml"/><Relationship Id="rId4" Type="http://schemas.openxmlformats.org/officeDocument/2006/relationships/image" Target="../media/image1.emf"/></Relationships>
</file>

<file path=ppt/slideLayouts/_rels/slideLayout92.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5.xml"/><Relationship Id="rId4" Type="http://schemas.openxmlformats.org/officeDocument/2006/relationships/image" Target="../media/image1.emf"/></Relationships>
</file>

<file path=ppt/slideLayouts/_rels/slideLayout93.xml.rels><?xml version="1.0" encoding="UTF-8" standalone="yes"?>
<Relationships xmlns="http://schemas.openxmlformats.org/package/2006/relationships"><Relationship Id="rId3" Type="http://schemas.openxmlformats.org/officeDocument/2006/relationships/oleObject" Target="../embeddings/oleObject22.bin"/><Relationship Id="rId2" Type="http://schemas.openxmlformats.org/officeDocument/2006/relationships/slideMaster" Target="../slideMasters/slideMaster5.xml"/><Relationship Id="rId1" Type="http://schemas.openxmlformats.org/officeDocument/2006/relationships/tags" Target="../tags/tag46.xml"/><Relationship Id="rId4" Type="http://schemas.openxmlformats.org/officeDocument/2006/relationships/image" Target="../media/image1.emf"/></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5.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99.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49.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48.xml"/><Relationship Id="rId16" Type="http://schemas.openxmlformats.org/officeDocument/2006/relationships/image" Target="../media/image12.png"/><Relationship Id="rId1" Type="http://schemas.openxmlformats.org/officeDocument/2006/relationships/tags" Target="../tags/tag47.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5.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50.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5.xml"/></Relationships>
</file>

<file path=ppt/slideLayouts/_rels/slideLayout101.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Master" Target="../slideMasters/slideMaster5.xml"/><Relationship Id="rId1" Type="http://schemas.openxmlformats.org/officeDocument/2006/relationships/tags" Target="../tags/tag51.xml"/><Relationship Id="rId4" Type="http://schemas.openxmlformats.org/officeDocument/2006/relationships/image" Target="../media/image1.emf"/></Relationships>
</file>

<file path=ppt/slideLayouts/_rels/slideLayout102.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slideMaster" Target="../slideMasters/slideMaster5.xml"/><Relationship Id="rId1" Type="http://schemas.openxmlformats.org/officeDocument/2006/relationships/tags" Target="../tags/tag52.xml"/><Relationship Id="rId4" Type="http://schemas.openxmlformats.org/officeDocument/2006/relationships/image" Target="../media/image1.emf"/></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jpeg"/><Relationship Id="rId1" Type="http://schemas.openxmlformats.org/officeDocument/2006/relationships/slideMaster" Target="../slideMasters/slideMaster5.xml"/><Relationship Id="rId5" Type="http://schemas.openxmlformats.org/officeDocument/2006/relationships/image" Target="../media/image25.png"/><Relationship Id="rId4" Type="http://schemas.openxmlformats.org/officeDocument/2006/relationships/image" Target="../media/image24.png"/></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Master" Target="../slideMasters/slideMaster5.xml"/><Relationship Id="rId1" Type="http://schemas.openxmlformats.org/officeDocument/2006/relationships/tags" Target="../tags/tag53.xml"/><Relationship Id="rId4" Type="http://schemas.openxmlformats.org/officeDocument/2006/relationships/image" Target="../media/image16.emf"/></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5.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6.bin"/><Relationship Id="rId2" Type="http://schemas.openxmlformats.org/officeDocument/2006/relationships/slideMaster" Target="../slideMasters/slideMaster5.xml"/><Relationship Id="rId1" Type="http://schemas.openxmlformats.org/officeDocument/2006/relationships/tags" Target="../tags/tag54.xml"/><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6.emf"/><Relationship Id="rId4" Type="http://schemas.openxmlformats.org/officeDocument/2006/relationships/oleObject" Target="../embeddings/oleObject27.bin"/></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6.xml"/><Relationship Id="rId5" Type="http://schemas.openxmlformats.org/officeDocument/2006/relationships/image" Target="../media/image2.png"/><Relationship Id="rId4" Type="http://schemas.openxmlformats.org/officeDocument/2006/relationships/image" Target="../media/image5.svg"/></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_rels/slideLayout1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6.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25.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8.xml"/><Relationship Id="rId4" Type="http://schemas.openxmlformats.org/officeDocument/2006/relationships/image" Target="../media/image1.emf"/></Relationships>
</file>

<file path=ppt/slideLayouts/_rels/slideLayout126.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59.xml"/><Relationship Id="rId4" Type="http://schemas.openxmlformats.org/officeDocument/2006/relationships/image" Target="../media/image1.emf"/></Relationships>
</file>

<file path=ppt/slideLayouts/_rels/slideLayout127.xml.rels><?xml version="1.0" encoding="UTF-8" standalone="yes"?>
<Relationships xmlns="http://schemas.openxmlformats.org/package/2006/relationships"><Relationship Id="rId3" Type="http://schemas.openxmlformats.org/officeDocument/2006/relationships/oleObject" Target="../embeddings/oleObject30.bin"/><Relationship Id="rId2" Type="http://schemas.openxmlformats.org/officeDocument/2006/relationships/slideMaster" Target="../slideMasters/slideMaster6.xml"/><Relationship Id="rId1" Type="http://schemas.openxmlformats.org/officeDocument/2006/relationships/tags" Target="../tags/tag60.xml"/><Relationship Id="rId4" Type="http://schemas.openxmlformats.org/officeDocument/2006/relationships/image" Target="../media/image1.emf"/></Relationships>
</file>

<file path=ppt/slideLayouts/_rels/slideLayout128.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slideMaster" Target="../slideMasters/slideMaster6.xml"/><Relationship Id="rId1" Type="http://schemas.openxmlformats.org/officeDocument/2006/relationships/tags" Target="../tags/tag61.xml"/><Relationship Id="rId4" Type="http://schemas.openxmlformats.org/officeDocument/2006/relationships/image" Target="../media/image1.emf"/></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4.png"/><Relationship Id="rId3" Type="http://schemas.openxmlformats.org/officeDocument/2006/relationships/image" Target="../media/image8.png"/><Relationship Id="rId7" Type="http://schemas.openxmlformats.org/officeDocument/2006/relationships/image" Target="../media/image10.png"/><Relationship Id="rId12" Type="http://schemas.openxmlformats.org/officeDocument/2006/relationships/image" Target="../media/image1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12.png"/><Relationship Id="rId5" Type="http://schemas.openxmlformats.org/officeDocument/2006/relationships/image" Target="../media/image9.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1.png"/></Relationships>
</file>

<file path=ppt/slideLayouts/_rels/slideLayout135.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www.youtube.com/capgeminimedia" TargetMode="External"/><Relationship Id="rId3" Type="http://schemas.openxmlformats.org/officeDocument/2006/relationships/tags" Target="../tags/tag64.xml"/><Relationship Id="rId7" Type="http://schemas.openxmlformats.org/officeDocument/2006/relationships/hyperlink" Target="http://www.linkedin.com/company/capgemini" TargetMode="External"/><Relationship Id="rId12" Type="http://schemas.openxmlformats.org/officeDocument/2006/relationships/image" Target="../media/image10.png"/><Relationship Id="rId17" Type="http://schemas.openxmlformats.org/officeDocument/2006/relationships/image" Target="../media/image14.png"/><Relationship Id="rId2" Type="http://schemas.openxmlformats.org/officeDocument/2006/relationships/tags" Target="../tags/tag63.xml"/><Relationship Id="rId16" Type="http://schemas.openxmlformats.org/officeDocument/2006/relationships/image" Target="../media/image12.png"/><Relationship Id="rId1" Type="http://schemas.openxmlformats.org/officeDocument/2006/relationships/tags" Target="../tags/tag62.xml"/><Relationship Id="rId6" Type="http://schemas.openxmlformats.org/officeDocument/2006/relationships/image" Target="../media/image13.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9.png"/><Relationship Id="rId4" Type="http://schemas.openxmlformats.org/officeDocument/2006/relationships/tags" Target="../tags/tag65.xml"/><Relationship Id="rId9" Type="http://schemas.openxmlformats.org/officeDocument/2006/relationships/hyperlink" Target="http://www.slideshare.net/capgemini" TargetMode="External"/><Relationship Id="rId14" Type="http://schemas.openxmlformats.org/officeDocument/2006/relationships/image" Target="../media/image11.png"/></Relationships>
</file>

<file path=ppt/slideLayouts/_rels/slideLayout1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6.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31.bin"/><Relationship Id="rId2" Type="http://schemas.openxmlformats.org/officeDocument/2006/relationships/slideMaster" Target="../slideMasters/slideMaster6.xml"/><Relationship Id="rId1" Type="http://schemas.openxmlformats.org/officeDocument/2006/relationships/tags" Target="../tags/tag66.xml"/><Relationship Id="rId5" Type="http://schemas.openxmlformats.org/officeDocument/2006/relationships/image" Target="../media/image27.png"/><Relationship Id="rId4" Type="http://schemas.openxmlformats.org/officeDocument/2006/relationships/image" Target="../media/image1.emf"/></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9555795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7FB450-1E49-4B52-9911-7E6917A8A2A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99ED87E-8BF4-4026-80B2-EE6EEFE42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3A384A-808A-4F76-B2EA-38B99153B74E}"/>
              </a:ext>
            </a:extLst>
          </p:cNvPr>
          <p:cNvSpPr>
            <a:spLocks noGrp="1"/>
          </p:cNvSpPr>
          <p:nvPr>
            <p:ph type="dt" sz="half" idx="10"/>
          </p:nvPr>
        </p:nvSpPr>
        <p:spPr/>
        <p:txBody>
          <a:bodyPr/>
          <a:lstStyle/>
          <a:p>
            <a:fld id="{63ED0650-D9F0-459B-9D87-0B1326143F31}" type="datetimeFigureOut">
              <a:rPr lang="en-IN" smtClean="0"/>
              <a:t>13-03-2024</a:t>
            </a:fld>
            <a:endParaRPr lang="en-IN"/>
          </a:p>
        </p:txBody>
      </p:sp>
      <p:sp>
        <p:nvSpPr>
          <p:cNvPr id="5" name="Footer Placeholder 4">
            <a:extLst>
              <a:ext uri="{FF2B5EF4-FFF2-40B4-BE49-F238E27FC236}">
                <a16:creationId xmlns:a16="http://schemas.microsoft.com/office/drawing/2014/main" id="{7010D720-78A7-459B-8E5D-D20CA26773D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0046FEB-8EDD-4919-A26E-5757EB36EA85}"/>
              </a:ext>
            </a:extLst>
          </p:cNvPr>
          <p:cNvSpPr>
            <a:spLocks noGrp="1"/>
          </p:cNvSpPr>
          <p:nvPr>
            <p:ph type="sldNum" sz="quarter" idx="12"/>
          </p:nvPr>
        </p:nvSpPr>
        <p:spPr/>
        <p:txBody>
          <a:bodyPr/>
          <a:lstStyle/>
          <a:p>
            <a:fld id="{EF8DFA20-5F2A-463A-9076-07DB3AA08392}" type="slidenum">
              <a:rPr lang="en-IN" smtClean="0"/>
              <a:t>‹#›</a:t>
            </a:fld>
            <a:endParaRPr lang="en-IN"/>
          </a:p>
        </p:txBody>
      </p:sp>
    </p:spTree>
    <p:extLst>
      <p:ext uri="{BB962C8B-B14F-4D97-AF65-F5344CB8AC3E}">
        <p14:creationId xmlns:p14="http://schemas.microsoft.com/office/powerpoint/2010/main" val="14018155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181AB4-7D60-0388-ACF1-A57F24D78E92}"/>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3E5C353-32A6-3AAB-F7EE-95BEF61EC80D}"/>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9037334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5508180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1895EE92-DCB2-4898-B1A1-3B79A9CC2B38}"/>
              </a:ext>
            </a:extLst>
          </p:cNvPr>
          <p:cNvSpPr/>
          <p:nvPr userDrawn="1"/>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a:solidFill>
                  <a:schemeClr val="bg1"/>
                </a:solidFill>
                <a:effectLst/>
                <a:ea typeface="Verdana" panose="020B060403050404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a:t>
            </a:r>
            <a:r>
              <a:rPr lang="en-US" sz="900">
                <a:solidFill>
                  <a:schemeClr val="bg1"/>
                </a:solidFill>
                <a:effectLst/>
                <a:ea typeface="Verdana" panose="020B0604030504040204" pitchFamily="34" charset="0"/>
              </a:rPr>
              <a:t>fueled</a:t>
            </a:r>
            <a:r>
              <a:rPr lang="en-GB" sz="900">
                <a:solidFill>
                  <a:schemeClr val="bg1"/>
                </a:solidFill>
                <a:effectLst/>
                <a:ea typeface="Verdana" panose="020B0604030504040204" pitchFamily="34" charset="0"/>
              </a:rPr>
              <a:t> by the fast evolving and innovative world of cloud, data, AI, connectivity, software, digital engineering and platforms. The Group reported in 2021 global revenues of €18 billion.</a:t>
            </a:r>
            <a:endParaRPr lang="en-US" sz="900">
              <a:solidFill>
                <a:schemeClr val="bg1"/>
              </a:solidFill>
              <a:effectLst/>
              <a:ea typeface="Verdana" panose="020B0604030504040204" pitchFamily="34" charset="0"/>
            </a:endParaRPr>
          </a:p>
        </p:txBody>
      </p:sp>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974872" y="0"/>
            <a:ext cx="10377711" cy="1104900"/>
          </a:xfrm>
        </p:spPr>
        <p:txBody>
          <a:bodyPr/>
          <a:lstStyle/>
          <a:p>
            <a:r>
              <a:rPr lang="fr-FR"/>
              <a:t>Modifiez le style du titre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52549952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fr-FR"/>
              <a:t>Modifiez le style du titre</a:t>
            </a:r>
            <a:endParaRPr lang="en-GB"/>
          </a:p>
        </p:txBody>
      </p:sp>
    </p:spTree>
    <p:extLst>
      <p:ext uri="{BB962C8B-B14F-4D97-AF65-F5344CB8AC3E}">
        <p14:creationId xmlns:p14="http://schemas.microsoft.com/office/powerpoint/2010/main" val="79150188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2" y="4"/>
          <a:ext cx="180999"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 y="4"/>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9"/>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spTree>
    <p:extLst>
      <p:ext uri="{BB962C8B-B14F-4D97-AF65-F5344CB8AC3E}">
        <p14:creationId xmlns:p14="http://schemas.microsoft.com/office/powerpoint/2010/main" val="301820437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228600" y="152400"/>
            <a:ext cx="11125236" cy="838200"/>
          </a:xfrm>
        </p:spPr>
        <p:txBody>
          <a:bodyPr/>
          <a:lstStyle/>
          <a:p>
            <a:r>
              <a:rPr lang="en-US"/>
              <a:t>Click to edit Master title style</a:t>
            </a:r>
            <a:endParaRPr lang="en-GB"/>
          </a:p>
        </p:txBody>
      </p:sp>
    </p:spTree>
    <p:extLst>
      <p:ext uri="{BB962C8B-B14F-4D97-AF65-F5344CB8AC3E}">
        <p14:creationId xmlns:p14="http://schemas.microsoft.com/office/powerpoint/2010/main" val="401654245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Espace réservé du titre 8">
            <a:extLst>
              <a:ext uri="{FF2B5EF4-FFF2-40B4-BE49-F238E27FC236}">
                <a16:creationId xmlns:a16="http://schemas.microsoft.com/office/drawing/2014/main" id="{9E35DCC2-39B8-A349-A701-BCC779217600}"/>
              </a:ext>
            </a:extLst>
          </p:cNvPr>
          <p:cNvSpPr>
            <a:spLocks noGrp="1"/>
          </p:cNvSpPr>
          <p:nvPr>
            <p:ph type="title"/>
          </p:nvPr>
        </p:nvSpPr>
        <p:spPr>
          <a:xfrm>
            <a:off x="479376" y="386054"/>
            <a:ext cx="8784976" cy="476672"/>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204524544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bl">
  <p:cSld name="Title and Table">
    <p:spTree>
      <p:nvGrpSpPr>
        <p:cNvPr id="1" name=""/>
        <p:cNvGrpSpPr/>
        <p:nvPr/>
      </p:nvGrpSpPr>
      <p:grpSpPr>
        <a:xfrm>
          <a:off x="0" y="0"/>
          <a:ext cx="0" cy="0"/>
          <a:chOff x="0" y="0"/>
          <a:chExt cx="0" cy="0"/>
        </a:xfrm>
      </p:grpSpPr>
      <p:graphicFrame>
        <p:nvGraphicFramePr>
          <p:cNvPr id="4" name="Object 1"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7" imgW="360" imgH="360" progId="">
                  <p:embed/>
                </p:oleObj>
              </mc:Choice>
              <mc:Fallback>
                <p:oleObj name="think-cell Slide" r:id="rId7" imgW="360" imgH="360" progId="">
                  <p:embed/>
                  <p:pic>
                    <p:nvPicPr>
                      <p:cNvPr id="4" name="Object 1" hidden="1"/>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Box 4"/>
          <p:cNvSpPr txBox="1"/>
          <p:nvPr>
            <p:custDataLst>
              <p:tags r:id="rId2"/>
            </p:custDataLst>
          </p:nvPr>
        </p:nvSpPr>
        <p:spPr>
          <a:xfrm>
            <a:off x="11766295" y="6661264"/>
            <a:ext cx="153888" cy="107722"/>
          </a:xfrm>
          <a:prstGeom prst="rect">
            <a:avLst/>
          </a:prstGeom>
          <a:noFill/>
        </p:spPr>
        <p:txBody>
          <a:bodyPr wrap="none" lIns="0" tIns="0" rIns="0" bIns="0" anchor="ctr">
            <a:spAutoFit/>
          </a:bodyPr>
          <a:lstStyle/>
          <a:p>
            <a:pPr algn="ctr" defTabSz="957756" fontAlgn="auto">
              <a:spcBef>
                <a:spcPts val="0"/>
              </a:spcBef>
              <a:spcAft>
                <a:spcPts val="0"/>
              </a:spcAft>
              <a:defRPr/>
            </a:pPr>
            <a:fld id="{034FB964-67C8-49A9-847A-93BE26A1CD9E}" type="slidenum">
              <a:rPr lang="en-US" sz="700">
                <a:solidFill>
                  <a:schemeClr val="tx2"/>
                </a:solidFill>
                <a:latin typeface="Verdana" panose="020B0604030504040204" pitchFamily="34" charset="0"/>
                <a:ea typeface="Verdana" panose="020B0604030504040204" pitchFamily="34" charset="0"/>
                <a:cs typeface="Verdana" panose="020B0604030504040204" pitchFamily="34" charset="0"/>
              </a:rPr>
              <a:pPr algn="ctr" defTabSz="957756" fontAlgn="auto">
                <a:spcBef>
                  <a:spcPts val="0"/>
                </a:spcBef>
                <a:spcAft>
                  <a:spcPts val="0"/>
                </a:spcAft>
                <a:defRPr/>
              </a:pPr>
              <a:t>‹#›</a:t>
            </a:fld>
            <a:endParaRPr lang="en-US" sz="700">
              <a:solidFill>
                <a:schemeClr val="tx2"/>
              </a:solidFill>
              <a:latin typeface="Verdana" panose="020B0604030504040204" pitchFamily="34" charset="0"/>
              <a:ea typeface="Verdana" panose="020B0604030504040204" pitchFamily="34" charset="0"/>
              <a:cs typeface="Verdana" panose="020B0604030504040204" pitchFamily="34" charset="0"/>
            </a:endParaRPr>
          </a:p>
        </p:txBody>
      </p:sp>
      <p:sp>
        <p:nvSpPr>
          <p:cNvPr id="6" name="Freeform 4"/>
          <p:cNvSpPr>
            <a:spLocks/>
          </p:cNvSpPr>
          <p:nvPr>
            <p:custDataLst>
              <p:tags r:id="rId3"/>
            </p:custDataLst>
          </p:nvPr>
        </p:nvSpPr>
        <p:spPr bwMode="auto">
          <a:xfrm>
            <a:off x="0" y="676276"/>
            <a:ext cx="12192000" cy="728663"/>
          </a:xfrm>
          <a:custGeom>
            <a:avLst/>
            <a:gdLst/>
            <a:ahLst/>
            <a:cxnLst>
              <a:cxn ang="0">
                <a:pos x="2965" y="93"/>
              </a:cxn>
              <a:cxn ang="0">
                <a:pos x="303" y="93"/>
              </a:cxn>
              <a:cxn ang="0">
                <a:pos x="151" y="187"/>
              </a:cxn>
              <a:cxn ang="0">
                <a:pos x="0" y="93"/>
              </a:cxn>
              <a:cxn ang="0">
                <a:pos x="0" y="112"/>
              </a:cxn>
              <a:cxn ang="0">
                <a:pos x="151" y="205"/>
              </a:cxn>
              <a:cxn ang="0">
                <a:pos x="303" y="112"/>
              </a:cxn>
              <a:cxn ang="0">
                <a:pos x="2965" y="112"/>
              </a:cxn>
              <a:cxn ang="0">
                <a:pos x="3118" y="19"/>
              </a:cxn>
              <a:cxn ang="0">
                <a:pos x="3118" y="0"/>
              </a:cxn>
              <a:cxn ang="0">
                <a:pos x="2965" y="93"/>
              </a:cxn>
            </a:cxnLst>
            <a:rect l="0" t="0" r="r" b="b"/>
            <a:pathLst>
              <a:path w="3118" h="205">
                <a:moveTo>
                  <a:pt x="2965" y="93"/>
                </a:moveTo>
                <a:cubicBezTo>
                  <a:pt x="303" y="93"/>
                  <a:pt x="303" y="93"/>
                  <a:pt x="303" y="93"/>
                </a:cubicBezTo>
                <a:cubicBezTo>
                  <a:pt x="183" y="93"/>
                  <a:pt x="151" y="187"/>
                  <a:pt x="151" y="187"/>
                </a:cubicBezTo>
                <a:cubicBezTo>
                  <a:pt x="151" y="187"/>
                  <a:pt x="119" y="93"/>
                  <a:pt x="0" y="93"/>
                </a:cubicBezTo>
                <a:cubicBezTo>
                  <a:pt x="0" y="112"/>
                  <a:pt x="0" y="112"/>
                  <a:pt x="0" y="112"/>
                </a:cubicBezTo>
                <a:cubicBezTo>
                  <a:pt x="119" y="112"/>
                  <a:pt x="151" y="205"/>
                  <a:pt x="151" y="205"/>
                </a:cubicBezTo>
                <a:cubicBezTo>
                  <a:pt x="151" y="205"/>
                  <a:pt x="183" y="112"/>
                  <a:pt x="303" y="112"/>
                </a:cubicBezTo>
                <a:cubicBezTo>
                  <a:pt x="2965" y="112"/>
                  <a:pt x="2965" y="112"/>
                  <a:pt x="2965" y="112"/>
                </a:cubicBezTo>
                <a:cubicBezTo>
                  <a:pt x="3085" y="112"/>
                  <a:pt x="3118" y="19"/>
                  <a:pt x="3118" y="19"/>
                </a:cubicBezTo>
                <a:cubicBezTo>
                  <a:pt x="3118" y="0"/>
                  <a:pt x="3118" y="0"/>
                  <a:pt x="3118" y="0"/>
                </a:cubicBezTo>
                <a:cubicBezTo>
                  <a:pt x="3118" y="0"/>
                  <a:pt x="3085" y="93"/>
                  <a:pt x="2965" y="93"/>
                </a:cubicBezTo>
                <a:close/>
              </a:path>
            </a:pathLst>
          </a:custGeom>
          <a:solidFill>
            <a:schemeClr val="accent5"/>
          </a:solidFill>
          <a:ln w="9525">
            <a:noFill/>
            <a:round/>
            <a:headEnd/>
            <a:tailEnd/>
          </a:ln>
          <a:effectLst>
            <a:outerShdw blurRad="50800" dist="25400" dir="5400000" algn="t" rotWithShape="0">
              <a:prstClr val="black">
                <a:alpha val="31000"/>
              </a:prstClr>
            </a:outerShdw>
          </a:effectLst>
        </p:spPr>
        <p:txBody>
          <a:bodyPr lIns="99563" tIns="49782" rIns="99563" bIns="49782"/>
          <a:lstStyle/>
          <a:p>
            <a:pPr defTabSz="957756" fontAlgn="auto">
              <a:spcBef>
                <a:spcPts val="0"/>
              </a:spcBef>
              <a:spcAft>
                <a:spcPts val="0"/>
              </a:spcAft>
              <a:defRPr/>
            </a:pPr>
            <a:endParaRPr lang="fr-FR" sz="1800">
              <a:latin typeface="Verdana" panose="020B0604030504040204" pitchFamily="34" charset="0"/>
              <a:ea typeface="Verdana" panose="020B0604030504040204" pitchFamily="34" charset="0"/>
              <a:cs typeface="Verdana" panose="020B0604030504040204" pitchFamily="34" charset="0"/>
            </a:endParaRPr>
          </a:p>
        </p:txBody>
      </p:sp>
      <p:cxnSp>
        <p:nvCxnSpPr>
          <p:cNvPr id="9" name="Straight Connector 5"/>
          <p:cNvCxnSpPr/>
          <p:nvPr>
            <p:custDataLst>
              <p:tags r:id="rId4"/>
            </p:custDataLst>
          </p:nvPr>
        </p:nvCxnSpPr>
        <p:spPr>
          <a:xfrm flipH="1">
            <a:off x="0" y="6362700"/>
            <a:ext cx="12192000" cy="0"/>
          </a:xfrm>
          <a:prstGeom prst="line">
            <a:avLst/>
          </a:prstGeom>
          <a:ln w="9525" cmpd="sng">
            <a:solidFill>
              <a:schemeClr val="accent5"/>
            </a:solidFill>
          </a:ln>
          <a:effectLst/>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a:xfrm>
            <a:off x="325967" y="136527"/>
            <a:ext cx="11618384" cy="549275"/>
          </a:xfrm>
        </p:spPr>
        <p:txBody>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nl-NL"/>
          </a:p>
        </p:txBody>
      </p:sp>
      <p:sp>
        <p:nvSpPr>
          <p:cNvPr id="3" name="Table Placeholder 2"/>
          <p:cNvSpPr>
            <a:spLocks noGrp="1"/>
          </p:cNvSpPr>
          <p:nvPr>
            <p:ph type="tbl" idx="1"/>
          </p:nvPr>
        </p:nvSpPr>
        <p:spPr>
          <a:xfrm>
            <a:off x="407693" y="1241426"/>
            <a:ext cx="11618384" cy="4860925"/>
          </a:xfrm>
        </p:spPr>
        <p:txBody>
          <a:bodyPr rtlCol="0">
            <a:noAutofit/>
          </a:bodyPr>
          <a:lstStyle>
            <a:lvl1pPr>
              <a:defRPr>
                <a:latin typeface="Verdana" panose="020B0604030504040204" pitchFamily="34" charset="0"/>
                <a:ea typeface="Verdana" panose="020B0604030504040204" pitchFamily="34" charset="0"/>
                <a:cs typeface="Verdana" panose="020B0604030504040204" pitchFamily="34" charset="0"/>
              </a:defRPr>
            </a:lvl1pPr>
          </a:lstStyle>
          <a:p>
            <a:pPr lvl="0"/>
            <a:endParaRPr lang="nl-NL" noProof="0"/>
          </a:p>
        </p:txBody>
      </p:sp>
      <p:sp>
        <p:nvSpPr>
          <p:cNvPr id="12" name="Rectangle 11"/>
          <p:cNvSpPr>
            <a:spLocks noChangeArrowheads="1"/>
          </p:cNvSpPr>
          <p:nvPr userDrawn="1">
            <p:custDataLst>
              <p:tags r:id="rId5"/>
            </p:custDataLst>
          </p:nvPr>
        </p:nvSpPr>
        <p:spPr bwMode="auto">
          <a:xfrm>
            <a:off x="8297985" y="6623050"/>
            <a:ext cx="3274646" cy="184150"/>
          </a:xfrm>
          <a:prstGeom prst="rect">
            <a:avLst/>
          </a:prstGeom>
          <a:noFill/>
          <a:ln w="19050">
            <a:noFill/>
            <a:miter lim="800000"/>
            <a:headEnd/>
            <a:tailEnd/>
          </a:ln>
          <a:effectLst/>
        </p:spPr>
        <p:txBody>
          <a:bodyPr lIns="35997" tIns="35997" rIns="35997" bIns="35997" anchor="b"/>
          <a:lstStyle/>
          <a:p>
            <a:pPr algn="r" defTabSz="995445" eaLnBrk="0" fontAlgn="auto" hangingPunct="0">
              <a:lnSpc>
                <a:spcPct val="90000"/>
              </a:lnSpc>
              <a:spcBef>
                <a:spcPct val="10000"/>
              </a:spcBef>
              <a:spcAft>
                <a:spcPts val="0"/>
              </a:spcAft>
              <a:defRPr/>
            </a:pPr>
            <a:r>
              <a:rPr lang="en-US" altLang="en-US" sz="700">
                <a:solidFill>
                  <a:schemeClr val="tx2"/>
                </a:solidFill>
                <a:latin typeface="Verdana" panose="020B0604030504040204" pitchFamily="34" charset="0"/>
                <a:ea typeface="Verdana" panose="020B0604030504040204" pitchFamily="34" charset="0"/>
                <a:cs typeface="Verdana" panose="020B0604030504040204" pitchFamily="34" charset="0"/>
              </a:rPr>
              <a:t>Copyright © Capgemini 2020. All Rights Reserved</a:t>
            </a:r>
          </a:p>
        </p:txBody>
      </p:sp>
      <p:pic>
        <p:nvPicPr>
          <p:cNvPr id="13" name="Graphic 12">
            <a:extLst>
              <a:ext uri="{FF2B5EF4-FFF2-40B4-BE49-F238E27FC236}">
                <a16:creationId xmlns:a16="http://schemas.microsoft.com/office/drawing/2014/main" id="{1D677A51-1D1E-43DC-AED0-606B6703EFEB}"/>
              </a:ext>
            </a:extLst>
          </p:cNvPr>
          <p:cNvPicPr>
            <a:picLocks noChangeAspect="1"/>
          </p:cNvPicPr>
          <p:nvPr userDrawn="1"/>
        </p:nvPicPr>
        <p:blipFill>
          <a:blip r:embed="rId9" cstate="print">
            <a:extLst>
              <a:ext uri="{96DAC541-7B7A-43D3-8B79-37D633B846F1}">
                <asvg:svgBlip xmlns:asvg="http://schemas.microsoft.com/office/drawing/2016/SVG/main" r:embed="rId10"/>
              </a:ext>
            </a:extLst>
          </a:blip>
          <a:stretch>
            <a:fillRect/>
          </a:stretch>
        </p:blipFill>
        <p:spPr>
          <a:xfrm>
            <a:off x="281355" y="6441323"/>
            <a:ext cx="2172865" cy="393879"/>
          </a:xfrm>
          <a:prstGeom prst="rect">
            <a:avLst/>
          </a:prstGeom>
        </p:spPr>
      </p:pic>
      <p:pic>
        <p:nvPicPr>
          <p:cNvPr id="14" name="Graphic 4">
            <a:extLst>
              <a:ext uri="{FF2B5EF4-FFF2-40B4-BE49-F238E27FC236}">
                <a16:creationId xmlns:a16="http://schemas.microsoft.com/office/drawing/2014/main" id="{804A57A5-874A-4C95-812A-6F7DBEC0D52D}"/>
              </a:ext>
            </a:extLst>
          </p:cNvPr>
          <p:cNvPicPr>
            <a:picLocks noChangeAspect="1"/>
          </p:cNvPicPr>
          <p:nvPr userDrawn="1"/>
        </p:nvPicPr>
        <p:blipFill rotWithShape="1">
          <a:blip r:embed="rId9" cstate="print">
            <a:extLst>
              <a:ext uri="{96DAC541-7B7A-43D3-8B79-37D633B846F1}">
                <asvg:svgBlip xmlns:asvg="http://schemas.microsoft.com/office/drawing/2016/SVG/main" r:embed="rId10"/>
              </a:ext>
            </a:extLst>
          </a:blip>
          <a:srcRect l="81836" t="-4713" b="16530"/>
          <a:stretch/>
        </p:blipFill>
        <p:spPr>
          <a:xfrm>
            <a:off x="11483278" y="189861"/>
            <a:ext cx="522284" cy="459624"/>
          </a:xfrm>
          <a:prstGeom prst="rect">
            <a:avLst/>
          </a:prstGeom>
        </p:spPr>
      </p:pic>
      <p:sp>
        <p:nvSpPr>
          <p:cNvPr id="17" name="Rectangle 27">
            <a:hlinkClick r:id="rId11"/>
            <a:extLst>
              <a:ext uri="{FF2B5EF4-FFF2-40B4-BE49-F238E27FC236}">
                <a16:creationId xmlns:a16="http://schemas.microsoft.com/office/drawing/2014/main" id="{5656E3A8-1305-4381-A985-EDD518567854}"/>
              </a:ext>
            </a:extLst>
          </p:cNvPr>
          <p:cNvSpPr/>
          <p:nvPr userDrawn="1"/>
        </p:nvSpPr>
        <p:spPr>
          <a:xfrm>
            <a:off x="8382000" y="6437594"/>
            <a:ext cx="4113803" cy="232482"/>
          </a:xfrm>
          <a:prstGeom prst="rect">
            <a:avLst/>
          </a:prstGeom>
        </p:spPr>
        <p:txBody>
          <a:bodyPr wrap="square" lIns="0" tIns="0" rIns="0" bIns="0" anchor="ctr" anchorCtr="0">
            <a:noAutofit/>
          </a:bodyPr>
          <a:lstStyle/>
          <a:p>
            <a:pPr lvl="0" algn="l" defTabSz="914400">
              <a:lnSpc>
                <a:spcPct val="85000"/>
              </a:lnSpc>
              <a:defRPr/>
            </a:pPr>
            <a:r>
              <a:rPr lang="en-US" sz="800" b="1" kern="0">
                <a:solidFill>
                  <a:schemeClr val="tx1"/>
                </a:solidFill>
                <a:latin typeface="+mj-lt"/>
                <a:cs typeface="Arial" panose="020B0604020202020204" pitchFamily="34" charset="0"/>
              </a:rPr>
              <a:t>FS SBU Light Deal Review </a:t>
            </a:r>
            <a:r>
              <a:rPr lang="en-US" sz="800" b="1" kern="0">
                <a:solidFill>
                  <a:schemeClr val="tx1"/>
                </a:solidFill>
                <a:latin typeface="+mn-lt"/>
                <a:ea typeface="+mn-ea"/>
                <a:cs typeface="Arial" panose="020B0604020202020204" pitchFamily="34" charset="0"/>
              </a:rPr>
              <a:t>Deck  V3.11 – 8 January 2020</a:t>
            </a:r>
            <a:endParaRPr lang="en-US" sz="800" b="1" kern="0">
              <a:solidFill>
                <a:schemeClr val="tx1"/>
              </a:solidFill>
              <a:latin typeface="+mj-lt"/>
              <a:cs typeface="Arial" panose="020B0604020202020204" pitchFamily="34" charset="0"/>
            </a:endParaRPr>
          </a:p>
        </p:txBody>
      </p:sp>
    </p:spTree>
    <p:extLst>
      <p:ext uri="{BB962C8B-B14F-4D97-AF65-F5344CB8AC3E}">
        <p14:creationId xmlns:p14="http://schemas.microsoft.com/office/powerpoint/2010/main" val="1748114219"/>
      </p:ext>
    </p:extLst>
  </p:cSld>
  <p:clrMapOvr>
    <a:masterClrMapping/>
  </p:clrMapOvr>
  <p:transition>
    <p:wipe dir="r"/>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p:cSld name="Blank-White">
    <p:spTree>
      <p:nvGrpSpPr>
        <p:cNvPr id="1" name=""/>
        <p:cNvGrpSpPr/>
        <p:nvPr/>
      </p:nvGrpSpPr>
      <p:grpSpPr>
        <a:xfrm>
          <a:off x="0" y="0"/>
          <a:ext cx="0" cy="0"/>
          <a:chOff x="0" y="0"/>
          <a:chExt cx="0" cy="0"/>
        </a:xfrm>
      </p:grpSpPr>
      <p:sp>
        <p:nvSpPr>
          <p:cNvPr id="6"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407988" y="404813"/>
            <a:ext cx="10869612" cy="863600"/>
          </a:xfrm>
          <a:prstGeom prst="rect">
            <a:avLst/>
          </a:prstGeom>
        </p:spPr>
        <p:txBody>
          <a:bodyPr vert="horz" lIns="0" tIns="0" rIns="0" bIns="0" rtlCol="0" anchor="t">
            <a:normAutofit/>
          </a:bodyPr>
          <a:lstStyle>
            <a:lvl1pPr>
              <a:defRPr lang="pt-PT" dirty="0"/>
            </a:lvl1pPr>
          </a:lstStyle>
          <a:p>
            <a:pPr lvl="0">
              <a:lnSpc>
                <a:spcPts val="3000"/>
              </a:lnSpc>
            </a:pPr>
            <a:r>
              <a:rPr lang="en-US"/>
              <a:t>Click to add title</a:t>
            </a:r>
            <a:endParaRPr lang="pt-PT"/>
          </a:p>
        </p:txBody>
      </p:sp>
      <p:sp>
        <p:nvSpPr>
          <p:cNvPr id="10" name="Text Placeholder 7">
            <a:extLst>
              <a:ext uri="{FF2B5EF4-FFF2-40B4-BE49-F238E27FC236}">
                <a16:creationId xmlns:a16="http://schemas.microsoft.com/office/drawing/2014/main" id="{053B0AF9-F410-4C47-9D9C-CAC9890E4210}"/>
              </a:ext>
            </a:extLst>
          </p:cNvPr>
          <p:cNvSpPr>
            <a:spLocks noGrp="1"/>
          </p:cNvSpPr>
          <p:nvPr>
            <p:ph type="body" sz="quarter" idx="10" hasCustomPrompt="1"/>
          </p:nvPr>
        </p:nvSpPr>
        <p:spPr>
          <a:xfrm>
            <a:off x="407987" y="1413990"/>
            <a:ext cx="11376025" cy="5039198"/>
          </a:xfrm>
          <a:prstGeom prst="rect">
            <a:avLst/>
          </a:prstGeom>
        </p:spPr>
        <p:txBody>
          <a:bodyPr>
            <a:noAutofit/>
          </a:bodyPr>
          <a:lstStyle>
            <a:lvl1pPr marL="0" indent="0">
              <a:lnSpc>
                <a:spcPts val="2200"/>
              </a:lnSpc>
              <a:buNone/>
              <a:defRPr sz="18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225425" indent="-225425">
              <a:buClr>
                <a:schemeClr val="tx2"/>
              </a:buClr>
              <a:buFont typeface="Wingdings" panose="05000000000000000000" pitchFamily="2" charset="2"/>
              <a:buChar char="§"/>
            </a:pPr>
            <a:r>
              <a:rPr lang="en-US"/>
              <a:t>Click to insert text</a:t>
            </a:r>
          </a:p>
          <a:p>
            <a:pPr marL="461963" lvl="1" indent="-236538">
              <a:buClr>
                <a:schemeClr val="accent4"/>
              </a:buClr>
              <a:buFont typeface="Arial" panose="020B0604020202020204" pitchFamily="34" charset="0"/>
              <a:buChar char="•"/>
            </a:pPr>
            <a:r>
              <a:rPr lang="en-US" sz="1600"/>
              <a:t>Click to insert text</a:t>
            </a:r>
            <a:endParaRPr lang="pt-PT" sz="1600"/>
          </a:p>
          <a:p>
            <a:pPr marL="688975" lvl="2" indent="-241300">
              <a:buClr>
                <a:schemeClr val="accent2"/>
              </a:buClr>
              <a:buFont typeface="Verdana" panose="020B0604030504040204" pitchFamily="34" charset="0"/>
              <a:buChar char="–"/>
            </a:pPr>
            <a:r>
              <a:rPr lang="en-US"/>
              <a:t>Click to insert text</a:t>
            </a:r>
            <a:endParaRPr lang="pt-PT"/>
          </a:p>
          <a:p>
            <a:pPr marL="914400" lvl="3" indent="-225425">
              <a:buClr>
                <a:schemeClr val="accent3"/>
              </a:buClr>
              <a:buFont typeface="Wingdings" panose="05000000000000000000" pitchFamily="2" charset="2"/>
              <a:buChar char="§"/>
            </a:pPr>
            <a:r>
              <a:rPr lang="en-US"/>
              <a:t>Click to insert text</a:t>
            </a:r>
            <a:endParaRPr lang="pt-PT"/>
          </a:p>
        </p:txBody>
      </p:sp>
    </p:spTree>
    <p:extLst>
      <p:ext uri="{BB962C8B-B14F-4D97-AF65-F5344CB8AC3E}">
        <p14:creationId xmlns:p14="http://schemas.microsoft.com/office/powerpoint/2010/main" val="362398529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2013B6ED-BED2-4B30-B5B1-D40CFA2CB594}"/>
              </a:ext>
            </a:extLst>
          </p:cNvPr>
          <p:cNvSpPr>
            <a:spLocks noGrp="1"/>
          </p:cNvSpPr>
          <p:nvPr>
            <p:ph type="dt" sz="half" idx="10"/>
          </p:nvPr>
        </p:nvSpPr>
        <p:spPr/>
        <p:txBody>
          <a:bodyPr/>
          <a:lstStyle/>
          <a:p>
            <a:fld id="{39909D7C-42AE-4B80-9FF7-89D79AE33CF6}" type="datetimeFigureOut">
              <a:rPr lang="en-GB" smtClean="0"/>
              <a:t>13/03/2024</a:t>
            </a:fld>
            <a:endParaRPr lang="en-GB"/>
          </a:p>
        </p:txBody>
      </p:sp>
      <p:sp>
        <p:nvSpPr>
          <p:cNvPr id="5" name="Footer Placeholder 4">
            <a:extLst>
              <a:ext uri="{FF2B5EF4-FFF2-40B4-BE49-F238E27FC236}">
                <a16:creationId xmlns:a16="http://schemas.microsoft.com/office/drawing/2014/main" id="{132B624B-FED8-4A88-A401-418754F7E18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41CECF6-73B9-43FB-ADD3-C06E3FFBCA6F}"/>
              </a:ext>
            </a:extLst>
          </p:cNvPr>
          <p:cNvSpPr>
            <a:spLocks noGrp="1"/>
          </p:cNvSpPr>
          <p:nvPr>
            <p:ph type="sldNum" sz="quarter" idx="12"/>
          </p:nvPr>
        </p:nvSpPr>
        <p:spPr/>
        <p:txBody>
          <a:bodyPr/>
          <a:lstStyle/>
          <a:p>
            <a:fld id="{66FC89D5-3D49-42F4-ADF1-A786C18CC686}" type="slidenum">
              <a:rPr lang="en-GB" smtClean="0"/>
              <a:t>‹#›</a:t>
            </a:fld>
            <a:endParaRPr lang="en-GB"/>
          </a:p>
        </p:txBody>
      </p:sp>
      <p:sp>
        <p:nvSpPr>
          <p:cNvPr id="7" name="Rectangle 6">
            <a:extLst>
              <a:ext uri="{FF2B5EF4-FFF2-40B4-BE49-F238E27FC236}">
                <a16:creationId xmlns:a16="http://schemas.microsoft.com/office/drawing/2014/main" id="{F682CB3A-BEF8-4A40-AC35-A9DC6E3E927E}"/>
              </a:ext>
            </a:extLst>
          </p:cNvPr>
          <p:cNvSpPr/>
          <p:nvPr userDrawn="1"/>
        </p:nvSpPr>
        <p:spPr>
          <a:xfrm>
            <a:off x="191065" y="900751"/>
            <a:ext cx="11814515" cy="5469247"/>
          </a:xfrm>
          <a:prstGeom prst="rect">
            <a:avLst/>
          </a:prstGeom>
          <a:solidFill>
            <a:schemeClr val="tx1">
              <a:lumMod val="95000"/>
              <a:alpha val="92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02934125"/>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0328008"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406984903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titleOnly">
  <p:cSld name="8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F3D03-54A3-4D2B-9D41-F89A4354CF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327B5DE-2510-44D9-B8FB-9654FA928904}"/>
              </a:ext>
            </a:extLst>
          </p:cNvPr>
          <p:cNvSpPr>
            <a:spLocks noGrp="1"/>
          </p:cNvSpPr>
          <p:nvPr>
            <p:ph type="dt" sz="half" idx="10"/>
          </p:nvPr>
        </p:nvSpPr>
        <p:spPr/>
        <p:txBody>
          <a:bodyPr/>
          <a:lstStyle/>
          <a:p>
            <a:fld id="{198B3B90-3C3B-43E1-8971-96164C424B5F}" type="datetimeFigureOut">
              <a:rPr lang="en-US" smtClean="0">
                <a:solidFill>
                  <a:prstClr val="black"/>
                </a:solidFill>
              </a:rPr>
              <a:pPr/>
              <a:t>3/13/2024</a:t>
            </a:fld>
            <a:endParaRPr lang="en-US">
              <a:solidFill>
                <a:prstClr val="black"/>
              </a:solidFill>
            </a:endParaRPr>
          </a:p>
        </p:txBody>
      </p:sp>
      <p:sp>
        <p:nvSpPr>
          <p:cNvPr id="4" name="Footer Placeholder 3">
            <a:extLst>
              <a:ext uri="{FF2B5EF4-FFF2-40B4-BE49-F238E27FC236}">
                <a16:creationId xmlns:a16="http://schemas.microsoft.com/office/drawing/2014/main" id="{C81CC7E6-C750-472A-8983-1822161395D8}"/>
              </a:ext>
            </a:extLst>
          </p:cNvPr>
          <p:cNvSpPr>
            <a:spLocks noGrp="1"/>
          </p:cNvSpPr>
          <p:nvPr>
            <p:ph type="ftr" sz="quarter" idx="11"/>
          </p:nvPr>
        </p:nvSpPr>
        <p:spPr/>
        <p:txBody>
          <a:bodyPr/>
          <a:lstStyle/>
          <a:p>
            <a:endParaRPr lang="en-US">
              <a:solidFill>
                <a:prstClr val="black"/>
              </a:solidFill>
            </a:endParaRPr>
          </a:p>
        </p:txBody>
      </p:sp>
      <p:sp>
        <p:nvSpPr>
          <p:cNvPr id="5" name="Slide Number Placeholder 4">
            <a:extLst>
              <a:ext uri="{FF2B5EF4-FFF2-40B4-BE49-F238E27FC236}">
                <a16:creationId xmlns:a16="http://schemas.microsoft.com/office/drawing/2014/main" id="{FF4681F2-FF11-435C-A3E8-D31E3CE61DE8}"/>
              </a:ext>
            </a:extLst>
          </p:cNvPr>
          <p:cNvSpPr>
            <a:spLocks noGrp="1"/>
          </p:cNvSpPr>
          <p:nvPr>
            <p:ph type="sldNum" sz="quarter" idx="12"/>
          </p:nvPr>
        </p:nvSpPr>
        <p:spPr/>
        <p:txBody>
          <a:bodyPr/>
          <a:lstStyle/>
          <a:p>
            <a:fld id="{96D2A221-7219-4537-A27A-8EF6D0A61FB9}" type="slidenum">
              <a:rPr lang="en-US" smtClean="0">
                <a:solidFill>
                  <a:prstClr val="black"/>
                </a:solidFill>
              </a:rPr>
              <a:pPr/>
              <a:t>‹#›</a:t>
            </a:fld>
            <a:endParaRPr lang="en-US">
              <a:solidFill>
                <a:prstClr val="black"/>
              </a:solidFill>
            </a:endParaRPr>
          </a:p>
        </p:txBody>
      </p:sp>
    </p:spTree>
    <p:extLst>
      <p:ext uri="{BB962C8B-B14F-4D97-AF65-F5344CB8AC3E}">
        <p14:creationId xmlns:p14="http://schemas.microsoft.com/office/powerpoint/2010/main" val="37517435"/>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8" cy="143985"/>
        </p:xfrm>
        <a:graphic>
          <a:graphicData uri="http://schemas.openxmlformats.org/presentationml/2006/ole">
            <mc:AlternateContent xmlns:mc="http://schemas.openxmlformats.org/markup-compatibility/2006">
              <mc:Choice xmlns:v="urn:schemas-microsoft-com:vml" Requires="v">
                <p:oleObj name="think-cell Slide" r:id="rId5" imgW="360" imgH="360" progId="">
                  <p:embed/>
                </p:oleObj>
              </mc:Choice>
              <mc:Fallback>
                <p:oleObj name="think-cell Slide" r:id="rId5" imgW="360" imgH="360" progId="">
                  <p:embed/>
                  <p:pic>
                    <p:nvPicPr>
                      <p:cNvPr id="4" name="Object 3" hidden="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 y="1"/>
                        <a:ext cx="180998"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a:xfrm>
            <a:off x="2" y="1"/>
            <a:ext cx="12191999" cy="728133"/>
          </a:xfrm>
          <a:gradFill flip="none" rotWithShape="1">
            <a:gsLst>
              <a:gs pos="0">
                <a:srgbClr val="8488C4"/>
              </a:gs>
              <a:gs pos="53000">
                <a:srgbClr val="D4DEFF"/>
              </a:gs>
              <a:gs pos="83000">
                <a:srgbClr val="D4DEFF"/>
              </a:gs>
              <a:gs pos="100000">
                <a:srgbClr val="96AB94"/>
              </a:gs>
            </a:gsLst>
            <a:path path="circle">
              <a:fillToRect l="100000" t="100000"/>
            </a:path>
            <a:tileRect r="-100000" b="-100000"/>
          </a:gradFill>
        </p:spPr>
        <p:txBody>
          <a:bodyPr/>
          <a:lstStyle>
            <a:lvl1pPr>
              <a:defRPr sz="2400">
                <a:effectLst>
                  <a:outerShdw blurRad="38100" dist="38100" dir="2700000" algn="tl">
                    <a:srgbClr val="000000">
                      <a:alpha val="43137"/>
                    </a:srgbClr>
                  </a:outerShdw>
                </a:effectLst>
              </a:defRPr>
            </a:lvl1pPr>
          </a:lstStyle>
          <a:p>
            <a:r>
              <a:rPr lang="en-US" noProof="0"/>
              <a:t>Click to edit Master title style</a:t>
            </a:r>
            <a:endParaRPr lang="en-US"/>
          </a:p>
        </p:txBody>
      </p:sp>
      <p:sp>
        <p:nvSpPr>
          <p:cNvPr id="3" name="Content Placeholder 2"/>
          <p:cNvSpPr>
            <a:spLocks noGrp="1"/>
          </p:cNvSpPr>
          <p:nvPr>
            <p:ph idx="1" hasCustomPrompt="1"/>
            <p:custDataLst>
              <p:tags r:id="rId3"/>
            </p:custDataLst>
          </p:nvPr>
        </p:nvSpPr>
        <p:spPr>
          <a:xfrm>
            <a:off x="398021" y="1494766"/>
            <a:ext cx="11793979" cy="4643751"/>
          </a:xfrm>
        </p:spPr>
        <p:txBody>
          <a:bodyPr/>
          <a:lstStyle>
            <a:lvl1pPr>
              <a:defRPr b="0"/>
            </a:lvl1pPr>
            <a:lvl5pPr>
              <a:buNone/>
              <a:defRPr/>
            </a:lvl5pPr>
          </a:lstStyle>
          <a:p>
            <a:pPr lvl="0"/>
            <a:r>
              <a:rPr lang="en-US" noProof="0"/>
              <a:t>Click to edit Master text style</a:t>
            </a:r>
          </a:p>
          <a:p>
            <a:pPr lvl="1"/>
            <a:r>
              <a:rPr lang="en-US" noProof="0"/>
              <a:t>Text style level 2</a:t>
            </a:r>
          </a:p>
          <a:p>
            <a:pPr lvl="2"/>
            <a:r>
              <a:rPr lang="en-US" noProof="0"/>
              <a:t>Text style level 3</a:t>
            </a:r>
          </a:p>
          <a:p>
            <a:pPr lvl="3"/>
            <a:r>
              <a:rPr lang="en-US" noProof="0"/>
              <a:t>Text style level 4</a:t>
            </a:r>
          </a:p>
        </p:txBody>
      </p:sp>
      <p:pic>
        <p:nvPicPr>
          <p:cNvPr id="5" name="Picture 4" descr="C:\Users\hbuys\AppData\Local\Microsoft\Windows\Temporary Internet Files\Content.IE5\EZASK7NL\large-alphabet-Letter-L-0-3858[1].gif"/>
          <p:cNvPicPr>
            <a:picLocks noChangeAspect="1" noChangeArrowheads="1"/>
          </p:cNvPicPr>
          <p:nvPr userDrawn="1"/>
        </p:nvPicPr>
        <p:blipFill>
          <a:blip r:embed="rId7" cstate="print"/>
          <a:srcRect/>
          <a:stretch>
            <a:fillRect/>
          </a:stretch>
        </p:blipFill>
        <p:spPr bwMode="auto">
          <a:xfrm>
            <a:off x="11785600" y="121834"/>
            <a:ext cx="231959" cy="315682"/>
          </a:xfrm>
          <a:prstGeom prst="rect">
            <a:avLst/>
          </a:prstGeom>
          <a:noFill/>
        </p:spPr>
      </p:pic>
    </p:spTree>
    <p:extLst>
      <p:ext uri="{BB962C8B-B14F-4D97-AF65-F5344CB8AC3E}">
        <p14:creationId xmlns:p14="http://schemas.microsoft.com/office/powerpoint/2010/main" val="7575467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hasCustomPrompt="1"/>
          </p:nvPr>
        </p:nvSpPr>
        <p:spPr>
          <a:xfrm>
            <a:off x="407990" y="2010609"/>
            <a:ext cx="5543551" cy="4442581"/>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1" name="Text Placeholder 7">
            <a:extLst>
              <a:ext uri="{FF2B5EF4-FFF2-40B4-BE49-F238E27FC236}">
                <a16:creationId xmlns:a16="http://schemas.microsoft.com/office/drawing/2014/main" id="{4F279807-494A-45DD-A5C6-24F625316B92}"/>
              </a:ext>
            </a:extLst>
          </p:cNvPr>
          <p:cNvSpPr>
            <a:spLocks noGrp="1"/>
          </p:cNvSpPr>
          <p:nvPr>
            <p:ph type="body" sz="quarter" idx="11" hasCustomPrompt="1"/>
          </p:nvPr>
        </p:nvSpPr>
        <p:spPr>
          <a:xfrm>
            <a:off x="6240467" y="2010606"/>
            <a:ext cx="5516444" cy="4441372"/>
          </a:xfrm>
          <a:prstGeom prst="rect">
            <a:avLst/>
          </a:prstGeom>
        </p:spPr>
        <p:txBody>
          <a:bodyPr>
            <a:noAutofit/>
          </a:bodyPr>
          <a:lstStyle>
            <a:lvl1pPr>
              <a:lnSpc>
                <a:spcPct val="100000"/>
              </a:lnSpc>
              <a:defRPr sz="16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long text</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7990" y="1420990"/>
            <a:ext cx="5543551"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240467" y="1420990"/>
            <a:ext cx="5516444" cy="438494"/>
          </a:xfrm>
          <a:prstGeom prst="rect">
            <a:avLst/>
          </a:prstGeom>
        </p:spPr>
        <p:txBody>
          <a:bodyPr>
            <a:noAutofit/>
          </a:bodyPr>
          <a:lstStyle>
            <a:lvl1pPr>
              <a:lnSpc>
                <a:spcPts val="2500"/>
              </a:lnSpc>
              <a:defRPr sz="2000" b="0">
                <a:solidFill>
                  <a:srgbClr val="12ABDB"/>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title</a:t>
            </a:r>
          </a:p>
        </p:txBody>
      </p:sp>
      <p:sp>
        <p:nvSpPr>
          <p:cNvPr id="9" name="Title Placeholder 1">
            <a:extLst>
              <a:ext uri="{FF2B5EF4-FFF2-40B4-BE49-F238E27FC236}">
                <a16:creationId xmlns:a16="http://schemas.microsoft.com/office/drawing/2014/main" id="{6733E381-C11A-4F10-88ED-DDEA4B9167E2}"/>
              </a:ext>
            </a:extLst>
          </p:cNvPr>
          <p:cNvSpPr>
            <a:spLocks noGrp="1"/>
          </p:cNvSpPr>
          <p:nvPr>
            <p:ph type="title" hasCustomPrompt="1"/>
          </p:nvPr>
        </p:nvSpPr>
        <p:spPr>
          <a:xfrm>
            <a:off x="407988" y="404813"/>
            <a:ext cx="10944596" cy="865054"/>
          </a:xfrm>
          <a:prstGeom prst="rect">
            <a:avLst/>
          </a:prstGeom>
        </p:spPr>
        <p:txBody>
          <a:bodyPr vert="horz" lIns="0" tIns="0" rIns="0" bIns="0" rtlCol="0" anchor="t">
            <a:normAutofit/>
          </a:bodyPr>
          <a:lstStyle>
            <a:lvl1pPr>
              <a:defRPr lang="pt-PT" dirty="0">
                <a:solidFill>
                  <a:schemeClr val="tx2"/>
                </a:solidFill>
              </a:defRPr>
            </a:lvl1pPr>
          </a:lstStyle>
          <a:p>
            <a:pPr lvl="0">
              <a:lnSpc>
                <a:spcPts val="3408"/>
              </a:lnSpc>
            </a:pPr>
            <a:r>
              <a:rPr lang="en-US"/>
              <a:t>Click to insert title</a:t>
            </a:r>
            <a:endParaRPr lang="pt-PT"/>
          </a:p>
        </p:txBody>
      </p:sp>
    </p:spTree>
    <p:extLst>
      <p:ext uri="{BB962C8B-B14F-4D97-AF65-F5344CB8AC3E}">
        <p14:creationId xmlns:p14="http://schemas.microsoft.com/office/powerpoint/2010/main" val="387574095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6096000" y="0"/>
            <a:ext cx="6096000"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7987" y="3509583"/>
            <a:ext cx="5597526"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397879" y="1677087"/>
            <a:ext cx="5698121" cy="1828193"/>
          </a:xfrm>
        </p:spPr>
        <p:txBody>
          <a:bodyPr wrap="square" lIns="36000" rIns="36000" bIns="0" anchor="ctr" anchorCtr="0">
            <a:spAutoFit/>
          </a:bodyPr>
          <a:lstStyle>
            <a:lvl1pPr algn="l">
              <a:lnSpc>
                <a:spcPct val="90000"/>
              </a:lnSpc>
              <a:defRPr sz="44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09848"/>
            <a:ext cx="3024000" cy="1226177"/>
          </a:xfrm>
          <a:prstGeom prst="rect">
            <a:avLst/>
          </a:prstGeom>
        </p:spPr>
      </p:pic>
      <p:sp>
        <p:nvSpPr>
          <p:cNvPr id="6" name="Content Placeholder 4"/>
          <p:cNvSpPr>
            <a:spLocks noGrp="1"/>
          </p:cNvSpPr>
          <p:nvPr>
            <p:ph sz="quarter" idx="11"/>
          </p:nvPr>
        </p:nvSpPr>
        <p:spPr>
          <a:xfrm>
            <a:off x="404813" y="4343400"/>
            <a:ext cx="5600700" cy="2119313"/>
          </a:xfrm>
        </p:spPr>
        <p:txBody>
          <a:bodyPr numCol="1"/>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8" name="Text Placeholder 8">
            <a:extLst>
              <a:ext uri="{FF2B5EF4-FFF2-40B4-BE49-F238E27FC236}">
                <a16:creationId xmlns:a16="http://schemas.microsoft.com/office/drawing/2014/main" id="{E744C52A-2030-4EFF-B1D2-B60B2B279897}"/>
              </a:ext>
            </a:extLst>
          </p:cNvPr>
          <p:cNvSpPr>
            <a:spLocks noGrp="1"/>
          </p:cNvSpPr>
          <p:nvPr>
            <p:ph type="body" sz="quarter" idx="12" hasCustomPrompt="1"/>
          </p:nvPr>
        </p:nvSpPr>
        <p:spPr>
          <a:xfrm>
            <a:off x="397879" y="1365007"/>
            <a:ext cx="5607634" cy="312080"/>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883932923"/>
      </p:ext>
    </p:extLst>
  </p:cSld>
  <p:clrMapOvr>
    <a:masterClrMapping/>
  </p:clrMapOvr>
  <p:extLst>
    <p:ext uri="{DCECCB84-F9BA-43D5-87BE-67443E8EF086}">
      <p15:sldGuideLst xmlns:p15="http://schemas.microsoft.com/office/powerpoint/2012/main"/>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402411546"/>
      </p:ext>
    </p:extLst>
  </p:cSld>
  <p:clrMapOvr>
    <a:masterClrMapping/>
  </p:clrMapOvr>
  <p:extLst>
    <p:ext uri="{DCECCB84-F9BA-43D5-87BE-67443E8EF086}">
      <p15:sldGuideLst xmlns:p15="http://schemas.microsoft.com/office/powerpoint/2012/main"/>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1990185582"/>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74317356"/>
      </p:ext>
    </p:extLst>
  </p:cSld>
  <p:clrMapOvr>
    <a:masterClrMapping/>
  </p:clrMapOvr>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55081809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43589527"/>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04203169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0050574"/>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41078559"/>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8109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57535800"/>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57665688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192420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310471827"/>
      </p:ext>
    </p:extLst>
  </p:cSld>
  <p:clrMapOvr>
    <a:masterClrMapping/>
  </p:clrMapOvr>
  <p:extLst>
    <p:ext uri="{DCECCB84-F9BA-43D5-87BE-67443E8EF086}">
      <p15:sldGuideLst xmlns:p15="http://schemas.microsoft.com/office/powerpoint/2012/main"/>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766735806"/>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5089721"/>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573526466"/>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7970572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280450640"/>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65220789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790077819"/>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82133137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2871F6-8CCE-1997-E639-30EB6C508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359ADC14-328F-AC61-0007-6DB30AAAC6F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21FB4071-256F-2943-54D1-CBD76B489927}"/>
              </a:ext>
            </a:extLst>
          </p:cNvPr>
          <p:cNvSpPr>
            <a:spLocks noGrp="1"/>
          </p:cNvSpPr>
          <p:nvPr>
            <p:ph type="dt" sz="half" idx="10"/>
          </p:nvPr>
        </p:nvSpPr>
        <p:spPr/>
        <p:txBody>
          <a:bodyPr/>
          <a:lstStyle/>
          <a:p>
            <a:fld id="{96784ECD-CD7E-46BB-8572-A6F568850810}" type="datetimeFigureOut">
              <a:rPr lang="en-GB" smtClean="0"/>
              <a:t>13/03/2024</a:t>
            </a:fld>
            <a:endParaRPr lang="en-GB"/>
          </a:p>
        </p:txBody>
      </p:sp>
      <p:sp>
        <p:nvSpPr>
          <p:cNvPr id="5" name="Footer Placeholder 4">
            <a:extLst>
              <a:ext uri="{FF2B5EF4-FFF2-40B4-BE49-F238E27FC236}">
                <a16:creationId xmlns:a16="http://schemas.microsoft.com/office/drawing/2014/main" id="{D17F141D-D9E4-1090-E944-2BA3F56EB8A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EEC4F96-7133-D642-9EE9-8EF3865DFF43}"/>
              </a:ext>
            </a:extLst>
          </p:cNvPr>
          <p:cNvSpPr>
            <a:spLocks noGrp="1"/>
          </p:cNvSpPr>
          <p:nvPr>
            <p:ph type="sldNum" sz="quarter" idx="12"/>
          </p:nvPr>
        </p:nvSpPr>
        <p:spPr/>
        <p:txBody>
          <a:bodyPr/>
          <a:lstStyle/>
          <a:p>
            <a:fld id="{D708F159-ABE9-441A-9DA7-56C844EFEE43}" type="slidenum">
              <a:rPr lang="en-GB" smtClean="0"/>
              <a:t>‹#›</a:t>
            </a:fld>
            <a:endParaRPr lang="en-GB"/>
          </a:p>
        </p:txBody>
      </p:sp>
    </p:spTree>
    <p:extLst>
      <p:ext uri="{BB962C8B-B14F-4D97-AF65-F5344CB8AC3E}">
        <p14:creationId xmlns:p14="http://schemas.microsoft.com/office/powerpoint/2010/main" val="4061944835"/>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3555565916"/>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46610001"/>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68000" y="295631"/>
            <a:ext cx="3024000" cy="1226177"/>
          </a:xfrm>
          <a:prstGeom prst="rect">
            <a:avLst/>
          </a:prstGeom>
        </p:spPr>
      </p:pic>
    </p:spTree>
    <p:extLst>
      <p:ext uri="{BB962C8B-B14F-4D97-AF65-F5344CB8AC3E}">
        <p14:creationId xmlns:p14="http://schemas.microsoft.com/office/powerpoint/2010/main" val="2424938477"/>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pic>
        <p:nvPicPr>
          <p:cNvPr id="5" name="Picture 4" descr="Construction worker cutting through metal">
            <a:extLst>
              <a:ext uri="{FF2B5EF4-FFF2-40B4-BE49-F238E27FC236}">
                <a16:creationId xmlns:a16="http://schemas.microsoft.com/office/drawing/2014/main" id="{29C6EFF9-4E06-4E6E-B36E-95016398A20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548438"/>
          </a:xfrm>
          <a:prstGeom prst="rect">
            <a:avLst/>
          </a:prstGeom>
        </p:spPr>
      </p:pic>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3"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to back</a:t>
            </a:r>
          </a:p>
        </p:txBody>
      </p:sp>
    </p:spTree>
    <p:extLst>
      <p:ext uri="{BB962C8B-B14F-4D97-AF65-F5344CB8AC3E}">
        <p14:creationId xmlns:p14="http://schemas.microsoft.com/office/powerpoint/2010/main" val="2923288967"/>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to back</a:t>
            </a:r>
          </a:p>
        </p:txBody>
      </p:sp>
      <p:sp>
        <p:nvSpPr>
          <p:cNvPr id="7" name="Picture Placeholder 9">
            <a:extLst>
              <a:ext uri="{FF2B5EF4-FFF2-40B4-BE49-F238E27FC236}">
                <a16:creationId xmlns:a16="http://schemas.microsoft.com/office/drawing/2014/main" id="{081C4918-C9CA-457D-B771-BBF2B621BB8B}"/>
              </a:ext>
            </a:extLst>
          </p:cNvPr>
          <p:cNvSpPr>
            <a:spLocks noGrp="1"/>
          </p:cNvSpPr>
          <p:nvPr>
            <p:ph type="pic" sz="quarter" idx="11"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8" name="Subtitle">
            <a:extLst>
              <a:ext uri="{FF2B5EF4-FFF2-40B4-BE49-F238E27FC236}">
                <a16:creationId xmlns:a16="http://schemas.microsoft.com/office/drawing/2014/main" id="{EC048838-321C-4CDC-B5B5-945F310A2C37}"/>
              </a:ext>
            </a:extLst>
          </p:cNvPr>
          <p:cNvSpPr>
            <a:spLocks noGrp="1"/>
          </p:cNvSpPr>
          <p:nvPr>
            <p:ph type="subTitle" idx="1"/>
          </p:nvPr>
        </p:nvSpPr>
        <p:spPr>
          <a:xfrm>
            <a:off x="404813" y="4561383"/>
            <a:ext cx="477678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itle">
            <a:extLst>
              <a:ext uri="{FF2B5EF4-FFF2-40B4-BE49-F238E27FC236}">
                <a16:creationId xmlns:a16="http://schemas.microsoft.com/office/drawing/2014/main" id="{5B033218-1FB2-4E4E-8884-28C9C6A32F7A}"/>
              </a:ext>
            </a:extLst>
          </p:cNvPr>
          <p:cNvSpPr>
            <a:spLocks noGrp="1"/>
          </p:cNvSpPr>
          <p:nvPr>
            <p:ph type="ctrTitle"/>
          </p:nvPr>
        </p:nvSpPr>
        <p:spPr>
          <a:xfrm>
            <a:off x="404813" y="3622724"/>
            <a:ext cx="4776787" cy="886397"/>
          </a:xfrm>
        </p:spPr>
        <p:txBody>
          <a:bodyPr wrap="square" lIns="36000" rIns="36000" bIns="0" anchor="b" anchorCtr="0">
            <a:spAutoFit/>
          </a:bodyPr>
          <a:lstStyle>
            <a:lvl1pPr algn="l">
              <a:lnSpc>
                <a:spcPct val="90000"/>
              </a:lnSpc>
              <a:defRPr sz="32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179677478"/>
      </p:ext>
    </p:extLst>
  </p:cSld>
  <p:clrMapOvr>
    <a:masterClrMapping/>
  </p:clrMapOvr>
  <p:extLst>
    <p:ext uri="{DCECCB84-F9BA-43D5-87BE-67443E8EF086}">
      <p15:sldGuideLst xmlns:p15="http://schemas.microsoft.com/office/powerpoint/2012/main"/>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418361890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22092844"/>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251060138"/>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08680473"/>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64777275"/>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31812430"/>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2949539719"/>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520820240"/>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9516335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79306526"/>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6166728"/>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791117424"/>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3738572230"/>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6564517"/>
      </p:ext>
    </p:extLst>
  </p:cSld>
  <p:clrMapOvr>
    <a:masterClrMapping/>
  </p:clrMapOvr>
  <p:extLst>
    <p:ext uri="{DCECCB84-F9BA-43D5-87BE-67443E8EF086}">
      <p15:sldGuideLst xmlns:p15="http://schemas.microsoft.com/office/powerpoint/2012/main"/>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14455822"/>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440604304"/>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5545800" cy="1105200"/>
          </a:xfrm>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294823313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cSld name="Blank">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111823520"/>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userDrawn="1">
  <p:cSld name="Section A – Narrow">
    <p:spTree>
      <p:nvGrpSpPr>
        <p:cNvPr id="1" name=""/>
        <p:cNvGrpSpPr/>
        <p:nvPr/>
      </p:nvGrpSpPr>
      <p:grpSpPr>
        <a:xfrm>
          <a:off x="0" y="0"/>
          <a:ext cx="0" cy="0"/>
          <a:chOff x="0" y="0"/>
          <a:chExt cx="0" cy="0"/>
        </a:xfrm>
      </p:grpSpPr>
      <p:pic>
        <p:nvPicPr>
          <p:cNvPr id="4" name="Picture 3" descr="Simple concrete texture">
            <a:extLst>
              <a:ext uri="{FF2B5EF4-FFF2-40B4-BE49-F238E27FC236}">
                <a16:creationId xmlns:a16="http://schemas.microsoft.com/office/drawing/2014/main" id="{8F989865-EE8D-4748-9860-2F8CAAFFCADB}"/>
              </a:ext>
            </a:extLst>
          </p:cNvPr>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55737" y="-1"/>
            <a:ext cx="4585572"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extLst>
              <a:ext uri="{28A0092B-C50C-407E-A947-70E740481C1C}">
                <a14:useLocalDpi xmlns:a14="http://schemas.microsoft.com/office/drawing/2010/main"/>
              </a:ext>
            </a:extLst>
          </a:blip>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extLst>
              <a:ext uri="{28A0092B-C50C-407E-A947-70E740481C1C}">
                <a14:useLocalDpi xmlns:a14="http://schemas.microsoft.com/office/drawing/2010/main"/>
              </a:ext>
            </a:extLst>
          </a:blip>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extLst>
              <a:ext uri="{28A0092B-C50C-407E-A947-70E740481C1C}">
                <a14:useLocalDpi xmlns:a14="http://schemas.microsoft.com/office/drawing/2010/main"/>
              </a:ext>
            </a:extLst>
          </a:blip>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051371092"/>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04.xml><?xml version="1.0" encoding="utf-8"?>
<p:sldLayout xmlns:a="http://schemas.openxmlformats.org/drawingml/2006/main" xmlns:r="http://schemas.openxmlformats.org/officeDocument/2006/relationships" xmlns:p="http://schemas.openxmlformats.org/presentationml/2006/main" userDrawn="1">
  <p:cSld name="2_Content Master">
    <p:spTree>
      <p:nvGrpSpPr>
        <p:cNvPr id="1" name=""/>
        <p:cNvGrpSpPr/>
        <p:nvPr/>
      </p:nvGrpSpPr>
      <p:grpSpPr>
        <a:xfrm>
          <a:off x="0" y="0"/>
          <a:ext cx="0" cy="0"/>
          <a:chOff x="0" y="0"/>
          <a:chExt cx="0" cy="0"/>
        </a:xfrm>
      </p:grpSpPr>
      <p:graphicFrame>
        <p:nvGraphicFramePr>
          <p:cNvPr id="3" name="Object 9" hidden="1"/>
          <p:cNvGraphicFramePr>
            <a:graphicFrameLocks noChangeAspect="1"/>
          </p:cNvGraphicFramePr>
          <p:nvPr>
            <p:custDataLst>
              <p:tags r:id="rId1"/>
            </p:custDataLst>
          </p:nvPr>
        </p:nvGraphicFramePr>
        <p:xfrm>
          <a:off x="1" y="3"/>
          <a:ext cx="181708" cy="144463"/>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3"/>
                        <a:ext cx="181708" cy="144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384485" y="180327"/>
            <a:ext cx="11083532" cy="859536"/>
          </a:xfrm>
        </p:spPr>
        <p:txBody>
          <a:bodyPr/>
          <a:lstStyle>
            <a:lvl1pPr>
              <a:defRPr sz="2399"/>
            </a:lvl1pPr>
          </a:lstStyle>
          <a:p>
            <a:r>
              <a:rPr lang="en-US" noProof="0"/>
              <a:t>Click to edit Master title style</a:t>
            </a:r>
            <a:endParaRPr lang="en-US"/>
          </a:p>
        </p:txBody>
      </p:sp>
    </p:spTree>
    <p:extLst>
      <p:ext uri="{BB962C8B-B14F-4D97-AF65-F5344CB8AC3E}">
        <p14:creationId xmlns:p14="http://schemas.microsoft.com/office/powerpoint/2010/main" val="3108476830"/>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a:solidFill>
                <a:schemeClr val="bg1"/>
              </a:solidFill>
              <a:cs typeface="Arial" panose="020B0604020202020204" pitchFamily="34" charset="0"/>
            </a:endParaRPr>
          </a:p>
        </p:txBody>
      </p:sp>
    </p:spTree>
    <p:extLst>
      <p:ext uri="{BB962C8B-B14F-4D97-AF65-F5344CB8AC3E}">
        <p14:creationId xmlns:p14="http://schemas.microsoft.com/office/powerpoint/2010/main" val="1724053805"/>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a:solidFill>
                  <a:schemeClr val="bg1"/>
                </a:solidFill>
                <a:cs typeface="Arial" panose="020B0604020202020204" pitchFamily="34" charset="0"/>
              </a:rPr>
              <a:t>© 2022 Capgemini. All rights reserved.</a:t>
            </a:r>
          </a:p>
        </p:txBody>
      </p:sp>
    </p:spTree>
    <p:extLst>
      <p:ext uri="{BB962C8B-B14F-4D97-AF65-F5344CB8AC3E}">
        <p14:creationId xmlns:p14="http://schemas.microsoft.com/office/powerpoint/2010/main" val="569480190"/>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83998555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247320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userDrawn="1">
  <p:cSld name="USE THIS ON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0AD71DBB-784F-460C-A192-55671B86D50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0AD71DBB-784F-460C-A192-55671B86D50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8" name="Rectangle 7" hidden="1">
            <a:extLst>
              <a:ext uri="{FF2B5EF4-FFF2-40B4-BE49-F238E27FC236}">
                <a16:creationId xmlns:a16="http://schemas.microsoft.com/office/drawing/2014/main" id="{FC32C0AF-EE0C-4AF7-848F-E6A5B254506F}"/>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a:solidFill>
                <a:schemeClr val="tx1"/>
              </a:solidFill>
              <a:latin typeface="Ubuntu" panose="020B0504030602030204" pitchFamily="34" charset="0"/>
              <a:ea typeface="+mj-ea"/>
              <a:cs typeface="+mj-cs"/>
              <a:sym typeface="Verdana" panose="020B0604030504040204" pitchFamily="34" charset="0"/>
            </a:endParaRPr>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76999"/>
          </a:xfrm>
        </p:spPr>
        <p:txBody>
          <a:bodyPr>
            <a:spAutoFit/>
          </a:bodyPr>
          <a:lstStyle>
            <a:lvl1pPr>
              <a:defRPr sz="1800">
                <a:solidFill>
                  <a:schemeClr val="accent1"/>
                </a:solidFill>
                <a:latin typeface="+mn-lt"/>
              </a:defRPr>
            </a:lvl1pPr>
          </a:lstStyle>
          <a:p>
            <a:pPr lvl="0"/>
            <a:r>
              <a:rPr lang="en-US"/>
              <a:t>Click to edit Master text styles</a:t>
            </a:r>
          </a:p>
        </p:txBody>
      </p:sp>
      <p:sp>
        <p:nvSpPr>
          <p:cNvPr id="5" name="Text Placeholder 4">
            <a:extLst>
              <a:ext uri="{FF2B5EF4-FFF2-40B4-BE49-F238E27FC236}">
                <a16:creationId xmlns:a16="http://schemas.microsoft.com/office/drawing/2014/main" id="{8822E626-8D4A-4823-A07D-CB58B184F6AA}"/>
              </a:ext>
            </a:extLst>
          </p:cNvPr>
          <p:cNvSpPr>
            <a:spLocks noGrp="1"/>
          </p:cNvSpPr>
          <p:nvPr>
            <p:ph type="body" sz="quarter" idx="16"/>
          </p:nvPr>
        </p:nvSpPr>
        <p:spPr>
          <a:xfrm>
            <a:off x="550863" y="1628775"/>
            <a:ext cx="11090275" cy="48609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Title 6">
            <a:extLst>
              <a:ext uri="{FF2B5EF4-FFF2-40B4-BE49-F238E27FC236}">
                <a16:creationId xmlns:a16="http://schemas.microsoft.com/office/drawing/2014/main" id="{D0C6E98A-86A2-4C2E-96BE-92ED9F77722C}"/>
              </a:ext>
            </a:extLst>
          </p:cNvPr>
          <p:cNvSpPr>
            <a:spLocks noGrp="1"/>
          </p:cNvSpPr>
          <p:nvPr>
            <p:ph type="title"/>
          </p:nvPr>
        </p:nvSpPr>
        <p:spPr/>
        <p:txBody>
          <a:bodyPr/>
          <a:lstStyle>
            <a:lvl1pPr>
              <a:defRPr sz="2400"/>
            </a:lvl1pPr>
          </a:lstStyle>
          <a:p>
            <a:r>
              <a:rPr lang="en-US"/>
              <a:t>Click to edit Master title style</a:t>
            </a:r>
            <a:endParaRPr lang="de-DE"/>
          </a:p>
        </p:txBody>
      </p:sp>
    </p:spTree>
    <p:extLst>
      <p:ext uri="{BB962C8B-B14F-4D97-AF65-F5344CB8AC3E}">
        <p14:creationId xmlns:p14="http://schemas.microsoft.com/office/powerpoint/2010/main" val="412798415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012554595"/>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13144558"/>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subtitle and content">
    <p:bg>
      <p:bgPr>
        <a:solidFill>
          <a:schemeClr val="bg2"/>
        </a:solidFill>
        <a:effectLst/>
      </p:bgPr>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98D8912F-156D-4144-95D6-C030BED3A0F3}"/>
              </a:ext>
            </a:extLst>
          </p:cNvPr>
          <p:cNvSpPr>
            <a:spLocks noGrp="1"/>
          </p:cNvSpPr>
          <p:nvPr>
            <p:ph type="body" sz="quarter" idx="10"/>
          </p:nvPr>
        </p:nvSpPr>
        <p:spPr>
          <a:xfrm>
            <a:off x="550200" y="1815351"/>
            <a:ext cx="11091600" cy="4466201"/>
          </a:xfrm>
          <a:prstGeom prst="rect">
            <a:avLst/>
          </a:prstGeom>
        </p:spPr>
        <p:txBody>
          <a:bodyPr lIns="0" tIns="0" rIns="0" bIns="0"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12" name="Espace réservé du texte 4">
            <a:extLst>
              <a:ext uri="{FF2B5EF4-FFF2-40B4-BE49-F238E27FC236}">
                <a16:creationId xmlns:a16="http://schemas.microsoft.com/office/drawing/2014/main" id="{F077FA37-1306-CD45-A29B-E15565294EAF}"/>
              </a:ext>
            </a:extLst>
          </p:cNvPr>
          <p:cNvSpPr>
            <a:spLocks noGrp="1"/>
          </p:cNvSpPr>
          <p:nvPr>
            <p:ph type="body" sz="quarter" idx="11" hasCustomPrompt="1"/>
          </p:nvPr>
        </p:nvSpPr>
        <p:spPr>
          <a:xfrm>
            <a:off x="550200" y="1148607"/>
            <a:ext cx="11091600" cy="504056"/>
          </a:xfrm>
          <a:prstGeom prst="rect">
            <a:avLst/>
          </a:prstGeom>
        </p:spPr>
        <p:txBody>
          <a:bodyPr lIns="0" tIns="0" rIns="0" bIns="0">
            <a:normAutofit/>
          </a:bodyPr>
          <a:lstStyle>
            <a:lvl1pPr>
              <a:spcBef>
                <a:spcPts val="0"/>
              </a:spcBef>
              <a:defRPr sz="2200" spc="-110" baseline="0">
                <a:solidFill>
                  <a:schemeClr val="accent1"/>
                </a:solidFill>
                <a:latin typeface="+mj-lt"/>
              </a:defRPr>
            </a:lvl1pPr>
          </a:lstStyle>
          <a:p>
            <a:pPr lvl="0"/>
            <a:r>
              <a:rPr lang="en-US"/>
              <a:t>Click to edit Master subtitle styles</a:t>
            </a:r>
          </a:p>
        </p:txBody>
      </p:sp>
      <p:sp>
        <p:nvSpPr>
          <p:cNvPr id="4" name="Title 3">
            <a:extLst>
              <a:ext uri="{FF2B5EF4-FFF2-40B4-BE49-F238E27FC236}">
                <a16:creationId xmlns:a16="http://schemas.microsoft.com/office/drawing/2014/main" id="{E4781F08-E2A8-D54B-9C2A-486D5A8C428C}"/>
              </a:ext>
            </a:extLst>
          </p:cNvPr>
          <p:cNvSpPr>
            <a:spLocks noGrp="1"/>
          </p:cNvSpPr>
          <p:nvPr>
            <p:ph type="title"/>
          </p:nvPr>
        </p:nvSpPr>
        <p:spPr>
          <a:xfrm>
            <a:off x="548640" y="0"/>
            <a:ext cx="11091672" cy="1106424"/>
          </a:xfrm>
          <a:prstGeom prst="rect">
            <a:avLst/>
          </a:prstGeom>
        </p:spPr>
        <p:txBody>
          <a:bodyPr vert="horz" lIns="0" tIns="180000" rIns="0" bIns="0" rtlCol="0" anchor="t">
            <a:noAutofit/>
          </a:bodyPr>
          <a:lstStyle>
            <a:lvl1pPr>
              <a:defRPr lang="en-US"/>
            </a:lvl1pPr>
          </a:lstStyle>
          <a:p>
            <a:pPr lvl="0">
              <a:spcBef>
                <a:spcPts val="0"/>
              </a:spcBef>
            </a:pPr>
            <a:r>
              <a:rPr lang="en-US"/>
              <a:t>Click to edit Master title style</a:t>
            </a:r>
          </a:p>
        </p:txBody>
      </p:sp>
    </p:spTree>
    <p:extLst>
      <p:ext uri="{BB962C8B-B14F-4D97-AF65-F5344CB8AC3E}">
        <p14:creationId xmlns:p14="http://schemas.microsoft.com/office/powerpoint/2010/main" val="246750488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1924792472"/>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CE4F9-B3B6-4E6A-8643-2586658357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A17CB26E-34D1-475B-AB64-468E5AFF667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7F40A5F7-0D71-4EF4-87CB-4316F2AA44D3}"/>
              </a:ext>
            </a:extLst>
          </p:cNvPr>
          <p:cNvSpPr>
            <a:spLocks noGrp="1"/>
          </p:cNvSpPr>
          <p:nvPr>
            <p:ph type="dt" sz="half" idx="10"/>
          </p:nvPr>
        </p:nvSpPr>
        <p:spPr/>
        <p:txBody>
          <a:bodyPr/>
          <a:lstStyle/>
          <a:p>
            <a:fld id="{44E66089-E423-4D92-BA52-53983702B7FE}" type="datetimeFigureOut">
              <a:rPr lang="en-GB" smtClean="0"/>
              <a:t>13/03/2024</a:t>
            </a:fld>
            <a:endParaRPr lang="en-GB"/>
          </a:p>
        </p:txBody>
      </p:sp>
      <p:sp>
        <p:nvSpPr>
          <p:cNvPr id="5" name="Footer Placeholder 4">
            <a:extLst>
              <a:ext uri="{FF2B5EF4-FFF2-40B4-BE49-F238E27FC236}">
                <a16:creationId xmlns:a16="http://schemas.microsoft.com/office/drawing/2014/main" id="{EAC84C48-F095-4992-B6DF-20428F15BEE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4B93A0EF-7912-4C0A-B829-D30E82EBE665}"/>
              </a:ext>
            </a:extLst>
          </p:cNvPr>
          <p:cNvSpPr>
            <a:spLocks noGrp="1"/>
          </p:cNvSpPr>
          <p:nvPr>
            <p:ph type="sldNum" sz="quarter" idx="12"/>
          </p:nvPr>
        </p:nvSpPr>
        <p:spPr/>
        <p:txBody>
          <a:bodyPr/>
          <a:lstStyle/>
          <a:p>
            <a:fld id="{F9A2B593-8181-44ED-9949-8D8F477B6F9C}" type="slidenum">
              <a:rPr lang="en-GB" smtClean="0"/>
              <a:t>‹#›</a:t>
            </a:fld>
            <a:endParaRPr lang="en-GB"/>
          </a:p>
        </p:txBody>
      </p:sp>
    </p:spTree>
    <p:extLst>
      <p:ext uri="{BB962C8B-B14F-4D97-AF65-F5344CB8AC3E}">
        <p14:creationId xmlns:p14="http://schemas.microsoft.com/office/powerpoint/2010/main" val="2200755770"/>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D4934-158F-8215-F3FF-1BD3FE5977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969751E-AAEA-32F8-E97A-E7344DE9105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8802BF7-1EDF-413A-70F1-869C01B5DAD4}"/>
              </a:ext>
            </a:extLst>
          </p:cNvPr>
          <p:cNvSpPr>
            <a:spLocks noGrp="1"/>
          </p:cNvSpPr>
          <p:nvPr>
            <p:ph type="dt" sz="half" idx="10"/>
          </p:nvPr>
        </p:nvSpPr>
        <p:spPr/>
        <p:txBody>
          <a:bodyPr/>
          <a:lstStyle/>
          <a:p>
            <a:fld id="{AA34BEBE-2228-6744-BE97-B19D1AF5F2D9}" type="datetimeFigureOut">
              <a:rPr lang="en-US" smtClean="0"/>
              <a:t>3/13/2024</a:t>
            </a:fld>
            <a:endParaRPr lang="en-US"/>
          </a:p>
        </p:txBody>
      </p:sp>
      <p:sp>
        <p:nvSpPr>
          <p:cNvPr id="5" name="Footer Placeholder 4">
            <a:extLst>
              <a:ext uri="{FF2B5EF4-FFF2-40B4-BE49-F238E27FC236}">
                <a16:creationId xmlns:a16="http://schemas.microsoft.com/office/drawing/2014/main" id="{1559570D-9073-30FA-E96D-2170E6D45E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26BEBD-2207-0370-B0E8-7039908710FC}"/>
              </a:ext>
            </a:extLst>
          </p:cNvPr>
          <p:cNvSpPr>
            <a:spLocks noGrp="1"/>
          </p:cNvSpPr>
          <p:nvPr>
            <p:ph type="sldNum" sz="quarter" idx="12"/>
          </p:nvPr>
        </p:nvSpPr>
        <p:spPr/>
        <p:txBody>
          <a:bodyPr/>
          <a:lstStyle/>
          <a:p>
            <a:fld id="{582E6ADB-CB25-8542-B868-ADAC2ADB8022}" type="slidenum">
              <a:rPr lang="en-US" smtClean="0"/>
              <a:t>‹#›</a:t>
            </a:fld>
            <a:endParaRPr lang="en-US"/>
          </a:p>
        </p:txBody>
      </p:sp>
    </p:spTree>
    <p:extLst>
      <p:ext uri="{BB962C8B-B14F-4D97-AF65-F5344CB8AC3E}">
        <p14:creationId xmlns:p14="http://schemas.microsoft.com/office/powerpoint/2010/main" val="3255109704"/>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pic>
        <p:nvPicPr>
          <p:cNvPr id="4" name="Picture Placeholder 5" descr="CPU with binary numbers and blueprint">
            <a:extLst>
              <a:ext uri="{FF2B5EF4-FFF2-40B4-BE49-F238E27FC236}">
                <a16:creationId xmlns:a16="http://schemas.microsoft.com/office/drawing/2014/main" id="{0479BB20-05C6-7051-CCBD-C9909D7268F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4D6A674C-B80A-D070-38A1-BF6D7C4D845D}"/>
              </a:ext>
            </a:extLst>
          </p:cNvPr>
          <p:cNvSpPr/>
          <p:nvPr userDrawn="1"/>
        </p:nvSpPr>
        <p:spPr>
          <a:xfrm>
            <a:off x="0" y="0"/>
            <a:ext cx="12192000" cy="6858000"/>
          </a:xfrm>
          <a:prstGeom prst="rect">
            <a:avLst/>
          </a:prstGeom>
          <a:gradFill flip="none" rotWithShape="1">
            <a:gsLst>
              <a:gs pos="0">
                <a:schemeClr val="accent4">
                  <a:alpha val="0"/>
                </a:schemeClr>
              </a:gs>
              <a:gs pos="36000">
                <a:schemeClr val="accent4">
                  <a:alpha val="67000"/>
                </a:schemeClr>
              </a:gs>
              <a:gs pos="98000">
                <a:schemeClr val="accent4">
                  <a:alpha val="6700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6" name="Subtitle">
            <a:extLst>
              <a:ext uri="{FF2B5EF4-FFF2-40B4-BE49-F238E27FC236}">
                <a16:creationId xmlns:a16="http://schemas.microsoft.com/office/drawing/2014/main" id="{7C7ACEB4-5A7F-771B-29A9-1CFC7F8BABA3}"/>
              </a:ext>
            </a:extLst>
          </p:cNvPr>
          <p:cNvSpPr>
            <a:spLocks noGrp="1"/>
          </p:cNvSpPr>
          <p:nvPr>
            <p:ph type="subTitle" idx="1"/>
          </p:nvPr>
        </p:nvSpPr>
        <p:spPr>
          <a:xfrm>
            <a:off x="404812" y="4189631"/>
            <a:ext cx="8843967"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itle">
            <a:extLst>
              <a:ext uri="{FF2B5EF4-FFF2-40B4-BE49-F238E27FC236}">
                <a16:creationId xmlns:a16="http://schemas.microsoft.com/office/drawing/2014/main" id="{75A815C0-7A4F-3F6F-7C49-67BF79E6B931}"/>
              </a:ext>
            </a:extLst>
          </p:cNvPr>
          <p:cNvSpPr>
            <a:spLocks noGrp="1"/>
          </p:cNvSpPr>
          <p:nvPr>
            <p:ph type="ctrTitle"/>
          </p:nvPr>
        </p:nvSpPr>
        <p:spPr>
          <a:xfrm>
            <a:off x="404813" y="2019518"/>
            <a:ext cx="8849356"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8" name="Graphic 7">
            <a:extLst>
              <a:ext uri="{FF2B5EF4-FFF2-40B4-BE49-F238E27FC236}">
                <a16:creationId xmlns:a16="http://schemas.microsoft.com/office/drawing/2014/main" id="{641BFEB0-3D72-7FC4-E063-CA178ED8583C}"/>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04817" y="517664"/>
            <a:ext cx="2448272" cy="546060"/>
          </a:xfrm>
          <a:prstGeom prst="rect">
            <a:avLst/>
          </a:prstGeom>
        </p:spPr>
      </p:pic>
      <p:cxnSp>
        <p:nvCxnSpPr>
          <p:cNvPr id="11" name="Straight Connector 10">
            <a:extLst>
              <a:ext uri="{FF2B5EF4-FFF2-40B4-BE49-F238E27FC236}">
                <a16:creationId xmlns:a16="http://schemas.microsoft.com/office/drawing/2014/main" id="{1CE470D0-1C2D-CBD3-8E69-FECAFDBB3779}"/>
              </a:ext>
            </a:extLst>
          </p:cNvPr>
          <p:cNvCxnSpPr/>
          <p:nvPr userDrawn="1"/>
        </p:nvCxnSpPr>
        <p:spPr>
          <a:xfrm>
            <a:off x="3157179" y="476672"/>
            <a:ext cx="0" cy="504056"/>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pic>
        <p:nvPicPr>
          <p:cNvPr id="2" name="Picture 2" descr="Beazley launches new private equity liability insurance product -  Reinsurance News">
            <a:extLst>
              <a:ext uri="{FF2B5EF4-FFF2-40B4-BE49-F238E27FC236}">
                <a16:creationId xmlns:a16="http://schemas.microsoft.com/office/drawing/2014/main" id="{D132E314-08F8-FE9F-2DC5-5AE447125FE9}"/>
              </a:ext>
            </a:extLst>
          </p:cNvPr>
          <p:cNvPicPr>
            <a:picLocks noChangeAspect="1" noChangeArrowheads="1"/>
          </p:cNvPicPr>
          <p:nvPr userDrawn="1"/>
        </p:nvPicPr>
        <p:blipFill rotWithShape="1">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361270" y="568685"/>
            <a:ext cx="1414552" cy="44401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76692022"/>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5" name="Picture 4">
            <a:extLst>
              <a:ext uri="{FF2B5EF4-FFF2-40B4-BE49-F238E27FC236}">
                <a16:creationId xmlns:a16="http://schemas.microsoft.com/office/drawing/2014/main" id="{2733C7EA-E79C-C0CD-5F13-E6C26EE1E16F}"/>
              </a:ext>
            </a:extLst>
          </p:cNvPr>
          <p:cNvPicPr>
            <a:picLocks noChangeAspect="1"/>
          </p:cNvPicPr>
          <p:nvPr userDrawn="1"/>
        </p:nvPicPr>
        <p:blipFill>
          <a:blip r:embed="rId2"/>
          <a:stretch>
            <a:fillRect/>
          </a:stretch>
        </p:blipFill>
        <p:spPr>
          <a:xfrm>
            <a:off x="95972" y="259915"/>
            <a:ext cx="2633700" cy="1225402"/>
          </a:xfrm>
          <a:prstGeom prst="rect">
            <a:avLst/>
          </a:prstGeom>
        </p:spPr>
      </p:pic>
    </p:spTree>
    <p:extLst>
      <p:ext uri="{BB962C8B-B14F-4D97-AF65-F5344CB8AC3E}">
        <p14:creationId xmlns:p14="http://schemas.microsoft.com/office/powerpoint/2010/main" val="2351366594"/>
      </p:ext>
    </p:extLst>
  </p:cSld>
  <p:clrMapOvr>
    <a:masterClrMapping/>
  </p:clrMapOvr>
  <p:extLst>
    <p:ext uri="{DCECCB84-F9BA-43D5-87BE-67443E8EF086}">
      <p15:sldGuideLst xmlns:p15="http://schemas.microsoft.com/office/powerpoint/2012/main"/>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388735221"/>
      </p:ext>
    </p:extLst>
  </p:cSld>
  <p:clrMapOvr>
    <a:masterClrMapping/>
  </p:clrMapOvr>
  <p:extLst>
    <p:ext uri="{DCECCB84-F9BA-43D5-87BE-67443E8EF086}">
      <p15:sldGuideLst xmlns:p15="http://schemas.microsoft.com/office/powerpoint/2012/main"/>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laceholder 1">
            <a:extLst>
              <a:ext uri="{FF2B5EF4-FFF2-40B4-BE49-F238E27FC236}">
                <a16:creationId xmlns:a16="http://schemas.microsoft.com/office/drawing/2014/main" id="{39CB826F-EB2A-1E6E-D658-2654D347BFB0}"/>
              </a:ext>
            </a:extLst>
          </p:cNvPr>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Tree>
    <p:extLst>
      <p:ext uri="{BB962C8B-B14F-4D97-AF65-F5344CB8AC3E}">
        <p14:creationId xmlns:p14="http://schemas.microsoft.com/office/powerpoint/2010/main" val="3741968054"/>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26970175"/>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94985762"/>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69839246"/>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348616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773713602"/>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1573681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387847710"/>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2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87906134"/>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41763886"/>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069556871"/>
      </p:ext>
    </p:extLst>
  </p:cSld>
  <p:clrMapOvr>
    <a:masterClrMapping/>
  </p:clrMapOvr>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896523904"/>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16805629"/>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861677787"/>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496281948"/>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229688494"/>
      </p:ext>
    </p:extLst>
  </p:cSld>
  <p:clrMapOvr>
    <a:masterClrMapping/>
  </p:clrMapOvr>
  <p:extLst>
    <p:ext uri="{DCECCB84-F9BA-43D5-87BE-67443E8EF086}">
      <p15:sldGuideLst xmlns:p15="http://schemas.microsoft.com/office/powerpoint/2012/main"/>
    </p:ext>
  </p:extLst>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2022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US"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325,000 team members more than 50 countries. With its strong 55-year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2021 global revenues of €18 billion.</a:t>
            </a: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620580479"/>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01367345"/>
      </p:ext>
    </p:extLst>
  </p:cSld>
  <p:clrMapOvr>
    <a:masterClrMapping/>
  </p:clrMapOvr>
  <p:extLst>
    <p:ext uri="{DCECCB84-F9BA-43D5-87BE-67443E8EF086}">
      <p15:sldGuideLst xmlns:p15="http://schemas.microsoft.com/office/powerpoint/2012/main"/>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userDrawn="1">
  <p:cSld name="1_Titre et contenu">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lgn="ctr">
              <a:defRPr sz="4000"/>
            </a:lvl1pPr>
          </a:lstStyle>
          <a:p>
            <a:r>
              <a:rPr lang="en-US"/>
              <a:t>Click to edit Master title style</a:t>
            </a:r>
          </a:p>
        </p:txBody>
      </p:sp>
    </p:spTree>
    <p:extLst>
      <p:ext uri="{BB962C8B-B14F-4D97-AF65-F5344CB8AC3E}">
        <p14:creationId xmlns:p14="http://schemas.microsoft.com/office/powerpoint/2010/main" val="28506386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Standard w Bullets">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636998"/>
          </a:xfrm>
        </p:spPr>
        <p:txBody>
          <a:bodyPr/>
          <a:lstStyle>
            <a:lvl1pPr>
              <a:defRPr>
                <a:solidFill>
                  <a:srgbClr val="CC0717"/>
                </a:solidFill>
              </a:defRPr>
            </a:lvl1pPr>
          </a:lstStyle>
          <a:p>
            <a:r>
              <a:rPr lang="en-US"/>
              <a:t>Click to edit Master title style</a:t>
            </a:r>
          </a:p>
        </p:txBody>
      </p:sp>
      <p:sp>
        <p:nvSpPr>
          <p:cNvPr id="5" name="Slide Number Placeholder 4"/>
          <p:cNvSpPr>
            <a:spLocks noGrp="1"/>
          </p:cNvSpPr>
          <p:nvPr>
            <p:ph type="sldNum" sz="quarter" idx="12"/>
          </p:nvPr>
        </p:nvSpPr>
        <p:spPr/>
        <p:txBody>
          <a:bodyPr/>
          <a:lstStyle>
            <a:lvl1pPr>
              <a:defRPr>
                <a:latin typeface="Arial" panose="020B0604020202020204" pitchFamily="34" charset="0"/>
                <a:cs typeface="Arial" panose="020B0604020202020204" pitchFamily="34" charset="0"/>
              </a:defRPr>
            </a:lvl1pPr>
          </a:lstStyle>
          <a:p>
            <a:fld id="{D18F47A1-F350-4B12-9FC1-5B9E880A8879}" type="slidenum">
              <a:rPr lang="en-US" smtClean="0">
                <a:solidFill>
                  <a:prstClr val="white"/>
                </a:solidFill>
              </a:rPr>
              <a:pPr/>
              <a:t>‹#›</a:t>
            </a:fld>
            <a:endParaRPr lang="en-US">
              <a:solidFill>
                <a:prstClr val="white"/>
              </a:solidFill>
            </a:endParaRPr>
          </a:p>
        </p:txBody>
      </p:sp>
      <p:sp>
        <p:nvSpPr>
          <p:cNvPr id="6" name="Text Placeholder 2"/>
          <p:cNvSpPr>
            <a:spLocks noGrp="1"/>
          </p:cNvSpPr>
          <p:nvPr>
            <p:ph idx="1"/>
          </p:nvPr>
        </p:nvSpPr>
        <p:spPr>
          <a:xfrm>
            <a:off x="643850" y="893852"/>
            <a:ext cx="10709953" cy="5283111"/>
          </a:xfrm>
          <a:prstGeom prst="rect">
            <a:avLst/>
          </a:prstGeom>
        </p:spPr>
        <p:txBody>
          <a:bodyPr vert="horz" lIns="91440" tIns="45720" rIns="91440" bIns="45720" rtlCol="0">
            <a:normAutofit/>
          </a:bodyPr>
          <a:lstStyle>
            <a:lvl2pPr marL="685800" indent="-228600">
              <a:buFont typeface="Arial" panose="020B0604020202020204" pitchFamily="34" charset="0"/>
              <a:buChar char="−"/>
              <a:defRPr/>
            </a:lvl2pPr>
            <a:lvl3pPr marL="1143000" indent="-228600">
              <a:buFont typeface="Wingdings" panose="05000000000000000000" pitchFamily="2" charset="2"/>
              <a:buChar char="§"/>
              <a:defRPr/>
            </a:lvl3pPr>
            <a:lvl4pPr marL="1600200" indent="-228600">
              <a:buSzPct val="90000"/>
              <a:buFont typeface="Courier New" panose="02070309020205020404" pitchFamily="49" charset="0"/>
              <a:buChar char="o"/>
              <a:defRPr/>
            </a:lvl4pPr>
            <a:lvl5pPr marL="2057400" indent="-2286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p:cNvSpPr>
            <a:spLocks noGrp="1"/>
          </p:cNvSpPr>
          <p:nvPr>
            <p:ph type="ftr" sz="quarter" idx="3"/>
          </p:nvPr>
        </p:nvSpPr>
        <p:spPr>
          <a:xfrm>
            <a:off x="1733551" y="6400799"/>
            <a:ext cx="8724899" cy="457201"/>
          </a:xfrm>
          <a:prstGeom prst="rect">
            <a:avLst/>
          </a:prstGeom>
          <a:noFill/>
        </p:spPr>
        <p:txBody>
          <a:bodyPr vert="horz" lIns="365760" tIns="45720" rIns="91440" bIns="45720" rtlCol="0" anchor="ctr" anchorCtr="0"/>
          <a:lstStyle>
            <a:lvl1pPr algn="ctr">
              <a:defRPr lang="en-US" sz="1100" smtClean="0">
                <a:effectLst>
                  <a:outerShdw blurRad="38100" dist="38100" dir="2700000" algn="tl">
                    <a:srgbClr val="000000">
                      <a:alpha val="43137"/>
                    </a:srgbClr>
                  </a:outerShdw>
                </a:effectLst>
              </a:defRPr>
            </a:lvl1pPr>
          </a:lstStyle>
          <a:p>
            <a:r>
              <a:rPr lang="en-US">
                <a:solidFill>
                  <a:prstClr val="white"/>
                </a:solidFill>
              </a:rPr>
              <a:t>Grange </a:t>
            </a:r>
            <a:r>
              <a:rPr>
                <a:solidFill>
                  <a:prstClr val="white"/>
                </a:solidFill>
              </a:rPr>
              <a:t> CONFIDENTIAL INFORMATION</a:t>
            </a:r>
          </a:p>
          <a:p>
            <a:r>
              <a:rPr>
                <a:solidFill>
                  <a:prstClr val="white"/>
                </a:solidFill>
              </a:rPr>
              <a:t>- Distribution on a Business Need to Know Basis Only -</a:t>
            </a:r>
          </a:p>
        </p:txBody>
      </p:sp>
    </p:spTree>
    <p:extLst>
      <p:ext uri="{BB962C8B-B14F-4D97-AF65-F5344CB8AC3E}">
        <p14:creationId xmlns:p14="http://schemas.microsoft.com/office/powerpoint/2010/main" val="447074603"/>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9C1A3-FC1C-F605-49FC-B80D37DB0AB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4E36E5AA-DE50-F516-9658-18419D98F7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09415E53-41B5-1D69-AB6C-CCCB2B7866AA}"/>
              </a:ext>
            </a:extLst>
          </p:cNvPr>
          <p:cNvSpPr>
            <a:spLocks noGrp="1"/>
          </p:cNvSpPr>
          <p:nvPr>
            <p:ph type="dt" sz="half" idx="10"/>
          </p:nvPr>
        </p:nvSpPr>
        <p:spPr/>
        <p:txBody>
          <a:bodyPr/>
          <a:lstStyle/>
          <a:p>
            <a:fld id="{D334C3A3-F993-414A-AAF8-8E9919339753}" type="datetimeFigureOut">
              <a:rPr lang="en-GB" smtClean="0"/>
              <a:t>13/03/2024</a:t>
            </a:fld>
            <a:endParaRPr lang="en-GB"/>
          </a:p>
        </p:txBody>
      </p:sp>
      <p:sp>
        <p:nvSpPr>
          <p:cNvPr id="5" name="Footer Placeholder 4">
            <a:extLst>
              <a:ext uri="{FF2B5EF4-FFF2-40B4-BE49-F238E27FC236}">
                <a16:creationId xmlns:a16="http://schemas.microsoft.com/office/drawing/2014/main" id="{81D16740-5142-4C09-E754-7566CBF48F99}"/>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E8E1DE6-F73C-E6A0-B302-B817502CD791}"/>
              </a:ext>
            </a:extLst>
          </p:cNvPr>
          <p:cNvSpPr>
            <a:spLocks noGrp="1"/>
          </p:cNvSpPr>
          <p:nvPr>
            <p:ph type="sldNum" sz="quarter" idx="12"/>
          </p:nvPr>
        </p:nvSpPr>
        <p:spPr/>
        <p:txBody>
          <a:bodyPr/>
          <a:lstStyle/>
          <a:p>
            <a:fld id="{3DD1359A-EC5E-4808-B5BC-F041E20EB9D7}" type="slidenum">
              <a:rPr lang="en-GB" smtClean="0"/>
              <a:t>‹#›</a:t>
            </a:fld>
            <a:endParaRPr lang="en-GB"/>
          </a:p>
        </p:txBody>
      </p:sp>
    </p:spTree>
    <p:extLst>
      <p:ext uri="{BB962C8B-B14F-4D97-AF65-F5344CB8AC3E}">
        <p14:creationId xmlns:p14="http://schemas.microsoft.com/office/powerpoint/2010/main" val="1837477402"/>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Title &amp; Content (ONE COL)">
    <p:spTree>
      <p:nvGrpSpPr>
        <p:cNvPr id="1" name=""/>
        <p:cNvGrpSpPr/>
        <p:nvPr/>
      </p:nvGrpSpPr>
      <p:grpSpPr>
        <a:xfrm>
          <a:off x="0" y="0"/>
          <a:ext cx="0" cy="0"/>
          <a:chOff x="0" y="0"/>
          <a:chExt cx="0" cy="0"/>
        </a:xfrm>
      </p:grpSpPr>
      <p:sp>
        <p:nvSpPr>
          <p:cNvPr id="3" name="Content Placeholder 2"/>
          <p:cNvSpPr>
            <a:spLocks noGrp="1"/>
          </p:cNvSpPr>
          <p:nvPr>
            <p:ph idx="1"/>
          </p:nvPr>
        </p:nvSpPr>
        <p:spPr>
          <a:xfrm>
            <a:off x="479425" y="1828801"/>
            <a:ext cx="11268075" cy="4114800"/>
          </a:xfrm>
        </p:spPr>
        <p:txBody>
          <a:bodyPr numCol="1">
            <a:noAutofit/>
          </a:bodyPr>
          <a:lstStyle>
            <a:lvl1pPr marL="0" marR="0" indent="0" algn="l" defTabSz="914377" rtl="0" eaLnBrk="1" fontAlgn="auto" latinLnBrk="0" hangingPunct="1">
              <a:lnSpc>
                <a:spcPct val="100000"/>
              </a:lnSpc>
              <a:spcBef>
                <a:spcPts val="1800"/>
              </a:spcBef>
              <a:spcAft>
                <a:spcPts val="0"/>
              </a:spcAft>
              <a:buClr>
                <a:srgbClr val="0028A0"/>
              </a:buClr>
              <a:buSzTx/>
              <a:buFont typeface="Arial" panose="020B0604020202020204" pitchFamily="34" charset="0"/>
              <a:buNone/>
              <a:tabLst/>
              <a:defRPr/>
            </a:lvl1pPr>
            <a:lvl2pPr marL="288918"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2pPr>
            <a:lvl3pPr marL="517512" marR="0"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3pPr>
            <a:lvl4pPr marL="746107" marR="0"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4pPr>
            <a:lvl5pPr marL="974701" marR="0"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lvl5pPr>
          </a:lstStyle>
          <a:p>
            <a:pPr marL="0" marR="0" lvl="0" indent="0" algn="l" defTabSz="914377" rtl="0" eaLnBrk="1" fontAlgn="auto" latinLnBrk="0" hangingPunct="1">
              <a:lnSpc>
                <a:spcPct val="100000"/>
              </a:lnSpc>
              <a:spcBef>
                <a:spcPts val="1200"/>
              </a:spcBef>
              <a:spcAft>
                <a:spcPts val="0"/>
              </a:spcAft>
              <a:buClr>
                <a:srgbClr val="0028A0"/>
              </a:buClr>
              <a:buSzTx/>
              <a:buFont typeface="Arial" panose="020B0604020202020204" pitchFamily="34" charset="0"/>
              <a:buNone/>
              <a:tabLst/>
              <a:defRPr/>
            </a:pPr>
            <a:r>
              <a:rPr kumimoji="0" lang="en-US" sz="2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288918" marR="0" lvl="1"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Second level</a:t>
            </a:r>
          </a:p>
          <a:p>
            <a:pPr marL="517512" marR="0" lvl="2" indent="-28415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400" b="0" i="0" u="none" strike="noStrike" kern="1200" cap="none" spc="0" normalizeH="0" baseline="0" noProof="0">
                <a:ln>
                  <a:noFill/>
                </a:ln>
                <a:solidFill>
                  <a:srgbClr val="000000"/>
                </a:solidFill>
                <a:effectLst/>
                <a:uLnTx/>
                <a:uFillTx/>
                <a:latin typeface="+mn-lt"/>
                <a:ea typeface="+mn-ea"/>
                <a:cs typeface="+mn-cs"/>
              </a:rPr>
              <a:t>Third level</a:t>
            </a:r>
          </a:p>
          <a:p>
            <a:pPr marL="746107" marR="0" lvl="3" indent="-290506"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Fourth level</a:t>
            </a:r>
          </a:p>
          <a:p>
            <a:pPr marL="974701" marR="0" lvl="4" indent="-288918" algn="l" defTabSz="914377" rtl="0" eaLnBrk="1" fontAlgn="auto" latinLnBrk="0" hangingPunct="1">
              <a:lnSpc>
                <a:spcPct val="100000"/>
              </a:lnSpc>
              <a:spcBef>
                <a:spcPts val="1200"/>
              </a:spcBef>
              <a:spcAft>
                <a:spcPts val="0"/>
              </a:spcAft>
              <a:buClr>
                <a:srgbClr val="009FDF"/>
              </a:buClr>
              <a:buSzTx/>
              <a:buFont typeface="Arial" panose="020B0604020202020204" pitchFamily="34" charset="0"/>
              <a:buChar char="-"/>
              <a:tabLst/>
              <a:defRPr/>
            </a:pPr>
            <a:r>
              <a:rPr kumimoji="0" lang="en-US" sz="2000" b="0" i="0" u="none" strike="noStrike" kern="1200" cap="none" spc="0" normalizeH="0" baseline="0" noProof="0">
                <a:ln>
                  <a:noFill/>
                </a:ln>
                <a:solidFill>
                  <a:srgbClr val="000000"/>
                </a:solidFill>
                <a:effectLst/>
                <a:uLnTx/>
                <a:uFillTx/>
                <a:latin typeface="+mn-lt"/>
                <a:ea typeface="+mn-ea"/>
                <a:cs typeface="+mn-cs"/>
              </a:rPr>
              <a:t>Fifth level</a:t>
            </a:r>
          </a:p>
        </p:txBody>
      </p:sp>
      <p:sp>
        <p:nvSpPr>
          <p:cNvPr id="4" name="Text Placeholder 3"/>
          <p:cNvSpPr>
            <a:spLocks noGrp="1"/>
          </p:cNvSpPr>
          <p:nvPr>
            <p:ph type="body" sz="quarter" idx="10"/>
          </p:nvPr>
        </p:nvSpPr>
        <p:spPr>
          <a:xfrm>
            <a:off x="479425" y="1080375"/>
            <a:ext cx="11268075" cy="430887"/>
          </a:xfrm>
        </p:spPr>
        <p:txBody>
          <a:bodyPr wrap="square" numCol="1">
            <a:spAutoFit/>
          </a:bodyPr>
          <a:lstStyle>
            <a:lvl1pPr>
              <a:lnSpc>
                <a:spcPct val="100000"/>
              </a:lnSpc>
              <a:spcBef>
                <a:spcPts val="0"/>
              </a:spcBef>
              <a:defRPr sz="2800">
                <a:solidFill>
                  <a:schemeClr val="bg2">
                    <a:lumMod val="65000"/>
                    <a:lumOff val="35000"/>
                  </a:schemeClr>
                </a:solidFill>
              </a:defRPr>
            </a:lvl1pPr>
            <a:lvl2pPr>
              <a:defRPr sz="2400"/>
            </a:lvl2pPr>
            <a:lvl3pPr>
              <a:defRPr sz="2400"/>
            </a:lvl3pPr>
            <a:lvl4pPr>
              <a:defRPr sz="2400"/>
            </a:lvl4pPr>
            <a:lvl5pPr>
              <a:defRPr sz="2400"/>
            </a:lvl5pPr>
          </a:lstStyle>
          <a:p>
            <a:pPr lvl="0"/>
            <a:r>
              <a:rPr lang="en-US"/>
              <a:t>Click to edit Master text styles</a:t>
            </a:r>
          </a:p>
        </p:txBody>
      </p:sp>
      <p:sp>
        <p:nvSpPr>
          <p:cNvPr id="2" name="Title 1"/>
          <p:cNvSpPr>
            <a:spLocks noGrp="1"/>
          </p:cNvSpPr>
          <p:nvPr>
            <p:ph type="title"/>
          </p:nvPr>
        </p:nvSpPr>
        <p:spPr>
          <a:xfrm>
            <a:off x="479425" y="457202"/>
            <a:ext cx="11268075" cy="615553"/>
          </a:xfrm>
        </p:spPr>
        <p:txBody>
          <a:bodyPr/>
          <a:lstStyle/>
          <a:p>
            <a:r>
              <a:rPr lang="en-US"/>
              <a:t>Click to edit Master title style</a:t>
            </a:r>
          </a:p>
        </p:txBody>
      </p:sp>
    </p:spTree>
    <p:extLst>
      <p:ext uri="{BB962C8B-B14F-4D97-AF65-F5344CB8AC3E}">
        <p14:creationId xmlns:p14="http://schemas.microsoft.com/office/powerpoint/2010/main" val="4024684628"/>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Rectangle 4">
            <a:extLst>
              <a:ext uri="{FF2B5EF4-FFF2-40B4-BE49-F238E27FC236}">
                <a16:creationId xmlns:a16="http://schemas.microsoft.com/office/drawing/2014/main" id="{D88196A4-F67C-4FA9-BC80-1229B1578153}"/>
              </a:ext>
            </a:extLst>
          </p:cNvPr>
          <p:cNvSpPr>
            <a:spLocks noGrp="1" noChangeArrowheads="1"/>
          </p:cNvSpPr>
          <p:nvPr>
            <p:ph type="dt" sz="half" idx="10"/>
          </p:nvPr>
        </p:nvSpPr>
        <p:spPr>
          <a:xfrm>
            <a:off x="6863862" y="6308725"/>
            <a:ext cx="2305538" cy="476250"/>
          </a:xfrm>
          <a:prstGeom prst="rect">
            <a:avLst/>
          </a:prstGeom>
          <a:ln/>
        </p:spPr>
        <p:txBody>
          <a:bodyPr/>
          <a:lstStyle>
            <a:lvl1pPr>
              <a:defRPr/>
            </a:lvl1pPr>
          </a:lstStyle>
          <a:p>
            <a:r>
              <a:rPr lang="en-US" altLang="en-US"/>
              <a:t>Date</a:t>
            </a:r>
            <a:endParaRPr lang="en-GB" altLang="en-US"/>
          </a:p>
        </p:txBody>
      </p:sp>
      <p:sp>
        <p:nvSpPr>
          <p:cNvPr id="4" name="Rectangle 5">
            <a:extLst>
              <a:ext uri="{FF2B5EF4-FFF2-40B4-BE49-F238E27FC236}">
                <a16:creationId xmlns:a16="http://schemas.microsoft.com/office/drawing/2014/main" id="{64969AD8-CD0C-499B-9BE1-FA6AB8E880B7}"/>
              </a:ext>
            </a:extLst>
          </p:cNvPr>
          <p:cNvSpPr>
            <a:spLocks noGrp="1" noChangeArrowheads="1"/>
          </p:cNvSpPr>
          <p:nvPr>
            <p:ph type="ftr" sz="quarter" idx="11"/>
          </p:nvPr>
        </p:nvSpPr>
        <p:spPr>
          <a:xfrm>
            <a:off x="1166447" y="6308725"/>
            <a:ext cx="5205046" cy="476250"/>
          </a:xfrm>
          <a:prstGeom prst="rect">
            <a:avLst/>
          </a:prstGeom>
          <a:ln/>
        </p:spPr>
        <p:txBody>
          <a:bodyPr/>
          <a:lstStyle>
            <a:lvl1pPr>
              <a:defRPr/>
            </a:lvl1pPr>
          </a:lstStyle>
          <a:p>
            <a:r>
              <a:rPr lang="en-GB" altLang="en-US"/>
              <a:t>New presentation – Author</a:t>
            </a:r>
          </a:p>
        </p:txBody>
      </p:sp>
      <p:sp>
        <p:nvSpPr>
          <p:cNvPr id="5" name="Rectangle 6">
            <a:extLst>
              <a:ext uri="{FF2B5EF4-FFF2-40B4-BE49-F238E27FC236}">
                <a16:creationId xmlns:a16="http://schemas.microsoft.com/office/drawing/2014/main" id="{B5332CFB-F65C-46A0-95AF-1C401646AB90}"/>
              </a:ext>
            </a:extLst>
          </p:cNvPr>
          <p:cNvSpPr>
            <a:spLocks noGrp="1" noChangeArrowheads="1"/>
          </p:cNvSpPr>
          <p:nvPr>
            <p:ph type="sldNum" sz="quarter" idx="12"/>
          </p:nvPr>
        </p:nvSpPr>
        <p:spPr>
          <a:xfrm>
            <a:off x="328246" y="6308725"/>
            <a:ext cx="719015" cy="476250"/>
          </a:xfrm>
          <a:prstGeom prst="rect">
            <a:avLst/>
          </a:prstGeom>
          <a:ln/>
        </p:spPr>
        <p:txBody>
          <a:bodyPr/>
          <a:lstStyle>
            <a:lvl1pPr>
              <a:defRPr/>
            </a:lvl1pPr>
          </a:lstStyle>
          <a:p>
            <a:fld id="{532E4B0F-E077-49F8-921C-80D80331C8AC}" type="slidenum">
              <a:rPr lang="en-GB" altLang="en-US"/>
              <a:pPr/>
              <a:t>‹#›</a:t>
            </a:fld>
            <a:endParaRPr lang="en-GB" altLang="en-US"/>
          </a:p>
        </p:txBody>
      </p:sp>
    </p:spTree>
    <p:extLst>
      <p:ext uri="{BB962C8B-B14F-4D97-AF65-F5344CB8AC3E}">
        <p14:creationId xmlns:p14="http://schemas.microsoft.com/office/powerpoint/2010/main" val="178436080"/>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 name="Picture 7">
            <a:extLst>
              <a:ext uri="{FF2B5EF4-FFF2-40B4-BE49-F238E27FC236}">
                <a16:creationId xmlns:a16="http://schemas.microsoft.com/office/drawing/2014/main" id="{BEB2DB99-1ECC-8785-ED78-2DB4C12E3F08}"/>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0" y="0"/>
            <a:ext cx="12192000" cy="6858000"/>
          </a:xfrm>
          <a:custGeom>
            <a:avLst/>
            <a:gdLst>
              <a:gd name="connsiteX0" fmla="*/ 10732376 w 12192000"/>
              <a:gd name="connsiteY0" fmla="*/ 287238 h 6858000"/>
              <a:gd name="connsiteX1" fmla="*/ 10732376 w 12192000"/>
              <a:gd name="connsiteY1" fmla="*/ 1007318 h 6858000"/>
              <a:gd name="connsiteX2" fmla="*/ 11668480 w 12192000"/>
              <a:gd name="connsiteY2" fmla="*/ 1007318 h 6858000"/>
              <a:gd name="connsiteX3" fmla="*/ 11668480 w 12192000"/>
              <a:gd name="connsiteY3" fmla="*/ 287238 h 6858000"/>
              <a:gd name="connsiteX4" fmla="*/ 0 w 12192000"/>
              <a:gd name="connsiteY4" fmla="*/ 0 h 6858000"/>
              <a:gd name="connsiteX5" fmla="*/ 12192000 w 12192000"/>
              <a:gd name="connsiteY5" fmla="*/ 0 h 6858000"/>
              <a:gd name="connsiteX6" fmla="*/ 12192000 w 12192000"/>
              <a:gd name="connsiteY6" fmla="*/ 6858000 h 6858000"/>
              <a:gd name="connsiteX7" fmla="*/ 0 w 121920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8000">
                <a:moveTo>
                  <a:pt x="10732376" y="287238"/>
                </a:moveTo>
                <a:lnTo>
                  <a:pt x="10732376" y="1007318"/>
                </a:lnTo>
                <a:lnTo>
                  <a:pt x="11668480" y="1007318"/>
                </a:lnTo>
                <a:lnTo>
                  <a:pt x="11668480" y="287238"/>
                </a:lnTo>
                <a:close/>
                <a:moveTo>
                  <a:pt x="0" y="0"/>
                </a:moveTo>
                <a:lnTo>
                  <a:pt x="12192000" y="0"/>
                </a:lnTo>
                <a:lnTo>
                  <a:pt x="12192000" y="6858000"/>
                </a:lnTo>
                <a:lnTo>
                  <a:pt x="0" y="6858000"/>
                </a:lnTo>
                <a:close/>
              </a:path>
            </a:pathLst>
          </a:custGeom>
        </p:spPr>
      </p:pic>
    </p:spTree>
    <p:extLst>
      <p:ext uri="{BB962C8B-B14F-4D97-AF65-F5344CB8AC3E}">
        <p14:creationId xmlns:p14="http://schemas.microsoft.com/office/powerpoint/2010/main" val="2063806288"/>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1_Title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30663465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oleObject" Target="../embeddings/oleObject1.bin"/><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ags" Target="../tags/tag2.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image" Target="../media/image2.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emf"/></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heme" Target="../theme/theme2.xml"/><Relationship Id="rId1" Type="http://schemas.openxmlformats.org/officeDocument/2006/relationships/slideLayout" Target="../slideLayouts/slideLayout24.xml"/><Relationship Id="rId5" Type="http://schemas.openxmlformats.org/officeDocument/2006/relationships/image" Target="../media/image1.emf"/><Relationship Id="rId4" Type="http://schemas.openxmlformats.org/officeDocument/2006/relationships/oleObject" Target="../embeddings/oleObject4.bin"/></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37.xml"/><Relationship Id="rId18" Type="http://schemas.openxmlformats.org/officeDocument/2006/relationships/slideLayout" Target="../slideLayouts/slideLayout42.xml"/><Relationship Id="rId26" Type="http://schemas.openxmlformats.org/officeDocument/2006/relationships/slideLayout" Target="../slideLayouts/slideLayout50.xml"/><Relationship Id="rId21" Type="http://schemas.openxmlformats.org/officeDocument/2006/relationships/slideLayout" Target="../slideLayouts/slideLayout45.xml"/><Relationship Id="rId34" Type="http://schemas.openxmlformats.org/officeDocument/2006/relationships/theme" Target="../theme/theme3.xml"/><Relationship Id="rId7" Type="http://schemas.openxmlformats.org/officeDocument/2006/relationships/slideLayout" Target="../slideLayouts/slideLayout31.xml"/><Relationship Id="rId12" Type="http://schemas.openxmlformats.org/officeDocument/2006/relationships/slideLayout" Target="../slideLayouts/slideLayout36.xml"/><Relationship Id="rId17" Type="http://schemas.openxmlformats.org/officeDocument/2006/relationships/slideLayout" Target="../slideLayouts/slideLayout41.xml"/><Relationship Id="rId25" Type="http://schemas.openxmlformats.org/officeDocument/2006/relationships/slideLayout" Target="../slideLayouts/slideLayout49.xml"/><Relationship Id="rId33" Type="http://schemas.openxmlformats.org/officeDocument/2006/relationships/slideLayout" Target="../slideLayouts/slideLayout57.xml"/><Relationship Id="rId2" Type="http://schemas.openxmlformats.org/officeDocument/2006/relationships/slideLayout" Target="../slideLayouts/slideLayout26.xml"/><Relationship Id="rId16" Type="http://schemas.openxmlformats.org/officeDocument/2006/relationships/slideLayout" Target="../slideLayouts/slideLayout40.xml"/><Relationship Id="rId20" Type="http://schemas.openxmlformats.org/officeDocument/2006/relationships/slideLayout" Target="../slideLayouts/slideLayout44.xml"/><Relationship Id="rId29" Type="http://schemas.openxmlformats.org/officeDocument/2006/relationships/slideLayout" Target="../slideLayouts/slideLayout53.xml"/><Relationship Id="rId1" Type="http://schemas.openxmlformats.org/officeDocument/2006/relationships/slideLayout" Target="../slideLayouts/slideLayout25.xml"/><Relationship Id="rId6" Type="http://schemas.openxmlformats.org/officeDocument/2006/relationships/slideLayout" Target="../slideLayouts/slideLayout30.xml"/><Relationship Id="rId11" Type="http://schemas.openxmlformats.org/officeDocument/2006/relationships/slideLayout" Target="../slideLayouts/slideLayout35.xml"/><Relationship Id="rId24" Type="http://schemas.openxmlformats.org/officeDocument/2006/relationships/slideLayout" Target="../slideLayouts/slideLayout48.xml"/><Relationship Id="rId32" Type="http://schemas.openxmlformats.org/officeDocument/2006/relationships/slideLayout" Target="../slideLayouts/slideLayout56.xml"/><Relationship Id="rId37" Type="http://schemas.openxmlformats.org/officeDocument/2006/relationships/image" Target="../media/image1.emf"/><Relationship Id="rId5" Type="http://schemas.openxmlformats.org/officeDocument/2006/relationships/slideLayout" Target="../slideLayouts/slideLayout29.xml"/><Relationship Id="rId15" Type="http://schemas.openxmlformats.org/officeDocument/2006/relationships/slideLayout" Target="../slideLayouts/slideLayout39.xml"/><Relationship Id="rId23" Type="http://schemas.openxmlformats.org/officeDocument/2006/relationships/slideLayout" Target="../slideLayouts/slideLayout47.xml"/><Relationship Id="rId28" Type="http://schemas.openxmlformats.org/officeDocument/2006/relationships/slideLayout" Target="../slideLayouts/slideLayout52.xml"/><Relationship Id="rId36" Type="http://schemas.openxmlformats.org/officeDocument/2006/relationships/oleObject" Target="../embeddings/oleObject5.bin"/><Relationship Id="rId10" Type="http://schemas.openxmlformats.org/officeDocument/2006/relationships/slideLayout" Target="../slideLayouts/slideLayout34.xml"/><Relationship Id="rId19" Type="http://schemas.openxmlformats.org/officeDocument/2006/relationships/slideLayout" Target="../slideLayouts/slideLayout43.xml"/><Relationship Id="rId31" Type="http://schemas.openxmlformats.org/officeDocument/2006/relationships/slideLayout" Target="../slideLayouts/slideLayout55.xml"/><Relationship Id="rId4" Type="http://schemas.openxmlformats.org/officeDocument/2006/relationships/slideLayout" Target="../slideLayouts/slideLayout28.xml"/><Relationship Id="rId9" Type="http://schemas.openxmlformats.org/officeDocument/2006/relationships/slideLayout" Target="../slideLayouts/slideLayout33.xml"/><Relationship Id="rId14" Type="http://schemas.openxmlformats.org/officeDocument/2006/relationships/slideLayout" Target="../slideLayouts/slideLayout38.xml"/><Relationship Id="rId22" Type="http://schemas.openxmlformats.org/officeDocument/2006/relationships/slideLayout" Target="../slideLayouts/slideLayout46.xml"/><Relationship Id="rId27" Type="http://schemas.openxmlformats.org/officeDocument/2006/relationships/slideLayout" Target="../slideLayouts/slideLayout51.xml"/><Relationship Id="rId30" Type="http://schemas.openxmlformats.org/officeDocument/2006/relationships/slideLayout" Target="../slideLayouts/slideLayout54.xml"/><Relationship Id="rId35" Type="http://schemas.openxmlformats.org/officeDocument/2006/relationships/tags" Target="../tags/tag12.xml"/><Relationship Id="rId8" Type="http://schemas.openxmlformats.org/officeDocument/2006/relationships/slideLayout" Target="../slideLayouts/slideLayout32.xml"/><Relationship Id="rId3" Type="http://schemas.openxmlformats.org/officeDocument/2006/relationships/slideLayout" Target="../slideLayouts/slideLayout27.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65.xml"/><Relationship Id="rId13" Type="http://schemas.openxmlformats.org/officeDocument/2006/relationships/slideLayout" Target="../slideLayouts/slideLayout70.xml"/><Relationship Id="rId18" Type="http://schemas.openxmlformats.org/officeDocument/2006/relationships/slideLayout" Target="../slideLayouts/slideLayout75.xml"/><Relationship Id="rId26" Type="http://schemas.openxmlformats.org/officeDocument/2006/relationships/tags" Target="../tags/tag34.xml"/><Relationship Id="rId3" Type="http://schemas.openxmlformats.org/officeDocument/2006/relationships/slideLayout" Target="../slideLayouts/slideLayout60.xml"/><Relationship Id="rId21" Type="http://schemas.openxmlformats.org/officeDocument/2006/relationships/slideLayout" Target="../slideLayouts/slideLayout78.xml"/><Relationship Id="rId7" Type="http://schemas.openxmlformats.org/officeDocument/2006/relationships/slideLayout" Target="../slideLayouts/slideLayout64.xml"/><Relationship Id="rId12" Type="http://schemas.openxmlformats.org/officeDocument/2006/relationships/slideLayout" Target="../slideLayouts/slideLayout69.xml"/><Relationship Id="rId17" Type="http://schemas.openxmlformats.org/officeDocument/2006/relationships/slideLayout" Target="../slideLayouts/slideLayout74.xml"/><Relationship Id="rId25" Type="http://schemas.openxmlformats.org/officeDocument/2006/relationships/theme" Target="../theme/theme4.xml"/><Relationship Id="rId2" Type="http://schemas.openxmlformats.org/officeDocument/2006/relationships/slideLayout" Target="../slideLayouts/slideLayout59.xml"/><Relationship Id="rId16" Type="http://schemas.openxmlformats.org/officeDocument/2006/relationships/slideLayout" Target="../slideLayouts/slideLayout73.xml"/><Relationship Id="rId20" Type="http://schemas.openxmlformats.org/officeDocument/2006/relationships/slideLayout" Target="../slideLayouts/slideLayout77.xml"/><Relationship Id="rId29" Type="http://schemas.openxmlformats.org/officeDocument/2006/relationships/image" Target="../media/image20.png"/><Relationship Id="rId1" Type="http://schemas.openxmlformats.org/officeDocument/2006/relationships/slideLayout" Target="../slideLayouts/slideLayout58.xml"/><Relationship Id="rId6" Type="http://schemas.openxmlformats.org/officeDocument/2006/relationships/slideLayout" Target="../slideLayouts/slideLayout63.xml"/><Relationship Id="rId11" Type="http://schemas.openxmlformats.org/officeDocument/2006/relationships/slideLayout" Target="../slideLayouts/slideLayout68.xml"/><Relationship Id="rId24" Type="http://schemas.openxmlformats.org/officeDocument/2006/relationships/slideLayout" Target="../slideLayouts/slideLayout81.xml"/><Relationship Id="rId5" Type="http://schemas.openxmlformats.org/officeDocument/2006/relationships/slideLayout" Target="../slideLayouts/slideLayout62.xml"/><Relationship Id="rId15" Type="http://schemas.openxmlformats.org/officeDocument/2006/relationships/slideLayout" Target="../slideLayouts/slideLayout72.xml"/><Relationship Id="rId23" Type="http://schemas.openxmlformats.org/officeDocument/2006/relationships/slideLayout" Target="../slideLayouts/slideLayout80.xml"/><Relationship Id="rId28" Type="http://schemas.openxmlformats.org/officeDocument/2006/relationships/image" Target="../media/image1.emf"/><Relationship Id="rId10" Type="http://schemas.openxmlformats.org/officeDocument/2006/relationships/slideLayout" Target="../slideLayouts/slideLayout67.xml"/><Relationship Id="rId19" Type="http://schemas.openxmlformats.org/officeDocument/2006/relationships/slideLayout" Target="../slideLayouts/slideLayout76.xml"/><Relationship Id="rId4" Type="http://schemas.openxmlformats.org/officeDocument/2006/relationships/slideLayout" Target="../slideLayouts/slideLayout61.xml"/><Relationship Id="rId9" Type="http://schemas.openxmlformats.org/officeDocument/2006/relationships/slideLayout" Target="../slideLayouts/slideLayout66.xml"/><Relationship Id="rId14" Type="http://schemas.openxmlformats.org/officeDocument/2006/relationships/slideLayout" Target="../slideLayouts/slideLayout71.xml"/><Relationship Id="rId22" Type="http://schemas.openxmlformats.org/officeDocument/2006/relationships/slideLayout" Target="../slideLayouts/slideLayout79.xml"/><Relationship Id="rId27" Type="http://schemas.openxmlformats.org/officeDocument/2006/relationships/oleObject" Target="../embeddings/oleObject15.bin"/></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94.xml"/><Relationship Id="rId18" Type="http://schemas.openxmlformats.org/officeDocument/2006/relationships/slideLayout" Target="../slideLayouts/slideLayout99.xml"/><Relationship Id="rId26" Type="http://schemas.openxmlformats.org/officeDocument/2006/relationships/slideLayout" Target="../slideLayouts/slideLayout107.xml"/><Relationship Id="rId21" Type="http://schemas.openxmlformats.org/officeDocument/2006/relationships/slideLayout" Target="../slideLayouts/slideLayout102.xml"/><Relationship Id="rId34" Type="http://schemas.openxmlformats.org/officeDocument/2006/relationships/slideLayout" Target="../slideLayouts/slideLayout115.xml"/><Relationship Id="rId7" Type="http://schemas.openxmlformats.org/officeDocument/2006/relationships/slideLayout" Target="../slideLayouts/slideLayout88.xml"/><Relationship Id="rId12" Type="http://schemas.openxmlformats.org/officeDocument/2006/relationships/slideLayout" Target="../slideLayouts/slideLayout93.xml"/><Relationship Id="rId17" Type="http://schemas.openxmlformats.org/officeDocument/2006/relationships/slideLayout" Target="../slideLayouts/slideLayout98.xml"/><Relationship Id="rId25" Type="http://schemas.openxmlformats.org/officeDocument/2006/relationships/slideLayout" Target="../slideLayouts/slideLayout106.xml"/><Relationship Id="rId33" Type="http://schemas.openxmlformats.org/officeDocument/2006/relationships/slideLayout" Target="../slideLayouts/slideLayout114.xml"/><Relationship Id="rId38" Type="http://schemas.openxmlformats.org/officeDocument/2006/relationships/image" Target="../media/image1.emf"/><Relationship Id="rId2" Type="http://schemas.openxmlformats.org/officeDocument/2006/relationships/slideLayout" Target="../slideLayouts/slideLayout83.xml"/><Relationship Id="rId16" Type="http://schemas.openxmlformats.org/officeDocument/2006/relationships/slideLayout" Target="../slideLayouts/slideLayout97.xml"/><Relationship Id="rId20" Type="http://schemas.openxmlformats.org/officeDocument/2006/relationships/slideLayout" Target="../slideLayouts/slideLayout101.xml"/><Relationship Id="rId29" Type="http://schemas.openxmlformats.org/officeDocument/2006/relationships/slideLayout" Target="../slideLayouts/slideLayout110.xml"/><Relationship Id="rId1" Type="http://schemas.openxmlformats.org/officeDocument/2006/relationships/slideLayout" Target="../slideLayouts/slideLayout82.xml"/><Relationship Id="rId6" Type="http://schemas.openxmlformats.org/officeDocument/2006/relationships/slideLayout" Target="../slideLayouts/slideLayout87.xml"/><Relationship Id="rId11" Type="http://schemas.openxmlformats.org/officeDocument/2006/relationships/slideLayout" Target="../slideLayouts/slideLayout92.xml"/><Relationship Id="rId24" Type="http://schemas.openxmlformats.org/officeDocument/2006/relationships/slideLayout" Target="../slideLayouts/slideLayout105.xml"/><Relationship Id="rId32" Type="http://schemas.openxmlformats.org/officeDocument/2006/relationships/slideLayout" Target="../slideLayouts/slideLayout113.xml"/><Relationship Id="rId37" Type="http://schemas.openxmlformats.org/officeDocument/2006/relationships/oleObject" Target="../embeddings/oleObject20.bin"/><Relationship Id="rId5" Type="http://schemas.openxmlformats.org/officeDocument/2006/relationships/slideLayout" Target="../slideLayouts/slideLayout86.xml"/><Relationship Id="rId15" Type="http://schemas.openxmlformats.org/officeDocument/2006/relationships/slideLayout" Target="../slideLayouts/slideLayout96.xml"/><Relationship Id="rId23" Type="http://schemas.openxmlformats.org/officeDocument/2006/relationships/slideLayout" Target="../slideLayouts/slideLayout104.xml"/><Relationship Id="rId28" Type="http://schemas.openxmlformats.org/officeDocument/2006/relationships/slideLayout" Target="../slideLayouts/slideLayout109.xml"/><Relationship Id="rId36" Type="http://schemas.openxmlformats.org/officeDocument/2006/relationships/tags" Target="../tags/tag43.xml"/><Relationship Id="rId10" Type="http://schemas.openxmlformats.org/officeDocument/2006/relationships/slideLayout" Target="../slideLayouts/slideLayout91.xml"/><Relationship Id="rId19" Type="http://schemas.openxmlformats.org/officeDocument/2006/relationships/slideLayout" Target="../slideLayouts/slideLayout100.xml"/><Relationship Id="rId31" Type="http://schemas.openxmlformats.org/officeDocument/2006/relationships/slideLayout" Target="../slideLayouts/slideLayout112.xml"/><Relationship Id="rId4" Type="http://schemas.openxmlformats.org/officeDocument/2006/relationships/slideLayout" Target="../slideLayouts/slideLayout85.xml"/><Relationship Id="rId9" Type="http://schemas.openxmlformats.org/officeDocument/2006/relationships/slideLayout" Target="../slideLayouts/slideLayout90.xml"/><Relationship Id="rId14" Type="http://schemas.openxmlformats.org/officeDocument/2006/relationships/slideLayout" Target="../slideLayouts/slideLayout95.xml"/><Relationship Id="rId22" Type="http://schemas.openxmlformats.org/officeDocument/2006/relationships/slideLayout" Target="../slideLayouts/slideLayout103.xml"/><Relationship Id="rId27" Type="http://schemas.openxmlformats.org/officeDocument/2006/relationships/slideLayout" Target="../slideLayouts/slideLayout108.xml"/><Relationship Id="rId30" Type="http://schemas.openxmlformats.org/officeDocument/2006/relationships/slideLayout" Target="../slideLayouts/slideLayout111.xml"/><Relationship Id="rId35" Type="http://schemas.openxmlformats.org/officeDocument/2006/relationships/theme" Target="../theme/theme5.xml"/><Relationship Id="rId8" Type="http://schemas.openxmlformats.org/officeDocument/2006/relationships/slideLayout" Target="../slideLayouts/slideLayout89.xml"/><Relationship Id="rId3" Type="http://schemas.openxmlformats.org/officeDocument/2006/relationships/slideLayout" Target="../slideLayouts/slideLayout84.xml"/></Relationships>
</file>

<file path=ppt/slideMasters/_rels/slideMaster6.xml.rels><?xml version="1.0" encoding="UTF-8" standalone="yes"?>
<Relationships xmlns="http://schemas.openxmlformats.org/package/2006/relationships"><Relationship Id="rId13" Type="http://schemas.openxmlformats.org/officeDocument/2006/relationships/slideLayout" Target="../slideLayouts/slideLayout128.xml"/><Relationship Id="rId18" Type="http://schemas.openxmlformats.org/officeDocument/2006/relationships/slideLayout" Target="../slideLayouts/slideLayout133.xml"/><Relationship Id="rId26" Type="http://schemas.openxmlformats.org/officeDocument/2006/relationships/slideLayout" Target="../slideLayouts/slideLayout141.xml"/><Relationship Id="rId3" Type="http://schemas.openxmlformats.org/officeDocument/2006/relationships/slideLayout" Target="../slideLayouts/slideLayout118.xml"/><Relationship Id="rId21" Type="http://schemas.openxmlformats.org/officeDocument/2006/relationships/slideLayout" Target="../slideLayouts/slideLayout136.xml"/><Relationship Id="rId7" Type="http://schemas.openxmlformats.org/officeDocument/2006/relationships/slideLayout" Target="../slideLayouts/slideLayout122.xml"/><Relationship Id="rId12" Type="http://schemas.openxmlformats.org/officeDocument/2006/relationships/slideLayout" Target="../slideLayouts/slideLayout127.xml"/><Relationship Id="rId17" Type="http://schemas.openxmlformats.org/officeDocument/2006/relationships/slideLayout" Target="../slideLayouts/slideLayout132.xml"/><Relationship Id="rId25" Type="http://schemas.openxmlformats.org/officeDocument/2006/relationships/slideLayout" Target="../slideLayouts/slideLayout140.xml"/><Relationship Id="rId33" Type="http://schemas.openxmlformats.org/officeDocument/2006/relationships/image" Target="../media/image2.png"/><Relationship Id="rId2" Type="http://schemas.openxmlformats.org/officeDocument/2006/relationships/slideLayout" Target="../slideLayouts/slideLayout117.xml"/><Relationship Id="rId16" Type="http://schemas.openxmlformats.org/officeDocument/2006/relationships/slideLayout" Target="../slideLayouts/slideLayout131.xml"/><Relationship Id="rId20" Type="http://schemas.openxmlformats.org/officeDocument/2006/relationships/slideLayout" Target="../slideLayouts/slideLayout135.xml"/><Relationship Id="rId29" Type="http://schemas.openxmlformats.org/officeDocument/2006/relationships/theme" Target="../theme/theme6.xml"/><Relationship Id="rId1" Type="http://schemas.openxmlformats.org/officeDocument/2006/relationships/slideLayout" Target="../slideLayouts/slideLayout116.xml"/><Relationship Id="rId6" Type="http://schemas.openxmlformats.org/officeDocument/2006/relationships/slideLayout" Target="../slideLayouts/slideLayout121.xml"/><Relationship Id="rId11" Type="http://schemas.openxmlformats.org/officeDocument/2006/relationships/slideLayout" Target="../slideLayouts/slideLayout126.xml"/><Relationship Id="rId24" Type="http://schemas.openxmlformats.org/officeDocument/2006/relationships/slideLayout" Target="../slideLayouts/slideLayout139.xml"/><Relationship Id="rId32" Type="http://schemas.openxmlformats.org/officeDocument/2006/relationships/image" Target="../media/image1.emf"/><Relationship Id="rId5" Type="http://schemas.openxmlformats.org/officeDocument/2006/relationships/slideLayout" Target="../slideLayouts/slideLayout120.xml"/><Relationship Id="rId15" Type="http://schemas.openxmlformats.org/officeDocument/2006/relationships/slideLayout" Target="../slideLayouts/slideLayout130.xml"/><Relationship Id="rId23" Type="http://schemas.openxmlformats.org/officeDocument/2006/relationships/slideLayout" Target="../slideLayouts/slideLayout138.xml"/><Relationship Id="rId28" Type="http://schemas.openxmlformats.org/officeDocument/2006/relationships/slideLayout" Target="../slideLayouts/slideLayout143.xml"/><Relationship Id="rId10" Type="http://schemas.openxmlformats.org/officeDocument/2006/relationships/slideLayout" Target="../slideLayouts/slideLayout125.xml"/><Relationship Id="rId19" Type="http://schemas.openxmlformats.org/officeDocument/2006/relationships/slideLayout" Target="../slideLayouts/slideLayout134.xml"/><Relationship Id="rId31" Type="http://schemas.openxmlformats.org/officeDocument/2006/relationships/oleObject" Target="../embeddings/oleObject28.bin"/><Relationship Id="rId4" Type="http://schemas.openxmlformats.org/officeDocument/2006/relationships/slideLayout" Target="../slideLayouts/slideLayout119.xml"/><Relationship Id="rId9" Type="http://schemas.openxmlformats.org/officeDocument/2006/relationships/slideLayout" Target="../slideLayouts/slideLayout124.xml"/><Relationship Id="rId14" Type="http://schemas.openxmlformats.org/officeDocument/2006/relationships/slideLayout" Target="../slideLayouts/slideLayout129.xml"/><Relationship Id="rId22" Type="http://schemas.openxmlformats.org/officeDocument/2006/relationships/slideLayout" Target="../slideLayouts/slideLayout137.xml"/><Relationship Id="rId27" Type="http://schemas.openxmlformats.org/officeDocument/2006/relationships/slideLayout" Target="../slideLayouts/slideLayout142.xml"/><Relationship Id="rId30" Type="http://schemas.openxmlformats.org/officeDocument/2006/relationships/tags" Target="../tags/tag57.xml"/><Relationship Id="rId8" Type="http://schemas.openxmlformats.org/officeDocument/2006/relationships/slideLayout" Target="../slideLayouts/slideLayout12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6" imgW="270" imgH="270" progId="TCLayout.ActiveDocument.1">
                  <p:embed/>
                </p:oleObj>
              </mc:Choice>
              <mc:Fallback>
                <p:oleObj name="think-cell Slide" r:id="rId26" imgW="270" imgH="270" progId="TCLayout.ActiveDocument.1">
                  <p:embed/>
                  <p:pic>
                    <p:nvPicPr>
                      <p:cNvPr id="21" name="Object 20" hidden="1"/>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28">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53" r:id="rId1"/>
    <p:sldLayoutId id="2147483955" r:id="rId2"/>
    <p:sldLayoutId id="2147483956" r:id="rId3"/>
    <p:sldLayoutId id="2147483900" r:id="rId4"/>
    <p:sldLayoutId id="2147483901" r:id="rId5"/>
    <p:sldLayoutId id="2147483960" r:id="rId6"/>
    <p:sldLayoutId id="2147483902" r:id="rId7"/>
    <p:sldLayoutId id="2147483903" r:id="rId8"/>
    <p:sldLayoutId id="2147483949" r:id="rId9"/>
    <p:sldLayoutId id="2147483905" r:id="rId10"/>
    <p:sldLayoutId id="2147483945" r:id="rId11"/>
    <p:sldLayoutId id="2147484067" r:id="rId12"/>
    <p:sldLayoutId id="2147483948" r:id="rId13"/>
    <p:sldLayoutId id="2147483954" r:id="rId14"/>
    <p:sldLayoutId id="2147483930" r:id="rId15"/>
    <p:sldLayoutId id="2147483961" r:id="rId16"/>
    <p:sldLayoutId id="2147483958" r:id="rId17"/>
    <p:sldLayoutId id="2147483959" r:id="rId18"/>
    <p:sldLayoutId id="2147483918" r:id="rId19"/>
    <p:sldLayoutId id="2147483922" r:id="rId20"/>
    <p:sldLayoutId id="2147483950" r:id="rId21"/>
    <p:sldLayoutId id="2147484003" r:id="rId22"/>
    <p:sldLayoutId id="2147484097" r:id="rId2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1" name="Object 20"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Rectangle 8">
            <a:extLst>
              <a:ext uri="{FF2B5EF4-FFF2-40B4-BE49-F238E27FC236}">
                <a16:creationId xmlns:a16="http://schemas.microsoft.com/office/drawing/2014/main" id="{6E84F7D2-105D-40D2-8684-54D4B7EE4B16}"/>
              </a:ext>
            </a:extLst>
          </p:cNvPr>
          <p:cNvSpPr/>
          <p:nvPr userDrawn="1"/>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1</a:t>
            </a:r>
          </a:p>
          <a:p>
            <a:pPr algn="ctr">
              <a:lnSpc>
                <a:spcPct val="90000"/>
              </a:lnSpc>
              <a:spcAft>
                <a:spcPts val="0"/>
              </a:spcAft>
            </a:pPr>
            <a:r>
              <a:rPr lang="en-GB" sz="700"/>
              <a:t>112</a:t>
            </a:r>
          </a:p>
          <a:p>
            <a:pPr algn="ctr">
              <a:lnSpc>
                <a:spcPct val="90000"/>
              </a:lnSpc>
              <a:spcAft>
                <a:spcPts val="0"/>
              </a:spcAft>
            </a:pPr>
            <a:r>
              <a:rPr lang="en-GB" sz="700"/>
              <a:t>173</a:t>
            </a:r>
          </a:p>
        </p:txBody>
      </p:sp>
      <p:sp>
        <p:nvSpPr>
          <p:cNvPr id="10" name="Rectangle 9">
            <a:extLst>
              <a:ext uri="{FF2B5EF4-FFF2-40B4-BE49-F238E27FC236}">
                <a16:creationId xmlns:a16="http://schemas.microsoft.com/office/drawing/2014/main" id="{6674CD1B-3525-46B2-BAA5-E21DAAAA01B7}"/>
              </a:ext>
            </a:extLst>
          </p:cNvPr>
          <p:cNvSpPr/>
          <p:nvPr userDrawn="1"/>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18</a:t>
            </a:r>
          </a:p>
          <a:p>
            <a:pPr algn="ctr">
              <a:lnSpc>
                <a:spcPct val="90000"/>
              </a:lnSpc>
              <a:spcAft>
                <a:spcPts val="0"/>
              </a:spcAft>
            </a:pPr>
            <a:r>
              <a:rPr lang="en-GB" sz="700">
                <a:solidFill>
                  <a:schemeClr val="tx1"/>
                </a:solidFill>
              </a:rPr>
              <a:t>171</a:t>
            </a:r>
          </a:p>
          <a:p>
            <a:pPr algn="ctr">
              <a:lnSpc>
                <a:spcPct val="90000"/>
              </a:lnSpc>
              <a:spcAft>
                <a:spcPts val="0"/>
              </a:spcAft>
            </a:pPr>
            <a:r>
              <a:rPr lang="en-GB" sz="700">
                <a:solidFill>
                  <a:schemeClr val="tx1"/>
                </a:solidFill>
              </a:rPr>
              <a:t>219</a:t>
            </a:r>
          </a:p>
        </p:txBody>
      </p:sp>
      <p:sp>
        <p:nvSpPr>
          <p:cNvPr id="11" name="Rectangle 10">
            <a:extLst>
              <a:ext uri="{FF2B5EF4-FFF2-40B4-BE49-F238E27FC236}">
                <a16:creationId xmlns:a16="http://schemas.microsoft.com/office/drawing/2014/main" id="{454D7C4E-D5CF-46EC-BB6D-492AECCE429B}"/>
              </a:ext>
            </a:extLst>
          </p:cNvPr>
          <p:cNvSpPr/>
          <p:nvPr userDrawn="1"/>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43</a:t>
            </a:r>
          </a:p>
          <a:p>
            <a:pPr algn="ctr">
              <a:lnSpc>
                <a:spcPct val="90000"/>
              </a:lnSpc>
              <a:spcAft>
                <a:spcPts val="0"/>
              </a:spcAft>
            </a:pPr>
            <a:r>
              <a:rPr lang="en-GB" sz="700"/>
              <a:t>10</a:t>
            </a:r>
          </a:p>
          <a:p>
            <a:pPr algn="ctr">
              <a:lnSpc>
                <a:spcPct val="90000"/>
              </a:lnSpc>
              <a:spcAft>
                <a:spcPts val="0"/>
              </a:spcAft>
            </a:pPr>
            <a:r>
              <a:rPr lang="en-GB" sz="700"/>
              <a:t>61</a:t>
            </a:r>
          </a:p>
        </p:txBody>
      </p:sp>
      <p:sp>
        <p:nvSpPr>
          <p:cNvPr id="12" name="Rectangle 11">
            <a:extLst>
              <a:ext uri="{FF2B5EF4-FFF2-40B4-BE49-F238E27FC236}">
                <a16:creationId xmlns:a16="http://schemas.microsoft.com/office/drawing/2014/main" id="{F838BB57-4C07-4FC1-A63C-CC0F604A7FCC}"/>
              </a:ext>
            </a:extLst>
          </p:cNvPr>
          <p:cNvSpPr/>
          <p:nvPr userDrawn="1"/>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t>39</a:t>
            </a:r>
          </a:p>
          <a:p>
            <a:pPr algn="ctr">
              <a:lnSpc>
                <a:spcPct val="90000"/>
              </a:lnSpc>
              <a:spcAft>
                <a:spcPts val="0"/>
              </a:spcAft>
            </a:pPr>
            <a:r>
              <a:rPr lang="en-GB" sz="700"/>
              <a:t>41</a:t>
            </a:r>
          </a:p>
          <a:p>
            <a:pPr algn="ctr">
              <a:lnSpc>
                <a:spcPct val="90000"/>
              </a:lnSpc>
              <a:spcAft>
                <a:spcPts val="0"/>
              </a:spcAft>
            </a:pPr>
            <a:r>
              <a:rPr lang="en-GB" sz="700"/>
              <a:t>54</a:t>
            </a:r>
          </a:p>
        </p:txBody>
      </p:sp>
      <p:sp>
        <p:nvSpPr>
          <p:cNvPr id="13" name="Rectangle 12">
            <a:extLst>
              <a:ext uri="{FF2B5EF4-FFF2-40B4-BE49-F238E27FC236}">
                <a16:creationId xmlns:a16="http://schemas.microsoft.com/office/drawing/2014/main" id="{DD7B6E98-FB65-49B0-9A8A-698B183CB044}"/>
              </a:ext>
            </a:extLst>
          </p:cNvPr>
          <p:cNvSpPr/>
          <p:nvPr userDrawn="1"/>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a:p>
            <a:pPr algn="ctr">
              <a:lnSpc>
                <a:spcPct val="90000"/>
              </a:lnSpc>
              <a:spcAft>
                <a:spcPts val="0"/>
              </a:spcAft>
            </a:pPr>
            <a:r>
              <a:rPr lang="en-GB" sz="700">
                <a:solidFill>
                  <a:schemeClr val="tx1"/>
                </a:solidFill>
              </a:rPr>
              <a:t>236</a:t>
            </a:r>
          </a:p>
        </p:txBody>
      </p:sp>
      <p:grpSp>
        <p:nvGrpSpPr>
          <p:cNvPr id="14" name="Groupe 13">
            <a:extLst>
              <a:ext uri="{FF2B5EF4-FFF2-40B4-BE49-F238E27FC236}">
                <a16:creationId xmlns:a16="http://schemas.microsoft.com/office/drawing/2014/main" id="{A888B5AD-7B92-4579-B213-8C5CFEB8D1BC}"/>
              </a:ext>
            </a:extLst>
          </p:cNvPr>
          <p:cNvGrpSpPr/>
          <p:nvPr userDrawn="1"/>
        </p:nvGrpSpPr>
        <p:grpSpPr>
          <a:xfrm>
            <a:off x="12500244" y="4582319"/>
            <a:ext cx="1462993" cy="2058800"/>
            <a:chOff x="12432704" y="1992581"/>
            <a:chExt cx="1462993" cy="2058800"/>
          </a:xfrm>
        </p:grpSpPr>
        <p:sp>
          <p:nvSpPr>
            <p:cNvPr id="15" name="Forme libre : forme 14">
              <a:extLst>
                <a:ext uri="{FF2B5EF4-FFF2-40B4-BE49-F238E27FC236}">
                  <a16:creationId xmlns:a16="http://schemas.microsoft.com/office/drawing/2014/main" id="{2DB90E0F-21BC-47C3-97E1-A7DBB8ED3932}"/>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142</a:t>
              </a:r>
            </a:p>
            <a:p>
              <a:pPr algn="ctr">
                <a:lnSpc>
                  <a:spcPct val="90000"/>
                </a:lnSpc>
                <a:spcAft>
                  <a:spcPts val="0"/>
                </a:spcAft>
              </a:pPr>
              <a:r>
                <a:rPr lang="en-US" sz="700"/>
                <a:t>18</a:t>
              </a:r>
            </a:p>
          </p:txBody>
        </p:sp>
        <p:sp>
          <p:nvSpPr>
            <p:cNvPr id="16" name="Forme libre : forme 15">
              <a:extLst>
                <a:ext uri="{FF2B5EF4-FFF2-40B4-BE49-F238E27FC236}">
                  <a16:creationId xmlns:a16="http://schemas.microsoft.com/office/drawing/2014/main" id="{7F4FC78D-D760-4D99-9D36-2648743895AF}"/>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156</a:t>
              </a:r>
            </a:p>
            <a:p>
              <a:pPr algn="ctr">
                <a:lnSpc>
                  <a:spcPct val="90000"/>
                </a:lnSpc>
                <a:spcAft>
                  <a:spcPts val="0"/>
                </a:spcAft>
              </a:pPr>
              <a:r>
                <a:rPr lang="en-US" sz="700"/>
                <a:t>41</a:t>
              </a:r>
            </a:p>
          </p:txBody>
        </p:sp>
        <p:sp>
          <p:nvSpPr>
            <p:cNvPr id="17" name="Forme libre : forme 16">
              <a:extLst>
                <a:ext uri="{FF2B5EF4-FFF2-40B4-BE49-F238E27FC236}">
                  <a16:creationId xmlns:a16="http://schemas.microsoft.com/office/drawing/2014/main" id="{5EB34581-6EB1-4258-A04C-E3043E1FEE2B}"/>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178</a:t>
              </a:r>
            </a:p>
            <a:p>
              <a:pPr algn="ctr">
                <a:lnSpc>
                  <a:spcPct val="90000"/>
                </a:lnSpc>
                <a:spcAft>
                  <a:spcPts val="0"/>
                </a:spcAft>
              </a:pPr>
              <a:r>
                <a:rPr lang="en-US" sz="700"/>
                <a:t>74</a:t>
              </a:r>
            </a:p>
          </p:txBody>
        </p:sp>
        <p:sp>
          <p:nvSpPr>
            <p:cNvPr id="18" name="Forme libre : forme 17">
              <a:extLst>
                <a:ext uri="{FF2B5EF4-FFF2-40B4-BE49-F238E27FC236}">
                  <a16:creationId xmlns:a16="http://schemas.microsoft.com/office/drawing/2014/main" id="{B2B07A2C-C401-493B-BD96-AFFC78E5CE40}"/>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208</a:t>
              </a:r>
            </a:p>
            <a:p>
              <a:pPr algn="ctr">
                <a:lnSpc>
                  <a:spcPct val="90000"/>
                </a:lnSpc>
                <a:spcAft>
                  <a:spcPts val="0"/>
                </a:spcAft>
              </a:pPr>
              <a:r>
                <a:rPr lang="en-US" sz="700"/>
                <a:t>104</a:t>
              </a:r>
            </a:p>
          </p:txBody>
        </p:sp>
        <p:sp>
          <p:nvSpPr>
            <p:cNvPr id="19" name="Forme libre : forme 18">
              <a:extLst>
                <a:ext uri="{FF2B5EF4-FFF2-40B4-BE49-F238E27FC236}">
                  <a16:creationId xmlns:a16="http://schemas.microsoft.com/office/drawing/2014/main" id="{883FD4AE-2A51-4B86-9366-14B559E75766}"/>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218</a:t>
              </a:r>
            </a:p>
            <a:p>
              <a:pPr algn="ctr">
                <a:lnSpc>
                  <a:spcPct val="90000"/>
                </a:lnSpc>
                <a:spcAft>
                  <a:spcPts val="0"/>
                </a:spcAft>
              </a:pPr>
              <a:r>
                <a:rPr lang="en-US" sz="700"/>
                <a:t>128</a:t>
              </a:r>
            </a:p>
          </p:txBody>
        </p:sp>
        <p:sp>
          <p:nvSpPr>
            <p:cNvPr id="20" name="Forme libre : forme 19">
              <a:extLst>
                <a:ext uri="{FF2B5EF4-FFF2-40B4-BE49-F238E27FC236}">
                  <a16:creationId xmlns:a16="http://schemas.microsoft.com/office/drawing/2014/main" id="{8B6124A1-2AEF-4C8C-B795-1C05EEDFDC79}"/>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rPr>
                <a:t>66</a:t>
              </a:r>
            </a:p>
            <a:p>
              <a:pPr algn="ctr">
                <a:lnSpc>
                  <a:spcPct val="90000"/>
                </a:lnSpc>
                <a:spcAft>
                  <a:spcPts val="0"/>
                </a:spcAft>
              </a:pPr>
              <a:r>
                <a:rPr lang="en-US" sz="700">
                  <a:solidFill>
                    <a:schemeClr val="bg1"/>
                  </a:solidFill>
                </a:rPr>
                <a:t>20</a:t>
              </a:r>
            </a:p>
            <a:p>
              <a:pPr algn="ctr">
                <a:lnSpc>
                  <a:spcPct val="90000"/>
                </a:lnSpc>
                <a:spcAft>
                  <a:spcPts val="0"/>
                </a:spcAft>
              </a:pPr>
              <a:r>
                <a:rPr lang="en-US" sz="700">
                  <a:solidFill>
                    <a:schemeClr val="bg1"/>
                  </a:solidFill>
                </a:rPr>
                <a:t>46</a:t>
              </a:r>
            </a:p>
          </p:txBody>
        </p:sp>
        <p:sp>
          <p:nvSpPr>
            <p:cNvPr id="22" name="Forme libre : forme 21">
              <a:extLst>
                <a:ext uri="{FF2B5EF4-FFF2-40B4-BE49-F238E27FC236}">
                  <a16:creationId xmlns:a16="http://schemas.microsoft.com/office/drawing/2014/main" id="{2BEF451C-60AC-4B29-B934-3A3013D56019}"/>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rPr>
                <a:t>89</a:t>
              </a:r>
            </a:p>
            <a:p>
              <a:pPr algn="ctr">
                <a:lnSpc>
                  <a:spcPct val="90000"/>
                </a:lnSpc>
                <a:spcAft>
                  <a:spcPts val="0"/>
                </a:spcAft>
              </a:pPr>
              <a:r>
                <a:rPr lang="en-US" sz="700">
                  <a:solidFill>
                    <a:schemeClr val="bg1"/>
                  </a:solidFill>
                </a:rPr>
                <a:t>10</a:t>
              </a:r>
            </a:p>
            <a:p>
              <a:pPr algn="ctr">
                <a:lnSpc>
                  <a:spcPct val="90000"/>
                </a:lnSpc>
                <a:spcAft>
                  <a:spcPts val="0"/>
                </a:spcAft>
              </a:pPr>
              <a:r>
                <a:rPr lang="en-US" sz="700">
                  <a:solidFill>
                    <a:schemeClr val="bg1"/>
                  </a:solidFill>
                </a:rPr>
                <a:t>66</a:t>
              </a:r>
            </a:p>
          </p:txBody>
        </p:sp>
        <p:sp>
          <p:nvSpPr>
            <p:cNvPr id="23" name="Forme libre : forme 22">
              <a:extLst>
                <a:ext uri="{FF2B5EF4-FFF2-40B4-BE49-F238E27FC236}">
                  <a16:creationId xmlns:a16="http://schemas.microsoft.com/office/drawing/2014/main" id="{BB330BFE-3E92-475F-B97F-80DD88A81E57}"/>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rPr>
                <a:t>117</a:t>
              </a:r>
            </a:p>
            <a:p>
              <a:pPr algn="ctr">
                <a:lnSpc>
                  <a:spcPct val="90000"/>
                </a:lnSpc>
                <a:spcAft>
                  <a:spcPts val="0"/>
                </a:spcAft>
              </a:pPr>
              <a:r>
                <a:rPr lang="en-US" sz="700">
                  <a:solidFill>
                    <a:schemeClr val="bg1"/>
                  </a:solidFill>
                </a:rPr>
                <a:t>13</a:t>
              </a:r>
            </a:p>
            <a:p>
              <a:pPr algn="ctr">
                <a:lnSpc>
                  <a:spcPct val="90000"/>
                </a:lnSpc>
                <a:spcAft>
                  <a:spcPts val="0"/>
                </a:spcAft>
              </a:pPr>
              <a:r>
                <a:rPr lang="en-US" sz="700">
                  <a:solidFill>
                    <a:schemeClr val="bg1"/>
                  </a:solidFill>
                </a:rPr>
                <a:t>92</a:t>
              </a:r>
            </a:p>
          </p:txBody>
        </p:sp>
        <p:sp>
          <p:nvSpPr>
            <p:cNvPr id="24" name="Forme libre : forme 23">
              <a:extLst>
                <a:ext uri="{FF2B5EF4-FFF2-40B4-BE49-F238E27FC236}">
                  <a16:creationId xmlns:a16="http://schemas.microsoft.com/office/drawing/2014/main" id="{06E05F2E-470A-4ECB-90F9-31154169905D}"/>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rPr>
                <a:t>128</a:t>
              </a:r>
            </a:p>
            <a:p>
              <a:pPr algn="ctr">
                <a:lnSpc>
                  <a:spcPct val="90000"/>
                </a:lnSpc>
                <a:spcAft>
                  <a:spcPts val="0"/>
                </a:spcAft>
              </a:pPr>
              <a:r>
                <a:rPr lang="en-US" sz="700">
                  <a:solidFill>
                    <a:schemeClr val="bg1"/>
                  </a:solidFill>
                </a:rPr>
                <a:t>43</a:t>
              </a:r>
            </a:p>
            <a:p>
              <a:pPr algn="ctr">
                <a:lnSpc>
                  <a:spcPct val="90000"/>
                </a:lnSpc>
                <a:spcAft>
                  <a:spcPts val="0"/>
                </a:spcAft>
              </a:pPr>
              <a:r>
                <a:rPr lang="en-US" sz="700">
                  <a:solidFill>
                    <a:schemeClr val="bg1"/>
                  </a:solidFill>
                </a:rPr>
                <a:t>115</a:t>
              </a:r>
            </a:p>
          </p:txBody>
        </p:sp>
        <p:sp>
          <p:nvSpPr>
            <p:cNvPr id="25" name="Forme libre : forme 24">
              <a:extLst>
                <a:ext uri="{FF2B5EF4-FFF2-40B4-BE49-F238E27FC236}">
                  <a16:creationId xmlns:a16="http://schemas.microsoft.com/office/drawing/2014/main" id="{31E1100C-32A2-49E9-87B4-FF8DB29E1B09}"/>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rPr>
                <a:t>158</a:t>
              </a:r>
            </a:p>
            <a:p>
              <a:pPr algn="ctr">
                <a:lnSpc>
                  <a:spcPct val="90000"/>
                </a:lnSpc>
                <a:spcAft>
                  <a:spcPts val="0"/>
                </a:spcAft>
              </a:pPr>
              <a:r>
                <a:rPr lang="en-US" sz="700">
                  <a:solidFill>
                    <a:schemeClr val="bg1"/>
                  </a:solidFill>
                </a:rPr>
                <a:t>71</a:t>
              </a:r>
            </a:p>
            <a:p>
              <a:pPr algn="ctr">
                <a:lnSpc>
                  <a:spcPct val="90000"/>
                </a:lnSpc>
                <a:spcAft>
                  <a:spcPts val="0"/>
                </a:spcAft>
              </a:pPr>
              <a:r>
                <a:rPr lang="en-US" sz="700">
                  <a:solidFill>
                    <a:schemeClr val="bg1"/>
                  </a:solidFill>
                </a:rPr>
                <a:t>128</a:t>
              </a:r>
            </a:p>
          </p:txBody>
        </p:sp>
        <p:sp>
          <p:nvSpPr>
            <p:cNvPr id="26" name="Forme libre : forme 25">
              <a:extLst>
                <a:ext uri="{FF2B5EF4-FFF2-40B4-BE49-F238E27FC236}">
                  <a16:creationId xmlns:a16="http://schemas.microsoft.com/office/drawing/2014/main" id="{761E6E7F-81C3-422A-9187-67D6AD855F6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rPr>
                <a:t>166</a:t>
              </a:r>
            </a:p>
            <a:p>
              <a:pPr algn="ctr">
                <a:lnSpc>
                  <a:spcPct val="90000"/>
                </a:lnSpc>
                <a:spcAft>
                  <a:spcPts val="0"/>
                </a:spcAft>
              </a:pPr>
              <a:r>
                <a:rPr lang="en-US" sz="700">
                  <a:solidFill>
                    <a:schemeClr val="bg1"/>
                  </a:solidFill>
                </a:rPr>
                <a:t>0</a:t>
              </a:r>
            </a:p>
            <a:p>
              <a:pPr algn="ctr">
                <a:lnSpc>
                  <a:spcPct val="90000"/>
                </a:lnSpc>
                <a:spcAft>
                  <a:spcPts val="0"/>
                </a:spcAft>
              </a:pPr>
              <a:r>
                <a:rPr lang="en-US" sz="700">
                  <a:solidFill>
                    <a:schemeClr val="bg1"/>
                  </a:solidFill>
                </a:rPr>
                <a:t>26</a:t>
              </a:r>
            </a:p>
          </p:txBody>
        </p:sp>
        <p:sp>
          <p:nvSpPr>
            <p:cNvPr id="27" name="Forme libre : forme 26">
              <a:extLst>
                <a:ext uri="{FF2B5EF4-FFF2-40B4-BE49-F238E27FC236}">
                  <a16:creationId xmlns:a16="http://schemas.microsoft.com/office/drawing/2014/main" id="{F6AC8EC5-2272-4607-91DE-8B0C2EA9C9E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rPr>
                <a:t>227</a:t>
              </a:r>
            </a:p>
            <a:p>
              <a:pPr algn="ctr">
                <a:lnSpc>
                  <a:spcPct val="90000"/>
                </a:lnSpc>
                <a:spcAft>
                  <a:spcPts val="0"/>
                </a:spcAft>
              </a:pPr>
              <a:r>
                <a:rPr lang="en-US" sz="700">
                  <a:solidFill>
                    <a:schemeClr val="bg1"/>
                  </a:solidFill>
                </a:rPr>
                <a:t>03</a:t>
              </a:r>
            </a:p>
            <a:p>
              <a:pPr algn="ctr">
                <a:lnSpc>
                  <a:spcPct val="90000"/>
                </a:lnSpc>
                <a:spcAft>
                  <a:spcPts val="0"/>
                </a:spcAft>
              </a:pPr>
              <a:r>
                <a:rPr lang="en-US" sz="700">
                  <a:solidFill>
                    <a:schemeClr val="bg1"/>
                  </a:solidFill>
                </a:rPr>
                <a:t>33</a:t>
              </a:r>
            </a:p>
          </p:txBody>
        </p:sp>
        <p:sp>
          <p:nvSpPr>
            <p:cNvPr id="28" name="Forme libre : forme 27">
              <a:extLst>
                <a:ext uri="{FF2B5EF4-FFF2-40B4-BE49-F238E27FC236}">
                  <a16:creationId xmlns:a16="http://schemas.microsoft.com/office/drawing/2014/main" id="{AE7E4BDC-12AC-4E45-A544-F1D3CAFD0114}"/>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48</a:t>
              </a:r>
            </a:p>
            <a:p>
              <a:pPr algn="ctr">
                <a:lnSpc>
                  <a:spcPct val="90000"/>
                </a:lnSpc>
                <a:spcAft>
                  <a:spcPts val="0"/>
                </a:spcAft>
              </a:pPr>
              <a:r>
                <a:rPr lang="en-US" sz="700"/>
                <a:t>77</a:t>
              </a:r>
            </a:p>
          </p:txBody>
        </p:sp>
        <p:sp>
          <p:nvSpPr>
            <p:cNvPr id="29" name="Forme libre : forme 28">
              <a:extLst>
                <a:ext uri="{FF2B5EF4-FFF2-40B4-BE49-F238E27FC236}">
                  <a16:creationId xmlns:a16="http://schemas.microsoft.com/office/drawing/2014/main" id="{21562F06-1455-4AEC-9BE2-E10D7D6D29F2}"/>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69</a:t>
              </a:r>
            </a:p>
            <a:p>
              <a:pPr algn="ctr">
                <a:lnSpc>
                  <a:spcPct val="90000"/>
                </a:lnSpc>
                <a:spcAft>
                  <a:spcPts val="0"/>
                </a:spcAft>
              </a:pPr>
              <a:r>
                <a:rPr lang="en-US" sz="700"/>
                <a:t>94</a:t>
              </a:r>
            </a:p>
          </p:txBody>
        </p:sp>
        <p:sp>
          <p:nvSpPr>
            <p:cNvPr id="30" name="Forme libre : forme 29">
              <a:extLst>
                <a:ext uri="{FF2B5EF4-FFF2-40B4-BE49-F238E27FC236}">
                  <a16:creationId xmlns:a16="http://schemas.microsoft.com/office/drawing/2014/main" id="{D574C07B-B590-4D86-9084-8434CBF3897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t>255</a:t>
              </a:r>
            </a:p>
            <a:p>
              <a:pPr algn="ctr">
                <a:lnSpc>
                  <a:spcPct val="90000"/>
                </a:lnSpc>
                <a:spcAft>
                  <a:spcPts val="0"/>
                </a:spcAft>
              </a:pPr>
              <a:r>
                <a:rPr lang="en-US" sz="700"/>
                <a:t>87</a:t>
              </a:r>
            </a:p>
            <a:p>
              <a:pPr algn="ctr">
                <a:lnSpc>
                  <a:spcPct val="90000"/>
                </a:lnSpc>
                <a:spcAft>
                  <a:spcPts val="0"/>
                </a:spcAft>
              </a:pPr>
              <a:r>
                <a:rPr lang="en-US" sz="700"/>
                <a:t>112</a:t>
              </a:r>
            </a:p>
          </p:txBody>
        </p:sp>
        <p:sp>
          <p:nvSpPr>
            <p:cNvPr id="31" name="Forme libre : forme 30">
              <a:extLst>
                <a:ext uri="{FF2B5EF4-FFF2-40B4-BE49-F238E27FC236}">
                  <a16:creationId xmlns:a16="http://schemas.microsoft.com/office/drawing/2014/main" id="{3BD8DAAB-36E6-41B5-AADE-DFE41A9C9027}"/>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rPr>
                <a:t>129</a:t>
              </a:r>
            </a:p>
            <a:p>
              <a:pPr algn="ctr">
                <a:lnSpc>
                  <a:spcPct val="90000"/>
                </a:lnSpc>
                <a:spcAft>
                  <a:spcPts val="0"/>
                </a:spcAft>
              </a:pPr>
              <a:r>
                <a:rPr lang="en-US" sz="700">
                  <a:solidFill>
                    <a:schemeClr val="bg1"/>
                  </a:solidFill>
                </a:rPr>
                <a:t>27</a:t>
              </a:r>
            </a:p>
            <a:p>
              <a:pPr algn="ctr">
                <a:lnSpc>
                  <a:spcPct val="90000"/>
                </a:lnSpc>
                <a:spcAft>
                  <a:spcPts val="0"/>
                </a:spcAft>
              </a:pPr>
              <a:r>
                <a:rPr lang="en-US" sz="700">
                  <a:solidFill>
                    <a:schemeClr val="bg1"/>
                  </a:solidFill>
                </a:rPr>
                <a:t>111</a:t>
              </a:r>
            </a:p>
          </p:txBody>
        </p:sp>
        <p:sp>
          <p:nvSpPr>
            <p:cNvPr id="32" name="Forme libre : forme 31">
              <a:extLst>
                <a:ext uri="{FF2B5EF4-FFF2-40B4-BE49-F238E27FC236}">
                  <a16:creationId xmlns:a16="http://schemas.microsoft.com/office/drawing/2014/main" id="{F37B4E60-30C6-45F4-894D-44DBD9C5FEDC}"/>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rPr>
                <a:t>161</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3" name="Forme libre : forme 32">
              <a:extLst>
                <a:ext uri="{FF2B5EF4-FFF2-40B4-BE49-F238E27FC236}">
                  <a16:creationId xmlns:a16="http://schemas.microsoft.com/office/drawing/2014/main" id="{174A02C6-BC47-48E7-9DA9-F5969E31EA9B}"/>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rPr>
                <a:t>186</a:t>
              </a:r>
            </a:p>
            <a:p>
              <a:pPr algn="ctr">
                <a:lnSpc>
                  <a:spcPct val="90000"/>
                </a:lnSpc>
                <a:spcAft>
                  <a:spcPts val="0"/>
                </a:spcAft>
              </a:pPr>
              <a:r>
                <a:rPr lang="en-US" sz="700">
                  <a:solidFill>
                    <a:schemeClr val="bg1"/>
                  </a:solidFill>
                </a:rPr>
                <a:t>41</a:t>
              </a:r>
            </a:p>
            <a:p>
              <a:pPr algn="ctr">
                <a:lnSpc>
                  <a:spcPct val="90000"/>
                </a:lnSpc>
                <a:spcAft>
                  <a:spcPts val="0"/>
                </a:spcAft>
              </a:pPr>
              <a:r>
                <a:rPr lang="en-US" sz="700">
                  <a:solidFill>
                    <a:schemeClr val="bg1"/>
                  </a:solidFill>
                </a:rPr>
                <a:t>128</a:t>
              </a:r>
            </a:p>
          </p:txBody>
        </p:sp>
        <p:sp>
          <p:nvSpPr>
            <p:cNvPr id="34" name="Forme libre : forme 33">
              <a:extLst>
                <a:ext uri="{FF2B5EF4-FFF2-40B4-BE49-F238E27FC236}">
                  <a16:creationId xmlns:a16="http://schemas.microsoft.com/office/drawing/2014/main" id="{7F978581-8BA5-4327-ACCF-D23BD9C30262}"/>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t>209</a:t>
              </a:r>
            </a:p>
            <a:p>
              <a:pPr algn="ctr">
                <a:lnSpc>
                  <a:spcPct val="90000"/>
                </a:lnSpc>
                <a:spcAft>
                  <a:spcPts val="0"/>
                </a:spcAft>
              </a:pPr>
              <a:r>
                <a:rPr lang="en-US" sz="700"/>
                <a:t>58</a:t>
              </a:r>
            </a:p>
            <a:p>
              <a:pPr algn="ctr">
                <a:lnSpc>
                  <a:spcPct val="90000"/>
                </a:lnSpc>
                <a:spcAft>
                  <a:spcPts val="0"/>
                </a:spcAft>
              </a:pPr>
              <a:r>
                <a:rPr lang="en-US" sz="700"/>
                <a:t>140</a:t>
              </a:r>
            </a:p>
          </p:txBody>
        </p:sp>
        <p:sp>
          <p:nvSpPr>
            <p:cNvPr id="35" name="Forme libre : forme 34">
              <a:extLst>
                <a:ext uri="{FF2B5EF4-FFF2-40B4-BE49-F238E27FC236}">
                  <a16:creationId xmlns:a16="http://schemas.microsoft.com/office/drawing/2014/main" id="{F035DD25-7BE4-4C64-AC77-EB8A30E81461}"/>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t>229</a:t>
              </a:r>
            </a:p>
            <a:p>
              <a:pPr algn="ctr">
                <a:lnSpc>
                  <a:spcPct val="90000"/>
                </a:lnSpc>
                <a:spcAft>
                  <a:spcPts val="0"/>
                </a:spcAft>
              </a:pPr>
              <a:r>
                <a:rPr lang="en-US" sz="700"/>
                <a:t>87</a:t>
              </a:r>
            </a:p>
            <a:p>
              <a:pPr algn="ctr">
                <a:lnSpc>
                  <a:spcPct val="90000"/>
                </a:lnSpc>
                <a:spcAft>
                  <a:spcPts val="0"/>
                </a:spcAft>
              </a:pPr>
              <a:r>
                <a:rPr lang="en-US" sz="700"/>
                <a:t>173</a:t>
              </a:r>
            </a:p>
          </p:txBody>
        </p:sp>
      </p:grpSp>
      <p:grpSp>
        <p:nvGrpSpPr>
          <p:cNvPr id="36" name="Groupe 35">
            <a:extLst>
              <a:ext uri="{FF2B5EF4-FFF2-40B4-BE49-F238E27FC236}">
                <a16:creationId xmlns:a16="http://schemas.microsoft.com/office/drawing/2014/main" id="{F8BD562A-C55A-4203-A4A2-5B6DF517FC63}"/>
              </a:ext>
            </a:extLst>
          </p:cNvPr>
          <p:cNvGrpSpPr/>
          <p:nvPr userDrawn="1"/>
        </p:nvGrpSpPr>
        <p:grpSpPr>
          <a:xfrm>
            <a:off x="12498114" y="2399137"/>
            <a:ext cx="1465123" cy="2058800"/>
            <a:chOff x="14041053" y="1992581"/>
            <a:chExt cx="1465123" cy="2058800"/>
          </a:xfrm>
        </p:grpSpPr>
        <p:sp>
          <p:nvSpPr>
            <p:cNvPr id="37" name="Forme libre : forme 36">
              <a:extLst>
                <a:ext uri="{FF2B5EF4-FFF2-40B4-BE49-F238E27FC236}">
                  <a16:creationId xmlns:a16="http://schemas.microsoft.com/office/drawing/2014/main" id="{8CE8E1E3-B6E5-4BC5-B8A1-84C8A74CC026}"/>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67</a:t>
              </a:r>
            </a:p>
            <a:p>
              <a:pPr algn="ctr">
                <a:lnSpc>
                  <a:spcPct val="90000"/>
                </a:lnSpc>
                <a:spcAft>
                  <a:spcPts val="0"/>
                </a:spcAft>
              </a:pPr>
              <a:r>
                <a:rPr lang="en-US" sz="700" b="0">
                  <a:solidFill>
                    <a:schemeClr val="bg1"/>
                  </a:solidFill>
                </a:rPr>
                <a:t>74</a:t>
              </a:r>
            </a:p>
          </p:txBody>
        </p:sp>
        <p:sp>
          <p:nvSpPr>
            <p:cNvPr id="38" name="Forme libre : forme 37">
              <a:extLst>
                <a:ext uri="{FF2B5EF4-FFF2-40B4-BE49-F238E27FC236}">
                  <a16:creationId xmlns:a16="http://schemas.microsoft.com/office/drawing/2014/main" id="{66ED445D-7003-4C67-BF1E-D1B22776F926}"/>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106</a:t>
              </a:r>
            </a:p>
            <a:p>
              <a:pPr algn="ctr">
                <a:lnSpc>
                  <a:spcPct val="90000"/>
                </a:lnSpc>
                <a:spcAft>
                  <a:spcPts val="0"/>
                </a:spcAft>
              </a:pPr>
              <a:r>
                <a:rPr lang="en-US" sz="700" b="0">
                  <a:solidFill>
                    <a:schemeClr val="bg1"/>
                  </a:solidFill>
                </a:rPr>
                <a:t>115</a:t>
              </a:r>
            </a:p>
          </p:txBody>
        </p:sp>
        <p:sp>
          <p:nvSpPr>
            <p:cNvPr id="39" name="Forme libre : forme 38">
              <a:extLst>
                <a:ext uri="{FF2B5EF4-FFF2-40B4-BE49-F238E27FC236}">
                  <a16:creationId xmlns:a16="http://schemas.microsoft.com/office/drawing/2014/main" id="{ADC94DF3-F270-4891-AF79-CD7A88D41C30}"/>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rPr>
                <a:t>15</a:t>
              </a:r>
            </a:p>
            <a:p>
              <a:pPr algn="ctr">
                <a:lnSpc>
                  <a:spcPct val="90000"/>
                </a:lnSpc>
                <a:spcAft>
                  <a:spcPts val="0"/>
                </a:spcAft>
              </a:pPr>
              <a:r>
                <a:rPr lang="en-US" sz="700" b="0">
                  <a:solidFill>
                    <a:schemeClr val="bg1"/>
                  </a:solidFill>
                </a:rPr>
                <a:t>135</a:t>
              </a:r>
            </a:p>
            <a:p>
              <a:pPr algn="ctr">
                <a:lnSpc>
                  <a:spcPct val="90000"/>
                </a:lnSpc>
                <a:spcAft>
                  <a:spcPts val="0"/>
                </a:spcAft>
              </a:pPr>
              <a:r>
                <a:rPr lang="en-US" sz="700" b="0">
                  <a:solidFill>
                    <a:schemeClr val="bg1"/>
                  </a:solidFill>
                </a:rPr>
                <a:t>138</a:t>
              </a:r>
            </a:p>
          </p:txBody>
        </p:sp>
        <p:sp>
          <p:nvSpPr>
            <p:cNvPr id="40" name="Forme libre : forme 39">
              <a:extLst>
                <a:ext uri="{FF2B5EF4-FFF2-40B4-BE49-F238E27FC236}">
                  <a16:creationId xmlns:a16="http://schemas.microsoft.com/office/drawing/2014/main" id="{B5057D4C-5664-4AB3-AC51-4D9290C9B601}"/>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178</a:t>
              </a:r>
            </a:p>
            <a:p>
              <a:pPr algn="ctr">
                <a:lnSpc>
                  <a:spcPct val="90000"/>
                </a:lnSpc>
                <a:spcAft>
                  <a:spcPts val="0"/>
                </a:spcAft>
              </a:pPr>
              <a:r>
                <a:rPr lang="en-US" sz="700" b="0"/>
                <a:t>162</a:t>
              </a:r>
            </a:p>
          </p:txBody>
        </p:sp>
        <p:sp>
          <p:nvSpPr>
            <p:cNvPr id="41" name="Forme libre : forme 40">
              <a:extLst>
                <a:ext uri="{FF2B5EF4-FFF2-40B4-BE49-F238E27FC236}">
                  <a16:creationId xmlns:a16="http://schemas.microsoft.com/office/drawing/2014/main" id="{B9768BD9-C025-437A-9C82-F4EB248998E9}"/>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244</a:t>
              </a:r>
            </a:p>
            <a:p>
              <a:pPr algn="ctr">
                <a:lnSpc>
                  <a:spcPct val="90000"/>
                </a:lnSpc>
                <a:spcAft>
                  <a:spcPts val="0"/>
                </a:spcAft>
              </a:pPr>
              <a:r>
                <a:rPr lang="en-US" sz="700" b="0"/>
                <a:t>203</a:t>
              </a:r>
            </a:p>
          </p:txBody>
        </p:sp>
        <p:sp>
          <p:nvSpPr>
            <p:cNvPr id="42" name="Forme libre : forme 41">
              <a:extLst>
                <a:ext uri="{FF2B5EF4-FFF2-40B4-BE49-F238E27FC236}">
                  <a16:creationId xmlns:a16="http://schemas.microsoft.com/office/drawing/2014/main" id="{B55B7EBC-24A1-4778-954C-CA69CD87371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54</a:t>
              </a:r>
            </a:p>
          </p:txBody>
        </p:sp>
        <p:sp>
          <p:nvSpPr>
            <p:cNvPr id="43" name="Forme libre : forme 42">
              <a:extLst>
                <a:ext uri="{FF2B5EF4-FFF2-40B4-BE49-F238E27FC236}">
                  <a16:creationId xmlns:a16="http://schemas.microsoft.com/office/drawing/2014/main" id="{8A71FF8C-1C8C-4DA5-BDDC-5559003BC9EC}"/>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140</a:t>
              </a:r>
            </a:p>
            <a:p>
              <a:pPr algn="ctr">
                <a:lnSpc>
                  <a:spcPct val="90000"/>
                </a:lnSpc>
                <a:spcAft>
                  <a:spcPts val="0"/>
                </a:spcAft>
              </a:pPr>
              <a:r>
                <a:rPr lang="en-US" sz="700" b="0">
                  <a:solidFill>
                    <a:schemeClr val="bg1"/>
                  </a:solidFill>
                </a:rPr>
                <a:t>61</a:t>
              </a:r>
            </a:p>
          </p:txBody>
        </p:sp>
        <p:sp>
          <p:nvSpPr>
            <p:cNvPr id="44" name="Forme libre : forme 43">
              <a:extLst>
                <a:ext uri="{FF2B5EF4-FFF2-40B4-BE49-F238E27FC236}">
                  <a16:creationId xmlns:a16="http://schemas.microsoft.com/office/drawing/2014/main" id="{65AE6D7F-AF43-48CF-A55F-487BBDB32479}"/>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t>46</a:t>
              </a:r>
            </a:p>
            <a:p>
              <a:pPr algn="ctr">
                <a:lnSpc>
                  <a:spcPct val="90000"/>
                </a:lnSpc>
                <a:spcAft>
                  <a:spcPts val="0"/>
                </a:spcAft>
              </a:pPr>
              <a:r>
                <a:rPr lang="en-US" sz="700" b="0"/>
                <a:t>166</a:t>
              </a:r>
            </a:p>
            <a:p>
              <a:pPr algn="ctr">
                <a:lnSpc>
                  <a:spcPct val="90000"/>
                </a:lnSpc>
                <a:spcAft>
                  <a:spcPts val="0"/>
                </a:spcAft>
              </a:pPr>
              <a:r>
                <a:rPr lang="en-US" sz="700" b="0"/>
                <a:t>87</a:t>
              </a:r>
            </a:p>
          </p:txBody>
        </p:sp>
        <p:sp>
          <p:nvSpPr>
            <p:cNvPr id="45" name="Forme libre : forme 44">
              <a:extLst>
                <a:ext uri="{FF2B5EF4-FFF2-40B4-BE49-F238E27FC236}">
                  <a16:creationId xmlns:a16="http://schemas.microsoft.com/office/drawing/2014/main" id="{BB812469-8FE0-44CE-9114-2BFB32567204}"/>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t>51</a:t>
              </a:r>
            </a:p>
            <a:p>
              <a:pPr algn="ctr">
                <a:lnSpc>
                  <a:spcPct val="90000"/>
                </a:lnSpc>
                <a:spcAft>
                  <a:spcPts val="0"/>
                </a:spcAft>
              </a:pPr>
              <a:r>
                <a:rPr lang="en-US" sz="700" b="0"/>
                <a:t>181</a:t>
              </a:r>
            </a:p>
            <a:p>
              <a:pPr algn="ctr">
                <a:lnSpc>
                  <a:spcPct val="90000"/>
                </a:lnSpc>
                <a:spcAft>
                  <a:spcPts val="0"/>
                </a:spcAft>
              </a:pPr>
              <a:r>
                <a:rPr lang="en-US" sz="700" b="0"/>
                <a:t>105</a:t>
              </a:r>
            </a:p>
          </p:txBody>
        </p:sp>
        <p:sp>
          <p:nvSpPr>
            <p:cNvPr id="46" name="Forme libre : forme 45">
              <a:extLst>
                <a:ext uri="{FF2B5EF4-FFF2-40B4-BE49-F238E27FC236}">
                  <a16:creationId xmlns:a16="http://schemas.microsoft.com/office/drawing/2014/main" id="{087DD0C6-F577-494A-A297-D5E55A43A8E3}"/>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p>
            <a:p>
              <a:pPr algn="ctr">
                <a:lnSpc>
                  <a:spcPct val="90000"/>
                </a:lnSpc>
                <a:spcAft>
                  <a:spcPts val="0"/>
                </a:spcAft>
              </a:pPr>
              <a:r>
                <a:rPr lang="en-US" sz="700" b="0"/>
                <a:t>87</a:t>
              </a:r>
            </a:p>
            <a:p>
              <a:pPr algn="ctr">
                <a:lnSpc>
                  <a:spcPct val="90000"/>
                </a:lnSpc>
                <a:spcAft>
                  <a:spcPts val="0"/>
                </a:spcAft>
              </a:pPr>
              <a:r>
                <a:rPr lang="en-US" sz="700" b="0"/>
                <a:t>207</a:t>
              </a:r>
            </a:p>
            <a:p>
              <a:pPr algn="ctr">
                <a:lnSpc>
                  <a:spcPct val="90000"/>
                </a:lnSpc>
                <a:spcAft>
                  <a:spcPts val="0"/>
                </a:spcAft>
              </a:pPr>
              <a:r>
                <a:rPr lang="en-US" sz="700" b="0"/>
                <a:t>128</a:t>
              </a:r>
            </a:p>
            <a:p>
              <a:pPr algn="ctr">
                <a:lnSpc>
                  <a:spcPct val="90000"/>
                </a:lnSpc>
                <a:spcAft>
                  <a:spcPts val="0"/>
                </a:spcAft>
              </a:pPr>
              <a:endParaRPr lang="en-US" sz="700" b="0"/>
            </a:p>
          </p:txBody>
        </p:sp>
        <p:sp>
          <p:nvSpPr>
            <p:cNvPr id="47" name="Forme libre : forme 46">
              <a:extLst>
                <a:ext uri="{FF2B5EF4-FFF2-40B4-BE49-F238E27FC236}">
                  <a16:creationId xmlns:a16="http://schemas.microsoft.com/office/drawing/2014/main" id="{63FCFCED-B4ED-4BE7-976A-F5D85C1B8C74}"/>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rPr>
                <a:t>23</a:t>
              </a:r>
            </a:p>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64</a:t>
              </a:r>
            </a:p>
          </p:txBody>
        </p:sp>
        <p:sp>
          <p:nvSpPr>
            <p:cNvPr id="48" name="Forme libre : forme 47">
              <a:extLst>
                <a:ext uri="{FF2B5EF4-FFF2-40B4-BE49-F238E27FC236}">
                  <a16:creationId xmlns:a16="http://schemas.microsoft.com/office/drawing/2014/main" id="{63385D66-3F37-46EF-8474-FA1A5456BF8F}"/>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rPr>
                <a:t>33</a:t>
              </a:r>
            </a:p>
            <a:p>
              <a:pPr algn="ctr">
                <a:lnSpc>
                  <a:spcPct val="90000"/>
                </a:lnSpc>
                <a:spcAft>
                  <a:spcPts val="0"/>
                </a:spcAft>
              </a:pPr>
              <a:r>
                <a:rPr lang="en-US" sz="700" b="0">
                  <a:solidFill>
                    <a:schemeClr val="bg1"/>
                  </a:solidFill>
                </a:rPr>
                <a:t>69</a:t>
              </a:r>
            </a:p>
            <a:p>
              <a:pPr algn="ctr">
                <a:lnSpc>
                  <a:spcPct val="90000"/>
                </a:lnSpc>
                <a:spcAft>
                  <a:spcPts val="0"/>
                </a:spcAft>
              </a:pPr>
              <a:r>
                <a:rPr lang="en-US" sz="700" b="0">
                  <a:solidFill>
                    <a:schemeClr val="bg1"/>
                  </a:solidFill>
                </a:rPr>
                <a:t>84</a:t>
              </a:r>
            </a:p>
          </p:txBody>
        </p:sp>
        <p:sp>
          <p:nvSpPr>
            <p:cNvPr id="49" name="Forme libre : forme 48">
              <a:extLst>
                <a:ext uri="{FF2B5EF4-FFF2-40B4-BE49-F238E27FC236}">
                  <a16:creationId xmlns:a16="http://schemas.microsoft.com/office/drawing/2014/main" id="{D575BA76-14B5-4DF5-ADD1-BC6AB1DA89AE}"/>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rPr>
                <a:t>20</a:t>
              </a:r>
            </a:p>
            <a:p>
              <a:pPr algn="ctr">
                <a:lnSpc>
                  <a:spcPct val="90000"/>
                </a:lnSpc>
                <a:spcAft>
                  <a:spcPts val="0"/>
                </a:spcAft>
              </a:pPr>
              <a:r>
                <a:rPr lang="en-US" sz="700" b="0">
                  <a:solidFill>
                    <a:schemeClr val="bg1"/>
                  </a:solidFill>
                </a:rPr>
                <a:t>89</a:t>
              </a:r>
            </a:p>
            <a:p>
              <a:pPr algn="ctr">
                <a:lnSpc>
                  <a:spcPct val="90000"/>
                </a:lnSpc>
                <a:spcAft>
                  <a:spcPts val="0"/>
                </a:spcAft>
              </a:pPr>
              <a:r>
                <a:rPr lang="en-US" sz="700" b="0">
                  <a:solidFill>
                    <a:schemeClr val="bg1"/>
                  </a:solidFill>
                </a:rPr>
                <a:t>107</a:t>
              </a:r>
            </a:p>
          </p:txBody>
        </p:sp>
        <p:sp>
          <p:nvSpPr>
            <p:cNvPr id="50" name="Forme libre : forme 49">
              <a:extLst>
                <a:ext uri="{FF2B5EF4-FFF2-40B4-BE49-F238E27FC236}">
                  <a16:creationId xmlns:a16="http://schemas.microsoft.com/office/drawing/2014/main" id="{ED7E39D7-0895-42F2-A436-A1E0A1E54A91}"/>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107</a:t>
              </a:r>
            </a:p>
            <a:p>
              <a:pPr algn="ctr">
                <a:lnSpc>
                  <a:spcPct val="90000"/>
                </a:lnSpc>
                <a:spcAft>
                  <a:spcPts val="0"/>
                </a:spcAft>
              </a:pPr>
              <a:r>
                <a:rPr lang="en-US" sz="700" b="0">
                  <a:solidFill>
                    <a:schemeClr val="bg1"/>
                  </a:solidFill>
                </a:rPr>
                <a:t>25</a:t>
              </a:r>
            </a:p>
          </p:txBody>
        </p:sp>
        <p:sp>
          <p:nvSpPr>
            <p:cNvPr id="51" name="Forme libre : forme 50">
              <a:extLst>
                <a:ext uri="{FF2B5EF4-FFF2-40B4-BE49-F238E27FC236}">
                  <a16:creationId xmlns:a16="http://schemas.microsoft.com/office/drawing/2014/main" id="{7F14B4ED-60EF-4BE7-B7A4-0FB240CA8293}"/>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rPr>
                <a:t>51</a:t>
              </a:r>
            </a:p>
            <a:p>
              <a:pPr algn="ctr">
                <a:lnSpc>
                  <a:spcPct val="90000"/>
                </a:lnSpc>
                <a:spcAft>
                  <a:spcPts val="0"/>
                </a:spcAft>
              </a:pPr>
              <a:r>
                <a:rPr lang="en-US" sz="700" b="0">
                  <a:solidFill>
                    <a:schemeClr val="bg1"/>
                  </a:solidFill>
                </a:rPr>
                <a:t>128</a:t>
              </a:r>
            </a:p>
            <a:p>
              <a:pPr algn="ctr">
                <a:lnSpc>
                  <a:spcPct val="90000"/>
                </a:lnSpc>
                <a:spcAft>
                  <a:spcPts val="0"/>
                </a:spcAft>
              </a:pPr>
              <a:r>
                <a:rPr lang="en-US" sz="700" b="0">
                  <a:solidFill>
                    <a:schemeClr val="bg1"/>
                  </a:solidFill>
                </a:rPr>
                <a:t>145</a:t>
              </a:r>
            </a:p>
          </p:txBody>
        </p:sp>
        <p:sp>
          <p:nvSpPr>
            <p:cNvPr id="52" name="Forme libre : forme 51">
              <a:extLst>
                <a:ext uri="{FF2B5EF4-FFF2-40B4-BE49-F238E27FC236}">
                  <a16:creationId xmlns:a16="http://schemas.microsoft.com/office/drawing/2014/main" id="{8D5432DA-02B7-4610-BE57-7195507870C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125</a:t>
              </a:r>
            </a:p>
            <a:p>
              <a:pPr algn="ctr">
                <a:lnSpc>
                  <a:spcPct val="90000"/>
                </a:lnSpc>
                <a:spcAft>
                  <a:spcPts val="0"/>
                </a:spcAft>
              </a:pPr>
              <a:r>
                <a:rPr lang="en-US" sz="700" b="0">
                  <a:solidFill>
                    <a:schemeClr val="bg1"/>
                  </a:solidFill>
                </a:rPr>
                <a:t>116</a:t>
              </a:r>
            </a:p>
          </p:txBody>
        </p:sp>
        <p:sp>
          <p:nvSpPr>
            <p:cNvPr id="53" name="Forme libre : forme 52">
              <a:extLst>
                <a:ext uri="{FF2B5EF4-FFF2-40B4-BE49-F238E27FC236}">
                  <a16:creationId xmlns:a16="http://schemas.microsoft.com/office/drawing/2014/main" id="{1FA3A78E-AAF0-4D69-B0F9-3A9F08859BDA}"/>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rPr>
                <a:t>0</a:t>
              </a:r>
            </a:p>
            <a:p>
              <a:pPr algn="ctr">
                <a:lnSpc>
                  <a:spcPct val="90000"/>
                </a:lnSpc>
                <a:spcAft>
                  <a:spcPts val="0"/>
                </a:spcAft>
              </a:pPr>
              <a:r>
                <a:rPr lang="en-US" sz="700" b="0">
                  <a:solidFill>
                    <a:schemeClr val="bg1"/>
                  </a:solidFill>
                </a:rPr>
                <a:t>146</a:t>
              </a:r>
            </a:p>
            <a:p>
              <a:pPr algn="ctr">
                <a:lnSpc>
                  <a:spcPct val="90000"/>
                </a:lnSpc>
                <a:spcAft>
                  <a:spcPts val="0"/>
                </a:spcAft>
              </a:pPr>
              <a:r>
                <a:rPr lang="en-US" sz="700" b="0">
                  <a:solidFill>
                    <a:schemeClr val="bg1"/>
                  </a:solidFill>
                </a:rPr>
                <a:t>155</a:t>
              </a:r>
            </a:p>
          </p:txBody>
        </p:sp>
        <p:sp>
          <p:nvSpPr>
            <p:cNvPr id="54" name="Forme libre : forme 53">
              <a:extLst>
                <a:ext uri="{FF2B5EF4-FFF2-40B4-BE49-F238E27FC236}">
                  <a16:creationId xmlns:a16="http://schemas.microsoft.com/office/drawing/2014/main" id="{3C643D3D-59E9-42BF-8680-FCB9BFC2B414}"/>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191</a:t>
              </a:r>
            </a:p>
            <a:p>
              <a:pPr algn="ctr">
                <a:lnSpc>
                  <a:spcPct val="90000"/>
                </a:lnSpc>
                <a:spcAft>
                  <a:spcPts val="0"/>
                </a:spcAft>
              </a:pPr>
              <a:r>
                <a:rPr lang="en-US" sz="700" b="0"/>
                <a:t>191</a:t>
              </a:r>
            </a:p>
          </p:txBody>
        </p:sp>
        <p:sp>
          <p:nvSpPr>
            <p:cNvPr id="55" name="Forme libre : forme 54">
              <a:extLst>
                <a:ext uri="{FF2B5EF4-FFF2-40B4-BE49-F238E27FC236}">
                  <a16:creationId xmlns:a16="http://schemas.microsoft.com/office/drawing/2014/main" id="{A094B0C1-47F5-4269-B9BF-5C8C9DE3097E}"/>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213</a:t>
              </a:r>
            </a:p>
            <a:p>
              <a:pPr algn="ctr">
                <a:lnSpc>
                  <a:spcPct val="90000"/>
                </a:lnSpc>
                <a:spcAft>
                  <a:spcPts val="0"/>
                </a:spcAft>
              </a:pPr>
              <a:r>
                <a:rPr lang="en-US" sz="700" b="0"/>
                <a:t>208</a:t>
              </a:r>
            </a:p>
          </p:txBody>
        </p:sp>
        <p:sp>
          <p:nvSpPr>
            <p:cNvPr id="56" name="Forme libre : forme 55">
              <a:extLst>
                <a:ext uri="{FF2B5EF4-FFF2-40B4-BE49-F238E27FC236}">
                  <a16:creationId xmlns:a16="http://schemas.microsoft.com/office/drawing/2014/main" id="{47388502-3E29-4155-B77E-30D55652CA46}"/>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t>0</a:t>
              </a:r>
            </a:p>
            <a:p>
              <a:pPr algn="ctr">
                <a:lnSpc>
                  <a:spcPct val="90000"/>
                </a:lnSpc>
                <a:spcAft>
                  <a:spcPts val="0"/>
                </a:spcAft>
              </a:pPr>
              <a:r>
                <a:rPr lang="en-US" sz="700" b="0"/>
                <a:t>230</a:t>
              </a:r>
            </a:p>
            <a:p>
              <a:pPr algn="ctr">
                <a:lnSpc>
                  <a:spcPct val="90000"/>
                </a:lnSpc>
                <a:spcAft>
                  <a:spcPts val="0"/>
                </a:spcAft>
              </a:pPr>
              <a:r>
                <a:rPr lang="en-US" sz="700" b="0"/>
                <a:t>227</a:t>
              </a:r>
            </a:p>
          </p:txBody>
        </p:sp>
      </p:grpSp>
    </p:spTree>
    <p:extLst>
      <p:ext uri="{BB962C8B-B14F-4D97-AF65-F5344CB8AC3E}">
        <p14:creationId xmlns:p14="http://schemas.microsoft.com/office/powerpoint/2010/main" val="2314978218"/>
      </p:ext>
    </p:extLst>
  </p:cSld>
  <p:clrMap bg1="lt1" tx1="dk1" bg2="lt2" tx2="dk2" accent1="accent1" accent2="accent2" accent3="accent3" accent4="accent4" accent5="accent5" accent6="accent6" hlink="hlink" folHlink="folHlink"/>
  <p:sldLayoutIdLst>
    <p:sldLayoutId id="2147483962" r:id="rId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4070" userDrawn="1">
          <p15:clr>
            <a:srgbClr val="F26B43"/>
          </p15:clr>
        </p15:guide>
        <p15:guide id="4" pos="3840" userDrawn="1">
          <p15:clr>
            <a:srgbClr val="F26B43"/>
          </p15:clr>
        </p15:guide>
        <p15:guide id="5" pos="255" userDrawn="1">
          <p15:clr>
            <a:srgbClr val="F26B43"/>
          </p15:clr>
        </p15:guide>
        <p15:guide id="6" pos="7423" userDrawn="1">
          <p15:clr>
            <a:srgbClr val="F26B43"/>
          </p15:clr>
        </p15:guide>
        <p15:guide id="7" orient="horz" pos="245" userDrawn="1">
          <p15:clr>
            <a:srgbClr val="F26B43"/>
          </p15:clr>
        </p15:guide>
        <p15:guide id="8" orient="horz" pos="706" userDrawn="1">
          <p15:clr>
            <a:srgbClr val="F26B43"/>
          </p15:clr>
        </p15:guide>
        <p15:guide id="9" orient="horz" pos="837"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5"/>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6" imgW="270" imgH="270" progId="TCLayout.ActiveDocument.1">
                  <p:embed/>
                </p:oleObj>
              </mc:Choice>
              <mc:Fallback>
                <p:oleObj name="think-cell Slide" r:id="rId36" imgW="270" imgH="270" progId="TCLayout.ActiveDocument.1">
                  <p:embed/>
                  <p:pic>
                    <p:nvPicPr>
                      <p:cNvPr id="21" name="Object 20" hidden="1"/>
                      <p:cNvPicPr>
                        <a:picLocks noChangeAspect="1" noChangeArrowheads="1"/>
                      </p:cNvPicPr>
                      <p:nvPr/>
                    </p:nvPicPr>
                    <p:blipFill>
                      <a:blip r:embed="rId37">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D17879E2-3C96-3A06-90FD-9E1200992292}"/>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3981" r:id="rId1"/>
    <p:sldLayoutId id="2147483982" r:id="rId2"/>
    <p:sldLayoutId id="2147483983" r:id="rId3"/>
    <p:sldLayoutId id="2147483984" r:id="rId4"/>
    <p:sldLayoutId id="2147483985" r:id="rId5"/>
    <p:sldLayoutId id="2147483986" r:id="rId6"/>
    <p:sldLayoutId id="2147483987" r:id="rId7"/>
    <p:sldLayoutId id="2147483988" r:id="rId8"/>
    <p:sldLayoutId id="2147483989" r:id="rId9"/>
    <p:sldLayoutId id="2147483990" r:id="rId10"/>
    <p:sldLayoutId id="2147483991" r:id="rId11"/>
    <p:sldLayoutId id="2147483992" r:id="rId12"/>
    <p:sldLayoutId id="2147483993" r:id="rId13"/>
    <p:sldLayoutId id="2147483994" r:id="rId14"/>
    <p:sldLayoutId id="2147483995" r:id="rId15"/>
    <p:sldLayoutId id="2147483996" r:id="rId16"/>
    <p:sldLayoutId id="2147483997" r:id="rId17"/>
    <p:sldLayoutId id="2147483998" r:id="rId18"/>
    <p:sldLayoutId id="2147483999" r:id="rId19"/>
    <p:sldLayoutId id="2147484000" r:id="rId20"/>
    <p:sldLayoutId id="2147483963" r:id="rId21"/>
    <p:sldLayoutId id="2147483964" r:id="rId22"/>
    <p:sldLayoutId id="2147483965" r:id="rId23"/>
    <p:sldLayoutId id="2147483966" r:id="rId24"/>
    <p:sldLayoutId id="2147483967" r:id="rId25"/>
    <p:sldLayoutId id="2147483979" r:id="rId26"/>
    <p:sldLayoutId id="2147483969" r:id="rId27"/>
    <p:sldLayoutId id="2147483970" r:id="rId28"/>
    <p:sldLayoutId id="2147483971" r:id="rId29"/>
    <p:sldLayoutId id="2147483972" r:id="rId30"/>
    <p:sldLayoutId id="2147483973" r:id="rId31"/>
    <p:sldLayoutId id="2147483974" r:id="rId32"/>
    <p:sldLayoutId id="2147483975" r:id="rId33"/>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60715"/>
            <a:ext cx="1094777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pic>
        <p:nvPicPr>
          <p:cNvPr id="2" name="Picture 1">
            <a:extLst>
              <a:ext uri="{FF2B5EF4-FFF2-40B4-BE49-F238E27FC236}">
                <a16:creationId xmlns:a16="http://schemas.microsoft.com/office/drawing/2014/main" id="{17B034BF-BEBE-C7A1-97E4-EF4D051EF143}"/>
              </a:ext>
            </a:extLst>
          </p:cNvPr>
          <p:cNvPicPr>
            <a:picLocks noChangeAspect="1"/>
          </p:cNvPicPr>
          <p:nvPr userDrawn="1"/>
        </p:nvPicPr>
        <p:blipFill>
          <a:blip r:embed="rId29"/>
          <a:stretch>
            <a:fillRect/>
          </a:stretch>
        </p:blipFill>
        <p:spPr>
          <a:xfrm>
            <a:off x="10322760" y="270577"/>
            <a:ext cx="817198" cy="275764"/>
          </a:xfrm>
          <a:prstGeom prst="rect">
            <a:avLst/>
          </a:prstGeom>
        </p:spPr>
      </p:pic>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343489" y="94731"/>
            <a:ext cx="0" cy="612000"/>
          </a:xfrm>
          <a:prstGeom prst="line">
            <a:avLst/>
          </a:prstGeom>
        </p:spPr>
        <p:style>
          <a:lnRef idx="1">
            <a:schemeClr val="accent1"/>
          </a:lnRef>
          <a:fillRef idx="0">
            <a:schemeClr val="accent1"/>
          </a:fillRef>
          <a:effectRef idx="0">
            <a:schemeClr val="accent1"/>
          </a:effectRef>
          <a:fontRef idx="minor">
            <a:schemeClr val="tx1"/>
          </a:fontRef>
        </p:style>
      </p:cxnSp>
      <p:sp>
        <p:nvSpPr>
          <p:cNvPr id="5" name="Rectangle 27">
            <a:extLst>
              <a:ext uri="{FF2B5EF4-FFF2-40B4-BE49-F238E27FC236}">
                <a16:creationId xmlns:a16="http://schemas.microsoft.com/office/drawing/2014/main" id="{95F909D2-4B72-A85F-1824-B72A61A5AF6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148905397"/>
      </p:ext>
    </p:extLst>
  </p:cSld>
  <p:clrMap bg1="lt1" tx1="dk1" bg2="lt2" tx2="dk2" accent1="accent1" accent2="accent2" accent3="accent3" accent4="accent4" accent5="accent5" accent6="accent6" hlink="hlink" folHlink="folHlink"/>
  <p:sldLayoutIdLst>
    <p:sldLayoutId id="2147484006" r:id="rId1"/>
    <p:sldLayoutId id="2147484007" r:id="rId2"/>
    <p:sldLayoutId id="2147484008" r:id="rId3"/>
    <p:sldLayoutId id="2147484009" r:id="rId4"/>
    <p:sldLayoutId id="2147484010" r:id="rId5"/>
    <p:sldLayoutId id="2147484011" r:id="rId6"/>
    <p:sldLayoutId id="2147484012" r:id="rId7"/>
    <p:sldLayoutId id="2147484013" r:id="rId8"/>
    <p:sldLayoutId id="2147484014" r:id="rId9"/>
    <p:sldLayoutId id="2147484015" r:id="rId10"/>
    <p:sldLayoutId id="2147484016" r:id="rId11"/>
    <p:sldLayoutId id="2147484017" r:id="rId12"/>
    <p:sldLayoutId id="2147484018" r:id="rId13"/>
    <p:sldLayoutId id="2147484019" r:id="rId14"/>
    <p:sldLayoutId id="2147484020" r:id="rId15"/>
    <p:sldLayoutId id="2147484021" r:id="rId16"/>
    <p:sldLayoutId id="2147484022" r:id="rId17"/>
    <p:sldLayoutId id="2147484023" r:id="rId18"/>
    <p:sldLayoutId id="2147484024" r:id="rId19"/>
    <p:sldLayoutId id="2147484025" r:id="rId20"/>
    <p:sldLayoutId id="2147484026" r:id="rId21"/>
    <p:sldLayoutId id="2147484027" r:id="rId22"/>
    <p:sldLayoutId id="2147484028" r:id="rId23"/>
    <p:sldLayoutId id="2147484029"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userDrawn="1">
          <p15:clr>
            <a:srgbClr val="F26B43"/>
          </p15:clr>
        </p15:guide>
        <p15:guide id="3" orient="horz" pos="4071" userDrawn="1">
          <p15:clr>
            <a:srgbClr val="F26B43"/>
          </p15:clr>
        </p15:guide>
        <p15:guide id="4" pos="255" userDrawn="1">
          <p15:clr>
            <a:srgbClr val="F26B43"/>
          </p15:clr>
        </p15:guide>
        <p15:guide id="5" orient="horz" pos="836" userDrawn="1">
          <p15:clr>
            <a:srgbClr val="F26B43"/>
          </p15:clr>
        </p15:guide>
        <p15:guide id="6" orient="horz" pos="245" userDrawn="1">
          <p15:clr>
            <a:srgbClr val="F26B43"/>
          </p15:clr>
        </p15:guide>
        <p15:guide id="7" pos="3840" userDrawn="1">
          <p15:clr>
            <a:srgbClr val="F26B43"/>
          </p15:clr>
        </p15:guide>
        <p15:guide id="8" pos="3899" userDrawn="1">
          <p15:clr>
            <a:srgbClr val="F26B43"/>
          </p15:clr>
        </p15:guide>
        <p15:guide id="9" pos="3783"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6"/>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7" imgW="270" imgH="270" progId="TCLayout.ActiveDocument.1">
                  <p:embed/>
                </p:oleObj>
              </mc:Choice>
              <mc:Fallback>
                <p:oleObj name="think-cell Slide" r:id="rId37" imgW="270" imgH="270" progId="TCLayout.ActiveDocument.1">
                  <p:embed/>
                  <p:pic>
                    <p:nvPicPr>
                      <p:cNvPr id="21" name="Object 20" hidden="1"/>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sp>
        <p:nvSpPr>
          <p:cNvPr id="2" name="Rectangle 27">
            <a:extLst>
              <a:ext uri="{FF2B5EF4-FFF2-40B4-BE49-F238E27FC236}">
                <a16:creationId xmlns:a16="http://schemas.microsoft.com/office/drawing/2014/main" id="{C201F874-4263-EB0E-4A19-FB74904E4D3B}"/>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260528291"/>
      </p:ext>
    </p:extLst>
  </p:cSld>
  <p:clrMap bg1="lt1" tx1="dk1" bg2="lt2" tx2="dk2" accent1="accent1" accent2="accent2" accent3="accent3" accent4="accent4" accent5="accent5" accent6="accent6" hlink="hlink" folHlink="folHlink"/>
  <p:sldLayoutIdLst>
    <p:sldLayoutId id="2147484031" r:id="rId1"/>
    <p:sldLayoutId id="2147484032" r:id="rId2"/>
    <p:sldLayoutId id="2147484033" r:id="rId3"/>
    <p:sldLayoutId id="2147484034" r:id="rId4"/>
    <p:sldLayoutId id="2147484035" r:id="rId5"/>
    <p:sldLayoutId id="2147484036" r:id="rId6"/>
    <p:sldLayoutId id="2147484037" r:id="rId7"/>
    <p:sldLayoutId id="2147484038" r:id="rId8"/>
    <p:sldLayoutId id="2147484039" r:id="rId9"/>
    <p:sldLayoutId id="2147484040" r:id="rId10"/>
    <p:sldLayoutId id="2147484041" r:id="rId11"/>
    <p:sldLayoutId id="2147484042" r:id="rId12"/>
    <p:sldLayoutId id="2147484043" r:id="rId13"/>
    <p:sldLayoutId id="2147484044" r:id="rId14"/>
    <p:sldLayoutId id="2147484045" r:id="rId15"/>
    <p:sldLayoutId id="2147484046" r:id="rId16"/>
    <p:sldLayoutId id="2147484047" r:id="rId17"/>
    <p:sldLayoutId id="2147484048" r:id="rId18"/>
    <p:sldLayoutId id="2147484049" r:id="rId19"/>
    <p:sldLayoutId id="2147484050" r:id="rId20"/>
    <p:sldLayoutId id="2147484051" r:id="rId21"/>
    <p:sldLayoutId id="2147484052" r:id="rId22"/>
    <p:sldLayoutId id="2147484053" r:id="rId23"/>
    <p:sldLayoutId id="2147484066" r:id="rId24"/>
    <p:sldLayoutId id="2147484055" r:id="rId25"/>
    <p:sldLayoutId id="2147484056" r:id="rId26"/>
    <p:sldLayoutId id="2147484057" r:id="rId27"/>
    <p:sldLayoutId id="2147484058" r:id="rId28"/>
    <p:sldLayoutId id="2147484059" r:id="rId29"/>
    <p:sldLayoutId id="2147484060" r:id="rId30"/>
    <p:sldLayoutId id="2147484061" r:id="rId31"/>
    <p:sldLayoutId id="2147484062" r:id="rId32"/>
    <p:sldLayoutId id="2147484063" r:id="rId33"/>
    <p:sldLayoutId id="2147484064"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3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92516"/>
            <a:ext cx="9776592" cy="716711"/>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2024. All rights reserved |</a:t>
            </a:r>
          </a:p>
        </p:txBody>
      </p:sp>
      <p:cxnSp>
        <p:nvCxnSpPr>
          <p:cNvPr id="10" name="Straight Connector 9">
            <a:extLst>
              <a:ext uri="{FF2B5EF4-FFF2-40B4-BE49-F238E27FC236}">
                <a16:creationId xmlns:a16="http://schemas.microsoft.com/office/drawing/2014/main" id="{7797B668-E068-70A8-69E5-7131536A32AB}"/>
              </a:ext>
            </a:extLst>
          </p:cNvPr>
          <p:cNvCxnSpPr>
            <a:cxnSpLocks/>
          </p:cNvCxnSpPr>
          <p:nvPr userDrawn="1"/>
        </p:nvCxnSpPr>
        <p:spPr>
          <a:xfrm>
            <a:off x="11436785" y="205059"/>
            <a:ext cx="0" cy="388988"/>
          </a:xfrm>
          <a:prstGeom prst="line">
            <a:avLst/>
          </a:prstGeom>
        </p:spPr>
        <p:style>
          <a:lnRef idx="1">
            <a:schemeClr val="accent1"/>
          </a:lnRef>
          <a:fillRef idx="0">
            <a:schemeClr val="accent1"/>
          </a:fillRef>
          <a:effectRef idx="0">
            <a:schemeClr val="accent1"/>
          </a:effectRef>
          <a:fontRef idx="minor">
            <a:schemeClr val="tx1"/>
          </a:fontRef>
        </p:style>
      </p:cxnSp>
      <p:pic>
        <p:nvPicPr>
          <p:cNvPr id="1026" name="Picture 2" descr="Beazley launches new private equity liability insurance product -  Reinsurance News">
            <a:extLst>
              <a:ext uri="{FF2B5EF4-FFF2-40B4-BE49-F238E27FC236}">
                <a16:creationId xmlns:a16="http://schemas.microsoft.com/office/drawing/2014/main" id="{2C582416-2708-DD78-F5FE-F070C3FF6311}"/>
              </a:ext>
            </a:extLst>
          </p:cNvPr>
          <p:cNvPicPr>
            <a:picLocks noChangeAspect="1" noChangeArrowheads="1"/>
          </p:cNvPicPr>
          <p:nvPr userDrawn="1"/>
        </p:nvPicPr>
        <p:blipFill rotWithShape="1">
          <a:blip r:embed="rId33">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10306782" y="241880"/>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2" name="Rectangle 27">
            <a:extLst>
              <a:ext uri="{FF2B5EF4-FFF2-40B4-BE49-F238E27FC236}">
                <a16:creationId xmlns:a16="http://schemas.microsoft.com/office/drawing/2014/main" id="{28BB344A-D0C7-2ABD-C194-00D5F70A79E5}"/>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BEAZLEY GPAS Ways of Working | March 2024</a:t>
            </a:r>
          </a:p>
        </p:txBody>
      </p:sp>
    </p:spTree>
    <p:extLst>
      <p:ext uri="{BB962C8B-B14F-4D97-AF65-F5344CB8AC3E}">
        <p14:creationId xmlns:p14="http://schemas.microsoft.com/office/powerpoint/2010/main" val="3038761969"/>
      </p:ext>
    </p:extLst>
  </p:cSld>
  <p:clrMap bg1="lt1" tx1="dk1" bg2="lt2" tx2="dk2" accent1="accent1" accent2="accent2" accent3="accent3" accent4="accent4" accent5="accent5" accent6="accent6" hlink="hlink" folHlink="folHlink"/>
  <p:sldLayoutIdLst>
    <p:sldLayoutId id="2147484069" r:id="rId1"/>
    <p:sldLayoutId id="2147484071" r:id="rId2"/>
    <p:sldLayoutId id="2147484072" r:id="rId3"/>
    <p:sldLayoutId id="2147484073" r:id="rId4"/>
    <p:sldLayoutId id="2147484074" r:id="rId5"/>
    <p:sldLayoutId id="2147484075" r:id="rId6"/>
    <p:sldLayoutId id="2147484076" r:id="rId7"/>
    <p:sldLayoutId id="2147484077" r:id="rId8"/>
    <p:sldLayoutId id="2147484078" r:id="rId9"/>
    <p:sldLayoutId id="2147484079" r:id="rId10"/>
    <p:sldLayoutId id="2147484080" r:id="rId11"/>
    <p:sldLayoutId id="2147484081" r:id="rId12"/>
    <p:sldLayoutId id="2147484082" r:id="rId13"/>
    <p:sldLayoutId id="2147484083" r:id="rId14"/>
    <p:sldLayoutId id="2147484084" r:id="rId15"/>
    <p:sldLayoutId id="2147484085" r:id="rId16"/>
    <p:sldLayoutId id="2147484086" r:id="rId17"/>
    <p:sldLayoutId id="2147484087" r:id="rId18"/>
    <p:sldLayoutId id="2147484088" r:id="rId19"/>
    <p:sldLayoutId id="2147484089" r:id="rId20"/>
    <p:sldLayoutId id="2147484090" r:id="rId21"/>
    <p:sldLayoutId id="2147484091" r:id="rId22"/>
    <p:sldLayoutId id="2147484092" r:id="rId23"/>
    <p:sldLayoutId id="2147484093" r:id="rId24"/>
    <p:sldLayoutId id="2147484094" r:id="rId25"/>
    <p:sldLayoutId id="2147484095" r:id="rId26"/>
    <p:sldLayoutId id="2147484096" r:id="rId27"/>
    <p:sldLayoutId id="2147484098"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microsoft.com/office/2018/10/relationships/comments" Target="../comments/modernComment_7FFFDAC7_140A9FE4.xml"/><Relationship Id="rId1" Type="http://schemas.openxmlformats.org/officeDocument/2006/relationships/slideLayout" Target="../slideLayouts/slideLayout10.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32.png"/><Relationship Id="rId3" Type="http://schemas.microsoft.com/office/2018/10/relationships/comments" Target="../comments/modernComment_7BBF592F_E4734A2F.xml"/><Relationship Id="rId7" Type="http://schemas.openxmlformats.org/officeDocument/2006/relationships/image" Target="../media/image31.svg"/><Relationship Id="rId12" Type="http://schemas.openxmlformats.org/officeDocument/2006/relationships/image" Target="../media/image36.png"/><Relationship Id="rId2" Type="http://schemas.openxmlformats.org/officeDocument/2006/relationships/notesSlide" Target="../notesSlides/notesSlide1.xml"/><Relationship Id="rId1" Type="http://schemas.openxmlformats.org/officeDocument/2006/relationships/slideLayout" Target="../slideLayouts/slideLayout10.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svg"/></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3.xml"/><Relationship Id="rId3" Type="http://schemas.microsoft.com/office/2017/06/relationships/model3d" Target="../media/model3d1.glb"/><Relationship Id="rId7" Type="http://schemas.openxmlformats.org/officeDocument/2006/relationships/diagramQuickStyle" Target="../diagrams/quickStyle3.xml"/><Relationship Id="rId2" Type="http://schemas.microsoft.com/office/2018/10/relationships/comments" Target="../comments/modernComment_7FFFDAF5_E0230D4E.xml"/><Relationship Id="rId1" Type="http://schemas.openxmlformats.org/officeDocument/2006/relationships/slideLayout" Target="../slideLayouts/slideLayout125.xml"/><Relationship Id="rId6" Type="http://schemas.openxmlformats.org/officeDocument/2006/relationships/diagramLayout" Target="../diagrams/layout3.xml"/><Relationship Id="rId5" Type="http://schemas.openxmlformats.org/officeDocument/2006/relationships/diagramData" Target="../diagrams/data3.xml"/><Relationship Id="rId4" Type="http://schemas.openxmlformats.org/officeDocument/2006/relationships/image" Target="../media/image37.png"/><Relationship Id="rId9" Type="http://schemas.microsoft.com/office/2007/relationships/diagramDrawing" Target="../diagrams/drawing3.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5.xml"/><Relationship Id="rId1" Type="http://schemas.openxmlformats.org/officeDocument/2006/relationships/tags" Target="../tags/tag67.xml"/><Relationship Id="rId4" Type="http://schemas.openxmlformats.org/officeDocument/2006/relationships/image" Target="../media/image38.emf"/></Relationships>
</file>

<file path=ppt/slides/_rels/slide8.xml.rels><?xml version="1.0" encoding="UTF-8" standalone="yes"?>
<Relationships xmlns="http://schemas.openxmlformats.org/package/2006/relationships"><Relationship Id="rId8" Type="http://schemas.microsoft.com/office/2017/06/relationships/model3d" Target="../media/model3d2.glb"/><Relationship Id="rId13" Type="http://schemas.openxmlformats.org/officeDocument/2006/relationships/image" Target="../media/image45.png"/><Relationship Id="rId3" Type="http://schemas.microsoft.com/office/2018/10/relationships/comments" Target="../comments/modernComment_7FFFDABF_DE2A9814.xml"/><Relationship Id="rId7" Type="http://schemas.openxmlformats.org/officeDocument/2006/relationships/image" Target="../media/image42.svg"/><Relationship Id="rId12" Type="http://schemas.microsoft.com/office/2017/06/relationships/model3d" Target="../media/model3d4.glb"/><Relationship Id="rId2" Type="http://schemas.openxmlformats.org/officeDocument/2006/relationships/notesSlide" Target="../notesSlides/notesSlide3.xml"/><Relationship Id="rId1" Type="http://schemas.openxmlformats.org/officeDocument/2006/relationships/slideLayout" Target="../slideLayouts/slideLayout10.xml"/><Relationship Id="rId6" Type="http://schemas.openxmlformats.org/officeDocument/2006/relationships/image" Target="../media/image41.png"/><Relationship Id="rId11" Type="http://schemas.openxmlformats.org/officeDocument/2006/relationships/image" Target="../media/image44.png"/><Relationship Id="rId5" Type="http://schemas.openxmlformats.org/officeDocument/2006/relationships/image" Target="../media/image40.svg"/><Relationship Id="rId15" Type="http://schemas.openxmlformats.org/officeDocument/2006/relationships/image" Target="../media/image46.png"/><Relationship Id="rId10" Type="http://schemas.microsoft.com/office/2017/06/relationships/model3d" Target="../media/model3d3.glb"/><Relationship Id="rId4" Type="http://schemas.openxmlformats.org/officeDocument/2006/relationships/image" Target="../media/image39.png"/><Relationship Id="rId9" Type="http://schemas.openxmlformats.org/officeDocument/2006/relationships/image" Target="../media/image43.png"/><Relationship Id="rId14" Type="http://schemas.microsoft.com/office/2017/06/relationships/model3d" Target="../media/model3d5.glb"/></Relationships>
</file>

<file path=ppt/slides/_rels/slide9.xml.rels><?xml version="1.0" encoding="UTF-8" standalone="yes"?>
<Relationships xmlns="http://schemas.openxmlformats.org/package/2006/relationships"><Relationship Id="rId3" Type="http://schemas.microsoft.com/office/2018/10/relationships/comments" Target="../comments/modernComment_7FFFDAF1_34C7AEC1.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microsoft.com/office/2018/10/relationships/comments" Target="../comments/modernComment_7FFFDAEF_DD365357.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microsoft.com/office/2018/10/relationships/comments" Target="../comments/modernComment_7FFFDAC0_8FC4011B.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5.xml"/></Relationships>
</file>

<file path=ppt/slides/_rels/slide16.xml.rels><?xml version="1.0" encoding="UTF-8" standalone="yes"?>
<Relationships xmlns="http://schemas.openxmlformats.org/package/2006/relationships"><Relationship Id="rId3" Type="http://schemas.microsoft.com/office/2018/10/relationships/comments" Target="../comments/modernComment_7FFFDAEB_CD770C13.xml"/><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7FFFDABB_A3FF398B.xml"/><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microsoft.com/office/2018/10/relationships/comments" Target="../comments/modernComment_7FFFDAF4_C0E4F2BF.xml"/><Relationship Id="rId2" Type="http://schemas.openxmlformats.org/officeDocument/2006/relationships/notesSlide" Target="../notesSlides/notesSlide14.xml"/><Relationship Id="rId1" Type="http://schemas.openxmlformats.org/officeDocument/2006/relationships/slideLayout" Target="../slideLayouts/slideLayout10.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10.xml"/><Relationship Id="rId6" Type="http://schemas.openxmlformats.org/officeDocument/2006/relationships/diagramColors" Target="../diagrams/colors4.xml"/><Relationship Id="rId5" Type="http://schemas.openxmlformats.org/officeDocument/2006/relationships/diagramQuickStyle" Target="../diagrams/quickStyle4.xml"/><Relationship Id="rId10" Type="http://schemas.openxmlformats.org/officeDocument/2006/relationships/image" Target="../media/image50.png"/><Relationship Id="rId4" Type="http://schemas.openxmlformats.org/officeDocument/2006/relationships/diagramLayout" Target="../diagrams/layout4.xml"/><Relationship Id="rId9" Type="http://schemas.openxmlformats.org/officeDocument/2006/relationships/image" Target="../media/image49.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3.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3.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26.xml"/><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3" Type="http://schemas.openxmlformats.org/officeDocument/2006/relationships/image" Target="../media/image53.jpeg"/><Relationship Id="rId2" Type="http://schemas.openxmlformats.org/officeDocument/2006/relationships/notesSlide" Target="../notesSlides/notesSlide27.xml"/><Relationship Id="rId1" Type="http://schemas.openxmlformats.org/officeDocument/2006/relationships/slideLayout" Target="../slideLayouts/slideLayout10.xml"/><Relationship Id="rId5" Type="http://schemas.openxmlformats.org/officeDocument/2006/relationships/image" Target="../media/image55.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0.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0.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microsoft.com/office/2018/10/relationships/comments" Target="../comments/modernComment_7FE4E29A_13DD643D.xml"/><Relationship Id="rId1" Type="http://schemas.openxmlformats.org/officeDocument/2006/relationships/slideLayout" Target="../slideLayouts/slideLayout143.xml"/></Relationships>
</file>

<file path=ppt/slides/_rels/slide41.xml.rels><?xml version="1.0" encoding="UTF-8" standalone="yes"?>
<Relationships xmlns="http://schemas.openxmlformats.org/package/2006/relationships"><Relationship Id="rId3" Type="http://schemas.microsoft.com/office/2018/10/relationships/comments" Target="../comments/modernComment_7FFFDAC8_628033D9.xml"/><Relationship Id="rId7"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25.xml"/><Relationship Id="rId6" Type="http://schemas.openxmlformats.org/officeDocument/2006/relationships/image" Target="../media/image57.png"/><Relationship Id="rId5" Type="http://schemas.openxmlformats.org/officeDocument/2006/relationships/image" Target="../media/image56.svg"/><Relationship Id="rId4" Type="http://schemas.openxmlformats.org/officeDocument/2006/relationships/image" Target="../media/image17.png"/></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25.xml"/><Relationship Id="rId1" Type="http://schemas.openxmlformats.org/officeDocument/2006/relationships/tags" Target="../tags/tag68.xml"/><Relationship Id="rId4" Type="http://schemas.microsoft.com/office/2018/10/relationships/comments" Target="../comments/modernComment_19D_D3953CE1.xml"/></Relationships>
</file>

<file path=ppt/slides/_rels/slide43.xml.rels><?xml version="1.0" encoding="UTF-8" standalone="yes"?>
<Relationships xmlns="http://schemas.openxmlformats.org/package/2006/relationships"><Relationship Id="rId3" Type="http://schemas.openxmlformats.org/officeDocument/2006/relationships/image" Target="../media/image58.emf"/><Relationship Id="rId2" Type="http://schemas.openxmlformats.org/officeDocument/2006/relationships/notesSlide" Target="../notesSlides/notesSlide35.xml"/><Relationship Id="rId1" Type="http://schemas.openxmlformats.org/officeDocument/2006/relationships/slideLayout" Target="../slideLayouts/slideLayout10.xml"/><Relationship Id="rId5" Type="http://schemas.openxmlformats.org/officeDocument/2006/relationships/image" Target="../media/image59.wmf"/><Relationship Id="rId4" Type="http://schemas.openxmlformats.org/officeDocument/2006/relationships/package" Target="../embeddings/Microsoft_Excel_Worksheet_800888CC.xlsx"/></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B0050"/>
        </a:solidFill>
        <a:effectLst/>
      </p:bgPr>
    </p:bg>
    <p:spTree>
      <p:nvGrpSpPr>
        <p:cNvPr id="1" name=""/>
        <p:cNvGrpSpPr/>
        <p:nvPr/>
      </p:nvGrpSpPr>
      <p:grpSpPr>
        <a:xfrm>
          <a:off x="0" y="0"/>
          <a:ext cx="0" cy="0"/>
          <a:chOff x="0" y="0"/>
          <a:chExt cx="0" cy="0"/>
        </a:xfrm>
      </p:grpSpPr>
      <p:sp>
        <p:nvSpPr>
          <p:cNvPr id="12" name="Subtitle 1">
            <a:extLst>
              <a:ext uri="{FF2B5EF4-FFF2-40B4-BE49-F238E27FC236}">
                <a16:creationId xmlns:a16="http://schemas.microsoft.com/office/drawing/2014/main" id="{F4F87E10-2948-EA05-5915-992ECED553C3}"/>
              </a:ext>
            </a:extLst>
          </p:cNvPr>
          <p:cNvSpPr txBox="1">
            <a:spLocks/>
          </p:cNvSpPr>
          <p:nvPr/>
        </p:nvSpPr>
        <p:spPr>
          <a:xfrm>
            <a:off x="404813" y="4962612"/>
            <a:ext cx="11386134" cy="184666"/>
          </a:xfrm>
          <a:prstGeom prst="rect">
            <a:avLst/>
          </a:prstGeom>
        </p:spPr>
        <p:txBody>
          <a:bodyPr vert="horz" wrap="square" lIns="36000" tIns="0" rIns="36000" bIns="0" rtlCol="0">
            <a:sp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bg1"/>
                </a:solidFill>
                <a:latin typeface="Ubuntu" panose="020B0504030602030204" pitchFamily="34" charset="0"/>
                <a:ea typeface="+mn-ea"/>
                <a:cs typeface="+mn-cs"/>
              </a:defRPr>
            </a:lvl1pPr>
            <a:lvl2pPr marL="457200" indent="0" algn="ctr" defTabSz="914400" rtl="0" eaLnBrk="1" latinLnBrk="0" hangingPunct="1">
              <a:lnSpc>
                <a:spcPct val="100000"/>
              </a:lnSpc>
              <a:spcBef>
                <a:spcPts val="0"/>
              </a:spcBef>
              <a:spcAft>
                <a:spcPts val="600"/>
              </a:spcAft>
              <a:buClr>
                <a:schemeClr val="accent1"/>
              </a:buClr>
              <a:buFont typeface="Wingdings" panose="05000000000000000000" pitchFamily="2" charset="2"/>
              <a:buNone/>
              <a:defRPr sz="2000" kern="1200" baseline="0">
                <a:solidFill>
                  <a:schemeClr val="tx1"/>
                </a:solidFill>
                <a:latin typeface="Ubuntu" panose="020B0504030602030204" pitchFamily="34" charset="0"/>
                <a:ea typeface="+mn-ea"/>
                <a:cs typeface="+mn-cs"/>
              </a:defRPr>
            </a:lvl2pPr>
            <a:lvl3pPr marL="914400" indent="0" algn="ctr" defTabSz="914400" rtl="0" eaLnBrk="1" latinLnBrk="0" hangingPunct="1">
              <a:lnSpc>
                <a:spcPct val="100000"/>
              </a:lnSpc>
              <a:spcBef>
                <a:spcPts val="0"/>
              </a:spcBef>
              <a:spcAft>
                <a:spcPts val="600"/>
              </a:spcAft>
              <a:buClr>
                <a:schemeClr val="accent2"/>
              </a:buClr>
              <a:buFont typeface="Arial" panose="020B0604020202020204" pitchFamily="34" charset="0"/>
              <a:buNone/>
              <a:defRPr sz="1800" kern="1200" baseline="0">
                <a:solidFill>
                  <a:schemeClr val="tx1"/>
                </a:solidFill>
                <a:latin typeface="Ubuntu" panose="020B0504030602030204" pitchFamily="34" charset="0"/>
                <a:ea typeface="+mn-ea"/>
                <a:cs typeface="+mn-cs"/>
              </a:defRPr>
            </a:lvl3pPr>
            <a:lvl4pPr marL="1371600" indent="0" algn="ctr" defTabSz="914400" rtl="0" eaLnBrk="1" latinLnBrk="0" hangingPunct="1">
              <a:lnSpc>
                <a:spcPct val="100000"/>
              </a:lnSpc>
              <a:spcBef>
                <a:spcPts val="0"/>
              </a:spcBef>
              <a:spcAft>
                <a:spcPts val="600"/>
              </a:spcAft>
              <a:buClr>
                <a:schemeClr val="tx1"/>
              </a:buClr>
              <a:buFont typeface="Ubuntu" panose="020B0504030602030204" pitchFamily="34" charset="0"/>
              <a:buNone/>
              <a:defRPr sz="1600" kern="1200" baseline="0">
                <a:solidFill>
                  <a:schemeClr val="tx1"/>
                </a:solidFill>
                <a:latin typeface="Ubuntu" panose="020B0504030602030204" pitchFamily="34" charset="0"/>
                <a:ea typeface="+mn-ea"/>
                <a:cs typeface="+mn-cs"/>
              </a:defRPr>
            </a:lvl4pPr>
            <a:lvl5pPr marL="1828800" indent="0" algn="ctr" defTabSz="914400" rtl="0" eaLnBrk="1" latinLnBrk="0" hangingPunct="1">
              <a:lnSpc>
                <a:spcPct val="100000"/>
              </a:lnSpc>
              <a:spcBef>
                <a:spcPts val="0"/>
              </a:spcBef>
              <a:spcAft>
                <a:spcPts val="600"/>
              </a:spcAft>
              <a:buClr>
                <a:schemeClr val="accent3"/>
              </a:buClr>
              <a:buFont typeface="Arial" panose="020B0604020202020204" pitchFamily="34" charset="0"/>
              <a:buNone/>
              <a:defRPr sz="1600" kern="1200" baseline="0">
                <a:solidFill>
                  <a:schemeClr val="tx1"/>
                </a:solidFill>
                <a:latin typeface="Ubuntu" panose="020B0504030602030204" pitchFamily="34" charset="0"/>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spcAft>
                <a:spcPts val="0"/>
              </a:spcAft>
            </a:pPr>
            <a:r>
              <a:rPr lang="en-IN" sz="1200"/>
              <a:t>Drafted: Mar-2024</a:t>
            </a:r>
          </a:p>
        </p:txBody>
      </p:sp>
      <p:sp>
        <p:nvSpPr>
          <p:cNvPr id="16" name="Freeform: Shape 15">
            <a:extLst>
              <a:ext uri="{FF2B5EF4-FFF2-40B4-BE49-F238E27FC236}">
                <a16:creationId xmlns:a16="http://schemas.microsoft.com/office/drawing/2014/main" id="{94BC40A8-6EF0-89EA-9B54-7AF72BF22B10}"/>
              </a:ext>
            </a:extLst>
          </p:cNvPr>
          <p:cNvSpPr>
            <a:spLocks noChangeAspect="1"/>
          </p:cNvSpPr>
          <p:nvPr/>
        </p:nvSpPr>
        <p:spPr>
          <a:xfrm rot="13950190">
            <a:off x="1423243" y="172591"/>
            <a:ext cx="12000656" cy="7484434"/>
          </a:xfrm>
          <a:custGeom>
            <a:avLst/>
            <a:gdLst>
              <a:gd name="connsiteX0" fmla="*/ 5616388 w 12000656"/>
              <a:gd name="connsiteY0" fmla="*/ 4076496 h 7484434"/>
              <a:gd name="connsiteX1" fmla="*/ 5441159 w 12000656"/>
              <a:gd name="connsiteY1" fmla="*/ 4078236 h 7484434"/>
              <a:gd name="connsiteX2" fmla="*/ 5352655 w 12000656"/>
              <a:gd name="connsiteY2" fmla="*/ 4046118 h 7484434"/>
              <a:gd name="connsiteX3" fmla="*/ 4177141 w 12000656"/>
              <a:gd name="connsiteY3" fmla="*/ 3513781 h 7484434"/>
              <a:gd name="connsiteX4" fmla="*/ 906491 w 12000656"/>
              <a:gd name="connsiteY4" fmla="*/ 5968172 h 7484434"/>
              <a:gd name="connsiteX5" fmla="*/ 57699 w 12000656"/>
              <a:gd name="connsiteY5" fmla="*/ 7484434 h 7484434"/>
              <a:gd name="connsiteX6" fmla="*/ 0 w 12000656"/>
              <a:gd name="connsiteY6" fmla="*/ 7464605 h 7484434"/>
              <a:gd name="connsiteX7" fmla="*/ 857901 w 12000656"/>
              <a:gd name="connsiteY7" fmla="*/ 5930038 h 7484434"/>
              <a:gd name="connsiteX8" fmla="*/ 2136401 w 12000656"/>
              <a:gd name="connsiteY8" fmla="*/ 4610553 h 7484434"/>
              <a:gd name="connsiteX9" fmla="*/ 4166512 w 12000656"/>
              <a:gd name="connsiteY9" fmla="*/ 3449714 h 7484434"/>
              <a:gd name="connsiteX10" fmla="*/ 4178658 w 12000656"/>
              <a:gd name="connsiteY10" fmla="*/ 3445137 h 7484434"/>
              <a:gd name="connsiteX11" fmla="*/ 4190806 w 12000656"/>
              <a:gd name="connsiteY11" fmla="*/ 3451239 h 7484434"/>
              <a:gd name="connsiteX12" fmla="*/ 5364052 w 12000656"/>
              <a:gd name="connsiteY12" fmla="*/ 3984648 h 7484434"/>
              <a:gd name="connsiteX13" fmla="*/ 9608800 w 12000656"/>
              <a:gd name="connsiteY13" fmla="*/ 3884388 h 7484434"/>
              <a:gd name="connsiteX14" fmla="*/ 9351875 w 12000656"/>
              <a:gd name="connsiteY14" fmla="*/ 4152929 h 7484434"/>
              <a:gd name="connsiteX15" fmla="*/ 8090797 w 12000656"/>
              <a:gd name="connsiteY15" fmla="*/ 4575498 h 7484434"/>
              <a:gd name="connsiteX16" fmla="*/ 7882268 w 12000656"/>
              <a:gd name="connsiteY16" fmla="*/ 4582298 h 7484434"/>
              <a:gd name="connsiteX17" fmla="*/ 7901712 w 12000656"/>
              <a:gd name="connsiteY17" fmla="*/ 4518763 h 7484434"/>
              <a:gd name="connsiteX18" fmla="*/ 8079831 w 12000656"/>
              <a:gd name="connsiteY18" fmla="*/ 4513191 h 7484434"/>
              <a:gd name="connsiteX19" fmla="*/ 9312396 w 12000656"/>
              <a:gd name="connsiteY19" fmla="*/ 4104115 h 7484434"/>
              <a:gd name="connsiteX20" fmla="*/ 9728440 w 12000656"/>
              <a:gd name="connsiteY20" fmla="*/ 2005146 h 7484434"/>
              <a:gd name="connsiteX21" fmla="*/ 9972903 w 12000656"/>
              <a:gd name="connsiteY21" fmla="*/ 269224 h 7484434"/>
              <a:gd name="connsiteX22" fmla="*/ 11782845 w 12000656"/>
              <a:gd name="connsiteY22" fmla="*/ 11428 h 7484434"/>
              <a:gd name="connsiteX23" fmla="*/ 11772217 w 12000656"/>
              <a:gd name="connsiteY23" fmla="*/ 72445 h 7484434"/>
              <a:gd name="connsiteX24" fmla="*/ 10013901 w 12000656"/>
              <a:gd name="connsiteY24" fmla="*/ 314987 h 7484434"/>
              <a:gd name="connsiteX25" fmla="*/ 9787657 w 12000656"/>
              <a:gd name="connsiteY25" fmla="*/ 1989892 h 7484434"/>
              <a:gd name="connsiteX26" fmla="*/ 9863577 w 12000656"/>
              <a:gd name="connsiteY26" fmla="*/ 3306325 h 7484434"/>
              <a:gd name="connsiteX27" fmla="*/ 9608800 w 12000656"/>
              <a:gd name="connsiteY27" fmla="*/ 3884388 h 7484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000656" h="7484434">
                <a:moveTo>
                  <a:pt x="5616388" y="4076496"/>
                </a:moveTo>
                <a:lnTo>
                  <a:pt x="5441159" y="4078236"/>
                </a:lnTo>
                <a:lnTo>
                  <a:pt x="5352655" y="4046118"/>
                </a:lnTo>
                <a:cubicBezTo>
                  <a:pt x="4966689" y="3897256"/>
                  <a:pt x="4572876" y="3719140"/>
                  <a:pt x="4177141" y="3513781"/>
                </a:cubicBezTo>
                <a:cubicBezTo>
                  <a:pt x="2509929" y="4162081"/>
                  <a:pt x="1478929" y="5206992"/>
                  <a:pt x="906491" y="5968172"/>
                </a:cubicBezTo>
                <a:cubicBezTo>
                  <a:pt x="286980" y="6794946"/>
                  <a:pt x="59219" y="7476807"/>
                  <a:pt x="57699" y="7484434"/>
                </a:cubicBezTo>
                <a:lnTo>
                  <a:pt x="0" y="7464605"/>
                </a:lnTo>
                <a:cubicBezTo>
                  <a:pt x="1519" y="7456976"/>
                  <a:pt x="232317" y="6765964"/>
                  <a:pt x="857901" y="5930038"/>
                </a:cubicBezTo>
                <a:cubicBezTo>
                  <a:pt x="1225356" y="5438854"/>
                  <a:pt x="1655065" y="4994957"/>
                  <a:pt x="2136401" y="4610553"/>
                </a:cubicBezTo>
                <a:cubicBezTo>
                  <a:pt x="2737690" y="4128523"/>
                  <a:pt x="3420974" y="3738016"/>
                  <a:pt x="4166512" y="3449714"/>
                </a:cubicBezTo>
                <a:lnTo>
                  <a:pt x="4178658" y="3445137"/>
                </a:lnTo>
                <a:lnTo>
                  <a:pt x="4190806" y="3451239"/>
                </a:lnTo>
                <a:cubicBezTo>
                  <a:pt x="4585972" y="3657169"/>
                  <a:pt x="4979002" y="3835643"/>
                  <a:pt x="5364052" y="3984648"/>
                </a:cubicBezTo>
                <a:close/>
                <a:moveTo>
                  <a:pt x="9608800" y="3884388"/>
                </a:moveTo>
                <a:cubicBezTo>
                  <a:pt x="9536076" y="3983823"/>
                  <a:pt x="9450381" y="4073417"/>
                  <a:pt x="9351875" y="4152929"/>
                </a:cubicBezTo>
                <a:cubicBezTo>
                  <a:pt x="9043970" y="4400188"/>
                  <a:pt x="8615743" y="4542339"/>
                  <a:pt x="8090797" y="4575498"/>
                </a:cubicBezTo>
                <a:lnTo>
                  <a:pt x="7882268" y="4582298"/>
                </a:lnTo>
                <a:lnTo>
                  <a:pt x="7901712" y="4518763"/>
                </a:lnTo>
                <a:lnTo>
                  <a:pt x="8079831" y="4513191"/>
                </a:lnTo>
                <a:cubicBezTo>
                  <a:pt x="8594169" y="4481450"/>
                  <a:pt x="9012463" y="4343367"/>
                  <a:pt x="9312396" y="4104115"/>
                </a:cubicBezTo>
                <a:cubicBezTo>
                  <a:pt x="9833210" y="3687678"/>
                  <a:pt x="9975940" y="2961579"/>
                  <a:pt x="9728440" y="2005146"/>
                </a:cubicBezTo>
                <a:cubicBezTo>
                  <a:pt x="9515863" y="1187524"/>
                  <a:pt x="9597857" y="603289"/>
                  <a:pt x="9972903" y="269224"/>
                </a:cubicBezTo>
                <a:cubicBezTo>
                  <a:pt x="10331247" y="-51113"/>
                  <a:pt x="11482959" y="44225"/>
                  <a:pt x="11782845" y="11428"/>
                </a:cubicBezTo>
                <a:cubicBezTo>
                  <a:pt x="12082731" y="-21369"/>
                  <a:pt x="12067042" y="21852"/>
                  <a:pt x="11772217" y="72445"/>
                </a:cubicBezTo>
                <a:cubicBezTo>
                  <a:pt x="11477393" y="123037"/>
                  <a:pt x="10442092" y="-66367"/>
                  <a:pt x="10013901" y="314987"/>
                </a:cubicBezTo>
                <a:cubicBezTo>
                  <a:pt x="9658594" y="632273"/>
                  <a:pt x="9582673" y="1196676"/>
                  <a:pt x="9787657" y="1989892"/>
                </a:cubicBezTo>
                <a:cubicBezTo>
                  <a:pt x="9918240" y="2494803"/>
                  <a:pt x="9944054" y="2937173"/>
                  <a:pt x="9863577" y="3306325"/>
                </a:cubicBezTo>
                <a:cubicBezTo>
                  <a:pt x="9815179" y="3525603"/>
                  <a:pt x="9730006" y="3718663"/>
                  <a:pt x="9608800" y="3884388"/>
                </a:cubicBezTo>
                <a:close/>
              </a:path>
            </a:pathLst>
          </a:custGeom>
          <a:gradFill>
            <a:gsLst>
              <a:gs pos="100000">
                <a:schemeClr val="accent2">
                  <a:alpha val="100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wrap="square" rtlCol="0" anchor="ctr">
            <a:noAutofit/>
          </a:bodyPr>
          <a:lstStyle/>
          <a:p>
            <a:endParaRPr lang="en-GB"/>
          </a:p>
        </p:txBody>
      </p:sp>
      <p:sp>
        <p:nvSpPr>
          <p:cNvPr id="11" name="Title 10">
            <a:extLst>
              <a:ext uri="{FF2B5EF4-FFF2-40B4-BE49-F238E27FC236}">
                <a16:creationId xmlns:a16="http://schemas.microsoft.com/office/drawing/2014/main" id="{CE5626D2-4B84-6929-D4F9-1F67489262B8}"/>
              </a:ext>
            </a:extLst>
          </p:cNvPr>
          <p:cNvSpPr>
            <a:spLocks noGrp="1"/>
          </p:cNvSpPr>
          <p:nvPr>
            <p:ph type="ctrTitle"/>
          </p:nvPr>
        </p:nvSpPr>
        <p:spPr>
          <a:xfrm>
            <a:off x="404813" y="2296517"/>
            <a:ext cx="8849356" cy="1754326"/>
          </a:xfrm>
        </p:spPr>
        <p:txBody>
          <a:bodyPr/>
          <a:lstStyle/>
          <a:p>
            <a:r>
              <a:rPr lang="en-GB"/>
              <a:t>Beazley </a:t>
            </a:r>
            <a:br>
              <a:rPr lang="en-GB"/>
            </a:br>
            <a:r>
              <a:rPr lang="en-GB" sz="4800" err="1"/>
              <a:t>gpas</a:t>
            </a:r>
            <a:r>
              <a:rPr lang="en-GB" sz="4800"/>
              <a:t> OPERATING MODEL</a:t>
            </a:r>
            <a:endParaRPr lang="en-GB"/>
          </a:p>
        </p:txBody>
      </p:sp>
      <p:sp>
        <p:nvSpPr>
          <p:cNvPr id="3" name="Subtitle 2">
            <a:extLst>
              <a:ext uri="{FF2B5EF4-FFF2-40B4-BE49-F238E27FC236}">
                <a16:creationId xmlns:a16="http://schemas.microsoft.com/office/drawing/2014/main" id="{776E779B-9047-50C9-5827-CAAC8867C88D}"/>
              </a:ext>
            </a:extLst>
          </p:cNvPr>
          <p:cNvSpPr>
            <a:spLocks noGrp="1"/>
          </p:cNvSpPr>
          <p:nvPr>
            <p:ph type="subTitle" idx="1"/>
          </p:nvPr>
        </p:nvSpPr>
        <p:spPr>
          <a:xfrm>
            <a:off x="404812" y="4189631"/>
            <a:ext cx="8843967" cy="307777"/>
          </a:xfrm>
        </p:spPr>
        <p:txBody>
          <a:bodyPr vert="horz" wrap="square" lIns="36000" tIns="0" rIns="36000" bIns="0" rtlCol="0" anchor="t">
            <a:spAutoFit/>
          </a:bodyPr>
          <a:lstStyle/>
          <a:p>
            <a:r>
              <a:rPr lang="en-GB">
                <a:latin typeface="Ubuntu"/>
              </a:rPr>
              <a:t>Ways of Working for GPAS Programme Delivery</a:t>
            </a:r>
          </a:p>
        </p:txBody>
      </p:sp>
    </p:spTree>
    <p:extLst>
      <p:ext uri="{BB962C8B-B14F-4D97-AF65-F5344CB8AC3E}">
        <p14:creationId xmlns:p14="http://schemas.microsoft.com/office/powerpoint/2010/main" val="19237455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BF751E83-40E8-42F7-A58D-21FB1E3D3346}"/>
              </a:ext>
            </a:extLst>
          </p:cNvPr>
          <p:cNvGraphicFramePr>
            <a:graphicFrameLocks noGrp="1"/>
          </p:cNvGraphicFramePr>
          <p:nvPr>
            <p:extLst>
              <p:ext uri="{D42A27DB-BD31-4B8C-83A1-F6EECF244321}">
                <p14:modId xmlns:p14="http://schemas.microsoft.com/office/powerpoint/2010/main" val="1843620268"/>
              </p:ext>
            </p:extLst>
          </p:nvPr>
        </p:nvGraphicFramePr>
        <p:xfrm>
          <a:off x="246742" y="746760"/>
          <a:ext cx="11028717" cy="889000"/>
        </p:xfrm>
        <a:graphic>
          <a:graphicData uri="http://schemas.openxmlformats.org/drawingml/2006/table">
            <a:tbl>
              <a:tblPr firstRow="1" bandRow="1">
                <a:tableStyleId>{21E4AEA4-8DFA-4A89-87EB-49C32662AFE0}</a:tableStyleId>
              </a:tblPr>
              <a:tblGrid>
                <a:gridCol w="532758">
                  <a:extLst>
                    <a:ext uri="{9D8B030D-6E8A-4147-A177-3AD203B41FA5}">
                      <a16:colId xmlns:a16="http://schemas.microsoft.com/office/drawing/2014/main" val="1209770128"/>
                    </a:ext>
                  </a:extLst>
                </a:gridCol>
                <a:gridCol w="1494496">
                  <a:extLst>
                    <a:ext uri="{9D8B030D-6E8A-4147-A177-3AD203B41FA5}">
                      <a16:colId xmlns:a16="http://schemas.microsoft.com/office/drawing/2014/main" val="1176944152"/>
                    </a:ext>
                  </a:extLst>
                </a:gridCol>
                <a:gridCol w="1494496">
                  <a:extLst>
                    <a:ext uri="{9D8B030D-6E8A-4147-A177-3AD203B41FA5}">
                      <a16:colId xmlns:a16="http://schemas.microsoft.com/office/drawing/2014/main" val="1714393275"/>
                    </a:ext>
                  </a:extLst>
                </a:gridCol>
                <a:gridCol w="7506967">
                  <a:extLst>
                    <a:ext uri="{9D8B030D-6E8A-4147-A177-3AD203B41FA5}">
                      <a16:colId xmlns:a16="http://schemas.microsoft.com/office/drawing/2014/main" val="26430190"/>
                    </a:ext>
                  </a:extLst>
                </a:gridCol>
              </a:tblGrid>
              <a:tr h="370840">
                <a:tc>
                  <a:txBody>
                    <a:bodyPr/>
                    <a:lstStyle/>
                    <a:p>
                      <a:r>
                        <a:rPr lang="en-IN" sz="1400" err="1"/>
                        <a:t>S.No</a:t>
                      </a:r>
                      <a:endParaRPr lang="en-IN" sz="1400">
                        <a:latin typeface="Ubuntu" panose="020B0504030602030204" pitchFamily="34" charset="0"/>
                      </a:endParaRPr>
                    </a:p>
                  </a:txBody>
                  <a:tcPr>
                    <a:solidFill>
                      <a:srgbClr val="FF66CC"/>
                    </a:solidFill>
                  </a:tcPr>
                </a:tc>
                <a:tc>
                  <a:txBody>
                    <a:bodyPr/>
                    <a:lstStyle/>
                    <a:p>
                      <a:r>
                        <a:rPr lang="en-IN" sz="1400" b="1" kern="1200">
                          <a:solidFill>
                            <a:schemeClr val="lt1"/>
                          </a:solidFill>
                          <a:latin typeface="+mn-lt"/>
                          <a:ea typeface="+mn-ea"/>
                          <a:cs typeface="+mn-cs"/>
                        </a:rPr>
                        <a:t>Version</a:t>
                      </a:r>
                    </a:p>
                  </a:txBody>
                  <a:tcPr>
                    <a:solidFill>
                      <a:srgbClr val="FF66CC"/>
                    </a:solidFill>
                  </a:tcPr>
                </a:tc>
                <a:tc>
                  <a:txBody>
                    <a:bodyPr/>
                    <a:lstStyle/>
                    <a:p>
                      <a:r>
                        <a:rPr lang="en-IN" sz="1400"/>
                        <a:t>Month/Date</a:t>
                      </a:r>
                      <a:endParaRPr lang="en-IN" sz="1400">
                        <a:latin typeface="Ubuntu" panose="020B0504030602030204" pitchFamily="34" charset="0"/>
                      </a:endParaRPr>
                    </a:p>
                  </a:txBody>
                  <a:tcPr>
                    <a:solidFill>
                      <a:srgbClr val="FF66CC"/>
                    </a:solidFill>
                  </a:tcPr>
                </a:tc>
                <a:tc>
                  <a:txBody>
                    <a:bodyPr/>
                    <a:lstStyle/>
                    <a:p>
                      <a:r>
                        <a:rPr lang="en-IN" sz="1400"/>
                        <a:t>Changes made</a:t>
                      </a:r>
                      <a:endParaRPr lang="en-IN" sz="1400">
                        <a:latin typeface="Ubuntu" panose="020B0504030602030204" pitchFamily="34" charset="0"/>
                      </a:endParaRPr>
                    </a:p>
                  </a:txBody>
                  <a:tcPr>
                    <a:solidFill>
                      <a:srgbClr val="FF66CC"/>
                    </a:solidFill>
                  </a:tcPr>
                </a:tc>
                <a:extLst>
                  <a:ext uri="{0D108BD9-81ED-4DB2-BD59-A6C34878D82A}">
                    <a16:rowId xmlns:a16="http://schemas.microsoft.com/office/drawing/2014/main" val="139133595"/>
                  </a:ext>
                </a:extLst>
              </a:tr>
              <a:tr h="370840">
                <a:tc>
                  <a:txBody>
                    <a:bodyPr/>
                    <a:lstStyle/>
                    <a:p>
                      <a:r>
                        <a:rPr lang="en-IN" sz="900">
                          <a:latin typeface="Ubuntu" panose="020B0504030602030204" pitchFamily="34" charset="0"/>
                        </a:rPr>
                        <a:t>1.</a:t>
                      </a:r>
                    </a:p>
                  </a:txBody>
                  <a:tcPr/>
                </a:tc>
                <a:tc>
                  <a:txBody>
                    <a:bodyPr/>
                    <a:lstStyle/>
                    <a:p>
                      <a:r>
                        <a:rPr lang="en-IN" sz="900">
                          <a:latin typeface="Ubuntu" panose="020B0504030602030204" pitchFamily="34" charset="0"/>
                        </a:rPr>
                        <a:t>0.1</a:t>
                      </a:r>
                    </a:p>
                  </a:txBody>
                  <a:tcPr/>
                </a:tc>
                <a:tc>
                  <a:txBody>
                    <a:bodyPr/>
                    <a:lstStyle/>
                    <a:p>
                      <a:r>
                        <a:rPr lang="en-IN" sz="900">
                          <a:latin typeface="Ubuntu" panose="020B0504030602030204" pitchFamily="34" charset="0"/>
                        </a:rPr>
                        <a:t>March-2024</a:t>
                      </a:r>
                    </a:p>
                  </a:txBody>
                  <a:tcPr/>
                </a:tc>
                <a:tc>
                  <a:txBody>
                    <a:bodyPr/>
                    <a:lstStyle/>
                    <a:p>
                      <a:pPr marL="0" indent="0">
                        <a:buNone/>
                      </a:pPr>
                      <a:r>
                        <a:rPr lang="en-IN" sz="900">
                          <a:latin typeface="Ubuntu" panose="020B0504030602030204" pitchFamily="34" charset="0"/>
                        </a:rPr>
                        <a:t>First version of Ways of working, focused more at Inception phase method &amp; processes</a:t>
                      </a:r>
                    </a:p>
                  </a:txBody>
                  <a:tcPr/>
                </a:tc>
                <a:extLst>
                  <a:ext uri="{0D108BD9-81ED-4DB2-BD59-A6C34878D82A}">
                    <a16:rowId xmlns:a16="http://schemas.microsoft.com/office/drawing/2014/main" val="828925552"/>
                  </a:ext>
                </a:extLst>
              </a:tr>
            </a:tbl>
          </a:graphicData>
        </a:graphic>
      </p:graphicFrame>
      <p:sp>
        <p:nvSpPr>
          <p:cNvPr id="5" name="Title 1">
            <a:extLst>
              <a:ext uri="{FF2B5EF4-FFF2-40B4-BE49-F238E27FC236}">
                <a16:creationId xmlns:a16="http://schemas.microsoft.com/office/drawing/2014/main" id="{5BD37474-4F12-4065-945E-FE8E554CE885}"/>
              </a:ext>
            </a:extLst>
          </p:cNvPr>
          <p:cNvSpPr txBox="1">
            <a:spLocks/>
          </p:cNvSpPr>
          <p:nvPr/>
        </p:nvSpPr>
        <p:spPr>
          <a:xfrm>
            <a:off x="-6219" y="42"/>
            <a:ext cx="12202633" cy="566016"/>
          </a:xfrm>
          <a:prstGeom prst="rect">
            <a:avLst/>
          </a:prstGeom>
          <a:noFill/>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lvl="1" indent="174625">
              <a:lnSpc>
                <a:spcPct val="90000"/>
              </a:lnSpc>
              <a:spcBef>
                <a:spcPct val="0"/>
              </a:spcBef>
              <a:defRPr/>
            </a:pPr>
            <a:r>
              <a:rPr kumimoji="0" lang="en-GB" sz="2600" b="1" i="0" u="none" strike="noStrike" kern="1200" cap="none" spc="0" normalizeH="0" baseline="0" noProof="0">
                <a:ln>
                  <a:noFill/>
                </a:ln>
                <a:solidFill>
                  <a:schemeClr val="accent1">
                    <a:lumMod val="50000"/>
                  </a:schemeClr>
                </a:solidFill>
                <a:effectLst/>
                <a:uLnTx/>
                <a:uFillTx/>
                <a:latin typeface="+mj-lt"/>
                <a:ea typeface="+mj-ea"/>
                <a:cs typeface="+mj-cs"/>
              </a:rPr>
              <a:t>Document change history</a:t>
            </a:r>
            <a:endParaRPr kumimoji="0" lang="en-GB" sz="2600" b="0" i="0" u="none" strike="noStrike" kern="1200" cap="none" spc="0" normalizeH="0" baseline="0" noProof="0">
              <a:ln>
                <a:noFill/>
              </a:ln>
              <a:solidFill>
                <a:schemeClr val="accent1">
                  <a:lumMod val="50000"/>
                </a:schemeClr>
              </a:solidFill>
              <a:effectLst/>
              <a:uLnTx/>
              <a:uFillTx/>
              <a:latin typeface="+mj-lt"/>
              <a:ea typeface="+mj-ea"/>
              <a:cs typeface="+mj-cs"/>
            </a:endParaRPr>
          </a:p>
        </p:txBody>
      </p:sp>
    </p:spTree>
    <p:extLst>
      <p:ext uri="{BB962C8B-B14F-4D97-AF65-F5344CB8AC3E}">
        <p14:creationId xmlns:p14="http://schemas.microsoft.com/office/powerpoint/2010/main" val="1853885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4977FF-C41A-E11A-5FC0-772CD3D72343}"/>
              </a:ext>
            </a:extLst>
          </p:cNvPr>
          <p:cNvSpPr>
            <a:spLocks noGrp="1"/>
          </p:cNvSpPr>
          <p:nvPr>
            <p:ph type="title"/>
          </p:nvPr>
        </p:nvSpPr>
        <p:spPr>
          <a:xfrm>
            <a:off x="382779" y="337432"/>
            <a:ext cx="9776592" cy="716711"/>
          </a:xfrm>
        </p:spPr>
        <p:txBody>
          <a:bodyPr/>
          <a:lstStyle/>
          <a:p>
            <a:r>
              <a:rPr lang="en-IN"/>
              <a:t>CONTEXT</a:t>
            </a:r>
            <a:endParaRPr lang="en-US"/>
          </a:p>
        </p:txBody>
      </p:sp>
      <p:sp>
        <p:nvSpPr>
          <p:cNvPr id="3" name="TextBox 2">
            <a:extLst>
              <a:ext uri="{FF2B5EF4-FFF2-40B4-BE49-F238E27FC236}">
                <a16:creationId xmlns:a16="http://schemas.microsoft.com/office/drawing/2014/main" id="{84EB99FE-CDE2-5E96-9B09-A23AC697E275}"/>
              </a:ext>
            </a:extLst>
          </p:cNvPr>
          <p:cNvSpPr txBox="1"/>
          <p:nvPr/>
        </p:nvSpPr>
        <p:spPr>
          <a:xfrm>
            <a:off x="0" y="1014558"/>
            <a:ext cx="12192000" cy="1711916"/>
          </a:xfrm>
          <a:prstGeom prst="rect">
            <a:avLst/>
          </a:prstGeom>
          <a:solidFill>
            <a:schemeClr val="accent5">
              <a:lumMod val="20000"/>
              <a:lumOff val="80000"/>
            </a:schemeClr>
          </a:solidFill>
        </p:spPr>
        <p:txBody>
          <a:bodyPr wrap="square" lIns="360000" tIns="360000" rIns="360000" bIns="360000" rtlCol="0">
            <a:spAutoFit/>
          </a:bodyPr>
          <a:lstStyle/>
          <a:p>
            <a:pPr algn="ctr"/>
            <a:r>
              <a:rPr lang="en-IN" sz="1600" b="1"/>
              <a:t>Ways of working is a </a:t>
            </a:r>
            <a:r>
              <a:rPr lang="en-IN" sz="1600" b="1" u="sng"/>
              <a:t>Capgemini recommended way of Program execution </a:t>
            </a:r>
            <a:r>
              <a:rPr lang="en-IN" sz="1600" b="1"/>
              <a:t>allowing all relevant parties and stakeholders to operate and collaborate towards achieving the common program goals. This document intends to </a:t>
            </a:r>
            <a:r>
              <a:rPr lang="en-IN" sz="1600" b="1" u="sng"/>
              <a:t>target both processes and behaviours </a:t>
            </a:r>
            <a:r>
              <a:rPr lang="en-IN" sz="1600" b="1"/>
              <a:t>that form the building blocks of successful completion of GPAS</a:t>
            </a:r>
          </a:p>
          <a:p>
            <a:pPr algn="ctr"/>
            <a:endParaRPr lang="en-IN" sz="1600" b="1"/>
          </a:p>
        </p:txBody>
      </p:sp>
      <p:sp>
        <p:nvSpPr>
          <p:cNvPr id="4" name="TextBox 3">
            <a:extLst>
              <a:ext uri="{FF2B5EF4-FFF2-40B4-BE49-F238E27FC236}">
                <a16:creationId xmlns:a16="http://schemas.microsoft.com/office/drawing/2014/main" id="{D0E3B56D-C914-F6F6-B709-B1100F7A7A50}"/>
              </a:ext>
            </a:extLst>
          </p:cNvPr>
          <p:cNvSpPr txBox="1"/>
          <p:nvPr/>
        </p:nvSpPr>
        <p:spPr>
          <a:xfrm>
            <a:off x="0" y="2978739"/>
            <a:ext cx="12192000" cy="1465695"/>
          </a:xfrm>
          <a:prstGeom prst="rect">
            <a:avLst/>
          </a:prstGeom>
          <a:solidFill>
            <a:schemeClr val="bg1">
              <a:lumMod val="85000"/>
            </a:schemeClr>
          </a:solidFill>
        </p:spPr>
        <p:txBody>
          <a:bodyPr wrap="square" lIns="360000" tIns="360000" rIns="360000" bIns="360000" rtlCol="0">
            <a:spAutoFit/>
          </a:bodyPr>
          <a:lstStyle>
            <a:defPPr>
              <a:defRPr lang="pt-PT"/>
            </a:defPPr>
            <a:lvl1pPr algn="ctr"/>
          </a:lstStyle>
          <a:p>
            <a:r>
              <a:rPr lang="en-IN" sz="1600" b="1"/>
              <a:t>This Ways of working is specifically designed for </a:t>
            </a:r>
            <a:r>
              <a:rPr lang="en-IN" sz="1600" b="1" u="sng"/>
              <a:t>GPAS only </a:t>
            </a:r>
            <a:r>
              <a:rPr lang="en-IN" sz="1600" b="1"/>
              <a:t>and for the scope of work owned by Capgemini. The processes, behaviours and recommendations outlined here may not be applicable outside GPAS to the wider Modernization program</a:t>
            </a:r>
            <a:endParaRPr lang="en-US" sz="1600" b="1"/>
          </a:p>
        </p:txBody>
      </p:sp>
      <p:sp>
        <p:nvSpPr>
          <p:cNvPr id="5" name="TextBox 4">
            <a:extLst>
              <a:ext uri="{FF2B5EF4-FFF2-40B4-BE49-F238E27FC236}">
                <a16:creationId xmlns:a16="http://schemas.microsoft.com/office/drawing/2014/main" id="{16A929D2-8D5D-5B24-55A3-1E1C831846BD}"/>
              </a:ext>
            </a:extLst>
          </p:cNvPr>
          <p:cNvSpPr txBox="1"/>
          <p:nvPr/>
        </p:nvSpPr>
        <p:spPr>
          <a:xfrm>
            <a:off x="0" y="4696699"/>
            <a:ext cx="12192000" cy="1465695"/>
          </a:xfrm>
          <a:prstGeom prst="rect">
            <a:avLst/>
          </a:prstGeom>
          <a:solidFill>
            <a:schemeClr val="accent1">
              <a:lumMod val="75000"/>
            </a:schemeClr>
          </a:solidFill>
        </p:spPr>
        <p:txBody>
          <a:bodyPr wrap="square" lIns="360000" tIns="360000" rIns="360000" bIns="360000" rtlCol="0">
            <a:spAutoFit/>
          </a:bodyPr>
          <a:lstStyle>
            <a:defPPr>
              <a:defRPr lang="pt-PT"/>
            </a:defPPr>
            <a:lvl1pPr algn="ctr"/>
          </a:lstStyle>
          <a:p>
            <a:r>
              <a:rPr lang="en-IN" sz="1600" b="1">
                <a:solidFill>
                  <a:schemeClr val="bg1"/>
                </a:solidFill>
              </a:rPr>
              <a:t>The Ways of working document is expected to </a:t>
            </a:r>
            <a:r>
              <a:rPr lang="en-IN" sz="1600" b="1" u="sng">
                <a:solidFill>
                  <a:schemeClr val="bg1"/>
                </a:solidFill>
              </a:rPr>
              <a:t>evolve iteratively</a:t>
            </a:r>
            <a:r>
              <a:rPr lang="en-IN" sz="1600" b="1">
                <a:solidFill>
                  <a:schemeClr val="bg1"/>
                </a:solidFill>
              </a:rPr>
              <a:t>, through Inception phase before it can be made final. However, throughout the GPAS program execution, the delivery method or process </a:t>
            </a:r>
            <a:r>
              <a:rPr lang="en-IN" sz="1600" b="1" u="sng">
                <a:solidFill>
                  <a:schemeClr val="bg1"/>
                </a:solidFill>
              </a:rPr>
              <a:t>may undergo change </a:t>
            </a:r>
            <a:r>
              <a:rPr lang="en-IN" sz="1600" b="1">
                <a:solidFill>
                  <a:schemeClr val="bg1"/>
                </a:solidFill>
              </a:rPr>
              <a:t>in certain sections if all the influenced parties agree there is a need for improvement</a:t>
            </a:r>
            <a:endParaRPr lang="en-US" sz="1600" b="1">
              <a:solidFill>
                <a:schemeClr val="bg1"/>
              </a:solidFill>
            </a:endParaRPr>
          </a:p>
        </p:txBody>
      </p:sp>
    </p:spTree>
    <p:extLst>
      <p:ext uri="{BB962C8B-B14F-4D97-AF65-F5344CB8AC3E}">
        <p14:creationId xmlns:p14="http://schemas.microsoft.com/office/powerpoint/2010/main" val="2039370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DF60BF4-8471-6F8A-A08C-AC619450B681}"/>
              </a:ext>
            </a:extLst>
          </p:cNvPr>
          <p:cNvSpPr txBox="1"/>
          <p:nvPr/>
        </p:nvSpPr>
        <p:spPr>
          <a:xfrm>
            <a:off x="-240030" y="4889644"/>
            <a:ext cx="12432029" cy="1887751"/>
          </a:xfrm>
          <a:prstGeom prst="rect">
            <a:avLst/>
          </a:prstGeom>
          <a:solidFill>
            <a:schemeClr val="bg1">
              <a:lumMod val="95000"/>
            </a:schemeClr>
          </a:solidFill>
        </p:spPr>
        <p:txBody>
          <a:bodyPr wrap="square" rtlCol="0">
            <a:noAutofit/>
          </a:bodyPr>
          <a:lstStyle/>
          <a:p>
            <a:endParaRPr lang="en-US"/>
          </a:p>
        </p:txBody>
      </p:sp>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3855157" y="2075679"/>
            <a:ext cx="8336842" cy="2047862"/>
          </a:xfrm>
          <a:prstGeom prst="rect">
            <a:avLst/>
          </a:prstGeom>
        </p:spPr>
        <p:txBody>
          <a:bodyPr vert="horz" lIns="0" tIns="0" rIns="0" bIns="0" numCol="2"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pPr marL="452438" indent="352425">
              <a:spcBef>
                <a:spcPts val="300"/>
              </a:spcBef>
              <a:buFont typeface="Arial" panose="020B0604020202020204" pitchFamily="34" charset="0"/>
              <a:buChar char="•"/>
            </a:pPr>
            <a:r>
              <a:rPr lang="en-IN" sz="1600" cap="none">
                <a:latin typeface="+mn-lt"/>
              </a:rPr>
              <a:t>Scope of Inception phase</a:t>
            </a:r>
          </a:p>
          <a:p>
            <a:pPr marL="452438" indent="352425">
              <a:spcBef>
                <a:spcPts val="300"/>
              </a:spcBef>
              <a:buFont typeface="Arial" panose="020B0604020202020204" pitchFamily="34" charset="0"/>
              <a:buChar char="•"/>
            </a:pPr>
            <a:r>
              <a:rPr lang="en-IN" sz="1600" cap="none">
                <a:latin typeface="+mn-lt"/>
              </a:rPr>
              <a:t>Key Success factors</a:t>
            </a:r>
          </a:p>
          <a:p>
            <a:pPr marL="452438" indent="352425">
              <a:spcBef>
                <a:spcPts val="300"/>
              </a:spcBef>
              <a:buFont typeface="Arial" panose="020B0604020202020204" pitchFamily="34" charset="0"/>
              <a:buChar char="•"/>
            </a:pPr>
            <a:r>
              <a:rPr lang="en-IN" sz="1600" cap="none">
                <a:latin typeface="+mn-lt"/>
              </a:rPr>
              <a:t>Inception activities – week wise split</a:t>
            </a:r>
          </a:p>
          <a:p>
            <a:pPr marL="452438" indent="352425">
              <a:spcBef>
                <a:spcPts val="300"/>
              </a:spcBef>
              <a:buFont typeface="Arial" panose="020B0604020202020204" pitchFamily="34" charset="0"/>
              <a:buChar char="•"/>
            </a:pPr>
            <a:r>
              <a:rPr lang="en-IN" sz="1600" cap="none">
                <a:latin typeface="+mn-lt"/>
              </a:rPr>
              <a:t>Workshops – rules of engagement</a:t>
            </a:r>
          </a:p>
          <a:p>
            <a:pPr marL="452438" indent="352425">
              <a:spcBef>
                <a:spcPts val="300"/>
              </a:spcBef>
              <a:buFont typeface="Arial" panose="020B0604020202020204" pitchFamily="34" charset="0"/>
              <a:buChar char="•"/>
            </a:pPr>
            <a:r>
              <a:rPr lang="en-IN" sz="1600" cap="none">
                <a:latin typeface="+mn-lt"/>
              </a:rPr>
              <a:t>Key roles – Beazley and Capgemini</a:t>
            </a:r>
          </a:p>
          <a:p>
            <a:pPr marL="452438" indent="352425">
              <a:spcBef>
                <a:spcPts val="300"/>
              </a:spcBef>
              <a:buFont typeface="Arial" panose="020B0604020202020204" pitchFamily="34" charset="0"/>
              <a:buChar char="•"/>
            </a:pPr>
            <a:r>
              <a:rPr lang="en-IN" sz="1600" cap="none">
                <a:latin typeface="+mn-lt"/>
              </a:rPr>
              <a:t>Team Structure for Inception</a:t>
            </a:r>
          </a:p>
          <a:p>
            <a:pPr marL="452438" indent="352425">
              <a:spcBef>
                <a:spcPts val="300"/>
              </a:spcBef>
              <a:buFont typeface="Arial" panose="020B0604020202020204" pitchFamily="34" charset="0"/>
              <a:buChar char="•"/>
            </a:pPr>
            <a:r>
              <a:rPr lang="en-IN" sz="1600" cap="none">
                <a:latin typeface="+mn-lt"/>
              </a:rPr>
              <a:t>Design Principles</a:t>
            </a:r>
          </a:p>
          <a:p>
            <a:pPr marL="452438" indent="352425">
              <a:spcBef>
                <a:spcPts val="300"/>
              </a:spcBef>
              <a:buFont typeface="Arial" panose="020B0604020202020204" pitchFamily="34" charset="0"/>
              <a:buChar char="•"/>
            </a:pPr>
            <a:r>
              <a:rPr lang="en-IN" sz="1600" cap="none">
                <a:latin typeface="+mn-lt"/>
              </a:rPr>
              <a:t>Inception phase deliverables</a:t>
            </a:r>
          </a:p>
          <a:p>
            <a:pPr marL="452438" indent="352425">
              <a:spcBef>
                <a:spcPts val="300"/>
              </a:spcBef>
              <a:buFont typeface="Arial" panose="020B0604020202020204" pitchFamily="34" charset="0"/>
              <a:buChar char="•"/>
            </a:pPr>
            <a:r>
              <a:rPr lang="en-IN" sz="1600" cap="none">
                <a:latin typeface="+mn-lt"/>
              </a:rPr>
              <a:t>RACI</a:t>
            </a:r>
          </a:p>
          <a:p>
            <a:pPr marL="452438" indent="352425">
              <a:spcBef>
                <a:spcPts val="300"/>
              </a:spcBef>
              <a:buFont typeface="Arial" panose="020B0604020202020204" pitchFamily="34" charset="0"/>
              <a:buChar char="•"/>
            </a:pPr>
            <a:r>
              <a:rPr lang="en-IN" sz="1600" cap="none">
                <a:latin typeface="+mn-lt"/>
              </a:rPr>
              <a:t>Governance – </a:t>
            </a:r>
            <a:r>
              <a:rPr lang="en-IN" sz="1200" cap="none">
                <a:latin typeface="+mn-lt"/>
              </a:rPr>
              <a:t>Key roles, Cadence, Escalation, Change Control</a:t>
            </a:r>
            <a:endParaRPr lang="en-IN" sz="1600" cap="none">
              <a:latin typeface="+mn-lt"/>
            </a:endParaRPr>
          </a:p>
          <a:p>
            <a:pPr marL="452438" indent="352425">
              <a:spcBef>
                <a:spcPts val="300"/>
              </a:spcBef>
              <a:buFont typeface="Arial" panose="020B0604020202020204" pitchFamily="34" charset="0"/>
              <a:buChar char="•"/>
            </a:pPr>
            <a:r>
              <a:rPr lang="en-IN" sz="1600" cap="none">
                <a:latin typeface="+mn-lt"/>
              </a:rPr>
              <a:t>Tools for Inception</a:t>
            </a:r>
          </a:p>
          <a:p>
            <a:pPr marL="452438" indent="352425">
              <a:spcBef>
                <a:spcPts val="300"/>
              </a:spcBef>
              <a:buFont typeface="Arial" panose="020B0604020202020204" pitchFamily="34" charset="0"/>
              <a:buChar char="•"/>
            </a:pPr>
            <a:r>
              <a:rPr lang="en-IN" sz="1600" cap="none">
                <a:solidFill>
                  <a:schemeClr val="tx1"/>
                </a:solidFill>
                <a:latin typeface="+mn-lt"/>
              </a:rPr>
              <a:t>JIRA set-up and governance</a:t>
            </a:r>
            <a:endParaRPr lang="en-IN" sz="1400" cap="none">
              <a:solidFill>
                <a:schemeClr val="tx1"/>
              </a:solidFill>
              <a:latin typeface="+mn-lt"/>
            </a:endParaRPr>
          </a:p>
          <a:p>
            <a:pPr marL="457200" indent="-457200">
              <a:buFont typeface="Arial" panose="020B0604020202020204" pitchFamily="34" charset="0"/>
              <a:buChar char="•"/>
            </a:pPr>
            <a:endParaRPr lang="en-US" sz="1200"/>
          </a:p>
        </p:txBody>
      </p:sp>
      <p:sp>
        <p:nvSpPr>
          <p:cNvPr id="4" name="TextBox 3">
            <a:extLst>
              <a:ext uri="{FF2B5EF4-FFF2-40B4-BE49-F238E27FC236}">
                <a16:creationId xmlns:a16="http://schemas.microsoft.com/office/drawing/2014/main" id="{12F5E7F4-21B2-ECB1-1775-9F3F04E9F92D}"/>
              </a:ext>
            </a:extLst>
          </p:cNvPr>
          <p:cNvSpPr txBox="1"/>
          <p:nvPr/>
        </p:nvSpPr>
        <p:spPr>
          <a:xfrm>
            <a:off x="4220025" y="5114091"/>
            <a:ext cx="6126480" cy="1438855"/>
          </a:xfrm>
          <a:prstGeom prst="rect">
            <a:avLst/>
          </a:prstGeom>
          <a:noFill/>
        </p:spPr>
        <p:txBody>
          <a:bodyPr wrap="square" numCol="2" rtlCol="0">
            <a:spAutoFit/>
          </a:bodyPr>
          <a:lstStyle/>
          <a:p>
            <a:r>
              <a:rPr lang="en-IN" sz="1050" b="1" cap="none"/>
              <a:t>To be built &amp; agreed in parallel to Inception for start of build</a:t>
            </a:r>
          </a:p>
          <a:p>
            <a:pPr marL="800100" lvl="1" indent="-342900">
              <a:buClr>
                <a:schemeClr val="accent3">
                  <a:lumMod val="90000"/>
                  <a:lumOff val="10000"/>
                </a:schemeClr>
              </a:buClr>
              <a:buFont typeface="Arial" panose="020B0604020202020204" pitchFamily="34" charset="0"/>
              <a:buChar char="•"/>
            </a:pPr>
            <a:endParaRPr lang="en-US" sz="900" cap="none">
              <a:latin typeface="Ubuntu" panose="020B0504030602030204" pitchFamily="34" charset="0"/>
            </a:endParaRP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Foundation &amp; Waves Construct</a:t>
            </a:r>
            <a:endParaRPr lang="en-US" sz="900" cap="none">
              <a:latin typeface="Ubuntu" panose="020B0504030602030204" pitchFamily="34" charset="0"/>
              <a:ea typeface="Verdana"/>
            </a:endParaRP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Backlog management process</a:t>
            </a:r>
            <a:endParaRPr lang="en-US" sz="900" cap="none">
              <a:latin typeface="Ubuntu" panose="020B0504030602030204" pitchFamily="34" charset="0"/>
              <a:ea typeface="Verdana"/>
            </a:endParaRP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Sprint construct</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Cadence and ceremonies</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User story management</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Activities list</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DoD and </a:t>
            </a:r>
            <a:r>
              <a:rPr lang="en-US" sz="900" cap="none" err="1">
                <a:latin typeface="Ubuntu" panose="020B0504030602030204" pitchFamily="34" charset="0"/>
              </a:rPr>
              <a:t>DoR</a:t>
            </a:r>
            <a:r>
              <a:rPr lang="en-US" sz="900" cap="none">
                <a:latin typeface="Ubuntu" panose="020B0504030602030204" pitchFamily="34" charset="0"/>
              </a:rPr>
              <a:t> - Definition of Done and Definition of Ready</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Third party alignments and SLA</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Metrics &amp; Reporting</a:t>
            </a:r>
          </a:p>
          <a:p>
            <a:pPr marL="800100" lvl="1" indent="-342900">
              <a:spcBef>
                <a:spcPts val="300"/>
              </a:spcBef>
              <a:buClr>
                <a:schemeClr val="accent3">
                  <a:lumMod val="90000"/>
                  <a:lumOff val="10000"/>
                </a:schemeClr>
              </a:buClr>
              <a:buFont typeface="Arial" panose="020B0604020202020204" pitchFamily="34" charset="0"/>
              <a:buChar char="•"/>
            </a:pPr>
            <a:r>
              <a:rPr lang="en-US" sz="900" cap="none">
                <a:latin typeface="Ubuntu" panose="020B0504030602030204" pitchFamily="34" charset="0"/>
              </a:rPr>
              <a:t>Collaboration and Tool sets</a:t>
            </a:r>
            <a:endParaRPr lang="en-US" sz="1100"/>
          </a:p>
        </p:txBody>
      </p:sp>
      <p:graphicFrame>
        <p:nvGraphicFramePr>
          <p:cNvPr id="5" name="Diagram 4">
            <a:extLst>
              <a:ext uri="{FF2B5EF4-FFF2-40B4-BE49-F238E27FC236}">
                <a16:creationId xmlns:a16="http://schemas.microsoft.com/office/drawing/2014/main" id="{896ED968-B0D0-B357-BD13-0D83CFF33D69}"/>
              </a:ext>
            </a:extLst>
          </p:cNvPr>
          <p:cNvGraphicFramePr/>
          <p:nvPr>
            <p:extLst>
              <p:ext uri="{D42A27DB-BD31-4B8C-83A1-F6EECF244321}">
                <p14:modId xmlns:p14="http://schemas.microsoft.com/office/powerpoint/2010/main" val="1041795642"/>
              </p:ext>
            </p:extLst>
          </p:nvPr>
        </p:nvGraphicFramePr>
        <p:xfrm>
          <a:off x="213865" y="2209148"/>
          <a:ext cx="3443383" cy="188775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FD1B7925-B52C-F0E2-BD24-1FCAE823D2AE}"/>
              </a:ext>
            </a:extLst>
          </p:cNvPr>
          <p:cNvGraphicFramePr/>
          <p:nvPr>
            <p:extLst>
              <p:ext uri="{D42A27DB-BD31-4B8C-83A1-F6EECF244321}">
                <p14:modId xmlns:p14="http://schemas.microsoft.com/office/powerpoint/2010/main" val="2572209688"/>
              </p:ext>
            </p:extLst>
          </p:nvPr>
        </p:nvGraphicFramePr>
        <p:xfrm>
          <a:off x="1644797" y="5223510"/>
          <a:ext cx="1690692" cy="1263628"/>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7" name="TextBox 6">
            <a:extLst>
              <a:ext uri="{FF2B5EF4-FFF2-40B4-BE49-F238E27FC236}">
                <a16:creationId xmlns:a16="http://schemas.microsoft.com/office/drawing/2014/main" id="{E11ECEF2-9C2A-4D25-707D-105F042E2365}"/>
              </a:ext>
            </a:extLst>
          </p:cNvPr>
          <p:cNvSpPr txBox="1"/>
          <p:nvPr/>
        </p:nvSpPr>
        <p:spPr>
          <a:xfrm>
            <a:off x="301943" y="688832"/>
            <a:ext cx="11265217" cy="923330"/>
          </a:xfrm>
          <a:prstGeom prst="rect">
            <a:avLst/>
          </a:prstGeom>
          <a:noFill/>
        </p:spPr>
        <p:txBody>
          <a:bodyPr wrap="square" rtlCol="0">
            <a:spAutoFit/>
          </a:bodyPr>
          <a:lstStyle/>
          <a:p>
            <a:r>
              <a:rPr lang="en-IN"/>
              <a:t>The immediate focus is to draft and agree on a Ways of working applicable for the start of Inception phase. As a next step, Ways of working will be extended to document methods and processes applicable to the Build phase. </a:t>
            </a:r>
            <a:endParaRPr lang="en-US"/>
          </a:p>
        </p:txBody>
      </p:sp>
      <p:sp>
        <p:nvSpPr>
          <p:cNvPr id="9" name="TextBox 8">
            <a:extLst>
              <a:ext uri="{FF2B5EF4-FFF2-40B4-BE49-F238E27FC236}">
                <a16:creationId xmlns:a16="http://schemas.microsoft.com/office/drawing/2014/main" id="{E83694F7-709F-E499-3ECD-0339AC00CC39}"/>
              </a:ext>
            </a:extLst>
          </p:cNvPr>
          <p:cNvSpPr txBox="1"/>
          <p:nvPr/>
        </p:nvSpPr>
        <p:spPr>
          <a:xfrm>
            <a:off x="4128334" y="1548665"/>
            <a:ext cx="4804520" cy="369332"/>
          </a:xfrm>
          <a:prstGeom prst="rect">
            <a:avLst/>
          </a:prstGeom>
          <a:noFill/>
        </p:spPr>
        <p:txBody>
          <a:bodyPr wrap="none" rtlCol="0">
            <a:spAutoFit/>
          </a:bodyPr>
          <a:lstStyle/>
          <a:p>
            <a:r>
              <a:rPr lang="en-IN" sz="1800" b="1" cap="none">
                <a:latin typeface="+mn-lt"/>
              </a:rPr>
              <a:t>To be built &amp; agreed for start of Inception</a:t>
            </a:r>
            <a:endParaRPr lang="en-US"/>
          </a:p>
        </p:txBody>
      </p:sp>
    </p:spTree>
    <p:extLst>
      <p:ext uri="{BB962C8B-B14F-4D97-AF65-F5344CB8AC3E}">
        <p14:creationId xmlns:p14="http://schemas.microsoft.com/office/powerpoint/2010/main" val="336240612"/>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F405387-D8E2-4B6F-964A-5340BD4F7A0C}"/>
              </a:ext>
            </a:extLst>
          </p:cNvPr>
          <p:cNvSpPr/>
          <p:nvPr/>
        </p:nvSpPr>
        <p:spPr>
          <a:xfrm>
            <a:off x="7574324" y="2904722"/>
            <a:ext cx="3907110" cy="2698046"/>
          </a:xfrm>
          <a:prstGeom prst="rect">
            <a:avLst/>
          </a:prstGeom>
        </p:spPr>
        <p:txBody>
          <a:bodyPr wrap="square">
            <a:spAutoFit/>
          </a:bodyPr>
          <a:lstStyle/>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Foundation Release Mobilization is focused on enabling MVP Design and Build to start </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Build the foundation with core principles intact. – data/ automation / experience</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Collaborative pre-work on entry criteria to ensure rapid start and timely completion</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Transform the plan from the Inception to reality, transforming the business requirements to functional systems</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Plan for future Releases and LOB</a:t>
            </a:r>
          </a:p>
          <a:p>
            <a:pPr marL="171450" marR="0" lvl="0" indent="-171450" algn="l" defTabSz="914400" rtl="0" eaLnBrk="1" fontAlgn="auto" latinLnBrk="0" hangingPunct="1">
              <a:lnSpc>
                <a:spcPct val="120000"/>
              </a:lnSpc>
              <a:spcBef>
                <a:spcPts val="0"/>
              </a:spcBef>
              <a:spcAft>
                <a:spcPts val="300"/>
              </a:spcAft>
              <a:buClr>
                <a:srgbClr val="0070AD"/>
              </a:buClr>
              <a:buSzTx/>
              <a:buFont typeface="Wingdings" panose="05000000000000000000" pitchFamily="2" charset="2"/>
              <a:buChar char="§"/>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Confirm Roll-out Approach</a:t>
            </a:r>
          </a:p>
        </p:txBody>
      </p:sp>
      <p:grpSp>
        <p:nvGrpSpPr>
          <p:cNvPr id="13" name="Group 12">
            <a:extLst>
              <a:ext uri="{FF2B5EF4-FFF2-40B4-BE49-F238E27FC236}">
                <a16:creationId xmlns:a16="http://schemas.microsoft.com/office/drawing/2014/main" id="{72D130E3-EC27-44DB-946D-17BBC3DA8A5D}"/>
              </a:ext>
            </a:extLst>
          </p:cNvPr>
          <p:cNvGrpSpPr/>
          <p:nvPr/>
        </p:nvGrpSpPr>
        <p:grpSpPr>
          <a:xfrm>
            <a:off x="456004" y="2001162"/>
            <a:ext cx="11424626" cy="679382"/>
            <a:chOff x="695054" y="1212989"/>
            <a:chExt cx="10761417" cy="679382"/>
          </a:xfrm>
        </p:grpSpPr>
        <p:sp>
          <p:nvSpPr>
            <p:cNvPr id="36" name="Rectangle 543" descr="© INSCALE GmbH, 26.05.2010&#10;http://www.presentationload.com/">
              <a:extLst>
                <a:ext uri="{FF2B5EF4-FFF2-40B4-BE49-F238E27FC236}">
                  <a16:creationId xmlns:a16="http://schemas.microsoft.com/office/drawing/2014/main" id="{AA3505B0-CC0C-424E-BB1A-AC2E01BEA6B3}"/>
                </a:ext>
              </a:extLst>
            </p:cNvPr>
            <p:cNvSpPr>
              <a:spLocks noChangeArrowheads="1"/>
            </p:cNvSpPr>
            <p:nvPr/>
          </p:nvSpPr>
          <p:spPr bwMode="gray">
            <a:xfrm>
              <a:off x="721360" y="1323902"/>
              <a:ext cx="6103432" cy="431097"/>
            </a:xfrm>
            <a:prstGeom prst="round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1200" cap="none" spc="0" normalizeH="0" baseline="0" noProof="0">
                  <a:ln>
                    <a:noFill/>
                  </a:ln>
                  <a:solidFill>
                    <a:srgbClr val="FFFFFF"/>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cxnSp>
          <p:nvCxnSpPr>
            <p:cNvPr id="39" name="Straight Connector 38">
              <a:extLst>
                <a:ext uri="{FF2B5EF4-FFF2-40B4-BE49-F238E27FC236}">
                  <a16:creationId xmlns:a16="http://schemas.microsoft.com/office/drawing/2014/main" id="{960B9580-4646-47FD-B988-E342C0AF064D}"/>
                </a:ext>
              </a:extLst>
            </p:cNvPr>
            <p:cNvCxnSpPr/>
            <p:nvPr/>
          </p:nvCxnSpPr>
          <p:spPr>
            <a:xfrm>
              <a:off x="695054" y="1884190"/>
              <a:ext cx="10756156" cy="8181"/>
            </a:xfrm>
            <a:prstGeom prst="line">
              <a:avLst/>
            </a:prstGeom>
            <a:ln w="28575">
              <a:solidFill>
                <a:schemeClr val="bg1">
                  <a:lumMod val="85000"/>
                </a:schemeClr>
              </a:solidFill>
              <a:tailEnd type="non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413B3E0-5584-4ACD-AEE4-78794539589F}"/>
                </a:ext>
              </a:extLst>
            </p:cNvPr>
            <p:cNvCxnSpPr/>
            <p:nvPr/>
          </p:nvCxnSpPr>
          <p:spPr>
            <a:xfrm>
              <a:off x="700315" y="1212989"/>
              <a:ext cx="10756156" cy="6052"/>
            </a:xfrm>
            <a:prstGeom prst="straightConnector1">
              <a:avLst/>
            </a:prstGeom>
            <a:ln w="28575">
              <a:solidFill>
                <a:schemeClr val="bg1">
                  <a:lumMod val="85000"/>
                </a:schemeClr>
              </a:solidFill>
              <a:tailEnd type="triangle"/>
            </a:ln>
          </p:spPr>
          <p:style>
            <a:lnRef idx="1">
              <a:schemeClr val="dk1"/>
            </a:lnRef>
            <a:fillRef idx="0">
              <a:schemeClr val="dk1"/>
            </a:fillRef>
            <a:effectRef idx="0">
              <a:schemeClr val="dk1"/>
            </a:effectRef>
            <a:fontRef idx="minor">
              <a:schemeClr val="tx1"/>
            </a:fontRef>
          </p:style>
        </p:cxnSp>
        <p:sp>
          <p:nvSpPr>
            <p:cNvPr id="3" name="Isosceles Triangle 2">
              <a:extLst>
                <a:ext uri="{FF2B5EF4-FFF2-40B4-BE49-F238E27FC236}">
                  <a16:creationId xmlns:a16="http://schemas.microsoft.com/office/drawing/2014/main" id="{9521765B-5C1F-440B-B174-64A15E825245}"/>
                </a:ext>
              </a:extLst>
            </p:cNvPr>
            <p:cNvSpPr/>
            <p:nvPr/>
          </p:nvSpPr>
          <p:spPr>
            <a:xfrm rot="5400000">
              <a:off x="10932187" y="1439984"/>
              <a:ext cx="432000" cy="199551"/>
            </a:xfrm>
            <a:prstGeom prst="triangle">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Ubuntu" panose="020B0504030602030204" pitchFamily="34" charset="0"/>
                <a:ea typeface="+mn-ea"/>
                <a:cs typeface="+mn-cs"/>
              </a:endParaRPr>
            </a:p>
          </p:txBody>
        </p:sp>
        <p:cxnSp>
          <p:nvCxnSpPr>
            <p:cNvPr id="10" name="Connector: Elbow 9">
              <a:extLst>
                <a:ext uri="{FF2B5EF4-FFF2-40B4-BE49-F238E27FC236}">
                  <a16:creationId xmlns:a16="http://schemas.microsoft.com/office/drawing/2014/main" id="{9EB57572-75F0-48C8-906B-32AD8135087B}"/>
                </a:ext>
              </a:extLst>
            </p:cNvPr>
            <p:cNvCxnSpPr>
              <a:cxnSpLocks/>
              <a:stCxn id="36" idx="3"/>
              <a:endCxn id="32" idx="1"/>
            </p:cNvCxnSpPr>
            <p:nvPr/>
          </p:nvCxnSpPr>
          <p:spPr>
            <a:xfrm flipV="1">
              <a:off x="6824792" y="1539308"/>
              <a:ext cx="494468" cy="143"/>
            </a:xfrm>
            <a:prstGeom prst="bentConnector3">
              <a:avLst/>
            </a:prstGeom>
            <a:ln>
              <a:solidFill>
                <a:schemeClr val="bg1">
                  <a:lumMod val="50000"/>
                </a:schemeClr>
              </a:solidFill>
              <a:headEnd type="oval"/>
              <a:tailEnd type="oval"/>
            </a:ln>
          </p:spPr>
          <p:style>
            <a:lnRef idx="1">
              <a:schemeClr val="accent2"/>
            </a:lnRef>
            <a:fillRef idx="0">
              <a:schemeClr val="accent2"/>
            </a:fillRef>
            <a:effectRef idx="0">
              <a:schemeClr val="accent2"/>
            </a:effectRef>
            <a:fontRef idx="minor">
              <a:schemeClr val="tx1"/>
            </a:fontRef>
          </p:style>
        </p:cxnSp>
        <p:sp>
          <p:nvSpPr>
            <p:cNvPr id="32" name="Rectangle 543" descr="© INSCALE GmbH, 26.05.2010&#10;http://www.presentationload.com/">
              <a:extLst>
                <a:ext uri="{FF2B5EF4-FFF2-40B4-BE49-F238E27FC236}">
                  <a16:creationId xmlns:a16="http://schemas.microsoft.com/office/drawing/2014/main" id="{587FC3A7-8E16-48F6-89D8-D4FCD2EA9A0F}"/>
                </a:ext>
              </a:extLst>
            </p:cNvPr>
            <p:cNvSpPr>
              <a:spLocks noChangeArrowheads="1"/>
            </p:cNvSpPr>
            <p:nvPr/>
          </p:nvSpPr>
          <p:spPr bwMode="gray">
            <a:xfrm>
              <a:off x="7319260" y="1323759"/>
              <a:ext cx="3761188" cy="431097"/>
            </a:xfrm>
            <a:prstGeom prst="roundRect">
              <a:avLst/>
            </a:prstGeom>
            <a:solidFill>
              <a:schemeClr val="accent2"/>
            </a:solidFill>
            <a:ln>
              <a:noFill/>
            </a:ln>
          </p:spPr>
          <p:style>
            <a:lnRef idx="2">
              <a:schemeClr val="accent2">
                <a:shade val="50000"/>
              </a:schemeClr>
            </a:lnRef>
            <a:fillRef idx="1">
              <a:schemeClr val="accent2"/>
            </a:fillRef>
            <a:effectRef idx="0">
              <a:schemeClr val="accent2"/>
            </a:effectRef>
            <a:fontRef idx="minor">
              <a:schemeClr val="lt1"/>
            </a:fontRef>
          </p:style>
          <p:txBody>
            <a:bodyPr wrap="none" lIns="35981" tIns="35981" rIns="35981" bIns="35981"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1">
                  <a:ln>
                    <a:noFill/>
                  </a:ln>
                  <a:solidFill>
                    <a:srgbClr val="FFFFFF"/>
                  </a:solidFill>
                  <a:effectLst/>
                  <a:uLnTx/>
                  <a:uFillTx/>
                  <a:latin typeface="Ubuntu" panose="020B0504030602030204" pitchFamily="34" charset="0"/>
                  <a:ea typeface="+mn-ea"/>
                  <a:cs typeface="Times New Roman" panose="02020603050405020304" pitchFamily="18" charset="0"/>
                </a:rPr>
                <a:t>Design and Build</a:t>
              </a:r>
              <a:endParaRPr kumimoji="0" lang="pt-BR" sz="1100" b="1" i="0" u="none" strike="noStrike" kern="0" cap="none" spc="0" normalizeH="0" baseline="0" noProof="1">
                <a:ln>
                  <a:noFill/>
                </a:ln>
                <a:solidFill>
                  <a:srgbClr val="FFFFFF"/>
                </a:solidFill>
                <a:effectLst/>
                <a:uLnTx/>
                <a:uFillTx/>
                <a:latin typeface="Ubuntu" panose="020B0504030602030204" pitchFamily="34" charset="0"/>
                <a:ea typeface="+mn-ea"/>
                <a:cs typeface="+mn-cs"/>
              </a:endParaRPr>
            </a:p>
          </p:txBody>
        </p:sp>
      </p:grpSp>
      <p:sp>
        <p:nvSpPr>
          <p:cNvPr id="86" name="Rectangle 85">
            <a:extLst>
              <a:ext uri="{FF2B5EF4-FFF2-40B4-BE49-F238E27FC236}">
                <a16:creationId xmlns:a16="http://schemas.microsoft.com/office/drawing/2014/main" id="{3CF53EC4-E534-41CD-A9E3-3F741E9CEA50}"/>
              </a:ext>
            </a:extLst>
          </p:cNvPr>
          <p:cNvSpPr/>
          <p:nvPr/>
        </p:nvSpPr>
        <p:spPr>
          <a:xfrm>
            <a:off x="655655" y="2826059"/>
            <a:ext cx="6419399"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Programme Inception is focused on “</a:t>
            </a:r>
            <a:r>
              <a:rPr kumimoji="0" lang="en-US" sz="1200" b="0" i="0" u="none" strike="noStrike" kern="1200" cap="none" spc="0" normalizeH="0" baseline="0" noProof="0">
                <a:ln>
                  <a:noFill/>
                </a:ln>
                <a:solidFill>
                  <a:srgbClr val="2B143D"/>
                </a:solidFill>
                <a:effectLst/>
                <a:uLnTx/>
                <a:uFillTx/>
                <a:latin typeface="Ubuntu Medium" panose="020B0504030602030204" pitchFamily="34" charset="0"/>
                <a:ea typeface="+mn-ea"/>
                <a:cs typeface="+mn-cs"/>
              </a:rPr>
              <a:t>Designing the next winning proposition</a:t>
            </a:r>
            <a:r>
              <a:rPr kumimoji="0" lang="en-GB" sz="1200" b="0" i="0" u="none" strike="noStrike" kern="1200" cap="none" spc="0" normalizeH="0" baseline="0" noProof="0">
                <a:ln>
                  <a:noFill/>
                </a:ln>
                <a:solidFill>
                  <a:srgbClr val="2E033E"/>
                </a:solidFill>
                <a:effectLst/>
                <a:uLnTx/>
                <a:uFillTx/>
                <a:latin typeface="Ubuntu" panose="020B0504030602030204" pitchFamily="34" charset="0"/>
                <a:ea typeface="Calibri" panose="020F0502020204030204" pitchFamily="34" charset="0"/>
                <a:cs typeface="Times New Roman" panose="02020603050405020304" pitchFamily="18" charset="0"/>
              </a:rPr>
              <a:t>”</a:t>
            </a:r>
          </a:p>
        </p:txBody>
      </p:sp>
      <p:sp>
        <p:nvSpPr>
          <p:cNvPr id="44" name="Rounded Rectangle 1">
            <a:extLst>
              <a:ext uri="{FF2B5EF4-FFF2-40B4-BE49-F238E27FC236}">
                <a16:creationId xmlns:a16="http://schemas.microsoft.com/office/drawing/2014/main" id="{4317C8A2-F1B9-4B19-B63A-7182C5E94982}"/>
              </a:ext>
            </a:extLst>
          </p:cNvPr>
          <p:cNvSpPr/>
          <p:nvPr/>
        </p:nvSpPr>
        <p:spPr>
          <a:xfrm>
            <a:off x="675330" y="1034065"/>
            <a:ext cx="10983943" cy="678785"/>
          </a:xfrm>
          <a:prstGeom prst="roundRect">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                           A common 12-weeks Programme Inception phase to clarify and align the scope in all Products for a Foundation, </a:t>
            </a:r>
            <a:b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br>
            <a:r>
              <a:rPr kumimoji="0" lang="en-US" sz="1400" b="0" i="0" u="none" strike="noStrike" kern="1200" cap="none" spc="0" normalizeH="0" baseline="0" noProof="0">
                <a:ln>
                  <a:noFill/>
                </a:ln>
                <a:solidFill>
                  <a:prstClr val="black"/>
                </a:solidFill>
                <a:effectLst/>
                <a:uLnTx/>
                <a:uFillTx/>
                <a:latin typeface="Ubuntu" panose="020B0504030602030204" pitchFamily="34" charset="0"/>
                <a:ea typeface="+mn-ea"/>
                <a:cs typeface="+mn-cs"/>
              </a:rPr>
              <a:t>followed by the implementation of the planned Releases.</a:t>
            </a:r>
          </a:p>
        </p:txBody>
      </p:sp>
      <p:grpSp>
        <p:nvGrpSpPr>
          <p:cNvPr id="48" name="Group 3">
            <a:extLst>
              <a:ext uri="{FF2B5EF4-FFF2-40B4-BE49-F238E27FC236}">
                <a16:creationId xmlns:a16="http://schemas.microsoft.com/office/drawing/2014/main" id="{8DA70D1B-6521-4A25-AB32-A36F3DD32841}"/>
              </a:ext>
            </a:extLst>
          </p:cNvPr>
          <p:cNvGrpSpPr/>
          <p:nvPr/>
        </p:nvGrpSpPr>
        <p:grpSpPr>
          <a:xfrm>
            <a:off x="373599" y="961865"/>
            <a:ext cx="864000" cy="792000"/>
            <a:chOff x="76088" y="3655832"/>
            <a:chExt cx="948713" cy="900000"/>
          </a:xfrm>
        </p:grpSpPr>
        <p:sp>
          <p:nvSpPr>
            <p:cNvPr id="55" name="Freeform 31">
              <a:extLst>
                <a:ext uri="{FF2B5EF4-FFF2-40B4-BE49-F238E27FC236}">
                  <a16:creationId xmlns:a16="http://schemas.microsoft.com/office/drawing/2014/main" id="{30A4188F-0E7A-43B5-A7AD-289FB015E2C4}"/>
                </a:ext>
              </a:extLst>
            </p:cNvPr>
            <p:cNvSpPr>
              <a:spLocks noChangeAspect="1"/>
            </p:cNvSpPr>
            <p:nvPr/>
          </p:nvSpPr>
          <p:spPr>
            <a:xfrm>
              <a:off x="76088" y="3655832"/>
              <a:ext cx="948713" cy="900000"/>
            </a:xfrm>
            <a:custGeom>
              <a:avLst/>
              <a:gdLst/>
              <a:ahLst/>
              <a:cxnLst>
                <a:cxn ang="0">
                  <a:pos x="wd2" y="hd2"/>
                </a:cxn>
                <a:cxn ang="5400000">
                  <a:pos x="wd2" y="hd2"/>
                </a:cxn>
                <a:cxn ang="10800000">
                  <a:pos x="wd2" y="hd2"/>
                </a:cxn>
                <a:cxn ang="16200000">
                  <a:pos x="wd2" y="hd2"/>
                </a:cxn>
              </a:cxnLst>
              <a:rect l="0" t="0" r="r" b="b"/>
              <a:pathLst>
                <a:path w="18947" h="19226" extrusionOk="0">
                  <a:moveTo>
                    <a:pt x="1832" y="15597"/>
                  </a:moveTo>
                  <a:cubicBezTo>
                    <a:pt x="-1269" y="11267"/>
                    <a:pt x="-340" y="5141"/>
                    <a:pt x="3914" y="1934"/>
                  </a:cubicBezTo>
                  <a:cubicBezTo>
                    <a:pt x="8153" y="-1289"/>
                    <a:pt x="14130" y="-391"/>
                    <a:pt x="17230" y="3939"/>
                  </a:cubicBezTo>
                  <a:cubicBezTo>
                    <a:pt x="20331" y="8268"/>
                    <a:pt x="19058" y="13881"/>
                    <a:pt x="14804" y="17104"/>
                  </a:cubicBezTo>
                  <a:cubicBezTo>
                    <a:pt x="10565" y="20311"/>
                    <a:pt x="4947" y="19942"/>
                    <a:pt x="1832" y="15597"/>
                  </a:cubicBezTo>
                </a:path>
              </a:pathLst>
            </a:custGeom>
            <a:solidFill>
              <a:schemeClr val="accent3"/>
            </a:solidFill>
            <a:ln w="12700" cap="flat">
              <a:noFill/>
              <a:miter lim="400000"/>
            </a:ln>
            <a:effectLst/>
          </p:spPr>
          <p:txBody>
            <a:bodyPr wrap="square" lIns="50800" tIns="50800" rIns="50800" bIns="50800"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a:latin typeface="Verdana"/>
                  <a:ea typeface="Verdana"/>
                  <a:cs typeface="Verdana"/>
                  <a:sym typeface="Verdana"/>
                </a:defRPr>
              </a:pPr>
              <a:endParaRPr kumimoji="0" lang="en-US" sz="1800" b="0" i="0" u="none" strike="noStrike" kern="1200" cap="none" spc="0" normalizeH="0" baseline="0" noProof="0">
                <a:ln>
                  <a:noFill/>
                </a:ln>
                <a:solidFill>
                  <a:prstClr val="black"/>
                </a:solidFill>
                <a:effectLst/>
                <a:uLnTx/>
                <a:uFillTx/>
                <a:latin typeface="Ubuntu" panose="020B0504030602030204" pitchFamily="34" charset="0"/>
                <a:ea typeface="Verdana"/>
                <a:cs typeface="Verdana"/>
                <a:sym typeface="Verdana"/>
              </a:endParaRPr>
            </a:p>
          </p:txBody>
        </p:sp>
        <p:pic>
          <p:nvPicPr>
            <p:cNvPr id="56" name="Graphic 73" descr="Home">
              <a:extLst>
                <a:ext uri="{FF2B5EF4-FFF2-40B4-BE49-F238E27FC236}">
                  <a16:creationId xmlns:a16="http://schemas.microsoft.com/office/drawing/2014/main" id="{CB1647C1-0DA0-4422-9EC9-675D71F10D3E}"/>
                </a:ext>
              </a:extLst>
            </p:cNvPr>
            <p:cNvPicPr>
              <a:picLocks noChangeAspect="1"/>
            </p:cNvPicPr>
            <p:nvPr/>
          </p:nvPicPr>
          <p:blipFill>
            <a:blip r:embed="rId4" cstate="email">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166573" y="3943752"/>
              <a:ext cx="324000" cy="324000"/>
            </a:xfrm>
            <a:prstGeom prst="rect">
              <a:avLst/>
            </a:prstGeom>
          </p:spPr>
        </p:pic>
        <p:pic>
          <p:nvPicPr>
            <p:cNvPr id="57" name="Graphic 74" descr="User">
              <a:extLst>
                <a:ext uri="{FF2B5EF4-FFF2-40B4-BE49-F238E27FC236}">
                  <a16:creationId xmlns:a16="http://schemas.microsoft.com/office/drawing/2014/main" id="{9BA18B8E-BD35-4A02-9F32-F25F2A989711}"/>
                </a:ext>
              </a:extLst>
            </p:cNvPr>
            <p:cNvPicPr>
              <a:picLocks noChangeAspect="1"/>
            </p:cNvPicPr>
            <p:nvPr/>
          </p:nvPicPr>
          <p:blipFill>
            <a:blip r:embed="rId6" cstate="email">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603877" y="3945537"/>
              <a:ext cx="324000" cy="324000"/>
            </a:xfrm>
            <a:prstGeom prst="rect">
              <a:avLst/>
            </a:prstGeom>
          </p:spPr>
        </p:pic>
        <p:pic>
          <p:nvPicPr>
            <p:cNvPr id="58" name="Graphic 75" descr="Car">
              <a:extLst>
                <a:ext uri="{FF2B5EF4-FFF2-40B4-BE49-F238E27FC236}">
                  <a16:creationId xmlns:a16="http://schemas.microsoft.com/office/drawing/2014/main" id="{59D84FE1-5885-4A5C-A31A-BA7566C7F1E1}"/>
                </a:ext>
              </a:extLst>
            </p:cNvPr>
            <p:cNvPicPr>
              <a:picLocks noChangeAspect="1"/>
            </p:cNvPicPr>
            <p:nvPr/>
          </p:nvPicPr>
          <p:blipFill>
            <a:blip r:embed="rId8" cstate="email">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407404" y="4221124"/>
              <a:ext cx="324000" cy="324000"/>
            </a:xfrm>
            <a:prstGeom prst="rect">
              <a:avLst/>
            </a:prstGeom>
          </p:spPr>
        </p:pic>
        <p:pic>
          <p:nvPicPr>
            <p:cNvPr id="59" name="Graphic 76" descr="City">
              <a:extLst>
                <a:ext uri="{FF2B5EF4-FFF2-40B4-BE49-F238E27FC236}">
                  <a16:creationId xmlns:a16="http://schemas.microsoft.com/office/drawing/2014/main" id="{95A2B8F1-BF18-4126-B450-892CA0247892}"/>
                </a:ext>
              </a:extLst>
            </p:cNvPr>
            <p:cNvPicPr>
              <a:picLocks noChangeAspect="1"/>
            </p:cNvPicPr>
            <p:nvPr/>
          </p:nvPicPr>
          <p:blipFill>
            <a:blip r:embed="rId10" cstate="email">
              <a:extLst>
                <a:ext uri="{28A0092B-C50C-407E-A947-70E740481C1C}">
                  <a14:useLocalDpi xmlns:a14="http://schemas.microsoft.com/office/drawing/2010/main"/>
                </a:ext>
                <a:ext uri="{96DAC541-7B7A-43D3-8B79-37D633B846F1}">
                  <asvg:svgBlip xmlns:asvg="http://schemas.microsoft.com/office/drawing/2016/SVG/main" r:embed="rId11"/>
                </a:ext>
              </a:extLst>
            </a:blip>
            <a:stretch>
              <a:fillRect/>
            </a:stretch>
          </p:blipFill>
          <p:spPr>
            <a:xfrm>
              <a:off x="382561" y="3691724"/>
              <a:ext cx="324000" cy="324000"/>
            </a:xfrm>
            <a:prstGeom prst="rect">
              <a:avLst/>
            </a:prstGeom>
          </p:spPr>
        </p:pic>
      </p:grpSp>
      <p:pic>
        <p:nvPicPr>
          <p:cNvPr id="60" name="Picture 59">
            <a:extLst>
              <a:ext uri="{FF2B5EF4-FFF2-40B4-BE49-F238E27FC236}">
                <a16:creationId xmlns:a16="http://schemas.microsoft.com/office/drawing/2014/main" id="{89CFFE63-FAED-4BE8-A599-37F543438291}"/>
              </a:ext>
            </a:extLst>
          </p:cNvPr>
          <p:cNvPicPr>
            <a:picLocks noChangeAspect="1"/>
          </p:cNvPicPr>
          <p:nvPr/>
        </p:nvPicPr>
        <p:blipFill>
          <a:blip r:embed="rId12"/>
          <a:stretch>
            <a:fillRect/>
          </a:stretch>
        </p:blipFill>
        <p:spPr>
          <a:xfrm>
            <a:off x="817196" y="3231463"/>
            <a:ext cx="6183127" cy="1562894"/>
          </a:xfrm>
          <a:prstGeom prst="rect">
            <a:avLst/>
          </a:prstGeom>
        </p:spPr>
      </p:pic>
      <p:sp>
        <p:nvSpPr>
          <p:cNvPr id="62" name="Rectangle 61">
            <a:extLst>
              <a:ext uri="{FF2B5EF4-FFF2-40B4-BE49-F238E27FC236}">
                <a16:creationId xmlns:a16="http://schemas.microsoft.com/office/drawing/2014/main" id="{2A8967D8-5F5F-455E-8B71-9B699B2642D4}"/>
              </a:ext>
            </a:extLst>
          </p:cNvPr>
          <p:cNvSpPr/>
          <p:nvPr/>
        </p:nvSpPr>
        <p:spPr>
          <a:xfrm>
            <a:off x="751073" y="4747501"/>
            <a:ext cx="3910021" cy="191310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200" b="1" i="0" u="none" strike="noStrike" kern="1200" cap="none" spc="0" normalizeH="0" baseline="0" noProof="0">
                <a:ln>
                  <a:noFill/>
                </a:ln>
                <a:solidFill>
                  <a:srgbClr val="2B143D"/>
                </a:solidFill>
                <a:effectLst/>
                <a:uLnTx/>
                <a:uFillTx/>
                <a:latin typeface="Ubuntu" panose="020B0504030602030204" pitchFamily="34" charset="0"/>
                <a:ea typeface="+mn-ea"/>
                <a:cs typeface="+mn-cs"/>
              </a:rPr>
              <a:t>What you’ll get:</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Prioritized backlog</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High Level Design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Foundation release plan</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Key risks &amp; assumptions</a:t>
            </a:r>
          </a:p>
          <a:p>
            <a:pPr marL="225425" marR="0" lvl="0" indent="-215900" algn="l" defTabSz="914400" rtl="0" eaLnBrk="1" fontAlgn="auto" latinLnBrk="0" hangingPunct="1">
              <a:lnSpc>
                <a:spcPct val="130000"/>
              </a:lnSpc>
              <a:spcBef>
                <a:spcPts val="0"/>
              </a:spcBef>
              <a:spcAft>
                <a:spcPts val="0"/>
              </a:spcAft>
              <a:buClrTx/>
              <a:buSzTx/>
              <a:buFont typeface="+mj-lt"/>
              <a:buAutoNum type="arabicPeriod"/>
              <a:tabLst/>
              <a:defRPr/>
            </a:pPr>
            <a:r>
              <a:rPr kumimoji="0" lang="en-US" sz="1200" b="0" i="0" u="none" strike="noStrike" kern="1200" cap="none" spc="0" normalizeH="0" baseline="0" noProof="0">
                <a:ln>
                  <a:noFill/>
                </a:ln>
                <a:solidFill>
                  <a:srgbClr val="2B143D"/>
                </a:solidFill>
                <a:effectLst/>
                <a:uLnTx/>
                <a:uFillTx/>
                <a:latin typeface="Ubuntu" panose="020B0504030602030204" pitchFamily="34" charset="0"/>
                <a:ea typeface="+mn-ea"/>
                <a:cs typeface="+mn-cs"/>
              </a:rPr>
              <a:t>Dependencies detailed</a:t>
            </a:r>
          </a:p>
        </p:txBody>
      </p:sp>
      <p:sp>
        <p:nvSpPr>
          <p:cNvPr id="4" name="Title 3">
            <a:extLst>
              <a:ext uri="{FF2B5EF4-FFF2-40B4-BE49-F238E27FC236}">
                <a16:creationId xmlns:a16="http://schemas.microsoft.com/office/drawing/2014/main" id="{DC414236-5C82-48D0-806C-62CD41B1E435}"/>
              </a:ext>
            </a:extLst>
          </p:cNvPr>
          <p:cNvSpPr>
            <a:spLocks noGrp="1"/>
          </p:cNvSpPr>
          <p:nvPr>
            <p:ph type="title"/>
          </p:nvPr>
        </p:nvSpPr>
        <p:spPr>
          <a:xfrm>
            <a:off x="143219" y="151686"/>
            <a:ext cx="10862632" cy="792660"/>
          </a:xfrm>
          <a:prstGeom prst="rect">
            <a:avLst/>
          </a:prstGeom>
          <a:noFill/>
          <a:ln>
            <a:noFill/>
          </a:ln>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a:solidFill>
                  <a:prstClr val="black"/>
                </a:solidFill>
              </a14:hiddenLine>
            </a:ext>
          </a:extLst>
        </p:spPr>
        <p:txBody>
          <a:bodyPr vert="horz" lIns="0" tIns="0" rIns="0" bIns="0" rtlCol="0" anchor="t">
            <a:normAutofit/>
          </a:bodyPr>
          <a:lstStyle/>
          <a:p>
            <a:r>
              <a:rPr lang="en-US" sz="2800" cap="none"/>
              <a:t>Programme Inception phase helps create the foundation &amp; vision of the Transformation</a:t>
            </a:r>
          </a:p>
        </p:txBody>
      </p:sp>
    </p:spTree>
    <p:extLst>
      <p:ext uri="{BB962C8B-B14F-4D97-AF65-F5344CB8AC3E}">
        <p14:creationId xmlns:p14="http://schemas.microsoft.com/office/powerpoint/2010/main" val="3832760879"/>
      </p:ext>
    </p:extLst>
  </p:cSld>
  <p:clrMapOvr>
    <a:masterClrMapping/>
  </p:clrMapOvr>
  <p:transition spd="slow">
    <p:wipe dir="r"/>
  </p:transition>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ED7146C-928E-A2C0-BC2C-A2FCE7302BAB}"/>
              </a:ext>
            </a:extLst>
          </p:cNvPr>
          <p:cNvSpPr/>
          <p:nvPr/>
        </p:nvSpPr>
        <p:spPr>
          <a:xfrm>
            <a:off x="935556" y="1316564"/>
            <a:ext cx="2984934"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Time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Multi-day sessions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Aligned workshops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Covering India, UK and US time zone</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4" name="Rectangle 3">
            <a:extLst>
              <a:ext uri="{FF2B5EF4-FFF2-40B4-BE49-F238E27FC236}">
                <a16:creationId xmlns:a16="http://schemas.microsoft.com/office/drawing/2014/main" id="{A286A5A4-2232-BE23-7F95-A0948AC8A863}"/>
              </a:ext>
            </a:extLst>
          </p:cNvPr>
          <p:cNvSpPr/>
          <p:nvPr/>
        </p:nvSpPr>
        <p:spPr>
          <a:xfrm>
            <a:off x="935556" y="2271988"/>
            <a:ext cx="2700638" cy="907941"/>
          </a:xfrm>
          <a:prstGeom prst="rect">
            <a:avLst/>
          </a:prstGeom>
          <a:ln>
            <a:noFill/>
          </a:ln>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Inputs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 Process Design</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OOTB Guidewire Process Flows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Interfaces</a:t>
            </a:r>
          </a:p>
        </p:txBody>
      </p:sp>
      <p:sp>
        <p:nvSpPr>
          <p:cNvPr id="5" name="Rectangle 4">
            <a:extLst>
              <a:ext uri="{FF2B5EF4-FFF2-40B4-BE49-F238E27FC236}">
                <a16:creationId xmlns:a16="http://schemas.microsoft.com/office/drawing/2014/main" id="{6E6D0BDF-2693-EDA0-C9BC-6D0369204132}"/>
              </a:ext>
            </a:extLst>
          </p:cNvPr>
          <p:cNvSpPr/>
          <p:nvPr/>
        </p:nvSpPr>
        <p:spPr>
          <a:xfrm>
            <a:off x="935556" y="4336941"/>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Enablers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Guidewire Instance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 Tools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Reliable access to VDIs</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p:sp>
        <p:nvSpPr>
          <p:cNvPr id="6" name="TextBox 5">
            <a:extLst>
              <a:ext uri="{FF2B5EF4-FFF2-40B4-BE49-F238E27FC236}">
                <a16:creationId xmlns:a16="http://schemas.microsoft.com/office/drawing/2014/main" id="{6E1CF81D-2826-57AD-AD79-4737835C1A99}"/>
              </a:ext>
            </a:extLst>
          </p:cNvPr>
          <p:cNvSpPr txBox="1"/>
          <p:nvPr/>
        </p:nvSpPr>
        <p:spPr>
          <a:xfrm>
            <a:off x="4913219" y="5315497"/>
            <a:ext cx="2736645" cy="1092607"/>
          </a:xfrm>
          <a:prstGeom prst="rect">
            <a:avLst/>
          </a:prstGeom>
          <a:noFill/>
          <a:ln>
            <a:noFill/>
            <a:prstDash val="dash"/>
          </a:ln>
        </p:spPr>
        <p:txBody>
          <a:bodyPr wrap="square" rtlCol="0">
            <a:sp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400" b="1" i="0"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Inception Phase Principles</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OOTB Conformance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Business Priority / Rationale</a:t>
            </a:r>
          </a:p>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GB" sz="1200" b="0" i="0" u="none"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Design for Future</a:t>
            </a:r>
          </a:p>
        </p:txBody>
      </p:sp>
      <p:sp>
        <p:nvSpPr>
          <p:cNvPr id="7" name="TextBox 6">
            <a:extLst>
              <a:ext uri="{FF2B5EF4-FFF2-40B4-BE49-F238E27FC236}">
                <a16:creationId xmlns:a16="http://schemas.microsoft.com/office/drawing/2014/main" id="{8EC98EDC-8444-49BE-CF85-0B5E7AF3B701}"/>
              </a:ext>
            </a:extLst>
          </p:cNvPr>
          <p:cNvSpPr txBox="1"/>
          <p:nvPr/>
        </p:nvSpPr>
        <p:spPr>
          <a:xfrm>
            <a:off x="8667052" y="1335340"/>
            <a:ext cx="2584293" cy="4031873"/>
          </a:xfrm>
          <a:prstGeom prst="rect">
            <a:avLst/>
          </a:prstGeom>
          <a:noFill/>
          <a:ln>
            <a:noFill/>
            <a:prstDash val="dash"/>
          </a:ln>
        </p:spPr>
        <p:txBody>
          <a:bodyPr wrap="square" rtlCol="0">
            <a:sp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4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Outputs more focused at Foundation release</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Ways of working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Prioritized Backlog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Effort &amp; Resourcing</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GPAS HLD and Delivery Plan</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Migration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Integration Inventory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Dependency tracker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Test Strategy</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lang="en-GB" sz="1200">
                <a:solidFill>
                  <a:srgbClr val="ECECEC">
                    <a:lumMod val="25000"/>
                  </a:srgbClr>
                </a:solidFill>
                <a:latin typeface="Ubuntu Medium"/>
              </a:rPr>
              <a:t>Rationalized Product set for</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GB" sz="1200" b="0" i="0" u="none" strike="noStrike" kern="1200" cap="none" spc="0" normalizeH="0" baseline="0" noProof="0">
              <a:ln>
                <a:noFill/>
              </a:ln>
              <a:solidFill>
                <a:srgbClr val="ECECEC">
                  <a:lumMod val="25000"/>
                </a:srgbClr>
              </a:solidFill>
              <a:effectLst/>
              <a:uLnTx/>
              <a:uFillTx/>
              <a:latin typeface="Avenir Next LT Pro" panose="020B0504020202020204" pitchFamily="34" charset="0"/>
              <a:ea typeface="+mn-ea"/>
              <a:cs typeface="Arial"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GB" sz="1200" b="1" i="0" u="sng" strike="noStrike" kern="1200" cap="none" spc="0" normalizeH="0" baseline="0" noProof="0">
                <a:ln>
                  <a:noFill/>
                </a:ln>
                <a:solidFill>
                  <a:prstClr val="black"/>
                </a:solidFill>
                <a:effectLst/>
                <a:uLnTx/>
                <a:uFillTx/>
                <a:latin typeface="Ubuntu" panose="020B0504030602030204" pitchFamily="34" charset="0"/>
                <a:ea typeface="+mn-ea"/>
                <a:cs typeface="Arial" pitchFamily="34" charset="0"/>
              </a:rPr>
              <a:t>Pebbles / Rocks / Boulders </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ECECEC">
                    <a:lumMod val="25000"/>
                  </a:srgbClr>
                </a:solidFill>
                <a:latin typeface="Ubuntu Medium"/>
              </a:rPr>
              <a:t>Categorizing elements of solution for appropriate escalation to finalise scope</a:t>
            </a:r>
          </a:p>
        </p:txBody>
      </p:sp>
      <p:sp>
        <p:nvSpPr>
          <p:cNvPr id="9" name="Rectangle 8">
            <a:extLst>
              <a:ext uri="{FF2B5EF4-FFF2-40B4-BE49-F238E27FC236}">
                <a16:creationId xmlns:a16="http://schemas.microsoft.com/office/drawing/2014/main" id="{9A4AB8D2-7397-FFE5-185E-5357A2015AE9}"/>
              </a:ext>
            </a:extLst>
          </p:cNvPr>
          <p:cNvSpPr/>
          <p:nvPr/>
        </p:nvSpPr>
        <p:spPr>
          <a:xfrm>
            <a:off x="935556" y="3330793"/>
            <a:ext cx="2625180" cy="907941"/>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Product Owners, Business SME</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Right Capgemini team</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Collaboration is key</a:t>
            </a:r>
          </a:p>
        </p:txBody>
      </p:sp>
      <p:sp>
        <p:nvSpPr>
          <p:cNvPr id="10" name="Rectangle 9">
            <a:extLst>
              <a:ext uri="{FF2B5EF4-FFF2-40B4-BE49-F238E27FC236}">
                <a16:creationId xmlns:a16="http://schemas.microsoft.com/office/drawing/2014/main" id="{1E34263D-C1F5-D015-FE8C-4A8C4C44910D}"/>
              </a:ext>
            </a:extLst>
          </p:cNvPr>
          <p:cNvSpPr/>
          <p:nvPr/>
        </p:nvSpPr>
        <p:spPr>
          <a:xfrm>
            <a:off x="973285" y="5356095"/>
            <a:ext cx="2625180" cy="1092607"/>
          </a:xfrm>
          <a:prstGeom prst="rect">
            <a:avLst/>
          </a:prstGeom>
        </p:spPr>
        <p:txBody>
          <a:bodyPr wrap="square">
            <a:spAutoFit/>
          </a:bodyPr>
          <a:lstStyle/>
          <a:p>
            <a:pPr marL="0" marR="0" lvl="0" indent="0" algn="l" defTabSz="914400" rtl="0" eaLnBrk="0" fontAlgn="auto" latinLnBrk="0" hangingPunct="0">
              <a:lnSpc>
                <a:spcPct val="100000"/>
              </a:lnSpc>
              <a:spcBef>
                <a:spcPts val="0"/>
              </a:spcBef>
              <a:spcAft>
                <a:spcPts val="600"/>
              </a:spcAft>
              <a:buClr>
                <a:prstClr val="white"/>
              </a:buClr>
              <a:buSzTx/>
              <a:buFontTx/>
              <a:buNone/>
              <a:tabLst/>
              <a:defRPr/>
            </a:pPr>
            <a:r>
              <a:rPr kumimoji="0" lang="en-US" sz="1200" b="1" i="0" u="none" strike="noStrike" kern="1200" cap="none" spc="0" normalizeH="0" baseline="0" noProof="0">
                <a:ln>
                  <a:noFill/>
                </a:ln>
                <a:solidFill>
                  <a:srgbClr val="ECECEC">
                    <a:lumMod val="25000"/>
                  </a:srgbClr>
                </a:solidFill>
                <a:effectLst/>
                <a:uLnTx/>
                <a:uFillTx/>
                <a:latin typeface="Ubuntu Medium"/>
                <a:ea typeface="+mn-ea"/>
                <a:cs typeface="+mn-cs"/>
              </a:rPr>
              <a:t>Right Decisions</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Timely &amp; accurate decisions </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rPr>
              <a:t>On time escalations for help</a:t>
            </a: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a:solidFill>
                  <a:srgbClr val="ECECEC">
                    <a:lumMod val="25000"/>
                  </a:srgbClr>
                </a:solidFill>
                <a:latin typeface="Ubuntu Medium"/>
              </a:rPr>
              <a:t>Lean thinking</a:t>
            </a: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a:p>
            <a:pPr marL="234950" marR="0" lvl="1" indent="-233363"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rgbClr val="ECECEC">
                  <a:lumMod val="25000"/>
                </a:srgbClr>
              </a:solidFill>
              <a:effectLst/>
              <a:uLnTx/>
              <a:uFillTx/>
              <a:latin typeface="Ubuntu Medium"/>
              <a:ea typeface="+mn-ea"/>
              <a:cs typeface="+mn-cs"/>
            </a:endParaRPr>
          </a:p>
        </p:txBody>
      </p:sp>
      <mc:AlternateContent xmlns:mc="http://schemas.openxmlformats.org/markup-compatibility/2006">
        <mc:Choice xmlns:am3d="http://schemas.microsoft.com/office/drawing/2017/model3d" Requires="am3d">
          <p:graphicFrame>
            <p:nvGraphicFramePr>
              <p:cNvPr id="16" name="3D Model 15" descr="Dart">
                <a:extLst>
                  <a:ext uri="{FF2B5EF4-FFF2-40B4-BE49-F238E27FC236}">
                    <a16:creationId xmlns:a16="http://schemas.microsoft.com/office/drawing/2014/main" id="{CED897B6-0D73-A5E0-1EFA-B01A458EE59F}"/>
                  </a:ext>
                </a:extLst>
              </p:cNvPr>
              <p:cNvGraphicFramePr/>
              <p:nvPr>
                <p:extLst>
                  <p:ext uri="{D42A27DB-BD31-4B8C-83A1-F6EECF244321}">
                    <p14:modId xmlns:p14="http://schemas.microsoft.com/office/powerpoint/2010/main" val="3187159322"/>
                  </p:ext>
                </p:extLst>
              </p:nvPr>
            </p:nvGraphicFramePr>
            <p:xfrm>
              <a:off x="0" y="29664"/>
              <a:ext cx="2604990" cy="894471"/>
            </p:xfrm>
            <a:graphic>
              <a:graphicData uri="http://schemas.microsoft.com/office/drawing/2017/model3d">
                <am3d:model3d r:embed="rId3">
                  <am3d:spPr>
                    <a:xfrm>
                      <a:off x="0" y="0"/>
                      <a:ext cx="2604990" cy="894471"/>
                    </a:xfrm>
                    <a:prstGeom prst="rect">
                      <a:avLst/>
                    </a:prstGeom>
                  </am3d:spPr>
                  <am3d:camera>
                    <am3d:pos x="0" y="0" z="49695114"/>
                    <am3d:up dx="0" dy="36000000" dz="0"/>
                    <am3d:lookAt x="0" y="0" z="0"/>
                    <am3d:perspective fov="2700000"/>
                  </am3d:camera>
                  <am3d:trans>
                    <am3d:meterPerModelUnit n="9222956" d="1000000"/>
                    <am3d:preTrans dx="-11827" dy="-421" dz="0"/>
                    <am3d:scale>
                      <am3d:sx n="1000000" d="1000000"/>
                      <am3d:sy n="1000000" d="1000000"/>
                      <am3d:sz n="1000000" d="1000000"/>
                    </am3d:scale>
                    <am3d:rot/>
                    <am3d:postTrans dx="0" dy="0" dz="0"/>
                  </am3d:trans>
                  <am3d:raster rName="Office3DRenderer" rVer="16.0.8326">
                    <am3d:blip r:embed="rId4"/>
                  </am3d:raster>
                  <am3d:objViewport viewportSz="2873546"/>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16" name="3D Model 15" descr="Dart">
                <a:extLst>
                  <a:ext uri="{FF2B5EF4-FFF2-40B4-BE49-F238E27FC236}">
                    <a16:creationId xmlns:a16="http://schemas.microsoft.com/office/drawing/2014/main" id="{CED897B6-0D73-A5E0-1EFA-B01A458EE59F}"/>
                  </a:ext>
                </a:extLst>
              </p:cNvPr>
              <p:cNvPicPr>
                <a:picLocks noGrp="1" noRot="1" noChangeAspect="1" noMove="1" noResize="1" noEditPoints="1" noAdjustHandles="1" noChangeArrowheads="1" noChangeShapeType="1" noCrop="1"/>
              </p:cNvPicPr>
              <p:nvPr/>
            </p:nvPicPr>
            <p:blipFill>
              <a:blip r:embed="rId4"/>
              <a:stretch>
                <a:fillRect/>
              </a:stretch>
            </p:blipFill>
            <p:spPr>
              <a:xfrm>
                <a:off x="0" y="29664"/>
                <a:ext cx="2604990" cy="894471"/>
              </a:xfrm>
              <a:prstGeom prst="rect">
                <a:avLst/>
              </a:prstGeom>
            </p:spPr>
          </p:pic>
        </mc:Fallback>
      </mc:AlternateContent>
      <p:sp>
        <p:nvSpPr>
          <p:cNvPr id="2" name="Title 1">
            <a:extLst>
              <a:ext uri="{FF2B5EF4-FFF2-40B4-BE49-F238E27FC236}">
                <a16:creationId xmlns:a16="http://schemas.microsoft.com/office/drawing/2014/main" id="{D2CE0C03-8036-93F1-B9E6-D7316BF5205F}"/>
              </a:ext>
            </a:extLst>
          </p:cNvPr>
          <p:cNvSpPr>
            <a:spLocks noGrp="1"/>
          </p:cNvSpPr>
          <p:nvPr>
            <p:ph type="title"/>
          </p:nvPr>
        </p:nvSpPr>
        <p:spPr>
          <a:xfrm>
            <a:off x="696654" y="387453"/>
            <a:ext cx="4731983" cy="716711"/>
          </a:xfrm>
        </p:spPr>
        <p:txBody>
          <a:bodyPr/>
          <a:lstStyle/>
          <a:p>
            <a:r>
              <a:rPr lang="en-IN"/>
              <a:t>KEY SUCCESS FACTORS</a:t>
            </a:r>
            <a:endParaRPr lang="en-US"/>
          </a:p>
        </p:txBody>
      </p:sp>
      <p:graphicFrame>
        <p:nvGraphicFramePr>
          <p:cNvPr id="19" name="Diagram 18">
            <a:extLst>
              <a:ext uri="{FF2B5EF4-FFF2-40B4-BE49-F238E27FC236}">
                <a16:creationId xmlns:a16="http://schemas.microsoft.com/office/drawing/2014/main" id="{7B93DE3C-006C-71CD-6103-22C108D6B9F6}"/>
              </a:ext>
            </a:extLst>
          </p:cNvPr>
          <p:cNvGraphicFramePr/>
          <p:nvPr>
            <p:extLst>
              <p:ext uri="{D42A27DB-BD31-4B8C-83A1-F6EECF244321}">
                <p14:modId xmlns:p14="http://schemas.microsoft.com/office/powerpoint/2010/main" val="3512965751"/>
              </p:ext>
            </p:extLst>
          </p:nvPr>
        </p:nvGraphicFramePr>
        <p:xfrm>
          <a:off x="3590682" y="1318766"/>
          <a:ext cx="5134690" cy="3996731"/>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20" name="TextBox 19">
            <a:extLst>
              <a:ext uri="{FF2B5EF4-FFF2-40B4-BE49-F238E27FC236}">
                <a16:creationId xmlns:a16="http://schemas.microsoft.com/office/drawing/2014/main" id="{C53E4425-B81F-05CD-BBCB-45158A1AF17B}"/>
              </a:ext>
            </a:extLst>
          </p:cNvPr>
          <p:cNvSpPr txBox="1"/>
          <p:nvPr/>
        </p:nvSpPr>
        <p:spPr>
          <a:xfrm>
            <a:off x="4489358" y="2716466"/>
            <a:ext cx="3060834" cy="646331"/>
          </a:xfrm>
          <a:prstGeom prst="rect">
            <a:avLst/>
          </a:prstGeom>
          <a:noFill/>
        </p:spPr>
        <p:txBody>
          <a:bodyPr wrap="square" rtlCol="0">
            <a:spAutoFit/>
          </a:bodyPr>
          <a:lstStyle/>
          <a:p>
            <a:r>
              <a:rPr lang="en-IN" b="1">
                <a:solidFill>
                  <a:schemeClr val="bg1"/>
                </a:solidFill>
              </a:rPr>
              <a:t>AGILE </a:t>
            </a:r>
          </a:p>
          <a:p>
            <a:r>
              <a:rPr lang="en-IN" b="1">
                <a:solidFill>
                  <a:schemeClr val="bg1"/>
                </a:solidFill>
              </a:rPr>
              <a:t>MATURITY</a:t>
            </a:r>
            <a:endParaRPr lang="en-US" b="1">
              <a:solidFill>
                <a:schemeClr val="bg1"/>
              </a:solidFill>
            </a:endParaRPr>
          </a:p>
        </p:txBody>
      </p:sp>
      <p:sp>
        <p:nvSpPr>
          <p:cNvPr id="21" name="TextBox 20">
            <a:extLst>
              <a:ext uri="{FF2B5EF4-FFF2-40B4-BE49-F238E27FC236}">
                <a16:creationId xmlns:a16="http://schemas.microsoft.com/office/drawing/2014/main" id="{43EF1F3D-986F-69DE-7F33-3E72EDA1C1F2}"/>
              </a:ext>
            </a:extLst>
          </p:cNvPr>
          <p:cNvSpPr txBox="1"/>
          <p:nvPr/>
        </p:nvSpPr>
        <p:spPr>
          <a:xfrm>
            <a:off x="6296165" y="2606664"/>
            <a:ext cx="1693246" cy="646331"/>
          </a:xfrm>
          <a:prstGeom prst="rect">
            <a:avLst/>
          </a:prstGeom>
          <a:noFill/>
        </p:spPr>
        <p:txBody>
          <a:bodyPr wrap="square" rtlCol="0">
            <a:spAutoFit/>
          </a:bodyPr>
          <a:lstStyle/>
          <a:p>
            <a:r>
              <a:rPr lang="en-IN" b="1">
                <a:solidFill>
                  <a:schemeClr val="bg1"/>
                </a:solidFill>
              </a:rPr>
              <a:t>COLLABORATION</a:t>
            </a:r>
            <a:endParaRPr lang="en-US" b="1">
              <a:solidFill>
                <a:schemeClr val="bg1"/>
              </a:solidFill>
            </a:endParaRPr>
          </a:p>
        </p:txBody>
      </p:sp>
      <p:sp>
        <p:nvSpPr>
          <p:cNvPr id="22" name="TextBox 21">
            <a:extLst>
              <a:ext uri="{FF2B5EF4-FFF2-40B4-BE49-F238E27FC236}">
                <a16:creationId xmlns:a16="http://schemas.microsoft.com/office/drawing/2014/main" id="{3B39B51D-EB0A-DCF1-6EAF-8E8440D8E993}"/>
              </a:ext>
            </a:extLst>
          </p:cNvPr>
          <p:cNvSpPr txBox="1"/>
          <p:nvPr/>
        </p:nvSpPr>
        <p:spPr>
          <a:xfrm>
            <a:off x="5262849" y="4022437"/>
            <a:ext cx="3060834" cy="646331"/>
          </a:xfrm>
          <a:prstGeom prst="rect">
            <a:avLst/>
          </a:prstGeom>
          <a:noFill/>
        </p:spPr>
        <p:txBody>
          <a:bodyPr wrap="square" rtlCol="0">
            <a:spAutoFit/>
          </a:bodyPr>
          <a:lstStyle/>
          <a:p>
            <a:r>
              <a:rPr lang="en-IN" b="1">
                <a:solidFill>
                  <a:schemeClr val="bg1"/>
                </a:solidFill>
              </a:rPr>
              <a:t>DEPENDENCIES MANAGEMENT</a:t>
            </a:r>
            <a:endParaRPr lang="en-US" b="1">
              <a:solidFill>
                <a:schemeClr val="bg1"/>
              </a:solidFill>
            </a:endParaRPr>
          </a:p>
        </p:txBody>
      </p:sp>
    </p:spTree>
    <p:extLst>
      <p:ext uri="{BB962C8B-B14F-4D97-AF65-F5344CB8AC3E}">
        <p14:creationId xmlns:p14="http://schemas.microsoft.com/office/powerpoint/2010/main" val="376039355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1159" y="87673"/>
            <a:ext cx="9776592" cy="716711"/>
          </a:xfrm>
        </p:spPr>
        <p:txBody>
          <a:bodyPr>
            <a:normAutofit/>
          </a:bodyPr>
          <a:lstStyle/>
          <a:p>
            <a:r>
              <a:rPr lang="en-GB"/>
              <a:t>INCEPTION PLAN – By WEEK BREAKDOWN	</a:t>
            </a:r>
          </a:p>
        </p:txBody>
      </p:sp>
      <p:sp>
        <p:nvSpPr>
          <p:cNvPr id="4" name="Rectangle 3"/>
          <p:cNvSpPr/>
          <p:nvPr/>
        </p:nvSpPr>
        <p:spPr>
          <a:xfrm>
            <a:off x="361159" y="6098385"/>
            <a:ext cx="3579905" cy="440237"/>
          </a:xfrm>
          <a:prstGeom prst="rect">
            <a:avLst/>
          </a:prstGeom>
          <a:solidFill>
            <a:schemeClr val="accent1">
              <a:lumMod val="20000"/>
              <a:lumOff val="80000"/>
            </a:schemeClr>
          </a:solidFill>
          <a:ln w="12700">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Ubuntu"/>
                <a:ea typeface="+mn-ea"/>
                <a:cs typeface="+mn-cs"/>
              </a:rPr>
              <a:t>Workshops - Tuesday, Wednesday, Thursday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600" kern="0">
                <a:solidFill>
                  <a:prstClr val="black"/>
                </a:solidFill>
                <a:latin typeface="Ubuntu"/>
              </a:rPr>
              <a:t>(AM: 10-12:30</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600" kern="0">
                <a:solidFill>
                  <a:prstClr val="black"/>
                </a:solidFill>
                <a:latin typeface="Ubuntu"/>
              </a:rPr>
              <a:t>PM-13:30-17:00)</a:t>
            </a:r>
            <a:endParaRPr kumimoji="0" lang="en-GB" sz="600" b="0" i="0" u="none" strike="noStrike" kern="0" cap="none" spc="0" normalizeH="0" baseline="0" noProof="0">
              <a:ln>
                <a:noFill/>
              </a:ln>
              <a:solidFill>
                <a:prstClr val="black"/>
              </a:solidFill>
              <a:effectLst/>
              <a:uLnTx/>
              <a:uFillTx/>
              <a:latin typeface="Ubuntu"/>
              <a:ea typeface="+mn-ea"/>
              <a:cs typeface="+mn-cs"/>
            </a:endParaRPr>
          </a:p>
        </p:txBody>
      </p:sp>
      <p:sp>
        <p:nvSpPr>
          <p:cNvPr id="29" name="TextBox 28">
            <a:extLst>
              <a:ext uri="{FF2B5EF4-FFF2-40B4-BE49-F238E27FC236}">
                <a16:creationId xmlns:a16="http://schemas.microsoft.com/office/drawing/2014/main" id="{F775D17F-4F76-3019-AFF6-FE3E9E255426}"/>
              </a:ext>
            </a:extLst>
          </p:cNvPr>
          <p:cNvSpPr txBox="1"/>
          <p:nvPr/>
        </p:nvSpPr>
        <p:spPr>
          <a:xfrm>
            <a:off x="262286" y="641178"/>
            <a:ext cx="10561923" cy="338554"/>
          </a:xfrm>
          <a:prstGeom prst="rect">
            <a:avLst/>
          </a:prstGeom>
          <a:noFill/>
        </p:spPr>
        <p:txBody>
          <a:bodyPr wrap="square" rtlCol="0">
            <a:spAutoFit/>
          </a:bodyPr>
          <a:lstStyle/>
          <a:p>
            <a:r>
              <a:rPr lang="en-IN" sz="1600"/>
              <a:t>The Inception plan will be shared separately for Beazley’s review and preparation for start</a:t>
            </a:r>
          </a:p>
        </p:txBody>
      </p:sp>
      <p:pic>
        <p:nvPicPr>
          <p:cNvPr id="40" name="Picture 39">
            <a:extLst>
              <a:ext uri="{FF2B5EF4-FFF2-40B4-BE49-F238E27FC236}">
                <a16:creationId xmlns:a16="http://schemas.microsoft.com/office/drawing/2014/main" id="{34B65D7A-345C-15FD-425D-65403490A448}"/>
              </a:ext>
            </a:extLst>
          </p:cNvPr>
          <p:cNvPicPr>
            <a:picLocks noChangeAspect="1"/>
          </p:cNvPicPr>
          <p:nvPr/>
        </p:nvPicPr>
        <p:blipFill>
          <a:blip r:embed="rId4"/>
          <a:stretch>
            <a:fillRect/>
          </a:stretch>
        </p:blipFill>
        <p:spPr>
          <a:xfrm>
            <a:off x="361159" y="997931"/>
            <a:ext cx="10968257" cy="4991389"/>
          </a:xfrm>
          <a:prstGeom prst="rect">
            <a:avLst/>
          </a:prstGeom>
        </p:spPr>
      </p:pic>
    </p:spTree>
    <p:custDataLst>
      <p:tags r:id="rId1"/>
    </p:custDataLst>
    <p:extLst>
      <p:ext uri="{BB962C8B-B14F-4D97-AF65-F5344CB8AC3E}">
        <p14:creationId xmlns:p14="http://schemas.microsoft.com/office/powerpoint/2010/main" val="35903823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Subtitle 2">
            <a:extLst>
              <a:ext uri="{FF2B5EF4-FFF2-40B4-BE49-F238E27FC236}">
                <a16:creationId xmlns:a16="http://schemas.microsoft.com/office/drawing/2014/main" id="{D2D7E358-6DE7-AC81-78A4-C6C9C453B8E3}"/>
              </a:ext>
            </a:extLst>
          </p:cNvPr>
          <p:cNvSpPr txBox="1">
            <a:spLocks/>
          </p:cNvSpPr>
          <p:nvPr/>
        </p:nvSpPr>
        <p:spPr>
          <a:xfrm>
            <a:off x="184150" y="846135"/>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chemeClr val="tx1">
                    <a:lumMod val="95000"/>
                    <a:lumOff val="5000"/>
                  </a:schemeClr>
                </a:solidFill>
                <a:effectLst/>
                <a:uLnTx/>
                <a:uFillTx/>
                <a:latin typeface="+mj-lt"/>
                <a:ea typeface="+mn-ea"/>
                <a:cs typeface="+mn-cs"/>
              </a:rPr>
              <a:t>Rules of Engagement</a:t>
            </a:r>
          </a:p>
        </p:txBody>
      </p:sp>
      <p:sp>
        <p:nvSpPr>
          <p:cNvPr id="15" name="Text Placeholder 4">
            <a:extLst>
              <a:ext uri="{FF2B5EF4-FFF2-40B4-BE49-F238E27FC236}">
                <a16:creationId xmlns:a16="http://schemas.microsoft.com/office/drawing/2014/main" id="{7114F612-1D6D-A91C-B8FD-07C6097D12EB}"/>
              </a:ext>
            </a:extLst>
          </p:cNvPr>
          <p:cNvSpPr txBox="1">
            <a:spLocks/>
          </p:cNvSpPr>
          <p:nvPr/>
        </p:nvSpPr>
        <p:spPr>
          <a:xfrm>
            <a:off x="338175" y="1390883"/>
            <a:ext cx="8046413" cy="4076234"/>
          </a:xfrm>
          <a:prstGeom prst="rect">
            <a:avLst/>
          </a:prstGeom>
        </p:spPr>
        <p:txBody>
          <a:bodyPr vert="horz" lIns="0" tIns="0" rIns="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Clr>
                <a:srgbClr val="0070AD"/>
              </a:buClr>
              <a:defRPr/>
            </a:pPr>
            <a:r>
              <a:rPr lang="en-GB">
                <a:solidFill>
                  <a:schemeClr val="tx1">
                    <a:lumMod val="95000"/>
                    <a:lumOff val="5000"/>
                  </a:schemeClr>
                </a:solidFill>
              </a:rPr>
              <a:t>All meeting and workshop invites to include:</a:t>
            </a:r>
          </a:p>
          <a:p>
            <a:pPr marL="469900" lvl="2" indent="-285750">
              <a:buClr>
                <a:srgbClr val="0070AD"/>
              </a:buClr>
              <a:defRPr/>
            </a:pPr>
            <a:r>
              <a:rPr lang="en-GB" sz="1200">
                <a:solidFill>
                  <a:schemeClr val="tx1">
                    <a:lumMod val="95000"/>
                    <a:lumOff val="5000"/>
                  </a:schemeClr>
                </a:solidFill>
              </a:rPr>
              <a:t>Purpose of the meeting / Agenda</a:t>
            </a:r>
          </a:p>
          <a:p>
            <a:pPr marL="469900" lvl="2" indent="-285750">
              <a:buClr>
                <a:srgbClr val="0070AD"/>
              </a:buClr>
              <a:defRPr/>
            </a:pPr>
            <a:r>
              <a:rPr lang="en-GB" sz="1200">
                <a:solidFill>
                  <a:schemeClr val="tx1">
                    <a:lumMod val="95000"/>
                    <a:lumOff val="5000"/>
                  </a:schemeClr>
                </a:solidFill>
              </a:rPr>
              <a:t>Input to the meeting</a:t>
            </a:r>
          </a:p>
          <a:p>
            <a:pPr marL="469900" lvl="2" indent="-285750">
              <a:buClr>
                <a:srgbClr val="0070AD"/>
              </a:buClr>
              <a:defRPr/>
            </a:pPr>
            <a:r>
              <a:rPr lang="en-GB" sz="1200">
                <a:solidFill>
                  <a:schemeClr val="tx1">
                    <a:lumMod val="95000"/>
                    <a:lumOff val="5000"/>
                  </a:schemeClr>
                </a:solidFill>
              </a:rPr>
              <a:t>Expected output from the meeting</a:t>
            </a:r>
          </a:p>
          <a:p>
            <a:pPr marL="469900" lvl="2" indent="-285750">
              <a:buClr>
                <a:srgbClr val="0070AD"/>
              </a:buClr>
              <a:defRPr/>
            </a:pPr>
            <a:r>
              <a:rPr lang="en-GB" sz="1200">
                <a:solidFill>
                  <a:schemeClr val="tx1">
                    <a:lumMod val="95000"/>
                    <a:lumOff val="5000"/>
                  </a:schemeClr>
                </a:solidFill>
              </a:rPr>
              <a:t>Deliverable(s) output (as required)</a:t>
            </a:r>
          </a:p>
          <a:p>
            <a:pPr lvl="1">
              <a:buClr>
                <a:srgbClr val="0070AD"/>
              </a:buClr>
              <a:defRPr/>
            </a:pPr>
            <a:r>
              <a:rPr lang="en-GB">
                <a:solidFill>
                  <a:schemeClr val="tx1">
                    <a:lumMod val="95000"/>
                    <a:lumOff val="5000"/>
                  </a:schemeClr>
                </a:solidFill>
              </a:rPr>
              <a:t>Be straight and transparent</a:t>
            </a:r>
          </a:p>
          <a:p>
            <a:pPr lvl="1">
              <a:buClr>
                <a:srgbClr val="0070AD"/>
              </a:buClr>
              <a:defRPr/>
            </a:pPr>
            <a:r>
              <a:rPr lang="en-GB">
                <a:solidFill>
                  <a:schemeClr val="tx1">
                    <a:lumMod val="95000"/>
                    <a:lumOff val="5000"/>
                  </a:schemeClr>
                </a:solidFill>
              </a:rPr>
              <a:t>Business attendees and availability to be confirmed by Beazley (Senior Product Owner/relevant Product Owner) before invitation is sent</a:t>
            </a:r>
          </a:p>
          <a:p>
            <a:pPr lvl="1">
              <a:buClr>
                <a:srgbClr val="0070AD"/>
              </a:buClr>
              <a:defRPr/>
            </a:pPr>
            <a:r>
              <a:rPr lang="en-GB">
                <a:solidFill>
                  <a:schemeClr val="tx1">
                    <a:lumMod val="95000"/>
                    <a:lumOff val="5000"/>
                  </a:schemeClr>
                </a:solidFill>
              </a:rPr>
              <a:t>Parking lots/Decision logs to be captured and logged in the required trackers </a:t>
            </a:r>
          </a:p>
          <a:p>
            <a:pPr lvl="1">
              <a:buClr>
                <a:srgbClr val="0070AD"/>
              </a:buClr>
              <a:defRPr/>
            </a:pPr>
            <a:r>
              <a:rPr lang="en-GB">
                <a:solidFill>
                  <a:schemeClr val="tx1">
                    <a:lumMod val="95000"/>
                    <a:lumOff val="5000"/>
                  </a:schemeClr>
                </a:solidFill>
              </a:rPr>
              <a:t>Critical decisions to go through appropriate Programme Governance forums and documentation</a:t>
            </a:r>
          </a:p>
          <a:p>
            <a:pPr lvl="1">
              <a:buClr>
                <a:srgbClr val="0070AD"/>
              </a:buClr>
              <a:defRPr/>
            </a:pPr>
            <a:r>
              <a:rPr lang="en-GB">
                <a:solidFill>
                  <a:schemeClr val="tx1">
                    <a:lumMod val="95000"/>
                    <a:lumOff val="5000"/>
                  </a:schemeClr>
                </a:solidFill>
              </a:rPr>
              <a:t>On site and remote attendance options to be available</a:t>
            </a:r>
          </a:p>
          <a:p>
            <a:pPr lvl="1">
              <a:buClr>
                <a:srgbClr val="0070AD"/>
              </a:buClr>
              <a:defRPr/>
            </a:pPr>
            <a:r>
              <a:rPr lang="en-GB">
                <a:solidFill>
                  <a:schemeClr val="tx1">
                    <a:lumMod val="95000"/>
                    <a:lumOff val="5000"/>
                  </a:schemeClr>
                </a:solidFill>
              </a:rPr>
              <a:t>Recording of sessions to be used where appropriate</a:t>
            </a:r>
          </a:p>
          <a:p>
            <a:pPr lvl="1">
              <a:buClr>
                <a:srgbClr val="0070AD"/>
              </a:buClr>
              <a:defRPr/>
            </a:pPr>
            <a:r>
              <a:rPr lang="en-GB">
                <a:solidFill>
                  <a:schemeClr val="tx1">
                    <a:lumMod val="95000"/>
                    <a:lumOff val="5000"/>
                  </a:schemeClr>
                </a:solidFill>
              </a:rPr>
              <a:t>All sessions to be aligned to overall programme strategy</a:t>
            </a:r>
          </a:p>
          <a:p>
            <a:pPr lvl="1">
              <a:buClr>
                <a:srgbClr val="0070AD"/>
              </a:buClr>
              <a:defRPr/>
            </a:pPr>
            <a:r>
              <a:rPr lang="en-GB">
                <a:solidFill>
                  <a:schemeClr val="tx1">
                    <a:lumMod val="95000"/>
                    <a:lumOff val="5000"/>
                  </a:schemeClr>
                </a:solidFill>
              </a:rPr>
              <a:t>All material to be utilised for Beazley programme purposes only</a:t>
            </a:r>
          </a:p>
        </p:txBody>
      </p:sp>
      <p:grpSp>
        <p:nvGrpSpPr>
          <p:cNvPr id="18" name="Group 11">
            <a:extLst>
              <a:ext uri="{FF2B5EF4-FFF2-40B4-BE49-F238E27FC236}">
                <a16:creationId xmlns:a16="http://schemas.microsoft.com/office/drawing/2014/main" id="{1945267C-D67E-6522-A49B-2F0BD2157224}"/>
              </a:ext>
              <a:ext uri="{C183D7F6-B498-43B3-948B-1728B52AA6E4}">
                <adec:decorative xmlns:adec="http://schemas.microsoft.com/office/drawing/2017/decorative" val="1"/>
              </a:ext>
            </a:extLst>
          </p:cNvPr>
          <p:cNvGrpSpPr/>
          <p:nvPr/>
        </p:nvGrpSpPr>
        <p:grpSpPr>
          <a:xfrm>
            <a:off x="8478517" y="914311"/>
            <a:ext cx="1700533" cy="2050593"/>
            <a:chOff x="4714876" y="2290759"/>
            <a:chExt cx="2647950" cy="2647950"/>
          </a:xfrm>
        </p:grpSpPr>
        <p:pic>
          <p:nvPicPr>
            <p:cNvPr id="19" name="Graphic 5">
              <a:extLst>
                <a:ext uri="{FF2B5EF4-FFF2-40B4-BE49-F238E27FC236}">
                  <a16:creationId xmlns:a16="http://schemas.microsoft.com/office/drawing/2014/main" id="{D7582443-EA74-EB7B-F980-1AFCDEBFEE0B}"/>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014912" y="2671762"/>
              <a:ext cx="2162175" cy="1514475"/>
            </a:xfrm>
            <a:prstGeom prst="rect">
              <a:avLst/>
            </a:prstGeom>
          </p:spPr>
        </p:pic>
        <p:pic>
          <p:nvPicPr>
            <p:cNvPr id="20" name="Graphic 6">
              <a:extLst>
                <a:ext uri="{FF2B5EF4-FFF2-40B4-BE49-F238E27FC236}">
                  <a16:creationId xmlns:a16="http://schemas.microsoft.com/office/drawing/2014/main" id="{B5BF5D75-0166-7550-A443-DD7D22925AF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714876" y="2290759"/>
              <a:ext cx="2647950" cy="2647950"/>
            </a:xfrm>
            <a:prstGeom prst="rect">
              <a:avLst/>
            </a:prstGeom>
          </p:spPr>
        </p:pic>
      </p:grpSp>
      <p:sp>
        <p:nvSpPr>
          <p:cNvPr id="22" name="Title 1">
            <a:extLst>
              <a:ext uri="{FF2B5EF4-FFF2-40B4-BE49-F238E27FC236}">
                <a16:creationId xmlns:a16="http://schemas.microsoft.com/office/drawing/2014/main" id="{9A60AF97-6E43-B267-8FBF-4853A70CA2DC}"/>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Guidelines for meetings and workshops</a:t>
            </a:r>
          </a:p>
        </p:txBody>
      </p:sp>
      <mc:AlternateContent xmlns:mc="http://schemas.openxmlformats.org/markup-compatibility/2006">
        <mc:Choice xmlns:am3d="http://schemas.microsoft.com/office/drawing/2017/model3d" Requires="am3d">
          <p:graphicFrame>
            <p:nvGraphicFramePr>
              <p:cNvPr id="5" name="3D Model 4" descr="Checklist">
                <a:extLst>
                  <a:ext uri="{FF2B5EF4-FFF2-40B4-BE49-F238E27FC236}">
                    <a16:creationId xmlns:a16="http://schemas.microsoft.com/office/drawing/2014/main" id="{2D49F938-EF32-0FC1-7E10-BA6C667906B8}"/>
                  </a:ext>
                </a:extLst>
              </p:cNvPr>
              <p:cNvGraphicFramePr>
                <a:graphicFrameLocks noChangeAspect="1"/>
              </p:cNvGraphicFramePr>
              <p:nvPr>
                <p:extLst>
                  <p:ext uri="{D42A27DB-BD31-4B8C-83A1-F6EECF244321}">
                    <p14:modId xmlns:p14="http://schemas.microsoft.com/office/powerpoint/2010/main" val="1178636459"/>
                  </p:ext>
                </p:extLst>
              </p:nvPr>
            </p:nvGraphicFramePr>
            <p:xfrm rot="2135239">
              <a:off x="8500075" y="3005014"/>
              <a:ext cx="1685923" cy="1743074"/>
            </p:xfrm>
            <a:graphic>
              <a:graphicData uri="http://schemas.microsoft.com/office/drawing/2017/model3d">
                <am3d:model3d r:embed="rId8">
                  <am3d:spPr>
                    <a:xfrm rot="2135239">
                      <a:off x="0" y="0"/>
                      <a:ext cx="1685923" cy="1743074"/>
                    </a:xfrm>
                    <a:prstGeom prst="rect">
                      <a:avLst/>
                    </a:prstGeom>
                  </am3d:spPr>
                  <am3d:camera>
                    <am3d:pos x="0" y="0" z="61616842"/>
                    <am3d:up dx="0" dy="36000000" dz="0"/>
                    <am3d:lookAt x="0" y="0" z="0"/>
                    <am3d:perspective fov="2700000"/>
                  </am3d:camera>
                  <am3d:trans>
                    <am3d:meterPerModelUnit n="83313" d="1000000"/>
                    <am3d:preTrans dx="-2" dy="-8018320" dz="-1001795"/>
                    <am3d:scale>
                      <am3d:sx n="1000000" d="1000000"/>
                      <am3d:sy n="1000000" d="1000000"/>
                      <am3d:sz n="1000000" d="1000000"/>
                    </am3d:scale>
                    <am3d:rot ax="5054555" ay="319038" az="2555243"/>
                    <am3d:postTrans dx="0" dy="0" dz="0"/>
                  </am3d:trans>
                  <am3d:raster rName="Office3DRenderer" rVer="16.0.8326">
                    <am3d:blip r:embed="rId9"/>
                  </am3d:raster>
                  <am3d:objViewport viewportSz="2200272"/>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Checklist">
                <a:extLst>
                  <a:ext uri="{FF2B5EF4-FFF2-40B4-BE49-F238E27FC236}">
                    <a16:creationId xmlns:a16="http://schemas.microsoft.com/office/drawing/2014/main" id="{2D49F938-EF32-0FC1-7E10-BA6C667906B8}"/>
                  </a:ext>
                </a:extLst>
              </p:cNvPr>
              <p:cNvPicPr>
                <a:picLocks noGrp="1" noRot="1" noChangeAspect="1" noMove="1" noResize="1" noEditPoints="1" noAdjustHandles="1" noChangeArrowheads="1" noChangeShapeType="1" noCrop="1"/>
              </p:cNvPicPr>
              <p:nvPr/>
            </p:nvPicPr>
            <p:blipFill>
              <a:blip r:embed="rId9"/>
              <a:stretch>
                <a:fillRect/>
              </a:stretch>
            </p:blipFill>
            <p:spPr>
              <a:xfrm rot="2135239">
                <a:off x="8500075" y="3005014"/>
                <a:ext cx="1685923" cy="1743074"/>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6" name="3D Model 5" descr="Reversible Freestanding Whiteboard">
                <a:extLst>
                  <a:ext uri="{FF2B5EF4-FFF2-40B4-BE49-F238E27FC236}">
                    <a16:creationId xmlns:a16="http://schemas.microsoft.com/office/drawing/2014/main" id="{C2E01FA7-357D-F4F4-5E40-9253AA3CD2AC}"/>
                  </a:ext>
                </a:extLst>
              </p:cNvPr>
              <p:cNvGraphicFramePr>
                <a:graphicFrameLocks noChangeAspect="1"/>
              </p:cNvGraphicFramePr>
              <p:nvPr>
                <p:extLst>
                  <p:ext uri="{D42A27DB-BD31-4B8C-83A1-F6EECF244321}">
                    <p14:modId xmlns:p14="http://schemas.microsoft.com/office/powerpoint/2010/main" val="2697115744"/>
                  </p:ext>
                </p:extLst>
              </p:nvPr>
            </p:nvGraphicFramePr>
            <p:xfrm>
              <a:off x="10371735" y="951099"/>
              <a:ext cx="1458078" cy="1884062"/>
            </p:xfrm>
            <a:graphic>
              <a:graphicData uri="http://schemas.microsoft.com/office/drawing/2017/model3d">
                <am3d:model3d r:embed="rId10">
                  <am3d:spPr>
                    <a:xfrm>
                      <a:off x="0" y="0"/>
                      <a:ext cx="1458078" cy="1884062"/>
                    </a:xfrm>
                    <a:prstGeom prst="rect">
                      <a:avLst/>
                    </a:prstGeom>
                  </am3d:spPr>
                  <am3d:camera>
                    <am3d:pos x="0" y="0" z="64662750"/>
                    <am3d:up dx="0" dy="36000000" dz="0"/>
                    <am3d:lookAt x="0" y="0" z="0"/>
                    <am3d:perspective fov="2700000"/>
                  </am3d:camera>
                  <am3d:trans>
                    <am3d:meterPerModelUnit n="477478" d="1000000"/>
                    <am3d:preTrans dx="0" dy="-1821638" dz="0"/>
                    <am3d:scale>
                      <am3d:sx n="1000000" d="1000000"/>
                      <am3d:sy n="1000000" d="1000000"/>
                      <am3d:sz n="1000000" d="1000000"/>
                    </am3d:scale>
                    <am3d:rot ax="324721" ay="-1630137" az="-148608"/>
                    <am3d:postTrans dx="0" dy="0" dz="0"/>
                  </am3d:trans>
                  <am3d:raster rName="Office3DRenderer" rVer="16.0.8326">
                    <am3d:blip r:embed="rId11"/>
                  </am3d:raster>
                  <am3d:objViewport viewportSz="223365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6" name="3D Model 5" descr="Reversible Freestanding Whiteboard">
                <a:extLst>
                  <a:ext uri="{FF2B5EF4-FFF2-40B4-BE49-F238E27FC236}">
                    <a16:creationId xmlns:a16="http://schemas.microsoft.com/office/drawing/2014/main" id="{C2E01FA7-357D-F4F4-5E40-9253AA3CD2AC}"/>
                  </a:ext>
                </a:extLst>
              </p:cNvPr>
              <p:cNvPicPr>
                <a:picLocks noGrp="1" noRot="1" noChangeAspect="1" noMove="1" noResize="1" noEditPoints="1" noAdjustHandles="1" noChangeArrowheads="1" noChangeShapeType="1" noCrop="1"/>
              </p:cNvPicPr>
              <p:nvPr/>
            </p:nvPicPr>
            <p:blipFill>
              <a:blip r:embed="rId11"/>
              <a:stretch>
                <a:fillRect/>
              </a:stretch>
            </p:blipFill>
            <p:spPr>
              <a:xfrm>
                <a:off x="10371735" y="951099"/>
                <a:ext cx="1458078" cy="1884062"/>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7" name="3D Model 6" descr="Alarm Clock">
                <a:extLst>
                  <a:ext uri="{FF2B5EF4-FFF2-40B4-BE49-F238E27FC236}">
                    <a16:creationId xmlns:a16="http://schemas.microsoft.com/office/drawing/2014/main" id="{E61F256C-684D-D6A6-CA56-440CEA3A2335}"/>
                  </a:ext>
                </a:extLst>
              </p:cNvPr>
              <p:cNvGraphicFramePr>
                <a:graphicFrameLocks noChangeAspect="1"/>
              </p:cNvGraphicFramePr>
              <p:nvPr>
                <p:extLst>
                  <p:ext uri="{D42A27DB-BD31-4B8C-83A1-F6EECF244321}">
                    <p14:modId xmlns:p14="http://schemas.microsoft.com/office/powerpoint/2010/main" val="3782646505"/>
                  </p:ext>
                </p:extLst>
              </p:nvPr>
            </p:nvGraphicFramePr>
            <p:xfrm>
              <a:off x="10699750" y="2835161"/>
              <a:ext cx="985992" cy="1435748"/>
            </p:xfrm>
            <a:graphic>
              <a:graphicData uri="http://schemas.microsoft.com/office/drawing/2017/model3d">
                <am3d:model3d r:embed="rId12">
                  <am3d:spPr>
                    <a:xfrm>
                      <a:off x="0" y="0"/>
                      <a:ext cx="985992" cy="1435748"/>
                    </a:xfrm>
                    <a:prstGeom prst="rect">
                      <a:avLst/>
                    </a:prstGeom>
                  </am3d:spPr>
                  <am3d:camera>
                    <am3d:pos x="0" y="0" z="59061727"/>
                    <am3d:up dx="0" dy="36000000" dz="0"/>
                    <am3d:lookAt x="0" y="0" z="0"/>
                    <am3d:perspective fov="2700000"/>
                  </am3d:camera>
                  <am3d:trans>
                    <am3d:meterPerModelUnit n="7429298" d="1000000"/>
                    <am3d:preTrans dx="0" dy="-18000000" dz="0"/>
                    <am3d:scale>
                      <am3d:sx n="1000000" d="1000000"/>
                      <am3d:sy n="1000000" d="1000000"/>
                      <am3d:sz n="1000000" d="1000000"/>
                    </am3d:scale>
                    <am3d:rot ax="620191" ay="-903709" az="-162816"/>
                    <am3d:postTrans dx="0" dy="0" dz="0"/>
                  </am3d:trans>
                  <am3d:raster rName="Office3DRenderer" rVer="16.0.8326">
                    <am3d:blip r:embed="rId13"/>
                  </am3d:raster>
                  <am3d:objViewport viewportSz="1649640"/>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3D Model 6" descr="Alarm Clock">
                <a:extLst>
                  <a:ext uri="{FF2B5EF4-FFF2-40B4-BE49-F238E27FC236}">
                    <a16:creationId xmlns:a16="http://schemas.microsoft.com/office/drawing/2014/main" id="{E61F256C-684D-D6A6-CA56-440CEA3A2335}"/>
                  </a:ext>
                </a:extLst>
              </p:cNvPr>
              <p:cNvPicPr>
                <a:picLocks noGrp="1" noRot="1" noChangeAspect="1" noMove="1" noResize="1" noEditPoints="1" noAdjustHandles="1" noChangeArrowheads="1" noChangeShapeType="1" noCrop="1"/>
              </p:cNvPicPr>
              <p:nvPr/>
            </p:nvPicPr>
            <p:blipFill>
              <a:blip r:embed="rId13"/>
              <a:stretch>
                <a:fillRect/>
              </a:stretch>
            </p:blipFill>
            <p:spPr>
              <a:xfrm>
                <a:off x="10699750" y="2835161"/>
                <a:ext cx="985992" cy="1435748"/>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8" name="3D Model 7" descr="Magnetic Whiteboard Pen Markers">
                <a:extLst>
                  <a:ext uri="{FF2B5EF4-FFF2-40B4-BE49-F238E27FC236}">
                    <a16:creationId xmlns:a16="http://schemas.microsoft.com/office/drawing/2014/main" id="{E639E75B-58B1-2B18-9545-9B08EFDE673E}"/>
                  </a:ext>
                </a:extLst>
              </p:cNvPr>
              <p:cNvGraphicFramePr/>
              <p:nvPr>
                <p:extLst>
                  <p:ext uri="{D42A27DB-BD31-4B8C-83A1-F6EECF244321}">
                    <p14:modId xmlns:p14="http://schemas.microsoft.com/office/powerpoint/2010/main" val="3398061871"/>
                  </p:ext>
                </p:extLst>
              </p:nvPr>
            </p:nvGraphicFramePr>
            <p:xfrm>
              <a:off x="10765979" y="1220752"/>
              <a:ext cx="825198" cy="699572"/>
            </p:xfrm>
            <a:graphic>
              <a:graphicData uri="http://schemas.microsoft.com/office/drawing/2017/model3d">
                <am3d:model3d r:embed="rId14">
                  <am3d:spPr>
                    <a:xfrm>
                      <a:off x="0" y="0"/>
                      <a:ext cx="825198" cy="699572"/>
                    </a:xfrm>
                    <a:prstGeom prst="rect">
                      <a:avLst/>
                    </a:prstGeom>
                  </am3d:spPr>
                  <am3d:camera>
                    <am3d:pos x="0" y="0" z="61860013"/>
                    <am3d:up dx="0" dy="36000000" dz="0"/>
                    <am3d:lookAt x="0" y="0" z="0"/>
                    <am3d:perspective fov="2700000"/>
                  </am3d:camera>
                  <am3d:trans>
                    <am3d:meterPerModelUnit n="6829015" d="1000000"/>
                    <am3d:preTrans dx="0" dy="0" dz="1475067"/>
                    <am3d:scale>
                      <am3d:sx n="1000000" d="1000000"/>
                      <am3d:sy n="1000000" d="1000000"/>
                      <am3d:sz n="1000000" d="1000000"/>
                    </am3d:scale>
                    <am3d:rot/>
                    <am3d:postTrans dx="0" dy="0" dz="0"/>
                  </am3d:trans>
                  <am3d:raster rName="Office3DRenderer" rVer="16.0.8326">
                    <am3d:blip r:embed="rId15"/>
                  </am3d:raster>
                  <am3d:objViewport viewportSz="114332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8" name="3D Model 7" descr="Magnetic Whiteboard Pen Markers">
                <a:extLst>
                  <a:ext uri="{FF2B5EF4-FFF2-40B4-BE49-F238E27FC236}">
                    <a16:creationId xmlns:a16="http://schemas.microsoft.com/office/drawing/2014/main" id="{E639E75B-58B1-2B18-9545-9B08EFDE673E}"/>
                  </a:ext>
                </a:extLst>
              </p:cNvPr>
              <p:cNvPicPr>
                <a:picLocks noGrp="1" noRot="1" noChangeAspect="1" noMove="1" noResize="1" noEditPoints="1" noAdjustHandles="1" noChangeArrowheads="1" noChangeShapeType="1" noCrop="1"/>
              </p:cNvPicPr>
              <p:nvPr/>
            </p:nvPicPr>
            <p:blipFill>
              <a:blip r:embed="rId15"/>
              <a:stretch>
                <a:fillRect/>
              </a:stretch>
            </p:blipFill>
            <p:spPr>
              <a:xfrm>
                <a:off x="10765979" y="1220752"/>
                <a:ext cx="825198" cy="699572"/>
              </a:xfrm>
              <a:prstGeom prst="rect">
                <a:avLst/>
              </a:prstGeom>
            </p:spPr>
          </p:pic>
        </mc:Fallback>
      </mc:AlternateContent>
    </p:spTree>
    <p:extLst>
      <p:ext uri="{BB962C8B-B14F-4D97-AF65-F5344CB8AC3E}">
        <p14:creationId xmlns:p14="http://schemas.microsoft.com/office/powerpoint/2010/main" val="3727333396"/>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3276060317"/>
              </p:ext>
            </p:extLst>
          </p:nvPr>
        </p:nvGraphicFramePr>
        <p:xfrm>
          <a:off x="312919" y="1549578"/>
          <a:ext cx="10010657" cy="4992333"/>
        </p:xfrm>
        <a:graphic>
          <a:graphicData uri="http://schemas.openxmlformats.org/drawingml/2006/table">
            <a:tbl>
              <a:tblPr firstRow="1" bandRow="1">
                <a:tableStyleId>{21E4AEA4-8DFA-4A89-87EB-49C32662AFE0}</a:tableStyleId>
              </a:tblPr>
              <a:tblGrid>
                <a:gridCol w="2272966">
                  <a:extLst>
                    <a:ext uri="{9D8B030D-6E8A-4147-A177-3AD203B41FA5}">
                      <a16:colId xmlns:a16="http://schemas.microsoft.com/office/drawing/2014/main" val="2939084461"/>
                    </a:ext>
                  </a:extLst>
                </a:gridCol>
                <a:gridCol w="5988266">
                  <a:extLst>
                    <a:ext uri="{9D8B030D-6E8A-4147-A177-3AD203B41FA5}">
                      <a16:colId xmlns:a16="http://schemas.microsoft.com/office/drawing/2014/main" val="3726267601"/>
                    </a:ext>
                  </a:extLst>
                </a:gridCol>
                <a:gridCol w="1749425">
                  <a:extLst>
                    <a:ext uri="{9D8B030D-6E8A-4147-A177-3AD203B41FA5}">
                      <a16:colId xmlns:a16="http://schemas.microsoft.com/office/drawing/2014/main" val="397007781"/>
                    </a:ext>
                  </a:extLst>
                </a:gridCol>
              </a:tblGrid>
              <a:tr h="333520">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700392">
                <a:tc>
                  <a:txBody>
                    <a:bodyPr/>
                    <a:lstStyle/>
                    <a:p>
                      <a:r>
                        <a:rPr lang="en-GB" sz="1200"/>
                        <a:t>PD1: GPAS Ways of Working</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kern="1200">
                          <a:solidFill>
                            <a:schemeClr val="dk1"/>
                          </a:solidFill>
                        </a:rPr>
                        <a:t>Detailed methodology, Governance model, Change control model, communication management, Reporting &amp; meeting cadence, Initial team structure, RACI, Escalation approach, Tools for build &amp; usage boundaries</a:t>
                      </a:r>
                      <a:endParaRPr lang="en-GB"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pPr lvl="0">
                        <a:buNone/>
                      </a:pPr>
                      <a:r>
                        <a:rPr lang="en-GB" sz="1200">
                          <a:latin typeface="Calibri"/>
                          <a:cs typeface="Calibri"/>
                        </a:rPr>
                        <a:t>Warren Pilkington</a:t>
                      </a:r>
                    </a:p>
                    <a:p>
                      <a:pPr lvl="0">
                        <a:buNone/>
                      </a:pPr>
                      <a:r>
                        <a:rPr lang="en-GB" sz="1200">
                          <a:latin typeface="Calibri"/>
                          <a:cs typeface="Calibri"/>
                        </a:rPr>
                        <a:t>Stephen Payne</a:t>
                      </a:r>
                    </a:p>
                    <a:p>
                      <a:pPr lvl="0">
                        <a:buNone/>
                      </a:pPr>
                      <a:r>
                        <a:rPr lang="en-GB" sz="1200">
                          <a:latin typeface="Calibri"/>
                          <a:cs typeface="Calibri"/>
                        </a:rPr>
                        <a:t>Troy Baillargon</a:t>
                      </a:r>
                      <a:endParaRPr lang="en-GB" sz="1200" err="1">
                        <a:latin typeface="Calibri"/>
                        <a:cs typeface="Calibri"/>
                      </a:endParaRPr>
                    </a:p>
                  </a:txBody>
                  <a:tcPr/>
                </a:tc>
                <a:extLst>
                  <a:ext uri="{0D108BD9-81ED-4DB2-BD59-A6C34878D82A}">
                    <a16:rowId xmlns:a16="http://schemas.microsoft.com/office/drawing/2014/main" val="1722306551"/>
                  </a:ext>
                </a:extLst>
              </a:tr>
              <a:tr h="700392">
                <a:tc>
                  <a:txBody>
                    <a:bodyPr/>
                    <a:lstStyle/>
                    <a:p>
                      <a:r>
                        <a:rPr lang="en-GB" sz="1200"/>
                        <a:t>PD2: Prioritized Backlog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algn="l"/>
                      <a:r>
                        <a:rPr lang="en-GB" sz="1200"/>
                        <a:t>Documentation of Foundation Release Functional requirements, in scope Epics/Features. User Stories scope statement defined in excel format for uploading into JIRA</a:t>
                      </a:r>
                      <a:endParaRPr lang="en-GB" sz="1200">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r>
                        <a:rPr lang="en-GB" sz="1200">
                          <a:latin typeface="Calibri"/>
                          <a:ea typeface="Calibri"/>
                          <a:cs typeface="Calibri"/>
                        </a:rPr>
                        <a:t>Jeff Colandrea</a:t>
                      </a:r>
                    </a:p>
                    <a:p>
                      <a:pPr lvl="0">
                        <a:buNone/>
                      </a:pPr>
                      <a:r>
                        <a:rPr lang="en-GB" sz="1200">
                          <a:latin typeface="Calibri"/>
                          <a:ea typeface="Calibri"/>
                          <a:cs typeface="Calibri"/>
                        </a:rPr>
                        <a:t>Matt Reynolds</a:t>
                      </a:r>
                    </a:p>
                  </a:txBody>
                  <a:tcPr/>
                </a:tc>
                <a:extLst>
                  <a:ext uri="{0D108BD9-81ED-4DB2-BD59-A6C34878D82A}">
                    <a16:rowId xmlns:a16="http://schemas.microsoft.com/office/drawing/2014/main" val="632069045"/>
                  </a:ext>
                </a:extLst>
              </a:tr>
              <a:tr h="652830">
                <a:tc>
                  <a:txBody>
                    <a:bodyPr/>
                    <a:lstStyle/>
                    <a:p>
                      <a:r>
                        <a:rPr lang="en-GB" sz="1200">
                          <a:solidFill>
                            <a:schemeClr val="tx1"/>
                          </a:solidFill>
                        </a:rPr>
                        <a:t>PD3: Resourcing &amp; Efforts (Foundation)</a:t>
                      </a:r>
                      <a:endParaRPr lang="en-GB" sz="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tx1"/>
                          </a:solidFill>
                        </a:rPr>
                        <a:t>Breakdown of resourcing needs (by quarter) aligned to effort and bottom-up estimation of Epics and Features against the delivery plan. High level scope, budget, and resourcing/effort should reconcile.</a:t>
                      </a:r>
                      <a:endParaRPr lang="en-IN" sz="1200" kern="1200">
                        <a:solidFill>
                          <a:schemeClr val="tx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r>
                        <a:rPr lang="en-GB" sz="1200">
                          <a:solidFill>
                            <a:schemeClr val="tx1"/>
                          </a:solidFill>
                          <a:latin typeface="Calibri"/>
                          <a:ea typeface="Calibri"/>
                          <a:cs typeface="Calibri"/>
                        </a:rPr>
                        <a:t>Programme Leadership team</a:t>
                      </a:r>
                    </a:p>
                  </a:txBody>
                  <a:tcPr/>
                </a:tc>
                <a:extLst>
                  <a:ext uri="{0D108BD9-81ED-4DB2-BD59-A6C34878D82A}">
                    <a16:rowId xmlns:a16="http://schemas.microsoft.com/office/drawing/2014/main" val="3312199651"/>
                  </a:ext>
                </a:extLst>
              </a:tr>
              <a:tr h="704135">
                <a:tc>
                  <a:txBody>
                    <a:bodyPr/>
                    <a:lstStyle/>
                    <a:p>
                      <a:r>
                        <a:rPr lang="en-GB" sz="1200"/>
                        <a:t>PD4: Delivery Structure &amp; Plan (Foundation)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rPr>
                        <a:t>Phase &amp; Workstream definitions, objectives and milestones.  Verification and Acceptance. </a:t>
                      </a:r>
                      <a:r>
                        <a:rPr lang="en-US" sz="1200" kern="1200">
                          <a:solidFill>
                            <a:schemeClr val="dk1"/>
                          </a:solidFill>
                        </a:rPr>
                        <a:t>Plan detailing the Guidewire sprint plan, number of sprints, dates, and high-level proposed scope breakdown. </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tc>
                <a:tc>
                  <a:txBody>
                    <a:bodyPr/>
                    <a:lstStyle/>
                    <a:p>
                      <a:r>
                        <a:rPr lang="en-GB" sz="1200" kern="1200">
                          <a:solidFill>
                            <a:schemeClr val="dk1"/>
                          </a:solidFill>
                          <a:latin typeface="Calibri"/>
                          <a:ea typeface="Calibri"/>
                          <a:cs typeface="Calibri"/>
                        </a:rPr>
                        <a:t>Warren Pilkington</a:t>
                      </a:r>
                    </a:p>
                    <a:p>
                      <a:pPr lvl="0">
                        <a:buNone/>
                      </a:pPr>
                      <a:r>
                        <a:rPr lang="en-GB" sz="1200" kern="1200">
                          <a:solidFill>
                            <a:schemeClr val="dk1"/>
                          </a:solidFill>
                          <a:latin typeface="Calibri"/>
                          <a:ea typeface="Calibri"/>
                          <a:cs typeface="Calibri"/>
                        </a:rPr>
                        <a:t>Athik Miah</a:t>
                      </a:r>
                    </a:p>
                  </a:txBody>
                  <a:tcPr/>
                </a:tc>
                <a:extLst>
                  <a:ext uri="{0D108BD9-81ED-4DB2-BD59-A6C34878D82A}">
                    <a16:rowId xmlns:a16="http://schemas.microsoft.com/office/drawing/2014/main" val="3447769189"/>
                  </a:ext>
                </a:extLst>
              </a:tr>
              <a:tr h="700392">
                <a:tc>
                  <a:txBody>
                    <a:bodyPr/>
                    <a:lstStyle/>
                    <a:p>
                      <a:r>
                        <a:rPr lang="en-GB" sz="1200"/>
                        <a:t>PD5: GPAS High Level Design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rPr>
                        <a:t>Aligned to agreed architecture decisions and principles</a:t>
                      </a:r>
                      <a:endParaRPr lang="en-IN" sz="1200" kern="1200">
                        <a:solidFill>
                          <a:schemeClr val="dk1"/>
                        </a:solidFill>
                      </a:endParaRPr>
                    </a:p>
                    <a:p>
                      <a:pPr marL="0" algn="l" rtl="0" eaLnBrk="1" latinLnBrk="0" hangingPunct="1"/>
                      <a:r>
                        <a:rPr lang="en-GB" sz="1200" kern="1200">
                          <a:solidFill>
                            <a:schemeClr val="dk1"/>
                          </a:solidFill>
                        </a:rPr>
                        <a:t>Detail how Policy and Billing Center will fit into Beazley ecosystem. </a:t>
                      </a:r>
                      <a:endParaRPr lang="en-IN" sz="1200" kern="1200">
                        <a:solidFill>
                          <a:schemeClr val="dk1"/>
                        </a:solidFill>
                      </a:endParaRPr>
                    </a:p>
                    <a:p>
                      <a:pPr marL="0" algn="l" defTabSz="914400" rtl="0" eaLnBrk="1" latinLnBrk="0" hangingPunct="1"/>
                      <a:r>
                        <a:rPr lang="en-GB" sz="1200" kern="1200">
                          <a:solidFill>
                            <a:schemeClr val="dk1"/>
                          </a:solidFill>
                        </a:rPr>
                        <a:t>Detail the key Integrations for the Foundation release</a:t>
                      </a:r>
                      <a:endParaRPr lang="en-IN"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nchor="ctr"/>
                </a:tc>
                <a:tc>
                  <a:txBody>
                    <a:bodyPr/>
                    <a:lstStyle/>
                    <a:p>
                      <a:r>
                        <a:rPr lang="en-GB" sz="1200" kern="1200">
                          <a:solidFill>
                            <a:schemeClr val="dk1"/>
                          </a:solidFill>
                          <a:latin typeface="Calibri"/>
                          <a:ea typeface="Calibri"/>
                          <a:cs typeface="Calibri"/>
                        </a:rPr>
                        <a:t>Dean Johnston</a:t>
                      </a:r>
                      <a:endParaRPr lang="en-GB" sz="1200" kern="1200">
                        <a:solidFill>
                          <a:schemeClr val="dk1"/>
                        </a:solidFill>
                        <a:latin typeface="Calibri"/>
                        <a:ea typeface="Calibri"/>
                        <a:cs typeface="Calibri" panose="020F0502020204030204" pitchFamily="34" charset="0"/>
                      </a:endParaRPr>
                    </a:p>
                    <a:p>
                      <a:pPr lvl="0">
                        <a:buNone/>
                      </a:pPr>
                      <a:r>
                        <a:rPr lang="en-GB" sz="1200" kern="1200">
                          <a:solidFill>
                            <a:schemeClr val="dk1"/>
                          </a:solidFill>
                          <a:latin typeface="Calibri"/>
                          <a:ea typeface="Calibri"/>
                          <a:cs typeface="Calibri"/>
                        </a:rPr>
                        <a:t>Matt Reynolds</a:t>
                      </a:r>
                    </a:p>
                  </a:txBody>
                  <a:tcPr/>
                </a:tc>
                <a:extLst>
                  <a:ext uri="{0D108BD9-81ED-4DB2-BD59-A6C34878D82A}">
                    <a16:rowId xmlns:a16="http://schemas.microsoft.com/office/drawing/2014/main" val="34138585"/>
                  </a:ext>
                </a:extLst>
              </a:tr>
              <a:tr h="500280">
                <a:tc>
                  <a:txBody>
                    <a:bodyPr/>
                    <a:lstStyle/>
                    <a:p>
                      <a:r>
                        <a:rPr lang="en-GB" sz="1200"/>
                        <a:t>PD6: Migration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Approach to migration in terms of execution and timing.</a:t>
                      </a:r>
                      <a:br>
                        <a:rPr lang="en-GB" sz="1200" kern="1200">
                          <a:solidFill>
                            <a:srgbClr val="000000"/>
                          </a:solidFill>
                          <a:latin typeface="+mn-lt"/>
                          <a:ea typeface="+mn-ea"/>
                          <a:cs typeface="+mn-cs"/>
                        </a:rPr>
                      </a:br>
                      <a:r>
                        <a:rPr lang="en-GB" sz="1200" kern="1200">
                          <a:solidFill>
                            <a:schemeClr val="dk1"/>
                          </a:solidFill>
                          <a:latin typeface="+mn-lt"/>
                          <a:ea typeface="+mn-ea"/>
                          <a:cs typeface="+mn-cs"/>
                        </a:rPr>
                        <a:t>High-level data requirements at an entity level, from relevant business areas.</a:t>
                      </a:r>
                    </a:p>
                  </a:txBody>
                  <a:tcPr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200">
                          <a:latin typeface="Calibri"/>
                          <a:ea typeface="Calibri" panose="020F0502020204030204" pitchFamily="34" charset="0"/>
                          <a:cs typeface="Calibri"/>
                        </a:rPr>
                        <a:t>TBD</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05283812"/>
                  </a:ext>
                </a:extLst>
              </a:tr>
              <a:tr h="700392">
                <a:tc>
                  <a:txBody>
                    <a:bodyPr/>
                    <a:lstStyle/>
                    <a:p>
                      <a:pPr algn="l"/>
                      <a:r>
                        <a:rPr lang="en-GB" sz="1200"/>
                        <a:t>PD7: Integration Manifest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Inventory of integrations defining cardinality, service contract ownership, integration pattern or method, initial view on complexity.</a:t>
                      </a:r>
                      <a:br>
                        <a:rPr lang="en-GB" sz="1200" kern="1200">
                          <a:solidFill>
                            <a:srgbClr val="000000"/>
                          </a:solidFill>
                          <a:latin typeface="+mn-lt"/>
                          <a:ea typeface="+mn-ea"/>
                          <a:cs typeface="+mn-cs"/>
                        </a:rPr>
                      </a:br>
                      <a:r>
                        <a:rPr lang="en-GB" sz="1200" kern="1200">
                          <a:solidFill>
                            <a:schemeClr val="dk1"/>
                          </a:solidFill>
                          <a:latin typeface="+mn-lt"/>
                          <a:ea typeface="+mn-ea"/>
                          <a:cs typeface="+mn-cs"/>
                        </a:rPr>
                        <a:t>Definition of any intermediated services or gateways to influence design.</a:t>
                      </a:r>
                    </a:p>
                  </a:txBody>
                  <a:tcPr anchor="ctr"/>
                </a:tc>
                <a:tc>
                  <a:txBody>
                    <a:bodyPr/>
                    <a:lstStyle/>
                    <a:p>
                      <a:r>
                        <a:rPr lang="en-GB" sz="1200" kern="1200">
                          <a:solidFill>
                            <a:schemeClr val="dk1"/>
                          </a:solidFill>
                          <a:latin typeface="Calibri"/>
                          <a:ea typeface="Calibri" panose="020F0502020204030204" pitchFamily="34" charset="0"/>
                          <a:cs typeface="Calibri"/>
                        </a:rPr>
                        <a:t>TBD</a:t>
                      </a:r>
                      <a:endParaRPr lang="en-GB" sz="1200" kern="1200">
                        <a:solidFill>
                          <a:schemeClr val="dk1"/>
                        </a:solidFill>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485944377"/>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p>
        </p:txBody>
      </p:sp>
    </p:spTree>
    <p:extLst>
      <p:ext uri="{BB962C8B-B14F-4D97-AF65-F5344CB8AC3E}">
        <p14:creationId xmlns:p14="http://schemas.microsoft.com/office/powerpoint/2010/main" val="885501633"/>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sp>
        <p:nvSpPr>
          <p:cNvPr id="9" name="Rectangle 8">
            <a:extLst>
              <a:ext uri="{FF2B5EF4-FFF2-40B4-BE49-F238E27FC236}">
                <a16:creationId xmlns:a16="http://schemas.microsoft.com/office/drawing/2014/main" id="{3D54C89B-1399-C1AC-A358-E4B00D566802}"/>
              </a:ext>
            </a:extLst>
          </p:cNvPr>
          <p:cNvSpPr/>
          <p:nvPr/>
        </p:nvSpPr>
        <p:spPr>
          <a:xfrm>
            <a:off x="182633" y="1126863"/>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Inception, ready for review and response feedback loop.  All deliverables to have a wider review distribution which will be confirmed on the deliverable itself</a:t>
            </a:r>
            <a:endParaRPr kumimoji="0" lang="en-US" sz="16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endParaRPr>
          </a:p>
        </p:txBody>
      </p:sp>
      <p:graphicFrame>
        <p:nvGraphicFramePr>
          <p:cNvPr id="7" name="Table 3">
            <a:extLst>
              <a:ext uri="{FF2B5EF4-FFF2-40B4-BE49-F238E27FC236}">
                <a16:creationId xmlns:a16="http://schemas.microsoft.com/office/drawing/2014/main" id="{1470A3E6-EED3-B469-6894-7ADF80D74BC2}"/>
              </a:ext>
            </a:extLst>
          </p:cNvPr>
          <p:cNvGraphicFramePr>
            <a:graphicFrameLocks noGrp="1"/>
          </p:cNvGraphicFramePr>
          <p:nvPr>
            <p:extLst>
              <p:ext uri="{D42A27DB-BD31-4B8C-83A1-F6EECF244321}">
                <p14:modId xmlns:p14="http://schemas.microsoft.com/office/powerpoint/2010/main" val="135240098"/>
              </p:ext>
            </p:extLst>
          </p:nvPr>
        </p:nvGraphicFramePr>
        <p:xfrm>
          <a:off x="275277" y="1881375"/>
          <a:ext cx="9152502" cy="2590800"/>
        </p:xfrm>
        <a:graphic>
          <a:graphicData uri="http://schemas.openxmlformats.org/drawingml/2006/table">
            <a:tbl>
              <a:tblPr firstRow="1" bandRow="1">
                <a:tableStyleId>{21E4AEA4-8DFA-4A89-87EB-49C32662AFE0}</a:tableStyleId>
              </a:tblPr>
              <a:tblGrid>
                <a:gridCol w="2102981">
                  <a:extLst>
                    <a:ext uri="{9D8B030D-6E8A-4147-A177-3AD203B41FA5}">
                      <a16:colId xmlns:a16="http://schemas.microsoft.com/office/drawing/2014/main" val="2939084461"/>
                    </a:ext>
                  </a:extLst>
                </a:gridCol>
                <a:gridCol w="5430928">
                  <a:extLst>
                    <a:ext uri="{9D8B030D-6E8A-4147-A177-3AD203B41FA5}">
                      <a16:colId xmlns:a16="http://schemas.microsoft.com/office/drawing/2014/main" val="3726267601"/>
                    </a:ext>
                  </a:extLst>
                </a:gridCol>
                <a:gridCol w="1618593">
                  <a:extLst>
                    <a:ext uri="{9D8B030D-6E8A-4147-A177-3AD203B41FA5}">
                      <a16:colId xmlns:a16="http://schemas.microsoft.com/office/drawing/2014/main" val="397007781"/>
                    </a:ext>
                  </a:extLst>
                </a:gridCol>
              </a:tblGrid>
              <a:tr h="200583">
                <a:tc>
                  <a:txBody>
                    <a:bodyPr/>
                    <a:lstStyle/>
                    <a:p>
                      <a:r>
                        <a:rPr lang="en-GB" sz="1400"/>
                        <a:t>Deliverable Names</a:t>
                      </a:r>
                    </a:p>
                  </a:txBody>
                  <a:tcPr>
                    <a:solidFill>
                      <a:srgbClr val="FF66CC"/>
                    </a:solidFill>
                  </a:tcPr>
                </a:tc>
                <a:tc>
                  <a:txBody>
                    <a:bodyPr/>
                    <a:lstStyle/>
                    <a:p>
                      <a:r>
                        <a:rPr lang="en-GB" sz="1400"/>
                        <a:t>High level Description and Expectation</a:t>
                      </a:r>
                    </a:p>
                  </a:txBody>
                  <a:tcPr>
                    <a:solidFill>
                      <a:srgbClr val="FF66CC"/>
                    </a:solidFill>
                  </a:tcPr>
                </a:tc>
                <a:tc>
                  <a:txBody>
                    <a:bodyPr/>
                    <a:lstStyle/>
                    <a:p>
                      <a:r>
                        <a:rPr lang="en-GB" sz="1400"/>
                        <a:t>Sign Off</a:t>
                      </a:r>
                    </a:p>
                  </a:txBody>
                  <a:tcPr>
                    <a:solidFill>
                      <a:srgbClr val="FF66CC"/>
                    </a:solidFill>
                  </a:tcPr>
                </a:tc>
                <a:extLst>
                  <a:ext uri="{0D108BD9-81ED-4DB2-BD59-A6C34878D82A}">
                    <a16:rowId xmlns:a16="http://schemas.microsoft.com/office/drawing/2014/main" val="2887758253"/>
                  </a:ext>
                </a:extLst>
              </a:tr>
              <a:tr h="415726">
                <a:tc>
                  <a:txBody>
                    <a:bodyPr/>
                    <a:lstStyle/>
                    <a:p>
                      <a:r>
                        <a:rPr lang="en-GB" sz="1200"/>
                        <a:t>PD8: Detailed Dependency Tracker</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Internal and External Dependencies detailed with dates and deliverables agreed with each of the related parties.</a:t>
                      </a:r>
                    </a:p>
                  </a:txBody>
                  <a:tcPr/>
                </a:tc>
                <a:tc>
                  <a:txBody>
                    <a:bodyPr/>
                    <a:lstStyle/>
                    <a:p>
                      <a:r>
                        <a:rPr lang="en-GB" sz="1200">
                          <a:latin typeface="Calibri"/>
                          <a:ea typeface="Calibri" panose="020F0502020204030204" pitchFamily="34" charset="0"/>
                          <a:cs typeface="Calibri"/>
                        </a:rPr>
                        <a:t>Warren Pilkington</a:t>
                      </a:r>
                      <a:endParaRPr lang="en-GB" sz="1200">
                        <a:latin typeface="Calibri"/>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1722306551"/>
                  </a:ext>
                </a:extLst>
              </a:tr>
              <a:tr h="294473">
                <a:tc>
                  <a:txBody>
                    <a:bodyPr/>
                    <a:lstStyle/>
                    <a:p>
                      <a:r>
                        <a:rPr lang="en-GB" sz="1200"/>
                        <a:t>PD9: Functional &amp; Technical Principals</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rtl="0" eaLnBrk="1" latinLnBrk="0" hangingPunct="1"/>
                      <a:r>
                        <a:rPr lang="en-GB" sz="1200" kern="1200">
                          <a:solidFill>
                            <a:schemeClr val="dk1"/>
                          </a:solidFill>
                          <a:latin typeface="+mn-lt"/>
                          <a:ea typeface="+mn-ea"/>
                          <a:cs typeface="+mn-cs"/>
                        </a:rPr>
                        <a:t>Functional and Technical Design principles documented. </a:t>
                      </a:r>
                    </a:p>
                  </a:txBody>
                  <a:tcPr/>
                </a:tc>
                <a:tc>
                  <a:txBody>
                    <a:bodyPr/>
                    <a:lstStyle/>
                    <a:p>
                      <a:r>
                        <a:rPr lang="en-GB" sz="1200">
                          <a:latin typeface="Calibri"/>
                          <a:ea typeface="Calibri" panose="020F0502020204030204" pitchFamily="34" charset="0"/>
                          <a:cs typeface="Calibri"/>
                        </a:rPr>
                        <a:t>Dean Johnston</a:t>
                      </a:r>
                    </a:p>
                    <a:p>
                      <a:pPr lvl="0">
                        <a:buNone/>
                      </a:pPr>
                      <a:r>
                        <a:rPr lang="en-GB" sz="1200">
                          <a:latin typeface="Calibri"/>
                          <a:ea typeface="Calibri" panose="020F0502020204030204" pitchFamily="34" charset="0"/>
                          <a:cs typeface="Calibri"/>
                        </a:rPr>
                        <a:t>Matt Reynolds</a:t>
                      </a:r>
                    </a:p>
                  </a:txBody>
                  <a:tcPr/>
                </a:tc>
                <a:extLst>
                  <a:ext uri="{0D108BD9-81ED-4DB2-BD59-A6C34878D82A}">
                    <a16:rowId xmlns:a16="http://schemas.microsoft.com/office/drawing/2014/main" val="632069045"/>
                  </a:ext>
                </a:extLst>
              </a:tr>
              <a:tr h="490583">
                <a:tc>
                  <a:txBody>
                    <a:bodyPr/>
                    <a:lstStyle/>
                    <a:p>
                      <a:r>
                        <a:rPr lang="en-GB" sz="1200"/>
                        <a:t>PD10: GPAS Test Strategy</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High level scope of key test phases, gates and entry/exit criteria; view of resourcing. Input into Definition of Done (DoD) including acceptance criteria, automation definition. Definition of the GPAS  environment requirements and when they will be required by to meet the timelines. </a:t>
                      </a:r>
                      <a:endParaRPr lang="en-IN" sz="1200" kern="1200">
                        <a:solidFill>
                          <a:schemeClr val="dk1"/>
                        </a:solidFill>
                        <a:latin typeface="+mn-lt"/>
                        <a:ea typeface="+mn-ea"/>
                        <a:cs typeface="+mn-cs"/>
                      </a:endParaRPr>
                    </a:p>
                  </a:txBody>
                  <a:tcPr/>
                </a:tc>
                <a:tc>
                  <a:txBody>
                    <a:bodyPr/>
                    <a:lstStyle/>
                    <a:p>
                      <a:r>
                        <a:rPr lang="en-GB" sz="1200">
                          <a:latin typeface="Calibri"/>
                          <a:ea typeface="Calibri" panose="020F0502020204030204" pitchFamily="34" charset="0"/>
                          <a:cs typeface="Calibri"/>
                        </a:rPr>
                        <a:t>TBD</a:t>
                      </a:r>
                      <a:endParaRPr lang="en-GB" sz="1200">
                        <a:latin typeface="Calibri"/>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312199651"/>
                  </a:ext>
                </a:extLst>
              </a:tr>
              <a:tr h="0">
                <a:tc>
                  <a:txBody>
                    <a:bodyPr/>
                    <a:lstStyle/>
                    <a:p>
                      <a:r>
                        <a:rPr lang="en-GB" sz="1200"/>
                        <a:t>PD11: Product Set</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tc>
                  <a:txBody>
                    <a:bodyPr/>
                    <a:lstStyle/>
                    <a:p>
                      <a:pPr marL="0" algn="l" defTabSz="914400" rtl="0" eaLnBrk="1" latinLnBrk="0" hangingPunct="1"/>
                      <a:r>
                        <a:rPr lang="en-GB" sz="1200" kern="1200">
                          <a:solidFill>
                            <a:schemeClr val="dk1"/>
                          </a:solidFill>
                          <a:latin typeface="+mn-lt"/>
                          <a:ea typeface="+mn-ea"/>
                          <a:cs typeface="+mn-cs"/>
                        </a:rPr>
                        <a:t>Rationalised product set for foundation release</a:t>
                      </a:r>
                      <a:endParaRPr lang="en-IN" sz="1200" kern="1200">
                        <a:solidFill>
                          <a:schemeClr val="dk1"/>
                        </a:solidFill>
                        <a:latin typeface="+mn-lt"/>
                        <a:ea typeface="+mn-ea"/>
                        <a:cs typeface="+mn-cs"/>
                      </a:endParaRPr>
                    </a:p>
                    <a:p>
                      <a:pPr marL="0" algn="l" defTabSz="914400" rtl="0" eaLnBrk="1" latinLnBrk="0" hangingPunct="1"/>
                      <a:r>
                        <a:rPr lang="en-GB" sz="1200" kern="1200">
                          <a:solidFill>
                            <a:schemeClr val="dk1"/>
                          </a:solidFill>
                          <a:latin typeface="+mn-lt"/>
                          <a:ea typeface="+mn-ea"/>
                          <a:cs typeface="+mn-cs"/>
                        </a:rPr>
                        <a:t>Identification of any products requiring further analysis and key decision papers where necessary.</a:t>
                      </a:r>
                      <a:endParaRPr lang="en-IN" sz="1200" kern="1200">
                        <a:solidFill>
                          <a:schemeClr val="dk1"/>
                        </a:solidFill>
                        <a:latin typeface="+mn-lt"/>
                        <a:ea typeface="+mn-ea"/>
                        <a:cs typeface="+mn-cs"/>
                      </a:endParaRPr>
                    </a:p>
                  </a:txBody>
                  <a:tcPr marL="68580" marR="68580" marT="0" marB="0"/>
                </a:tc>
                <a:tc>
                  <a:txBody>
                    <a:bodyPr/>
                    <a:lstStyle/>
                    <a:p>
                      <a:r>
                        <a:rPr lang="en-GB" sz="1200">
                          <a:latin typeface="Calibri"/>
                          <a:ea typeface="Calibri" panose="020F0502020204030204" pitchFamily="34" charset="0"/>
                          <a:cs typeface="Calibri"/>
                        </a:rPr>
                        <a:t>Warren Pilkington</a:t>
                      </a:r>
                      <a:endParaRPr lang="en-GB" sz="1200">
                        <a:latin typeface="Calibri" panose="020F0502020204030204" pitchFamily="34" charset="0"/>
                        <a:ea typeface="Calibri" panose="020F0502020204030204" pitchFamily="34" charset="0"/>
                        <a:cs typeface="Calibri" panose="020F0502020204030204" pitchFamily="34" charset="0"/>
                      </a:endParaRPr>
                    </a:p>
                  </a:txBody>
                  <a:tcPr/>
                </a:tc>
                <a:extLst>
                  <a:ext uri="{0D108BD9-81ED-4DB2-BD59-A6C34878D82A}">
                    <a16:rowId xmlns:a16="http://schemas.microsoft.com/office/drawing/2014/main" val="3447769189"/>
                  </a:ext>
                </a:extLst>
              </a:tr>
            </a:tbl>
          </a:graphicData>
        </a:graphic>
      </p:graphicFrame>
    </p:spTree>
    <p:extLst>
      <p:ext uri="{BB962C8B-B14F-4D97-AF65-F5344CB8AC3E}">
        <p14:creationId xmlns:p14="http://schemas.microsoft.com/office/powerpoint/2010/main" val="141474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88503" y="-50122"/>
            <a:ext cx="9776592" cy="716711"/>
          </a:xfrm>
        </p:spPr>
        <p:txBody>
          <a:bodyPr/>
          <a:lstStyle/>
          <a:p>
            <a:r>
              <a:rPr lang="en-US"/>
              <a:t>Team Structure for inception</a:t>
            </a:r>
            <a:endParaRPr lang="en-GB"/>
          </a:p>
        </p:txBody>
      </p:sp>
      <p:sp>
        <p:nvSpPr>
          <p:cNvPr id="7" name="Signalisation droite 22">
            <a:extLst>
              <a:ext uri="{FF2B5EF4-FFF2-40B4-BE49-F238E27FC236}">
                <a16:creationId xmlns:a16="http://schemas.microsoft.com/office/drawing/2014/main" id="{CF482E92-8843-4B1E-9460-85D780F726E7}"/>
              </a:ext>
            </a:extLst>
          </p:cNvPr>
          <p:cNvSpPr/>
          <p:nvPr/>
        </p:nvSpPr>
        <p:spPr>
          <a:xfrm>
            <a:off x="434302" y="4026081"/>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100" b="1">
                <a:solidFill>
                  <a:schemeClr val="accent1">
                    <a:lumMod val="50000"/>
                  </a:schemeClr>
                </a:solidFill>
                <a:latin typeface="Ubuntu" panose="020B0504030602030204" pitchFamily="34" charset="0"/>
              </a:rPr>
              <a:t>Architects</a:t>
            </a:r>
          </a:p>
        </p:txBody>
      </p:sp>
      <p:sp>
        <p:nvSpPr>
          <p:cNvPr id="8" name="Signalisation droite 23">
            <a:extLst>
              <a:ext uri="{FF2B5EF4-FFF2-40B4-BE49-F238E27FC236}">
                <a16:creationId xmlns:a16="http://schemas.microsoft.com/office/drawing/2014/main" id="{D2143455-0E20-4682-A2DF-1F58AC4B1135}"/>
              </a:ext>
            </a:extLst>
          </p:cNvPr>
          <p:cNvSpPr/>
          <p:nvPr/>
        </p:nvSpPr>
        <p:spPr>
          <a:xfrm>
            <a:off x="434302" y="4531099"/>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100" b="1">
                <a:solidFill>
                  <a:schemeClr val="accent1">
                    <a:lumMod val="50000"/>
                  </a:schemeClr>
                </a:solidFill>
                <a:latin typeface="Ubuntu" panose="020B0504030602030204" pitchFamily="34" charset="0"/>
              </a:rPr>
              <a:t>Technical Leads</a:t>
            </a:r>
          </a:p>
        </p:txBody>
      </p:sp>
      <p:sp>
        <p:nvSpPr>
          <p:cNvPr id="9" name="Signalisation droite 24">
            <a:extLst>
              <a:ext uri="{FF2B5EF4-FFF2-40B4-BE49-F238E27FC236}">
                <a16:creationId xmlns:a16="http://schemas.microsoft.com/office/drawing/2014/main" id="{C1937554-0865-4E7F-8D99-F7B08ABAFA6F}"/>
              </a:ext>
            </a:extLst>
          </p:cNvPr>
          <p:cNvSpPr/>
          <p:nvPr/>
        </p:nvSpPr>
        <p:spPr>
          <a:xfrm>
            <a:off x="434295" y="1942664"/>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100" b="1">
                <a:solidFill>
                  <a:schemeClr val="accent1">
                    <a:lumMod val="50000"/>
                  </a:schemeClr>
                </a:solidFill>
                <a:latin typeface="Ubuntu"/>
              </a:rPr>
              <a:t>Delivery Leads</a:t>
            </a:r>
          </a:p>
        </p:txBody>
      </p:sp>
      <p:sp>
        <p:nvSpPr>
          <p:cNvPr id="10" name="Signalisation droite 25">
            <a:extLst>
              <a:ext uri="{FF2B5EF4-FFF2-40B4-BE49-F238E27FC236}">
                <a16:creationId xmlns:a16="http://schemas.microsoft.com/office/drawing/2014/main" id="{FEE61689-EBDC-4DD7-8E85-3EDAE8A91A48}"/>
              </a:ext>
            </a:extLst>
          </p:cNvPr>
          <p:cNvSpPr/>
          <p:nvPr/>
        </p:nvSpPr>
        <p:spPr>
          <a:xfrm>
            <a:off x="434302" y="2465290"/>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100" b="1">
                <a:solidFill>
                  <a:schemeClr val="accent1">
                    <a:lumMod val="50000"/>
                  </a:schemeClr>
                </a:solidFill>
                <a:latin typeface="Ubuntu" panose="020B0504030602030204" pitchFamily="34" charset="0"/>
              </a:rPr>
              <a:t>Product Owner</a:t>
            </a:r>
          </a:p>
        </p:txBody>
      </p:sp>
      <p:sp>
        <p:nvSpPr>
          <p:cNvPr id="13" name="Signalisation droite 26">
            <a:extLst>
              <a:ext uri="{FF2B5EF4-FFF2-40B4-BE49-F238E27FC236}">
                <a16:creationId xmlns:a16="http://schemas.microsoft.com/office/drawing/2014/main" id="{95FBCEB3-4ABC-4E9E-BA08-C48578BAB9FD}"/>
              </a:ext>
            </a:extLst>
          </p:cNvPr>
          <p:cNvSpPr/>
          <p:nvPr/>
        </p:nvSpPr>
        <p:spPr>
          <a:xfrm>
            <a:off x="434302" y="5034812"/>
            <a:ext cx="2780840" cy="428047"/>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100" b="1">
                <a:solidFill>
                  <a:schemeClr val="accent1">
                    <a:lumMod val="50000"/>
                  </a:schemeClr>
                </a:solidFill>
                <a:latin typeface="Ubuntu" panose="020B0504030602030204" pitchFamily="34" charset="0"/>
              </a:rPr>
              <a:t>Test Manager</a:t>
            </a:r>
          </a:p>
        </p:txBody>
      </p:sp>
      <p:sp>
        <p:nvSpPr>
          <p:cNvPr id="19" name="Signalisation droite 25">
            <a:extLst>
              <a:ext uri="{FF2B5EF4-FFF2-40B4-BE49-F238E27FC236}">
                <a16:creationId xmlns:a16="http://schemas.microsoft.com/office/drawing/2014/main" id="{6B3A656C-CE13-452F-85D6-4B259CB637C3}"/>
              </a:ext>
            </a:extLst>
          </p:cNvPr>
          <p:cNvSpPr/>
          <p:nvPr/>
        </p:nvSpPr>
        <p:spPr>
          <a:xfrm>
            <a:off x="434302" y="3501399"/>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100" b="1">
                <a:solidFill>
                  <a:schemeClr val="accent1">
                    <a:lumMod val="50000"/>
                  </a:schemeClr>
                </a:solidFill>
                <a:latin typeface="Ubuntu" panose="020B0504030602030204" pitchFamily="34" charset="0"/>
              </a:rPr>
              <a:t>Subject Matter Experts</a:t>
            </a:r>
          </a:p>
        </p:txBody>
      </p:sp>
      <p:sp>
        <p:nvSpPr>
          <p:cNvPr id="18" name="Rectangle: Rounded Corners 17">
            <a:extLst>
              <a:ext uri="{FF2B5EF4-FFF2-40B4-BE49-F238E27FC236}">
                <a16:creationId xmlns:a16="http://schemas.microsoft.com/office/drawing/2014/main" id="{571B77EA-D609-72E9-E7C1-18DC17A1913C}"/>
              </a:ext>
            </a:extLst>
          </p:cNvPr>
          <p:cNvSpPr/>
          <p:nvPr/>
        </p:nvSpPr>
        <p:spPr>
          <a:xfrm>
            <a:off x="3687089" y="4032613"/>
            <a:ext cx="2438400"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Brett Fabian-Smith</a:t>
            </a:r>
          </a:p>
        </p:txBody>
      </p:sp>
      <p:sp>
        <p:nvSpPr>
          <p:cNvPr id="24" name="Rectangle: Rounded Corners 23">
            <a:extLst>
              <a:ext uri="{FF2B5EF4-FFF2-40B4-BE49-F238E27FC236}">
                <a16:creationId xmlns:a16="http://schemas.microsoft.com/office/drawing/2014/main" id="{955E6E69-29C1-1718-D72A-5AE79009A804}"/>
              </a:ext>
            </a:extLst>
          </p:cNvPr>
          <p:cNvSpPr/>
          <p:nvPr/>
        </p:nvSpPr>
        <p:spPr>
          <a:xfrm>
            <a:off x="3687089" y="4537631"/>
            <a:ext cx="2408904"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Vamshi </a:t>
            </a:r>
            <a:r>
              <a:rPr lang="en-IN" sz="1100" err="1">
                <a:solidFill>
                  <a:schemeClr val="bg1"/>
                </a:solidFill>
              </a:rPr>
              <a:t>Chennamadhavuni</a:t>
            </a:r>
            <a:endParaRPr lang="en-IN" sz="1100">
              <a:solidFill>
                <a:schemeClr val="bg1"/>
              </a:solidFill>
            </a:endParaRPr>
          </a:p>
          <a:p>
            <a:pPr algn="ctr"/>
            <a:r>
              <a:rPr lang="en-IN" sz="900">
                <a:solidFill>
                  <a:schemeClr val="bg1"/>
                </a:solidFill>
              </a:rPr>
              <a:t>(Guidewire)</a:t>
            </a:r>
          </a:p>
        </p:txBody>
      </p:sp>
      <p:sp>
        <p:nvSpPr>
          <p:cNvPr id="25" name="Rectangle: Rounded Corners 24">
            <a:extLst>
              <a:ext uri="{FF2B5EF4-FFF2-40B4-BE49-F238E27FC236}">
                <a16:creationId xmlns:a16="http://schemas.microsoft.com/office/drawing/2014/main" id="{D41F7F17-E643-06F5-2DCE-DAA285B8B81F}"/>
              </a:ext>
            </a:extLst>
          </p:cNvPr>
          <p:cNvSpPr/>
          <p:nvPr/>
        </p:nvSpPr>
        <p:spPr>
          <a:xfrm>
            <a:off x="3675544" y="5042649"/>
            <a:ext cx="3887241" cy="43105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err="1">
                <a:solidFill>
                  <a:schemeClr val="bg1"/>
                </a:solidFill>
              </a:rPr>
              <a:t>SivaramaKrishna</a:t>
            </a:r>
            <a:r>
              <a:rPr lang="en-IN" sz="1100">
                <a:solidFill>
                  <a:schemeClr val="bg1"/>
                </a:solidFill>
              </a:rPr>
              <a:t> Narayanan</a:t>
            </a:r>
            <a:endParaRPr lang="en-US">
              <a:solidFill>
                <a:schemeClr val="bg1"/>
              </a:solidFill>
            </a:endParaRPr>
          </a:p>
        </p:txBody>
      </p:sp>
      <p:sp>
        <p:nvSpPr>
          <p:cNvPr id="27" name="Rectangle: Rounded Corners 26">
            <a:extLst>
              <a:ext uri="{FF2B5EF4-FFF2-40B4-BE49-F238E27FC236}">
                <a16:creationId xmlns:a16="http://schemas.microsoft.com/office/drawing/2014/main" id="{037FD3AD-AAD4-B517-A34E-059E0882B174}"/>
              </a:ext>
            </a:extLst>
          </p:cNvPr>
          <p:cNvSpPr/>
          <p:nvPr/>
        </p:nvSpPr>
        <p:spPr>
          <a:xfrm>
            <a:off x="8363618" y="1942664"/>
            <a:ext cx="1465189" cy="390760"/>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Athik Miah</a:t>
            </a:r>
          </a:p>
          <a:p>
            <a:pPr algn="ctr"/>
            <a:r>
              <a:rPr lang="en-IN" sz="900">
                <a:solidFill>
                  <a:schemeClr val="bg1"/>
                </a:solidFill>
              </a:rPr>
              <a:t>(BC)</a:t>
            </a:r>
          </a:p>
        </p:txBody>
      </p:sp>
      <p:sp>
        <p:nvSpPr>
          <p:cNvPr id="29" name="Rectangle: Rounded Corners 28">
            <a:extLst>
              <a:ext uri="{FF2B5EF4-FFF2-40B4-BE49-F238E27FC236}">
                <a16:creationId xmlns:a16="http://schemas.microsoft.com/office/drawing/2014/main" id="{82A4A6F6-0286-166E-F87A-239937A5288F}"/>
              </a:ext>
            </a:extLst>
          </p:cNvPr>
          <p:cNvSpPr/>
          <p:nvPr/>
        </p:nvSpPr>
        <p:spPr>
          <a:xfrm>
            <a:off x="3723633" y="2442754"/>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Jeff Colandrea</a:t>
            </a:r>
            <a:endParaRPr lang="en-IN" sz="1050">
              <a:solidFill>
                <a:schemeClr val="bg1"/>
              </a:solidFill>
            </a:endParaRPr>
          </a:p>
          <a:p>
            <a:pPr algn="ctr"/>
            <a:r>
              <a:rPr lang="en-IN" sz="900">
                <a:solidFill>
                  <a:schemeClr val="bg1"/>
                </a:solidFill>
              </a:rPr>
              <a:t>(Core)</a:t>
            </a:r>
          </a:p>
        </p:txBody>
      </p:sp>
      <p:sp>
        <p:nvSpPr>
          <p:cNvPr id="30" name="Rectangle: Rounded Corners 29">
            <a:extLst>
              <a:ext uri="{FF2B5EF4-FFF2-40B4-BE49-F238E27FC236}">
                <a16:creationId xmlns:a16="http://schemas.microsoft.com/office/drawing/2014/main" id="{012C5B66-D9FD-0740-42A2-41AA4659C14F}"/>
              </a:ext>
            </a:extLst>
          </p:cNvPr>
          <p:cNvSpPr/>
          <p:nvPr/>
        </p:nvSpPr>
        <p:spPr>
          <a:xfrm>
            <a:off x="3683875" y="3522801"/>
            <a:ext cx="2768894" cy="407969"/>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Patrycja Kuligowska</a:t>
            </a:r>
          </a:p>
          <a:p>
            <a:pPr algn="ctr"/>
            <a:r>
              <a:rPr lang="en-IN" sz="900">
                <a:solidFill>
                  <a:schemeClr val="bg1"/>
                </a:solidFill>
              </a:rPr>
              <a:t>(BC)</a:t>
            </a:r>
            <a:r>
              <a:rPr lang="en-IN" sz="1100">
                <a:solidFill>
                  <a:schemeClr val="bg1"/>
                </a:solidFill>
              </a:rPr>
              <a:t> </a:t>
            </a:r>
          </a:p>
        </p:txBody>
      </p:sp>
      <p:sp>
        <p:nvSpPr>
          <p:cNvPr id="31" name="Rectangle: Rounded Corners 30">
            <a:extLst>
              <a:ext uri="{FF2B5EF4-FFF2-40B4-BE49-F238E27FC236}">
                <a16:creationId xmlns:a16="http://schemas.microsoft.com/office/drawing/2014/main" id="{AEF0F270-8715-80BD-8234-1A25BB77CD8A}"/>
              </a:ext>
            </a:extLst>
          </p:cNvPr>
          <p:cNvSpPr/>
          <p:nvPr/>
        </p:nvSpPr>
        <p:spPr>
          <a:xfrm>
            <a:off x="7998624" y="4018236"/>
            <a:ext cx="1578081"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Dean Johnston</a:t>
            </a:r>
          </a:p>
        </p:txBody>
      </p:sp>
      <p:sp>
        <p:nvSpPr>
          <p:cNvPr id="33" name="Rectangle: Rounded Corners 32">
            <a:extLst>
              <a:ext uri="{FF2B5EF4-FFF2-40B4-BE49-F238E27FC236}">
                <a16:creationId xmlns:a16="http://schemas.microsoft.com/office/drawing/2014/main" id="{A3F475C5-907D-6532-8579-331CF8BAE291}"/>
              </a:ext>
            </a:extLst>
          </p:cNvPr>
          <p:cNvSpPr/>
          <p:nvPr/>
        </p:nvSpPr>
        <p:spPr>
          <a:xfrm>
            <a:off x="7757642" y="5051794"/>
            <a:ext cx="3598606"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TBD</a:t>
            </a:r>
          </a:p>
        </p:txBody>
      </p:sp>
      <p:sp>
        <p:nvSpPr>
          <p:cNvPr id="35" name="Rectangle: Rounded Corners 34">
            <a:extLst>
              <a:ext uri="{FF2B5EF4-FFF2-40B4-BE49-F238E27FC236}">
                <a16:creationId xmlns:a16="http://schemas.microsoft.com/office/drawing/2014/main" id="{38C0802D-0DD2-8962-D173-E0CEC0C1442F}"/>
              </a:ext>
            </a:extLst>
          </p:cNvPr>
          <p:cNvSpPr/>
          <p:nvPr/>
        </p:nvSpPr>
        <p:spPr>
          <a:xfrm>
            <a:off x="5928856" y="2458463"/>
            <a:ext cx="1725549"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Devin Wells</a:t>
            </a:r>
            <a:endParaRPr lang="en-IN" sz="900">
              <a:solidFill>
                <a:schemeClr val="bg1"/>
              </a:solidFill>
            </a:endParaRPr>
          </a:p>
          <a:p>
            <a:pPr algn="ctr"/>
            <a:r>
              <a:rPr lang="en-IN" sz="900">
                <a:solidFill>
                  <a:schemeClr val="bg1"/>
                </a:solidFill>
              </a:rPr>
              <a:t>(CIPS)</a:t>
            </a:r>
            <a:endParaRPr lang="en-IN" sz="1100">
              <a:solidFill>
                <a:schemeClr val="bg1"/>
              </a:solidFill>
            </a:endParaRPr>
          </a:p>
        </p:txBody>
      </p:sp>
      <p:sp>
        <p:nvSpPr>
          <p:cNvPr id="36" name="Rectangle: Rounded Corners 35">
            <a:extLst>
              <a:ext uri="{FF2B5EF4-FFF2-40B4-BE49-F238E27FC236}">
                <a16:creationId xmlns:a16="http://schemas.microsoft.com/office/drawing/2014/main" id="{BE767C46-A885-510E-32C0-2B3BC0F7AEF8}"/>
              </a:ext>
            </a:extLst>
          </p:cNvPr>
          <p:cNvSpPr/>
          <p:nvPr/>
        </p:nvSpPr>
        <p:spPr>
          <a:xfrm>
            <a:off x="9596387" y="2463983"/>
            <a:ext cx="1759860"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Troy Baillargeon</a:t>
            </a:r>
          </a:p>
          <a:p>
            <a:pPr algn="ctr"/>
            <a:r>
              <a:rPr lang="en-IN" sz="900">
                <a:solidFill>
                  <a:schemeClr val="bg1"/>
                </a:solidFill>
              </a:rPr>
              <a:t>(Change)</a:t>
            </a:r>
          </a:p>
        </p:txBody>
      </p:sp>
      <p:sp>
        <p:nvSpPr>
          <p:cNvPr id="37" name="Rectangle: Rounded Corners 36">
            <a:extLst>
              <a:ext uri="{FF2B5EF4-FFF2-40B4-BE49-F238E27FC236}">
                <a16:creationId xmlns:a16="http://schemas.microsoft.com/office/drawing/2014/main" id="{BF0DF6CC-3BE1-2648-3B74-57113A199020}"/>
              </a:ext>
            </a:extLst>
          </p:cNvPr>
          <p:cNvSpPr/>
          <p:nvPr/>
        </p:nvSpPr>
        <p:spPr>
          <a:xfrm>
            <a:off x="6521342" y="3511339"/>
            <a:ext cx="2776461"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Stephen Payne</a:t>
            </a:r>
          </a:p>
          <a:p>
            <a:pPr algn="ctr"/>
            <a:r>
              <a:rPr lang="en-IN" sz="900">
                <a:solidFill>
                  <a:schemeClr val="bg1"/>
                </a:solidFill>
              </a:rPr>
              <a:t>(GPAS)</a:t>
            </a:r>
            <a:endParaRPr lang="en-IN" sz="1100">
              <a:solidFill>
                <a:schemeClr val="bg1"/>
              </a:solidFill>
            </a:endParaRPr>
          </a:p>
        </p:txBody>
      </p:sp>
      <p:sp>
        <p:nvSpPr>
          <p:cNvPr id="40" name="Rectangle: Rounded Corners 39">
            <a:extLst>
              <a:ext uri="{FF2B5EF4-FFF2-40B4-BE49-F238E27FC236}">
                <a16:creationId xmlns:a16="http://schemas.microsoft.com/office/drawing/2014/main" id="{352D14A1-BAC8-8576-C1DC-F9C4DD35CBBE}"/>
              </a:ext>
            </a:extLst>
          </p:cNvPr>
          <p:cNvSpPr/>
          <p:nvPr/>
        </p:nvSpPr>
        <p:spPr>
          <a:xfrm>
            <a:off x="9738934" y="4011704"/>
            <a:ext cx="1578081"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Matt Reynolds</a:t>
            </a:r>
          </a:p>
        </p:txBody>
      </p:sp>
      <p:sp>
        <p:nvSpPr>
          <p:cNvPr id="42" name="Rectangle: Rounded Corners 41">
            <a:extLst>
              <a:ext uri="{FF2B5EF4-FFF2-40B4-BE49-F238E27FC236}">
                <a16:creationId xmlns:a16="http://schemas.microsoft.com/office/drawing/2014/main" id="{19ED339B-7A18-7B10-E72E-B41146A09498}"/>
              </a:ext>
            </a:extLst>
          </p:cNvPr>
          <p:cNvSpPr/>
          <p:nvPr/>
        </p:nvSpPr>
        <p:spPr>
          <a:xfrm>
            <a:off x="7748218" y="4536752"/>
            <a:ext cx="1283111"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Gourab Marik</a:t>
            </a:r>
          </a:p>
          <a:p>
            <a:pPr algn="ctr"/>
            <a:r>
              <a:rPr lang="en-IN" sz="900">
                <a:solidFill>
                  <a:schemeClr val="bg1"/>
                </a:solidFill>
              </a:rPr>
              <a:t>(INT)</a:t>
            </a:r>
          </a:p>
        </p:txBody>
      </p:sp>
      <p:sp>
        <p:nvSpPr>
          <p:cNvPr id="43" name="Rectangle: Rounded Corners 42">
            <a:extLst>
              <a:ext uri="{FF2B5EF4-FFF2-40B4-BE49-F238E27FC236}">
                <a16:creationId xmlns:a16="http://schemas.microsoft.com/office/drawing/2014/main" id="{E8A31937-0281-AB06-CD23-C92E28045440}"/>
              </a:ext>
            </a:extLst>
          </p:cNvPr>
          <p:cNvSpPr/>
          <p:nvPr/>
        </p:nvSpPr>
        <p:spPr>
          <a:xfrm>
            <a:off x="9184548" y="4518218"/>
            <a:ext cx="1297488"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Balaji KV</a:t>
            </a:r>
          </a:p>
          <a:p>
            <a:pPr algn="ctr"/>
            <a:r>
              <a:rPr lang="en-IN" sz="900">
                <a:solidFill>
                  <a:schemeClr val="bg1"/>
                </a:solidFill>
              </a:rPr>
              <a:t>(BC)</a:t>
            </a:r>
          </a:p>
        </p:txBody>
      </p:sp>
      <p:sp>
        <p:nvSpPr>
          <p:cNvPr id="45" name="Signalisation droite 24">
            <a:extLst>
              <a:ext uri="{FF2B5EF4-FFF2-40B4-BE49-F238E27FC236}">
                <a16:creationId xmlns:a16="http://schemas.microsoft.com/office/drawing/2014/main" id="{F90EC28B-1E07-0F7A-F0F6-57BE81225AA2}"/>
              </a:ext>
            </a:extLst>
          </p:cNvPr>
          <p:cNvSpPr/>
          <p:nvPr/>
        </p:nvSpPr>
        <p:spPr>
          <a:xfrm>
            <a:off x="434295" y="1436682"/>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defRPr/>
            </a:pPr>
            <a:r>
              <a:rPr lang="en-US" sz="1100" b="1" err="1">
                <a:solidFill>
                  <a:schemeClr val="accent1">
                    <a:lumMod val="50000"/>
                  </a:schemeClr>
                </a:solidFill>
                <a:latin typeface="Ubuntu"/>
              </a:rPr>
              <a:t>Programme</a:t>
            </a:r>
            <a:r>
              <a:rPr lang="en-US" sz="1100" b="1">
                <a:solidFill>
                  <a:schemeClr val="accent1">
                    <a:lumMod val="50000"/>
                  </a:schemeClr>
                </a:solidFill>
                <a:latin typeface="Ubuntu"/>
              </a:rPr>
              <a:t> Directors</a:t>
            </a:r>
            <a:endParaRPr lang="en-US" sz="1100" b="1">
              <a:solidFill>
                <a:schemeClr val="accent1">
                  <a:lumMod val="50000"/>
                </a:schemeClr>
              </a:solidFill>
              <a:latin typeface="Ubuntu" panose="020B0504030602030204" pitchFamily="34" charset="0"/>
            </a:endParaRPr>
          </a:p>
        </p:txBody>
      </p:sp>
      <p:sp>
        <p:nvSpPr>
          <p:cNvPr id="46" name="Rectangle: Rounded Corners 45">
            <a:extLst>
              <a:ext uri="{FF2B5EF4-FFF2-40B4-BE49-F238E27FC236}">
                <a16:creationId xmlns:a16="http://schemas.microsoft.com/office/drawing/2014/main" id="{29E3ED98-0A5D-ACDF-C52F-5C788B3262F4}"/>
              </a:ext>
            </a:extLst>
          </p:cNvPr>
          <p:cNvSpPr/>
          <p:nvPr/>
        </p:nvSpPr>
        <p:spPr>
          <a:xfrm>
            <a:off x="3675537" y="1448227"/>
            <a:ext cx="3956514" cy="40796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Max Cartwright</a:t>
            </a:r>
            <a:endParaRPr lang="en-US"/>
          </a:p>
        </p:txBody>
      </p:sp>
      <p:sp>
        <p:nvSpPr>
          <p:cNvPr id="47" name="Rectangle: Rounded Corners 46">
            <a:extLst>
              <a:ext uri="{FF2B5EF4-FFF2-40B4-BE49-F238E27FC236}">
                <a16:creationId xmlns:a16="http://schemas.microsoft.com/office/drawing/2014/main" id="{C1FD1D2F-8602-F2F1-0EF8-F3A5E2C835B3}"/>
              </a:ext>
            </a:extLst>
          </p:cNvPr>
          <p:cNvSpPr/>
          <p:nvPr/>
        </p:nvSpPr>
        <p:spPr>
          <a:xfrm>
            <a:off x="7757635" y="1445827"/>
            <a:ext cx="3598606"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Warren Pilkington</a:t>
            </a:r>
          </a:p>
        </p:txBody>
      </p:sp>
      <p:sp>
        <p:nvSpPr>
          <p:cNvPr id="48" name="Rectangle: Rounded Corners 47">
            <a:extLst>
              <a:ext uri="{FF2B5EF4-FFF2-40B4-BE49-F238E27FC236}">
                <a16:creationId xmlns:a16="http://schemas.microsoft.com/office/drawing/2014/main" id="{DBBD1BD3-AEB4-3796-CD10-3E64FE8AEC55}"/>
              </a:ext>
            </a:extLst>
          </p:cNvPr>
          <p:cNvSpPr/>
          <p:nvPr/>
        </p:nvSpPr>
        <p:spPr>
          <a:xfrm>
            <a:off x="3723633" y="1936944"/>
            <a:ext cx="2339979" cy="433891"/>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Ananda Arasu </a:t>
            </a:r>
            <a:r>
              <a:rPr lang="en-IN" sz="1100" err="1">
                <a:solidFill>
                  <a:schemeClr val="bg1"/>
                </a:solidFill>
              </a:rPr>
              <a:t>Ponnaiah</a:t>
            </a:r>
          </a:p>
        </p:txBody>
      </p:sp>
      <p:sp>
        <p:nvSpPr>
          <p:cNvPr id="49" name="Rectangle: Rounded Corners 48">
            <a:extLst>
              <a:ext uri="{FF2B5EF4-FFF2-40B4-BE49-F238E27FC236}">
                <a16:creationId xmlns:a16="http://schemas.microsoft.com/office/drawing/2014/main" id="{4D207688-39E6-D5AF-EA8F-22F7187A7A77}"/>
              </a:ext>
            </a:extLst>
          </p:cNvPr>
          <p:cNvSpPr/>
          <p:nvPr/>
        </p:nvSpPr>
        <p:spPr>
          <a:xfrm>
            <a:off x="6286052" y="1932212"/>
            <a:ext cx="1844931"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Natraj </a:t>
            </a:r>
            <a:r>
              <a:rPr lang="en-IN" sz="1100" err="1">
                <a:solidFill>
                  <a:schemeClr val="bg1"/>
                </a:solidFill>
              </a:rPr>
              <a:t>Gudla</a:t>
            </a:r>
          </a:p>
        </p:txBody>
      </p:sp>
      <p:sp>
        <p:nvSpPr>
          <p:cNvPr id="51" name="Signalisation droite 26">
            <a:extLst>
              <a:ext uri="{FF2B5EF4-FFF2-40B4-BE49-F238E27FC236}">
                <a16:creationId xmlns:a16="http://schemas.microsoft.com/office/drawing/2014/main" id="{DEEC0034-B3D3-273D-2EAA-CA6ABA791932}"/>
              </a:ext>
            </a:extLst>
          </p:cNvPr>
          <p:cNvSpPr/>
          <p:nvPr/>
        </p:nvSpPr>
        <p:spPr>
          <a:xfrm>
            <a:off x="434302" y="5571353"/>
            <a:ext cx="2780840" cy="428047"/>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100" b="1">
                <a:solidFill>
                  <a:schemeClr val="accent1">
                    <a:lumMod val="50000"/>
                  </a:schemeClr>
                </a:solidFill>
                <a:latin typeface="Ubuntu" panose="020B0504030602030204" pitchFamily="34" charset="0"/>
              </a:rPr>
              <a:t>Product Rationalization</a:t>
            </a:r>
          </a:p>
        </p:txBody>
      </p:sp>
      <p:sp>
        <p:nvSpPr>
          <p:cNvPr id="54" name="Signalisation droite 25">
            <a:extLst>
              <a:ext uri="{FF2B5EF4-FFF2-40B4-BE49-F238E27FC236}">
                <a16:creationId xmlns:a16="http://schemas.microsoft.com/office/drawing/2014/main" id="{E71E1F2D-6EDC-DCFD-7472-49C20451C5CE}"/>
              </a:ext>
            </a:extLst>
          </p:cNvPr>
          <p:cNvSpPr/>
          <p:nvPr/>
        </p:nvSpPr>
        <p:spPr>
          <a:xfrm>
            <a:off x="434302" y="943138"/>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100" b="1">
                <a:solidFill>
                  <a:schemeClr val="accent1">
                    <a:lumMod val="50000"/>
                  </a:schemeClr>
                </a:solidFill>
                <a:latin typeface="Ubuntu"/>
              </a:rPr>
              <a:t>Business Sponsors / Delivery Executives</a:t>
            </a:r>
            <a:endParaRPr lang="en-US" sz="1100" b="1">
              <a:solidFill>
                <a:schemeClr val="accent1">
                  <a:lumMod val="50000"/>
                </a:schemeClr>
              </a:solidFill>
              <a:latin typeface="Ubuntu" panose="020B0504030602030204" pitchFamily="34" charset="0"/>
            </a:endParaRPr>
          </a:p>
        </p:txBody>
      </p:sp>
      <p:sp>
        <p:nvSpPr>
          <p:cNvPr id="55" name="Rectangle: Rounded Corners 54">
            <a:extLst>
              <a:ext uri="{FF2B5EF4-FFF2-40B4-BE49-F238E27FC236}">
                <a16:creationId xmlns:a16="http://schemas.microsoft.com/office/drawing/2014/main" id="{14133841-23B0-214F-D90C-3566F5697992}"/>
              </a:ext>
            </a:extLst>
          </p:cNvPr>
          <p:cNvSpPr/>
          <p:nvPr/>
        </p:nvSpPr>
        <p:spPr>
          <a:xfrm>
            <a:off x="6404409" y="937906"/>
            <a:ext cx="2335161" cy="405137"/>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rtlCol="0" anchor="ctr"/>
          <a:lstStyle/>
          <a:p>
            <a:pPr algn="ctr"/>
            <a:r>
              <a:rPr lang="en-IN" sz="1100" err="1">
                <a:solidFill>
                  <a:schemeClr val="bg1"/>
                </a:solidFill>
              </a:rPr>
              <a:t>Vanesssa</a:t>
            </a:r>
            <a:r>
              <a:rPr lang="en-IN" sz="1100">
                <a:solidFill>
                  <a:schemeClr val="bg1"/>
                </a:solidFill>
              </a:rPr>
              <a:t> Ortega</a:t>
            </a:r>
          </a:p>
        </p:txBody>
      </p:sp>
      <p:sp>
        <p:nvSpPr>
          <p:cNvPr id="56" name="Signalisation droite 26">
            <a:extLst>
              <a:ext uri="{FF2B5EF4-FFF2-40B4-BE49-F238E27FC236}">
                <a16:creationId xmlns:a16="http://schemas.microsoft.com/office/drawing/2014/main" id="{5A0D705D-0922-C500-DCCF-A70855A706D0}"/>
              </a:ext>
            </a:extLst>
          </p:cNvPr>
          <p:cNvSpPr/>
          <p:nvPr/>
        </p:nvSpPr>
        <p:spPr>
          <a:xfrm>
            <a:off x="419543" y="6100630"/>
            <a:ext cx="2780840" cy="428047"/>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lvl="0" algn="ctr">
              <a:defRPr/>
            </a:pPr>
            <a:r>
              <a:rPr lang="en-US" sz="1100" b="1">
                <a:solidFill>
                  <a:schemeClr val="accent1">
                    <a:lumMod val="50000"/>
                  </a:schemeClr>
                </a:solidFill>
                <a:latin typeface="Ubuntu" panose="020B0504030602030204" pitchFamily="34" charset="0"/>
              </a:rPr>
              <a:t>Procurement</a:t>
            </a:r>
          </a:p>
        </p:txBody>
      </p:sp>
      <p:sp>
        <p:nvSpPr>
          <p:cNvPr id="57" name="Rectangle: Rounded Corners 56">
            <a:extLst>
              <a:ext uri="{FF2B5EF4-FFF2-40B4-BE49-F238E27FC236}">
                <a16:creationId xmlns:a16="http://schemas.microsoft.com/office/drawing/2014/main" id="{FA9B77D7-CB12-72E7-9C39-15642DAD2A8B}"/>
              </a:ext>
            </a:extLst>
          </p:cNvPr>
          <p:cNvSpPr/>
          <p:nvPr/>
        </p:nvSpPr>
        <p:spPr>
          <a:xfrm>
            <a:off x="3683875" y="6065994"/>
            <a:ext cx="3956515"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Ian Craney</a:t>
            </a:r>
          </a:p>
        </p:txBody>
      </p:sp>
      <p:sp>
        <p:nvSpPr>
          <p:cNvPr id="58" name="Rectangle: Rounded Corners 57">
            <a:extLst>
              <a:ext uri="{FF2B5EF4-FFF2-40B4-BE49-F238E27FC236}">
                <a16:creationId xmlns:a16="http://schemas.microsoft.com/office/drawing/2014/main" id="{476F6A9E-1225-F31F-CC6D-DF0BCC19D373}"/>
              </a:ext>
            </a:extLst>
          </p:cNvPr>
          <p:cNvSpPr/>
          <p:nvPr/>
        </p:nvSpPr>
        <p:spPr>
          <a:xfrm>
            <a:off x="7742883" y="6057327"/>
            <a:ext cx="3598606"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Ben </a:t>
            </a:r>
            <a:r>
              <a:rPr lang="en-IN" sz="1100" err="1">
                <a:solidFill>
                  <a:schemeClr val="bg1"/>
                </a:solidFill>
              </a:rPr>
              <a:t>Lowles</a:t>
            </a:r>
          </a:p>
        </p:txBody>
      </p:sp>
      <p:sp>
        <p:nvSpPr>
          <p:cNvPr id="60" name="Rectangle: Rounded Corners 59">
            <a:extLst>
              <a:ext uri="{FF2B5EF4-FFF2-40B4-BE49-F238E27FC236}">
                <a16:creationId xmlns:a16="http://schemas.microsoft.com/office/drawing/2014/main" id="{1908A986-EA3E-EC36-BB95-059E12FB0A7C}"/>
              </a:ext>
            </a:extLst>
          </p:cNvPr>
          <p:cNvSpPr/>
          <p:nvPr/>
        </p:nvSpPr>
        <p:spPr>
          <a:xfrm>
            <a:off x="7841222" y="2454185"/>
            <a:ext cx="156834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Abby Vredenburg</a:t>
            </a:r>
            <a:endParaRPr lang="en-IN" sz="900">
              <a:solidFill>
                <a:schemeClr val="bg1"/>
              </a:solidFill>
            </a:endParaRPr>
          </a:p>
          <a:p>
            <a:pPr algn="ctr"/>
            <a:r>
              <a:rPr lang="en-IN" sz="900">
                <a:solidFill>
                  <a:schemeClr val="bg1"/>
                </a:solidFill>
              </a:rPr>
              <a:t>(Op)</a:t>
            </a:r>
            <a:endParaRPr lang="en-IN" sz="1100">
              <a:solidFill>
                <a:schemeClr val="bg1"/>
              </a:solidFill>
            </a:endParaRPr>
          </a:p>
        </p:txBody>
      </p:sp>
      <p:sp>
        <p:nvSpPr>
          <p:cNvPr id="2" name="Rectangle: Rounded Corners 1">
            <a:extLst>
              <a:ext uri="{FF2B5EF4-FFF2-40B4-BE49-F238E27FC236}">
                <a16:creationId xmlns:a16="http://schemas.microsoft.com/office/drawing/2014/main" id="{C0CAE81E-CAC7-0C52-E2E4-6A9F71FAF871}"/>
              </a:ext>
            </a:extLst>
          </p:cNvPr>
          <p:cNvSpPr/>
          <p:nvPr/>
        </p:nvSpPr>
        <p:spPr>
          <a:xfrm>
            <a:off x="8028028" y="121186"/>
            <a:ext cx="1004124" cy="213217"/>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rPr>
              <a:t>Beazley</a:t>
            </a:r>
          </a:p>
        </p:txBody>
      </p:sp>
      <p:sp>
        <p:nvSpPr>
          <p:cNvPr id="5" name="Rectangle: Rounded Corners 4">
            <a:extLst>
              <a:ext uri="{FF2B5EF4-FFF2-40B4-BE49-F238E27FC236}">
                <a16:creationId xmlns:a16="http://schemas.microsoft.com/office/drawing/2014/main" id="{28929B99-8514-BD0D-C3FF-41DC0E1AB85A}"/>
              </a:ext>
            </a:extLst>
          </p:cNvPr>
          <p:cNvSpPr/>
          <p:nvPr/>
        </p:nvSpPr>
        <p:spPr>
          <a:xfrm>
            <a:off x="9101405" y="114200"/>
            <a:ext cx="1001282" cy="220203"/>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a:solidFill>
                  <a:schemeClr val="bg1"/>
                </a:solidFill>
              </a:rPr>
              <a:t>Capgemini</a:t>
            </a:r>
          </a:p>
        </p:txBody>
      </p:sp>
      <p:sp>
        <p:nvSpPr>
          <p:cNvPr id="6" name="Rectangle: Rounded Corners 5">
            <a:extLst>
              <a:ext uri="{FF2B5EF4-FFF2-40B4-BE49-F238E27FC236}">
                <a16:creationId xmlns:a16="http://schemas.microsoft.com/office/drawing/2014/main" id="{4075ED8A-5485-62F1-BBA6-2C62EAA06B1C}"/>
              </a:ext>
            </a:extLst>
          </p:cNvPr>
          <p:cNvSpPr/>
          <p:nvPr/>
        </p:nvSpPr>
        <p:spPr>
          <a:xfrm>
            <a:off x="3687081" y="945019"/>
            <a:ext cx="2405287"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Barry Houston</a:t>
            </a:r>
          </a:p>
        </p:txBody>
      </p:sp>
      <p:sp>
        <p:nvSpPr>
          <p:cNvPr id="11" name="Rectangle: Rounded Corners 10">
            <a:extLst>
              <a:ext uri="{FF2B5EF4-FFF2-40B4-BE49-F238E27FC236}">
                <a16:creationId xmlns:a16="http://schemas.microsoft.com/office/drawing/2014/main" id="{873DABBF-ACC5-70E9-5C0E-7E29BF76981A}"/>
              </a:ext>
            </a:extLst>
          </p:cNvPr>
          <p:cNvSpPr/>
          <p:nvPr/>
        </p:nvSpPr>
        <p:spPr>
          <a:xfrm>
            <a:off x="8992333" y="937905"/>
            <a:ext cx="2335161" cy="405137"/>
          </a:xfrm>
          <a:prstGeom prst="roundRect">
            <a:avLst/>
          </a:prstGeom>
          <a:solidFill>
            <a:srgbClr val="FF66CC"/>
          </a:solidFill>
          <a:ln w="12700" cap="flat" cmpd="sng" algn="ctr">
            <a:solidFill>
              <a:srgbClr val="FFFFFF">
                <a:hueOff val="0"/>
                <a:satOff val="0"/>
                <a:lumOff val="0"/>
                <a:alphaOff val="0"/>
              </a:srgbClr>
            </a:solidFill>
            <a:prstDash val="solid"/>
            <a:miter lim="800000"/>
          </a:ln>
          <a:effectLst/>
        </p:spPr>
        <p:txBody>
          <a:bodyPr lIns="91440" tIns="45720" rIns="91440" bIns="45720" rtlCol="0" anchor="ctr"/>
          <a:lstStyle/>
          <a:p>
            <a:pPr algn="ctr"/>
            <a:r>
              <a:rPr lang="en-IN" sz="1100" err="1">
                <a:solidFill>
                  <a:schemeClr val="bg1"/>
                </a:solidFill>
              </a:rPr>
              <a:t>Akhlas</a:t>
            </a:r>
            <a:r>
              <a:rPr lang="en-IN" sz="1100">
                <a:solidFill>
                  <a:schemeClr val="bg1"/>
                </a:solidFill>
              </a:rPr>
              <a:t> Hafiz</a:t>
            </a:r>
            <a:endParaRPr lang="en-US"/>
          </a:p>
        </p:txBody>
      </p:sp>
      <p:sp>
        <p:nvSpPr>
          <p:cNvPr id="3" name="Rectangle: Rounded Corners 2">
            <a:extLst>
              <a:ext uri="{FF2B5EF4-FFF2-40B4-BE49-F238E27FC236}">
                <a16:creationId xmlns:a16="http://schemas.microsoft.com/office/drawing/2014/main" id="{FEFD9BC5-C28B-C1C8-3052-EEA547CE97F1}"/>
              </a:ext>
            </a:extLst>
          </p:cNvPr>
          <p:cNvSpPr/>
          <p:nvPr/>
        </p:nvSpPr>
        <p:spPr>
          <a:xfrm>
            <a:off x="6275012" y="4032612"/>
            <a:ext cx="1561383"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Jigar Solanki</a:t>
            </a:r>
            <a:endParaRPr lang="en-US"/>
          </a:p>
        </p:txBody>
      </p:sp>
      <p:sp>
        <p:nvSpPr>
          <p:cNvPr id="15" name="Signalisation droite 25">
            <a:extLst>
              <a:ext uri="{FF2B5EF4-FFF2-40B4-BE49-F238E27FC236}">
                <a16:creationId xmlns:a16="http://schemas.microsoft.com/office/drawing/2014/main" id="{F5F56D37-7D16-F5FB-A7BB-EC0BE051CBC4}"/>
              </a:ext>
            </a:extLst>
          </p:cNvPr>
          <p:cNvSpPr/>
          <p:nvPr/>
        </p:nvSpPr>
        <p:spPr>
          <a:xfrm>
            <a:off x="434302" y="2981854"/>
            <a:ext cx="2780840" cy="419514"/>
          </a:xfrm>
          <a:prstGeom prst="homePlat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r>
              <a:rPr lang="en-US" sz="1100" b="1">
                <a:solidFill>
                  <a:schemeClr val="accent1">
                    <a:lumMod val="50000"/>
                  </a:schemeClr>
                </a:solidFill>
                <a:latin typeface="Ubuntu"/>
              </a:rPr>
              <a:t>Functional Leads</a:t>
            </a:r>
            <a:endParaRPr lang="en-US"/>
          </a:p>
        </p:txBody>
      </p:sp>
      <p:sp>
        <p:nvSpPr>
          <p:cNvPr id="16" name="Rectangle: Rounded Corners 15">
            <a:extLst>
              <a:ext uri="{FF2B5EF4-FFF2-40B4-BE49-F238E27FC236}">
                <a16:creationId xmlns:a16="http://schemas.microsoft.com/office/drawing/2014/main" id="{B6115C53-43F7-67FD-689E-29E4FE040E16}"/>
              </a:ext>
            </a:extLst>
          </p:cNvPr>
          <p:cNvSpPr/>
          <p:nvPr/>
        </p:nvSpPr>
        <p:spPr>
          <a:xfrm>
            <a:off x="3675544" y="2970309"/>
            <a:ext cx="2976712" cy="431059"/>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Sherezad Contractor </a:t>
            </a:r>
            <a:endParaRPr lang="en-US">
              <a:solidFill>
                <a:schemeClr val="bg1"/>
              </a:solidFill>
            </a:endParaRPr>
          </a:p>
          <a:p>
            <a:pPr algn="ctr"/>
            <a:r>
              <a:rPr lang="en-IN" sz="900">
                <a:solidFill>
                  <a:schemeClr val="bg1"/>
                </a:solidFill>
              </a:rPr>
              <a:t>(PC)</a:t>
            </a:r>
            <a:endParaRPr lang="en-IN">
              <a:solidFill>
                <a:schemeClr val="bg1"/>
              </a:solidFill>
            </a:endParaRPr>
          </a:p>
        </p:txBody>
      </p:sp>
      <p:sp>
        <p:nvSpPr>
          <p:cNvPr id="22" name="Rectangle: Rounded Corners 21">
            <a:extLst>
              <a:ext uri="{FF2B5EF4-FFF2-40B4-BE49-F238E27FC236}">
                <a16:creationId xmlns:a16="http://schemas.microsoft.com/office/drawing/2014/main" id="{C5477E02-1B87-0425-2FFE-22E7E6642DDC}"/>
              </a:ext>
            </a:extLst>
          </p:cNvPr>
          <p:cNvSpPr/>
          <p:nvPr/>
        </p:nvSpPr>
        <p:spPr>
          <a:xfrm>
            <a:off x="6794137" y="2965167"/>
            <a:ext cx="2512810" cy="454150"/>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Sriram Jagannathan</a:t>
            </a:r>
          </a:p>
          <a:p>
            <a:pPr algn="ctr"/>
            <a:r>
              <a:rPr lang="en-IN" sz="1100">
                <a:solidFill>
                  <a:schemeClr val="bg1"/>
                </a:solidFill>
              </a:rPr>
              <a:t> </a:t>
            </a:r>
            <a:r>
              <a:rPr lang="en-IN" sz="900">
                <a:solidFill>
                  <a:schemeClr val="bg1"/>
                </a:solidFill>
              </a:rPr>
              <a:t>(BC)</a:t>
            </a:r>
            <a:endParaRPr lang="en-IN" sz="1100">
              <a:solidFill>
                <a:schemeClr val="bg1"/>
              </a:solidFill>
            </a:endParaRPr>
          </a:p>
        </p:txBody>
      </p:sp>
      <p:sp>
        <p:nvSpPr>
          <p:cNvPr id="12" name="Rectangle: Rounded Corners 11">
            <a:extLst>
              <a:ext uri="{FF2B5EF4-FFF2-40B4-BE49-F238E27FC236}">
                <a16:creationId xmlns:a16="http://schemas.microsoft.com/office/drawing/2014/main" id="{9E4BF4D9-9D54-2EA5-0D69-7C0FF8C6E2A2}"/>
              </a:ext>
            </a:extLst>
          </p:cNvPr>
          <p:cNvSpPr/>
          <p:nvPr/>
        </p:nvSpPr>
        <p:spPr>
          <a:xfrm>
            <a:off x="3683875" y="5575550"/>
            <a:ext cx="1437933"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Peter Dixon</a:t>
            </a:r>
            <a:endParaRPr lang="en-US"/>
          </a:p>
        </p:txBody>
      </p:sp>
      <p:sp>
        <p:nvSpPr>
          <p:cNvPr id="14" name="Rectangle: Rounded Corners 13">
            <a:extLst>
              <a:ext uri="{FF2B5EF4-FFF2-40B4-BE49-F238E27FC236}">
                <a16:creationId xmlns:a16="http://schemas.microsoft.com/office/drawing/2014/main" id="{6BB6CD4C-2327-F604-CD62-6B258FAE91F0}"/>
              </a:ext>
            </a:extLst>
          </p:cNvPr>
          <p:cNvSpPr/>
          <p:nvPr/>
        </p:nvSpPr>
        <p:spPr>
          <a:xfrm>
            <a:off x="5336402" y="5571353"/>
            <a:ext cx="1436365"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Kelly Reisling</a:t>
            </a:r>
            <a:endParaRPr lang="en-US"/>
          </a:p>
        </p:txBody>
      </p:sp>
      <p:sp>
        <p:nvSpPr>
          <p:cNvPr id="17" name="Rectangle: Rounded Corners 16">
            <a:extLst>
              <a:ext uri="{FF2B5EF4-FFF2-40B4-BE49-F238E27FC236}">
                <a16:creationId xmlns:a16="http://schemas.microsoft.com/office/drawing/2014/main" id="{846966F0-5E16-612A-9412-C827212895C9}"/>
              </a:ext>
            </a:extLst>
          </p:cNvPr>
          <p:cNvSpPr/>
          <p:nvPr/>
        </p:nvSpPr>
        <p:spPr>
          <a:xfrm>
            <a:off x="6957045" y="5568850"/>
            <a:ext cx="1395253"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Jeff Colandrea</a:t>
            </a:r>
            <a:endParaRPr lang="en-IN" sz="1050">
              <a:solidFill>
                <a:schemeClr val="bg1"/>
              </a:solidFill>
            </a:endParaRPr>
          </a:p>
          <a:p>
            <a:pPr algn="ctr"/>
            <a:r>
              <a:rPr lang="en-IN" sz="900">
                <a:solidFill>
                  <a:schemeClr val="bg1"/>
                </a:solidFill>
              </a:rPr>
              <a:t>(Core)</a:t>
            </a:r>
          </a:p>
        </p:txBody>
      </p:sp>
      <p:sp>
        <p:nvSpPr>
          <p:cNvPr id="20" name="Rectangle: Rounded Corners 19">
            <a:extLst>
              <a:ext uri="{FF2B5EF4-FFF2-40B4-BE49-F238E27FC236}">
                <a16:creationId xmlns:a16="http://schemas.microsoft.com/office/drawing/2014/main" id="{A8187D7B-98E8-6FCC-FC22-874EE1851C75}"/>
              </a:ext>
            </a:extLst>
          </p:cNvPr>
          <p:cNvSpPr/>
          <p:nvPr/>
        </p:nvSpPr>
        <p:spPr>
          <a:xfrm>
            <a:off x="8608004" y="5568850"/>
            <a:ext cx="1436365"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Troy Baillargeon</a:t>
            </a:r>
          </a:p>
          <a:p>
            <a:pPr algn="ctr"/>
            <a:r>
              <a:rPr lang="en-IN" sz="900">
                <a:solidFill>
                  <a:schemeClr val="bg1"/>
                </a:solidFill>
              </a:rPr>
              <a:t>(Change)</a:t>
            </a:r>
          </a:p>
        </p:txBody>
      </p:sp>
      <p:sp>
        <p:nvSpPr>
          <p:cNvPr id="21" name="Rectangle: Rounded Corners 20">
            <a:extLst>
              <a:ext uri="{FF2B5EF4-FFF2-40B4-BE49-F238E27FC236}">
                <a16:creationId xmlns:a16="http://schemas.microsoft.com/office/drawing/2014/main" id="{FF45D8A4-E275-79B8-A8E9-13563C01DC2B}"/>
              </a:ext>
            </a:extLst>
          </p:cNvPr>
          <p:cNvSpPr/>
          <p:nvPr/>
        </p:nvSpPr>
        <p:spPr>
          <a:xfrm>
            <a:off x="10258964" y="5566199"/>
            <a:ext cx="109727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100">
                <a:solidFill>
                  <a:schemeClr val="bg1"/>
                </a:solidFill>
              </a:rPr>
              <a:t>Matt Reynolds</a:t>
            </a:r>
          </a:p>
        </p:txBody>
      </p:sp>
      <p:sp>
        <p:nvSpPr>
          <p:cNvPr id="23" name="Rectangle: Rounded Corners 22">
            <a:extLst>
              <a:ext uri="{FF2B5EF4-FFF2-40B4-BE49-F238E27FC236}">
                <a16:creationId xmlns:a16="http://schemas.microsoft.com/office/drawing/2014/main" id="{C8477846-C2D4-B82A-99BD-7F52995EA5E7}"/>
              </a:ext>
            </a:extLst>
          </p:cNvPr>
          <p:cNvSpPr/>
          <p:nvPr/>
        </p:nvSpPr>
        <p:spPr>
          <a:xfrm>
            <a:off x="6258963" y="4524052"/>
            <a:ext cx="1283111" cy="419514"/>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Rajesh Bandaru</a:t>
            </a:r>
            <a:endParaRPr lang="en-US">
              <a:solidFill>
                <a:schemeClr val="bg1"/>
              </a:solidFill>
            </a:endParaRPr>
          </a:p>
          <a:p>
            <a:pPr algn="ctr"/>
            <a:r>
              <a:rPr lang="en-IN" sz="900">
                <a:solidFill>
                  <a:schemeClr val="bg1"/>
                </a:solidFill>
              </a:rPr>
              <a:t>(PC)</a:t>
            </a:r>
          </a:p>
        </p:txBody>
      </p:sp>
    </p:spTree>
    <p:extLst>
      <p:ext uri="{BB962C8B-B14F-4D97-AF65-F5344CB8AC3E}">
        <p14:creationId xmlns:p14="http://schemas.microsoft.com/office/powerpoint/2010/main" val="3711325015"/>
      </p:ext>
    </p:extLst>
  </p:cSld>
  <p:clrMapOvr>
    <a:masterClrMapping/>
  </p:clrMapOvr>
  <p:extLst>
    <p:ext uri="{6950BFC3-D8DA-4A85-94F7-54DA5524770B}">
      <p188:commentRel xmlns:p188="http://schemas.microsoft.com/office/powerpoint/2018/8/main" r:id="rId2"/>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Design principles</a:t>
            </a:r>
          </a:p>
        </p:txBody>
      </p:sp>
      <p:cxnSp>
        <p:nvCxnSpPr>
          <p:cNvPr id="143" name="Straight Connector 142">
            <a:extLst>
              <a:ext uri="{FF2B5EF4-FFF2-40B4-BE49-F238E27FC236}">
                <a16:creationId xmlns:a16="http://schemas.microsoft.com/office/drawing/2014/main" id="{3BF8E67B-C462-9DA6-1146-CD7A06B01E8A}"/>
              </a:ext>
            </a:extLst>
          </p:cNvPr>
          <p:cNvCxnSpPr>
            <a:cxnSpLocks/>
          </p:cNvCxnSpPr>
          <p:nvPr/>
        </p:nvCxnSpPr>
        <p:spPr>
          <a:xfrm>
            <a:off x="-9331" y="1762659"/>
            <a:ext cx="837446" cy="0"/>
          </a:xfrm>
          <a:prstGeom prst="line">
            <a:avLst/>
          </a:prstGeom>
          <a:noFill/>
          <a:ln w="28575" cap="flat" cmpd="sng" algn="ctr">
            <a:solidFill>
              <a:srgbClr val="FF0000"/>
            </a:solidFill>
            <a:prstDash val="solid"/>
            <a:miter lim="800000"/>
          </a:ln>
          <a:effectLst/>
        </p:spPr>
      </p:cxnSp>
      <p:sp>
        <p:nvSpPr>
          <p:cNvPr id="144" name="Arc 143">
            <a:extLst>
              <a:ext uri="{FF2B5EF4-FFF2-40B4-BE49-F238E27FC236}">
                <a16:creationId xmlns:a16="http://schemas.microsoft.com/office/drawing/2014/main" id="{DB02A6E2-1255-63F4-C9DE-F2A3BA5FAB6F}"/>
              </a:ext>
            </a:extLst>
          </p:cNvPr>
          <p:cNvSpPr/>
          <p:nvPr/>
        </p:nvSpPr>
        <p:spPr>
          <a:xfrm>
            <a:off x="625670" y="1762439"/>
            <a:ext cx="424188" cy="424188"/>
          </a:xfrm>
          <a:prstGeom prst="arc">
            <a:avLst>
              <a:gd name="adj1" fmla="val 16043556"/>
              <a:gd name="adj2" fmla="val 0"/>
            </a:avLst>
          </a:prstGeom>
          <a:noFill/>
          <a:ln w="28575"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de-DE" sz="1800" b="0" i="0" u="none" strike="noStrike" kern="0" cap="none" spc="0" normalizeH="0" baseline="0" noProof="0">
              <a:ln>
                <a:noFill/>
              </a:ln>
              <a:solidFill>
                <a:prstClr val="black"/>
              </a:solidFill>
              <a:effectLst/>
              <a:uLnTx/>
              <a:uFillTx/>
              <a:latin typeface="Calibri" panose="020F0502020204030204"/>
              <a:ea typeface="+mn-ea"/>
              <a:cs typeface="+mn-cs"/>
            </a:endParaRPr>
          </a:p>
        </p:txBody>
      </p:sp>
      <p:cxnSp>
        <p:nvCxnSpPr>
          <p:cNvPr id="145" name="Straight Connector 144">
            <a:extLst>
              <a:ext uri="{FF2B5EF4-FFF2-40B4-BE49-F238E27FC236}">
                <a16:creationId xmlns:a16="http://schemas.microsoft.com/office/drawing/2014/main" id="{63575297-23D9-2043-C00C-09B94D4DC048}"/>
              </a:ext>
            </a:extLst>
          </p:cNvPr>
          <p:cNvCxnSpPr>
            <a:cxnSpLocks/>
          </p:cNvCxnSpPr>
          <p:nvPr/>
        </p:nvCxnSpPr>
        <p:spPr>
          <a:xfrm flipH="1">
            <a:off x="1046329" y="1868203"/>
            <a:ext cx="3529" cy="4687064"/>
          </a:xfrm>
          <a:prstGeom prst="line">
            <a:avLst/>
          </a:prstGeom>
          <a:noFill/>
          <a:ln w="28575" cap="flat" cmpd="sng" algn="ctr">
            <a:solidFill>
              <a:srgbClr val="FF0000"/>
            </a:solidFill>
            <a:prstDash val="solid"/>
            <a:miter lim="800000"/>
          </a:ln>
          <a:effectLst/>
        </p:spPr>
      </p:cxnSp>
      <p:sp>
        <p:nvSpPr>
          <p:cNvPr id="146" name="Oval 145">
            <a:extLst>
              <a:ext uri="{FF2B5EF4-FFF2-40B4-BE49-F238E27FC236}">
                <a16:creationId xmlns:a16="http://schemas.microsoft.com/office/drawing/2014/main" id="{C9649591-4E12-F2C2-DD1B-810451CB6239}"/>
              </a:ext>
            </a:extLst>
          </p:cNvPr>
          <p:cNvSpPr/>
          <p:nvPr/>
        </p:nvSpPr>
        <p:spPr>
          <a:xfrm>
            <a:off x="778907" y="1843139"/>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47" name="TextBox 146">
            <a:extLst>
              <a:ext uri="{FF2B5EF4-FFF2-40B4-BE49-F238E27FC236}">
                <a16:creationId xmlns:a16="http://schemas.microsoft.com/office/drawing/2014/main" id="{E04A8A85-F206-2907-B975-2470983DDE9D}"/>
              </a:ext>
            </a:extLst>
          </p:cNvPr>
          <p:cNvSpPr txBox="1"/>
          <p:nvPr/>
        </p:nvSpPr>
        <p:spPr>
          <a:xfrm>
            <a:off x="1405476" y="1990521"/>
            <a:ext cx="3942702" cy="246221"/>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 support the agreed Release  scope?</a:t>
            </a:r>
          </a:p>
        </p:txBody>
      </p:sp>
      <p:grpSp>
        <p:nvGrpSpPr>
          <p:cNvPr id="148" name="Group 147">
            <a:extLst>
              <a:ext uri="{FF2B5EF4-FFF2-40B4-BE49-F238E27FC236}">
                <a16:creationId xmlns:a16="http://schemas.microsoft.com/office/drawing/2014/main" id="{D78BA56B-DD66-B653-579D-06BF009C253B}"/>
              </a:ext>
            </a:extLst>
          </p:cNvPr>
          <p:cNvGrpSpPr/>
          <p:nvPr/>
        </p:nvGrpSpPr>
        <p:grpSpPr>
          <a:xfrm>
            <a:off x="847467" y="1976999"/>
            <a:ext cx="390676" cy="277405"/>
            <a:chOff x="1565508" y="2532433"/>
            <a:chExt cx="559237" cy="397100"/>
          </a:xfrm>
          <a:solidFill>
            <a:sysClr val="window" lastClr="FFFFFF"/>
          </a:solidFill>
        </p:grpSpPr>
        <p:sp>
          <p:nvSpPr>
            <p:cNvPr id="149" name="Freeform 151">
              <a:extLst>
                <a:ext uri="{FF2B5EF4-FFF2-40B4-BE49-F238E27FC236}">
                  <a16:creationId xmlns:a16="http://schemas.microsoft.com/office/drawing/2014/main" id="{8E688E1F-AA36-1ACD-C114-0F4BC5B74694}"/>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0" name="Freeform 152">
              <a:extLst>
                <a:ext uri="{FF2B5EF4-FFF2-40B4-BE49-F238E27FC236}">
                  <a16:creationId xmlns:a16="http://schemas.microsoft.com/office/drawing/2014/main" id="{3EF37959-B3F2-BDFE-65EF-B6B1127CB506}"/>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1" name="Freeform 153">
              <a:extLst>
                <a:ext uri="{FF2B5EF4-FFF2-40B4-BE49-F238E27FC236}">
                  <a16:creationId xmlns:a16="http://schemas.microsoft.com/office/drawing/2014/main" id="{EB1A9BDC-AA5E-175D-EF23-69DD8FC15DD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2" name="Freeform 154">
              <a:extLst>
                <a:ext uri="{FF2B5EF4-FFF2-40B4-BE49-F238E27FC236}">
                  <a16:creationId xmlns:a16="http://schemas.microsoft.com/office/drawing/2014/main" id="{76ECC646-DCBD-B725-9ADD-8FA0D8E0C7CC}"/>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3" name="Freeform 155">
              <a:extLst>
                <a:ext uri="{FF2B5EF4-FFF2-40B4-BE49-F238E27FC236}">
                  <a16:creationId xmlns:a16="http://schemas.microsoft.com/office/drawing/2014/main" id="{2938E531-12F7-39DF-4E5F-E184A45FD818}"/>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4" name="Freeform 156">
              <a:extLst>
                <a:ext uri="{FF2B5EF4-FFF2-40B4-BE49-F238E27FC236}">
                  <a16:creationId xmlns:a16="http://schemas.microsoft.com/office/drawing/2014/main" id="{88556206-AD7F-E09B-14E5-480F5A538981}"/>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55" name="Freeform 157">
              <a:extLst>
                <a:ext uri="{FF2B5EF4-FFF2-40B4-BE49-F238E27FC236}">
                  <a16:creationId xmlns:a16="http://schemas.microsoft.com/office/drawing/2014/main" id="{56333906-DF9F-3B5A-1CB9-02E14D4E0B08}"/>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56" name="Oval 155">
            <a:extLst>
              <a:ext uri="{FF2B5EF4-FFF2-40B4-BE49-F238E27FC236}">
                <a16:creationId xmlns:a16="http://schemas.microsoft.com/office/drawing/2014/main" id="{ADB56101-581C-1632-E614-4F6E12D072C9}"/>
              </a:ext>
            </a:extLst>
          </p:cNvPr>
          <p:cNvSpPr/>
          <p:nvPr/>
        </p:nvSpPr>
        <p:spPr>
          <a:xfrm>
            <a:off x="778907" y="2645171"/>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57" name="TextBox 156">
            <a:extLst>
              <a:ext uri="{FF2B5EF4-FFF2-40B4-BE49-F238E27FC236}">
                <a16:creationId xmlns:a16="http://schemas.microsoft.com/office/drawing/2014/main" id="{B08C797B-AA85-B423-5C1F-E55E2F2CC4CA}"/>
              </a:ext>
            </a:extLst>
          </p:cNvPr>
          <p:cNvSpPr txBox="1"/>
          <p:nvPr/>
        </p:nvSpPr>
        <p:spPr>
          <a:xfrm>
            <a:off x="1405476" y="2659431"/>
            <a:ext cx="3726522"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ensure the business is not in a worse position from before?</a:t>
            </a:r>
          </a:p>
        </p:txBody>
      </p:sp>
      <p:grpSp>
        <p:nvGrpSpPr>
          <p:cNvPr id="158" name="Group 157">
            <a:extLst>
              <a:ext uri="{FF2B5EF4-FFF2-40B4-BE49-F238E27FC236}">
                <a16:creationId xmlns:a16="http://schemas.microsoft.com/office/drawing/2014/main" id="{578EB1ED-CF6B-5CEB-3081-11103F9CC973}"/>
              </a:ext>
            </a:extLst>
          </p:cNvPr>
          <p:cNvGrpSpPr/>
          <p:nvPr/>
        </p:nvGrpSpPr>
        <p:grpSpPr>
          <a:xfrm>
            <a:off x="895464" y="2774680"/>
            <a:ext cx="308790" cy="286417"/>
            <a:chOff x="3469719" y="2554275"/>
            <a:chExt cx="518094" cy="480560"/>
          </a:xfrm>
          <a:solidFill>
            <a:sysClr val="window" lastClr="FFFFFF"/>
          </a:solidFill>
        </p:grpSpPr>
        <p:sp>
          <p:nvSpPr>
            <p:cNvPr id="159" name="Freeform 53">
              <a:extLst>
                <a:ext uri="{FF2B5EF4-FFF2-40B4-BE49-F238E27FC236}">
                  <a16:creationId xmlns:a16="http://schemas.microsoft.com/office/drawing/2014/main" id="{DEFF3A2F-D339-5E62-E0DE-6E500F2EEAF0}"/>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0" name="Freeform 54">
              <a:extLst>
                <a:ext uri="{FF2B5EF4-FFF2-40B4-BE49-F238E27FC236}">
                  <a16:creationId xmlns:a16="http://schemas.microsoft.com/office/drawing/2014/main" id="{A572EF39-4C92-D7B5-7F68-E8C41E915B46}"/>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1" name="Freeform 55">
              <a:extLst>
                <a:ext uri="{FF2B5EF4-FFF2-40B4-BE49-F238E27FC236}">
                  <a16:creationId xmlns:a16="http://schemas.microsoft.com/office/drawing/2014/main" id="{DCCAF833-1178-18EB-F135-5D62DE8850F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2" name="Freeform 56">
              <a:extLst>
                <a:ext uri="{FF2B5EF4-FFF2-40B4-BE49-F238E27FC236}">
                  <a16:creationId xmlns:a16="http://schemas.microsoft.com/office/drawing/2014/main" id="{B3E4DDFC-1DD1-65A5-E0A8-1F6B56E128D1}"/>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63" name="Freeform 57">
              <a:extLst>
                <a:ext uri="{FF2B5EF4-FFF2-40B4-BE49-F238E27FC236}">
                  <a16:creationId xmlns:a16="http://schemas.microsoft.com/office/drawing/2014/main" id="{B4F42C5F-C2F9-9520-9EE0-109D3C221536}"/>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sp>
        <p:nvSpPr>
          <p:cNvPr id="164" name="Oval 163">
            <a:extLst>
              <a:ext uri="{FF2B5EF4-FFF2-40B4-BE49-F238E27FC236}">
                <a16:creationId xmlns:a16="http://schemas.microsoft.com/office/drawing/2014/main" id="{88E45FF2-9330-8E73-C534-1E73948E6987}"/>
              </a:ext>
            </a:extLst>
          </p:cNvPr>
          <p:cNvSpPr/>
          <p:nvPr/>
        </p:nvSpPr>
        <p:spPr>
          <a:xfrm>
            <a:off x="778905" y="3516388"/>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nvGrpSpPr>
          <p:cNvPr id="165" name="Groupe 547">
            <a:extLst>
              <a:ext uri="{FF2B5EF4-FFF2-40B4-BE49-F238E27FC236}">
                <a16:creationId xmlns:a16="http://schemas.microsoft.com/office/drawing/2014/main" id="{E72B2CFC-C22F-77D4-AD9E-7F18E40A0FB1}"/>
              </a:ext>
            </a:extLst>
          </p:cNvPr>
          <p:cNvGrpSpPr/>
          <p:nvPr/>
        </p:nvGrpSpPr>
        <p:grpSpPr>
          <a:xfrm>
            <a:off x="854812" y="3664908"/>
            <a:ext cx="390092" cy="259728"/>
            <a:chOff x="7621588" y="1962150"/>
            <a:chExt cx="622300" cy="414337"/>
          </a:xfrm>
          <a:solidFill>
            <a:sysClr val="window" lastClr="FFFFFF"/>
          </a:solidFill>
        </p:grpSpPr>
        <p:sp>
          <p:nvSpPr>
            <p:cNvPr id="166" name="Freeform 199">
              <a:extLst>
                <a:ext uri="{FF2B5EF4-FFF2-40B4-BE49-F238E27FC236}">
                  <a16:creationId xmlns:a16="http://schemas.microsoft.com/office/drawing/2014/main" id="{F170654B-A30D-A665-1A4A-474B6E25E85D}"/>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67" name="Freeform 200">
              <a:extLst>
                <a:ext uri="{FF2B5EF4-FFF2-40B4-BE49-F238E27FC236}">
                  <a16:creationId xmlns:a16="http://schemas.microsoft.com/office/drawing/2014/main" id="{D3052955-E03B-FE83-4765-645C78057A22}"/>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68" name="TextBox 167">
            <a:extLst>
              <a:ext uri="{FF2B5EF4-FFF2-40B4-BE49-F238E27FC236}">
                <a16:creationId xmlns:a16="http://schemas.microsoft.com/office/drawing/2014/main" id="{AB941B2B-17D1-9DDD-992A-1440109786C9}"/>
              </a:ext>
            </a:extLst>
          </p:cNvPr>
          <p:cNvSpPr txBox="1"/>
          <p:nvPr/>
        </p:nvSpPr>
        <p:spPr>
          <a:xfrm>
            <a:off x="1405476" y="3551773"/>
            <a:ext cx="4070292"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support a move off existing systems</a:t>
            </a:r>
          </a:p>
          <a:p>
            <a:pPr>
              <a:defRPr/>
            </a:pPr>
            <a:endParaRPr lang="en-IN" sz="1600">
              <a:solidFill>
                <a:prstClr val="black"/>
              </a:solidFill>
              <a:latin typeface="Calibri" panose="020F0502020204030204"/>
            </a:endParaRPr>
          </a:p>
        </p:txBody>
      </p:sp>
      <p:sp>
        <p:nvSpPr>
          <p:cNvPr id="169" name="Oval 168">
            <a:extLst>
              <a:ext uri="{FF2B5EF4-FFF2-40B4-BE49-F238E27FC236}">
                <a16:creationId xmlns:a16="http://schemas.microsoft.com/office/drawing/2014/main" id="{1880EAF7-86FD-35D7-932B-C857B027B8CE}"/>
              </a:ext>
            </a:extLst>
          </p:cNvPr>
          <p:cNvSpPr/>
          <p:nvPr/>
        </p:nvSpPr>
        <p:spPr>
          <a:xfrm>
            <a:off x="778906" y="4321579"/>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70" name="TextBox 169">
            <a:extLst>
              <a:ext uri="{FF2B5EF4-FFF2-40B4-BE49-F238E27FC236}">
                <a16:creationId xmlns:a16="http://schemas.microsoft.com/office/drawing/2014/main" id="{5553FB73-CD0E-47F9-10F9-B96FDEF9D608}"/>
              </a:ext>
            </a:extLst>
          </p:cNvPr>
          <p:cNvSpPr txBox="1"/>
          <p:nvPr/>
        </p:nvSpPr>
        <p:spPr>
          <a:xfrm>
            <a:off x="1405476" y="4354870"/>
            <a:ext cx="4066764"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support flexibility and maintainability for future releases?</a:t>
            </a:r>
          </a:p>
        </p:txBody>
      </p:sp>
      <p:grpSp>
        <p:nvGrpSpPr>
          <p:cNvPr id="171" name="Groupe 522">
            <a:extLst>
              <a:ext uri="{FF2B5EF4-FFF2-40B4-BE49-F238E27FC236}">
                <a16:creationId xmlns:a16="http://schemas.microsoft.com/office/drawing/2014/main" id="{B3205E23-D70E-CFAC-FC0C-BB5B3ACB7CA3}"/>
              </a:ext>
            </a:extLst>
          </p:cNvPr>
          <p:cNvGrpSpPr/>
          <p:nvPr/>
        </p:nvGrpSpPr>
        <p:grpSpPr>
          <a:xfrm>
            <a:off x="890403" y="4423344"/>
            <a:ext cx="307047" cy="279899"/>
            <a:chOff x="6630988" y="5624513"/>
            <a:chExt cx="520700" cy="474663"/>
          </a:xfrm>
          <a:solidFill>
            <a:sysClr val="window" lastClr="FFFFFF"/>
          </a:solidFill>
        </p:grpSpPr>
        <p:sp>
          <p:nvSpPr>
            <p:cNvPr id="172" name="Freeform 384">
              <a:extLst>
                <a:ext uri="{FF2B5EF4-FFF2-40B4-BE49-F238E27FC236}">
                  <a16:creationId xmlns:a16="http://schemas.microsoft.com/office/drawing/2014/main" id="{62CB226E-8BBA-22F2-5201-54E3812A2632}"/>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3" name="Freeform 385">
              <a:extLst>
                <a:ext uri="{FF2B5EF4-FFF2-40B4-BE49-F238E27FC236}">
                  <a16:creationId xmlns:a16="http://schemas.microsoft.com/office/drawing/2014/main" id="{19578D3B-A781-F29E-4CC5-0C880698943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4" name="Freeform 386">
              <a:extLst>
                <a:ext uri="{FF2B5EF4-FFF2-40B4-BE49-F238E27FC236}">
                  <a16:creationId xmlns:a16="http://schemas.microsoft.com/office/drawing/2014/main" id="{99B2ADE4-AA2F-6E07-7D87-7A626BD000D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5" name="Freeform 387">
              <a:extLst>
                <a:ext uri="{FF2B5EF4-FFF2-40B4-BE49-F238E27FC236}">
                  <a16:creationId xmlns:a16="http://schemas.microsoft.com/office/drawing/2014/main" id="{ACFE0D8A-1904-AEE8-1EEE-7B077FCA78C1}"/>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6" name="Freeform 388">
              <a:extLst>
                <a:ext uri="{FF2B5EF4-FFF2-40B4-BE49-F238E27FC236}">
                  <a16:creationId xmlns:a16="http://schemas.microsoft.com/office/drawing/2014/main" id="{B777D384-0D5D-1A1D-8773-F2F3916A36C8}"/>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77" name="Freeform 389">
              <a:extLst>
                <a:ext uri="{FF2B5EF4-FFF2-40B4-BE49-F238E27FC236}">
                  <a16:creationId xmlns:a16="http://schemas.microsoft.com/office/drawing/2014/main" id="{5DFDE992-3A00-82E4-87FB-C37AE76B9162}"/>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sp>
        <p:nvSpPr>
          <p:cNvPr id="178" name="Rectangle 177">
            <a:extLst>
              <a:ext uri="{FF2B5EF4-FFF2-40B4-BE49-F238E27FC236}">
                <a16:creationId xmlns:a16="http://schemas.microsoft.com/office/drawing/2014/main" id="{E2F1B665-2E4A-A856-1E20-9FF16CA52FAD}"/>
              </a:ext>
            </a:extLst>
          </p:cNvPr>
          <p:cNvSpPr/>
          <p:nvPr/>
        </p:nvSpPr>
        <p:spPr>
          <a:xfrm>
            <a:off x="244706" y="962459"/>
            <a:ext cx="11692890" cy="327547"/>
          </a:xfrm>
          <a:prstGeom prst="rect">
            <a:avLst/>
          </a:prstGeom>
          <a:solidFill>
            <a:srgbClr val="5AA2AE">
              <a:lumMod val="75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1800" b="0" i="0" u="none" strike="noStrike" kern="0" cap="none" spc="0" normalizeH="0" baseline="0" noProof="0">
              <a:ln>
                <a:noFill/>
              </a:ln>
              <a:solidFill>
                <a:srgbClr val="FFFFFF"/>
              </a:solidFill>
              <a:effectLst/>
              <a:uLnTx/>
              <a:uFillTx/>
              <a:latin typeface="Verdana"/>
            </a:endParaRPr>
          </a:p>
        </p:txBody>
      </p:sp>
      <p:sp>
        <p:nvSpPr>
          <p:cNvPr id="179" name="TextBox 178">
            <a:extLst>
              <a:ext uri="{FF2B5EF4-FFF2-40B4-BE49-F238E27FC236}">
                <a16:creationId xmlns:a16="http://schemas.microsoft.com/office/drawing/2014/main" id="{0333AB19-23BB-3CF9-3BE2-F13E708DB7D0}"/>
              </a:ext>
            </a:extLst>
          </p:cNvPr>
          <p:cNvSpPr txBox="1"/>
          <p:nvPr/>
        </p:nvSpPr>
        <p:spPr>
          <a:xfrm>
            <a:off x="784543" y="962460"/>
            <a:ext cx="10289857" cy="307777"/>
          </a:xfrm>
          <a:prstGeom prst="rect">
            <a:avLst/>
          </a:prstGeom>
          <a:noFill/>
        </p:spPr>
        <p:txBody>
          <a:bodyPr wrap="square">
            <a:spAutoFit/>
          </a:bodyPr>
          <a:lstStyle/>
          <a:p>
            <a:pPr algn="ctr">
              <a:defRPr/>
            </a:pPr>
            <a:r>
              <a:rPr lang="en-IN" sz="1400">
                <a:solidFill>
                  <a:srgbClr val="FFFFFF"/>
                </a:solidFill>
                <a:ea typeface="Verdana"/>
                <a:cs typeface="Calibri"/>
              </a:rPr>
              <a:t>All key decisions to move through formal programme governance decision bodies</a:t>
            </a:r>
          </a:p>
        </p:txBody>
      </p:sp>
      <p:sp>
        <p:nvSpPr>
          <p:cNvPr id="180" name="Oval 179">
            <a:extLst>
              <a:ext uri="{FF2B5EF4-FFF2-40B4-BE49-F238E27FC236}">
                <a16:creationId xmlns:a16="http://schemas.microsoft.com/office/drawing/2014/main" id="{A20E253D-9C02-5BAE-3C28-657D2E503E54}"/>
              </a:ext>
            </a:extLst>
          </p:cNvPr>
          <p:cNvSpPr/>
          <p:nvPr/>
        </p:nvSpPr>
        <p:spPr>
          <a:xfrm>
            <a:off x="778906" y="5125912"/>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81" name="TextBox 180">
            <a:extLst>
              <a:ext uri="{FF2B5EF4-FFF2-40B4-BE49-F238E27FC236}">
                <a16:creationId xmlns:a16="http://schemas.microsoft.com/office/drawing/2014/main" id="{3A927419-0135-B367-8703-61CD2E96E443}"/>
              </a:ext>
            </a:extLst>
          </p:cNvPr>
          <p:cNvSpPr txBox="1"/>
          <p:nvPr/>
        </p:nvSpPr>
        <p:spPr>
          <a:xfrm>
            <a:off x="1405476" y="5257176"/>
            <a:ext cx="4173090" cy="246221"/>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abide by the Beazley architectural principles?</a:t>
            </a:r>
          </a:p>
        </p:txBody>
      </p:sp>
      <p:sp>
        <p:nvSpPr>
          <p:cNvPr id="182" name="TextBox 181">
            <a:extLst>
              <a:ext uri="{FF2B5EF4-FFF2-40B4-BE49-F238E27FC236}">
                <a16:creationId xmlns:a16="http://schemas.microsoft.com/office/drawing/2014/main" id="{AA7E84DD-A195-7E46-35A5-7A99242CD3AE}"/>
              </a:ext>
            </a:extLst>
          </p:cNvPr>
          <p:cNvSpPr txBox="1"/>
          <p:nvPr/>
        </p:nvSpPr>
        <p:spPr>
          <a:xfrm>
            <a:off x="152400" y="1350066"/>
            <a:ext cx="1968500"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Does the decision:</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183" name="Oval 182">
            <a:extLst>
              <a:ext uri="{FF2B5EF4-FFF2-40B4-BE49-F238E27FC236}">
                <a16:creationId xmlns:a16="http://schemas.microsoft.com/office/drawing/2014/main" id="{2A4297F1-D3E7-2B6C-81C2-422965163C27}"/>
              </a:ext>
            </a:extLst>
          </p:cNvPr>
          <p:cNvSpPr/>
          <p:nvPr/>
        </p:nvSpPr>
        <p:spPr>
          <a:xfrm>
            <a:off x="778906" y="5938712"/>
            <a:ext cx="541904" cy="541904"/>
          </a:xfrm>
          <a:prstGeom prst="ellipse">
            <a:avLst/>
          </a:prstGeom>
          <a:solidFill>
            <a:srgbClr val="5AA2AE">
              <a:lumMod val="60000"/>
              <a:lumOff val="40000"/>
            </a:srgbClr>
          </a:solidFill>
          <a:ln w="19050" cap="flat" cmpd="sng" algn="ctr">
            <a:solidFill>
              <a:srgbClr val="FFFFFF"/>
            </a:solidFill>
            <a:prstDash val="solid"/>
            <a:miter lim="800000"/>
          </a:ln>
          <a:effectLst/>
        </p:spPr>
        <p:txBody>
          <a:bodyPr rot="0" spcFirstLastPara="0" vertOverflow="overflow" horzOverflow="overflow" vert="horz" wrap="square" lIns="0" tIns="0" rIns="0" bIns="0" numCol="1" spcCol="0" rtlCol="0" fromWordArt="0" anchor="t" anchorCtr="0" forceAA="0" compatLnSpc="1">
            <a:prstTxWarp prst="textNoShape">
              <a:avLst/>
            </a:prstTxWarp>
            <a:noAutofit/>
          </a:bodyPr>
          <a:lstStyle/>
          <a:p>
            <a:pPr marL="0" marR="0" lvl="0" indent="0" defTabSz="914400" eaLnBrk="1" fontAlgn="auto" latinLnBrk="0" hangingPunct="1">
              <a:lnSpc>
                <a:spcPct val="90000"/>
              </a:lnSpc>
              <a:spcBef>
                <a:spcPts val="600"/>
              </a:spcBef>
              <a:spcAft>
                <a:spcPts val="0"/>
              </a:spcAft>
              <a:buClrTx/>
              <a:buSzTx/>
              <a:buFontTx/>
              <a:buNone/>
              <a:tabLst/>
              <a:defRPr/>
            </a:pPr>
            <a:endParaRPr kumimoji="0" lang="de-DE"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sp>
        <p:nvSpPr>
          <p:cNvPr id="184" name="TextBox 183">
            <a:extLst>
              <a:ext uri="{FF2B5EF4-FFF2-40B4-BE49-F238E27FC236}">
                <a16:creationId xmlns:a16="http://schemas.microsoft.com/office/drawing/2014/main" id="{6CC2E6F0-8A52-BD5F-4C35-DB4ED0377547}"/>
              </a:ext>
            </a:extLst>
          </p:cNvPr>
          <p:cNvSpPr txBox="1"/>
          <p:nvPr/>
        </p:nvSpPr>
        <p:spPr>
          <a:xfrm>
            <a:off x="1405476" y="5972003"/>
            <a:ext cx="4307884" cy="492443"/>
          </a:xfrm>
          <a:prstGeom prst="rect">
            <a:avLst/>
          </a:prstGeom>
          <a:noFill/>
        </p:spPr>
        <p:txBody>
          <a:bodyPr wrap="square" lIns="0" tIns="0" rIns="0" bIns="0" anchor="t">
            <a:spAutoFit/>
          </a:bodyPr>
          <a:lstStyle/>
          <a:p>
            <a:pPr>
              <a:defRPr/>
            </a:pPr>
            <a:r>
              <a:rPr lang="en-IN" sz="1600">
                <a:solidFill>
                  <a:prstClr val="black"/>
                </a:solidFill>
                <a:latin typeface="Calibri" panose="020F0502020204030204"/>
              </a:rPr>
              <a:t>allow for scalability and is not closed off for future-states</a:t>
            </a:r>
          </a:p>
        </p:txBody>
      </p:sp>
      <p:grpSp>
        <p:nvGrpSpPr>
          <p:cNvPr id="185" name="Group 184">
            <a:extLst>
              <a:ext uri="{FF2B5EF4-FFF2-40B4-BE49-F238E27FC236}">
                <a16:creationId xmlns:a16="http://schemas.microsoft.com/office/drawing/2014/main" id="{D5A2B38D-456C-17C1-E003-C944FD7903F8}"/>
              </a:ext>
            </a:extLst>
          </p:cNvPr>
          <p:cNvGrpSpPr/>
          <p:nvPr/>
        </p:nvGrpSpPr>
        <p:grpSpPr>
          <a:xfrm>
            <a:off x="858355" y="5253598"/>
            <a:ext cx="390676" cy="277405"/>
            <a:chOff x="1565508" y="2532433"/>
            <a:chExt cx="559237" cy="397100"/>
          </a:xfrm>
          <a:solidFill>
            <a:sysClr val="window" lastClr="FFFFFF"/>
          </a:solidFill>
        </p:grpSpPr>
        <p:sp>
          <p:nvSpPr>
            <p:cNvPr id="186" name="Freeform 151">
              <a:extLst>
                <a:ext uri="{FF2B5EF4-FFF2-40B4-BE49-F238E27FC236}">
                  <a16:creationId xmlns:a16="http://schemas.microsoft.com/office/drawing/2014/main" id="{80FB7322-0009-7117-FC82-283A4AE712F9}"/>
                </a:ext>
              </a:extLst>
            </p:cNvPr>
            <p:cNvSpPr>
              <a:spLocks/>
            </p:cNvSpPr>
            <p:nvPr/>
          </p:nvSpPr>
          <p:spPr bwMode="auto">
            <a:xfrm>
              <a:off x="1786729" y="2532433"/>
              <a:ext cx="112672" cy="123664"/>
            </a:xfrm>
            <a:custGeom>
              <a:avLst/>
              <a:gdLst>
                <a:gd name="T0" fmla="*/ 19 w 35"/>
                <a:gd name="T1" fmla="*/ 37 h 38"/>
                <a:gd name="T2" fmla="*/ 34 w 35"/>
                <a:gd name="T3" fmla="*/ 18 h 38"/>
                <a:gd name="T4" fmla="*/ 18 w 35"/>
                <a:gd name="T5" fmla="*/ 1 h 38"/>
                <a:gd name="T6" fmla="*/ 1 w 35"/>
                <a:gd name="T7" fmla="*/ 20 h 38"/>
                <a:gd name="T8" fmla="*/ 19 w 35"/>
                <a:gd name="T9" fmla="*/ 37 h 38"/>
              </a:gdLst>
              <a:ahLst/>
              <a:cxnLst>
                <a:cxn ang="0">
                  <a:pos x="T0" y="T1"/>
                </a:cxn>
                <a:cxn ang="0">
                  <a:pos x="T2" y="T3"/>
                </a:cxn>
                <a:cxn ang="0">
                  <a:pos x="T4" y="T5"/>
                </a:cxn>
                <a:cxn ang="0">
                  <a:pos x="T6" y="T7"/>
                </a:cxn>
                <a:cxn ang="0">
                  <a:pos x="T8" y="T9"/>
                </a:cxn>
              </a:cxnLst>
              <a:rect l="0" t="0" r="r" b="b"/>
              <a:pathLst>
                <a:path w="35" h="38">
                  <a:moveTo>
                    <a:pt x="19" y="37"/>
                  </a:moveTo>
                  <a:cubicBezTo>
                    <a:pt x="28" y="36"/>
                    <a:pt x="35" y="28"/>
                    <a:pt x="34" y="18"/>
                  </a:cubicBezTo>
                  <a:cubicBezTo>
                    <a:pt x="34" y="8"/>
                    <a:pt x="27" y="0"/>
                    <a:pt x="18" y="1"/>
                  </a:cubicBezTo>
                  <a:cubicBezTo>
                    <a:pt x="8" y="2"/>
                    <a:pt x="0" y="10"/>
                    <a:pt x="1" y="20"/>
                  </a:cubicBezTo>
                  <a:cubicBezTo>
                    <a:pt x="1" y="30"/>
                    <a:pt x="9" y="38"/>
                    <a:pt x="19" y="37"/>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7" name="Freeform 152">
              <a:extLst>
                <a:ext uri="{FF2B5EF4-FFF2-40B4-BE49-F238E27FC236}">
                  <a16:creationId xmlns:a16="http://schemas.microsoft.com/office/drawing/2014/main" id="{E31EE333-5F59-30FF-CF50-71303E14D4E9}"/>
                </a:ext>
              </a:extLst>
            </p:cNvPr>
            <p:cNvSpPr>
              <a:spLocks/>
            </p:cNvSpPr>
            <p:nvPr/>
          </p:nvSpPr>
          <p:spPr bwMode="auto">
            <a:xfrm>
              <a:off x="1737263" y="2669838"/>
              <a:ext cx="211603" cy="136031"/>
            </a:xfrm>
            <a:custGeom>
              <a:avLst/>
              <a:gdLst>
                <a:gd name="T0" fmla="*/ 0 w 65"/>
                <a:gd name="T1" fmla="*/ 36 h 42"/>
                <a:gd name="T2" fmla="*/ 1 w 65"/>
                <a:gd name="T3" fmla="*/ 28 h 42"/>
                <a:gd name="T4" fmla="*/ 24 w 65"/>
                <a:gd name="T5" fmla="*/ 5 h 42"/>
                <a:gd name="T6" fmla="*/ 62 w 65"/>
                <a:gd name="T7" fmla="*/ 23 h 42"/>
                <a:gd name="T8" fmla="*/ 53 w 65"/>
                <a:gd name="T9" fmla="*/ 38 h 42"/>
                <a:gd name="T10" fmla="*/ 0 w 65"/>
                <a:gd name="T11" fmla="*/ 36 h 42"/>
              </a:gdLst>
              <a:ahLst/>
              <a:cxnLst>
                <a:cxn ang="0">
                  <a:pos x="T0" y="T1"/>
                </a:cxn>
                <a:cxn ang="0">
                  <a:pos x="T2" y="T3"/>
                </a:cxn>
                <a:cxn ang="0">
                  <a:pos x="T4" y="T5"/>
                </a:cxn>
                <a:cxn ang="0">
                  <a:pos x="T6" y="T7"/>
                </a:cxn>
                <a:cxn ang="0">
                  <a:pos x="T8" y="T9"/>
                </a:cxn>
                <a:cxn ang="0">
                  <a:pos x="T10" y="T11"/>
                </a:cxn>
              </a:cxnLst>
              <a:rect l="0" t="0" r="r" b="b"/>
              <a:pathLst>
                <a:path w="65" h="42">
                  <a:moveTo>
                    <a:pt x="0" y="36"/>
                  </a:moveTo>
                  <a:cubicBezTo>
                    <a:pt x="0" y="33"/>
                    <a:pt x="0" y="31"/>
                    <a:pt x="1" y="28"/>
                  </a:cubicBezTo>
                  <a:cubicBezTo>
                    <a:pt x="3" y="16"/>
                    <a:pt x="13" y="7"/>
                    <a:pt x="24" y="5"/>
                  </a:cubicBezTo>
                  <a:cubicBezTo>
                    <a:pt x="46" y="0"/>
                    <a:pt x="58" y="11"/>
                    <a:pt x="62" y="23"/>
                  </a:cubicBezTo>
                  <a:cubicBezTo>
                    <a:pt x="65" y="30"/>
                    <a:pt x="60" y="37"/>
                    <a:pt x="53" y="38"/>
                  </a:cubicBezTo>
                  <a:cubicBezTo>
                    <a:pt x="29" y="42"/>
                    <a:pt x="15" y="35"/>
                    <a:pt x="0" y="36"/>
                  </a:cubicBezTo>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8" name="Freeform 153">
              <a:extLst>
                <a:ext uri="{FF2B5EF4-FFF2-40B4-BE49-F238E27FC236}">
                  <a16:creationId xmlns:a16="http://schemas.microsoft.com/office/drawing/2014/main" id="{D2ED3754-01FF-B925-3AD3-A7DB731164A9}"/>
                </a:ext>
              </a:extLst>
            </p:cNvPr>
            <p:cNvSpPr>
              <a:spLocks/>
            </p:cNvSpPr>
            <p:nvPr/>
          </p:nvSpPr>
          <p:spPr bwMode="auto">
            <a:xfrm>
              <a:off x="1643828" y="2575028"/>
              <a:ext cx="109924" cy="119542"/>
            </a:xfrm>
            <a:custGeom>
              <a:avLst/>
              <a:gdLst>
                <a:gd name="T0" fmla="*/ 18 w 34"/>
                <a:gd name="T1" fmla="*/ 36 h 37"/>
                <a:gd name="T2" fmla="*/ 34 w 34"/>
                <a:gd name="T3" fmla="*/ 17 h 37"/>
                <a:gd name="T4" fmla="*/ 17 w 34"/>
                <a:gd name="T5" fmla="*/ 1 h 37"/>
                <a:gd name="T6" fmla="*/ 0 w 34"/>
                <a:gd name="T7" fmla="*/ 20 h 37"/>
                <a:gd name="T8" fmla="*/ 18 w 34"/>
                <a:gd name="T9" fmla="*/ 36 h 37"/>
              </a:gdLst>
              <a:ahLst/>
              <a:cxnLst>
                <a:cxn ang="0">
                  <a:pos x="T0" y="T1"/>
                </a:cxn>
                <a:cxn ang="0">
                  <a:pos x="T2" y="T3"/>
                </a:cxn>
                <a:cxn ang="0">
                  <a:pos x="T4" y="T5"/>
                </a:cxn>
                <a:cxn ang="0">
                  <a:pos x="T6" y="T7"/>
                </a:cxn>
                <a:cxn ang="0">
                  <a:pos x="T8" y="T9"/>
                </a:cxn>
              </a:cxnLst>
              <a:rect l="0" t="0" r="r" b="b"/>
              <a:pathLst>
                <a:path w="34" h="37">
                  <a:moveTo>
                    <a:pt x="18" y="36"/>
                  </a:moveTo>
                  <a:cubicBezTo>
                    <a:pt x="28" y="36"/>
                    <a:pt x="34" y="27"/>
                    <a:pt x="34" y="17"/>
                  </a:cubicBezTo>
                  <a:cubicBezTo>
                    <a:pt x="34" y="7"/>
                    <a:pt x="27" y="0"/>
                    <a:pt x="17" y="1"/>
                  </a:cubicBezTo>
                  <a:cubicBezTo>
                    <a:pt x="7" y="1"/>
                    <a:pt x="0" y="10"/>
                    <a:pt x="0" y="20"/>
                  </a:cubicBezTo>
                  <a:cubicBezTo>
                    <a:pt x="0" y="29"/>
                    <a:pt x="8"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89" name="Freeform 154">
              <a:extLst>
                <a:ext uri="{FF2B5EF4-FFF2-40B4-BE49-F238E27FC236}">
                  <a16:creationId xmlns:a16="http://schemas.microsoft.com/office/drawing/2014/main" id="{65C6591B-D674-F05C-EE87-D72CAC93AC74}"/>
                </a:ext>
              </a:extLst>
            </p:cNvPr>
            <p:cNvSpPr>
              <a:spLocks/>
            </p:cNvSpPr>
            <p:nvPr/>
          </p:nvSpPr>
          <p:spPr bwMode="auto">
            <a:xfrm>
              <a:off x="1591614" y="2708311"/>
              <a:ext cx="210230" cy="140153"/>
            </a:xfrm>
            <a:custGeom>
              <a:avLst/>
              <a:gdLst>
                <a:gd name="T0" fmla="*/ 1 w 65"/>
                <a:gd name="T1" fmla="*/ 36 h 43"/>
                <a:gd name="T2" fmla="*/ 1 w 65"/>
                <a:gd name="T3" fmla="*/ 29 h 43"/>
                <a:gd name="T4" fmla="*/ 24 w 65"/>
                <a:gd name="T5" fmla="*/ 5 h 43"/>
                <a:gd name="T6" fmla="*/ 63 w 65"/>
                <a:gd name="T7" fmla="*/ 23 h 43"/>
                <a:gd name="T8" fmla="*/ 53 w 65"/>
                <a:gd name="T9" fmla="*/ 38 h 43"/>
                <a:gd name="T10" fmla="*/ 1 w 65"/>
                <a:gd name="T11" fmla="*/ 36 h 43"/>
              </a:gdLst>
              <a:ahLst/>
              <a:cxnLst>
                <a:cxn ang="0">
                  <a:pos x="T0" y="T1"/>
                </a:cxn>
                <a:cxn ang="0">
                  <a:pos x="T2" y="T3"/>
                </a:cxn>
                <a:cxn ang="0">
                  <a:pos x="T4" y="T5"/>
                </a:cxn>
                <a:cxn ang="0">
                  <a:pos x="T6" y="T7"/>
                </a:cxn>
                <a:cxn ang="0">
                  <a:pos x="T8" y="T9"/>
                </a:cxn>
                <a:cxn ang="0">
                  <a:pos x="T10" y="T11"/>
                </a:cxn>
              </a:cxnLst>
              <a:rect l="0" t="0" r="r" b="b"/>
              <a:pathLst>
                <a:path w="65" h="43">
                  <a:moveTo>
                    <a:pt x="1" y="36"/>
                  </a:moveTo>
                  <a:cubicBezTo>
                    <a:pt x="0" y="34"/>
                    <a:pt x="1" y="31"/>
                    <a:pt x="1" y="29"/>
                  </a:cubicBezTo>
                  <a:cubicBezTo>
                    <a:pt x="4" y="17"/>
                    <a:pt x="13" y="8"/>
                    <a:pt x="24" y="5"/>
                  </a:cubicBezTo>
                  <a:cubicBezTo>
                    <a:pt x="46" y="0"/>
                    <a:pt x="59" y="11"/>
                    <a:pt x="63" y="23"/>
                  </a:cubicBezTo>
                  <a:cubicBezTo>
                    <a:pt x="65" y="30"/>
                    <a:pt x="61" y="37"/>
                    <a:pt x="53" y="38"/>
                  </a:cubicBezTo>
                  <a:cubicBezTo>
                    <a:pt x="29" y="43"/>
                    <a:pt x="15" y="36"/>
                    <a:pt x="1"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0" name="Freeform 155">
              <a:extLst>
                <a:ext uri="{FF2B5EF4-FFF2-40B4-BE49-F238E27FC236}">
                  <a16:creationId xmlns:a16="http://schemas.microsoft.com/office/drawing/2014/main" id="{F5702706-A0E1-372B-6855-865CA8B25E3B}"/>
                </a:ext>
              </a:extLst>
            </p:cNvPr>
            <p:cNvSpPr>
              <a:spLocks/>
            </p:cNvSpPr>
            <p:nvPr/>
          </p:nvSpPr>
          <p:spPr bwMode="auto">
            <a:xfrm>
              <a:off x="1951614" y="2575028"/>
              <a:ext cx="114046" cy="119542"/>
            </a:xfrm>
            <a:custGeom>
              <a:avLst/>
              <a:gdLst>
                <a:gd name="T0" fmla="*/ 18 w 35"/>
                <a:gd name="T1" fmla="*/ 36 h 37"/>
                <a:gd name="T2" fmla="*/ 34 w 35"/>
                <a:gd name="T3" fmla="*/ 17 h 37"/>
                <a:gd name="T4" fmla="*/ 17 w 35"/>
                <a:gd name="T5" fmla="*/ 1 h 37"/>
                <a:gd name="T6" fmla="*/ 0 w 35"/>
                <a:gd name="T7" fmla="*/ 20 h 37"/>
                <a:gd name="T8" fmla="*/ 18 w 35"/>
                <a:gd name="T9" fmla="*/ 36 h 37"/>
              </a:gdLst>
              <a:ahLst/>
              <a:cxnLst>
                <a:cxn ang="0">
                  <a:pos x="T0" y="T1"/>
                </a:cxn>
                <a:cxn ang="0">
                  <a:pos x="T2" y="T3"/>
                </a:cxn>
                <a:cxn ang="0">
                  <a:pos x="T4" y="T5"/>
                </a:cxn>
                <a:cxn ang="0">
                  <a:pos x="T6" y="T7"/>
                </a:cxn>
                <a:cxn ang="0">
                  <a:pos x="T8" y="T9"/>
                </a:cxn>
              </a:cxnLst>
              <a:rect l="0" t="0" r="r" b="b"/>
              <a:pathLst>
                <a:path w="35" h="37">
                  <a:moveTo>
                    <a:pt x="18" y="36"/>
                  </a:moveTo>
                  <a:cubicBezTo>
                    <a:pt x="28" y="36"/>
                    <a:pt x="35" y="27"/>
                    <a:pt x="34" y="17"/>
                  </a:cubicBezTo>
                  <a:cubicBezTo>
                    <a:pt x="34" y="7"/>
                    <a:pt x="27" y="0"/>
                    <a:pt x="17" y="1"/>
                  </a:cubicBezTo>
                  <a:cubicBezTo>
                    <a:pt x="8" y="1"/>
                    <a:pt x="0" y="10"/>
                    <a:pt x="0" y="20"/>
                  </a:cubicBezTo>
                  <a:cubicBezTo>
                    <a:pt x="1" y="29"/>
                    <a:pt x="9" y="37"/>
                    <a:pt x="18"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1" name="Freeform 156">
              <a:extLst>
                <a:ext uri="{FF2B5EF4-FFF2-40B4-BE49-F238E27FC236}">
                  <a16:creationId xmlns:a16="http://schemas.microsoft.com/office/drawing/2014/main" id="{CBA680EF-196F-BCC0-4AAC-57CD9A0763AF}"/>
                </a:ext>
              </a:extLst>
            </p:cNvPr>
            <p:cNvSpPr>
              <a:spLocks/>
            </p:cNvSpPr>
            <p:nvPr/>
          </p:nvSpPr>
          <p:spPr bwMode="auto">
            <a:xfrm>
              <a:off x="1903523" y="2708311"/>
              <a:ext cx="207481" cy="140153"/>
            </a:xfrm>
            <a:custGeom>
              <a:avLst/>
              <a:gdLst>
                <a:gd name="T0" fmla="*/ 0 w 64"/>
                <a:gd name="T1" fmla="*/ 36 h 43"/>
                <a:gd name="T2" fmla="*/ 1 w 64"/>
                <a:gd name="T3" fmla="*/ 29 h 43"/>
                <a:gd name="T4" fmla="*/ 24 w 64"/>
                <a:gd name="T5" fmla="*/ 5 h 43"/>
                <a:gd name="T6" fmla="*/ 62 w 64"/>
                <a:gd name="T7" fmla="*/ 23 h 43"/>
                <a:gd name="T8" fmla="*/ 53 w 64"/>
                <a:gd name="T9" fmla="*/ 38 h 43"/>
                <a:gd name="T10" fmla="*/ 0 w 64"/>
                <a:gd name="T11" fmla="*/ 36 h 43"/>
              </a:gdLst>
              <a:ahLst/>
              <a:cxnLst>
                <a:cxn ang="0">
                  <a:pos x="T0" y="T1"/>
                </a:cxn>
                <a:cxn ang="0">
                  <a:pos x="T2" y="T3"/>
                </a:cxn>
                <a:cxn ang="0">
                  <a:pos x="T4" y="T5"/>
                </a:cxn>
                <a:cxn ang="0">
                  <a:pos x="T6" y="T7"/>
                </a:cxn>
                <a:cxn ang="0">
                  <a:pos x="T8" y="T9"/>
                </a:cxn>
                <a:cxn ang="0">
                  <a:pos x="T10" y="T11"/>
                </a:cxn>
              </a:cxnLst>
              <a:rect l="0" t="0" r="r" b="b"/>
              <a:pathLst>
                <a:path w="64" h="43">
                  <a:moveTo>
                    <a:pt x="0" y="36"/>
                  </a:moveTo>
                  <a:cubicBezTo>
                    <a:pt x="0" y="34"/>
                    <a:pt x="0" y="31"/>
                    <a:pt x="1" y="29"/>
                  </a:cubicBezTo>
                  <a:cubicBezTo>
                    <a:pt x="3" y="17"/>
                    <a:pt x="12" y="8"/>
                    <a:pt x="24" y="5"/>
                  </a:cubicBezTo>
                  <a:cubicBezTo>
                    <a:pt x="45" y="0"/>
                    <a:pt x="58" y="11"/>
                    <a:pt x="62" y="23"/>
                  </a:cubicBezTo>
                  <a:cubicBezTo>
                    <a:pt x="64" y="30"/>
                    <a:pt x="60" y="37"/>
                    <a:pt x="53" y="38"/>
                  </a:cubicBezTo>
                  <a:cubicBezTo>
                    <a:pt x="29" y="43"/>
                    <a:pt x="15" y="36"/>
                    <a:pt x="0" y="36"/>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sp>
          <p:nvSpPr>
            <p:cNvPr id="192" name="Freeform 157">
              <a:extLst>
                <a:ext uri="{FF2B5EF4-FFF2-40B4-BE49-F238E27FC236}">
                  <a16:creationId xmlns:a16="http://schemas.microsoft.com/office/drawing/2014/main" id="{170BE837-E517-E1E8-BA3D-A4132975C752}"/>
                </a:ext>
              </a:extLst>
            </p:cNvPr>
            <p:cNvSpPr>
              <a:spLocks/>
            </p:cNvSpPr>
            <p:nvPr/>
          </p:nvSpPr>
          <p:spPr bwMode="auto">
            <a:xfrm>
              <a:off x="1565508" y="2777013"/>
              <a:ext cx="559237" cy="152520"/>
            </a:xfrm>
            <a:custGeom>
              <a:avLst/>
              <a:gdLst>
                <a:gd name="T0" fmla="*/ 86 w 172"/>
                <a:gd name="T1" fmla="*/ 41 h 47"/>
                <a:gd name="T2" fmla="*/ 1 w 172"/>
                <a:gd name="T3" fmla="*/ 0 h 47"/>
                <a:gd name="T4" fmla="*/ 0 w 172"/>
                <a:gd name="T5" fmla="*/ 6 h 47"/>
                <a:gd name="T6" fmla="*/ 86 w 172"/>
                <a:gd name="T7" fmla="*/ 47 h 47"/>
                <a:gd name="T8" fmla="*/ 172 w 172"/>
                <a:gd name="T9" fmla="*/ 6 h 47"/>
                <a:gd name="T10" fmla="*/ 171 w 172"/>
                <a:gd name="T11" fmla="*/ 0 h 47"/>
                <a:gd name="T12" fmla="*/ 86 w 172"/>
                <a:gd name="T13" fmla="*/ 41 h 47"/>
              </a:gdLst>
              <a:ahLst/>
              <a:cxnLst>
                <a:cxn ang="0">
                  <a:pos x="T0" y="T1"/>
                </a:cxn>
                <a:cxn ang="0">
                  <a:pos x="T2" y="T3"/>
                </a:cxn>
                <a:cxn ang="0">
                  <a:pos x="T4" y="T5"/>
                </a:cxn>
                <a:cxn ang="0">
                  <a:pos x="T6" y="T7"/>
                </a:cxn>
                <a:cxn ang="0">
                  <a:pos x="T8" y="T9"/>
                </a:cxn>
                <a:cxn ang="0">
                  <a:pos x="T10" y="T11"/>
                </a:cxn>
                <a:cxn ang="0">
                  <a:pos x="T12" y="T13"/>
                </a:cxn>
              </a:cxnLst>
              <a:rect l="0" t="0" r="r" b="b"/>
              <a:pathLst>
                <a:path w="172" h="47">
                  <a:moveTo>
                    <a:pt x="86" y="41"/>
                  </a:moveTo>
                  <a:cubicBezTo>
                    <a:pt x="43" y="41"/>
                    <a:pt x="0" y="26"/>
                    <a:pt x="1" y="0"/>
                  </a:cubicBezTo>
                  <a:cubicBezTo>
                    <a:pt x="0" y="2"/>
                    <a:pt x="0" y="4"/>
                    <a:pt x="0" y="6"/>
                  </a:cubicBezTo>
                  <a:cubicBezTo>
                    <a:pt x="0" y="29"/>
                    <a:pt x="39" y="47"/>
                    <a:pt x="86" y="47"/>
                  </a:cubicBezTo>
                  <a:cubicBezTo>
                    <a:pt x="134" y="47"/>
                    <a:pt x="172" y="29"/>
                    <a:pt x="172" y="6"/>
                  </a:cubicBezTo>
                  <a:cubicBezTo>
                    <a:pt x="172" y="4"/>
                    <a:pt x="172" y="2"/>
                    <a:pt x="171" y="0"/>
                  </a:cubicBezTo>
                  <a:cubicBezTo>
                    <a:pt x="170" y="26"/>
                    <a:pt x="129" y="41"/>
                    <a:pt x="8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Verdana"/>
              </a:endParaRPr>
            </a:p>
          </p:txBody>
        </p:sp>
      </p:grpSp>
      <p:grpSp>
        <p:nvGrpSpPr>
          <p:cNvPr id="193" name="Group 192">
            <a:extLst>
              <a:ext uri="{FF2B5EF4-FFF2-40B4-BE49-F238E27FC236}">
                <a16:creationId xmlns:a16="http://schemas.microsoft.com/office/drawing/2014/main" id="{8EF86B93-E963-7422-DA88-1A072CC5FC32}"/>
              </a:ext>
            </a:extLst>
          </p:cNvPr>
          <p:cNvGrpSpPr/>
          <p:nvPr/>
        </p:nvGrpSpPr>
        <p:grpSpPr>
          <a:xfrm>
            <a:off x="884579" y="6073050"/>
            <a:ext cx="308790" cy="286417"/>
            <a:chOff x="3469719" y="2554275"/>
            <a:chExt cx="518094" cy="480560"/>
          </a:xfrm>
          <a:solidFill>
            <a:sysClr val="window" lastClr="FFFFFF"/>
          </a:solidFill>
        </p:grpSpPr>
        <p:sp>
          <p:nvSpPr>
            <p:cNvPr id="194" name="Freeform 53">
              <a:extLst>
                <a:ext uri="{FF2B5EF4-FFF2-40B4-BE49-F238E27FC236}">
                  <a16:creationId xmlns:a16="http://schemas.microsoft.com/office/drawing/2014/main" id="{A934E6B8-8F13-47EC-C6AA-704B28902EC7}"/>
                </a:ext>
              </a:extLst>
            </p:cNvPr>
            <p:cNvSpPr>
              <a:spLocks noEditPoints="1"/>
            </p:cNvSpPr>
            <p:nvPr/>
          </p:nvSpPr>
          <p:spPr bwMode="auto">
            <a:xfrm>
              <a:off x="3513533" y="2554275"/>
              <a:ext cx="428276" cy="263735"/>
            </a:xfrm>
            <a:custGeom>
              <a:avLst/>
              <a:gdLst>
                <a:gd name="T0" fmla="*/ 152 w 166"/>
                <a:gd name="T1" fmla="*/ 0 h 107"/>
                <a:gd name="T2" fmla="*/ 15 w 166"/>
                <a:gd name="T3" fmla="*/ 0 h 107"/>
                <a:gd name="T4" fmla="*/ 0 w 166"/>
                <a:gd name="T5" fmla="*/ 14 h 107"/>
                <a:gd name="T6" fmla="*/ 0 w 166"/>
                <a:gd name="T7" fmla="*/ 93 h 107"/>
                <a:gd name="T8" fmla="*/ 15 w 166"/>
                <a:gd name="T9" fmla="*/ 107 h 107"/>
                <a:gd name="T10" fmla="*/ 99 w 166"/>
                <a:gd name="T11" fmla="*/ 107 h 107"/>
                <a:gd name="T12" fmla="*/ 99 w 166"/>
                <a:gd name="T13" fmla="*/ 74 h 107"/>
                <a:gd name="T14" fmla="*/ 55 w 166"/>
                <a:gd name="T15" fmla="*/ 51 h 107"/>
                <a:gd name="T16" fmla="*/ 54 w 166"/>
                <a:gd name="T17" fmla="*/ 38 h 107"/>
                <a:gd name="T18" fmla="*/ 68 w 166"/>
                <a:gd name="T19" fmla="*/ 37 h 107"/>
                <a:gd name="T20" fmla="*/ 81 w 166"/>
                <a:gd name="T21" fmla="*/ 47 h 107"/>
                <a:gd name="T22" fmla="*/ 100 w 166"/>
                <a:gd name="T23" fmla="*/ 55 h 107"/>
                <a:gd name="T24" fmla="*/ 121 w 166"/>
                <a:gd name="T25" fmla="*/ 56 h 107"/>
                <a:gd name="T26" fmla="*/ 135 w 166"/>
                <a:gd name="T27" fmla="*/ 71 h 107"/>
                <a:gd name="T28" fmla="*/ 135 w 166"/>
                <a:gd name="T29" fmla="*/ 107 h 107"/>
                <a:gd name="T30" fmla="*/ 152 w 166"/>
                <a:gd name="T31" fmla="*/ 107 h 107"/>
                <a:gd name="T32" fmla="*/ 166 w 166"/>
                <a:gd name="T33" fmla="*/ 93 h 107"/>
                <a:gd name="T34" fmla="*/ 166 w 166"/>
                <a:gd name="T35" fmla="*/ 14 h 107"/>
                <a:gd name="T36" fmla="*/ 152 w 166"/>
                <a:gd name="T37" fmla="*/ 0 h 107"/>
                <a:gd name="T38" fmla="*/ 118 w 166"/>
                <a:gd name="T39" fmla="*/ 51 h 107"/>
                <a:gd name="T40" fmla="*/ 100 w 166"/>
                <a:gd name="T41" fmla="*/ 33 h 107"/>
                <a:gd name="T42" fmla="*/ 118 w 166"/>
                <a:gd name="T43" fmla="*/ 15 h 107"/>
                <a:gd name="T44" fmla="*/ 136 w 166"/>
                <a:gd name="T45" fmla="*/ 33 h 107"/>
                <a:gd name="T46" fmla="*/ 118 w 166"/>
                <a:gd name="T47" fmla="*/ 5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66" h="107">
                  <a:moveTo>
                    <a:pt x="152" y="0"/>
                  </a:moveTo>
                  <a:cubicBezTo>
                    <a:pt x="15" y="0"/>
                    <a:pt x="15" y="0"/>
                    <a:pt x="15" y="0"/>
                  </a:cubicBezTo>
                  <a:cubicBezTo>
                    <a:pt x="7" y="0"/>
                    <a:pt x="0" y="6"/>
                    <a:pt x="0" y="14"/>
                  </a:cubicBezTo>
                  <a:cubicBezTo>
                    <a:pt x="0" y="93"/>
                    <a:pt x="0" y="93"/>
                    <a:pt x="0" y="93"/>
                  </a:cubicBezTo>
                  <a:cubicBezTo>
                    <a:pt x="0" y="101"/>
                    <a:pt x="7" y="107"/>
                    <a:pt x="15" y="107"/>
                  </a:cubicBezTo>
                  <a:cubicBezTo>
                    <a:pt x="99" y="107"/>
                    <a:pt x="99" y="107"/>
                    <a:pt x="99" y="107"/>
                  </a:cubicBezTo>
                  <a:cubicBezTo>
                    <a:pt x="99" y="74"/>
                    <a:pt x="99" y="74"/>
                    <a:pt x="99" y="74"/>
                  </a:cubicBezTo>
                  <a:cubicBezTo>
                    <a:pt x="89" y="72"/>
                    <a:pt x="74" y="67"/>
                    <a:pt x="55" y="51"/>
                  </a:cubicBezTo>
                  <a:cubicBezTo>
                    <a:pt x="51" y="48"/>
                    <a:pt x="51" y="42"/>
                    <a:pt x="54" y="38"/>
                  </a:cubicBezTo>
                  <a:cubicBezTo>
                    <a:pt x="58" y="34"/>
                    <a:pt x="64" y="34"/>
                    <a:pt x="68" y="37"/>
                  </a:cubicBezTo>
                  <a:cubicBezTo>
                    <a:pt x="72" y="41"/>
                    <a:pt x="76" y="44"/>
                    <a:pt x="81" y="47"/>
                  </a:cubicBezTo>
                  <a:cubicBezTo>
                    <a:pt x="87" y="51"/>
                    <a:pt x="93" y="54"/>
                    <a:pt x="100" y="55"/>
                  </a:cubicBezTo>
                  <a:cubicBezTo>
                    <a:pt x="107" y="57"/>
                    <a:pt x="114" y="56"/>
                    <a:pt x="121" y="56"/>
                  </a:cubicBezTo>
                  <a:cubicBezTo>
                    <a:pt x="129" y="56"/>
                    <a:pt x="135" y="63"/>
                    <a:pt x="135" y="71"/>
                  </a:cubicBezTo>
                  <a:cubicBezTo>
                    <a:pt x="135" y="107"/>
                    <a:pt x="135" y="107"/>
                    <a:pt x="135" y="107"/>
                  </a:cubicBezTo>
                  <a:cubicBezTo>
                    <a:pt x="152" y="107"/>
                    <a:pt x="152" y="107"/>
                    <a:pt x="152" y="107"/>
                  </a:cubicBezTo>
                  <a:cubicBezTo>
                    <a:pt x="159" y="107"/>
                    <a:pt x="166" y="101"/>
                    <a:pt x="166" y="93"/>
                  </a:cubicBezTo>
                  <a:cubicBezTo>
                    <a:pt x="166" y="14"/>
                    <a:pt x="166" y="14"/>
                    <a:pt x="166" y="14"/>
                  </a:cubicBezTo>
                  <a:cubicBezTo>
                    <a:pt x="166" y="6"/>
                    <a:pt x="159" y="0"/>
                    <a:pt x="152" y="0"/>
                  </a:cubicBezTo>
                  <a:close/>
                  <a:moveTo>
                    <a:pt x="118" y="51"/>
                  </a:moveTo>
                  <a:cubicBezTo>
                    <a:pt x="108" y="51"/>
                    <a:pt x="100" y="43"/>
                    <a:pt x="100" y="33"/>
                  </a:cubicBezTo>
                  <a:cubicBezTo>
                    <a:pt x="100" y="23"/>
                    <a:pt x="108" y="15"/>
                    <a:pt x="118" y="15"/>
                  </a:cubicBezTo>
                  <a:cubicBezTo>
                    <a:pt x="128" y="15"/>
                    <a:pt x="136" y="23"/>
                    <a:pt x="136" y="33"/>
                  </a:cubicBezTo>
                  <a:cubicBezTo>
                    <a:pt x="136" y="43"/>
                    <a:pt x="128" y="51"/>
                    <a:pt x="118" y="5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5" name="Freeform 54">
              <a:extLst>
                <a:ext uri="{FF2B5EF4-FFF2-40B4-BE49-F238E27FC236}">
                  <a16:creationId xmlns:a16="http://schemas.microsoft.com/office/drawing/2014/main" id="{9C62D262-C5D3-5F44-E26B-0127DBA63520}"/>
                </a:ext>
              </a:extLst>
            </p:cNvPr>
            <p:cNvSpPr>
              <a:spLocks/>
            </p:cNvSpPr>
            <p:nvPr/>
          </p:nvSpPr>
          <p:spPr bwMode="auto">
            <a:xfrm>
              <a:off x="3469719"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6" name="Freeform 55">
              <a:extLst>
                <a:ext uri="{FF2B5EF4-FFF2-40B4-BE49-F238E27FC236}">
                  <a16:creationId xmlns:a16="http://schemas.microsoft.com/office/drawing/2014/main" id="{5DF1AF39-12A6-1F9B-E3C7-C195D35C3FDE}"/>
                </a:ext>
              </a:extLst>
            </p:cNvPr>
            <p:cNvSpPr>
              <a:spLocks/>
            </p:cNvSpPr>
            <p:nvPr/>
          </p:nvSpPr>
          <p:spPr bwMode="auto">
            <a:xfrm>
              <a:off x="3606636" y="2848240"/>
              <a:ext cx="105152" cy="186595"/>
            </a:xfrm>
            <a:custGeom>
              <a:avLst/>
              <a:gdLst>
                <a:gd name="T0" fmla="*/ 27 w 41"/>
                <a:gd name="T1" fmla="*/ 31 h 76"/>
                <a:gd name="T2" fmla="*/ 36 w 41"/>
                <a:gd name="T3" fmla="*/ 16 h 76"/>
                <a:gd name="T4" fmla="*/ 20 w 41"/>
                <a:gd name="T5" fmla="*/ 0 h 76"/>
                <a:gd name="T6" fmla="*/ 4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0" y="0"/>
                  </a:cubicBezTo>
                  <a:cubicBezTo>
                    <a:pt x="11" y="0"/>
                    <a:pt x="4" y="8"/>
                    <a:pt x="4" y="16"/>
                  </a:cubicBezTo>
                  <a:cubicBezTo>
                    <a:pt x="4"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7" name="Freeform 56">
              <a:extLst>
                <a:ext uri="{FF2B5EF4-FFF2-40B4-BE49-F238E27FC236}">
                  <a16:creationId xmlns:a16="http://schemas.microsoft.com/office/drawing/2014/main" id="{DF3C2C21-9FA5-9D1B-6E11-FF295B037A9F}"/>
                </a:ext>
              </a:extLst>
            </p:cNvPr>
            <p:cNvSpPr>
              <a:spLocks/>
            </p:cNvSpPr>
            <p:nvPr/>
          </p:nvSpPr>
          <p:spPr bwMode="auto">
            <a:xfrm>
              <a:off x="3745744" y="2848240"/>
              <a:ext cx="102962" cy="186595"/>
            </a:xfrm>
            <a:custGeom>
              <a:avLst/>
              <a:gdLst>
                <a:gd name="T0" fmla="*/ 27 w 40"/>
                <a:gd name="T1" fmla="*/ 31 h 76"/>
                <a:gd name="T2" fmla="*/ 36 w 40"/>
                <a:gd name="T3" fmla="*/ 16 h 76"/>
                <a:gd name="T4" fmla="*/ 20 w 40"/>
                <a:gd name="T5" fmla="*/ 0 h 76"/>
                <a:gd name="T6" fmla="*/ 4 w 40"/>
                <a:gd name="T7" fmla="*/ 16 h 76"/>
                <a:gd name="T8" fmla="*/ 13 w 40"/>
                <a:gd name="T9" fmla="*/ 31 h 76"/>
                <a:gd name="T10" fmla="*/ 0 w 40"/>
                <a:gd name="T11" fmla="*/ 50 h 76"/>
                <a:gd name="T12" fmla="*/ 0 w 40"/>
                <a:gd name="T13" fmla="*/ 76 h 76"/>
                <a:gd name="T14" fmla="*/ 40 w 40"/>
                <a:gd name="T15" fmla="*/ 76 h 76"/>
                <a:gd name="T16" fmla="*/ 40 w 40"/>
                <a:gd name="T17" fmla="*/ 50 h 76"/>
                <a:gd name="T18" fmla="*/ 27 w 40"/>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 h="76">
                  <a:moveTo>
                    <a:pt x="27" y="31"/>
                  </a:moveTo>
                  <a:cubicBezTo>
                    <a:pt x="32" y="28"/>
                    <a:pt x="36" y="23"/>
                    <a:pt x="36" y="16"/>
                  </a:cubicBezTo>
                  <a:cubicBezTo>
                    <a:pt x="36" y="8"/>
                    <a:pt x="29" y="0"/>
                    <a:pt x="20" y="0"/>
                  </a:cubicBezTo>
                  <a:cubicBezTo>
                    <a:pt x="11" y="0"/>
                    <a:pt x="4" y="8"/>
                    <a:pt x="4" y="16"/>
                  </a:cubicBezTo>
                  <a:cubicBezTo>
                    <a:pt x="4" y="23"/>
                    <a:pt x="8" y="28"/>
                    <a:pt x="13" y="31"/>
                  </a:cubicBezTo>
                  <a:cubicBezTo>
                    <a:pt x="5" y="34"/>
                    <a:pt x="0" y="41"/>
                    <a:pt x="0" y="50"/>
                  </a:cubicBezTo>
                  <a:cubicBezTo>
                    <a:pt x="0" y="76"/>
                    <a:pt x="0" y="76"/>
                    <a:pt x="0" y="76"/>
                  </a:cubicBezTo>
                  <a:cubicBezTo>
                    <a:pt x="40" y="76"/>
                    <a:pt x="40" y="76"/>
                    <a:pt x="40" y="76"/>
                  </a:cubicBezTo>
                  <a:cubicBezTo>
                    <a:pt x="40" y="50"/>
                    <a:pt x="40" y="50"/>
                    <a:pt x="40" y="50"/>
                  </a:cubicBezTo>
                  <a:cubicBezTo>
                    <a:pt x="40" y="41"/>
                    <a:pt x="34"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sp>
          <p:nvSpPr>
            <p:cNvPr id="198" name="Freeform 57">
              <a:extLst>
                <a:ext uri="{FF2B5EF4-FFF2-40B4-BE49-F238E27FC236}">
                  <a16:creationId xmlns:a16="http://schemas.microsoft.com/office/drawing/2014/main" id="{9E9704FD-AC4D-C62E-7F49-F54CF16C6D88}"/>
                </a:ext>
              </a:extLst>
            </p:cNvPr>
            <p:cNvSpPr>
              <a:spLocks/>
            </p:cNvSpPr>
            <p:nvPr/>
          </p:nvSpPr>
          <p:spPr bwMode="auto">
            <a:xfrm>
              <a:off x="3882661" y="2848240"/>
              <a:ext cx="105152" cy="186595"/>
            </a:xfrm>
            <a:custGeom>
              <a:avLst/>
              <a:gdLst>
                <a:gd name="T0" fmla="*/ 27 w 41"/>
                <a:gd name="T1" fmla="*/ 31 h 76"/>
                <a:gd name="T2" fmla="*/ 36 w 41"/>
                <a:gd name="T3" fmla="*/ 16 h 76"/>
                <a:gd name="T4" fmla="*/ 21 w 41"/>
                <a:gd name="T5" fmla="*/ 0 h 76"/>
                <a:gd name="T6" fmla="*/ 5 w 41"/>
                <a:gd name="T7" fmla="*/ 16 h 76"/>
                <a:gd name="T8" fmla="*/ 14 w 41"/>
                <a:gd name="T9" fmla="*/ 31 h 76"/>
                <a:gd name="T10" fmla="*/ 0 w 41"/>
                <a:gd name="T11" fmla="*/ 50 h 76"/>
                <a:gd name="T12" fmla="*/ 0 w 41"/>
                <a:gd name="T13" fmla="*/ 76 h 76"/>
                <a:gd name="T14" fmla="*/ 41 w 41"/>
                <a:gd name="T15" fmla="*/ 76 h 76"/>
                <a:gd name="T16" fmla="*/ 41 w 41"/>
                <a:gd name="T17" fmla="*/ 50 h 76"/>
                <a:gd name="T18" fmla="*/ 27 w 41"/>
                <a:gd name="T19" fmla="*/ 31 h 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76">
                  <a:moveTo>
                    <a:pt x="27" y="31"/>
                  </a:moveTo>
                  <a:cubicBezTo>
                    <a:pt x="33" y="28"/>
                    <a:pt x="36" y="23"/>
                    <a:pt x="36" y="16"/>
                  </a:cubicBezTo>
                  <a:cubicBezTo>
                    <a:pt x="36" y="8"/>
                    <a:pt x="29" y="0"/>
                    <a:pt x="21" y="0"/>
                  </a:cubicBezTo>
                  <a:cubicBezTo>
                    <a:pt x="12" y="0"/>
                    <a:pt x="5" y="8"/>
                    <a:pt x="5" y="16"/>
                  </a:cubicBezTo>
                  <a:cubicBezTo>
                    <a:pt x="5" y="23"/>
                    <a:pt x="8" y="28"/>
                    <a:pt x="14" y="31"/>
                  </a:cubicBezTo>
                  <a:cubicBezTo>
                    <a:pt x="6" y="34"/>
                    <a:pt x="0" y="41"/>
                    <a:pt x="0" y="50"/>
                  </a:cubicBezTo>
                  <a:cubicBezTo>
                    <a:pt x="0" y="76"/>
                    <a:pt x="0" y="76"/>
                    <a:pt x="0" y="76"/>
                  </a:cubicBezTo>
                  <a:cubicBezTo>
                    <a:pt x="41" y="76"/>
                    <a:pt x="41" y="76"/>
                    <a:pt x="41" y="76"/>
                  </a:cubicBezTo>
                  <a:cubicBezTo>
                    <a:pt x="41" y="50"/>
                    <a:pt x="41" y="50"/>
                    <a:pt x="41" y="50"/>
                  </a:cubicBezTo>
                  <a:cubicBezTo>
                    <a:pt x="41" y="41"/>
                    <a:pt x="35" y="34"/>
                    <a:pt x="27" y="31"/>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IE" sz="1800" b="0" i="0" u="none" strike="noStrike" kern="0" cap="none" spc="0" normalizeH="0" baseline="0" noProof="0">
                <a:ln>
                  <a:noFill/>
                </a:ln>
                <a:solidFill>
                  <a:prstClr val="black"/>
                </a:solidFill>
                <a:effectLst/>
                <a:uLnTx/>
                <a:uFillTx/>
              </a:endParaRPr>
            </a:p>
          </p:txBody>
        </p:sp>
      </p:grpSp>
      <p:cxnSp>
        <p:nvCxnSpPr>
          <p:cNvPr id="199" name="Straight Connector 198">
            <a:extLst>
              <a:ext uri="{FF2B5EF4-FFF2-40B4-BE49-F238E27FC236}">
                <a16:creationId xmlns:a16="http://schemas.microsoft.com/office/drawing/2014/main" id="{319F9036-496F-82D3-1FFB-4BC13C203F8B}"/>
              </a:ext>
            </a:extLst>
          </p:cNvPr>
          <p:cNvCxnSpPr/>
          <p:nvPr/>
        </p:nvCxnSpPr>
        <p:spPr>
          <a:xfrm>
            <a:off x="6071182" y="1990521"/>
            <a:ext cx="0" cy="4066295"/>
          </a:xfrm>
          <a:prstGeom prst="line">
            <a:avLst/>
          </a:prstGeom>
          <a:noFill/>
          <a:ln w="6350" cap="flat" cmpd="sng" algn="ctr">
            <a:solidFill>
              <a:srgbClr val="4A66AC"/>
            </a:solidFill>
            <a:prstDash val="solid"/>
            <a:miter lim="800000"/>
          </a:ln>
          <a:effectLst/>
        </p:spPr>
      </p:cxnSp>
      <p:sp>
        <p:nvSpPr>
          <p:cNvPr id="200" name="TextBox 199">
            <a:extLst>
              <a:ext uri="{FF2B5EF4-FFF2-40B4-BE49-F238E27FC236}">
                <a16:creationId xmlns:a16="http://schemas.microsoft.com/office/drawing/2014/main" id="{B4512049-187A-D6AC-F176-A1E2B74E79E5}"/>
              </a:ext>
            </a:extLst>
          </p:cNvPr>
          <p:cNvSpPr txBox="1"/>
          <p:nvPr/>
        </p:nvSpPr>
        <p:spPr>
          <a:xfrm>
            <a:off x="6259051" y="1396139"/>
            <a:ext cx="3187195" cy="3385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IN" sz="1600" b="1" i="0" u="none" strike="noStrike" kern="0" cap="none" spc="0" normalizeH="0" baseline="0" noProof="0">
                <a:ln>
                  <a:noFill/>
                </a:ln>
                <a:solidFill>
                  <a:prstClr val="black"/>
                </a:solidFill>
                <a:effectLst/>
                <a:uLnTx/>
                <a:uFillTx/>
              </a:rPr>
              <a:t>Decision making process:</a:t>
            </a:r>
            <a:endParaRPr kumimoji="0" lang="en-GB" sz="1800" b="0" i="0" u="none" strike="noStrike" kern="0" cap="none" spc="0" normalizeH="0" baseline="0" noProof="0">
              <a:ln>
                <a:noFill/>
              </a:ln>
              <a:solidFill>
                <a:prstClr val="black"/>
              </a:solidFill>
              <a:effectLst/>
              <a:uLnTx/>
              <a:uFillTx/>
              <a:latin typeface="Calibri" panose="020F0502020204030204"/>
            </a:endParaRPr>
          </a:p>
        </p:txBody>
      </p:sp>
      <p:sp>
        <p:nvSpPr>
          <p:cNvPr id="201" name="Rectangle 200">
            <a:extLst>
              <a:ext uri="{FF2B5EF4-FFF2-40B4-BE49-F238E27FC236}">
                <a16:creationId xmlns:a16="http://schemas.microsoft.com/office/drawing/2014/main" id="{C1EA08AD-9C60-DBC4-118C-4D74EDF57815}"/>
              </a:ext>
            </a:extLst>
          </p:cNvPr>
          <p:cNvSpPr/>
          <p:nvPr/>
        </p:nvSpPr>
        <p:spPr>
          <a:xfrm>
            <a:off x="6429006" y="1877938"/>
            <a:ext cx="5338121" cy="541904"/>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Workshop/Meeting where key question arises</a:t>
            </a:r>
          </a:p>
        </p:txBody>
      </p:sp>
      <p:sp>
        <p:nvSpPr>
          <p:cNvPr id="202" name="Rectangle 201">
            <a:extLst>
              <a:ext uri="{FF2B5EF4-FFF2-40B4-BE49-F238E27FC236}">
                <a16:creationId xmlns:a16="http://schemas.microsoft.com/office/drawing/2014/main" id="{CC45157A-2989-20EE-2007-B6ECA776185B}"/>
              </a:ext>
            </a:extLst>
          </p:cNvPr>
          <p:cNvSpPr/>
          <p:nvPr/>
        </p:nvSpPr>
        <p:spPr>
          <a:xfrm>
            <a:off x="6429005" y="2563087"/>
            <a:ext cx="5338123" cy="623988"/>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Identification of key decision needed, decision owner and required inputs to enable decision</a:t>
            </a:r>
          </a:p>
        </p:txBody>
      </p:sp>
      <p:sp>
        <p:nvSpPr>
          <p:cNvPr id="203" name="Rectangle 202">
            <a:extLst>
              <a:ext uri="{FF2B5EF4-FFF2-40B4-BE49-F238E27FC236}">
                <a16:creationId xmlns:a16="http://schemas.microsoft.com/office/drawing/2014/main" id="{5A7538D4-B480-F222-E22F-C893B3CEC27C}"/>
              </a:ext>
            </a:extLst>
          </p:cNvPr>
          <p:cNvSpPr/>
          <p:nvPr/>
        </p:nvSpPr>
        <p:spPr>
          <a:xfrm>
            <a:off x="6429006" y="3350465"/>
            <a:ext cx="5338121" cy="614643"/>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Creation of key decision paper and supporting material(s)</a:t>
            </a:r>
          </a:p>
        </p:txBody>
      </p:sp>
      <p:sp>
        <p:nvSpPr>
          <p:cNvPr id="204" name="Rectangle 203">
            <a:extLst>
              <a:ext uri="{FF2B5EF4-FFF2-40B4-BE49-F238E27FC236}">
                <a16:creationId xmlns:a16="http://schemas.microsoft.com/office/drawing/2014/main" id="{4D3A22E1-4E4E-38A5-D7FA-C6912196EE3E}"/>
              </a:ext>
            </a:extLst>
          </p:cNvPr>
          <p:cNvSpPr/>
          <p:nvPr/>
        </p:nvSpPr>
        <p:spPr>
          <a:xfrm>
            <a:off x="6429006" y="4124954"/>
            <a:ext cx="5338121" cy="541904"/>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Presentation at BDA/TDA or both as required</a:t>
            </a:r>
          </a:p>
        </p:txBody>
      </p:sp>
      <p:sp>
        <p:nvSpPr>
          <p:cNvPr id="205" name="Rectangle 204">
            <a:extLst>
              <a:ext uri="{FF2B5EF4-FFF2-40B4-BE49-F238E27FC236}">
                <a16:creationId xmlns:a16="http://schemas.microsoft.com/office/drawing/2014/main" id="{FBCE7D9C-EA02-6951-066E-5E6B68277047}"/>
              </a:ext>
            </a:extLst>
          </p:cNvPr>
          <p:cNvSpPr/>
          <p:nvPr/>
        </p:nvSpPr>
        <p:spPr>
          <a:xfrm>
            <a:off x="6429006" y="4784177"/>
            <a:ext cx="5338121" cy="541904"/>
          </a:xfrm>
          <a:prstGeom prst="rect">
            <a:avLst/>
          </a:prstGeom>
          <a:no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BDA/TDA decision output documented and stored</a:t>
            </a:r>
          </a:p>
        </p:txBody>
      </p:sp>
      <p:sp>
        <p:nvSpPr>
          <p:cNvPr id="206" name="Rectangle 205">
            <a:extLst>
              <a:ext uri="{FF2B5EF4-FFF2-40B4-BE49-F238E27FC236}">
                <a16:creationId xmlns:a16="http://schemas.microsoft.com/office/drawing/2014/main" id="{2FD49DFE-19EC-66FC-5C41-D1CFFA9C6481}"/>
              </a:ext>
            </a:extLst>
          </p:cNvPr>
          <p:cNvSpPr/>
          <p:nvPr/>
        </p:nvSpPr>
        <p:spPr>
          <a:xfrm>
            <a:off x="6429006" y="5489471"/>
            <a:ext cx="5338121" cy="541905"/>
          </a:xfrm>
          <a:prstGeom prst="rect">
            <a:avLst/>
          </a:prstGeom>
          <a:solidFill>
            <a:srgbClr val="92D05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Calibri" panose="020F0502020204030204"/>
                <a:ea typeface="+mn-ea"/>
                <a:cs typeface="+mn-cs"/>
              </a:rPr>
              <a:t>Ratification of BDA/TDA decision output at Programme Leadership/Steering if required</a:t>
            </a:r>
          </a:p>
        </p:txBody>
      </p:sp>
      <p:cxnSp>
        <p:nvCxnSpPr>
          <p:cNvPr id="207" name="Straight Arrow Connector 206">
            <a:extLst>
              <a:ext uri="{FF2B5EF4-FFF2-40B4-BE49-F238E27FC236}">
                <a16:creationId xmlns:a16="http://schemas.microsoft.com/office/drawing/2014/main" id="{1E7D6BC6-B4B9-64B1-42C5-51CBC31EF347}"/>
              </a:ext>
            </a:extLst>
          </p:cNvPr>
          <p:cNvCxnSpPr>
            <a:cxnSpLocks/>
            <a:stCxn id="201" idx="2"/>
            <a:endCxn id="202" idx="0"/>
          </p:cNvCxnSpPr>
          <p:nvPr/>
        </p:nvCxnSpPr>
        <p:spPr>
          <a:xfrm>
            <a:off x="9098067" y="2419842"/>
            <a:ext cx="0" cy="143245"/>
          </a:xfrm>
          <a:prstGeom prst="straightConnector1">
            <a:avLst/>
          </a:prstGeom>
          <a:noFill/>
          <a:ln w="6350" cap="flat" cmpd="sng" algn="ctr">
            <a:solidFill>
              <a:srgbClr val="4A66AC"/>
            </a:solidFill>
            <a:prstDash val="solid"/>
            <a:miter lim="800000"/>
            <a:tailEnd type="triangle"/>
          </a:ln>
          <a:effectLst/>
        </p:spPr>
      </p:cxnSp>
      <p:cxnSp>
        <p:nvCxnSpPr>
          <p:cNvPr id="208" name="Straight Arrow Connector 207">
            <a:extLst>
              <a:ext uri="{FF2B5EF4-FFF2-40B4-BE49-F238E27FC236}">
                <a16:creationId xmlns:a16="http://schemas.microsoft.com/office/drawing/2014/main" id="{0459D881-9ED2-165E-D6B8-F909211D1691}"/>
              </a:ext>
            </a:extLst>
          </p:cNvPr>
          <p:cNvCxnSpPr>
            <a:cxnSpLocks/>
            <a:stCxn id="202" idx="2"/>
            <a:endCxn id="203" idx="0"/>
          </p:cNvCxnSpPr>
          <p:nvPr/>
        </p:nvCxnSpPr>
        <p:spPr>
          <a:xfrm>
            <a:off x="9098067" y="3187075"/>
            <a:ext cx="0" cy="163390"/>
          </a:xfrm>
          <a:prstGeom prst="straightConnector1">
            <a:avLst/>
          </a:prstGeom>
          <a:noFill/>
          <a:ln w="6350" cap="flat" cmpd="sng" algn="ctr">
            <a:solidFill>
              <a:srgbClr val="4A66AC"/>
            </a:solidFill>
            <a:prstDash val="solid"/>
            <a:miter lim="800000"/>
            <a:tailEnd type="triangle"/>
          </a:ln>
          <a:effectLst/>
        </p:spPr>
      </p:cxnSp>
      <p:cxnSp>
        <p:nvCxnSpPr>
          <p:cNvPr id="209" name="Straight Arrow Connector 208">
            <a:extLst>
              <a:ext uri="{FF2B5EF4-FFF2-40B4-BE49-F238E27FC236}">
                <a16:creationId xmlns:a16="http://schemas.microsoft.com/office/drawing/2014/main" id="{2E703A9D-16FB-30D3-5D19-F54E398FAF81}"/>
              </a:ext>
            </a:extLst>
          </p:cNvPr>
          <p:cNvCxnSpPr>
            <a:cxnSpLocks/>
            <a:stCxn id="203" idx="2"/>
            <a:endCxn id="204" idx="0"/>
          </p:cNvCxnSpPr>
          <p:nvPr/>
        </p:nvCxnSpPr>
        <p:spPr>
          <a:xfrm>
            <a:off x="9098067" y="3965108"/>
            <a:ext cx="0" cy="159846"/>
          </a:xfrm>
          <a:prstGeom prst="straightConnector1">
            <a:avLst/>
          </a:prstGeom>
          <a:noFill/>
          <a:ln w="6350" cap="flat" cmpd="sng" algn="ctr">
            <a:solidFill>
              <a:srgbClr val="4A66AC"/>
            </a:solidFill>
            <a:prstDash val="solid"/>
            <a:miter lim="800000"/>
            <a:tailEnd type="triangle"/>
          </a:ln>
          <a:effectLst/>
        </p:spPr>
      </p:cxnSp>
      <p:cxnSp>
        <p:nvCxnSpPr>
          <p:cNvPr id="210" name="Straight Arrow Connector 209">
            <a:extLst>
              <a:ext uri="{FF2B5EF4-FFF2-40B4-BE49-F238E27FC236}">
                <a16:creationId xmlns:a16="http://schemas.microsoft.com/office/drawing/2014/main" id="{E1D80132-B5F9-221C-C71F-AD018CFBFCDA}"/>
              </a:ext>
            </a:extLst>
          </p:cNvPr>
          <p:cNvCxnSpPr>
            <a:cxnSpLocks/>
            <a:stCxn id="204" idx="2"/>
            <a:endCxn id="205" idx="0"/>
          </p:cNvCxnSpPr>
          <p:nvPr/>
        </p:nvCxnSpPr>
        <p:spPr>
          <a:xfrm>
            <a:off x="9098067" y="4666858"/>
            <a:ext cx="0" cy="117319"/>
          </a:xfrm>
          <a:prstGeom prst="straightConnector1">
            <a:avLst/>
          </a:prstGeom>
          <a:noFill/>
          <a:ln w="6350" cap="flat" cmpd="sng" algn="ctr">
            <a:solidFill>
              <a:srgbClr val="4A66AC"/>
            </a:solidFill>
            <a:prstDash val="solid"/>
            <a:miter lim="800000"/>
            <a:tailEnd type="triangle"/>
          </a:ln>
          <a:effectLst/>
        </p:spPr>
      </p:cxnSp>
      <p:cxnSp>
        <p:nvCxnSpPr>
          <p:cNvPr id="211" name="Straight Arrow Connector 210">
            <a:extLst>
              <a:ext uri="{FF2B5EF4-FFF2-40B4-BE49-F238E27FC236}">
                <a16:creationId xmlns:a16="http://schemas.microsoft.com/office/drawing/2014/main" id="{81551C70-A638-A096-B184-FBA648BC46CA}"/>
              </a:ext>
            </a:extLst>
          </p:cNvPr>
          <p:cNvCxnSpPr>
            <a:cxnSpLocks/>
            <a:stCxn id="205" idx="2"/>
            <a:endCxn id="206" idx="0"/>
          </p:cNvCxnSpPr>
          <p:nvPr/>
        </p:nvCxnSpPr>
        <p:spPr>
          <a:xfrm>
            <a:off x="9098067" y="5326081"/>
            <a:ext cx="0" cy="163390"/>
          </a:xfrm>
          <a:prstGeom prst="straightConnector1">
            <a:avLst/>
          </a:prstGeom>
          <a:noFill/>
          <a:ln w="6350" cap="flat" cmpd="sng" algn="ctr">
            <a:solidFill>
              <a:srgbClr val="4A66AC"/>
            </a:solidFill>
            <a:prstDash val="solid"/>
            <a:miter lim="800000"/>
            <a:tailEnd type="triangle"/>
          </a:ln>
          <a:effectLst/>
        </p:spPr>
      </p:cxnSp>
    </p:spTree>
    <p:extLst>
      <p:ext uri="{BB962C8B-B14F-4D97-AF65-F5344CB8AC3E}">
        <p14:creationId xmlns:p14="http://schemas.microsoft.com/office/powerpoint/2010/main" val="2411987227"/>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AREAS - raci</a:t>
            </a:r>
          </a:p>
        </p:txBody>
      </p:sp>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3436303371"/>
              </p:ext>
            </p:extLst>
          </p:nvPr>
        </p:nvGraphicFramePr>
        <p:xfrm>
          <a:off x="306614" y="5173864"/>
          <a:ext cx="3847173" cy="1301476"/>
        </p:xfrm>
        <a:graphic>
          <a:graphicData uri="http://schemas.openxmlformats.org/drawingml/2006/table">
            <a:tbl>
              <a:tblPr/>
              <a:tblGrid>
                <a:gridCol w="395135">
                  <a:extLst>
                    <a:ext uri="{9D8B030D-6E8A-4147-A177-3AD203B41FA5}">
                      <a16:colId xmlns:a16="http://schemas.microsoft.com/office/drawing/2014/main" val="535790856"/>
                    </a:ext>
                  </a:extLst>
                </a:gridCol>
                <a:gridCol w="779721">
                  <a:extLst>
                    <a:ext uri="{9D8B030D-6E8A-4147-A177-3AD203B41FA5}">
                      <a16:colId xmlns:a16="http://schemas.microsoft.com/office/drawing/2014/main" val="3893814103"/>
                    </a:ext>
                  </a:extLst>
                </a:gridCol>
                <a:gridCol w="2672317">
                  <a:extLst>
                    <a:ext uri="{9D8B030D-6E8A-4147-A177-3AD203B41FA5}">
                      <a16:colId xmlns:a16="http://schemas.microsoft.com/office/drawing/2014/main" val="3275366997"/>
                    </a:ext>
                  </a:extLst>
                </a:gridCol>
              </a:tblGrid>
              <a:tr h="237301">
                <a:tc>
                  <a:txBody>
                    <a:bodyPr/>
                    <a:lstStyle/>
                    <a:p>
                      <a:pPr algn="ctr" fontAlgn="ctr"/>
                      <a:r>
                        <a:rPr lang="en-GB" sz="1000" b="0" i="0" u="none" strike="noStrike">
                          <a:solidFill>
                            <a:srgbClr val="000000"/>
                          </a:solidFill>
                          <a:effectLst/>
                          <a:latin typeface="Ubuntu" panose="020B0504030602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1000" b="0" i="0" u="none" strike="noStrike">
                          <a:solidFill>
                            <a:srgbClr val="000000"/>
                          </a:solidFill>
                          <a:effectLst/>
                          <a:latin typeface="Ubuntu" panose="020B0504030602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225923">
                <a:tc>
                  <a:txBody>
                    <a:bodyPr/>
                    <a:lstStyle/>
                    <a:p>
                      <a:pPr algn="ctr" fontAlgn="ctr"/>
                      <a:r>
                        <a:rPr lang="en-GB" sz="1000" b="0" i="0" u="none" strike="noStrike">
                          <a:solidFill>
                            <a:srgbClr val="000000"/>
                          </a:solidFill>
                          <a:effectLst/>
                          <a:latin typeface="Ubuntu" panose="020B0504030602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1000" b="0" i="0" u="none" strike="noStrike">
                          <a:solidFill>
                            <a:srgbClr val="000000"/>
                          </a:solidFill>
                          <a:effectLst/>
                          <a:latin typeface="Ubuntu" panose="020B0504030602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419126">
                <a:tc>
                  <a:txBody>
                    <a:bodyPr/>
                    <a:lstStyle/>
                    <a:p>
                      <a:pPr algn="ctr" fontAlgn="ctr"/>
                      <a:r>
                        <a:rPr lang="en-GB" sz="1000" b="0" i="0" u="none" strike="noStrike">
                          <a:solidFill>
                            <a:srgbClr val="000000"/>
                          </a:solidFill>
                          <a:effectLst/>
                          <a:latin typeface="Ubuntu" panose="020B0504030602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1000" b="0" i="0" u="none" strike="noStrike">
                          <a:solidFill>
                            <a:srgbClr val="000000"/>
                          </a:solidFill>
                          <a:effectLst/>
                          <a:latin typeface="Ubuntu" panose="020B0504030602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419126">
                <a:tc>
                  <a:txBody>
                    <a:bodyPr/>
                    <a:lstStyle/>
                    <a:p>
                      <a:pPr algn="ctr" fontAlgn="ctr"/>
                      <a:r>
                        <a:rPr lang="en-GB" sz="1000" b="0" i="0" u="none" strike="noStrike">
                          <a:solidFill>
                            <a:srgbClr val="000000"/>
                          </a:solidFill>
                          <a:effectLst/>
                          <a:latin typeface="Ubuntu" panose="020B0504030602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000" b="0" i="0" u="none" strike="noStrike" kern="1200">
                          <a:solidFill>
                            <a:srgbClr val="000000"/>
                          </a:solidFill>
                          <a:effectLst/>
                          <a:latin typeface="Ubuntu" panose="020B0504030602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95914" y="4932087"/>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sp>
        <p:nvSpPr>
          <p:cNvPr id="11" name="TextBox 10">
            <a:extLst>
              <a:ext uri="{FF2B5EF4-FFF2-40B4-BE49-F238E27FC236}">
                <a16:creationId xmlns:a16="http://schemas.microsoft.com/office/drawing/2014/main" id="{5E4768D8-7D86-1A98-AE15-7F66D8D62FE4}"/>
              </a:ext>
            </a:extLst>
          </p:cNvPr>
          <p:cNvSpPr txBox="1"/>
          <p:nvPr/>
        </p:nvSpPr>
        <p:spPr>
          <a:xfrm>
            <a:off x="280809" y="2083368"/>
            <a:ext cx="5170321" cy="1112537"/>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600" i="0" strike="noStrike" kern="0" cap="none" spc="0" normalizeH="0" baseline="0" noProof="0">
                <a:ln>
                  <a:noFill/>
                </a:ln>
                <a:solidFill>
                  <a:srgbClr val="2B0A3D"/>
                </a:solidFill>
                <a:effectLst/>
                <a:uLnTx/>
                <a:uFillTx/>
                <a:ea typeface="Verdana" panose="020B0604030504040204" pitchFamily="34" charset="0"/>
              </a:rPr>
              <a:t>RACI will also be broken down further into detailed responsibility lines.  </a:t>
            </a:r>
          </a:p>
        </p:txBody>
      </p:sp>
      <p:pic>
        <p:nvPicPr>
          <p:cNvPr id="5" name="Picture 4">
            <a:extLst>
              <a:ext uri="{FF2B5EF4-FFF2-40B4-BE49-F238E27FC236}">
                <a16:creationId xmlns:a16="http://schemas.microsoft.com/office/drawing/2014/main" id="{8F0DCCB6-A6A2-8618-5211-E0F5CD4CCCD0}"/>
              </a:ext>
            </a:extLst>
          </p:cNvPr>
          <p:cNvPicPr>
            <a:picLocks noChangeAspect="1"/>
          </p:cNvPicPr>
          <p:nvPr/>
        </p:nvPicPr>
        <p:blipFill>
          <a:blip r:embed="rId3"/>
          <a:stretch>
            <a:fillRect/>
          </a:stretch>
        </p:blipFill>
        <p:spPr>
          <a:xfrm>
            <a:off x="5367962" y="660666"/>
            <a:ext cx="5318471" cy="5880776"/>
          </a:xfrm>
          <a:prstGeom prst="rect">
            <a:avLst/>
          </a:prstGeom>
        </p:spPr>
      </p:pic>
    </p:spTree>
    <p:extLst>
      <p:ext uri="{BB962C8B-B14F-4D97-AF65-F5344CB8AC3E}">
        <p14:creationId xmlns:p14="http://schemas.microsoft.com/office/powerpoint/2010/main" val="35717206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350331430"/>
              </p:ext>
            </p:extLst>
          </p:nvPr>
        </p:nvGraphicFramePr>
        <p:xfrm>
          <a:off x="373283" y="829727"/>
          <a:ext cx="11555957" cy="5623630"/>
        </p:xfrm>
        <a:graphic>
          <a:graphicData uri="http://schemas.openxmlformats.org/drawingml/2006/table">
            <a:tbl>
              <a:tblPr firstRow="1" bandRow="1">
                <a:tableStyleId>{21E4AEA4-8DFA-4A89-87EB-49C32662AFE0}</a:tableStyleId>
              </a:tblPr>
              <a:tblGrid>
                <a:gridCol w="1143183">
                  <a:extLst>
                    <a:ext uri="{9D8B030D-6E8A-4147-A177-3AD203B41FA5}">
                      <a16:colId xmlns:a16="http://schemas.microsoft.com/office/drawing/2014/main" val="20000"/>
                    </a:ext>
                  </a:extLst>
                </a:gridCol>
                <a:gridCol w="1573575">
                  <a:extLst>
                    <a:ext uri="{9D8B030D-6E8A-4147-A177-3AD203B41FA5}">
                      <a16:colId xmlns:a16="http://schemas.microsoft.com/office/drawing/2014/main" val="23534697"/>
                    </a:ext>
                  </a:extLst>
                </a:gridCol>
                <a:gridCol w="8839199">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Business Owner/ </a:t>
                      </a:r>
                      <a:r>
                        <a:rPr lang="en-US" sz="900" u="none" strike="noStrike" cap="none">
                          <a:solidFill>
                            <a:srgbClr val="000000"/>
                          </a:solidFill>
                        </a:rPr>
                        <a:t>Sponsor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900"/>
                        <a:t>Vanessa Ortega</a:t>
                      </a:r>
                      <a:endParaRPr sz="9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US" sz="900"/>
                        <a:t>Approve scope, target design and execution plans for the PAS </a:t>
                      </a:r>
                      <a:r>
                        <a:rPr lang="en-US" sz="900" err="1"/>
                        <a:t>iniaitive</a:t>
                      </a:r>
                      <a:r>
                        <a:rPr lang="en-US" sz="900"/>
                        <a:t>.</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Accountable for delivery against OKRs, business outcomes and benefit </a:t>
                      </a:r>
                      <a:r>
                        <a:rPr lang="en-US" sz="900" err="1"/>
                        <a:t>realisation</a:t>
                      </a:r>
                      <a:r>
                        <a:rPr lang="en-US" sz="900"/>
                        <a:t>.</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Commits or helps facilitate appropriate resources (e.g. SMEs) and support issue resolution for the PAS initiative.</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Approve and oversee key initiative decisions as adviser</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Steer solution design and build based on business needs</a:t>
                      </a:r>
                      <a:endParaRPr sz="900"/>
                    </a:p>
                  </a:txBody>
                  <a:tcPr marL="91450" marR="91450" marT="45725" marB="45725"/>
                </a:tc>
                <a:extLst>
                  <a:ext uri="{0D108BD9-81ED-4DB2-BD59-A6C34878D82A}">
                    <a16:rowId xmlns:a16="http://schemas.microsoft.com/office/drawing/2014/main" val="10001"/>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PAS </a:t>
                      </a:r>
                      <a:r>
                        <a:rPr lang="en-US" sz="900" u="none" strike="noStrike" cap="none">
                          <a:solidFill>
                            <a:srgbClr val="000000"/>
                          </a:solidFill>
                        </a:rPr>
                        <a:t>Delivery Lead </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Warren Pilkington</a:t>
                      </a:r>
                    </a:p>
                    <a:p>
                      <a:pPr marL="0" marR="0" lvl="0" indent="0" algn="l">
                        <a:lnSpc>
                          <a:spcPct val="100000"/>
                        </a:lnSpc>
                        <a:spcBef>
                          <a:spcPts val="0"/>
                        </a:spcBef>
                        <a:spcAft>
                          <a:spcPts val="0"/>
                        </a:spcAft>
                        <a:buSzPts val="800"/>
                        <a:buNone/>
                      </a:pPr>
                      <a:r>
                        <a:rPr lang="en-US" sz="900"/>
                        <a:t>Athik Miah</a:t>
                      </a: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a:t>Develop the initiative objectives, scope, </a:t>
                      </a:r>
                      <a:r>
                        <a:rPr lang="en-US" sz="900" err="1"/>
                        <a:t>highlevel</a:t>
                      </a:r>
                      <a:r>
                        <a:rPr lang="en-US" sz="900"/>
                        <a:t> implementation roadmap, resource requirements and investment estimates.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Working with the delivery partners, create and manage the PAS delivery plans.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Manage the delivery teams inc. resource management, supply &amp; demand, technical capability and skills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Manage inbound and outbound dependencies needed for the delivery of the component</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Management of risks and issues impacting progress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status reporting of the project</a:t>
                      </a:r>
                      <a:endParaRPr sz="900"/>
                    </a:p>
                  </a:txBody>
                  <a:tcPr marL="91450" marR="91450" marT="45725" marB="45725"/>
                </a:tc>
                <a:extLst>
                  <a:ext uri="{0D108BD9-81ED-4DB2-BD59-A6C34878D82A}">
                    <a16:rowId xmlns:a16="http://schemas.microsoft.com/office/drawing/2014/main" val="10002"/>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Global PAS Product / Platform Lead</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Stephen Payne</a:t>
                      </a:r>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a:t>Helps define the PAS Product Strategy, Vision and Roadmaps alongside the Product Owners in the PAS initiative.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Managing and </a:t>
                      </a:r>
                      <a:r>
                        <a:rPr lang="en-US" sz="900" err="1"/>
                        <a:t>prioritising</a:t>
                      </a:r>
                      <a:r>
                        <a:rPr lang="en-US" sz="900"/>
                        <a:t> the PAS Portfolio Backlog taking care to ensure alignment with business architecture, data teams and existing BAU environments.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Delivering Value by ensuring the PAS solutions are complete from the user perspective (including operations, change </a:t>
                      </a:r>
                      <a:r>
                        <a:rPr lang="en-US" sz="900" err="1"/>
                        <a:t>etc</a:t>
                      </a:r>
                      <a:r>
                        <a:rPr lang="en-US" sz="900"/>
                        <a:t>) and deliver meaningful business value.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Point of escalation and coaching for squad-level Product Owners.</a:t>
                      </a:r>
                      <a:endParaRPr sz="9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Solution Architect Lead</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900"/>
                        <a:t>Dean Johnston</a:t>
                      </a:r>
                    </a:p>
                    <a:p>
                      <a:pPr marL="0" marR="0" lvl="0" indent="0" algn="l">
                        <a:lnSpc>
                          <a:spcPct val="100000"/>
                        </a:lnSpc>
                        <a:spcBef>
                          <a:spcPts val="0"/>
                        </a:spcBef>
                        <a:spcAft>
                          <a:spcPts val="0"/>
                        </a:spcAft>
                        <a:buSzPts val="800"/>
                        <a:buNone/>
                      </a:pPr>
                      <a:r>
                        <a:rPr lang="en-US" sz="900"/>
                        <a:t>Matt Reynolds</a:t>
                      </a:r>
                    </a:p>
                    <a:p>
                      <a:pPr marL="0" marR="0" lvl="0" indent="0" algn="l">
                        <a:lnSpc>
                          <a:spcPct val="100000"/>
                        </a:lnSpc>
                        <a:spcBef>
                          <a:spcPts val="0"/>
                        </a:spcBef>
                        <a:spcAft>
                          <a:spcPts val="0"/>
                        </a:spcAft>
                        <a:buSzPts val="800"/>
                        <a:buNone/>
                      </a:pPr>
                      <a:r>
                        <a:rPr lang="en-US" sz="900"/>
                        <a:t>Steve </a:t>
                      </a:r>
                      <a:r>
                        <a:rPr lang="en-US" sz="900" err="1"/>
                        <a:t>Enness</a:t>
                      </a:r>
                      <a:endParaRPr lang="en-US" sz="9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US" sz="900"/>
                        <a:t>Work with squads to define target technical solutions.</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Gain approval through Design Authority for technical solutions.</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Monitor technical risk and mitigation control.</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Define technical guardrails for delivery squads.</a:t>
                      </a:r>
                      <a:endParaRPr sz="900"/>
                    </a:p>
                    <a:p>
                      <a:pPr marL="171450" marR="0" lvl="0" indent="-171450" algn="l" rtl="0">
                        <a:lnSpc>
                          <a:spcPct val="100000"/>
                        </a:lnSpc>
                        <a:spcBef>
                          <a:spcPts val="0"/>
                        </a:spcBef>
                        <a:spcAft>
                          <a:spcPts val="0"/>
                        </a:spcAft>
                        <a:buClr>
                          <a:schemeClr val="dk1"/>
                        </a:buClr>
                        <a:buSzPts val="800"/>
                        <a:buFont typeface="Arial"/>
                        <a:buChar char="•"/>
                      </a:pPr>
                      <a:r>
                        <a:rPr lang="en-US" sz="900"/>
                        <a:t>Embed technical work into backlogs of delivery squads.</a:t>
                      </a:r>
                      <a:endParaRPr sz="900"/>
                    </a:p>
                  </a:txBody>
                  <a:tcPr marL="91450" marR="91450" marT="45725" marB="45725"/>
                </a:tc>
                <a:extLst>
                  <a:ext uri="{0D108BD9-81ED-4DB2-BD59-A6C34878D82A}">
                    <a16:rowId xmlns:a16="http://schemas.microsoft.com/office/drawing/2014/main" val="10004"/>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Product Owner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b="0" i="0" u="none" strike="noStrike" noProof="0">
                          <a:solidFill>
                            <a:srgbClr val="000000"/>
                          </a:solidFill>
                          <a:latin typeface="Ubuntu"/>
                        </a:rPr>
                        <a:t>Jeff Colandrea</a:t>
                      </a:r>
                    </a:p>
                    <a:p>
                      <a:pPr marL="0" marR="0" lvl="0" indent="0" algn="l">
                        <a:lnSpc>
                          <a:spcPct val="100000"/>
                        </a:lnSpc>
                        <a:spcBef>
                          <a:spcPts val="0"/>
                        </a:spcBef>
                        <a:spcAft>
                          <a:spcPts val="0"/>
                        </a:spcAft>
                        <a:buClr>
                          <a:srgbClr val="000000"/>
                        </a:buClr>
                        <a:buSzPts val="800"/>
                        <a:buNone/>
                      </a:pPr>
                      <a:r>
                        <a:rPr lang="en-US" sz="900" b="0" i="0" u="none" strike="noStrike" noProof="0">
                          <a:solidFill>
                            <a:srgbClr val="000000"/>
                          </a:solidFill>
                          <a:latin typeface="Ubuntu"/>
                        </a:rPr>
                        <a:t>Devin Wells</a:t>
                      </a:r>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Font typeface="Arial"/>
                        <a:buNone/>
                      </a:pPr>
                      <a:r>
                        <a:rPr lang="en-US" sz="900"/>
                        <a:t>There will be different Product Leads depending on the release/wave of PAS implementation. For example, Cyber and D&amp;O in Foundation release.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Understand and be able to describe the end-to-end solution in a high level, the use cases and related business drivers.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Attend decision making sessions, feeding input regarding the product and its interaction with other components, acting as a point of reference for the product required features and </a:t>
                      </a:r>
                      <a:r>
                        <a:rPr lang="en-US" sz="900" err="1"/>
                        <a:t>behaviour</a:t>
                      </a:r>
                      <a:r>
                        <a:rPr lang="en-US" sz="900"/>
                        <a:t>.</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Understand business demands and requirements and translate these into solutions that are refined iteratively and present them to the team.</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err="1"/>
                        <a:t>Prioritise</a:t>
                      </a:r>
                      <a:r>
                        <a:rPr lang="en-US" sz="900"/>
                        <a:t> requirements of the product and make adjustments as needed after each release.</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Define the future goal of the product (the ‘product vision’)</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Maintain and own the product backlog.</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Accepting or rejecting suggested improvements.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Report progress, involvement in governance arrangements.</a:t>
                      </a:r>
                      <a:endParaRPr sz="900"/>
                    </a:p>
                  </a:txBody>
                  <a:tcPr marL="91450" marR="91450" marT="45725" marB="45725"/>
                </a:tc>
                <a:extLst>
                  <a:ext uri="{0D108BD9-81ED-4DB2-BD59-A6C34878D82A}">
                    <a16:rowId xmlns:a16="http://schemas.microsoft.com/office/drawing/2014/main" val="10005"/>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Scrum Master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TBD</a:t>
                      </a:r>
                      <a:endParaRPr sz="9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a:t>Responsible for the effective and consistent operational performance for the scrum process.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both timely and effective tracking and reporting on team progress against goals.</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managing team capacity, </a:t>
                      </a:r>
                      <a:r>
                        <a:rPr lang="en-US" sz="900" err="1"/>
                        <a:t>utilisation</a:t>
                      </a:r>
                      <a:r>
                        <a:rPr lang="en-US" sz="900"/>
                        <a:t> and velocity. </a:t>
                      </a:r>
                      <a:endParaRPr sz="900"/>
                    </a:p>
                    <a:p>
                      <a:pPr marL="171450" marR="0" lvl="0" indent="-171450" algn="l" rtl="0">
                        <a:lnSpc>
                          <a:spcPct val="100000"/>
                        </a:lnSpc>
                        <a:spcBef>
                          <a:spcPts val="0"/>
                        </a:spcBef>
                        <a:spcAft>
                          <a:spcPts val="0"/>
                        </a:spcAft>
                        <a:buClr>
                          <a:srgbClr val="000000"/>
                        </a:buClr>
                        <a:buSzPts val="800"/>
                        <a:buFont typeface="Arial"/>
                        <a:buChar char="•"/>
                      </a:pPr>
                      <a:r>
                        <a:rPr lang="en-US" sz="900"/>
                        <a:t>Responsible for providing Delivery Lead and Product Owners with relevant input for each team member to support each team member’s development and performance needs.</a:t>
                      </a:r>
                      <a:endParaRPr sz="900"/>
                    </a:p>
                  </a:txBody>
                  <a:tcPr marL="91450" marR="91450" marT="45725" marB="45725"/>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018614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8" name="Google Shape;949;g230aec90a34_0_1165">
            <a:extLst>
              <a:ext uri="{FF2B5EF4-FFF2-40B4-BE49-F238E27FC236}">
                <a16:creationId xmlns:a16="http://schemas.microsoft.com/office/drawing/2014/main" id="{0449F75F-2706-876C-71DE-D728F38E233D}"/>
              </a:ext>
            </a:extLst>
          </p:cNvPr>
          <p:cNvGraphicFramePr/>
          <p:nvPr>
            <p:extLst>
              <p:ext uri="{D42A27DB-BD31-4B8C-83A1-F6EECF244321}">
                <p14:modId xmlns:p14="http://schemas.microsoft.com/office/powerpoint/2010/main" val="2448514424"/>
              </p:ext>
            </p:extLst>
          </p:nvPr>
        </p:nvGraphicFramePr>
        <p:xfrm>
          <a:off x="283780" y="648394"/>
          <a:ext cx="11645460" cy="6015452"/>
        </p:xfrm>
        <a:graphic>
          <a:graphicData uri="http://schemas.openxmlformats.org/drawingml/2006/table">
            <a:tbl>
              <a:tblPr firstRow="1" bandRow="1">
                <a:tableStyleId>{21E4AEA4-8DFA-4A89-87EB-49C32662AFE0}</a:tableStyleId>
              </a:tblPr>
              <a:tblGrid>
                <a:gridCol w="1271751">
                  <a:extLst>
                    <a:ext uri="{9D8B030D-6E8A-4147-A177-3AD203B41FA5}">
                      <a16:colId xmlns:a16="http://schemas.microsoft.com/office/drawing/2014/main" val="20000"/>
                    </a:ext>
                  </a:extLst>
                </a:gridCol>
                <a:gridCol w="1466049">
                  <a:extLst>
                    <a:ext uri="{9D8B030D-6E8A-4147-A177-3AD203B41FA5}">
                      <a16:colId xmlns:a16="http://schemas.microsoft.com/office/drawing/2014/main" val="23534697"/>
                    </a:ext>
                  </a:extLst>
                </a:gridCol>
                <a:gridCol w="8907660">
                  <a:extLst>
                    <a:ext uri="{9D8B030D-6E8A-4147-A177-3AD203B41FA5}">
                      <a16:colId xmlns:a16="http://schemas.microsoft.com/office/drawing/2014/main" val="20001"/>
                    </a:ext>
                  </a:extLst>
                </a:gridCol>
              </a:tblGrid>
              <a:tr h="267650">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Role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IN" sz="1200" b="1" u="none" strike="noStrike" cap="none">
                          <a:solidFill>
                            <a:schemeClr val="bg1"/>
                          </a:solidFill>
                        </a:rPr>
                        <a:t>Named Resource</a:t>
                      </a:r>
                      <a:endParaRPr sz="1200" b="1" u="none" strike="noStrike" cap="none">
                        <a:solidFill>
                          <a:schemeClr val="bg1"/>
                        </a:solidFill>
                      </a:endParaRPr>
                    </a:p>
                  </a:txBody>
                  <a:tcPr marL="91450" marR="91450" marT="45725" marB="45725">
                    <a:solidFill>
                      <a:srgbClr val="FF66CC"/>
                    </a:solidFill>
                  </a:tcPr>
                </a:tc>
                <a:tc>
                  <a:txBody>
                    <a:bodyPr/>
                    <a:lstStyle/>
                    <a:p>
                      <a:pPr marL="0" marR="0" lvl="0" indent="0" algn="l" rtl="0">
                        <a:lnSpc>
                          <a:spcPct val="100000"/>
                        </a:lnSpc>
                        <a:spcBef>
                          <a:spcPts val="0"/>
                        </a:spcBef>
                        <a:spcAft>
                          <a:spcPts val="0"/>
                        </a:spcAft>
                        <a:buClr>
                          <a:srgbClr val="000000"/>
                        </a:buClr>
                        <a:buSzPts val="1400"/>
                        <a:buFont typeface="Arial"/>
                        <a:buNone/>
                      </a:pPr>
                      <a:r>
                        <a:rPr lang="en-US" sz="1200" b="1" u="none" strike="noStrike" cap="none">
                          <a:solidFill>
                            <a:schemeClr val="bg1"/>
                          </a:solidFill>
                        </a:rPr>
                        <a:t>Responsibilities</a:t>
                      </a:r>
                      <a:endParaRPr sz="1200" b="1" u="none" strike="noStrike" cap="none">
                        <a:solidFill>
                          <a:schemeClr val="bg1"/>
                        </a:solidFill>
                      </a:endParaRPr>
                    </a:p>
                  </a:txBody>
                  <a:tcPr marL="91450" marR="91450" marT="45725" marB="45725">
                    <a:solidFill>
                      <a:srgbClr val="FF66CC"/>
                    </a:solidFill>
                  </a:tcPr>
                </a:tc>
                <a:extLst>
                  <a:ext uri="{0D108BD9-81ED-4DB2-BD59-A6C34878D82A}">
                    <a16:rowId xmlns:a16="http://schemas.microsoft.com/office/drawing/2014/main" val="10000"/>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Quality Assurance Testing Lead</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900"/>
                        <a:t>TBD</a:t>
                      </a:r>
                      <a:endParaRPr sz="900"/>
                    </a:p>
                  </a:txBody>
                  <a:tcPr marL="91450" marR="91450" marT="45725" marB="45725"/>
                </a:tc>
                <a:tc>
                  <a:txBody>
                    <a:bodyPr/>
                    <a:lstStyle/>
                    <a:p>
                      <a:pPr marL="171450" lvl="0" indent="-171450" algn="l" rtl="0">
                        <a:spcBef>
                          <a:spcPts val="0"/>
                        </a:spcBef>
                        <a:spcAft>
                          <a:spcPts val="0"/>
                        </a:spcAft>
                        <a:buClr>
                          <a:schemeClr val="dk1"/>
                        </a:buClr>
                        <a:buSzPts val="1000"/>
                        <a:buFont typeface="Arial"/>
                        <a:buChar char="•"/>
                      </a:pPr>
                      <a:r>
                        <a:rPr lang="en-US" sz="900"/>
                        <a:t>Ultimately accountable for the quality of the overall end to end solution</a:t>
                      </a:r>
                      <a:endParaRPr sz="900"/>
                    </a:p>
                    <a:p>
                      <a:pPr marL="171450" lvl="0" indent="-171450" algn="l" rtl="0">
                        <a:spcBef>
                          <a:spcPts val="0"/>
                        </a:spcBef>
                        <a:spcAft>
                          <a:spcPts val="0"/>
                        </a:spcAft>
                        <a:buClr>
                          <a:schemeClr val="dk1"/>
                        </a:buClr>
                        <a:buSzPts val="1000"/>
                        <a:buFont typeface="Arial"/>
                        <a:buChar char="•"/>
                      </a:pPr>
                      <a:r>
                        <a:rPr lang="en-US" sz="900"/>
                        <a:t>Provides overall QA oversight for test design and execution, striving for commonality where appropriate</a:t>
                      </a:r>
                      <a:endParaRPr sz="900"/>
                    </a:p>
                    <a:p>
                      <a:pPr marL="177800" lvl="0" indent="-171450" algn="l" rtl="0">
                        <a:spcBef>
                          <a:spcPts val="0"/>
                        </a:spcBef>
                        <a:spcAft>
                          <a:spcPts val="0"/>
                        </a:spcAft>
                        <a:buSzPts val="800"/>
                        <a:buFont typeface="Arial"/>
                        <a:buChar char="•"/>
                      </a:pPr>
                      <a:r>
                        <a:rPr lang="en-US" sz="900"/>
                        <a:t>Accountable for defining Program level test strategies and approaches for all test phases</a:t>
                      </a:r>
                      <a:endParaRPr sz="900"/>
                    </a:p>
                    <a:p>
                      <a:pPr marL="177800" lvl="0" indent="-171450" algn="l" rtl="0">
                        <a:spcBef>
                          <a:spcPts val="0"/>
                        </a:spcBef>
                        <a:spcAft>
                          <a:spcPts val="0"/>
                        </a:spcAft>
                        <a:buSzPts val="800"/>
                        <a:buFont typeface="Arial"/>
                        <a:buChar char="•"/>
                      </a:pPr>
                      <a:r>
                        <a:rPr lang="en-US" sz="900"/>
                        <a:t>Accountable for planning and oversight of all test phases, including UAT</a:t>
                      </a:r>
                      <a:endParaRPr sz="900"/>
                    </a:p>
                    <a:p>
                      <a:pPr marL="177800" lvl="0" indent="-171450" algn="l" rtl="0">
                        <a:spcBef>
                          <a:spcPts val="0"/>
                        </a:spcBef>
                        <a:spcAft>
                          <a:spcPts val="0"/>
                        </a:spcAft>
                        <a:buSzPts val="800"/>
                        <a:buFont typeface="Arial"/>
                        <a:buChar char="•"/>
                      </a:pPr>
                      <a:r>
                        <a:rPr lang="en-US" sz="900"/>
                        <a:t>Provides testing oversight and direction, drives execution of testing strategies and manages testing related objectives and issues across the Program</a:t>
                      </a:r>
                      <a:endParaRPr sz="900"/>
                    </a:p>
                  </a:txBody>
                  <a:tcPr marL="91450" marR="91450" marT="45725" marB="45725"/>
                </a:tc>
                <a:extLst>
                  <a:ext uri="{0D108BD9-81ED-4DB2-BD59-A6C34878D82A}">
                    <a16:rowId xmlns:a16="http://schemas.microsoft.com/office/drawing/2014/main" val="10001"/>
                  </a:ext>
                </a:extLst>
              </a:tr>
              <a:tr h="651686">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Release Train Engineer/ Manager</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Stephen Payne</a:t>
                      </a:r>
                    </a:p>
                    <a:p>
                      <a:pPr marL="0" marR="0" lvl="0" indent="0" algn="l">
                        <a:lnSpc>
                          <a:spcPct val="100000"/>
                        </a:lnSpc>
                        <a:spcBef>
                          <a:spcPts val="0"/>
                        </a:spcBef>
                        <a:spcAft>
                          <a:spcPts val="0"/>
                        </a:spcAft>
                        <a:buSzPts val="800"/>
                        <a:buNone/>
                      </a:pPr>
                      <a:r>
                        <a:rPr lang="en-US" sz="900"/>
                        <a:t>Marta Latuszek</a:t>
                      </a:r>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900"/>
                        <a:t>Partnering with Product Manager</a:t>
                      </a:r>
                      <a:endParaRPr sz="900"/>
                    </a:p>
                    <a:p>
                      <a:pPr marL="177800" marR="0" lvl="0" indent="-171450" algn="l" rtl="0">
                        <a:lnSpc>
                          <a:spcPct val="100000"/>
                        </a:lnSpc>
                        <a:spcBef>
                          <a:spcPts val="0"/>
                        </a:spcBef>
                        <a:spcAft>
                          <a:spcPts val="0"/>
                        </a:spcAft>
                        <a:buSzPts val="800"/>
                        <a:buFont typeface="Arial"/>
                        <a:buChar char="•"/>
                      </a:pPr>
                      <a:r>
                        <a:rPr lang="en-US" sz="900"/>
                        <a:t>Assisting in management of risks, issues and any potential roadblocks</a:t>
                      </a:r>
                      <a:endParaRPr sz="900"/>
                    </a:p>
                    <a:p>
                      <a:pPr marL="177800" marR="0" lvl="0" indent="-171450" algn="l" rtl="0">
                        <a:lnSpc>
                          <a:spcPct val="100000"/>
                        </a:lnSpc>
                        <a:spcBef>
                          <a:spcPts val="0"/>
                        </a:spcBef>
                        <a:spcAft>
                          <a:spcPts val="0"/>
                        </a:spcAft>
                        <a:buSzPts val="800"/>
                        <a:buFont typeface="Arial"/>
                        <a:buChar char="•"/>
                      </a:pPr>
                      <a:r>
                        <a:rPr lang="en-US" sz="900"/>
                        <a:t>Responsible for resolving contingencies and complicated issues, provide leadership to project teams, and act as a consultant/coach to management</a:t>
                      </a:r>
                      <a:endParaRPr sz="900"/>
                    </a:p>
                    <a:p>
                      <a:pPr marL="177800" marR="0" lvl="0" indent="-171450" algn="l" rtl="0">
                        <a:lnSpc>
                          <a:spcPct val="100000"/>
                        </a:lnSpc>
                        <a:spcBef>
                          <a:spcPts val="0"/>
                        </a:spcBef>
                        <a:spcAft>
                          <a:spcPts val="0"/>
                        </a:spcAft>
                        <a:buSzPts val="800"/>
                        <a:buFont typeface="Arial"/>
                        <a:buChar char="•"/>
                      </a:pPr>
                      <a:r>
                        <a:rPr lang="en-US" sz="900"/>
                        <a:t>Responsible for DevOps and improvement of workflow</a:t>
                      </a:r>
                      <a:endParaRPr sz="900"/>
                    </a:p>
                  </a:txBody>
                  <a:tcPr marL="91450" marR="91450" marT="45725" marB="45725"/>
                </a:tc>
                <a:extLst>
                  <a:ext uri="{0D108BD9-81ED-4DB2-BD59-A6C34878D82A}">
                    <a16:rowId xmlns:a16="http://schemas.microsoft.com/office/drawing/2014/main" val="10002"/>
                  </a:ext>
                </a:extLst>
              </a:tr>
              <a:tr h="83165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Business Architecture Lead </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Dean Johnston</a:t>
                      </a:r>
                      <a:endParaRPr sz="9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900"/>
                        <a:t>Accountable for developing the business architecture strategy </a:t>
                      </a:r>
                      <a:endParaRPr sz="900"/>
                    </a:p>
                    <a:p>
                      <a:pPr marL="177800" marR="0" lvl="0" indent="-171450" algn="l" rtl="0">
                        <a:lnSpc>
                          <a:spcPct val="100000"/>
                        </a:lnSpc>
                        <a:spcBef>
                          <a:spcPts val="0"/>
                        </a:spcBef>
                        <a:spcAft>
                          <a:spcPts val="0"/>
                        </a:spcAft>
                        <a:buSzPts val="800"/>
                        <a:buFont typeface="Arial"/>
                        <a:buChar char="•"/>
                      </a:pPr>
                      <a:r>
                        <a:rPr lang="en-US" sz="900"/>
                        <a:t>Applying structured business architecture approach and methodology </a:t>
                      </a:r>
                      <a:endParaRPr sz="900"/>
                    </a:p>
                    <a:p>
                      <a:pPr marL="177800" marR="0" lvl="0" indent="-171450" algn="l" rtl="0">
                        <a:lnSpc>
                          <a:spcPct val="100000"/>
                        </a:lnSpc>
                        <a:spcBef>
                          <a:spcPts val="0"/>
                        </a:spcBef>
                        <a:spcAft>
                          <a:spcPts val="0"/>
                        </a:spcAft>
                        <a:buSzPts val="800"/>
                        <a:buFont typeface="Arial"/>
                        <a:buChar char="•"/>
                      </a:pPr>
                      <a:r>
                        <a:rPr lang="en-US" sz="900"/>
                        <a:t>Drives and facilitates the right discussions with business leaders to identify business capabilities in relation to current and future business objectives</a:t>
                      </a:r>
                      <a:endParaRPr sz="900"/>
                    </a:p>
                    <a:p>
                      <a:pPr marL="177800" marR="0" lvl="0" indent="-171450" algn="l" rtl="0">
                        <a:lnSpc>
                          <a:spcPct val="100000"/>
                        </a:lnSpc>
                        <a:spcBef>
                          <a:spcPts val="0"/>
                        </a:spcBef>
                        <a:spcAft>
                          <a:spcPts val="0"/>
                        </a:spcAft>
                        <a:buSzPts val="800"/>
                        <a:buFont typeface="Arial"/>
                        <a:buChar char="•"/>
                      </a:pPr>
                      <a:r>
                        <a:rPr lang="en-US" sz="900"/>
                        <a:t>Responsible for presenting recommendations and solutions clearly and concisely </a:t>
                      </a:r>
                      <a:endParaRPr sz="900"/>
                    </a:p>
                    <a:p>
                      <a:pPr marL="177800" marR="0" lvl="0" indent="-171450" algn="l" rtl="0">
                        <a:lnSpc>
                          <a:spcPct val="100000"/>
                        </a:lnSpc>
                        <a:spcBef>
                          <a:spcPts val="0"/>
                        </a:spcBef>
                        <a:spcAft>
                          <a:spcPts val="0"/>
                        </a:spcAft>
                        <a:buSzPts val="800"/>
                        <a:buFont typeface="Arial"/>
                        <a:buChar char="•"/>
                      </a:pPr>
                      <a:r>
                        <a:rPr lang="en-US" sz="900"/>
                        <a:t>Accountable for a specific LOB, business pillar or multiple segments, and high level of complexity and attributes</a:t>
                      </a:r>
                      <a:endParaRPr sz="900"/>
                    </a:p>
                  </a:txBody>
                  <a:tcPr marL="91450" marR="91450" marT="45725" marB="45725"/>
                </a:tc>
                <a:extLst>
                  <a:ext uri="{0D108BD9-81ED-4DB2-BD59-A6C34878D82A}">
                    <a16:rowId xmlns:a16="http://schemas.microsoft.com/office/drawing/2014/main" val="377282518"/>
                  </a:ext>
                </a:extLst>
              </a:tr>
              <a:tr h="671329">
                <a:tc>
                  <a:txBody>
                    <a:bodyPr/>
                    <a:lstStyle/>
                    <a:p>
                      <a:pPr marL="0" marR="0" lvl="0" indent="0" algn="l" rtl="0">
                        <a:lnSpc>
                          <a:spcPct val="100000"/>
                        </a:lnSpc>
                        <a:spcBef>
                          <a:spcPts val="0"/>
                        </a:spcBef>
                        <a:spcAft>
                          <a:spcPts val="0"/>
                        </a:spcAft>
                        <a:buClr>
                          <a:schemeClr val="dk1"/>
                        </a:buClr>
                        <a:buSzPts val="1100"/>
                        <a:buFont typeface="Arial"/>
                        <a:buNone/>
                      </a:pPr>
                      <a:r>
                        <a:rPr lang="en-US" sz="900" u="none" strike="noStrike" cap="none">
                          <a:solidFill>
                            <a:schemeClr val="dk1"/>
                          </a:solidFill>
                        </a:rPr>
                        <a:t>Change Management Lead</a:t>
                      </a:r>
                      <a:endParaRPr sz="900" u="none" strike="noStrike" cap="none">
                        <a:solidFill>
                          <a:schemeClr val="dk1"/>
                        </a:solidFill>
                      </a:endParaRPr>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Troy Baillargeon</a:t>
                      </a:r>
                      <a:endParaRPr sz="900"/>
                    </a:p>
                  </a:txBody>
                  <a:tcPr marL="91450" marR="91450" marT="45725" marB="45725"/>
                </a:tc>
                <a:tc>
                  <a:txBody>
                    <a:bodyPr/>
                    <a:lstStyle/>
                    <a:p>
                      <a:pPr marL="177800" marR="0" lvl="0" indent="-171450" algn="l" rtl="0">
                        <a:lnSpc>
                          <a:spcPct val="100000"/>
                        </a:lnSpc>
                        <a:spcBef>
                          <a:spcPts val="0"/>
                        </a:spcBef>
                        <a:spcAft>
                          <a:spcPts val="0"/>
                        </a:spcAft>
                        <a:buSzPts val="800"/>
                        <a:buFont typeface="Arial"/>
                        <a:buChar char="•"/>
                      </a:pPr>
                      <a:r>
                        <a:rPr lang="en-US" sz="900"/>
                        <a:t>Responsible for managing all types of change</a:t>
                      </a:r>
                      <a:endParaRPr sz="900"/>
                    </a:p>
                    <a:p>
                      <a:pPr marL="177800" marR="0" lvl="0" indent="-171450" algn="l" rtl="0">
                        <a:lnSpc>
                          <a:spcPct val="100000"/>
                        </a:lnSpc>
                        <a:spcBef>
                          <a:spcPts val="0"/>
                        </a:spcBef>
                        <a:spcAft>
                          <a:spcPts val="0"/>
                        </a:spcAft>
                        <a:buSzPts val="800"/>
                        <a:buFont typeface="Arial"/>
                        <a:buChar char="•"/>
                      </a:pPr>
                      <a:r>
                        <a:rPr lang="en-US" sz="900"/>
                        <a:t>Evaluates the impact of change</a:t>
                      </a:r>
                      <a:endParaRPr sz="900"/>
                    </a:p>
                    <a:p>
                      <a:pPr marL="177800" marR="0" lvl="0" indent="-171450" algn="l" rtl="0">
                        <a:lnSpc>
                          <a:spcPct val="100000"/>
                        </a:lnSpc>
                        <a:spcBef>
                          <a:spcPts val="0"/>
                        </a:spcBef>
                        <a:spcAft>
                          <a:spcPts val="0"/>
                        </a:spcAft>
                        <a:buSzPts val="800"/>
                        <a:buFont typeface="Arial"/>
                        <a:buChar char="•"/>
                      </a:pPr>
                      <a:r>
                        <a:rPr lang="en-US" sz="900"/>
                        <a:t>Supports development of communications relevant to change initiatives</a:t>
                      </a:r>
                      <a:endParaRPr sz="900"/>
                    </a:p>
                    <a:p>
                      <a:pPr marL="177800" marR="0" lvl="0" indent="-171450" algn="l" rtl="0">
                        <a:lnSpc>
                          <a:spcPct val="100000"/>
                        </a:lnSpc>
                        <a:spcBef>
                          <a:spcPts val="0"/>
                        </a:spcBef>
                        <a:spcAft>
                          <a:spcPts val="0"/>
                        </a:spcAft>
                        <a:buSzPts val="800"/>
                        <a:buFont typeface="Arial"/>
                        <a:buChar char="•"/>
                      </a:pPr>
                      <a:r>
                        <a:rPr lang="en-US" sz="900"/>
                        <a:t>Accountable for defining success metrics and measuring performance against these</a:t>
                      </a:r>
                      <a:endParaRPr sz="900"/>
                    </a:p>
                  </a:txBody>
                  <a:tcPr marL="91450" marR="91450" marT="45725" marB="45725"/>
                </a:tc>
                <a:extLst>
                  <a:ext uri="{0D108BD9-81ED-4DB2-BD59-A6C34878D82A}">
                    <a16:rowId xmlns:a16="http://schemas.microsoft.com/office/drawing/2014/main" val="4291905200"/>
                  </a:ext>
                </a:extLst>
              </a:tr>
              <a:tr h="5740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Training / Communication</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Lewis Claxton</a:t>
                      </a:r>
                      <a:endParaRPr sz="900"/>
                    </a:p>
                  </a:txBody>
                  <a:tcPr marL="91450" marR="91450" marT="45725" marB="45725"/>
                </a:tc>
                <a:tc>
                  <a:txBody>
                    <a:bodyPr/>
                    <a:lstStyle/>
                    <a:p>
                      <a:pPr marL="177800" lvl="0" indent="-171450" algn="l" rtl="0">
                        <a:lnSpc>
                          <a:spcPct val="115000"/>
                        </a:lnSpc>
                        <a:spcBef>
                          <a:spcPts val="0"/>
                        </a:spcBef>
                        <a:spcAft>
                          <a:spcPts val="0"/>
                        </a:spcAft>
                        <a:buSzPts val="800"/>
                        <a:buFont typeface="Arial"/>
                        <a:buChar char="•"/>
                      </a:pPr>
                      <a:r>
                        <a:rPr lang="en-US" sz="900"/>
                        <a:t>Coordinating the development, execution, refinement, and measuring the impact of </a:t>
                      </a:r>
                      <a:r>
                        <a:rPr lang="en-US" sz="900" err="1"/>
                        <a:t>programme</a:t>
                      </a:r>
                      <a:r>
                        <a:rPr lang="en-US" sz="900"/>
                        <a:t> outreach, communications, and knowledge management strategies</a:t>
                      </a:r>
                      <a:endParaRPr sz="900"/>
                    </a:p>
                    <a:p>
                      <a:pPr marL="177800" lvl="0" indent="-171450" algn="l" rtl="0">
                        <a:lnSpc>
                          <a:spcPct val="115000"/>
                        </a:lnSpc>
                        <a:spcBef>
                          <a:spcPts val="0"/>
                        </a:spcBef>
                        <a:spcAft>
                          <a:spcPts val="0"/>
                        </a:spcAft>
                        <a:buSzPts val="800"/>
                        <a:buFont typeface="Arial"/>
                        <a:buChar char="•"/>
                      </a:pPr>
                      <a:r>
                        <a:rPr lang="en-US" sz="900"/>
                        <a:t>Responsible for coordinating development of training / learning materials </a:t>
                      </a:r>
                      <a:endParaRPr sz="900"/>
                    </a:p>
                    <a:p>
                      <a:pPr marL="177800" lvl="0" indent="-171450" algn="l" rtl="0">
                        <a:lnSpc>
                          <a:spcPct val="115000"/>
                        </a:lnSpc>
                        <a:spcBef>
                          <a:spcPts val="0"/>
                        </a:spcBef>
                        <a:spcAft>
                          <a:spcPts val="0"/>
                        </a:spcAft>
                        <a:buSzPts val="800"/>
                        <a:buFont typeface="Arial"/>
                        <a:buChar char="•"/>
                      </a:pPr>
                      <a:r>
                        <a:rPr lang="en-US" sz="900"/>
                        <a:t>Accountable for the </a:t>
                      </a:r>
                      <a:r>
                        <a:rPr lang="en-US" sz="900" err="1"/>
                        <a:t>organisation</a:t>
                      </a:r>
                      <a:r>
                        <a:rPr lang="en-US" sz="900"/>
                        <a:t>, coordination of workshops and events</a:t>
                      </a:r>
                      <a:endParaRPr sz="900"/>
                    </a:p>
                    <a:p>
                      <a:pPr marL="177800" lvl="0" indent="-171450" algn="l" rtl="0">
                        <a:lnSpc>
                          <a:spcPct val="115000"/>
                        </a:lnSpc>
                        <a:spcBef>
                          <a:spcPts val="0"/>
                        </a:spcBef>
                        <a:spcAft>
                          <a:spcPts val="0"/>
                        </a:spcAft>
                        <a:buSzPts val="800"/>
                        <a:buFont typeface="Arial"/>
                        <a:buChar char="•"/>
                      </a:pPr>
                      <a:r>
                        <a:rPr lang="en-US" sz="900"/>
                        <a:t>Responsible for supporting communications, knowledge management, and training activities</a:t>
                      </a:r>
                      <a:endParaRPr sz="900"/>
                    </a:p>
                  </a:txBody>
                  <a:tcPr marL="91450" marR="91450" marT="45725" marB="45725"/>
                </a:tc>
                <a:extLst>
                  <a:ext uri="{0D108BD9-81ED-4DB2-BD59-A6C34878D82A}">
                    <a16:rowId xmlns:a16="http://schemas.microsoft.com/office/drawing/2014/main" val="10003"/>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t>Delivery Partners (Third party suppliers to Beazley)</a:t>
                      </a:r>
                      <a:endParaRPr sz="900" u="none" strike="noStrike" cap="none">
                        <a:solidFill>
                          <a:srgbClr val="000000"/>
                        </a:solidFill>
                      </a:endParaRPr>
                    </a:p>
                  </a:txBody>
                  <a:tcPr marL="91450" marR="91450" marT="45725" marB="45725"/>
                </a:tc>
                <a:tc>
                  <a:txBody>
                    <a:bodyPr/>
                    <a:lstStyle/>
                    <a:p>
                      <a:pPr marL="0" marR="0" lvl="0" indent="0" algn="l" rtl="0">
                        <a:lnSpc>
                          <a:spcPct val="100000"/>
                        </a:lnSpc>
                        <a:spcBef>
                          <a:spcPts val="0"/>
                        </a:spcBef>
                        <a:spcAft>
                          <a:spcPts val="0"/>
                        </a:spcAft>
                        <a:buClr>
                          <a:schemeClr val="dk1"/>
                        </a:buClr>
                        <a:buSzPts val="800"/>
                        <a:buNone/>
                      </a:pPr>
                      <a:r>
                        <a:rPr lang="en-US" sz="900"/>
                        <a:t>TBD</a:t>
                      </a:r>
                      <a:endParaRPr sz="900"/>
                    </a:p>
                  </a:txBody>
                  <a:tcPr marL="91450" marR="91450" marT="45725" marB="45725"/>
                </a:tc>
                <a:tc>
                  <a:txBody>
                    <a:bodyPr/>
                    <a:lstStyle/>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Partner with the Senior Delivery Lead</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the scope of services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the deliverables to be produced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any CRs related to the component and services being provided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Create and manage the plans for the delivery of the services in support of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the delivery squads inc. resource management, supply &amp; demand, technical capability and skills</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Jointly manage sprint planning, retrospectives and reporting relating to services being provided in support of delivering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 inbound and outbound dependencies needed for the delivery of the component</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Coordinate activities and schedule across the PAS initiative</a:t>
                      </a:r>
                      <a:endParaRPr sz="900" u="none" strike="noStrike" cap="none"/>
                    </a:p>
                    <a:p>
                      <a:pPr marL="171450" marR="0" lvl="0" indent="-171450" algn="l" rtl="0">
                        <a:lnSpc>
                          <a:spcPct val="100000"/>
                        </a:lnSpc>
                        <a:spcBef>
                          <a:spcPts val="0"/>
                        </a:spcBef>
                        <a:spcAft>
                          <a:spcPts val="0"/>
                        </a:spcAft>
                        <a:buClr>
                          <a:schemeClr val="dk1"/>
                        </a:buClr>
                        <a:buSzPts val="800"/>
                        <a:buFont typeface="Arial"/>
                        <a:buChar char="•"/>
                      </a:pPr>
                      <a:r>
                        <a:rPr lang="en-US" sz="900" u="none" strike="noStrike" cap="none"/>
                        <a:t>Management of risks and issues impacting progress</a:t>
                      </a:r>
                      <a:endParaRPr sz="900" u="none" strike="noStrike" cap="none"/>
                    </a:p>
                  </a:txBody>
                  <a:tcPr marL="91450" marR="91450" marT="45725" marB="45725"/>
                </a:tc>
                <a:extLst>
                  <a:ext uri="{0D108BD9-81ED-4DB2-BD59-A6C34878D82A}">
                    <a16:rowId xmlns:a16="http://schemas.microsoft.com/office/drawing/2014/main" val="10004"/>
                  </a:ext>
                </a:extLst>
              </a:tr>
              <a:tr h="615600">
                <a:tc>
                  <a:txBody>
                    <a:bodyPr/>
                    <a:lstStyle/>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Delivery Squads</a:t>
                      </a:r>
                      <a:endParaRPr sz="900" u="none" strike="noStrike" cap="none"/>
                    </a:p>
                    <a:p>
                      <a:pPr marL="0" marR="0" lvl="0" indent="0" algn="l" rtl="0">
                        <a:lnSpc>
                          <a:spcPct val="100000"/>
                        </a:lnSpc>
                        <a:spcBef>
                          <a:spcPts val="0"/>
                        </a:spcBef>
                        <a:spcAft>
                          <a:spcPts val="0"/>
                        </a:spcAft>
                        <a:buClr>
                          <a:srgbClr val="000000"/>
                        </a:buClr>
                        <a:buSzPts val="800"/>
                        <a:buFont typeface="Arial"/>
                        <a:buNone/>
                      </a:pPr>
                      <a:r>
                        <a:rPr lang="en-US" sz="900" u="none" strike="noStrike" cap="none">
                          <a:solidFill>
                            <a:srgbClr val="000000"/>
                          </a:solidFill>
                        </a:rPr>
                        <a:t>(Beazley SME and/or Third party suppliers to Beazley)</a:t>
                      </a:r>
                      <a:endParaRPr sz="900" u="none" strike="noStrike" cap="none"/>
                    </a:p>
                  </a:txBody>
                  <a:tcPr marL="91450" marR="91450" marT="45725" marB="45725"/>
                </a:tc>
                <a:tc>
                  <a:txBody>
                    <a:bodyPr/>
                    <a:lstStyle/>
                    <a:p>
                      <a:pPr marL="0" marR="0" lvl="0" indent="0" algn="l" rtl="0">
                        <a:lnSpc>
                          <a:spcPct val="100000"/>
                        </a:lnSpc>
                        <a:spcBef>
                          <a:spcPts val="0"/>
                        </a:spcBef>
                        <a:spcAft>
                          <a:spcPts val="0"/>
                        </a:spcAft>
                        <a:buClr>
                          <a:srgbClr val="000000"/>
                        </a:buClr>
                        <a:buSzPts val="800"/>
                        <a:buNone/>
                      </a:pPr>
                      <a:r>
                        <a:rPr lang="en-US" sz="900"/>
                        <a:t>TBD</a:t>
                      </a:r>
                      <a:endParaRPr sz="900"/>
                    </a:p>
                  </a:txBody>
                  <a:tcPr marL="91450" marR="91450" marT="45725" marB="45725"/>
                </a:tc>
                <a:tc>
                  <a:txBody>
                    <a:bodyPr/>
                    <a:lstStyle/>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End-to-end delivery of each product</a:t>
                      </a:r>
                      <a:endParaRPr sz="900" u="none" strike="noStrike" cap="none"/>
                    </a:p>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Provide requested SME input into tasks, activities, decisions</a:t>
                      </a:r>
                      <a:endParaRPr sz="900" u="none" strike="noStrike" cap="none"/>
                    </a:p>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Flag risks and issues to the Senior Delivery Lead and/or Delivery Partner</a:t>
                      </a:r>
                      <a:endParaRPr sz="900" u="none" strike="noStrike" cap="none"/>
                    </a:p>
                    <a:p>
                      <a:pPr marL="171450" marR="0" lvl="0" indent="-171450" algn="l" rtl="0">
                        <a:lnSpc>
                          <a:spcPct val="100000"/>
                        </a:lnSpc>
                        <a:spcBef>
                          <a:spcPts val="0"/>
                        </a:spcBef>
                        <a:spcAft>
                          <a:spcPts val="0"/>
                        </a:spcAft>
                        <a:buClr>
                          <a:srgbClr val="000000"/>
                        </a:buClr>
                        <a:buSzPts val="800"/>
                        <a:buFont typeface="Arial"/>
                        <a:buChar char="•"/>
                      </a:pPr>
                      <a:r>
                        <a:rPr lang="en-US" sz="900" u="none" strike="noStrike" cap="none">
                          <a:solidFill>
                            <a:srgbClr val="000000"/>
                          </a:solidFill>
                        </a:rPr>
                        <a:t>Proactive updating of Jira, the backlog and the sprint boards in conjunction with the scrum master</a:t>
                      </a:r>
                      <a:endParaRPr sz="900" u="none" strike="noStrike" cap="none"/>
                    </a:p>
                  </a:txBody>
                  <a:tcPr marL="91450" marR="91450" marT="45725" marB="45725"/>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4114639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3792" y="34159"/>
            <a:ext cx="9776592" cy="716711"/>
          </a:xfrm>
        </p:spPr>
        <p:txBody>
          <a:bodyPr/>
          <a:lstStyle/>
          <a:p>
            <a:r>
              <a:rPr lang="en-GB"/>
              <a:t>KEY ROLES - </a:t>
            </a:r>
            <a:r>
              <a:rPr lang="en-GB" err="1"/>
              <a:t>capgemini</a:t>
            </a:r>
            <a:endParaRPr lang="en-GB"/>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2450810664"/>
              </p:ext>
            </p:extLst>
          </p:nvPr>
        </p:nvGraphicFramePr>
        <p:xfrm>
          <a:off x="383792" y="556613"/>
          <a:ext cx="11853257" cy="6092235"/>
        </p:xfrm>
        <a:graphic>
          <a:graphicData uri="http://schemas.openxmlformats.org/drawingml/2006/table">
            <a:tbl>
              <a:tblPr firstRow="1" bandRow="1">
                <a:tableStyleId>{21E4AEA4-8DFA-4A89-87EB-49C32662AFE0}</a:tableStyleId>
              </a:tblPr>
              <a:tblGrid>
                <a:gridCol w="1073727">
                  <a:extLst>
                    <a:ext uri="{9D8B030D-6E8A-4147-A177-3AD203B41FA5}">
                      <a16:colId xmlns:a16="http://schemas.microsoft.com/office/drawing/2014/main" val="1442836257"/>
                    </a:ext>
                  </a:extLst>
                </a:gridCol>
                <a:gridCol w="1575954">
                  <a:extLst>
                    <a:ext uri="{9D8B030D-6E8A-4147-A177-3AD203B41FA5}">
                      <a16:colId xmlns:a16="http://schemas.microsoft.com/office/drawing/2014/main" val="595129677"/>
                    </a:ext>
                  </a:extLst>
                </a:gridCol>
                <a:gridCol w="4461244">
                  <a:extLst>
                    <a:ext uri="{9D8B030D-6E8A-4147-A177-3AD203B41FA5}">
                      <a16:colId xmlns:a16="http://schemas.microsoft.com/office/drawing/2014/main" val="4127677356"/>
                    </a:ext>
                  </a:extLst>
                </a:gridCol>
                <a:gridCol w="4742332">
                  <a:extLst>
                    <a:ext uri="{9D8B030D-6E8A-4147-A177-3AD203B41FA5}">
                      <a16:colId xmlns:a16="http://schemas.microsoft.com/office/drawing/2014/main" val="1222854708"/>
                    </a:ext>
                  </a:extLst>
                </a:gridCol>
              </a:tblGrid>
              <a:tr h="199878">
                <a:tc>
                  <a:txBody>
                    <a:bodyPr/>
                    <a:lstStyle/>
                    <a:p>
                      <a:r>
                        <a:rPr lang="en-US" sz="1000" b="1">
                          <a:solidFill>
                            <a:schemeClr val="bg1"/>
                          </a:solidFill>
                        </a:rPr>
                        <a:t> Role</a:t>
                      </a:r>
                      <a:endParaRPr lang="en-US" sz="1000" b="1">
                        <a:solidFill>
                          <a:schemeClr val="bg1"/>
                        </a:solidFill>
                        <a:latin typeface="+mn-lt"/>
                      </a:endParaRPr>
                    </a:p>
                  </a:txBody>
                  <a:tcPr marL="90535" marR="90535">
                    <a:solidFill>
                      <a:srgbClr val="FF66CC"/>
                    </a:solidFill>
                  </a:tcPr>
                </a:tc>
                <a:tc>
                  <a:txBody>
                    <a:bodyPr/>
                    <a:lstStyle/>
                    <a:p>
                      <a:r>
                        <a:rPr lang="en-US" sz="1000" b="1">
                          <a:solidFill>
                            <a:schemeClr val="bg1"/>
                          </a:solidFill>
                        </a:rPr>
                        <a:t>Named resource</a:t>
                      </a:r>
                      <a:endParaRPr lang="en-US" sz="1000" b="1">
                        <a:solidFill>
                          <a:schemeClr val="bg1"/>
                        </a:solidFill>
                        <a:latin typeface="+mn-lt"/>
                      </a:endParaRPr>
                    </a:p>
                  </a:txBody>
                  <a:tcPr marL="90535" marR="90535">
                    <a:solidFill>
                      <a:srgbClr val="FF66CC"/>
                    </a:solidFill>
                  </a:tcPr>
                </a:tc>
                <a:tc gridSpan="2">
                  <a:txBody>
                    <a:bodyPr/>
                    <a:lstStyle/>
                    <a:p>
                      <a:r>
                        <a:rPr lang="en-US" sz="1000" b="1">
                          <a:solidFill>
                            <a:schemeClr val="bg1"/>
                          </a:solidFill>
                        </a:rPr>
                        <a:t>Description</a:t>
                      </a:r>
                      <a:endParaRPr lang="en-US" sz="1000" b="1">
                        <a:solidFill>
                          <a:schemeClr val="bg1"/>
                        </a:solidFill>
                        <a:latin typeface="+mn-lt"/>
                      </a:endParaRPr>
                    </a:p>
                  </a:txBody>
                  <a:tcPr marL="90535" marR="90535">
                    <a:solidFill>
                      <a:srgbClr val="FF66CC"/>
                    </a:solidFill>
                  </a:tcPr>
                </a:tc>
                <a:tc hMerge="1">
                  <a:txBody>
                    <a:bodyPr/>
                    <a:lstStyle/>
                    <a:p>
                      <a:endParaRPr lang="en-GB"/>
                    </a:p>
                  </a:txBody>
                  <a:tcPr/>
                </a:tc>
                <a:extLst>
                  <a:ext uri="{0D108BD9-81ED-4DB2-BD59-A6C34878D82A}">
                    <a16:rowId xmlns:a16="http://schemas.microsoft.com/office/drawing/2014/main" val="1676363498"/>
                  </a:ext>
                </a:extLst>
              </a:tr>
              <a:tr h="346455">
                <a:tc>
                  <a:txBody>
                    <a:bodyPr/>
                    <a:lstStyle/>
                    <a:p>
                      <a:pPr marL="0" indent="0">
                        <a:buFont typeface="Arial" panose="020B0604020202020204" pitchFamily="34" charset="0"/>
                        <a:buNone/>
                      </a:pPr>
                      <a:r>
                        <a:rPr lang="en-US" sz="900"/>
                        <a:t>Delivery Executive</a:t>
                      </a:r>
                      <a:endParaRPr lang="en-US" sz="900">
                        <a:latin typeface="+mn-lt"/>
                      </a:endParaRP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900" kern="1200" noProof="0">
                          <a:solidFill>
                            <a:schemeClr val="tx1"/>
                          </a:solidFill>
                        </a:rPr>
                        <a:t>Barry Houston</a:t>
                      </a:r>
                      <a:endParaRPr lang="en-GB" sz="900" kern="1200" noProof="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Responsible for overall Services quality and delivery </a:t>
                      </a:r>
                    </a:p>
                    <a:p>
                      <a:pPr marL="171450" indent="-171450">
                        <a:buSzPct val="100000"/>
                        <a:buFont typeface="Courier New" panose="02070309020205020404" pitchFamily="49" charset="0"/>
                        <a:buChar char="o"/>
                      </a:pPr>
                      <a:r>
                        <a:rPr lang="en-GB" sz="800" kern="1200">
                          <a:solidFill>
                            <a:schemeClr val="tx1"/>
                          </a:solidFill>
                        </a:rPr>
                        <a:t>Assist in the resolution of issues and change controls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Prepare for and support Steering/Policy Executive Advisory Group Meetings </a:t>
                      </a:r>
                    </a:p>
                    <a:p>
                      <a:pPr marL="171450" indent="-171450">
                        <a:buSzPct val="100000"/>
                        <a:buFont typeface="Courier New" panose="02070309020205020404" pitchFamily="49" charset="0"/>
                        <a:buChar char="o"/>
                      </a:pPr>
                      <a:r>
                        <a:rPr lang="en-GB" sz="800" kern="1200">
                          <a:solidFill>
                            <a:schemeClr val="tx1"/>
                          </a:solidFill>
                        </a:rPr>
                        <a:t>Monitor program progress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3531789946"/>
                  </a:ext>
                </a:extLst>
              </a:tr>
              <a:tr h="479707">
                <a:tc>
                  <a:txBody>
                    <a:bodyPr/>
                    <a:lstStyle/>
                    <a:p>
                      <a:pPr marL="0" indent="0">
                        <a:buFont typeface="Arial" panose="020B0604020202020204" pitchFamily="34" charset="0"/>
                        <a:buNone/>
                      </a:pPr>
                      <a:r>
                        <a:rPr lang="en-US" sz="900"/>
                        <a:t>Program Director</a:t>
                      </a:r>
                      <a:endParaRPr lang="en-US" sz="900">
                        <a:latin typeface="+mn-lt"/>
                      </a:endParaRP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kern="1200">
                          <a:solidFill>
                            <a:schemeClr val="tx1"/>
                          </a:solidFill>
                        </a:rPr>
                        <a:t>Max Catwright</a:t>
                      </a:r>
                      <a:endParaRPr lang="en-US" sz="900" kern="1200" err="1">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Responsible for in-scope Program activities </a:t>
                      </a:r>
                    </a:p>
                    <a:p>
                      <a:pPr marL="171450" indent="-171450">
                        <a:buSzPct val="100000"/>
                        <a:buFont typeface="Courier New" panose="02070309020205020404" pitchFamily="49" charset="0"/>
                        <a:buChar char="o"/>
                      </a:pPr>
                      <a:r>
                        <a:rPr lang="en-GB" sz="800" kern="1200">
                          <a:solidFill>
                            <a:schemeClr val="tx1"/>
                          </a:solidFill>
                        </a:rPr>
                        <a:t>Provide Program status reporting on a regular basis to Beazley Program and Executive Leadership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Responsible for overall Services quality and delivery of the Program </a:t>
                      </a:r>
                    </a:p>
                    <a:p>
                      <a:pPr marL="171450" indent="-171450">
                        <a:buSzPct val="100000"/>
                        <a:buFont typeface="Courier New" panose="02070309020205020404" pitchFamily="49" charset="0"/>
                        <a:buChar char="o"/>
                      </a:pPr>
                      <a:r>
                        <a:rPr lang="en-GB" sz="800" kern="1200">
                          <a:solidFill>
                            <a:schemeClr val="tx1"/>
                          </a:solidFill>
                        </a:rPr>
                        <a:t>Responsible for day-to-day management and tracking of the in-scope Program activities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4079772831"/>
                  </a:ext>
                </a:extLst>
              </a:tr>
              <a:tr h="612959">
                <a:tc>
                  <a:txBody>
                    <a:bodyPr/>
                    <a:lstStyle/>
                    <a:p>
                      <a:pPr marL="0" indent="0">
                        <a:buFont typeface="Arial" panose="020B0604020202020204" pitchFamily="34" charset="0"/>
                        <a:buNone/>
                      </a:pPr>
                      <a:r>
                        <a:rPr lang="en-US" sz="900"/>
                        <a:t>Engagement Manager</a:t>
                      </a:r>
                      <a:endParaRPr lang="en-US" sz="900">
                        <a:latin typeface="+mn-lt"/>
                      </a:endParaRPr>
                    </a:p>
                  </a:txBody>
                  <a:tcPr marL="90535" marR="90535"/>
                </a:tc>
                <a:tc>
                  <a:txBody>
                    <a:bodyPr/>
                    <a:lstStyle/>
                    <a:p>
                      <a:pPr marL="0" indent="0">
                        <a:buFont typeface="Arial" panose="020B0604020202020204" pitchFamily="34" charset="0"/>
                        <a:buNone/>
                      </a:pPr>
                      <a:r>
                        <a:rPr lang="en-US" sz="900"/>
                        <a:t>Ananda Arasu Pommaiah</a:t>
                      </a: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Manage the detailed Program plan in collaboration with Beazley Leadership Team </a:t>
                      </a:r>
                    </a:p>
                    <a:p>
                      <a:pPr marL="171450" indent="-171450">
                        <a:buSzPct val="100000"/>
                        <a:buFont typeface="Courier New" panose="02070309020205020404" pitchFamily="49" charset="0"/>
                        <a:buChar char="o"/>
                      </a:pPr>
                      <a:r>
                        <a:rPr lang="en-GB" sz="800" kern="1200">
                          <a:solidFill>
                            <a:schemeClr val="tx1"/>
                          </a:solidFill>
                        </a:rPr>
                        <a:t>Provide Program Status reporting on a regular basis to Beazley Program Leadership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800" kern="1200">
                          <a:solidFill>
                            <a:schemeClr val="tx1"/>
                          </a:solidFill>
                        </a:rPr>
                        <a:t>Assist the resolution of issues and change controls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815735936"/>
                  </a:ext>
                </a:extLst>
              </a:tr>
              <a:tr h="612959">
                <a:tc>
                  <a:txBody>
                    <a:bodyPr/>
                    <a:lstStyle/>
                    <a:p>
                      <a:pPr marL="0" indent="0">
                        <a:buFont typeface="Arial" panose="020B0604020202020204" pitchFamily="34" charset="0"/>
                        <a:buNone/>
                      </a:pPr>
                      <a:r>
                        <a:rPr lang="en-IN" sz="900">
                          <a:latin typeface="+mn-lt"/>
                        </a:rPr>
                        <a:t>India Delivery Executive</a:t>
                      </a:r>
                      <a:endParaRPr lang="en-US" sz="900">
                        <a:latin typeface="+mn-lt"/>
                      </a:endParaRPr>
                    </a:p>
                  </a:txBody>
                  <a:tcPr marL="90535" marR="90535"/>
                </a:tc>
                <a:tc>
                  <a:txBody>
                    <a:bodyPr/>
                    <a:lstStyle/>
                    <a:p>
                      <a:pPr marL="0" lvl="0" indent="0">
                        <a:buFont typeface="Arial" panose="020B0604020202020204" pitchFamily="34" charset="0"/>
                        <a:buNone/>
                      </a:pPr>
                      <a:r>
                        <a:rPr lang="en-IN" sz="900"/>
                        <a:t>Natraj Gudla</a:t>
                      </a:r>
                      <a:endParaRPr lang="en-US" sz="900"/>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Manage the detailed Program plan in collaboration with Beazley Leadership Team </a:t>
                      </a:r>
                    </a:p>
                    <a:p>
                      <a:pPr marL="171450" indent="-171450">
                        <a:buSzPct val="100000"/>
                        <a:buFont typeface="Courier New" panose="02070309020205020404" pitchFamily="49" charset="0"/>
                        <a:buChar char="o"/>
                      </a:pPr>
                      <a:r>
                        <a:rPr lang="en-GB" sz="800" kern="1200">
                          <a:solidFill>
                            <a:schemeClr val="tx1"/>
                          </a:solidFill>
                        </a:rPr>
                        <a:t>Provide Program Status reporting on a regular basis to Beazley Program Leadership </a:t>
                      </a:r>
                      <a:endParaRPr lang="en-GB" sz="800" kern="1200">
                        <a:solidFill>
                          <a:schemeClr val="tx1"/>
                        </a:solidFill>
                        <a:latin typeface="+mn-lt"/>
                        <a:ea typeface="+mn-ea"/>
                        <a:cs typeface="+mn-cs"/>
                      </a:endParaRP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800" kern="1200">
                          <a:solidFill>
                            <a:schemeClr val="tx1"/>
                          </a:solidFill>
                        </a:rPr>
                        <a:t>Assist the resolution of issues and change controls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3328578242"/>
                  </a:ext>
                </a:extLst>
              </a:tr>
              <a:tr h="612959">
                <a:tc>
                  <a:txBody>
                    <a:bodyPr/>
                    <a:lstStyle/>
                    <a:p>
                      <a:pPr marL="0" indent="0">
                        <a:buFont typeface="Arial" panose="020B0604020202020204" pitchFamily="34" charset="0"/>
                        <a:buNone/>
                      </a:pPr>
                      <a:r>
                        <a:rPr lang="en-US" sz="900"/>
                        <a:t>Product Rationalisation</a:t>
                      </a:r>
                      <a:endParaRPr lang="en-US" sz="900">
                        <a:latin typeface="+mn-lt"/>
                      </a:endParaRPr>
                    </a:p>
                  </a:txBody>
                  <a:tcPr marL="90535" marR="90535"/>
                </a:tc>
                <a:tc>
                  <a:txBody>
                    <a:bodyPr/>
                    <a:lstStyle/>
                    <a:p>
                      <a:pPr marL="0" indent="0">
                        <a:buFont typeface="Arial" panose="020B0604020202020204" pitchFamily="34" charset="0"/>
                        <a:buNone/>
                      </a:pPr>
                      <a:r>
                        <a:rPr lang="en-US" sz="900"/>
                        <a:t>Peter Dixon</a:t>
                      </a:r>
                    </a:p>
                    <a:p>
                      <a:pPr marL="0" indent="0">
                        <a:buFont typeface="Arial" panose="020B0604020202020204" pitchFamily="34" charset="0"/>
                        <a:buNone/>
                      </a:pPr>
                      <a:r>
                        <a:rPr lang="en-US" sz="900"/>
                        <a:t>Kelly Riesling</a:t>
                      </a:r>
                    </a:p>
                  </a:txBody>
                  <a:tcPr marL="90535" marR="90535"/>
                </a:tc>
                <a:tc>
                  <a:txBody>
                    <a:bodyPr/>
                    <a:lstStyle/>
                    <a:p>
                      <a:pPr marL="171450" indent="-171450">
                        <a:buSzPct val="100000"/>
                        <a:buFont typeface="Courier New" panose="02070309020205020404" pitchFamily="49" charset="0"/>
                        <a:buChar char="o"/>
                      </a:pPr>
                      <a:r>
                        <a:rPr lang="en-GB" sz="800" kern="1200">
                          <a:solidFill>
                            <a:schemeClr val="tx1"/>
                          </a:solidFill>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800" kern="1200">
                          <a:solidFill>
                            <a:schemeClr val="tx1"/>
                          </a:solidFill>
                        </a:rPr>
                        <a:t>Provide input on solving business problems within the defined application landscape by working with the business and Technical resources. </a:t>
                      </a:r>
                      <a:endParaRPr lang="en-GB" sz="800" kern="1200">
                        <a:solidFill>
                          <a:schemeClr val="tx1"/>
                        </a:solidFill>
                        <a:latin typeface="+mn-lt"/>
                        <a:ea typeface="+mn-ea"/>
                        <a:cs typeface="+mn-cs"/>
                      </a:endParaRPr>
                    </a:p>
                  </a:txBody>
                  <a:tcPr marL="90535" marR="90535"/>
                </a:tc>
                <a:tc>
                  <a:txBody>
                    <a:bodyPr/>
                    <a:lstStyle/>
                    <a:p>
                      <a:pPr marL="171450" marR="0" lvl="0" indent="-171450" algn="l" rtl="0" eaLnBrk="1" fontAlgn="auto" latinLnBrk="0" hangingPunct="1">
                        <a:lnSpc>
                          <a:spcPct val="100000"/>
                        </a:lnSpc>
                        <a:spcBef>
                          <a:spcPts val="0"/>
                        </a:spcBef>
                        <a:spcAft>
                          <a:spcPts val="0"/>
                        </a:spcAft>
                        <a:buClrTx/>
                        <a:buSzPct val="100000"/>
                        <a:buFont typeface="Courier New" panose="02070309020205020404" pitchFamily="49" charset="0"/>
                        <a:buChar char="o"/>
                      </a:pPr>
                      <a:r>
                        <a:rPr lang="en-GB" sz="800" kern="1200">
                          <a:solidFill>
                            <a:schemeClr val="tx1"/>
                          </a:solidFill>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2694614617"/>
                  </a:ext>
                </a:extLst>
              </a:tr>
              <a:tr h="612959">
                <a:tc>
                  <a:txBody>
                    <a:bodyPr/>
                    <a:lstStyle/>
                    <a:p>
                      <a:pPr marL="0" indent="0">
                        <a:buFont typeface="Arial" panose="020B0604020202020204" pitchFamily="34" charset="0"/>
                        <a:buNone/>
                      </a:pPr>
                      <a:r>
                        <a:rPr lang="en-US" sz="900"/>
                        <a:t>Enterprise Architect</a:t>
                      </a:r>
                      <a:endParaRPr lang="en-US" sz="900">
                        <a:latin typeface="+mn-lt"/>
                      </a:endParaRPr>
                    </a:p>
                  </a:txBody>
                  <a:tcPr marL="90535" marR="90535"/>
                </a:tc>
                <a:tc>
                  <a:txBody>
                    <a:bodyPr/>
                    <a:lstStyle/>
                    <a:p>
                      <a:pPr marL="0" indent="0">
                        <a:buFont typeface="Arial" panose="020B0604020202020204" pitchFamily="34" charset="0"/>
                        <a:buNone/>
                      </a:pPr>
                      <a:r>
                        <a:rPr lang="en-US" sz="900" kern="1200">
                          <a:solidFill>
                            <a:schemeClr val="tx1"/>
                          </a:solidFill>
                        </a:rPr>
                        <a:t>Brett Fabian-Smith</a:t>
                      </a:r>
                      <a:endParaRPr lang="en-US" sz="9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800" kern="1200">
                          <a:solidFill>
                            <a:schemeClr val="tx1"/>
                          </a:solidFill>
                        </a:rPr>
                        <a:t>Consult with and advise the Program team on technology and strategic decisions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Identify architectural constraints for the architectural level (project, domain, application) based on technical and organizational requirements </a:t>
                      </a:r>
                    </a:p>
                    <a:p>
                      <a:pPr marL="171450" indent="-171450">
                        <a:buFont typeface="Courier New" panose="02070309020205020404" pitchFamily="49" charset="0"/>
                        <a:buChar char="o"/>
                      </a:pPr>
                      <a:r>
                        <a:rPr lang="en-GB" sz="800" kern="1200">
                          <a:solidFill>
                            <a:schemeClr val="tx1"/>
                          </a:solidFill>
                        </a:rPr>
                        <a:t>Provide subject matter specialist advice with regard to overall solution architecture and technology </a:t>
                      </a:r>
                      <a:endParaRPr lang="en-GB" sz="800" kern="1200">
                        <a:solidFill>
                          <a:schemeClr val="tx1"/>
                        </a:solidFill>
                        <a:latin typeface="+mn-lt"/>
                        <a:ea typeface="+mn-ea"/>
                        <a:cs typeface="+mn-cs"/>
                      </a:endParaRPr>
                    </a:p>
                  </a:txBody>
                  <a:tcPr marL="90535" marR="90535"/>
                </a:tc>
                <a:extLst>
                  <a:ext uri="{0D108BD9-81ED-4DB2-BD59-A6C34878D82A}">
                    <a16:rowId xmlns:a16="http://schemas.microsoft.com/office/drawing/2014/main" val="998720998"/>
                  </a:ext>
                </a:extLst>
              </a:tr>
              <a:tr h="479707">
                <a:tc>
                  <a:txBody>
                    <a:bodyPr/>
                    <a:lstStyle/>
                    <a:p>
                      <a:pPr marL="0" indent="0">
                        <a:buFont typeface="Arial" panose="020B0604020202020204" pitchFamily="34" charset="0"/>
                        <a:buNone/>
                      </a:pPr>
                      <a:r>
                        <a:rPr lang="en-US" sz="900" err="1"/>
                        <a:t>PolicyCenter</a:t>
                      </a:r>
                      <a:r>
                        <a:rPr lang="en-US" sz="900"/>
                        <a:t> Functional Lead</a:t>
                      </a:r>
                      <a:endParaRPr lang="en-US" sz="900">
                        <a:latin typeface="+mn-lt"/>
                      </a:endParaRPr>
                    </a:p>
                  </a:txBody>
                  <a:tcPr marL="90535" marR="90535"/>
                </a:tc>
                <a:tc>
                  <a:txBody>
                    <a:bodyPr/>
                    <a:lstStyle/>
                    <a:p>
                      <a:pPr marL="0" lvl="0" indent="0">
                        <a:buNone/>
                      </a:pPr>
                      <a:r>
                        <a:rPr lang="en-US" sz="900" b="0" i="0" u="none" strike="noStrike" noProof="0">
                          <a:solidFill>
                            <a:srgbClr val="000000"/>
                          </a:solidFill>
                          <a:latin typeface="Ubuntu"/>
                        </a:rPr>
                        <a:t>Sherezad Contractor</a:t>
                      </a:r>
                      <a:endParaRPr lang="en-US"/>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Policy subject matter experience </a:t>
                      </a:r>
                    </a:p>
                    <a:p>
                      <a:pPr marL="171450" indent="-171450">
                        <a:buFont typeface="Courier New" panose="02070309020205020404" pitchFamily="49" charset="0"/>
                        <a:buChar char="o"/>
                      </a:pPr>
                      <a:r>
                        <a:rPr lang="en-GB" sz="800" kern="1200">
                          <a:solidFill>
                            <a:schemeClr val="tx1"/>
                          </a:solidFill>
                        </a:rPr>
                        <a:t>Work with Beazley business leadership to drive overall business requirements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leadership and direction for elaboration and RSWs </a:t>
                      </a:r>
                    </a:p>
                    <a:p>
                      <a:pPr marL="171450" indent="-171450">
                        <a:buFont typeface="Courier New" panose="02070309020205020404" pitchFamily="49" charset="0"/>
                        <a:buChar char="o"/>
                      </a:pPr>
                      <a:r>
                        <a:rPr lang="en-GB" sz="800" kern="1200">
                          <a:solidFill>
                            <a:schemeClr val="tx1"/>
                          </a:solidFill>
                        </a:rPr>
                        <a:t>Provide joint review and approval of deliverables</a:t>
                      </a:r>
                      <a:endParaRPr lang="en-GB" sz="800">
                        <a:latin typeface="+mn-lt"/>
                      </a:endParaRPr>
                    </a:p>
                  </a:txBody>
                  <a:tcPr marL="90535" marR="90535"/>
                </a:tc>
                <a:extLst>
                  <a:ext uri="{0D108BD9-81ED-4DB2-BD59-A6C34878D82A}">
                    <a16:rowId xmlns:a16="http://schemas.microsoft.com/office/drawing/2014/main" val="3479841583"/>
                  </a:ext>
                </a:extLst>
              </a:tr>
              <a:tr h="479707">
                <a:tc>
                  <a:txBody>
                    <a:bodyPr/>
                    <a:lstStyle/>
                    <a:p>
                      <a:pPr marL="0" indent="0">
                        <a:buFont typeface="Arial" panose="020B0604020202020204" pitchFamily="34" charset="0"/>
                        <a:buNone/>
                      </a:pPr>
                      <a:r>
                        <a:rPr lang="en-US" sz="900" err="1"/>
                        <a:t>BillingCenter</a:t>
                      </a:r>
                      <a:r>
                        <a:rPr lang="en-US" sz="900"/>
                        <a:t> Functional Lead</a:t>
                      </a:r>
                      <a:endParaRPr lang="en-US" sz="900">
                        <a:latin typeface="+mn-lt"/>
                      </a:endParaRPr>
                    </a:p>
                  </a:txBody>
                  <a:tcPr marL="90535" marR="90535"/>
                </a:tc>
                <a:tc>
                  <a:txBody>
                    <a:bodyPr/>
                    <a:lstStyle/>
                    <a:p>
                      <a:pPr marL="0" indent="0">
                        <a:buFont typeface="Arial" panose="020B0604020202020204" pitchFamily="34" charset="0"/>
                        <a:buNone/>
                      </a:pPr>
                      <a:r>
                        <a:rPr lang="en-US" sz="900"/>
                        <a:t>Sriram Jagannathan</a:t>
                      </a:r>
                      <a:endParaRPr lang="en-US" sz="900">
                        <a:latin typeface="+mn-lt"/>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Billing subject matter experience </a:t>
                      </a:r>
                    </a:p>
                    <a:p>
                      <a:pPr marL="171450" indent="-171450">
                        <a:buFont typeface="Courier New" panose="02070309020205020404" pitchFamily="49" charset="0"/>
                        <a:buChar char="o"/>
                      </a:pPr>
                      <a:r>
                        <a:rPr lang="en-GB" sz="800" kern="1200">
                          <a:solidFill>
                            <a:schemeClr val="tx1"/>
                          </a:solidFill>
                        </a:rPr>
                        <a:t>Work with Beazley business leadership to drive overall business requirements </a:t>
                      </a:r>
                    </a:p>
                    <a:p>
                      <a:pPr marL="171450" indent="-171450">
                        <a:buFont typeface="Courier New" panose="02070309020205020404" pitchFamily="49" charset="0"/>
                        <a:buChar char="o"/>
                      </a:pPr>
                      <a:r>
                        <a:rPr lang="en-GB" sz="800" kern="1200">
                          <a:solidFill>
                            <a:schemeClr val="tx1"/>
                          </a:solidFill>
                        </a:rPr>
                        <a:t>Provide leadership and direction for elaboration and RSWs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joint review and approval of deliverables</a:t>
                      </a:r>
                    </a:p>
                    <a:p>
                      <a:pPr marL="171450" indent="-171450">
                        <a:buFont typeface="Courier New" panose="02070309020205020404" pitchFamily="49" charset="0"/>
                        <a:buChar char="o"/>
                      </a:pPr>
                      <a:r>
                        <a:rPr lang="en-GB" sz="800" kern="1200">
                          <a:solidFill>
                            <a:schemeClr val="tx1"/>
                          </a:solidFill>
                        </a:rPr>
                        <a:t>Lead with the high-level implementation approach for complex functional requirements </a:t>
                      </a:r>
                      <a:endParaRPr lang="en-GB" sz="800">
                        <a:latin typeface="+mn-lt"/>
                      </a:endParaRPr>
                    </a:p>
                  </a:txBody>
                  <a:tcPr marL="90535" marR="90535"/>
                </a:tc>
                <a:extLst>
                  <a:ext uri="{0D108BD9-81ED-4DB2-BD59-A6C34878D82A}">
                    <a16:rowId xmlns:a16="http://schemas.microsoft.com/office/drawing/2014/main" val="2693367154"/>
                  </a:ext>
                </a:extLst>
              </a:tr>
              <a:tr h="612959">
                <a:tc>
                  <a:txBody>
                    <a:bodyPr/>
                    <a:lstStyle/>
                    <a:p>
                      <a:pPr marL="0" indent="0">
                        <a:buFont typeface="Arial" panose="020B0604020202020204" pitchFamily="34" charset="0"/>
                        <a:buNone/>
                      </a:pPr>
                      <a:r>
                        <a:rPr lang="en-US" sz="900" err="1">
                          <a:solidFill>
                            <a:schemeClr val="tx1"/>
                          </a:solidFill>
                        </a:rPr>
                        <a:t>PolicyCenter</a:t>
                      </a:r>
                      <a:r>
                        <a:rPr lang="en-US" sz="900">
                          <a:solidFill>
                            <a:schemeClr val="tx1"/>
                          </a:solidFill>
                        </a:rPr>
                        <a:t> Technical Lead</a:t>
                      </a:r>
                      <a:endParaRPr lang="en-US" sz="900">
                        <a:solidFill>
                          <a:schemeClr val="tx1"/>
                        </a:solidFill>
                        <a:latin typeface="+mn-lt"/>
                      </a:endParaRP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u="none" strike="noStrike" kern="1200" cap="none" spc="0" normalizeH="0" baseline="0" noProof="0">
                          <a:ln>
                            <a:noFill/>
                          </a:ln>
                          <a:solidFill>
                            <a:schemeClr val="tx1"/>
                          </a:solidFill>
                          <a:effectLst/>
                          <a:uLnTx/>
                          <a:uFillTx/>
                        </a:rPr>
                        <a:t>Vamshi </a:t>
                      </a:r>
                      <a:r>
                        <a:rPr kumimoji="0" lang="en-US" sz="900" b="0" u="none" strike="noStrike" kern="1200" cap="none" spc="0" normalizeH="0" baseline="0" noProof="0" err="1">
                          <a:ln>
                            <a:noFill/>
                          </a:ln>
                          <a:solidFill>
                            <a:schemeClr val="tx1"/>
                          </a:solidFill>
                          <a:effectLst/>
                          <a:uLnTx/>
                          <a:uFillTx/>
                        </a:rPr>
                        <a:t>Chennamadhuveni</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subject matter specialist advice with regard to GW PC </a:t>
                      </a:r>
                    </a:p>
                    <a:p>
                      <a:pPr marL="171450" indent="-171450">
                        <a:buFont typeface="Courier New" panose="02070309020205020404" pitchFamily="49" charset="0"/>
                        <a:buChar char="o"/>
                      </a:pPr>
                      <a:r>
                        <a:rPr lang="en-GB" sz="800" kern="1200">
                          <a:solidFill>
                            <a:schemeClr val="tx1"/>
                          </a:solidFill>
                        </a:rPr>
                        <a:t>Conduct configuration option analysis to support business requirements </a:t>
                      </a:r>
                    </a:p>
                    <a:p>
                      <a:pPr marL="171450" indent="-171450">
                        <a:buFont typeface="Courier New" panose="02070309020205020404" pitchFamily="49" charset="0"/>
                        <a:buChar char="o"/>
                      </a:pPr>
                      <a:r>
                        <a:rPr lang="en-GB" sz="800" kern="1200">
                          <a:solidFill>
                            <a:schemeClr val="tx1"/>
                          </a:solidFill>
                        </a:rPr>
                        <a:t>Provide input on GW PC best practices, constraints, and effort during workshops, including pre-work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input on effort and impact associated with potential configurations/customizations </a:t>
                      </a:r>
                    </a:p>
                    <a:p>
                      <a:pPr marL="171450" indent="-171450" defTabSz="360000">
                        <a:buFont typeface="Courier New" panose="02070309020205020404" pitchFamily="49" charset="0"/>
                        <a:buChar char="o"/>
                      </a:pPr>
                      <a:r>
                        <a:rPr lang="en-GB" sz="800" kern="1200">
                          <a:solidFill>
                            <a:schemeClr val="tx1"/>
                          </a:solidFill>
                        </a:rPr>
                        <a:t>Support the Policy Functional Lead with the high-level implementation approach for complex functional requirements</a:t>
                      </a:r>
                      <a:endParaRPr lang="en-GB" sz="800">
                        <a:latin typeface="+mn-lt"/>
                      </a:endParaRPr>
                    </a:p>
                  </a:txBody>
                  <a:tcPr marL="90535" marR="90535"/>
                </a:tc>
                <a:extLst>
                  <a:ext uri="{0D108BD9-81ED-4DB2-BD59-A6C34878D82A}">
                    <a16:rowId xmlns:a16="http://schemas.microsoft.com/office/drawing/2014/main" val="1164296243"/>
                  </a:ext>
                </a:extLst>
              </a:tr>
              <a:tr h="612959">
                <a:tc>
                  <a:txBody>
                    <a:bodyPr/>
                    <a:lstStyle/>
                    <a:p>
                      <a:pPr marL="0" indent="0">
                        <a:buFont typeface="Arial" panose="020B0604020202020204" pitchFamily="34" charset="0"/>
                        <a:buNone/>
                      </a:pPr>
                      <a:r>
                        <a:rPr lang="en-US" sz="900" err="1">
                          <a:solidFill>
                            <a:schemeClr val="tx1"/>
                          </a:solidFill>
                        </a:rPr>
                        <a:t>BillingCenter</a:t>
                      </a:r>
                      <a:r>
                        <a:rPr lang="en-US" sz="900">
                          <a:solidFill>
                            <a:schemeClr val="tx1"/>
                          </a:solidFill>
                        </a:rPr>
                        <a:t> Technical Lead</a:t>
                      </a:r>
                      <a:endParaRPr lang="en-US" sz="900">
                        <a:solidFill>
                          <a:schemeClr val="tx1"/>
                        </a:solidFill>
                        <a:latin typeface="+mn-lt"/>
                      </a:endParaRPr>
                    </a:p>
                  </a:txBody>
                  <a:tcPr marL="90535" marR="90535"/>
                </a:tc>
                <a:tc>
                  <a:txBody>
                    <a:bodyPr/>
                    <a:lstStyle/>
                    <a:p>
                      <a:pPr marL="0" marR="0" lvl="0" indent="0" algn="l" rtl="0" eaLnBrk="1" fontAlgn="auto" latinLnBrk="0" hangingPunct="1">
                        <a:lnSpc>
                          <a:spcPct val="100000"/>
                        </a:lnSpc>
                        <a:spcBef>
                          <a:spcPts val="0"/>
                        </a:spcBef>
                        <a:spcAft>
                          <a:spcPts val="0"/>
                        </a:spcAft>
                        <a:buClrTx/>
                        <a:buSzTx/>
                        <a:buFont typeface="Arial" panose="020B0604020202020204" pitchFamily="34" charset="0"/>
                        <a:buNone/>
                      </a:pPr>
                      <a:r>
                        <a:rPr lang="en-US" sz="900" b="0" u="none" strike="noStrike" kern="1200" cap="none" spc="0" normalizeH="0" baseline="0" noProof="0">
                          <a:ln>
                            <a:noFill/>
                          </a:ln>
                          <a:solidFill>
                            <a:schemeClr val="tx1"/>
                          </a:solidFill>
                          <a:effectLst/>
                          <a:uLnTx/>
                          <a:uFillTx/>
                        </a:rPr>
                        <a:t>Sriram Jagannathan</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subject matter specialist advice with regard to GW BC</a:t>
                      </a:r>
                    </a:p>
                    <a:p>
                      <a:pPr marL="171450" indent="-171450">
                        <a:buFont typeface="Courier New" panose="02070309020205020404" pitchFamily="49" charset="0"/>
                        <a:buChar char="o"/>
                      </a:pPr>
                      <a:r>
                        <a:rPr lang="en-GB" sz="800" kern="1200">
                          <a:solidFill>
                            <a:schemeClr val="tx1"/>
                          </a:solidFill>
                        </a:rPr>
                        <a:t>Conduct configuration option analysis to support business requirements </a:t>
                      </a:r>
                    </a:p>
                    <a:p>
                      <a:pPr marL="171450" indent="-171450">
                        <a:buFont typeface="Courier New" panose="02070309020205020404" pitchFamily="49" charset="0"/>
                        <a:buChar char="o"/>
                      </a:pPr>
                      <a:r>
                        <a:rPr lang="en-GB" sz="800" kern="1200">
                          <a:solidFill>
                            <a:schemeClr val="tx1"/>
                          </a:solidFill>
                        </a:rPr>
                        <a:t>Provide input on GW PC best practices, constraints, and effort during workshops, including pre-work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input on effort and impact associated with potential configurations/customizations </a:t>
                      </a:r>
                    </a:p>
                    <a:p>
                      <a:pPr marL="171450" indent="-171450">
                        <a:buFont typeface="Courier New" panose="02070309020205020404" pitchFamily="49" charset="0"/>
                        <a:buChar char="o"/>
                      </a:pPr>
                      <a:r>
                        <a:rPr lang="en-GB" sz="800" kern="1200">
                          <a:solidFill>
                            <a:schemeClr val="tx1"/>
                          </a:solidFill>
                        </a:rPr>
                        <a:t>Support the Policy </a:t>
                      </a:r>
                      <a:endParaRPr lang="en-GB" sz="800">
                        <a:latin typeface="+mn-lt"/>
                      </a:endParaRPr>
                    </a:p>
                  </a:txBody>
                  <a:tcPr marL="90535" marR="90535"/>
                </a:tc>
                <a:extLst>
                  <a:ext uri="{0D108BD9-81ED-4DB2-BD59-A6C34878D82A}">
                    <a16:rowId xmlns:a16="http://schemas.microsoft.com/office/drawing/2014/main" val="4103461069"/>
                  </a:ext>
                </a:extLst>
              </a:tr>
              <a:tr h="346455">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900" b="0" u="none" strike="noStrike" kern="0" cap="none" spc="0" normalizeH="0" baseline="0" noProof="0">
                          <a:ln>
                            <a:noFill/>
                          </a:ln>
                          <a:solidFill>
                            <a:srgbClr val="000000"/>
                          </a:solidFill>
                          <a:effectLst/>
                          <a:uLnTx/>
                          <a:uFillTx/>
                        </a:rPr>
                        <a:t>Integration Lead</a:t>
                      </a:r>
                      <a:endParaRPr kumimoji="0" lang="en-GB" sz="900" b="0" i="0" u="none" strike="noStrike" kern="0" cap="none" spc="0" normalizeH="0" baseline="0" noProof="0">
                        <a:ln>
                          <a:noFill/>
                        </a:ln>
                        <a:solidFill>
                          <a:srgbClr val="000000"/>
                        </a:solidFill>
                        <a:effectLst/>
                        <a:uLnTx/>
                        <a:uFillTx/>
                        <a:latin typeface="+mn-lt"/>
                        <a:ea typeface="+mn-ea"/>
                        <a:cs typeface="Calibri" panose="020F0502020204030204" pitchFamily="34" charset="0"/>
                      </a:endParaRPr>
                    </a:p>
                  </a:txBody>
                  <a:tcPr marL="90535" marR="90535"/>
                </a:tc>
                <a:tc>
                  <a:txBody>
                    <a:bodyPr/>
                    <a:lstStyle/>
                    <a:p>
                      <a:pPr marL="0" indent="0">
                        <a:buFont typeface="Arial" panose="020B0604020202020204" pitchFamily="34" charset="0"/>
                        <a:buNone/>
                      </a:pPr>
                      <a:r>
                        <a:rPr lang="en-US" sz="900" err="1"/>
                        <a:t>Saharsh</a:t>
                      </a:r>
                      <a:r>
                        <a:rPr lang="en-US" sz="900"/>
                        <a:t> Gupta</a:t>
                      </a:r>
                    </a:p>
                    <a:p>
                      <a:pPr marL="0" indent="0">
                        <a:buFont typeface="Arial" panose="020B0604020202020204" pitchFamily="34" charset="0"/>
                        <a:buNone/>
                      </a:pPr>
                      <a:r>
                        <a:rPr lang="en-US" sz="900"/>
                        <a:t>Gourab Marik</a:t>
                      </a:r>
                      <a:endParaRPr lang="en-US" sz="900">
                        <a:latin typeface="+mn-lt"/>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Provide integration and technical architecture guidance for GW </a:t>
                      </a:r>
                      <a:endParaRPr lang="en-US" sz="1600"/>
                    </a:p>
                    <a:p>
                      <a:pPr marL="171450" indent="-171450">
                        <a:buFont typeface="Courier New" panose="02070309020205020404" pitchFamily="49" charset="0"/>
                        <a:buChar char="o"/>
                      </a:pPr>
                      <a:r>
                        <a:rPr lang="en-GB" sz="800" kern="1200">
                          <a:solidFill>
                            <a:schemeClr val="tx1"/>
                          </a:solidFill>
                        </a:rPr>
                        <a:t>Lead analysis effort of interface specification documents </a:t>
                      </a:r>
                      <a:endParaRPr lang="en-GB" sz="800" kern="1200">
                        <a:solidFill>
                          <a:schemeClr val="tx1"/>
                        </a:solidFill>
                        <a:latin typeface="+mn-lt"/>
                        <a:ea typeface="+mn-ea"/>
                        <a:cs typeface="+mn-cs"/>
                      </a:endParaRPr>
                    </a:p>
                  </a:txBody>
                  <a:tcPr marL="90535" marR="90535"/>
                </a:tc>
                <a:tc>
                  <a:txBody>
                    <a:bodyPr/>
                    <a:lstStyle/>
                    <a:p>
                      <a:pPr marL="171450" indent="-171450">
                        <a:buFont typeface="Courier New" panose="02070309020205020404" pitchFamily="49" charset="0"/>
                        <a:buChar char="o"/>
                      </a:pPr>
                      <a:r>
                        <a:rPr lang="en-GB" sz="800" kern="1200">
                          <a:solidFill>
                            <a:schemeClr val="tx1"/>
                          </a:solidFill>
                        </a:rPr>
                        <a:t>Lead the integration design effort for specified integration points </a:t>
                      </a:r>
                    </a:p>
                    <a:p>
                      <a:pPr marL="171450" indent="-171450">
                        <a:buFont typeface="Courier New" panose="02070309020205020404" pitchFamily="49" charset="0"/>
                        <a:buChar char="o"/>
                      </a:pPr>
                      <a:r>
                        <a:rPr lang="en-GB" sz="800" kern="1200">
                          <a:solidFill>
                            <a:schemeClr val="tx1"/>
                          </a:solidFill>
                        </a:rPr>
                        <a:t>Provide direction and technical guidance </a:t>
                      </a:r>
                      <a:endParaRPr lang="en-US" sz="800">
                        <a:latin typeface="+mn-lt"/>
                      </a:endParaRPr>
                    </a:p>
                  </a:txBody>
                  <a:tcPr marL="90535" marR="90535"/>
                </a:tc>
                <a:extLst>
                  <a:ext uri="{0D108BD9-81ED-4DB2-BD59-A6C34878D82A}">
                    <a16:rowId xmlns:a16="http://schemas.microsoft.com/office/drawing/2014/main" val="285030561"/>
                  </a:ext>
                </a:extLst>
              </a:tr>
            </a:tbl>
          </a:graphicData>
        </a:graphic>
      </p:graphicFrame>
    </p:spTree>
    <p:extLst>
      <p:ext uri="{BB962C8B-B14F-4D97-AF65-F5344CB8AC3E}">
        <p14:creationId xmlns:p14="http://schemas.microsoft.com/office/powerpoint/2010/main" val="3447131155"/>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2283323291"/>
              </p:ext>
            </p:extLst>
          </p:nvPr>
        </p:nvGraphicFramePr>
        <p:xfrm>
          <a:off x="333623" y="1072834"/>
          <a:ext cx="11676993" cy="3002261"/>
        </p:xfrm>
        <a:graphic>
          <a:graphicData uri="http://schemas.openxmlformats.org/drawingml/2006/table">
            <a:tbl>
              <a:tblPr firstRow="1" bandRow="1">
                <a:tableStyleId>{21E4AEA4-8DFA-4A89-87EB-49C32662AFE0}</a:tableStyleId>
              </a:tblPr>
              <a:tblGrid>
                <a:gridCol w="3188049">
                  <a:extLst>
                    <a:ext uri="{9D8B030D-6E8A-4147-A177-3AD203B41FA5}">
                      <a16:colId xmlns:a16="http://schemas.microsoft.com/office/drawing/2014/main" val="1442836257"/>
                    </a:ext>
                  </a:extLst>
                </a:gridCol>
                <a:gridCol w="1598604">
                  <a:extLst>
                    <a:ext uri="{9D8B030D-6E8A-4147-A177-3AD203B41FA5}">
                      <a16:colId xmlns:a16="http://schemas.microsoft.com/office/drawing/2014/main" val="595129677"/>
                    </a:ext>
                  </a:extLst>
                </a:gridCol>
                <a:gridCol w="6890340">
                  <a:extLst>
                    <a:ext uri="{9D8B030D-6E8A-4147-A177-3AD203B41FA5}">
                      <a16:colId xmlns:a16="http://schemas.microsoft.com/office/drawing/2014/main" val="4127677356"/>
                    </a:ext>
                  </a:extLst>
                </a:gridCol>
              </a:tblGrid>
              <a:tr h="203200">
                <a:tc>
                  <a:txBody>
                    <a:bodyPr/>
                    <a:lstStyle/>
                    <a:p>
                      <a:r>
                        <a:rPr lang="en-US" sz="1100">
                          <a:solidFill>
                            <a:schemeClr val="bg1"/>
                          </a:solidFill>
                        </a:rPr>
                        <a:t> Role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Named resource</a:t>
                      </a:r>
                      <a:endParaRPr lang="en-US" sz="1100">
                        <a:solidFill>
                          <a:schemeClr val="bg1"/>
                        </a:solidFill>
                        <a:latin typeface="Trebuchet MS" panose="020B0603020202020204" pitchFamily="34" charset="0"/>
                      </a:endParaRPr>
                    </a:p>
                  </a:txBody>
                  <a:tcPr marL="90535" marR="90535">
                    <a:solidFill>
                      <a:srgbClr val="FF66CC"/>
                    </a:solidFill>
                  </a:tcPr>
                </a:tc>
                <a:tc>
                  <a:txBody>
                    <a:bodyPr/>
                    <a:lstStyle/>
                    <a:p>
                      <a:r>
                        <a:rPr lang="en-US" sz="1100">
                          <a:solidFill>
                            <a:schemeClr val="bg1"/>
                          </a:solidFill>
                        </a:rPr>
                        <a:t>Description</a:t>
                      </a:r>
                      <a:endParaRPr lang="en-US" sz="1100">
                        <a:solidFill>
                          <a:schemeClr val="bg1"/>
                        </a:solidFill>
                        <a:latin typeface="Trebuchet MS" panose="020B0603020202020204" pitchFamily="34" charset="0"/>
                      </a:endParaRPr>
                    </a:p>
                  </a:txBody>
                  <a:tcPr marL="90535" marR="90535">
                    <a:solidFill>
                      <a:srgbClr val="FF66CC"/>
                    </a:solidFill>
                  </a:tcPr>
                </a:tc>
                <a:extLst>
                  <a:ext uri="{0D108BD9-81ED-4DB2-BD59-A6C34878D82A}">
                    <a16:rowId xmlns:a16="http://schemas.microsoft.com/office/drawing/2014/main" val="1676363498"/>
                  </a:ext>
                </a:extLst>
              </a:tr>
              <a:tr h="285629">
                <a:tc>
                  <a:txBody>
                    <a:bodyPr/>
                    <a:lstStyle/>
                    <a:p>
                      <a:pPr algn="l"/>
                      <a:r>
                        <a:rPr lang="en-GB" sz="1000" b="0" kern="100" err="1">
                          <a:solidFill>
                            <a:schemeClr val="tx1"/>
                          </a:solidFill>
                          <a:effectLst/>
                        </a:rPr>
                        <a:t>PolicyCenter</a:t>
                      </a:r>
                      <a:r>
                        <a:rPr lang="en-GB" sz="1000" b="0" kern="100">
                          <a:solidFill>
                            <a:schemeClr val="tx1"/>
                          </a:solidFill>
                          <a:effectLst/>
                        </a:rPr>
                        <a:t> Principal Architect </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err="1">
                          <a:solidFill>
                            <a:srgbClr val="000000"/>
                          </a:solidFill>
                          <a:effectLst/>
                        </a:rPr>
                        <a:t>PolicyCenter</a:t>
                      </a:r>
                      <a:r>
                        <a:rPr lang="en-GB" sz="1000" kern="100">
                          <a:solidFill>
                            <a:srgbClr val="000000"/>
                          </a:solidFill>
                          <a:effectLst/>
                        </a:rPr>
                        <a:t> technical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1789946"/>
                  </a:ext>
                </a:extLst>
              </a:tr>
              <a:tr h="294289">
                <a:tc>
                  <a:txBody>
                    <a:bodyPr/>
                    <a:lstStyle/>
                    <a:p>
                      <a:pPr algn="l"/>
                      <a:r>
                        <a:rPr lang="en-GB" sz="1000" b="0" kern="100" err="1">
                          <a:solidFill>
                            <a:schemeClr val="tx1"/>
                          </a:solidFill>
                          <a:effectLst/>
                        </a:rPr>
                        <a:t>PolicyCenter</a:t>
                      </a:r>
                      <a:r>
                        <a:rPr lang="en-GB" sz="1000" b="0" kern="100">
                          <a:solidFill>
                            <a:schemeClr val="tx1"/>
                          </a:solidFill>
                          <a:effectLst/>
                        </a:rPr>
                        <a:t> Principal Business Analyst </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err="1">
                          <a:effectLst/>
                        </a:rPr>
                        <a:t>PolicyCenter</a:t>
                      </a:r>
                      <a:r>
                        <a:rPr lang="en-GB" sz="1000" kern="100">
                          <a:effectLst/>
                        </a:rPr>
                        <a:t> functional and product expert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079772831"/>
                  </a:ext>
                </a:extLst>
              </a:tr>
              <a:tr h="350823">
                <a:tc>
                  <a:txBody>
                    <a:bodyPr/>
                    <a:lstStyle/>
                    <a:p>
                      <a:pPr algn="l"/>
                      <a:r>
                        <a:rPr lang="en-GB" sz="1000" b="0" kern="100" err="1">
                          <a:solidFill>
                            <a:schemeClr val="tx1"/>
                          </a:solidFill>
                          <a:effectLst/>
                        </a:rPr>
                        <a:t>BillingCenter</a:t>
                      </a:r>
                      <a:r>
                        <a:rPr lang="en-GB" sz="1000" b="0" kern="100">
                          <a:solidFill>
                            <a:schemeClr val="tx1"/>
                          </a:solidFill>
                          <a:effectLst/>
                        </a:rPr>
                        <a:t> Principal Architect</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err="1">
                          <a:solidFill>
                            <a:srgbClr val="000000"/>
                          </a:solidFill>
                          <a:effectLst/>
                        </a:rPr>
                        <a:t>BillingCenter</a:t>
                      </a:r>
                      <a:r>
                        <a:rPr lang="en-GB" sz="1000" kern="100">
                          <a:solidFill>
                            <a:srgbClr val="000000"/>
                          </a:solidFill>
                          <a:effectLst/>
                        </a:rPr>
                        <a:t>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5735936"/>
                  </a:ext>
                </a:extLst>
              </a:tr>
              <a:tr h="332350">
                <a:tc>
                  <a:txBody>
                    <a:bodyPr/>
                    <a:lstStyle/>
                    <a:p>
                      <a:pPr algn="l"/>
                      <a:r>
                        <a:rPr lang="en-GB" sz="1000" b="0" kern="100">
                          <a:solidFill>
                            <a:schemeClr val="tx1"/>
                          </a:solidFill>
                          <a:effectLst/>
                        </a:rPr>
                        <a:t>Integration Principal Architect</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effectLst/>
                        </a:rPr>
                        <a:t>Guidewire Integration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694614617"/>
                  </a:ext>
                </a:extLst>
              </a:tr>
              <a:tr h="334462">
                <a:tc>
                  <a:txBody>
                    <a:bodyPr/>
                    <a:lstStyle/>
                    <a:p>
                      <a:pPr algn="l"/>
                      <a:r>
                        <a:rPr lang="en-GB" sz="1000" b="0" kern="100">
                          <a:solidFill>
                            <a:schemeClr val="tx1"/>
                          </a:solidFill>
                          <a:effectLst/>
                        </a:rPr>
                        <a:t>London Market Specialist</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solidFill>
                            <a:srgbClr val="000000"/>
                          </a:solidFill>
                          <a:effectLst/>
                        </a:rPr>
                        <a:t>Guidewire London Market and product architect</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8720998"/>
                  </a:ext>
                </a:extLst>
              </a:tr>
              <a:tr h="357352">
                <a:tc>
                  <a:txBody>
                    <a:bodyPr/>
                    <a:lstStyle/>
                    <a:p>
                      <a:pPr algn="l"/>
                      <a:r>
                        <a:rPr lang="en-GB" sz="1000" b="0" kern="100">
                          <a:solidFill>
                            <a:schemeClr val="tx1"/>
                          </a:solidFill>
                          <a:effectLst/>
                        </a:rPr>
                        <a:t>Guidewire Delivery Management (non-billable part time role)</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effectLst/>
                        </a:rPr>
                        <a:t>Guidewire point of contact for the implementation and Guidewire assigned resourcing.</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479841583"/>
                  </a:ext>
                </a:extLst>
              </a:tr>
              <a:tr h="419363">
                <a:tc>
                  <a:txBody>
                    <a:bodyPr/>
                    <a:lstStyle/>
                    <a:p>
                      <a:pPr algn="l"/>
                      <a:r>
                        <a:rPr lang="en-GB" sz="1000" b="0" kern="100">
                          <a:solidFill>
                            <a:schemeClr val="tx1"/>
                          </a:solidFill>
                          <a:effectLst/>
                        </a:rPr>
                        <a:t>Guidewire Product (non-billable part time role)</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solidFill>
                            <a:srgbClr val="000000"/>
                          </a:solidFill>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solidFill>
                            <a:srgbClr val="000000"/>
                          </a:solidFill>
                          <a:effectLst/>
                        </a:rPr>
                        <a:t>Guidewire London Market expert and point of liaison with Guidewire product team. Needs to understand the business needs so that any future Guidewire product related enhancements can be planned.</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25436364"/>
                  </a:ext>
                </a:extLst>
              </a:tr>
              <a:tr h="368913">
                <a:tc>
                  <a:txBody>
                    <a:bodyPr/>
                    <a:lstStyle/>
                    <a:p>
                      <a:pPr algn="l"/>
                      <a:r>
                        <a:rPr lang="en-GB" sz="1000" b="0" kern="100">
                          <a:solidFill>
                            <a:schemeClr val="tx1"/>
                          </a:solidFill>
                          <a:effectLst/>
                        </a:rPr>
                        <a:t>Guidewire Product (non-billable part time role)</a:t>
                      </a:r>
                      <a:endParaRPr lang="en-GB" sz="10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tc>
                  <a:txBody>
                    <a:bodyPr/>
                    <a:lstStyle/>
                    <a:p>
                      <a:r>
                        <a:rPr lang="en-GB" sz="1000" b="0" kern="100">
                          <a:effectLst/>
                        </a:rPr>
                        <a:t>TBD</a:t>
                      </a:r>
                      <a:endParaRPr lang="en-GB" sz="10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000" kern="100">
                          <a:effectLst/>
                        </a:rPr>
                        <a:t>Guidewire London Market expert and point of liaison with Guidewire product team. Needs to understand the business needs so that any future Guidewire product related enhancements can be planned.</a:t>
                      </a:r>
                      <a:endParaRPr lang="en-GB" sz="10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809540568"/>
                  </a:ext>
                </a:extLst>
              </a:tr>
            </a:tbl>
          </a:graphicData>
        </a:graphic>
      </p:graphicFrame>
    </p:spTree>
    <p:extLst>
      <p:ext uri="{BB962C8B-B14F-4D97-AF65-F5344CB8AC3E}">
        <p14:creationId xmlns:p14="http://schemas.microsoft.com/office/powerpoint/2010/main" val="22511882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governance</a:t>
            </a:r>
          </a:p>
        </p:txBody>
      </p:sp>
      <p:sp>
        <p:nvSpPr>
          <p:cNvPr id="4" name="Subtitle 2">
            <a:extLst>
              <a:ext uri="{FF2B5EF4-FFF2-40B4-BE49-F238E27FC236}">
                <a16:creationId xmlns:a16="http://schemas.microsoft.com/office/drawing/2014/main" id="{3DCDFED0-9748-9D61-3749-8591A927E6B8}"/>
              </a:ext>
            </a:extLst>
          </p:cNvPr>
          <p:cNvSpPr txBox="1">
            <a:spLocks/>
          </p:cNvSpPr>
          <p:nvPr/>
        </p:nvSpPr>
        <p:spPr>
          <a:xfrm>
            <a:off x="184150" y="606675"/>
            <a:ext cx="10701564" cy="797582"/>
          </a:xfrm>
          <a:prstGeom prst="rect">
            <a:avLst/>
          </a:prstGeom>
        </p:spPr>
        <p:txBody>
          <a:bodyPr>
            <a:normAutofit lnSpcReduction="10000"/>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sz="1600"/>
              <a:t>The overall success of this engagement will be based on close collaboration between all parties, transparency and fact-based decision making. We will also use this Governance process to keep us all collectively honest and true to the Programme objectives.</a:t>
            </a:r>
          </a:p>
        </p:txBody>
      </p:sp>
      <p:grpSp>
        <p:nvGrpSpPr>
          <p:cNvPr id="31" name="Group 30">
            <a:extLst>
              <a:ext uri="{FF2B5EF4-FFF2-40B4-BE49-F238E27FC236}">
                <a16:creationId xmlns:a16="http://schemas.microsoft.com/office/drawing/2014/main" id="{9BF4C074-83A0-097F-B8EF-D5A120C83C0D}"/>
              </a:ext>
            </a:extLst>
          </p:cNvPr>
          <p:cNvGrpSpPr/>
          <p:nvPr/>
        </p:nvGrpSpPr>
        <p:grpSpPr>
          <a:xfrm>
            <a:off x="2267712" y="1904744"/>
            <a:ext cx="1087965" cy="4267200"/>
            <a:chOff x="1036718" y="1208506"/>
            <a:chExt cx="1451331" cy="4267200"/>
          </a:xfrm>
        </p:grpSpPr>
        <p:cxnSp>
          <p:nvCxnSpPr>
            <p:cNvPr id="64" name="Straight Connector 63">
              <a:extLst>
                <a:ext uri="{FF2B5EF4-FFF2-40B4-BE49-F238E27FC236}">
                  <a16:creationId xmlns:a16="http://schemas.microsoft.com/office/drawing/2014/main" id="{5CBE8865-9867-CD62-F954-F2A7ABDEC5F8}"/>
                </a:ext>
              </a:extLst>
            </p:cNvPr>
            <p:cNvCxnSpPr>
              <a:cxnSpLocks/>
            </p:cNvCxnSpPr>
            <p:nvPr/>
          </p:nvCxnSpPr>
          <p:spPr>
            <a:xfrm>
              <a:off x="1706679" y="1208506"/>
              <a:ext cx="0" cy="4267200"/>
            </a:xfrm>
            <a:prstGeom prst="line">
              <a:avLst/>
            </a:prstGeom>
            <a:ln>
              <a:solidFill>
                <a:schemeClr val="accent1"/>
              </a:solidFill>
              <a:prstDash val="sysDot"/>
              <a:headEnd type="diamond" w="med" len="med"/>
              <a:tailEnd type="diamond" w="med" len="med"/>
            </a:ln>
          </p:spPr>
          <p:style>
            <a:lnRef idx="1">
              <a:schemeClr val="accent1"/>
            </a:lnRef>
            <a:fillRef idx="0">
              <a:schemeClr val="accent1"/>
            </a:fillRef>
            <a:effectRef idx="0">
              <a:schemeClr val="accent1"/>
            </a:effectRef>
            <a:fontRef idx="minor">
              <a:schemeClr val="tx1"/>
            </a:fontRef>
          </p:style>
        </p:cxnSp>
        <p:sp>
          <p:nvSpPr>
            <p:cNvPr id="65" name="Rectangle à coins arrondis 147">
              <a:extLst>
                <a:ext uri="{FF2B5EF4-FFF2-40B4-BE49-F238E27FC236}">
                  <a16:creationId xmlns:a16="http://schemas.microsoft.com/office/drawing/2014/main" id="{489EA980-524E-04BD-60C5-F2ECDCB77B22}"/>
                </a:ext>
              </a:extLst>
            </p:cNvPr>
            <p:cNvSpPr/>
            <p:nvPr/>
          </p:nvSpPr>
          <p:spPr>
            <a:xfrm>
              <a:off x="1199355" y="4989223"/>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Daily</a:t>
              </a:r>
            </a:p>
          </p:txBody>
        </p:sp>
        <p:sp>
          <p:nvSpPr>
            <p:cNvPr id="66" name="Rectangle à coins arrondis 147">
              <a:extLst>
                <a:ext uri="{FF2B5EF4-FFF2-40B4-BE49-F238E27FC236}">
                  <a16:creationId xmlns:a16="http://schemas.microsoft.com/office/drawing/2014/main" id="{C51E25C6-5C5A-B185-4A54-21394942F53F}"/>
                </a:ext>
              </a:extLst>
            </p:cNvPr>
            <p:cNvSpPr/>
            <p:nvPr/>
          </p:nvSpPr>
          <p:spPr>
            <a:xfrm>
              <a:off x="1036718" y="4216251"/>
              <a:ext cx="1353866"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sp>
          <p:nvSpPr>
            <p:cNvPr id="67" name="Rectangle à coins arrondis 147">
              <a:extLst>
                <a:ext uri="{FF2B5EF4-FFF2-40B4-BE49-F238E27FC236}">
                  <a16:creationId xmlns:a16="http://schemas.microsoft.com/office/drawing/2014/main" id="{5141090A-F480-EF7C-AB71-F388F98EA23E}"/>
                </a:ext>
              </a:extLst>
            </p:cNvPr>
            <p:cNvSpPr/>
            <p:nvPr/>
          </p:nvSpPr>
          <p:spPr>
            <a:xfrm>
              <a:off x="1136711" y="1664525"/>
              <a:ext cx="1351338"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err="1">
                  <a:solidFill>
                    <a:srgbClr val="00264A"/>
                  </a:solidFill>
                  <a:latin typeface="Calibri" panose="020F0502020204030204" pitchFamily="34" charset="0"/>
                  <a:cs typeface="Calibri" panose="020F0502020204030204" pitchFamily="34" charset="0"/>
                </a:rPr>
                <a:t>Monthly</a:t>
              </a:r>
              <a:r>
                <a:rPr lang="fr-FR" sz="1200" b="1" kern="0">
                  <a:solidFill>
                    <a:srgbClr val="00264A"/>
                  </a:solidFill>
                  <a:latin typeface="Calibri" panose="020F0502020204030204" pitchFamily="34" charset="0"/>
                  <a:cs typeface="Calibri" panose="020F0502020204030204" pitchFamily="34" charset="0"/>
                </a:rPr>
                <a:t>/</a:t>
              </a:r>
              <a:r>
                <a:rPr lang="fr-FR" sz="1200" b="1" kern="0" err="1">
                  <a:solidFill>
                    <a:srgbClr val="00264A"/>
                  </a:solidFill>
                  <a:latin typeface="Calibri" panose="020F0502020204030204" pitchFamily="34" charset="0"/>
                  <a:cs typeface="Calibri" panose="020F0502020204030204" pitchFamily="34" charset="0"/>
                </a:rPr>
                <a:t>Quarterly</a:t>
              </a:r>
              <a:endParaRPr lang="fr-FR" sz="1200" b="1" kern="0">
                <a:solidFill>
                  <a:srgbClr val="00264A"/>
                </a:solidFill>
                <a:latin typeface="Calibri" panose="020F0502020204030204" pitchFamily="34" charset="0"/>
                <a:cs typeface="Calibri" panose="020F0502020204030204" pitchFamily="34" charset="0"/>
              </a:endParaRPr>
            </a:p>
          </p:txBody>
        </p:sp>
        <p:sp>
          <p:nvSpPr>
            <p:cNvPr id="68" name="Rectangle à coins arrondis 147">
              <a:extLst>
                <a:ext uri="{FF2B5EF4-FFF2-40B4-BE49-F238E27FC236}">
                  <a16:creationId xmlns:a16="http://schemas.microsoft.com/office/drawing/2014/main" id="{BE662BE7-CF85-18C7-7AE6-6DE25EFEF5C7}"/>
                </a:ext>
              </a:extLst>
            </p:cNvPr>
            <p:cNvSpPr/>
            <p:nvPr/>
          </p:nvSpPr>
          <p:spPr>
            <a:xfrm>
              <a:off x="1167339" y="2835970"/>
              <a:ext cx="1014649" cy="457472"/>
            </a:xfrm>
            <a:prstGeom prst="rect">
              <a:avLst/>
            </a:prstGeom>
            <a:solidFill>
              <a:schemeClr val="bg1"/>
            </a:solidFill>
            <a:ln w="9525" cap="flat" cmpd="sng" algn="ctr">
              <a:noFill/>
              <a:prstDash val="solid"/>
            </a:ln>
            <a:effectLst/>
          </p:spPr>
          <p:txBody>
            <a:bodyPr lIns="21938" tIns="21938" rIns="21938" bIns="21938" anchor="ctr"/>
            <a:lstStyle/>
            <a:p>
              <a:pPr algn="ctr" defTabSz="718209">
                <a:buClr>
                  <a:srgbClr val="ED771A"/>
                </a:buClr>
                <a:defRPr/>
              </a:pPr>
              <a:r>
                <a:rPr lang="fr-FR" sz="1200" b="1" kern="0">
                  <a:solidFill>
                    <a:srgbClr val="00264A"/>
                  </a:solidFill>
                  <a:latin typeface="Calibri" panose="020F0502020204030204" pitchFamily="34" charset="0"/>
                  <a:cs typeface="Calibri" panose="020F0502020204030204" pitchFamily="34" charset="0"/>
                </a:rPr>
                <a:t>Weekly</a:t>
              </a:r>
            </a:p>
          </p:txBody>
        </p:sp>
      </p:grpSp>
      <p:sp>
        <p:nvSpPr>
          <p:cNvPr id="5" name="Trapèze 42">
            <a:extLst>
              <a:ext uri="{FF2B5EF4-FFF2-40B4-BE49-F238E27FC236}">
                <a16:creationId xmlns:a16="http://schemas.microsoft.com/office/drawing/2014/main" id="{AC7B2EB2-2211-2FD0-16CC-072B7D154625}"/>
              </a:ext>
            </a:extLst>
          </p:cNvPr>
          <p:cNvSpPr/>
          <p:nvPr/>
        </p:nvSpPr>
        <p:spPr>
          <a:xfrm>
            <a:off x="3033400" y="1821843"/>
            <a:ext cx="5785073" cy="3755528"/>
          </a:xfrm>
          <a:prstGeom prst="trapezoid">
            <a:avLst>
              <a:gd name="adj" fmla="val 80296"/>
            </a:avLst>
          </a:prstGeom>
          <a:solidFill>
            <a:srgbClr val="FF33CC"/>
          </a:solidFill>
          <a:ln w="25400" cap="flat" cmpd="sng" algn="ctr">
            <a:solidFill>
              <a:sysClr val="window" lastClr="FFFFFF"/>
            </a:solidFill>
            <a:prstDash val="solid"/>
          </a:ln>
          <a:effectLst>
            <a:outerShdw blurRad="40000" dist="20000" dir="5400000" rotWithShape="0">
              <a:srgbClr val="000000">
                <a:alpha val="38000"/>
              </a:srgbClr>
            </a:outerShdw>
          </a:effectLst>
        </p:spPr>
      </p:sp>
      <p:sp>
        <p:nvSpPr>
          <p:cNvPr id="6" name="Rectangle à coins arrondis 44">
            <a:extLst>
              <a:ext uri="{FF2B5EF4-FFF2-40B4-BE49-F238E27FC236}">
                <a16:creationId xmlns:a16="http://schemas.microsoft.com/office/drawing/2014/main" id="{BCD3ECD2-8C2E-B16C-F5FD-2CCB12EAA2D1}"/>
              </a:ext>
            </a:extLst>
          </p:cNvPr>
          <p:cNvSpPr/>
          <p:nvPr/>
        </p:nvSpPr>
        <p:spPr>
          <a:xfrm>
            <a:off x="5431363" y="2630942"/>
            <a:ext cx="995333" cy="279052"/>
          </a:xfrm>
          <a:prstGeom prst="roundRect">
            <a:avLst>
              <a:gd name="adj" fmla="val 16667"/>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Sponsor </a:t>
            </a:r>
            <a:r>
              <a:rPr lang="fr-FR" sz="800" kern="0" err="1">
                <a:solidFill>
                  <a:prstClr val="white"/>
                </a:solidFill>
                <a:latin typeface="Calibri" panose="020F0502020204030204" pitchFamily="34" charset="0"/>
                <a:cs typeface="Calibri" panose="020F0502020204030204" pitchFamily="34" charset="0"/>
              </a:rPr>
              <a:t>Review</a:t>
            </a:r>
            <a:endParaRPr lang="fr-FR" sz="800" kern="0">
              <a:solidFill>
                <a:prstClr val="white"/>
              </a:solidFill>
              <a:latin typeface="Calibri" panose="020F0502020204030204" pitchFamily="34" charset="0"/>
              <a:cs typeface="Calibri" panose="020F0502020204030204" pitchFamily="34" charset="0"/>
            </a:endParaRPr>
          </a:p>
        </p:txBody>
      </p:sp>
      <p:cxnSp>
        <p:nvCxnSpPr>
          <p:cNvPr id="7" name="Connecteur droit 46">
            <a:extLst>
              <a:ext uri="{FF2B5EF4-FFF2-40B4-BE49-F238E27FC236}">
                <a16:creationId xmlns:a16="http://schemas.microsoft.com/office/drawing/2014/main" id="{F54A4E13-17C9-6659-9FA7-9105C57A35F1}"/>
              </a:ext>
            </a:extLst>
          </p:cNvPr>
          <p:cNvCxnSpPr>
            <a:cxnSpLocks/>
          </p:cNvCxnSpPr>
          <p:nvPr/>
        </p:nvCxnSpPr>
        <p:spPr>
          <a:xfrm>
            <a:off x="3806182" y="4651728"/>
            <a:ext cx="4278324" cy="0"/>
          </a:xfrm>
          <a:prstGeom prst="line">
            <a:avLst/>
          </a:prstGeom>
          <a:noFill/>
          <a:ln w="25400" cap="flat" cmpd="sng" algn="ctr">
            <a:solidFill>
              <a:sysClr val="window" lastClr="FFFFFF"/>
            </a:solidFill>
            <a:prstDash val="solid"/>
          </a:ln>
          <a:effectLst/>
        </p:spPr>
      </p:cxnSp>
      <p:sp>
        <p:nvSpPr>
          <p:cNvPr id="8" name="Rectangle à coins arrondis 136">
            <a:extLst>
              <a:ext uri="{FF2B5EF4-FFF2-40B4-BE49-F238E27FC236}">
                <a16:creationId xmlns:a16="http://schemas.microsoft.com/office/drawing/2014/main" id="{40588A26-1292-75E2-932D-729CAD6A6B77}"/>
              </a:ext>
            </a:extLst>
          </p:cNvPr>
          <p:cNvSpPr/>
          <p:nvPr/>
        </p:nvSpPr>
        <p:spPr>
          <a:xfrm>
            <a:off x="5339239" y="3062476"/>
            <a:ext cx="1184969" cy="339031"/>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Change Control </a:t>
            </a:r>
            <a:r>
              <a:rPr lang="fr-FR" sz="800" kern="0" err="1">
                <a:solidFill>
                  <a:prstClr val="white"/>
                </a:solidFill>
                <a:latin typeface="Calibri" panose="020F0502020204030204" pitchFamily="34" charset="0"/>
                <a:cs typeface="Calibri" panose="020F0502020204030204" pitchFamily="34" charset="0"/>
              </a:rPr>
              <a:t>Board</a:t>
            </a:r>
            <a:endParaRPr lang="fr-FR" sz="800" kern="0">
              <a:solidFill>
                <a:prstClr val="white"/>
              </a:solidFill>
              <a:latin typeface="Calibri" panose="020F0502020204030204" pitchFamily="34" charset="0"/>
              <a:cs typeface="Calibri" panose="020F0502020204030204" pitchFamily="34" charset="0"/>
            </a:endParaRPr>
          </a:p>
        </p:txBody>
      </p:sp>
      <p:sp>
        <p:nvSpPr>
          <p:cNvPr id="9" name="Rectangle à coins arrondis 93">
            <a:extLst>
              <a:ext uri="{FF2B5EF4-FFF2-40B4-BE49-F238E27FC236}">
                <a16:creationId xmlns:a16="http://schemas.microsoft.com/office/drawing/2014/main" id="{09891D90-93D5-D31D-AED6-36E11D9E9FA9}"/>
              </a:ext>
            </a:extLst>
          </p:cNvPr>
          <p:cNvSpPr/>
          <p:nvPr/>
        </p:nvSpPr>
        <p:spPr>
          <a:xfrm>
            <a:off x="3559289" y="5011857"/>
            <a:ext cx="1470366" cy="34372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Dependency</a:t>
            </a:r>
            <a:r>
              <a:rPr lang="fr-FR" sz="800" kern="0">
                <a:solidFill>
                  <a:prstClr val="white"/>
                </a:solidFill>
                <a:latin typeface="Calibri" panose="020F0502020204030204" pitchFamily="34" charset="0"/>
                <a:cs typeface="Calibri" panose="020F0502020204030204" pitchFamily="34" charset="0"/>
              </a:rPr>
              <a:t> </a:t>
            </a:r>
            <a:r>
              <a:rPr lang="fr-FR" sz="800" kern="0" err="1">
                <a:solidFill>
                  <a:prstClr val="white"/>
                </a:solidFill>
                <a:latin typeface="Calibri" panose="020F0502020204030204" pitchFamily="34" charset="0"/>
                <a:cs typeface="Calibri" panose="020F0502020204030204" pitchFamily="34" charset="0"/>
              </a:rPr>
              <a:t>Review</a:t>
            </a:r>
            <a:r>
              <a:rPr lang="fr-FR" sz="800" kern="0">
                <a:solidFill>
                  <a:prstClr val="white"/>
                </a:solidFill>
                <a:latin typeface="Calibri" panose="020F0502020204030204" pitchFamily="34" charset="0"/>
                <a:cs typeface="Calibri" panose="020F0502020204030204" pitchFamily="34" charset="0"/>
              </a:rPr>
              <a:t> Forum</a:t>
            </a:r>
          </a:p>
        </p:txBody>
      </p:sp>
      <p:cxnSp>
        <p:nvCxnSpPr>
          <p:cNvPr id="10" name="Connecteur droit 46">
            <a:extLst>
              <a:ext uri="{FF2B5EF4-FFF2-40B4-BE49-F238E27FC236}">
                <a16:creationId xmlns:a16="http://schemas.microsoft.com/office/drawing/2014/main" id="{0B3CA05F-DABA-A334-4AAD-5D548C91D99E}"/>
              </a:ext>
            </a:extLst>
          </p:cNvPr>
          <p:cNvCxnSpPr>
            <a:cxnSpLocks/>
          </p:cNvCxnSpPr>
          <p:nvPr/>
        </p:nvCxnSpPr>
        <p:spPr>
          <a:xfrm>
            <a:off x="4985961" y="2985084"/>
            <a:ext cx="1851568" cy="0"/>
          </a:xfrm>
          <a:prstGeom prst="line">
            <a:avLst/>
          </a:prstGeom>
          <a:noFill/>
          <a:ln w="25400" cap="flat" cmpd="sng" algn="ctr">
            <a:solidFill>
              <a:sysClr val="window" lastClr="FFFFFF"/>
            </a:solidFill>
            <a:prstDash val="solid"/>
          </a:ln>
          <a:effectLst/>
        </p:spPr>
      </p:cxnSp>
      <p:cxnSp>
        <p:nvCxnSpPr>
          <p:cNvPr id="11" name="Connecteur droit 46">
            <a:extLst>
              <a:ext uri="{FF2B5EF4-FFF2-40B4-BE49-F238E27FC236}">
                <a16:creationId xmlns:a16="http://schemas.microsoft.com/office/drawing/2014/main" id="{C637C575-84C4-6E7E-27B9-5E660D69088E}"/>
              </a:ext>
            </a:extLst>
          </p:cNvPr>
          <p:cNvCxnSpPr>
            <a:cxnSpLocks/>
          </p:cNvCxnSpPr>
          <p:nvPr/>
        </p:nvCxnSpPr>
        <p:spPr>
          <a:xfrm>
            <a:off x="3856417" y="2985084"/>
            <a:ext cx="868657" cy="0"/>
          </a:xfrm>
          <a:prstGeom prst="line">
            <a:avLst/>
          </a:prstGeom>
          <a:noFill/>
          <a:ln w="9525" cap="flat" cmpd="sng" algn="ctr">
            <a:solidFill>
              <a:srgbClr val="9F958F">
                <a:lumMod val="75000"/>
              </a:srgbClr>
            </a:solidFill>
            <a:prstDash val="sysDash"/>
          </a:ln>
          <a:effectLst/>
        </p:spPr>
      </p:cxnSp>
      <p:cxnSp>
        <p:nvCxnSpPr>
          <p:cNvPr id="12" name="Connecteur droit 46">
            <a:extLst>
              <a:ext uri="{FF2B5EF4-FFF2-40B4-BE49-F238E27FC236}">
                <a16:creationId xmlns:a16="http://schemas.microsoft.com/office/drawing/2014/main" id="{492FFC53-DEBC-AAB6-C4BF-C1D47F687D30}"/>
              </a:ext>
            </a:extLst>
          </p:cNvPr>
          <p:cNvCxnSpPr>
            <a:cxnSpLocks/>
          </p:cNvCxnSpPr>
          <p:nvPr/>
        </p:nvCxnSpPr>
        <p:spPr>
          <a:xfrm>
            <a:off x="6821117" y="2985084"/>
            <a:ext cx="1406250" cy="0"/>
          </a:xfrm>
          <a:prstGeom prst="line">
            <a:avLst/>
          </a:prstGeom>
          <a:noFill/>
          <a:ln w="9525" cap="flat" cmpd="sng" algn="ctr">
            <a:solidFill>
              <a:srgbClr val="9F958F">
                <a:lumMod val="75000"/>
              </a:srgbClr>
            </a:solidFill>
            <a:prstDash val="sysDash"/>
          </a:ln>
          <a:effectLst/>
        </p:spPr>
      </p:cxnSp>
      <p:cxnSp>
        <p:nvCxnSpPr>
          <p:cNvPr id="13" name="Connecteur droit 46">
            <a:extLst>
              <a:ext uri="{FF2B5EF4-FFF2-40B4-BE49-F238E27FC236}">
                <a16:creationId xmlns:a16="http://schemas.microsoft.com/office/drawing/2014/main" id="{55585004-C969-B46F-5274-12CF6020F2B2}"/>
              </a:ext>
            </a:extLst>
          </p:cNvPr>
          <p:cNvCxnSpPr>
            <a:cxnSpLocks/>
          </p:cNvCxnSpPr>
          <p:nvPr/>
        </p:nvCxnSpPr>
        <p:spPr>
          <a:xfrm>
            <a:off x="8103125" y="4645471"/>
            <a:ext cx="783228" cy="0"/>
          </a:xfrm>
          <a:prstGeom prst="line">
            <a:avLst/>
          </a:prstGeom>
          <a:noFill/>
          <a:ln w="9525" cap="flat" cmpd="sng" algn="ctr">
            <a:solidFill>
              <a:srgbClr val="9F958F">
                <a:lumMod val="75000"/>
              </a:srgbClr>
            </a:solidFill>
            <a:prstDash val="sysDash"/>
          </a:ln>
          <a:effectLst/>
        </p:spPr>
      </p:cxnSp>
      <p:sp>
        <p:nvSpPr>
          <p:cNvPr id="14" name="Rectangle à coins arrondis 136">
            <a:extLst>
              <a:ext uri="{FF2B5EF4-FFF2-40B4-BE49-F238E27FC236}">
                <a16:creationId xmlns:a16="http://schemas.microsoft.com/office/drawing/2014/main" id="{2D098589-0D81-6D04-CCCD-01CEC592A327}"/>
              </a:ext>
            </a:extLst>
          </p:cNvPr>
          <p:cNvSpPr/>
          <p:nvPr/>
        </p:nvSpPr>
        <p:spPr>
          <a:xfrm>
            <a:off x="4267585" y="4158537"/>
            <a:ext cx="1565531" cy="33252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err="1">
                <a:solidFill>
                  <a:prstClr val="white"/>
                </a:solidFill>
                <a:latin typeface="Calibri" panose="020F0502020204030204" pitchFamily="34" charset="0"/>
                <a:cs typeface="Calibri" panose="020F0502020204030204" pitchFamily="34" charset="0"/>
              </a:rPr>
              <a:t>Technical</a:t>
            </a:r>
            <a:r>
              <a:rPr lang="fr-FR" sz="800" kern="0">
                <a:solidFill>
                  <a:prstClr val="white"/>
                </a:solidFill>
                <a:latin typeface="Calibri" panose="020F0502020204030204" pitchFamily="34" charset="0"/>
                <a:cs typeface="Calibri" panose="020F0502020204030204" pitchFamily="34" charset="0"/>
              </a:rPr>
              <a:t> Design </a:t>
            </a:r>
            <a:r>
              <a:rPr lang="fr-FR" sz="800" kern="0" err="1">
                <a:solidFill>
                  <a:prstClr val="white"/>
                </a:solidFill>
                <a:latin typeface="Calibri" panose="020F0502020204030204" pitchFamily="34" charset="0"/>
                <a:cs typeface="Calibri" panose="020F0502020204030204" pitchFamily="34" charset="0"/>
              </a:rPr>
              <a:t>Authority</a:t>
            </a:r>
            <a:endParaRPr lang="fr-FR" sz="800" kern="0">
              <a:solidFill>
                <a:prstClr val="white"/>
              </a:solidFill>
              <a:latin typeface="Calibri" panose="020F0502020204030204" pitchFamily="34" charset="0"/>
              <a:cs typeface="Calibri" panose="020F0502020204030204" pitchFamily="34" charset="0"/>
            </a:endParaRPr>
          </a:p>
        </p:txBody>
      </p:sp>
      <p:sp>
        <p:nvSpPr>
          <p:cNvPr id="15" name="Rectangle à coins arrondis 136">
            <a:extLst>
              <a:ext uri="{FF2B5EF4-FFF2-40B4-BE49-F238E27FC236}">
                <a16:creationId xmlns:a16="http://schemas.microsoft.com/office/drawing/2014/main" id="{63CAC485-2128-A839-BB8D-A694C5A783E1}"/>
              </a:ext>
            </a:extLst>
          </p:cNvPr>
          <p:cNvSpPr/>
          <p:nvPr/>
        </p:nvSpPr>
        <p:spPr>
          <a:xfrm>
            <a:off x="6013199" y="4141746"/>
            <a:ext cx="1408312" cy="35815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7975"/>
            <a:r>
              <a:rPr lang="en-US" sz="800" kern="0">
                <a:solidFill>
                  <a:prstClr val="white"/>
                </a:solidFill>
                <a:latin typeface="Calibri" panose="020F0502020204030204" pitchFamily="34" charset="0"/>
                <a:cs typeface="Calibri" panose="020F0502020204030204" pitchFamily="34" charset="0"/>
              </a:rPr>
              <a:t>Business Design Authority</a:t>
            </a:r>
          </a:p>
        </p:txBody>
      </p:sp>
      <p:sp>
        <p:nvSpPr>
          <p:cNvPr id="16" name="Rectangle à coins arrondis 93">
            <a:extLst>
              <a:ext uri="{FF2B5EF4-FFF2-40B4-BE49-F238E27FC236}">
                <a16:creationId xmlns:a16="http://schemas.microsoft.com/office/drawing/2014/main" id="{C4A40917-4AAB-1E46-69C0-002C65571A8D}"/>
              </a:ext>
            </a:extLst>
          </p:cNvPr>
          <p:cNvSpPr/>
          <p:nvPr/>
        </p:nvSpPr>
        <p:spPr>
          <a:xfrm>
            <a:off x="5222153" y="5144906"/>
            <a:ext cx="1470366" cy="342796"/>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RAID Review</a:t>
            </a:r>
          </a:p>
        </p:txBody>
      </p:sp>
      <p:sp>
        <p:nvSpPr>
          <p:cNvPr id="17" name="Rectangle 16">
            <a:extLst>
              <a:ext uri="{FF2B5EF4-FFF2-40B4-BE49-F238E27FC236}">
                <a16:creationId xmlns:a16="http://schemas.microsoft.com/office/drawing/2014/main" id="{E0208C0B-F5AE-BCB8-9564-94CF909EED8E}"/>
              </a:ext>
            </a:extLst>
          </p:cNvPr>
          <p:cNvSpPr/>
          <p:nvPr/>
        </p:nvSpPr>
        <p:spPr>
          <a:xfrm>
            <a:off x="3033400" y="5629404"/>
            <a:ext cx="5763471" cy="621921"/>
          </a:xfrm>
          <a:prstGeom prst="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endParaRPr lang="en-US" sz="900" kern="0">
              <a:solidFill>
                <a:prstClr val="white"/>
              </a:solidFill>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6D01198E-B478-05A3-EF58-AD2CF3A0DEEB}"/>
              </a:ext>
            </a:extLst>
          </p:cNvPr>
          <p:cNvSpPr/>
          <p:nvPr/>
        </p:nvSpPr>
        <p:spPr>
          <a:xfrm>
            <a:off x="3720795" y="5708089"/>
            <a:ext cx="4613322" cy="4535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sz="1100" b="1">
                <a:solidFill>
                  <a:srgbClr val="002060"/>
                </a:solidFill>
                <a:latin typeface="Calibri"/>
                <a:ea typeface="Calibri"/>
                <a:cs typeface="Calibri"/>
              </a:rPr>
              <a:t>Agile – Daily Stand-up / Scrum of Scrums</a:t>
            </a:r>
            <a:endParaRPr lang="en-US" sz="1100" b="1">
              <a:solidFill>
                <a:srgbClr val="002060"/>
              </a:solidFill>
              <a:latin typeface="Calibri" panose="020F0502020204030204" pitchFamily="34" charset="0"/>
              <a:ea typeface="Calibri"/>
              <a:cs typeface="Calibri" panose="020F0502020204030204" pitchFamily="34" charset="0"/>
            </a:endParaRPr>
          </a:p>
        </p:txBody>
      </p:sp>
      <p:sp>
        <p:nvSpPr>
          <p:cNvPr id="19" name="Rectangle à coins arrondis 93">
            <a:extLst>
              <a:ext uri="{FF2B5EF4-FFF2-40B4-BE49-F238E27FC236}">
                <a16:creationId xmlns:a16="http://schemas.microsoft.com/office/drawing/2014/main" id="{74BF8699-E291-2FF4-1A6D-81713EB8426F}"/>
              </a:ext>
            </a:extLst>
          </p:cNvPr>
          <p:cNvSpPr/>
          <p:nvPr/>
        </p:nvSpPr>
        <p:spPr>
          <a:xfrm>
            <a:off x="6821117" y="4960461"/>
            <a:ext cx="1470366" cy="341910"/>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GPAS Programme Management Update</a:t>
            </a:r>
          </a:p>
        </p:txBody>
      </p:sp>
      <p:grpSp>
        <p:nvGrpSpPr>
          <p:cNvPr id="20" name="Group 5">
            <a:extLst>
              <a:ext uri="{FF2B5EF4-FFF2-40B4-BE49-F238E27FC236}">
                <a16:creationId xmlns:a16="http://schemas.microsoft.com/office/drawing/2014/main" id="{B14E38CE-DA1A-05AA-F9E2-D0FEAF3F3FC2}"/>
              </a:ext>
            </a:extLst>
          </p:cNvPr>
          <p:cNvGrpSpPr/>
          <p:nvPr/>
        </p:nvGrpSpPr>
        <p:grpSpPr>
          <a:xfrm rot="6258226">
            <a:off x="5971160" y="2318197"/>
            <a:ext cx="1238607" cy="1529637"/>
            <a:chOff x="6925634" y="2869448"/>
            <a:chExt cx="1645414" cy="1820955"/>
          </a:xfrm>
        </p:grpSpPr>
        <p:sp>
          <p:nvSpPr>
            <p:cNvPr id="21" name="Circular Arrow 53">
              <a:extLst>
                <a:ext uri="{FF2B5EF4-FFF2-40B4-BE49-F238E27FC236}">
                  <a16:creationId xmlns:a16="http://schemas.microsoft.com/office/drawing/2014/main" id="{734880CA-8391-26A1-6DB0-A83C9DDCD6C4}"/>
                </a:ext>
              </a:extLst>
            </p:cNvPr>
            <p:cNvSpPr/>
            <p:nvPr/>
          </p:nvSpPr>
          <p:spPr>
            <a:xfrm rot="16679164">
              <a:off x="6855471" y="2974827"/>
              <a:ext cx="1820955" cy="16101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rtlCol="0" anchor="ctr"/>
            <a:lstStyle/>
            <a:p>
              <a:pPr algn="ctr" defTabSz="718209">
                <a:defRPr/>
              </a:pPr>
              <a:endParaRPr lang="en-US" sz="800" kern="0">
                <a:solidFill>
                  <a:srgbClr val="998C85">
                    <a:lumMod val="50000"/>
                  </a:srgbClr>
                </a:solidFill>
                <a:latin typeface="Calibri" panose="020F0502020204030204" pitchFamily="34" charset="0"/>
                <a:cs typeface="Calibri" panose="020F0502020204030204" pitchFamily="34" charset="0"/>
              </a:endParaRPr>
            </a:p>
          </p:txBody>
        </p:sp>
        <p:sp>
          <p:nvSpPr>
            <p:cNvPr id="22" name="TextBox 54">
              <a:extLst>
                <a:ext uri="{FF2B5EF4-FFF2-40B4-BE49-F238E27FC236}">
                  <a16:creationId xmlns:a16="http://schemas.microsoft.com/office/drawing/2014/main" id="{32F33D33-3B71-D6F2-87FF-38BCD08830B6}"/>
                </a:ext>
              </a:extLst>
            </p:cNvPr>
            <p:cNvSpPr txBox="1"/>
            <p:nvPr/>
          </p:nvSpPr>
          <p:spPr>
            <a:xfrm rot="18717366">
              <a:off x="6699396" y="3223492"/>
              <a:ext cx="756256" cy="303780"/>
            </a:xfrm>
            <a:prstGeom prst="rect">
              <a:avLst/>
            </a:prstGeom>
            <a:noFill/>
          </p:spPr>
          <p:txBody>
            <a:bodyPr wrap="none"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grpSp>
      <p:sp>
        <p:nvSpPr>
          <p:cNvPr id="23" name="Circular Arrow 53">
            <a:extLst>
              <a:ext uri="{FF2B5EF4-FFF2-40B4-BE49-F238E27FC236}">
                <a16:creationId xmlns:a16="http://schemas.microsoft.com/office/drawing/2014/main" id="{2F9ECD8C-EBC2-82B4-F88C-27771F3B4E39}"/>
              </a:ext>
            </a:extLst>
          </p:cNvPr>
          <p:cNvSpPr/>
          <p:nvPr/>
        </p:nvSpPr>
        <p:spPr>
          <a:xfrm rot="1275405">
            <a:off x="7104819" y="4224623"/>
            <a:ext cx="1529638" cy="1212098"/>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sp>
        <p:nvSpPr>
          <p:cNvPr id="24" name="TextBox 54">
            <a:extLst>
              <a:ext uri="{FF2B5EF4-FFF2-40B4-BE49-F238E27FC236}">
                <a16:creationId xmlns:a16="http://schemas.microsoft.com/office/drawing/2014/main" id="{E6751B55-0BCE-41F2-0052-4EA9918D9EF0}"/>
              </a:ext>
            </a:extLst>
          </p:cNvPr>
          <p:cNvSpPr txBox="1"/>
          <p:nvPr/>
        </p:nvSpPr>
        <p:spPr>
          <a:xfrm rot="3350294">
            <a:off x="8008014" y="4251885"/>
            <a:ext cx="615260"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Decisions</a:t>
            </a:r>
          </a:p>
        </p:txBody>
      </p:sp>
      <p:sp>
        <p:nvSpPr>
          <p:cNvPr id="25" name="Circular Arrow 1">
            <a:extLst>
              <a:ext uri="{FF2B5EF4-FFF2-40B4-BE49-F238E27FC236}">
                <a16:creationId xmlns:a16="http://schemas.microsoft.com/office/drawing/2014/main" id="{8BD94D11-69C7-92DF-E698-C65C65FD8706}"/>
              </a:ext>
            </a:extLst>
          </p:cNvPr>
          <p:cNvSpPr/>
          <p:nvPr/>
        </p:nvSpPr>
        <p:spPr>
          <a:xfrm rot="16786009">
            <a:off x="4394751" y="2619743"/>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800" kern="0">
              <a:solidFill>
                <a:srgbClr val="998C85">
                  <a:lumMod val="50000"/>
                </a:srgbClr>
              </a:solidFill>
              <a:latin typeface="Calibri" panose="020F0502020204030204" pitchFamily="34" charset="0"/>
              <a:cs typeface="Calibri" panose="020F0502020204030204" pitchFamily="34" charset="0"/>
            </a:endParaRPr>
          </a:p>
        </p:txBody>
      </p:sp>
      <p:sp>
        <p:nvSpPr>
          <p:cNvPr id="26" name="TextBox 2">
            <a:extLst>
              <a:ext uri="{FF2B5EF4-FFF2-40B4-BE49-F238E27FC236}">
                <a16:creationId xmlns:a16="http://schemas.microsoft.com/office/drawing/2014/main" id="{303C2924-2252-5A40-E2D8-C4C3EA903FD1}"/>
              </a:ext>
            </a:extLst>
          </p:cNvPr>
          <p:cNvSpPr txBox="1"/>
          <p:nvPr/>
        </p:nvSpPr>
        <p:spPr>
          <a:xfrm rot="18276178">
            <a:off x="2995134" y="4038058"/>
            <a:ext cx="1236943"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7" name="TextBox 26">
            <a:extLst>
              <a:ext uri="{FF2B5EF4-FFF2-40B4-BE49-F238E27FC236}">
                <a16:creationId xmlns:a16="http://schemas.microsoft.com/office/drawing/2014/main" id="{A9C7F449-282B-B975-5597-EC520CB3980B}"/>
              </a:ext>
            </a:extLst>
          </p:cNvPr>
          <p:cNvSpPr txBox="1"/>
          <p:nvPr/>
        </p:nvSpPr>
        <p:spPr>
          <a:xfrm rot="18265357">
            <a:off x="4233375" y="2435408"/>
            <a:ext cx="1082257" cy="212155"/>
          </a:xfrm>
          <a:prstGeom prst="rect">
            <a:avLst/>
          </a:prstGeom>
          <a:noFill/>
        </p:spPr>
        <p:txBody>
          <a:bodyPr wrap="square" lIns="68573" tIns="34289" rIns="68573" bIns="34289" rtlCol="0">
            <a:spAutoFit/>
          </a:bodyPr>
          <a:lstStyle/>
          <a:p>
            <a:pPr defTabSz="718209">
              <a:defRPr/>
            </a:pPr>
            <a:r>
              <a:rPr lang="en-US" sz="1000" kern="0">
                <a:solidFill>
                  <a:srgbClr val="9F958F"/>
                </a:solidFill>
                <a:latin typeface="Calibri" panose="020F0502020204030204" pitchFamily="34" charset="0"/>
                <a:cs typeface="Calibri" panose="020F0502020204030204" pitchFamily="34" charset="0"/>
              </a:rPr>
              <a:t>Reporting</a:t>
            </a:r>
          </a:p>
        </p:txBody>
      </p:sp>
      <p:sp>
        <p:nvSpPr>
          <p:cNvPr id="28" name="Circular Arrow 1">
            <a:extLst>
              <a:ext uri="{FF2B5EF4-FFF2-40B4-BE49-F238E27FC236}">
                <a16:creationId xmlns:a16="http://schemas.microsoft.com/office/drawing/2014/main" id="{22FBD93E-C8E0-C047-0679-C585C5540EEB}"/>
              </a:ext>
            </a:extLst>
          </p:cNvPr>
          <p:cNvSpPr/>
          <p:nvPr/>
        </p:nvSpPr>
        <p:spPr>
          <a:xfrm rot="16459088">
            <a:off x="3218358" y="4226452"/>
            <a:ext cx="1370753" cy="1352602"/>
          </a:xfrm>
          <a:prstGeom prst="circularArrow">
            <a:avLst>
              <a:gd name="adj1" fmla="val 6067"/>
              <a:gd name="adj2" fmla="val 1142319"/>
              <a:gd name="adj3" fmla="val 20383354"/>
              <a:gd name="adj4" fmla="val 15734477"/>
              <a:gd name="adj5" fmla="val 12500"/>
            </a:avLst>
          </a:prstGeom>
          <a:solidFill>
            <a:srgbClr val="9F958F"/>
          </a:solidFill>
          <a:ln w="25400" cap="flat" cmpd="sng" algn="ctr">
            <a:noFill/>
            <a:prstDash val="solid"/>
          </a:ln>
          <a:effectLst/>
        </p:spPr>
        <p:txBody>
          <a:bodyPr lIns="68573" tIns="34289" rIns="68573" bIns="34289" rtlCol="0" anchor="ctr"/>
          <a:lstStyle/>
          <a:p>
            <a:pPr algn="ctr" defTabSz="718209">
              <a:defRPr/>
            </a:pPr>
            <a:endParaRPr lang="en-US" sz="700" kern="0">
              <a:solidFill>
                <a:srgbClr val="998C85">
                  <a:lumMod val="50000"/>
                </a:srgbClr>
              </a:solidFill>
              <a:latin typeface="Calibri" panose="020F0502020204030204" pitchFamily="34" charset="0"/>
              <a:cs typeface="Calibri" panose="020F0502020204030204" pitchFamily="34" charset="0"/>
            </a:endParaRPr>
          </a:p>
        </p:txBody>
      </p:sp>
      <p:cxnSp>
        <p:nvCxnSpPr>
          <p:cNvPr id="29" name="Connecteur droit 46">
            <a:extLst>
              <a:ext uri="{FF2B5EF4-FFF2-40B4-BE49-F238E27FC236}">
                <a16:creationId xmlns:a16="http://schemas.microsoft.com/office/drawing/2014/main" id="{8031BBEF-384F-8CB5-3B64-2E75D20F8CFC}"/>
              </a:ext>
            </a:extLst>
          </p:cNvPr>
          <p:cNvCxnSpPr>
            <a:cxnSpLocks/>
          </p:cNvCxnSpPr>
          <p:nvPr/>
        </p:nvCxnSpPr>
        <p:spPr>
          <a:xfrm flipV="1">
            <a:off x="2451862" y="5577371"/>
            <a:ext cx="6622844" cy="29421"/>
          </a:xfrm>
          <a:prstGeom prst="line">
            <a:avLst/>
          </a:prstGeom>
          <a:noFill/>
          <a:ln w="9525" cap="flat" cmpd="sng" algn="ctr">
            <a:solidFill>
              <a:srgbClr val="9F958F">
                <a:lumMod val="75000"/>
              </a:srgbClr>
            </a:solidFill>
            <a:prstDash val="sysDash"/>
          </a:ln>
          <a:effectLst/>
        </p:spPr>
      </p:cxnSp>
      <p:cxnSp>
        <p:nvCxnSpPr>
          <p:cNvPr id="30" name="Connecteur droit 46">
            <a:extLst>
              <a:ext uri="{FF2B5EF4-FFF2-40B4-BE49-F238E27FC236}">
                <a16:creationId xmlns:a16="http://schemas.microsoft.com/office/drawing/2014/main" id="{95FDF548-067A-B9C0-8861-1DD7822842C9}"/>
              </a:ext>
            </a:extLst>
          </p:cNvPr>
          <p:cNvCxnSpPr>
            <a:cxnSpLocks/>
          </p:cNvCxnSpPr>
          <p:nvPr/>
        </p:nvCxnSpPr>
        <p:spPr>
          <a:xfrm>
            <a:off x="2901496" y="4645471"/>
            <a:ext cx="572358" cy="0"/>
          </a:xfrm>
          <a:prstGeom prst="line">
            <a:avLst/>
          </a:prstGeom>
          <a:noFill/>
          <a:ln w="9525" cap="flat" cmpd="sng" algn="ctr">
            <a:solidFill>
              <a:srgbClr val="9F958F">
                <a:lumMod val="75000"/>
              </a:srgbClr>
            </a:solidFill>
            <a:prstDash val="sysDash"/>
          </a:ln>
          <a:effectLst/>
        </p:spPr>
      </p:cxnSp>
      <p:sp>
        <p:nvSpPr>
          <p:cNvPr id="69" name="Rectangle à coins arrondis 93">
            <a:extLst>
              <a:ext uri="{FF2B5EF4-FFF2-40B4-BE49-F238E27FC236}">
                <a16:creationId xmlns:a16="http://schemas.microsoft.com/office/drawing/2014/main" id="{DFB62DB8-782F-EA2B-F8CE-EB8601893B28}"/>
              </a:ext>
            </a:extLst>
          </p:cNvPr>
          <p:cNvSpPr/>
          <p:nvPr/>
        </p:nvSpPr>
        <p:spPr>
          <a:xfrm>
            <a:off x="5222153" y="4730414"/>
            <a:ext cx="1470366" cy="368922"/>
          </a:xfrm>
          <a:prstGeom prst="roundRect">
            <a:avLst/>
          </a:prstGeom>
          <a:solidFill>
            <a:srgbClr val="0098C7"/>
          </a:solidFill>
          <a:ln w="9525" cap="flat" cmpd="sng" algn="ctr">
            <a:noFill/>
            <a:prstDash val="solid"/>
          </a:ln>
          <a:effectLst>
            <a:outerShdw blurRad="40000" dist="20000" dir="5400000" rotWithShape="0">
              <a:srgbClr val="000000">
                <a:alpha val="38000"/>
              </a:srgbClr>
            </a:outerShdw>
          </a:effectLst>
        </p:spPr>
        <p:txBody>
          <a:bodyPr lIns="68573" tIns="34289" rIns="68573" bIns="34289" anchor="ctr"/>
          <a:lstStyle/>
          <a:p>
            <a:pPr algn="ctr" defTabSz="718209">
              <a:defRPr/>
            </a:pPr>
            <a:r>
              <a:rPr lang="fr-FR" sz="800" kern="0">
                <a:solidFill>
                  <a:prstClr val="white"/>
                </a:solidFill>
                <a:latin typeface="Calibri" panose="020F0502020204030204" pitchFamily="34" charset="0"/>
                <a:cs typeface="Calibri" panose="020F0502020204030204" pitchFamily="34" charset="0"/>
              </a:rPr>
              <a:t>Procurement Update</a:t>
            </a:r>
          </a:p>
        </p:txBody>
      </p:sp>
      <p:sp>
        <p:nvSpPr>
          <p:cNvPr id="70" name="Rectangle à coins arrondis 44">
            <a:extLst>
              <a:ext uri="{FF2B5EF4-FFF2-40B4-BE49-F238E27FC236}">
                <a16:creationId xmlns:a16="http://schemas.microsoft.com/office/drawing/2014/main" id="{113E0F0A-DCED-DF3E-661E-5DE5AE0D8980}"/>
              </a:ext>
            </a:extLst>
          </p:cNvPr>
          <p:cNvSpPr/>
          <p:nvPr/>
        </p:nvSpPr>
        <p:spPr>
          <a:xfrm>
            <a:off x="5593989" y="2279492"/>
            <a:ext cx="664661" cy="281910"/>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defRPr/>
            </a:pPr>
            <a:r>
              <a:rPr lang="fr-FR" sz="800" kern="0" err="1">
                <a:solidFill>
                  <a:prstClr val="white"/>
                </a:solidFill>
                <a:latin typeface="Calibri" panose="020F0502020204030204" pitchFamily="34" charset="0"/>
                <a:cs typeface="Calibri" panose="020F0502020204030204" pitchFamily="34" charset="0"/>
              </a:rPr>
              <a:t>SteerCo</a:t>
            </a:r>
            <a:endParaRPr lang="fr-FR" sz="800" kern="0">
              <a:solidFill>
                <a:prstClr val="white"/>
              </a:solidFill>
              <a:latin typeface="Calibri" panose="020F0502020204030204" pitchFamily="34" charset="0"/>
              <a:cs typeface="Calibri" panose="020F0502020204030204" pitchFamily="34" charset="0"/>
            </a:endParaRPr>
          </a:p>
        </p:txBody>
      </p:sp>
      <p:sp>
        <p:nvSpPr>
          <p:cNvPr id="71" name="Rectangle à coins arrondis 136">
            <a:extLst>
              <a:ext uri="{FF2B5EF4-FFF2-40B4-BE49-F238E27FC236}">
                <a16:creationId xmlns:a16="http://schemas.microsoft.com/office/drawing/2014/main" id="{5BC0541C-C514-12D0-CDE5-64C12FC7E027}"/>
              </a:ext>
            </a:extLst>
          </p:cNvPr>
          <p:cNvSpPr/>
          <p:nvPr/>
        </p:nvSpPr>
        <p:spPr>
          <a:xfrm>
            <a:off x="5431363" y="3592562"/>
            <a:ext cx="1077244" cy="305256"/>
          </a:xfrm>
          <a:prstGeom prst="roundRect">
            <a:avLst/>
          </a:prstGeom>
          <a:solidFill>
            <a:srgbClr val="0098C7"/>
          </a:solidFill>
          <a:ln w="9525" cap="flat" cmpd="sng" algn="ctr">
            <a:noFill/>
            <a:prstDash val="solid"/>
          </a:ln>
          <a:effectLst>
            <a:outerShdw blurRad="40000" dist="20000" dir="5400000" rotWithShape="0">
              <a:srgbClr val="000000">
                <a:alpha val="31000"/>
              </a:srgbClr>
            </a:outerShdw>
          </a:effectLst>
        </p:spPr>
        <p:txBody>
          <a:bodyPr lIns="68573" tIns="34289" rIns="68573" bIns="34289" anchor="ctr"/>
          <a:lstStyle/>
          <a:p>
            <a:pPr algn="ctr" defTabSz="718209"/>
            <a:r>
              <a:rPr lang="fr-FR" sz="800" kern="0">
                <a:solidFill>
                  <a:prstClr val="white"/>
                </a:solidFill>
                <a:latin typeface="Calibri" panose="020F0502020204030204" pitchFamily="34" charset="0"/>
                <a:cs typeface="Calibri" panose="020F0502020204030204" pitchFamily="34" charset="0"/>
              </a:rPr>
              <a:t>Leadership Update</a:t>
            </a:r>
          </a:p>
        </p:txBody>
      </p:sp>
    </p:spTree>
    <p:extLst>
      <p:ext uri="{BB962C8B-B14F-4D97-AF65-F5344CB8AC3E}">
        <p14:creationId xmlns:p14="http://schemas.microsoft.com/office/powerpoint/2010/main" val="23188779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AF0583-FC0E-F8D9-8735-8BB2DCA786A8}"/>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Proposed Programme CADENCE</a:t>
            </a:r>
          </a:p>
        </p:txBody>
      </p:sp>
      <p:sp>
        <p:nvSpPr>
          <p:cNvPr id="4" name="Arrow: Chevron 3">
            <a:extLst>
              <a:ext uri="{FF2B5EF4-FFF2-40B4-BE49-F238E27FC236}">
                <a16:creationId xmlns:a16="http://schemas.microsoft.com/office/drawing/2014/main" id="{00E73B76-4B52-EC91-BD5D-2FCC245D12FE}"/>
              </a:ext>
            </a:extLst>
          </p:cNvPr>
          <p:cNvSpPr/>
          <p:nvPr/>
        </p:nvSpPr>
        <p:spPr>
          <a:xfrm>
            <a:off x="9766705" y="1291299"/>
            <a:ext cx="2240568" cy="338162"/>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Friday</a:t>
            </a:r>
            <a:endParaRPr kumimoji="0" lang="en-US" sz="1200" b="1" i="0" u="none" strike="noStrike" kern="1200" cap="none" spc="0" normalizeH="0" baseline="0" noProof="0">
              <a:ln>
                <a:noFill/>
              </a:ln>
              <a:solidFill>
                <a:srgbClr val="FFFFFF"/>
              </a:solidFill>
              <a:effectLst/>
              <a:uLnTx/>
              <a:uFillTx/>
              <a:ea typeface="+mn-ea"/>
              <a:cs typeface="+mn-cs"/>
            </a:endParaRPr>
          </a:p>
        </p:txBody>
      </p:sp>
      <p:graphicFrame>
        <p:nvGraphicFramePr>
          <p:cNvPr id="6" name="Table Placeholder 16">
            <a:extLst>
              <a:ext uri="{FF2B5EF4-FFF2-40B4-BE49-F238E27FC236}">
                <a16:creationId xmlns:a16="http://schemas.microsoft.com/office/drawing/2014/main" id="{90F47839-8A78-F80B-6AB1-950C093ECF8D}"/>
              </a:ext>
            </a:extLst>
          </p:cNvPr>
          <p:cNvGraphicFramePr>
            <a:graphicFrameLocks/>
          </p:cNvGraphicFramePr>
          <p:nvPr>
            <p:extLst>
              <p:ext uri="{D42A27DB-BD31-4B8C-83A1-F6EECF244321}">
                <p14:modId xmlns:p14="http://schemas.microsoft.com/office/powerpoint/2010/main" val="1511014142"/>
              </p:ext>
            </p:extLst>
          </p:nvPr>
        </p:nvGraphicFramePr>
        <p:xfrm>
          <a:off x="184150" y="1648053"/>
          <a:ext cx="11995049" cy="5198288"/>
        </p:xfrm>
        <a:graphic>
          <a:graphicData uri="http://schemas.openxmlformats.org/drawingml/2006/table">
            <a:tbl>
              <a:tblPr firstRow="1" bandRow="1">
                <a:tableStyleId>{5C22544A-7EE6-4342-B048-85BDC9FD1C3A}</a:tableStyleId>
              </a:tblPr>
              <a:tblGrid>
                <a:gridCol w="1520329">
                  <a:extLst>
                    <a:ext uri="{9D8B030D-6E8A-4147-A177-3AD203B41FA5}">
                      <a16:colId xmlns:a16="http://schemas.microsoft.com/office/drawing/2014/main" val="3926787875"/>
                    </a:ext>
                  </a:extLst>
                </a:gridCol>
                <a:gridCol w="1956912">
                  <a:extLst>
                    <a:ext uri="{9D8B030D-6E8A-4147-A177-3AD203B41FA5}">
                      <a16:colId xmlns:a16="http://schemas.microsoft.com/office/drawing/2014/main" val="1347465143"/>
                    </a:ext>
                  </a:extLst>
                </a:gridCol>
                <a:gridCol w="2011271">
                  <a:extLst>
                    <a:ext uri="{9D8B030D-6E8A-4147-A177-3AD203B41FA5}">
                      <a16:colId xmlns:a16="http://schemas.microsoft.com/office/drawing/2014/main" val="802954316"/>
                    </a:ext>
                  </a:extLst>
                </a:gridCol>
                <a:gridCol w="2174347">
                  <a:extLst>
                    <a:ext uri="{9D8B030D-6E8A-4147-A177-3AD203B41FA5}">
                      <a16:colId xmlns:a16="http://schemas.microsoft.com/office/drawing/2014/main" val="237998491"/>
                    </a:ext>
                  </a:extLst>
                </a:gridCol>
                <a:gridCol w="2255885">
                  <a:extLst>
                    <a:ext uri="{9D8B030D-6E8A-4147-A177-3AD203B41FA5}">
                      <a16:colId xmlns:a16="http://schemas.microsoft.com/office/drawing/2014/main" val="559338291"/>
                    </a:ext>
                  </a:extLst>
                </a:gridCol>
                <a:gridCol w="2076305">
                  <a:extLst>
                    <a:ext uri="{9D8B030D-6E8A-4147-A177-3AD203B41FA5}">
                      <a16:colId xmlns:a16="http://schemas.microsoft.com/office/drawing/2014/main" val="2662145481"/>
                    </a:ext>
                  </a:extLst>
                </a:gridCol>
              </a:tblGrid>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a:solidFill>
                            <a:schemeClr val="bg1"/>
                          </a:solidFill>
                          <a:latin typeface="+mn-lt"/>
                        </a:rPr>
                        <a:t>9.00 – 9.30</a:t>
                      </a:r>
                    </a:p>
                  </a:txBody>
                  <a:tcPr marL="89354" marR="89354" anchor="ctr">
                    <a:lnL w="12700" cmpd="sng">
                      <a:noFill/>
                    </a:lnL>
                    <a:lnR w="12700" cmpd="sng">
                      <a:noFill/>
                    </a:lnR>
                    <a:lnT w="12700" cmpd="sng">
                      <a:noFill/>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925710404"/>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10.00 – 10.45</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69837876"/>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11.00 – 12.00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820944819"/>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12.00 – 13.00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95842970"/>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13.00 – 14.00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344607630"/>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14.00 – 15.00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2164272"/>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15.00 – 16.00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2541989"/>
                  </a:ext>
                </a:extLst>
              </a:tr>
              <a:tr h="64978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FFFFFF"/>
                          </a:solidFill>
                          <a:effectLst/>
                          <a:uLnTx/>
                          <a:uFillTx/>
                          <a:latin typeface="+mn-lt"/>
                          <a:ea typeface="+mn-ea"/>
                          <a:cs typeface="+mn-cs"/>
                        </a:rPr>
                        <a:t>16.00 – 17.00</a:t>
                      </a:r>
                    </a:p>
                  </a:txBody>
                  <a:tcPr marL="89354" marR="89354" anchor="ctr">
                    <a:lnL w="12700" cmpd="sng">
                      <a:noFill/>
                    </a:lnL>
                    <a:lnR w="12700" cmpd="sng">
                      <a:noFill/>
                    </a:lnR>
                    <a:lnT w="381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endParaRPr lang="en-US"/>
                    </a:p>
                  </a:txBody>
                  <a:tcPr marL="89354" marR="89354">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a:p>
                  </a:txBody>
                  <a:tcPr marL="89354" marR="89354">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909405052"/>
                  </a:ext>
                </a:extLst>
              </a:tr>
            </a:tbl>
          </a:graphicData>
        </a:graphic>
      </p:graphicFrame>
      <p:sp>
        <p:nvSpPr>
          <p:cNvPr id="7" name="Rectangle: Rounded Corners 6">
            <a:extLst>
              <a:ext uri="{FF2B5EF4-FFF2-40B4-BE49-F238E27FC236}">
                <a16:creationId xmlns:a16="http://schemas.microsoft.com/office/drawing/2014/main" id="{8EFC3CDB-E535-7166-64A2-CB2021308523}"/>
              </a:ext>
              <a:ext uri="{C183D7F6-B498-43B3-948B-1728B52AA6E4}">
                <adec:decorative xmlns:adec="http://schemas.microsoft.com/office/drawing/2017/decorative" val="1"/>
              </a:ext>
            </a:extLst>
          </p:cNvPr>
          <p:cNvSpPr/>
          <p:nvPr/>
        </p:nvSpPr>
        <p:spPr>
          <a:xfrm>
            <a:off x="1795430"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8" name="Arrow: Chevron 7">
            <a:extLst>
              <a:ext uri="{FF2B5EF4-FFF2-40B4-BE49-F238E27FC236}">
                <a16:creationId xmlns:a16="http://schemas.microsoft.com/office/drawing/2014/main" id="{7B477C90-E981-F680-95B0-FEEDAF5F7433}"/>
              </a:ext>
            </a:extLst>
          </p:cNvPr>
          <p:cNvSpPr/>
          <p:nvPr/>
        </p:nvSpPr>
        <p:spPr>
          <a:xfrm>
            <a:off x="7633563" y="1291299"/>
            <a:ext cx="2098188" cy="360940"/>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Thursday</a:t>
            </a:r>
            <a:endParaRPr kumimoji="0" lang="en-US" sz="1200" b="1" i="0" u="none" strike="noStrike" kern="1200" cap="none" spc="0" normalizeH="0" baseline="0" noProof="0">
              <a:ln>
                <a:noFill/>
              </a:ln>
              <a:solidFill>
                <a:srgbClr val="FFFFFF"/>
              </a:solidFill>
              <a:effectLst/>
              <a:uLnTx/>
              <a:uFillTx/>
              <a:ea typeface="+mn-ea"/>
              <a:cs typeface="+mn-cs"/>
            </a:endParaRPr>
          </a:p>
        </p:txBody>
      </p:sp>
      <p:sp>
        <p:nvSpPr>
          <p:cNvPr id="9" name="Arrow: Chevron 8">
            <a:extLst>
              <a:ext uri="{FF2B5EF4-FFF2-40B4-BE49-F238E27FC236}">
                <a16:creationId xmlns:a16="http://schemas.microsoft.com/office/drawing/2014/main" id="{ACD8AB5B-973C-A4F7-B535-042EC5C5A2CF}"/>
              </a:ext>
            </a:extLst>
          </p:cNvPr>
          <p:cNvSpPr/>
          <p:nvPr/>
        </p:nvSpPr>
        <p:spPr>
          <a:xfrm>
            <a:off x="5630789" y="1281139"/>
            <a:ext cx="1998305" cy="371100"/>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Wednesday</a:t>
            </a:r>
            <a:endParaRPr kumimoji="0" lang="en-US" sz="1200" b="1" i="0" u="none" strike="noStrike" kern="1200" cap="none" spc="0" normalizeH="0" baseline="0" noProof="0">
              <a:ln>
                <a:noFill/>
              </a:ln>
              <a:solidFill>
                <a:srgbClr val="FFFFFF"/>
              </a:solidFill>
              <a:effectLst/>
              <a:uLnTx/>
              <a:uFillTx/>
              <a:ea typeface="+mn-ea"/>
              <a:cs typeface="+mn-cs"/>
            </a:endParaRPr>
          </a:p>
        </p:txBody>
      </p:sp>
      <p:sp>
        <p:nvSpPr>
          <p:cNvPr id="10" name="Arrow: Chevron 9">
            <a:extLst>
              <a:ext uri="{FF2B5EF4-FFF2-40B4-BE49-F238E27FC236}">
                <a16:creationId xmlns:a16="http://schemas.microsoft.com/office/drawing/2014/main" id="{83F63585-7A6D-9A5B-3F65-52896F613371}"/>
              </a:ext>
            </a:extLst>
          </p:cNvPr>
          <p:cNvSpPr/>
          <p:nvPr/>
        </p:nvSpPr>
        <p:spPr>
          <a:xfrm>
            <a:off x="3743571" y="1265252"/>
            <a:ext cx="1839943" cy="371100"/>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Tuesday</a:t>
            </a:r>
            <a:endParaRPr kumimoji="0" lang="en-US" sz="1200" b="1" i="0" u="none" strike="noStrike" kern="1200" cap="none" spc="0" normalizeH="0" baseline="0" noProof="0">
              <a:ln>
                <a:noFill/>
              </a:ln>
              <a:solidFill>
                <a:srgbClr val="FFFFFF"/>
              </a:solidFill>
              <a:effectLst/>
              <a:uLnTx/>
              <a:uFillTx/>
              <a:ea typeface="+mn-ea"/>
              <a:cs typeface="+mn-cs"/>
            </a:endParaRPr>
          </a:p>
        </p:txBody>
      </p:sp>
      <p:sp>
        <p:nvSpPr>
          <p:cNvPr id="11" name="Arrow: Chevron 10">
            <a:extLst>
              <a:ext uri="{FF2B5EF4-FFF2-40B4-BE49-F238E27FC236}">
                <a16:creationId xmlns:a16="http://schemas.microsoft.com/office/drawing/2014/main" id="{4E6DF629-CF70-E34B-89EC-13E08441830D}"/>
              </a:ext>
            </a:extLst>
          </p:cNvPr>
          <p:cNvSpPr/>
          <p:nvPr/>
        </p:nvSpPr>
        <p:spPr>
          <a:xfrm>
            <a:off x="1856354" y="1277848"/>
            <a:ext cx="1839943" cy="358504"/>
          </a:xfrm>
          <a:prstGeom prst="chevron">
            <a:avLst/>
          </a:prstGeom>
          <a:solidFill>
            <a:schemeClr val="accent6">
              <a:lumMod val="75000"/>
            </a:schemeClr>
          </a:solidFill>
          <a:ln/>
        </p:spPr>
        <p:style>
          <a:lnRef idx="0">
            <a:schemeClr val="accent2"/>
          </a:lnRef>
          <a:fillRef idx="3">
            <a:schemeClr val="accent2"/>
          </a:fillRef>
          <a:effectRef idx="3">
            <a:schemeClr val="accent2"/>
          </a:effectRef>
          <a:fontRef idx="minor">
            <a:schemeClr val="lt1"/>
          </a:fontRef>
        </p:style>
        <p:txBody>
          <a:bodyPr spcFirstLastPara="0" vert="horz" wrap="square" lIns="217087" tIns="16002" rIns="185083" bIns="16002" numCol="1" spcCol="1270" anchor="ctr" anchorCtr="0">
            <a:noAutofit/>
          </a:bodyPr>
          <a:lstStyle/>
          <a:p>
            <a:pPr marL="0" marR="0" lvl="0" indent="0" algn="ctr" defTabSz="533400" rtl="0" eaLnBrk="1" fontAlgn="auto" latinLnBrk="0" hangingPunct="1">
              <a:lnSpc>
                <a:spcPct val="90000"/>
              </a:lnSpc>
              <a:spcBef>
                <a:spcPct val="0"/>
              </a:spcBef>
              <a:spcAft>
                <a:spcPct val="35000"/>
              </a:spcAft>
              <a:buClrTx/>
              <a:buSzTx/>
              <a:buFontTx/>
              <a:buNone/>
              <a:tabLst/>
              <a:defRPr/>
            </a:pPr>
            <a:r>
              <a:rPr lang="en-US" sz="1200" b="1">
                <a:solidFill>
                  <a:srgbClr val="FFFFFF"/>
                </a:solidFill>
              </a:rPr>
              <a:t>Monday</a:t>
            </a:r>
            <a:endParaRPr kumimoji="0" lang="en-US" sz="1200" b="1" i="0" u="none" strike="noStrike" kern="1200" cap="none" spc="0" normalizeH="0" baseline="0" noProof="0">
              <a:ln>
                <a:noFill/>
              </a:ln>
              <a:solidFill>
                <a:srgbClr val="FFFFFF"/>
              </a:solidFill>
              <a:effectLst/>
              <a:uLnTx/>
              <a:uFillTx/>
              <a:ea typeface="+mn-ea"/>
              <a:cs typeface="+mn-cs"/>
            </a:endParaRPr>
          </a:p>
        </p:txBody>
      </p:sp>
      <p:graphicFrame>
        <p:nvGraphicFramePr>
          <p:cNvPr id="12" name="Table 27">
            <a:extLst>
              <a:ext uri="{FF2B5EF4-FFF2-40B4-BE49-F238E27FC236}">
                <a16:creationId xmlns:a16="http://schemas.microsoft.com/office/drawing/2014/main" id="{6412C549-74FC-CC9B-32F2-D027C353A278}"/>
              </a:ext>
            </a:extLst>
          </p:cNvPr>
          <p:cNvGraphicFramePr>
            <a:graphicFrameLocks noGrp="1"/>
          </p:cNvGraphicFramePr>
          <p:nvPr>
            <p:extLst>
              <p:ext uri="{D42A27DB-BD31-4B8C-83A1-F6EECF244321}">
                <p14:modId xmlns:p14="http://schemas.microsoft.com/office/powerpoint/2010/main" val="2065882045"/>
              </p:ext>
            </p:extLst>
          </p:nvPr>
        </p:nvGraphicFramePr>
        <p:xfrm>
          <a:off x="6618804" y="15275"/>
          <a:ext cx="5560395" cy="502920"/>
        </p:xfrm>
        <a:graphic>
          <a:graphicData uri="http://schemas.openxmlformats.org/drawingml/2006/table">
            <a:tbl>
              <a:tblPr firstRow="1" bandRow="1">
                <a:tableStyleId>{5C22544A-7EE6-4342-B048-85BDC9FD1C3A}</a:tableStyleId>
              </a:tblPr>
              <a:tblGrid>
                <a:gridCol w="1112079">
                  <a:extLst>
                    <a:ext uri="{9D8B030D-6E8A-4147-A177-3AD203B41FA5}">
                      <a16:colId xmlns:a16="http://schemas.microsoft.com/office/drawing/2014/main" val="3032226488"/>
                    </a:ext>
                  </a:extLst>
                </a:gridCol>
                <a:gridCol w="1112079">
                  <a:extLst>
                    <a:ext uri="{9D8B030D-6E8A-4147-A177-3AD203B41FA5}">
                      <a16:colId xmlns:a16="http://schemas.microsoft.com/office/drawing/2014/main" val="1815440024"/>
                    </a:ext>
                  </a:extLst>
                </a:gridCol>
                <a:gridCol w="1112079">
                  <a:extLst>
                    <a:ext uri="{9D8B030D-6E8A-4147-A177-3AD203B41FA5}">
                      <a16:colId xmlns:a16="http://schemas.microsoft.com/office/drawing/2014/main" val="3880930011"/>
                    </a:ext>
                  </a:extLst>
                </a:gridCol>
                <a:gridCol w="1112079">
                  <a:extLst>
                    <a:ext uri="{9D8B030D-6E8A-4147-A177-3AD203B41FA5}">
                      <a16:colId xmlns:a16="http://schemas.microsoft.com/office/drawing/2014/main" val="1897163096"/>
                    </a:ext>
                  </a:extLst>
                </a:gridCol>
                <a:gridCol w="1112079">
                  <a:extLst>
                    <a:ext uri="{9D8B030D-6E8A-4147-A177-3AD203B41FA5}">
                      <a16:colId xmlns:a16="http://schemas.microsoft.com/office/drawing/2014/main" val="2846398224"/>
                    </a:ext>
                  </a:extLst>
                </a:gridCol>
              </a:tblGrid>
              <a:tr h="182564">
                <a:tc gridSpan="5">
                  <a:txBody>
                    <a:bodyPr/>
                    <a:lstStyle/>
                    <a:p>
                      <a:r>
                        <a:rPr lang="en-GB" sz="1050">
                          <a:solidFill>
                            <a:schemeClr val="tx1"/>
                          </a:solidFill>
                        </a:rPr>
                        <a:t>Key</a:t>
                      </a:r>
                    </a:p>
                  </a:txBody>
                  <a:tcPr>
                    <a:solidFill>
                      <a:schemeClr val="bg1"/>
                    </a:solidFill>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tc hMerge="1">
                  <a:txBody>
                    <a:bodyPr/>
                    <a:lstStyle/>
                    <a:p>
                      <a:endParaRPr lang="en-GB" sz="1400"/>
                    </a:p>
                  </a:txBody>
                  <a:tcPr/>
                </a:tc>
                <a:extLst>
                  <a:ext uri="{0D108BD9-81ED-4DB2-BD59-A6C34878D82A}">
                    <a16:rowId xmlns:a16="http://schemas.microsoft.com/office/drawing/2014/main" val="3684954922"/>
                  </a:ext>
                </a:extLst>
              </a:tr>
              <a:tr h="182564">
                <a:tc>
                  <a:txBody>
                    <a:bodyPr/>
                    <a:lstStyle/>
                    <a:p>
                      <a:pPr algn="ctr"/>
                      <a:r>
                        <a:rPr lang="en-GB" sz="1050"/>
                        <a:t>Daily</a:t>
                      </a:r>
                    </a:p>
                  </a:txBody>
                  <a:tcPr>
                    <a:solidFill>
                      <a:srgbClr val="00B0F0"/>
                    </a:solidFill>
                  </a:tcPr>
                </a:tc>
                <a:tc>
                  <a:txBody>
                    <a:bodyPr/>
                    <a:lstStyle/>
                    <a:p>
                      <a:pPr algn="ctr"/>
                      <a:r>
                        <a:rPr lang="en-GB" sz="1050"/>
                        <a:t>Weekly</a:t>
                      </a:r>
                    </a:p>
                  </a:txBody>
                  <a:tcPr>
                    <a:solidFill>
                      <a:srgbClr val="92D050"/>
                    </a:solidFill>
                  </a:tcPr>
                </a:tc>
                <a:tc>
                  <a:txBody>
                    <a:bodyPr/>
                    <a:lstStyle/>
                    <a:p>
                      <a:pPr algn="ctr"/>
                      <a:r>
                        <a:rPr lang="en-GB" sz="1050"/>
                        <a:t>Fortnightly</a:t>
                      </a:r>
                    </a:p>
                  </a:txBody>
                  <a:tcPr>
                    <a:solidFill>
                      <a:srgbClr val="FF9966"/>
                    </a:solidFill>
                  </a:tcPr>
                </a:tc>
                <a:tc>
                  <a:txBody>
                    <a:bodyPr/>
                    <a:lstStyle/>
                    <a:p>
                      <a:pPr algn="ctr"/>
                      <a:r>
                        <a:rPr lang="en-GB" sz="1050"/>
                        <a:t>Monthly</a:t>
                      </a:r>
                    </a:p>
                  </a:txBody>
                  <a:tcPr>
                    <a:solidFill>
                      <a:srgbClr val="CCCCFF"/>
                    </a:solidFill>
                  </a:tcPr>
                </a:tc>
                <a:tc>
                  <a:txBody>
                    <a:bodyPr/>
                    <a:lstStyle/>
                    <a:p>
                      <a:pPr algn="ctr"/>
                      <a:r>
                        <a:rPr lang="en-GB" sz="1050"/>
                        <a:t>Quarterly</a:t>
                      </a:r>
                    </a:p>
                  </a:txBody>
                  <a:tcPr>
                    <a:solidFill>
                      <a:srgbClr val="FFFF00"/>
                    </a:solidFill>
                  </a:tcPr>
                </a:tc>
                <a:extLst>
                  <a:ext uri="{0D108BD9-81ED-4DB2-BD59-A6C34878D82A}">
                    <a16:rowId xmlns:a16="http://schemas.microsoft.com/office/drawing/2014/main" val="3226666600"/>
                  </a:ext>
                </a:extLst>
              </a:tr>
            </a:tbl>
          </a:graphicData>
        </a:graphic>
      </p:graphicFrame>
      <p:sp>
        <p:nvSpPr>
          <p:cNvPr id="13" name="Rectangle: Rounded Corners 12">
            <a:extLst>
              <a:ext uri="{FF2B5EF4-FFF2-40B4-BE49-F238E27FC236}">
                <a16:creationId xmlns:a16="http://schemas.microsoft.com/office/drawing/2014/main" id="{D71D4E5A-B7AF-4B6B-41A4-1BE7597A7790}"/>
              </a:ext>
              <a:ext uri="{C183D7F6-B498-43B3-948B-1728B52AA6E4}">
                <adec:decorative xmlns:adec="http://schemas.microsoft.com/office/drawing/2017/decorative" val="1"/>
              </a:ext>
            </a:extLst>
          </p:cNvPr>
          <p:cNvSpPr/>
          <p:nvPr/>
        </p:nvSpPr>
        <p:spPr>
          <a:xfrm>
            <a:off x="1795430" y="2387114"/>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14" name="Rectangle: Rounded Corners 13">
            <a:extLst>
              <a:ext uri="{FF2B5EF4-FFF2-40B4-BE49-F238E27FC236}">
                <a16:creationId xmlns:a16="http://schemas.microsoft.com/office/drawing/2014/main" id="{9638DDE8-8F49-CFB5-BBF3-687ACF559495}"/>
              </a:ext>
              <a:ext uri="{C183D7F6-B498-43B3-948B-1728B52AA6E4}">
                <adec:decorative xmlns:adec="http://schemas.microsoft.com/office/drawing/2017/decorative" val="1"/>
              </a:ext>
            </a:extLst>
          </p:cNvPr>
          <p:cNvSpPr/>
          <p:nvPr/>
        </p:nvSpPr>
        <p:spPr>
          <a:xfrm>
            <a:off x="7688980" y="499836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Technical Design Authority</a:t>
            </a:r>
          </a:p>
        </p:txBody>
      </p:sp>
      <p:sp>
        <p:nvSpPr>
          <p:cNvPr id="15" name="Rectangle: Rounded Corners 14">
            <a:extLst>
              <a:ext uri="{FF2B5EF4-FFF2-40B4-BE49-F238E27FC236}">
                <a16:creationId xmlns:a16="http://schemas.microsoft.com/office/drawing/2014/main" id="{AC86CC28-982D-25CD-24E1-D0070C23151C}"/>
              </a:ext>
              <a:ext uri="{C183D7F6-B498-43B3-948B-1728B52AA6E4}">
                <adec:decorative xmlns:adec="http://schemas.microsoft.com/office/drawing/2017/decorative" val="1"/>
              </a:ext>
            </a:extLst>
          </p:cNvPr>
          <p:cNvSpPr/>
          <p:nvPr/>
        </p:nvSpPr>
        <p:spPr>
          <a:xfrm>
            <a:off x="5641150" y="5027680"/>
            <a:ext cx="1663332"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Change Board</a:t>
            </a:r>
          </a:p>
        </p:txBody>
      </p:sp>
      <p:sp>
        <p:nvSpPr>
          <p:cNvPr id="16" name="Rectangle: Rounded Corners 15">
            <a:extLst>
              <a:ext uri="{FF2B5EF4-FFF2-40B4-BE49-F238E27FC236}">
                <a16:creationId xmlns:a16="http://schemas.microsoft.com/office/drawing/2014/main" id="{983EB2A9-1227-7FC3-FE76-CBF5100842D4}"/>
              </a:ext>
              <a:ext uri="{C183D7F6-B498-43B3-948B-1728B52AA6E4}">
                <adec:decorative xmlns:adec="http://schemas.microsoft.com/office/drawing/2017/decorative" val="1"/>
              </a:ext>
            </a:extLst>
          </p:cNvPr>
          <p:cNvSpPr/>
          <p:nvPr/>
        </p:nvSpPr>
        <p:spPr>
          <a:xfrm>
            <a:off x="5641150" y="5659588"/>
            <a:ext cx="1663332" cy="441996"/>
          </a:xfrm>
          <a:prstGeom prst="roundRect">
            <a:avLst/>
          </a:prstGeom>
          <a:solidFill>
            <a:srgbClr val="FFFF0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Steering Committee</a:t>
            </a:r>
            <a:r>
              <a:rPr kumimoji="0" lang="en-US" sz="1000" b="0" i="0" u="none" strike="noStrike" kern="1200" cap="none" spc="0" normalizeH="0" baseline="30000" noProof="0">
                <a:ln>
                  <a:noFill/>
                </a:ln>
                <a:solidFill>
                  <a:schemeClr val="tx1"/>
                </a:solidFill>
                <a:effectLst/>
                <a:uLnTx/>
                <a:uFillTx/>
                <a:ea typeface="+mn-ea"/>
                <a:cs typeface="+mn-cs"/>
              </a:rPr>
              <a:t>1</a:t>
            </a:r>
          </a:p>
        </p:txBody>
      </p:sp>
      <p:sp>
        <p:nvSpPr>
          <p:cNvPr id="17" name="TextBox 16">
            <a:extLst>
              <a:ext uri="{FF2B5EF4-FFF2-40B4-BE49-F238E27FC236}">
                <a16:creationId xmlns:a16="http://schemas.microsoft.com/office/drawing/2014/main" id="{E4DF2C5C-C5A7-F187-90CE-A36184ED4132}"/>
              </a:ext>
            </a:extLst>
          </p:cNvPr>
          <p:cNvSpPr txBox="1"/>
          <p:nvPr/>
        </p:nvSpPr>
        <p:spPr>
          <a:xfrm>
            <a:off x="6550033" y="518195"/>
            <a:ext cx="5604557" cy="913070"/>
          </a:xfrm>
          <a:prstGeom prst="rect">
            <a:avLst/>
          </a:prstGeom>
          <a:noFill/>
        </p:spPr>
        <p:txBody>
          <a:bodyPr wrap="square" rtlCol="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00">
                <a:latin typeface="Ubuntu"/>
              </a:rPr>
              <a:t>Daily meetings are reduced timeslots</a:t>
            </a:r>
            <a:endParaRPr kumimoji="0" lang="en-US" sz="1000" b="0" i="0" u="none" strike="noStrike" kern="1200" cap="none" spc="0" normalizeH="0" baseline="0" noProof="0">
              <a:ln>
                <a:noFill/>
              </a:ln>
              <a:solidFill>
                <a:schemeClr val="tx1"/>
              </a:solidFill>
              <a:effectLst/>
              <a:uLnTx/>
              <a:uFillTx/>
              <a:latin typeface="Ubuntu"/>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latin typeface="Ubuntu"/>
                <a:ea typeface="+mn-ea"/>
                <a:cs typeface="+mn-cs"/>
              </a:rPr>
              <a:t>Steering Committee</a:t>
            </a:r>
            <a:r>
              <a:rPr kumimoji="0" lang="en-US" sz="1000" b="0" i="0" u="none" strike="noStrike" kern="1200" cap="none" spc="0" normalizeH="0" baseline="30000" noProof="0">
                <a:ln>
                  <a:noFill/>
                </a:ln>
                <a:solidFill>
                  <a:schemeClr val="tx1"/>
                </a:solidFill>
                <a:effectLst/>
                <a:uLnTx/>
                <a:uFillTx/>
                <a:latin typeface="Ubuntu"/>
                <a:ea typeface="+mn-ea"/>
                <a:cs typeface="+mn-cs"/>
              </a:rPr>
              <a:t>1 – </a:t>
            </a:r>
            <a:r>
              <a:rPr lang="en-US" sz="1000">
                <a:latin typeface="Ubuntu"/>
              </a:rPr>
              <a:t>Usually the last 2 weeks of the month, day and timings can vary</a:t>
            </a:r>
          </a:p>
          <a:p>
            <a:pPr>
              <a:defRPr/>
            </a:pPr>
            <a:r>
              <a:rPr kumimoji="0" lang="en-US" sz="1000" b="0" i="0" u="none" strike="noStrike" kern="1200" cap="none" spc="0" normalizeH="0" baseline="0" noProof="0">
                <a:ln>
                  <a:noFill/>
                </a:ln>
                <a:solidFill>
                  <a:schemeClr val="tx1"/>
                </a:solidFill>
                <a:effectLst/>
                <a:uLnTx/>
                <a:uFillTx/>
                <a:latin typeface="Ubuntu"/>
                <a:ea typeface="+mn-ea"/>
                <a:cs typeface="+mn-cs"/>
              </a:rPr>
              <a:t>Sponsor Review</a:t>
            </a:r>
            <a:r>
              <a:rPr kumimoji="0" lang="en-US" sz="1000" b="0" i="0" u="none" strike="noStrike" kern="1200" cap="none" spc="0" normalizeH="0" baseline="30000" noProof="0">
                <a:ln>
                  <a:noFill/>
                </a:ln>
                <a:solidFill>
                  <a:schemeClr val="tx1"/>
                </a:solidFill>
                <a:effectLst/>
                <a:uLnTx/>
                <a:uFillTx/>
                <a:latin typeface="Ubuntu"/>
                <a:ea typeface="+mn-ea"/>
                <a:cs typeface="+mn-cs"/>
              </a:rPr>
              <a:t>1 – </a:t>
            </a:r>
            <a:r>
              <a:rPr lang="en-US" sz="1000">
                <a:latin typeface="Ubuntu"/>
              </a:rPr>
              <a:t>Occurs every month excluding Steering Committee months</a:t>
            </a:r>
          </a:p>
          <a:p>
            <a:pPr>
              <a:defRPr/>
            </a:pPr>
            <a:r>
              <a:rPr lang="en-US" sz="1000">
                <a:latin typeface="Ubuntu"/>
              </a:rPr>
              <a:t>Scrum of Scrums, Dependency Forum and Change Board to start in Inception</a:t>
            </a:r>
          </a:p>
          <a:p>
            <a:pPr>
              <a:defRPr/>
            </a:pPr>
            <a:endParaRPr kumimoji="0" lang="en-US" sz="1000" b="0" i="0" u="none" strike="noStrike" kern="1200" cap="none" spc="0" normalizeH="0" baseline="30000" noProof="0">
              <a:ln>
                <a:noFill/>
              </a:ln>
              <a:solidFill>
                <a:schemeClr val="tx1"/>
              </a:solidFill>
              <a:effectLst/>
              <a:uLnTx/>
              <a:uFillTx/>
              <a:latin typeface="Ubuntu"/>
              <a:ea typeface="+mn-ea"/>
              <a:cs typeface="+mn-cs"/>
            </a:endParaRPr>
          </a:p>
          <a:p>
            <a:pPr marL="0" marR="0" lvl="0" indent="0"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30000" noProof="0">
              <a:ln>
                <a:noFill/>
              </a:ln>
              <a:solidFill>
                <a:schemeClr val="tx1"/>
              </a:solidFill>
              <a:effectLst/>
              <a:uLnTx/>
              <a:uFillTx/>
              <a:latin typeface="Ubuntu"/>
              <a:ea typeface="+mn-ea"/>
              <a:cs typeface="+mn-cs"/>
            </a:endParaRPr>
          </a:p>
        </p:txBody>
      </p:sp>
      <p:sp>
        <p:nvSpPr>
          <p:cNvPr id="18" name="Rectangle: Rounded Corners 17">
            <a:extLst>
              <a:ext uri="{FF2B5EF4-FFF2-40B4-BE49-F238E27FC236}">
                <a16:creationId xmlns:a16="http://schemas.microsoft.com/office/drawing/2014/main" id="{70487533-28E8-8F5C-FC66-A970E8FA2229}"/>
              </a:ext>
              <a:ext uri="{C183D7F6-B498-43B3-948B-1728B52AA6E4}">
                <adec:decorative xmlns:adec="http://schemas.microsoft.com/office/drawing/2017/decorative" val="1"/>
              </a:ext>
            </a:extLst>
          </p:cNvPr>
          <p:cNvSpPr/>
          <p:nvPr/>
        </p:nvSpPr>
        <p:spPr>
          <a:xfrm>
            <a:off x="5641150" y="6238427"/>
            <a:ext cx="1663332" cy="441996"/>
          </a:xfrm>
          <a:prstGeom prst="roundRect">
            <a:avLst/>
          </a:prstGeom>
          <a:solidFill>
            <a:srgbClr val="CCCCFF"/>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Sponsor Review</a:t>
            </a:r>
            <a:r>
              <a:rPr kumimoji="0" lang="en-US" sz="1000" b="0" i="0" u="none" strike="noStrike" kern="1200" cap="none" spc="0" normalizeH="0" baseline="30000" noProof="0">
                <a:ln>
                  <a:noFill/>
                </a:ln>
                <a:solidFill>
                  <a:schemeClr val="tx1"/>
                </a:solidFill>
                <a:effectLst/>
                <a:uLnTx/>
                <a:uFillTx/>
                <a:ea typeface="+mn-ea"/>
                <a:cs typeface="+mn-cs"/>
              </a:rPr>
              <a:t>2</a:t>
            </a:r>
          </a:p>
        </p:txBody>
      </p:sp>
      <p:sp>
        <p:nvSpPr>
          <p:cNvPr id="19" name="Rectangle: Rounded Corners 18">
            <a:extLst>
              <a:ext uri="{FF2B5EF4-FFF2-40B4-BE49-F238E27FC236}">
                <a16:creationId xmlns:a16="http://schemas.microsoft.com/office/drawing/2014/main" id="{1A56E2EE-86C7-28B2-65BC-2632803F3ED5}"/>
              </a:ext>
              <a:ext uri="{C183D7F6-B498-43B3-948B-1728B52AA6E4}">
                <adec:decorative xmlns:adec="http://schemas.microsoft.com/office/drawing/2017/decorative" val="1"/>
              </a:ext>
            </a:extLst>
          </p:cNvPr>
          <p:cNvSpPr/>
          <p:nvPr/>
        </p:nvSpPr>
        <p:spPr>
          <a:xfrm>
            <a:off x="3717299" y="5666620"/>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Business Design Authority</a:t>
            </a:r>
          </a:p>
        </p:txBody>
      </p:sp>
      <p:sp>
        <p:nvSpPr>
          <p:cNvPr id="21" name="Rectangle: Rounded Corners 20">
            <a:extLst>
              <a:ext uri="{FF2B5EF4-FFF2-40B4-BE49-F238E27FC236}">
                <a16:creationId xmlns:a16="http://schemas.microsoft.com/office/drawing/2014/main" id="{CB0F56DE-6E87-B141-F8FC-F1ACE06441EB}"/>
              </a:ext>
              <a:ext uri="{C183D7F6-B498-43B3-948B-1728B52AA6E4}">
                <adec:decorative xmlns:adec="http://schemas.microsoft.com/office/drawing/2017/decorative" val="1"/>
              </a:ext>
            </a:extLst>
          </p:cNvPr>
          <p:cNvSpPr/>
          <p:nvPr/>
        </p:nvSpPr>
        <p:spPr>
          <a:xfrm>
            <a:off x="3718522"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22" name="Rectangle: Rounded Corners 21">
            <a:extLst>
              <a:ext uri="{FF2B5EF4-FFF2-40B4-BE49-F238E27FC236}">
                <a16:creationId xmlns:a16="http://schemas.microsoft.com/office/drawing/2014/main" id="{35DABB51-F3E9-C215-96A2-418603063BEB}"/>
              </a:ext>
              <a:ext uri="{C183D7F6-B498-43B3-948B-1728B52AA6E4}">
                <adec:decorative xmlns:adec="http://schemas.microsoft.com/office/drawing/2017/decorative" val="1"/>
              </a:ext>
            </a:extLst>
          </p:cNvPr>
          <p:cNvSpPr/>
          <p:nvPr/>
        </p:nvSpPr>
        <p:spPr>
          <a:xfrm>
            <a:off x="3718522" y="2374119"/>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24" name="Rectangle: Rounded Corners 23">
            <a:extLst>
              <a:ext uri="{FF2B5EF4-FFF2-40B4-BE49-F238E27FC236}">
                <a16:creationId xmlns:a16="http://schemas.microsoft.com/office/drawing/2014/main" id="{13C1CD52-FA87-6357-0D5C-22DB37298EE7}"/>
              </a:ext>
              <a:ext uri="{C183D7F6-B498-43B3-948B-1728B52AA6E4}">
                <adec:decorative xmlns:adec="http://schemas.microsoft.com/office/drawing/2017/decorative" val="1"/>
              </a:ext>
            </a:extLst>
          </p:cNvPr>
          <p:cNvSpPr/>
          <p:nvPr/>
        </p:nvSpPr>
        <p:spPr>
          <a:xfrm>
            <a:off x="5642373"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25" name="Rectangle: Rounded Corners 24">
            <a:extLst>
              <a:ext uri="{FF2B5EF4-FFF2-40B4-BE49-F238E27FC236}">
                <a16:creationId xmlns:a16="http://schemas.microsoft.com/office/drawing/2014/main" id="{BEC6D911-E009-4A3D-8964-02E81C567913}"/>
              </a:ext>
              <a:ext uri="{C183D7F6-B498-43B3-948B-1728B52AA6E4}">
                <adec:decorative xmlns:adec="http://schemas.microsoft.com/office/drawing/2017/decorative" val="1"/>
              </a:ext>
            </a:extLst>
          </p:cNvPr>
          <p:cNvSpPr/>
          <p:nvPr/>
        </p:nvSpPr>
        <p:spPr>
          <a:xfrm>
            <a:off x="5642373" y="2398643"/>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27" name="Rectangle: Rounded Corners 26">
            <a:extLst>
              <a:ext uri="{FF2B5EF4-FFF2-40B4-BE49-F238E27FC236}">
                <a16:creationId xmlns:a16="http://schemas.microsoft.com/office/drawing/2014/main" id="{871BC461-B269-5299-F743-B6E84C921FAA}"/>
              </a:ext>
              <a:ext uri="{C183D7F6-B498-43B3-948B-1728B52AA6E4}">
                <adec:decorative xmlns:adec="http://schemas.microsoft.com/office/drawing/2017/decorative" val="1"/>
              </a:ext>
            </a:extLst>
          </p:cNvPr>
          <p:cNvSpPr/>
          <p:nvPr/>
        </p:nvSpPr>
        <p:spPr>
          <a:xfrm>
            <a:off x="7651334"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28" name="Rectangle: Rounded Corners 27">
            <a:extLst>
              <a:ext uri="{FF2B5EF4-FFF2-40B4-BE49-F238E27FC236}">
                <a16:creationId xmlns:a16="http://schemas.microsoft.com/office/drawing/2014/main" id="{8BF7F4A1-9DFB-DF28-FC40-019C565E96CC}"/>
              </a:ext>
              <a:ext uri="{C183D7F6-B498-43B3-948B-1728B52AA6E4}">
                <adec:decorative xmlns:adec="http://schemas.microsoft.com/office/drawing/2017/decorative" val="1"/>
              </a:ext>
            </a:extLst>
          </p:cNvPr>
          <p:cNvSpPr/>
          <p:nvPr/>
        </p:nvSpPr>
        <p:spPr>
          <a:xfrm>
            <a:off x="7651334" y="2378121"/>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30" name="Rectangle: Rounded Corners 29">
            <a:extLst>
              <a:ext uri="{FF2B5EF4-FFF2-40B4-BE49-F238E27FC236}">
                <a16:creationId xmlns:a16="http://schemas.microsoft.com/office/drawing/2014/main" id="{FBD19FDC-60E4-87A6-1461-C8782E328DE3}"/>
              </a:ext>
              <a:ext uri="{C183D7F6-B498-43B3-948B-1728B52AA6E4}">
                <adec:decorative xmlns:adec="http://schemas.microsoft.com/office/drawing/2017/decorative" val="1"/>
              </a:ext>
            </a:extLst>
          </p:cNvPr>
          <p:cNvSpPr/>
          <p:nvPr/>
        </p:nvSpPr>
        <p:spPr>
          <a:xfrm>
            <a:off x="9798991" y="1715268"/>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Daily Standups</a:t>
            </a:r>
          </a:p>
        </p:txBody>
      </p:sp>
      <p:sp>
        <p:nvSpPr>
          <p:cNvPr id="31" name="Rectangle: Rounded Corners 30">
            <a:extLst>
              <a:ext uri="{FF2B5EF4-FFF2-40B4-BE49-F238E27FC236}">
                <a16:creationId xmlns:a16="http://schemas.microsoft.com/office/drawing/2014/main" id="{8F0EBF5B-88AE-0471-D5B6-148529CF66D1}"/>
              </a:ext>
              <a:ext uri="{C183D7F6-B498-43B3-948B-1728B52AA6E4}">
                <adec:decorative xmlns:adec="http://schemas.microsoft.com/office/drawing/2017/decorative" val="1"/>
              </a:ext>
            </a:extLst>
          </p:cNvPr>
          <p:cNvSpPr/>
          <p:nvPr/>
        </p:nvSpPr>
        <p:spPr>
          <a:xfrm>
            <a:off x="9798991" y="2393123"/>
            <a:ext cx="1663332" cy="441996"/>
          </a:xfrm>
          <a:prstGeom prst="roundRect">
            <a:avLst/>
          </a:prstGeom>
          <a:solidFill>
            <a:srgbClr val="00B0F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Scrum of Scrums</a:t>
            </a:r>
          </a:p>
        </p:txBody>
      </p:sp>
      <p:sp>
        <p:nvSpPr>
          <p:cNvPr id="33" name="Rectangle: Rounded Corners 32">
            <a:extLst>
              <a:ext uri="{FF2B5EF4-FFF2-40B4-BE49-F238E27FC236}">
                <a16:creationId xmlns:a16="http://schemas.microsoft.com/office/drawing/2014/main" id="{42DFD77E-92B0-8936-16CE-25EA2B12B677}"/>
              </a:ext>
              <a:ext uri="{C183D7F6-B498-43B3-948B-1728B52AA6E4}">
                <adec:decorative xmlns:adec="http://schemas.microsoft.com/office/drawing/2017/decorative" val="1"/>
              </a:ext>
            </a:extLst>
          </p:cNvPr>
          <p:cNvSpPr/>
          <p:nvPr/>
        </p:nvSpPr>
        <p:spPr>
          <a:xfrm>
            <a:off x="7688980" y="5640635"/>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a:solidFill>
                  <a:schemeClr val="tx1"/>
                </a:solidFill>
              </a:rPr>
              <a:t>Programme Management Update</a:t>
            </a:r>
            <a:endParaRPr kumimoji="0" lang="en-US" sz="1000" b="0" i="0" u="none" strike="noStrike" kern="1200" cap="none" spc="0" normalizeH="0" baseline="0" noProof="0">
              <a:ln>
                <a:noFill/>
              </a:ln>
              <a:solidFill>
                <a:schemeClr val="tx1"/>
              </a:solidFill>
              <a:effectLst/>
              <a:uLnTx/>
              <a:uFillTx/>
              <a:ea typeface="+mn-ea"/>
              <a:cs typeface="+mn-cs"/>
            </a:endParaRPr>
          </a:p>
        </p:txBody>
      </p:sp>
      <p:sp>
        <p:nvSpPr>
          <p:cNvPr id="34" name="Rectangle: Rounded Corners 33">
            <a:extLst>
              <a:ext uri="{FF2B5EF4-FFF2-40B4-BE49-F238E27FC236}">
                <a16:creationId xmlns:a16="http://schemas.microsoft.com/office/drawing/2014/main" id="{DB8E821D-5B03-5DB9-D85C-C3A734572F84}"/>
              </a:ext>
              <a:ext uri="{C183D7F6-B498-43B3-948B-1728B52AA6E4}">
                <adec:decorative xmlns:adec="http://schemas.microsoft.com/office/drawing/2017/decorative" val="1"/>
              </a:ext>
            </a:extLst>
          </p:cNvPr>
          <p:cNvSpPr/>
          <p:nvPr/>
        </p:nvSpPr>
        <p:spPr>
          <a:xfrm>
            <a:off x="3716437" y="436794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Procurement Update</a:t>
            </a:r>
          </a:p>
        </p:txBody>
      </p:sp>
      <p:sp>
        <p:nvSpPr>
          <p:cNvPr id="35" name="Rectangle: Rounded Corners 34">
            <a:extLst>
              <a:ext uri="{FF2B5EF4-FFF2-40B4-BE49-F238E27FC236}">
                <a16:creationId xmlns:a16="http://schemas.microsoft.com/office/drawing/2014/main" id="{E9A46DFF-37AF-1D9A-A94C-1EDAA7435D52}"/>
              </a:ext>
              <a:ext uri="{C183D7F6-B498-43B3-948B-1728B52AA6E4}">
                <adec:decorative xmlns:adec="http://schemas.microsoft.com/office/drawing/2017/decorative" val="1"/>
              </a:ext>
            </a:extLst>
          </p:cNvPr>
          <p:cNvSpPr/>
          <p:nvPr/>
        </p:nvSpPr>
        <p:spPr>
          <a:xfrm>
            <a:off x="9870308" y="4367941"/>
            <a:ext cx="1663332" cy="441996"/>
          </a:xfrm>
          <a:prstGeom prst="roundRect">
            <a:avLst/>
          </a:prstGeom>
          <a:solidFill>
            <a:srgbClr val="FF9966"/>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PMO RAID review</a:t>
            </a:r>
          </a:p>
        </p:txBody>
      </p:sp>
      <p:sp>
        <p:nvSpPr>
          <p:cNvPr id="36" name="Rectangle: Rounded Corners 35">
            <a:extLst>
              <a:ext uri="{FF2B5EF4-FFF2-40B4-BE49-F238E27FC236}">
                <a16:creationId xmlns:a16="http://schemas.microsoft.com/office/drawing/2014/main" id="{7E61375C-4A8F-82E9-C6BF-BF54FFB1696B}"/>
              </a:ext>
              <a:ext uri="{C183D7F6-B498-43B3-948B-1728B52AA6E4}">
                <adec:decorative xmlns:adec="http://schemas.microsoft.com/office/drawing/2017/decorative" val="1"/>
              </a:ext>
            </a:extLst>
          </p:cNvPr>
          <p:cNvSpPr/>
          <p:nvPr/>
        </p:nvSpPr>
        <p:spPr>
          <a:xfrm>
            <a:off x="3716437" y="501728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Dependency Forum</a:t>
            </a:r>
          </a:p>
        </p:txBody>
      </p:sp>
      <p:sp>
        <p:nvSpPr>
          <p:cNvPr id="37" name="Rectangle: Rounded Corners 36">
            <a:extLst>
              <a:ext uri="{FF2B5EF4-FFF2-40B4-BE49-F238E27FC236}">
                <a16:creationId xmlns:a16="http://schemas.microsoft.com/office/drawing/2014/main" id="{0553103C-EA02-B75B-7147-FD6DA553AD34}"/>
              </a:ext>
              <a:ext uri="{C183D7F6-B498-43B3-948B-1728B52AA6E4}">
                <adec:decorative xmlns:adec="http://schemas.microsoft.com/office/drawing/2017/decorative" val="1"/>
              </a:ext>
            </a:extLst>
          </p:cNvPr>
          <p:cNvSpPr/>
          <p:nvPr/>
        </p:nvSpPr>
        <p:spPr>
          <a:xfrm>
            <a:off x="3716437" y="371860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tx1"/>
                </a:solidFill>
                <a:effectLst/>
                <a:uLnTx/>
                <a:uFillTx/>
                <a:ea typeface="+mn-ea"/>
                <a:cs typeface="+mn-cs"/>
              </a:rPr>
              <a:t>Leadership Stand-Up</a:t>
            </a:r>
          </a:p>
        </p:txBody>
      </p:sp>
      <p:sp>
        <p:nvSpPr>
          <p:cNvPr id="39" name="Rectangle: Rounded Corners 38">
            <a:extLst>
              <a:ext uri="{FF2B5EF4-FFF2-40B4-BE49-F238E27FC236}">
                <a16:creationId xmlns:a16="http://schemas.microsoft.com/office/drawing/2014/main" id="{48402356-6E99-BF47-ED64-C24D341B5936}"/>
              </a:ext>
              <a:ext uri="{C183D7F6-B498-43B3-948B-1728B52AA6E4}">
                <adec:decorative xmlns:adec="http://schemas.microsoft.com/office/drawing/2017/decorative" val="1"/>
              </a:ext>
            </a:extLst>
          </p:cNvPr>
          <p:cNvSpPr/>
          <p:nvPr/>
        </p:nvSpPr>
        <p:spPr>
          <a:xfrm>
            <a:off x="5641150" y="4367941"/>
            <a:ext cx="1663332" cy="441996"/>
          </a:xfrm>
          <a:prstGeom prst="roundRect">
            <a:avLst/>
          </a:prstGeom>
          <a:solidFill>
            <a:srgbClr val="92D050"/>
          </a:solidFill>
          <a:ln>
            <a:noFill/>
          </a:ln>
          <a:effectLst>
            <a:outerShdw blurRad="50800" dist="38100" dir="5400000" algn="t" rotWithShape="0">
              <a:prstClr val="black">
                <a:alpha val="40000"/>
              </a:prstClr>
            </a:outerShdw>
            <a:softEdge rad="127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1000" b="0">
                <a:solidFill>
                  <a:schemeClr val="tx1"/>
                </a:solidFill>
                <a:cs typeface="Calibri" panose="020F0502020204030204" pitchFamily="34" charset="0"/>
              </a:rPr>
              <a:t>Business Update</a:t>
            </a:r>
            <a:endParaRPr kumimoji="0" lang="en-US" sz="1000" b="0" i="0" u="none" strike="noStrike" kern="1200" cap="none" spc="0" normalizeH="0" baseline="0" noProof="0">
              <a:ln>
                <a:noFill/>
              </a:ln>
              <a:solidFill>
                <a:schemeClr val="tx1"/>
              </a:solidFill>
              <a:effectLst/>
              <a:uLnTx/>
              <a:uFillTx/>
              <a:ea typeface="+mn-ea"/>
              <a:cs typeface="+mn-cs"/>
            </a:endParaRPr>
          </a:p>
        </p:txBody>
      </p:sp>
    </p:spTree>
    <p:extLst>
      <p:ext uri="{BB962C8B-B14F-4D97-AF65-F5344CB8AC3E}">
        <p14:creationId xmlns:p14="http://schemas.microsoft.com/office/powerpoint/2010/main" val="2751412619"/>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224828" y="1281"/>
            <a:ext cx="9776592" cy="716711"/>
          </a:xfrm>
        </p:spPr>
        <p:txBody>
          <a:bodyPr/>
          <a:lstStyle/>
          <a:p>
            <a:r>
              <a:rPr lang="en-GB"/>
              <a:t>Escalation process</a:t>
            </a:r>
          </a:p>
        </p:txBody>
      </p:sp>
      <p:sp>
        <p:nvSpPr>
          <p:cNvPr id="4" name="Rectangle: Rounded Corners 3">
            <a:extLst>
              <a:ext uri="{FF2B5EF4-FFF2-40B4-BE49-F238E27FC236}">
                <a16:creationId xmlns:a16="http://schemas.microsoft.com/office/drawing/2014/main" id="{706B6A75-28EE-1CEB-7E72-360E7BA43EB4}"/>
              </a:ext>
            </a:extLst>
          </p:cNvPr>
          <p:cNvSpPr/>
          <p:nvPr/>
        </p:nvSpPr>
        <p:spPr>
          <a:xfrm>
            <a:off x="277280" y="2578899"/>
            <a:ext cx="1335166" cy="3062498"/>
          </a:xfrm>
          <a:prstGeom prst="roundRect">
            <a:avLst>
              <a:gd name="adj" fmla="val 8106"/>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C180034C-E859-B2E5-597F-47AA58FED094}"/>
              </a:ext>
            </a:extLst>
          </p:cNvPr>
          <p:cNvSpPr/>
          <p:nvPr/>
        </p:nvSpPr>
        <p:spPr>
          <a:xfrm>
            <a:off x="1809751" y="1657350"/>
            <a:ext cx="7124700" cy="669602"/>
          </a:xfrm>
          <a:prstGeom prst="roundRect">
            <a:avLst>
              <a:gd name="adj" fmla="val 12874"/>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grpSp>
        <p:nvGrpSpPr>
          <p:cNvPr id="6" name="Group 3">
            <a:extLst>
              <a:ext uri="{FF2B5EF4-FFF2-40B4-BE49-F238E27FC236}">
                <a16:creationId xmlns:a16="http://schemas.microsoft.com/office/drawing/2014/main" id="{91F1EEB7-EA7A-D5C8-DE54-4BA7B14A4BFE}"/>
              </a:ext>
            </a:extLst>
          </p:cNvPr>
          <p:cNvGrpSpPr/>
          <p:nvPr/>
        </p:nvGrpSpPr>
        <p:grpSpPr>
          <a:xfrm>
            <a:off x="5347079" y="1051358"/>
            <a:ext cx="563690" cy="455288"/>
            <a:chOff x="-1" y="-1"/>
            <a:chExt cx="563689" cy="455286"/>
          </a:xfrm>
        </p:grpSpPr>
        <p:sp>
          <p:nvSpPr>
            <p:cNvPr id="7" name="Freeform 21">
              <a:extLst>
                <a:ext uri="{FF2B5EF4-FFF2-40B4-BE49-F238E27FC236}">
                  <a16:creationId xmlns:a16="http://schemas.microsoft.com/office/drawing/2014/main" id="{30364FE3-14B1-F002-ACD5-547B5A67CF6F}"/>
                </a:ext>
              </a:extLst>
            </p:cNvPr>
            <p:cNvSpPr/>
            <p:nvPr/>
          </p:nvSpPr>
          <p:spPr>
            <a:xfrm>
              <a:off x="-1" y="205962"/>
              <a:ext cx="563689" cy="249323"/>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8" name="Freeform 22">
              <a:extLst>
                <a:ext uri="{FF2B5EF4-FFF2-40B4-BE49-F238E27FC236}">
                  <a16:creationId xmlns:a16="http://schemas.microsoft.com/office/drawing/2014/main" id="{219FAD3E-0C25-6A50-20BA-ECBFF1D9306A}"/>
                </a:ext>
              </a:extLst>
            </p:cNvPr>
            <p:cNvSpPr/>
            <p:nvPr/>
          </p:nvSpPr>
          <p:spPr>
            <a:xfrm>
              <a:off x="89129" y="-1"/>
              <a:ext cx="386633" cy="310752"/>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0070AD"/>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grpSp>
        <p:nvGrpSpPr>
          <p:cNvPr id="9" name="Group 14">
            <a:extLst>
              <a:ext uri="{FF2B5EF4-FFF2-40B4-BE49-F238E27FC236}">
                <a16:creationId xmlns:a16="http://schemas.microsoft.com/office/drawing/2014/main" id="{E84670E2-B3A9-2243-6FE8-B3E0AA34B5D4}"/>
              </a:ext>
            </a:extLst>
          </p:cNvPr>
          <p:cNvGrpSpPr/>
          <p:nvPr/>
        </p:nvGrpSpPr>
        <p:grpSpPr>
          <a:xfrm>
            <a:off x="6152553" y="1154554"/>
            <a:ext cx="1292195" cy="288094"/>
            <a:chOff x="0" y="-1"/>
            <a:chExt cx="1292195" cy="288092"/>
          </a:xfrm>
        </p:grpSpPr>
        <p:sp>
          <p:nvSpPr>
            <p:cNvPr id="10" name="Freeform 57">
              <a:extLst>
                <a:ext uri="{FF2B5EF4-FFF2-40B4-BE49-F238E27FC236}">
                  <a16:creationId xmlns:a16="http://schemas.microsoft.com/office/drawing/2014/main" id="{310C64A6-B06D-475E-916E-02A0FBD646DA}"/>
                </a:ext>
              </a:extLst>
            </p:cNvPr>
            <p:cNvSpPr/>
            <p:nvPr/>
          </p:nvSpPr>
          <p:spPr>
            <a:xfrm>
              <a:off x="1142785" y="88112"/>
              <a:ext cx="149409" cy="121444"/>
            </a:xfrm>
            <a:custGeom>
              <a:avLst/>
              <a:gdLst/>
              <a:ahLst/>
              <a:cxnLst>
                <a:cxn ang="0">
                  <a:pos x="wd2" y="hd2"/>
                </a:cxn>
                <a:cxn ang="5400000">
                  <a:pos x="wd2" y="hd2"/>
                </a:cxn>
                <a:cxn ang="10800000">
                  <a:pos x="wd2" y="hd2"/>
                </a:cxn>
                <a:cxn ang="16200000">
                  <a:pos x="wd2" y="hd2"/>
                </a:cxn>
              </a:cxnLst>
              <a:rect l="0" t="0" r="r" b="b"/>
              <a:pathLst>
                <a:path w="21600" h="21600" extrusionOk="0">
                  <a:moveTo>
                    <a:pt x="14286" y="15008"/>
                  </a:moveTo>
                  <a:cubicBezTo>
                    <a:pt x="18400" y="15008"/>
                    <a:pt x="21486" y="10940"/>
                    <a:pt x="21600" y="6031"/>
                  </a:cubicBezTo>
                  <a:cubicBezTo>
                    <a:pt x="21257" y="3927"/>
                    <a:pt x="20686" y="0"/>
                    <a:pt x="16229" y="0"/>
                  </a:cubicBezTo>
                  <a:cubicBezTo>
                    <a:pt x="11314" y="0"/>
                    <a:pt x="9600" y="8416"/>
                    <a:pt x="5714" y="13886"/>
                  </a:cubicBezTo>
                  <a:cubicBezTo>
                    <a:pt x="5371" y="16971"/>
                    <a:pt x="2971" y="19636"/>
                    <a:pt x="0" y="20197"/>
                  </a:cubicBezTo>
                  <a:cubicBezTo>
                    <a:pt x="686" y="21039"/>
                    <a:pt x="2286" y="21600"/>
                    <a:pt x="4229" y="21600"/>
                  </a:cubicBezTo>
                  <a:cubicBezTo>
                    <a:pt x="7771" y="21600"/>
                    <a:pt x="12114" y="20338"/>
                    <a:pt x="14286" y="17532"/>
                  </a:cubicBezTo>
                  <a:cubicBezTo>
                    <a:pt x="11314" y="17673"/>
                    <a:pt x="9371" y="15288"/>
                    <a:pt x="9257" y="11922"/>
                  </a:cubicBezTo>
                  <a:cubicBezTo>
                    <a:pt x="10629" y="14166"/>
                    <a:pt x="12343" y="15008"/>
                    <a:pt x="14286" y="15008"/>
                  </a:cubicBezTo>
                </a:path>
              </a:pathLst>
            </a:custGeom>
            <a:solidFill>
              <a:srgbClr val="12ABDB"/>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1" name="Freeform 58">
              <a:extLst>
                <a:ext uri="{FF2B5EF4-FFF2-40B4-BE49-F238E27FC236}">
                  <a16:creationId xmlns:a16="http://schemas.microsoft.com/office/drawing/2014/main" id="{FBEE17C5-CB53-E942-C73C-AFFB57FD7C58}"/>
                </a:ext>
              </a:extLst>
            </p:cNvPr>
            <p:cNvSpPr/>
            <p:nvPr/>
          </p:nvSpPr>
          <p:spPr>
            <a:xfrm>
              <a:off x="0" y="4213"/>
              <a:ext cx="1050459" cy="283878"/>
            </a:xfrm>
            <a:custGeom>
              <a:avLst/>
              <a:gdLst/>
              <a:ahLst/>
              <a:cxnLst>
                <a:cxn ang="0">
                  <a:pos x="wd2" y="hd2"/>
                </a:cxn>
                <a:cxn ang="5400000">
                  <a:pos x="wd2" y="hd2"/>
                </a:cxn>
                <a:cxn ang="10800000">
                  <a:pos x="wd2" y="hd2"/>
                </a:cxn>
                <a:cxn ang="16200000">
                  <a:pos x="wd2" y="hd2"/>
                </a:cxn>
              </a:cxnLst>
              <a:rect l="0" t="0" r="r" b="b"/>
              <a:pathLst>
                <a:path w="21600" h="21600" extrusionOk="0">
                  <a:moveTo>
                    <a:pt x="21063" y="7100"/>
                  </a:moveTo>
                  <a:cubicBezTo>
                    <a:pt x="21063" y="5957"/>
                    <a:pt x="21047" y="5174"/>
                    <a:pt x="20836" y="5174"/>
                  </a:cubicBezTo>
                  <a:cubicBezTo>
                    <a:pt x="20738" y="5174"/>
                    <a:pt x="20705" y="5235"/>
                    <a:pt x="20624" y="5355"/>
                  </a:cubicBezTo>
                  <a:cubicBezTo>
                    <a:pt x="20689" y="9206"/>
                    <a:pt x="20461" y="12635"/>
                    <a:pt x="20169" y="12635"/>
                  </a:cubicBezTo>
                  <a:cubicBezTo>
                    <a:pt x="19795" y="12635"/>
                    <a:pt x="19973" y="4332"/>
                    <a:pt x="19177" y="4332"/>
                  </a:cubicBezTo>
                  <a:cubicBezTo>
                    <a:pt x="18428" y="4332"/>
                    <a:pt x="18331" y="10950"/>
                    <a:pt x="18249" y="10950"/>
                  </a:cubicBezTo>
                  <a:cubicBezTo>
                    <a:pt x="18184" y="10950"/>
                    <a:pt x="18184" y="9206"/>
                    <a:pt x="18184" y="7882"/>
                  </a:cubicBezTo>
                  <a:cubicBezTo>
                    <a:pt x="18217" y="7220"/>
                    <a:pt x="18233" y="6679"/>
                    <a:pt x="18233" y="6257"/>
                  </a:cubicBezTo>
                  <a:cubicBezTo>
                    <a:pt x="18233" y="5596"/>
                    <a:pt x="18168" y="4573"/>
                    <a:pt x="17778" y="5054"/>
                  </a:cubicBezTo>
                  <a:cubicBezTo>
                    <a:pt x="17794" y="9807"/>
                    <a:pt x="17534" y="12695"/>
                    <a:pt x="17257" y="12695"/>
                  </a:cubicBezTo>
                  <a:cubicBezTo>
                    <a:pt x="16834" y="12695"/>
                    <a:pt x="16818" y="8363"/>
                    <a:pt x="16818" y="7220"/>
                  </a:cubicBezTo>
                  <a:cubicBezTo>
                    <a:pt x="16818" y="6077"/>
                    <a:pt x="16851" y="4513"/>
                    <a:pt x="16379" y="5054"/>
                  </a:cubicBezTo>
                  <a:cubicBezTo>
                    <a:pt x="16314" y="9206"/>
                    <a:pt x="16021" y="12274"/>
                    <a:pt x="15842" y="12274"/>
                  </a:cubicBezTo>
                  <a:cubicBezTo>
                    <a:pt x="15566" y="12274"/>
                    <a:pt x="15614" y="5174"/>
                    <a:pt x="15029" y="5174"/>
                  </a:cubicBezTo>
                  <a:cubicBezTo>
                    <a:pt x="14492" y="5174"/>
                    <a:pt x="14330" y="11913"/>
                    <a:pt x="14216" y="11913"/>
                  </a:cubicBezTo>
                  <a:cubicBezTo>
                    <a:pt x="14004" y="11913"/>
                    <a:pt x="14264" y="4332"/>
                    <a:pt x="13500" y="4332"/>
                  </a:cubicBezTo>
                  <a:cubicBezTo>
                    <a:pt x="13093" y="4332"/>
                    <a:pt x="12931" y="6859"/>
                    <a:pt x="12768" y="9687"/>
                  </a:cubicBezTo>
                  <a:cubicBezTo>
                    <a:pt x="12752" y="10228"/>
                    <a:pt x="12719" y="10289"/>
                    <a:pt x="12703" y="9627"/>
                  </a:cubicBezTo>
                  <a:cubicBezTo>
                    <a:pt x="12703" y="9145"/>
                    <a:pt x="12703" y="8544"/>
                    <a:pt x="12703" y="8062"/>
                  </a:cubicBezTo>
                  <a:cubicBezTo>
                    <a:pt x="12898" y="5174"/>
                    <a:pt x="12654" y="4152"/>
                    <a:pt x="12296" y="4874"/>
                  </a:cubicBezTo>
                  <a:cubicBezTo>
                    <a:pt x="12410" y="10168"/>
                    <a:pt x="11760" y="12755"/>
                    <a:pt x="11255" y="12755"/>
                  </a:cubicBezTo>
                  <a:cubicBezTo>
                    <a:pt x="11077" y="12755"/>
                    <a:pt x="10930" y="12455"/>
                    <a:pt x="10833" y="12033"/>
                  </a:cubicBezTo>
                  <a:cubicBezTo>
                    <a:pt x="11434" y="10650"/>
                    <a:pt x="11695" y="9085"/>
                    <a:pt x="11695" y="7581"/>
                  </a:cubicBezTo>
                  <a:cubicBezTo>
                    <a:pt x="11695" y="5896"/>
                    <a:pt x="11451" y="4934"/>
                    <a:pt x="11011" y="4934"/>
                  </a:cubicBezTo>
                  <a:cubicBezTo>
                    <a:pt x="10410" y="4934"/>
                    <a:pt x="10084" y="7220"/>
                    <a:pt x="10084" y="9145"/>
                  </a:cubicBezTo>
                  <a:cubicBezTo>
                    <a:pt x="10084" y="10168"/>
                    <a:pt x="10133" y="11071"/>
                    <a:pt x="10214" y="11793"/>
                  </a:cubicBezTo>
                  <a:cubicBezTo>
                    <a:pt x="10019" y="12154"/>
                    <a:pt x="9824" y="12455"/>
                    <a:pt x="9645" y="12755"/>
                  </a:cubicBezTo>
                  <a:cubicBezTo>
                    <a:pt x="9629" y="10770"/>
                    <a:pt x="9564" y="8724"/>
                    <a:pt x="9515" y="6799"/>
                  </a:cubicBezTo>
                  <a:cubicBezTo>
                    <a:pt x="9206" y="6438"/>
                    <a:pt x="9108" y="7040"/>
                    <a:pt x="9092" y="8062"/>
                  </a:cubicBezTo>
                  <a:cubicBezTo>
                    <a:pt x="9027" y="10469"/>
                    <a:pt x="8783" y="11913"/>
                    <a:pt x="8572" y="11913"/>
                  </a:cubicBezTo>
                  <a:cubicBezTo>
                    <a:pt x="8425" y="11913"/>
                    <a:pt x="8328" y="11191"/>
                    <a:pt x="8311" y="10469"/>
                  </a:cubicBezTo>
                  <a:cubicBezTo>
                    <a:pt x="8246" y="6618"/>
                    <a:pt x="9092" y="5535"/>
                    <a:pt x="9531" y="6137"/>
                  </a:cubicBezTo>
                  <a:cubicBezTo>
                    <a:pt x="9629" y="5295"/>
                    <a:pt x="9515" y="4633"/>
                    <a:pt x="9125" y="4633"/>
                  </a:cubicBezTo>
                  <a:cubicBezTo>
                    <a:pt x="8637" y="4633"/>
                    <a:pt x="8279" y="5716"/>
                    <a:pt x="8019" y="7100"/>
                  </a:cubicBezTo>
                  <a:cubicBezTo>
                    <a:pt x="7840" y="8062"/>
                    <a:pt x="7645" y="8724"/>
                    <a:pt x="7368" y="9506"/>
                  </a:cubicBezTo>
                  <a:cubicBezTo>
                    <a:pt x="7384" y="9266"/>
                    <a:pt x="7384" y="9025"/>
                    <a:pt x="7384" y="8845"/>
                  </a:cubicBezTo>
                  <a:cubicBezTo>
                    <a:pt x="7384" y="6137"/>
                    <a:pt x="6994" y="4934"/>
                    <a:pt x="6604" y="4934"/>
                  </a:cubicBezTo>
                  <a:cubicBezTo>
                    <a:pt x="6295" y="4934"/>
                    <a:pt x="6099" y="5656"/>
                    <a:pt x="5986" y="6679"/>
                  </a:cubicBezTo>
                  <a:cubicBezTo>
                    <a:pt x="5953" y="5656"/>
                    <a:pt x="5904" y="5174"/>
                    <a:pt x="5742" y="5174"/>
                  </a:cubicBezTo>
                  <a:cubicBezTo>
                    <a:pt x="5660" y="5174"/>
                    <a:pt x="5563" y="5235"/>
                    <a:pt x="5449" y="5415"/>
                  </a:cubicBezTo>
                  <a:cubicBezTo>
                    <a:pt x="5498" y="6017"/>
                    <a:pt x="5530" y="7340"/>
                    <a:pt x="5530" y="8243"/>
                  </a:cubicBezTo>
                  <a:cubicBezTo>
                    <a:pt x="5530" y="11492"/>
                    <a:pt x="5270" y="12936"/>
                    <a:pt x="5026" y="12936"/>
                  </a:cubicBezTo>
                  <a:cubicBezTo>
                    <a:pt x="4749" y="12936"/>
                    <a:pt x="4717" y="9085"/>
                    <a:pt x="4684" y="7581"/>
                  </a:cubicBezTo>
                  <a:cubicBezTo>
                    <a:pt x="4652" y="7521"/>
                    <a:pt x="4619" y="7461"/>
                    <a:pt x="4554" y="7461"/>
                  </a:cubicBezTo>
                  <a:cubicBezTo>
                    <a:pt x="4294" y="7461"/>
                    <a:pt x="4261" y="8724"/>
                    <a:pt x="4213" y="9867"/>
                  </a:cubicBezTo>
                  <a:cubicBezTo>
                    <a:pt x="4131" y="11131"/>
                    <a:pt x="3936" y="12695"/>
                    <a:pt x="3643" y="12695"/>
                  </a:cubicBezTo>
                  <a:cubicBezTo>
                    <a:pt x="3481" y="12695"/>
                    <a:pt x="3367" y="12094"/>
                    <a:pt x="3351" y="10950"/>
                  </a:cubicBezTo>
                  <a:cubicBezTo>
                    <a:pt x="3318" y="8664"/>
                    <a:pt x="3839" y="5957"/>
                    <a:pt x="4652" y="6799"/>
                  </a:cubicBezTo>
                  <a:cubicBezTo>
                    <a:pt x="4749" y="5896"/>
                    <a:pt x="4587" y="5174"/>
                    <a:pt x="4245" y="5174"/>
                  </a:cubicBezTo>
                  <a:cubicBezTo>
                    <a:pt x="3660" y="5174"/>
                    <a:pt x="3172" y="6799"/>
                    <a:pt x="2960" y="8724"/>
                  </a:cubicBezTo>
                  <a:cubicBezTo>
                    <a:pt x="2749" y="10529"/>
                    <a:pt x="2358" y="13116"/>
                    <a:pt x="1594" y="13116"/>
                  </a:cubicBezTo>
                  <a:cubicBezTo>
                    <a:pt x="1057" y="13116"/>
                    <a:pt x="634" y="11372"/>
                    <a:pt x="634" y="7701"/>
                  </a:cubicBezTo>
                  <a:cubicBezTo>
                    <a:pt x="634" y="4513"/>
                    <a:pt x="1171" y="1504"/>
                    <a:pt x="1757" y="1504"/>
                  </a:cubicBezTo>
                  <a:cubicBezTo>
                    <a:pt x="2147" y="1504"/>
                    <a:pt x="2245" y="3008"/>
                    <a:pt x="2212" y="4332"/>
                  </a:cubicBezTo>
                  <a:cubicBezTo>
                    <a:pt x="2423" y="4994"/>
                    <a:pt x="2765" y="4392"/>
                    <a:pt x="2765" y="2828"/>
                  </a:cubicBezTo>
                  <a:cubicBezTo>
                    <a:pt x="2765" y="1805"/>
                    <a:pt x="2537" y="0"/>
                    <a:pt x="1773" y="0"/>
                  </a:cubicBezTo>
                  <a:cubicBezTo>
                    <a:pt x="830" y="0"/>
                    <a:pt x="0" y="3430"/>
                    <a:pt x="0" y="7942"/>
                  </a:cubicBezTo>
                  <a:cubicBezTo>
                    <a:pt x="0" y="12394"/>
                    <a:pt x="618" y="14982"/>
                    <a:pt x="1464" y="14982"/>
                  </a:cubicBezTo>
                  <a:cubicBezTo>
                    <a:pt x="2001" y="14982"/>
                    <a:pt x="2505" y="13838"/>
                    <a:pt x="2863" y="11733"/>
                  </a:cubicBezTo>
                  <a:cubicBezTo>
                    <a:pt x="2944" y="13598"/>
                    <a:pt x="3286" y="14320"/>
                    <a:pt x="3546" y="14320"/>
                  </a:cubicBezTo>
                  <a:cubicBezTo>
                    <a:pt x="3952" y="14320"/>
                    <a:pt x="4229" y="13357"/>
                    <a:pt x="4375" y="12033"/>
                  </a:cubicBezTo>
                  <a:cubicBezTo>
                    <a:pt x="4457" y="13357"/>
                    <a:pt x="4652" y="14320"/>
                    <a:pt x="4977" y="14320"/>
                  </a:cubicBezTo>
                  <a:cubicBezTo>
                    <a:pt x="5205" y="14320"/>
                    <a:pt x="5367" y="13899"/>
                    <a:pt x="5514" y="13237"/>
                  </a:cubicBezTo>
                  <a:cubicBezTo>
                    <a:pt x="5449" y="17870"/>
                    <a:pt x="5384" y="20818"/>
                    <a:pt x="6132" y="20276"/>
                  </a:cubicBezTo>
                  <a:cubicBezTo>
                    <a:pt x="6018" y="18953"/>
                    <a:pt x="5986" y="16546"/>
                    <a:pt x="5986" y="14380"/>
                  </a:cubicBezTo>
                  <a:cubicBezTo>
                    <a:pt x="5986" y="8484"/>
                    <a:pt x="6246" y="6558"/>
                    <a:pt x="6571" y="6558"/>
                  </a:cubicBezTo>
                  <a:cubicBezTo>
                    <a:pt x="6815" y="6558"/>
                    <a:pt x="6880" y="7701"/>
                    <a:pt x="6880" y="8905"/>
                  </a:cubicBezTo>
                  <a:cubicBezTo>
                    <a:pt x="6880" y="9506"/>
                    <a:pt x="6864" y="10228"/>
                    <a:pt x="6831" y="10950"/>
                  </a:cubicBezTo>
                  <a:cubicBezTo>
                    <a:pt x="6425" y="11853"/>
                    <a:pt x="6099" y="12635"/>
                    <a:pt x="6099" y="13538"/>
                  </a:cubicBezTo>
                  <a:cubicBezTo>
                    <a:pt x="6099" y="14320"/>
                    <a:pt x="6246" y="14380"/>
                    <a:pt x="6376" y="14380"/>
                  </a:cubicBezTo>
                  <a:cubicBezTo>
                    <a:pt x="6685" y="14380"/>
                    <a:pt x="7059" y="13237"/>
                    <a:pt x="7270" y="11131"/>
                  </a:cubicBezTo>
                  <a:cubicBezTo>
                    <a:pt x="7449" y="10710"/>
                    <a:pt x="7628" y="10228"/>
                    <a:pt x="7807" y="9627"/>
                  </a:cubicBezTo>
                  <a:cubicBezTo>
                    <a:pt x="7807" y="9867"/>
                    <a:pt x="7791" y="10048"/>
                    <a:pt x="7791" y="10289"/>
                  </a:cubicBezTo>
                  <a:cubicBezTo>
                    <a:pt x="7791" y="12394"/>
                    <a:pt x="8051" y="13658"/>
                    <a:pt x="8442" y="13658"/>
                  </a:cubicBezTo>
                  <a:cubicBezTo>
                    <a:pt x="8751" y="13658"/>
                    <a:pt x="8995" y="12876"/>
                    <a:pt x="9157" y="11612"/>
                  </a:cubicBezTo>
                  <a:cubicBezTo>
                    <a:pt x="9173" y="12334"/>
                    <a:pt x="9173" y="12996"/>
                    <a:pt x="9173" y="13598"/>
                  </a:cubicBezTo>
                  <a:cubicBezTo>
                    <a:pt x="8539" y="14681"/>
                    <a:pt x="7840" y="15764"/>
                    <a:pt x="7840" y="18832"/>
                  </a:cubicBezTo>
                  <a:cubicBezTo>
                    <a:pt x="7840" y="20397"/>
                    <a:pt x="8149" y="21600"/>
                    <a:pt x="8555" y="21600"/>
                  </a:cubicBezTo>
                  <a:cubicBezTo>
                    <a:pt x="9434" y="21600"/>
                    <a:pt x="9645" y="18170"/>
                    <a:pt x="9645" y="14139"/>
                  </a:cubicBezTo>
                  <a:cubicBezTo>
                    <a:pt x="9938" y="13658"/>
                    <a:pt x="10149" y="13357"/>
                    <a:pt x="10393" y="12876"/>
                  </a:cubicBezTo>
                  <a:cubicBezTo>
                    <a:pt x="10605" y="13838"/>
                    <a:pt x="10898" y="14320"/>
                    <a:pt x="11158" y="14320"/>
                  </a:cubicBezTo>
                  <a:cubicBezTo>
                    <a:pt x="11662" y="14320"/>
                    <a:pt x="12036" y="13357"/>
                    <a:pt x="12329" y="11372"/>
                  </a:cubicBezTo>
                  <a:cubicBezTo>
                    <a:pt x="12394" y="12876"/>
                    <a:pt x="12492" y="14320"/>
                    <a:pt x="12703" y="14320"/>
                  </a:cubicBezTo>
                  <a:cubicBezTo>
                    <a:pt x="13110" y="14320"/>
                    <a:pt x="13191" y="6679"/>
                    <a:pt x="13484" y="6679"/>
                  </a:cubicBezTo>
                  <a:cubicBezTo>
                    <a:pt x="13711" y="6679"/>
                    <a:pt x="13516" y="14982"/>
                    <a:pt x="14118" y="14982"/>
                  </a:cubicBezTo>
                  <a:cubicBezTo>
                    <a:pt x="14622" y="14982"/>
                    <a:pt x="14720" y="7701"/>
                    <a:pt x="14964" y="7701"/>
                  </a:cubicBezTo>
                  <a:cubicBezTo>
                    <a:pt x="15143" y="7701"/>
                    <a:pt x="15159" y="14320"/>
                    <a:pt x="15712" y="14320"/>
                  </a:cubicBezTo>
                  <a:cubicBezTo>
                    <a:pt x="15989" y="14320"/>
                    <a:pt x="16281" y="13116"/>
                    <a:pt x="16428" y="10589"/>
                  </a:cubicBezTo>
                  <a:cubicBezTo>
                    <a:pt x="16493" y="12274"/>
                    <a:pt x="16720" y="14320"/>
                    <a:pt x="17176" y="14320"/>
                  </a:cubicBezTo>
                  <a:cubicBezTo>
                    <a:pt x="17436" y="14320"/>
                    <a:pt x="17664" y="13357"/>
                    <a:pt x="17843" y="12033"/>
                  </a:cubicBezTo>
                  <a:cubicBezTo>
                    <a:pt x="17892" y="13417"/>
                    <a:pt x="17989" y="14320"/>
                    <a:pt x="18184" y="14320"/>
                  </a:cubicBezTo>
                  <a:cubicBezTo>
                    <a:pt x="18705" y="14320"/>
                    <a:pt x="18689" y="6739"/>
                    <a:pt x="19095" y="6739"/>
                  </a:cubicBezTo>
                  <a:cubicBezTo>
                    <a:pt x="19420" y="6739"/>
                    <a:pt x="19323" y="14320"/>
                    <a:pt x="20087" y="14320"/>
                  </a:cubicBezTo>
                  <a:cubicBezTo>
                    <a:pt x="20445" y="14320"/>
                    <a:pt x="20624" y="13237"/>
                    <a:pt x="20722" y="11793"/>
                  </a:cubicBezTo>
                  <a:cubicBezTo>
                    <a:pt x="20868" y="13899"/>
                    <a:pt x="21096" y="14320"/>
                    <a:pt x="21275" y="14320"/>
                  </a:cubicBezTo>
                  <a:cubicBezTo>
                    <a:pt x="21389" y="14320"/>
                    <a:pt x="21486" y="14199"/>
                    <a:pt x="21600" y="13658"/>
                  </a:cubicBezTo>
                  <a:cubicBezTo>
                    <a:pt x="21014" y="12755"/>
                    <a:pt x="21063" y="9326"/>
                    <a:pt x="21063" y="7100"/>
                  </a:cubicBezTo>
                  <a:moveTo>
                    <a:pt x="8588" y="20156"/>
                  </a:moveTo>
                  <a:cubicBezTo>
                    <a:pt x="8409" y="20156"/>
                    <a:pt x="8311" y="19554"/>
                    <a:pt x="8311" y="18832"/>
                  </a:cubicBezTo>
                  <a:cubicBezTo>
                    <a:pt x="8311" y="16847"/>
                    <a:pt x="8702" y="15824"/>
                    <a:pt x="9173" y="14921"/>
                  </a:cubicBezTo>
                  <a:cubicBezTo>
                    <a:pt x="9157" y="19193"/>
                    <a:pt x="8881" y="20156"/>
                    <a:pt x="8588" y="20156"/>
                  </a:cubicBezTo>
                  <a:moveTo>
                    <a:pt x="10963" y="6318"/>
                  </a:moveTo>
                  <a:cubicBezTo>
                    <a:pt x="11142" y="6318"/>
                    <a:pt x="11255" y="6919"/>
                    <a:pt x="11239" y="7762"/>
                  </a:cubicBezTo>
                  <a:cubicBezTo>
                    <a:pt x="11207" y="8784"/>
                    <a:pt x="11011" y="9988"/>
                    <a:pt x="10654" y="10890"/>
                  </a:cubicBezTo>
                  <a:cubicBezTo>
                    <a:pt x="10475" y="8965"/>
                    <a:pt x="10621" y="6318"/>
                    <a:pt x="10963" y="6318"/>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2" name="Freeform 59">
              <a:extLst>
                <a:ext uri="{FF2B5EF4-FFF2-40B4-BE49-F238E27FC236}">
                  <a16:creationId xmlns:a16="http://schemas.microsoft.com/office/drawing/2014/main" id="{CC2A41A5-1441-D327-0CDD-0BDD4F0B5586}"/>
                </a:ext>
              </a:extLst>
            </p:cNvPr>
            <p:cNvSpPr/>
            <p:nvPr/>
          </p:nvSpPr>
          <p:spPr>
            <a:xfrm>
              <a:off x="792632" y="18388"/>
              <a:ext cx="29116" cy="30649"/>
            </a:xfrm>
            <a:custGeom>
              <a:avLst/>
              <a:gdLst/>
              <a:ahLst/>
              <a:cxnLst>
                <a:cxn ang="0">
                  <a:pos x="wd2" y="hd2"/>
                </a:cxn>
                <a:cxn ang="5400000">
                  <a:pos x="wd2" y="hd2"/>
                </a:cxn>
                <a:cxn ang="10800000">
                  <a:pos x="wd2" y="hd2"/>
                </a:cxn>
                <a:cxn ang="16200000">
                  <a:pos x="wd2" y="hd2"/>
                </a:cxn>
              </a:cxnLst>
              <a:rect l="0" t="0" r="r" b="b"/>
              <a:pathLst>
                <a:path w="21600" h="21600" extrusionOk="0">
                  <a:moveTo>
                    <a:pt x="11092" y="21600"/>
                  </a:moveTo>
                  <a:cubicBezTo>
                    <a:pt x="17514" y="21046"/>
                    <a:pt x="21600" y="16062"/>
                    <a:pt x="21600" y="10523"/>
                  </a:cubicBezTo>
                  <a:cubicBezTo>
                    <a:pt x="21600" y="4431"/>
                    <a:pt x="17514" y="0"/>
                    <a:pt x="11092" y="0"/>
                  </a:cubicBezTo>
                  <a:cubicBezTo>
                    <a:pt x="5254" y="554"/>
                    <a:pt x="0" y="4985"/>
                    <a:pt x="0" y="11077"/>
                  </a:cubicBezTo>
                  <a:cubicBezTo>
                    <a:pt x="0" y="17169"/>
                    <a:pt x="5254" y="21600"/>
                    <a:pt x="11092" y="21600"/>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3" name="Freeform 60">
              <a:extLst>
                <a:ext uri="{FF2B5EF4-FFF2-40B4-BE49-F238E27FC236}">
                  <a16:creationId xmlns:a16="http://schemas.microsoft.com/office/drawing/2014/main" id="{3007AEF4-1909-E000-EB1A-D963D6BB63B0}"/>
                </a:ext>
              </a:extLst>
            </p:cNvPr>
            <p:cNvSpPr/>
            <p:nvPr/>
          </p:nvSpPr>
          <p:spPr>
            <a:xfrm>
              <a:off x="999506" y="23752"/>
              <a:ext cx="27201" cy="29536"/>
            </a:xfrm>
            <a:custGeom>
              <a:avLst/>
              <a:gdLst/>
              <a:ahLst/>
              <a:cxnLst>
                <a:cxn ang="0">
                  <a:pos x="wd2" y="hd2"/>
                </a:cxn>
                <a:cxn ang="5400000">
                  <a:pos x="wd2" y="hd2"/>
                </a:cxn>
                <a:cxn ang="10800000">
                  <a:pos x="wd2" y="hd2"/>
                </a:cxn>
                <a:cxn ang="16200000">
                  <a:pos x="wd2" y="hd2"/>
                </a:cxn>
              </a:cxnLst>
              <a:rect l="0" t="0" r="r" b="b"/>
              <a:pathLst>
                <a:path w="21600" h="21080" extrusionOk="0">
                  <a:moveTo>
                    <a:pt x="10800" y="21032"/>
                  </a:moveTo>
                  <a:cubicBezTo>
                    <a:pt x="16518" y="21032"/>
                    <a:pt x="21600" y="15916"/>
                    <a:pt x="21600" y="10232"/>
                  </a:cubicBezTo>
                  <a:cubicBezTo>
                    <a:pt x="21600" y="4547"/>
                    <a:pt x="16518" y="0"/>
                    <a:pt x="10800" y="0"/>
                  </a:cubicBezTo>
                  <a:cubicBezTo>
                    <a:pt x="4447" y="568"/>
                    <a:pt x="0" y="5116"/>
                    <a:pt x="0" y="10800"/>
                  </a:cubicBezTo>
                  <a:cubicBezTo>
                    <a:pt x="0" y="17053"/>
                    <a:pt x="4447" y="21600"/>
                    <a:pt x="10800" y="21032"/>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4" name="Freeform 61">
              <a:extLst>
                <a:ext uri="{FF2B5EF4-FFF2-40B4-BE49-F238E27FC236}">
                  <a16:creationId xmlns:a16="http://schemas.microsoft.com/office/drawing/2014/main" id="{29FE1352-0768-B194-8298-D358E9EF1581}"/>
                </a:ext>
              </a:extLst>
            </p:cNvPr>
            <p:cNvSpPr/>
            <p:nvPr/>
          </p:nvSpPr>
          <p:spPr>
            <a:xfrm>
              <a:off x="1065399" y="-1"/>
              <a:ext cx="226796" cy="191037"/>
            </a:xfrm>
            <a:custGeom>
              <a:avLst/>
              <a:gdLst/>
              <a:ahLst/>
              <a:cxnLst>
                <a:cxn ang="0">
                  <a:pos x="wd2" y="hd2"/>
                </a:cxn>
                <a:cxn ang="5400000">
                  <a:pos x="wd2" y="hd2"/>
                </a:cxn>
                <a:cxn ang="10800000">
                  <a:pos x="wd2" y="hd2"/>
                </a:cxn>
                <a:cxn ang="16200000">
                  <a:pos x="wd2" y="hd2"/>
                </a:cxn>
              </a:cxnLst>
              <a:rect l="0" t="0" r="r" b="b"/>
              <a:pathLst>
                <a:path w="21600" h="21456" extrusionOk="0">
                  <a:moveTo>
                    <a:pt x="21525" y="13511"/>
                  </a:moveTo>
                  <a:cubicBezTo>
                    <a:pt x="21525" y="9867"/>
                    <a:pt x="20095" y="6844"/>
                    <a:pt x="17837" y="4444"/>
                  </a:cubicBezTo>
                  <a:cubicBezTo>
                    <a:pt x="16181" y="2667"/>
                    <a:pt x="14149" y="1244"/>
                    <a:pt x="12042" y="267"/>
                  </a:cubicBezTo>
                  <a:cubicBezTo>
                    <a:pt x="11891" y="178"/>
                    <a:pt x="11741" y="89"/>
                    <a:pt x="11515" y="0"/>
                  </a:cubicBezTo>
                  <a:cubicBezTo>
                    <a:pt x="11515" y="0"/>
                    <a:pt x="11515" y="0"/>
                    <a:pt x="11515" y="0"/>
                  </a:cubicBezTo>
                  <a:cubicBezTo>
                    <a:pt x="8956" y="3644"/>
                    <a:pt x="0" y="6400"/>
                    <a:pt x="0" y="14044"/>
                  </a:cubicBezTo>
                  <a:cubicBezTo>
                    <a:pt x="0" y="17067"/>
                    <a:pt x="1580" y="19822"/>
                    <a:pt x="3989" y="20978"/>
                  </a:cubicBezTo>
                  <a:cubicBezTo>
                    <a:pt x="5344" y="21600"/>
                    <a:pt x="6698" y="21600"/>
                    <a:pt x="8053" y="21067"/>
                  </a:cubicBezTo>
                  <a:cubicBezTo>
                    <a:pt x="9257" y="20622"/>
                    <a:pt x="10311" y="19733"/>
                    <a:pt x="11139" y="18667"/>
                  </a:cubicBezTo>
                  <a:cubicBezTo>
                    <a:pt x="13698" y="15200"/>
                    <a:pt x="14826" y="9867"/>
                    <a:pt x="18063" y="9867"/>
                  </a:cubicBezTo>
                  <a:cubicBezTo>
                    <a:pt x="20998" y="9867"/>
                    <a:pt x="21374" y="12356"/>
                    <a:pt x="21600" y="13689"/>
                  </a:cubicBezTo>
                  <a:cubicBezTo>
                    <a:pt x="21600" y="13689"/>
                    <a:pt x="21600" y="13600"/>
                    <a:pt x="21525" y="13511"/>
                  </a:cubicBezTo>
                </a:path>
              </a:pathLst>
            </a:custGeom>
            <a:solidFill>
              <a:srgbClr val="0070AD"/>
            </a:solidFill>
            <a:ln w="12700" cap="flat">
              <a:noFill/>
              <a:miter lim="400000"/>
            </a:ln>
            <a:effectLst/>
          </p:spPr>
          <p:txBody>
            <a:bodyPr wrap="square" lIns="45719" tIns="45719" rIns="45719" bIns="45719"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latin typeface="Verdana"/>
                  <a:ea typeface="Verdana"/>
                  <a:cs typeface="Verdana"/>
                  <a:sym typeface="Verdana"/>
                </a:defRPr>
              </a:pPr>
              <a:endParaRPr kumimoji="0" sz="1800" b="0" i="0" u="none" strike="noStrike" kern="1200" cap="none" spc="0" normalizeH="0" baseline="0" noProof="0">
                <a:ln>
                  <a:noFill/>
                </a:ln>
                <a:solidFill>
                  <a:prstClr val="black"/>
                </a:solidFill>
                <a:effectLst/>
                <a:uLnTx/>
                <a:uFillTx/>
                <a:latin typeface="Verdana"/>
                <a:ea typeface="Verdana"/>
                <a:cs typeface="Verdana"/>
                <a:sym typeface="Verdana"/>
              </a:endParaRPr>
            </a:p>
          </p:txBody>
        </p:sp>
      </p:grpSp>
      <p:sp>
        <p:nvSpPr>
          <p:cNvPr id="16" name="Freeform 21">
            <a:extLst>
              <a:ext uri="{FF2B5EF4-FFF2-40B4-BE49-F238E27FC236}">
                <a16:creationId xmlns:a16="http://schemas.microsoft.com/office/drawing/2014/main" id="{323917D4-59EC-69F8-6FB5-6A37B28BDB35}"/>
              </a:ext>
            </a:extLst>
          </p:cNvPr>
          <p:cNvSpPr/>
          <p:nvPr/>
        </p:nvSpPr>
        <p:spPr>
          <a:xfrm>
            <a:off x="4707586" y="1257922"/>
            <a:ext cx="563690" cy="249324"/>
          </a:xfrm>
          <a:custGeom>
            <a:avLst/>
            <a:gdLst/>
            <a:ahLst/>
            <a:cxnLst>
              <a:cxn ang="0">
                <a:pos x="wd2" y="hd2"/>
              </a:cxn>
              <a:cxn ang="5400000">
                <a:pos x="wd2" y="hd2"/>
              </a:cxn>
              <a:cxn ang="10800000">
                <a:pos x="wd2" y="hd2"/>
              </a:cxn>
              <a:cxn ang="16200000">
                <a:pos x="wd2" y="hd2"/>
              </a:cxn>
            </a:cxnLst>
            <a:rect l="0" t="0" r="r" b="b"/>
            <a:pathLst>
              <a:path w="21600" h="21600" extrusionOk="0">
                <a:moveTo>
                  <a:pt x="19855" y="2455"/>
                </a:moveTo>
                <a:cubicBezTo>
                  <a:pt x="17127" y="0"/>
                  <a:pt x="17127" y="0"/>
                  <a:pt x="17127" y="0"/>
                </a:cubicBezTo>
                <a:cubicBezTo>
                  <a:pt x="16691" y="982"/>
                  <a:pt x="16145" y="1718"/>
                  <a:pt x="15491" y="1964"/>
                </a:cubicBezTo>
                <a:cubicBezTo>
                  <a:pt x="15382" y="3436"/>
                  <a:pt x="14945" y="4664"/>
                  <a:pt x="14400" y="5891"/>
                </a:cubicBezTo>
                <a:cubicBezTo>
                  <a:pt x="14291" y="6136"/>
                  <a:pt x="14182" y="6627"/>
                  <a:pt x="14182" y="6873"/>
                </a:cubicBezTo>
                <a:cubicBezTo>
                  <a:pt x="16255" y="8591"/>
                  <a:pt x="16255" y="8591"/>
                  <a:pt x="16255" y="8591"/>
                </a:cubicBezTo>
                <a:cubicBezTo>
                  <a:pt x="17127" y="9327"/>
                  <a:pt x="17891" y="10800"/>
                  <a:pt x="18327" y="12518"/>
                </a:cubicBezTo>
                <a:cubicBezTo>
                  <a:pt x="21600" y="12518"/>
                  <a:pt x="21600" y="12518"/>
                  <a:pt x="21600" y="12518"/>
                </a:cubicBezTo>
                <a:cubicBezTo>
                  <a:pt x="21600" y="8345"/>
                  <a:pt x="21600" y="8345"/>
                  <a:pt x="21600" y="8345"/>
                </a:cubicBezTo>
                <a:cubicBezTo>
                  <a:pt x="21600" y="5645"/>
                  <a:pt x="20945" y="3191"/>
                  <a:pt x="19855" y="2455"/>
                </a:cubicBezTo>
                <a:close/>
                <a:moveTo>
                  <a:pt x="7527" y="6873"/>
                </a:moveTo>
                <a:cubicBezTo>
                  <a:pt x="7418" y="6627"/>
                  <a:pt x="7309" y="6136"/>
                  <a:pt x="7309" y="5891"/>
                </a:cubicBezTo>
                <a:cubicBezTo>
                  <a:pt x="6655" y="4664"/>
                  <a:pt x="6218" y="3436"/>
                  <a:pt x="6109" y="1964"/>
                </a:cubicBezTo>
                <a:cubicBezTo>
                  <a:pt x="5455" y="1718"/>
                  <a:pt x="4909" y="982"/>
                  <a:pt x="4582" y="0"/>
                </a:cubicBezTo>
                <a:cubicBezTo>
                  <a:pt x="1855" y="2455"/>
                  <a:pt x="1855" y="2455"/>
                  <a:pt x="1855" y="2455"/>
                </a:cubicBezTo>
                <a:cubicBezTo>
                  <a:pt x="764" y="3191"/>
                  <a:pt x="0" y="5645"/>
                  <a:pt x="0" y="8345"/>
                </a:cubicBezTo>
                <a:cubicBezTo>
                  <a:pt x="0" y="12518"/>
                  <a:pt x="0" y="12518"/>
                  <a:pt x="0" y="12518"/>
                </a:cubicBezTo>
                <a:cubicBezTo>
                  <a:pt x="3273" y="12518"/>
                  <a:pt x="3273" y="12518"/>
                  <a:pt x="3273" y="12518"/>
                </a:cubicBezTo>
                <a:cubicBezTo>
                  <a:pt x="3818" y="10800"/>
                  <a:pt x="4473" y="9327"/>
                  <a:pt x="5345" y="8591"/>
                </a:cubicBezTo>
                <a:lnTo>
                  <a:pt x="7527" y="6873"/>
                </a:lnTo>
                <a:close/>
                <a:moveTo>
                  <a:pt x="15818" y="11536"/>
                </a:moveTo>
                <a:cubicBezTo>
                  <a:pt x="12982" y="9082"/>
                  <a:pt x="12982" y="9082"/>
                  <a:pt x="12982" y="9082"/>
                </a:cubicBezTo>
                <a:cubicBezTo>
                  <a:pt x="10800" y="15709"/>
                  <a:pt x="10800" y="15709"/>
                  <a:pt x="10800" y="15709"/>
                </a:cubicBezTo>
                <a:cubicBezTo>
                  <a:pt x="8618" y="9082"/>
                  <a:pt x="8618" y="9082"/>
                  <a:pt x="8618" y="9082"/>
                </a:cubicBezTo>
                <a:cubicBezTo>
                  <a:pt x="5891" y="11536"/>
                  <a:pt x="5891" y="11536"/>
                  <a:pt x="5891" y="11536"/>
                </a:cubicBezTo>
                <a:cubicBezTo>
                  <a:pt x="4800" y="12518"/>
                  <a:pt x="4036" y="14727"/>
                  <a:pt x="4036" y="17427"/>
                </a:cubicBezTo>
                <a:cubicBezTo>
                  <a:pt x="4036" y="21600"/>
                  <a:pt x="4036" y="21600"/>
                  <a:pt x="4036" y="21600"/>
                </a:cubicBezTo>
                <a:cubicBezTo>
                  <a:pt x="17564" y="21600"/>
                  <a:pt x="17564" y="21600"/>
                  <a:pt x="17564" y="21600"/>
                </a:cubicBezTo>
                <a:cubicBezTo>
                  <a:pt x="17564" y="17427"/>
                  <a:pt x="17564" y="17427"/>
                  <a:pt x="17564" y="17427"/>
                </a:cubicBezTo>
                <a:cubicBezTo>
                  <a:pt x="17564" y="14727"/>
                  <a:pt x="16800" y="12518"/>
                  <a:pt x="15818" y="11536"/>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7" name="Freeform 22">
            <a:extLst>
              <a:ext uri="{FF2B5EF4-FFF2-40B4-BE49-F238E27FC236}">
                <a16:creationId xmlns:a16="http://schemas.microsoft.com/office/drawing/2014/main" id="{7EE8758F-CE2A-406C-25A5-24AADC136BEB}"/>
              </a:ext>
            </a:extLst>
          </p:cNvPr>
          <p:cNvSpPr/>
          <p:nvPr/>
        </p:nvSpPr>
        <p:spPr>
          <a:xfrm>
            <a:off x="4796716" y="1051958"/>
            <a:ext cx="386634" cy="310753"/>
          </a:xfrm>
          <a:custGeom>
            <a:avLst/>
            <a:gdLst/>
            <a:ahLst/>
            <a:cxnLst>
              <a:cxn ang="0">
                <a:pos x="wd2" y="hd2"/>
              </a:cxn>
              <a:cxn ang="5400000">
                <a:pos x="wd2" y="hd2"/>
              </a:cxn>
              <a:cxn ang="10800000">
                <a:pos x="wd2" y="hd2"/>
              </a:cxn>
              <a:cxn ang="16200000">
                <a:pos x="wd2" y="hd2"/>
              </a:cxn>
            </a:cxnLst>
            <a:rect l="0" t="0" r="r" b="b"/>
            <a:pathLst>
              <a:path w="21600" h="21600" extrusionOk="0">
                <a:moveTo>
                  <a:pt x="21124" y="6341"/>
                </a:moveTo>
                <a:cubicBezTo>
                  <a:pt x="21124" y="6143"/>
                  <a:pt x="21124" y="5747"/>
                  <a:pt x="21124" y="5549"/>
                </a:cubicBezTo>
                <a:cubicBezTo>
                  <a:pt x="21124" y="2180"/>
                  <a:pt x="19218" y="0"/>
                  <a:pt x="16676" y="0"/>
                </a:cubicBezTo>
                <a:cubicBezTo>
                  <a:pt x="14294" y="0"/>
                  <a:pt x="12547" y="1982"/>
                  <a:pt x="12388" y="4954"/>
                </a:cubicBezTo>
                <a:cubicBezTo>
                  <a:pt x="15247" y="5945"/>
                  <a:pt x="17153" y="8917"/>
                  <a:pt x="17153" y="12881"/>
                </a:cubicBezTo>
                <a:cubicBezTo>
                  <a:pt x="17312" y="13277"/>
                  <a:pt x="17471" y="13673"/>
                  <a:pt x="17629" y="14070"/>
                </a:cubicBezTo>
                <a:cubicBezTo>
                  <a:pt x="19059" y="13673"/>
                  <a:pt x="19694" y="11890"/>
                  <a:pt x="20329" y="9908"/>
                </a:cubicBezTo>
                <a:cubicBezTo>
                  <a:pt x="21124" y="9314"/>
                  <a:pt x="21600" y="8719"/>
                  <a:pt x="21600" y="7728"/>
                </a:cubicBezTo>
                <a:cubicBezTo>
                  <a:pt x="21600" y="7332"/>
                  <a:pt x="21441" y="6738"/>
                  <a:pt x="21124" y="6341"/>
                </a:cubicBezTo>
                <a:close/>
                <a:moveTo>
                  <a:pt x="9212" y="4954"/>
                </a:moveTo>
                <a:cubicBezTo>
                  <a:pt x="9053" y="1982"/>
                  <a:pt x="7306" y="0"/>
                  <a:pt x="4924" y="0"/>
                </a:cubicBezTo>
                <a:cubicBezTo>
                  <a:pt x="2382" y="0"/>
                  <a:pt x="635" y="2180"/>
                  <a:pt x="635" y="5549"/>
                </a:cubicBezTo>
                <a:cubicBezTo>
                  <a:pt x="635" y="5747"/>
                  <a:pt x="635" y="6143"/>
                  <a:pt x="635" y="6341"/>
                </a:cubicBezTo>
                <a:cubicBezTo>
                  <a:pt x="159" y="6738"/>
                  <a:pt x="0" y="7332"/>
                  <a:pt x="0" y="7728"/>
                </a:cubicBezTo>
                <a:cubicBezTo>
                  <a:pt x="0" y="8719"/>
                  <a:pt x="476" y="9314"/>
                  <a:pt x="1271" y="9908"/>
                </a:cubicBezTo>
                <a:cubicBezTo>
                  <a:pt x="1906" y="11890"/>
                  <a:pt x="2541" y="13673"/>
                  <a:pt x="4129" y="14070"/>
                </a:cubicBezTo>
                <a:cubicBezTo>
                  <a:pt x="4129" y="13673"/>
                  <a:pt x="4288" y="13277"/>
                  <a:pt x="4447" y="12881"/>
                </a:cubicBezTo>
                <a:cubicBezTo>
                  <a:pt x="4606" y="8917"/>
                  <a:pt x="6512" y="5945"/>
                  <a:pt x="9212" y="4954"/>
                </a:cubicBezTo>
                <a:close/>
                <a:moveTo>
                  <a:pt x="15247" y="12881"/>
                </a:moveTo>
                <a:cubicBezTo>
                  <a:pt x="15247" y="9710"/>
                  <a:pt x="13341" y="7332"/>
                  <a:pt x="10800" y="7332"/>
                </a:cubicBezTo>
                <a:cubicBezTo>
                  <a:pt x="8259" y="7332"/>
                  <a:pt x="6512" y="9710"/>
                  <a:pt x="6512" y="12881"/>
                </a:cubicBezTo>
                <a:cubicBezTo>
                  <a:pt x="6512" y="13079"/>
                  <a:pt x="6512" y="13475"/>
                  <a:pt x="6512" y="13673"/>
                </a:cubicBezTo>
                <a:cubicBezTo>
                  <a:pt x="6194" y="14070"/>
                  <a:pt x="5876" y="14664"/>
                  <a:pt x="5876" y="15061"/>
                </a:cubicBezTo>
                <a:cubicBezTo>
                  <a:pt x="5876" y="16051"/>
                  <a:pt x="6353" y="16844"/>
                  <a:pt x="7306" y="17240"/>
                </a:cubicBezTo>
                <a:cubicBezTo>
                  <a:pt x="7941" y="19618"/>
                  <a:pt x="8735" y="21600"/>
                  <a:pt x="10800" y="21600"/>
                </a:cubicBezTo>
                <a:cubicBezTo>
                  <a:pt x="12865" y="21600"/>
                  <a:pt x="13659" y="19618"/>
                  <a:pt x="14453" y="17240"/>
                </a:cubicBezTo>
                <a:cubicBezTo>
                  <a:pt x="15247" y="16844"/>
                  <a:pt x="15724" y="16051"/>
                  <a:pt x="15724" y="15061"/>
                </a:cubicBezTo>
                <a:cubicBezTo>
                  <a:pt x="15724" y="14664"/>
                  <a:pt x="15565" y="14070"/>
                  <a:pt x="15247" y="13673"/>
                </a:cubicBezTo>
                <a:cubicBezTo>
                  <a:pt x="15247" y="13475"/>
                  <a:pt x="15247" y="13079"/>
                  <a:pt x="15247" y="12881"/>
                </a:cubicBezTo>
                <a:close/>
              </a:path>
            </a:pathLst>
          </a:custGeom>
          <a:solidFill>
            <a:srgbClr val="FF33CC"/>
          </a:solidFill>
          <a:ln w="12700" cap="flat">
            <a:noFill/>
            <a:miter lim="400000"/>
          </a:ln>
          <a:effectLst/>
        </p:spPr>
        <p:txBody>
          <a:bodyPr wrap="square" lIns="45719" tIns="45719" rIns="45719" bIns="45719" numCol="1"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a:latin typeface="Verdana"/>
                <a:ea typeface="Verdana"/>
                <a:cs typeface="Verdana"/>
                <a:sym typeface="Verdana"/>
              </a:defRPr>
            </a:pPr>
            <a:endParaRPr kumimoji="0" sz="1200" b="0" i="0" u="none" strike="noStrike" kern="1200" cap="none" spc="0" normalizeH="0" baseline="0" noProof="0">
              <a:ln>
                <a:noFill/>
              </a:ln>
              <a:solidFill>
                <a:prstClr val="black"/>
              </a:solidFill>
              <a:effectLst/>
              <a:uLnTx/>
              <a:uFillTx/>
              <a:latin typeface="Verdana"/>
              <a:ea typeface="Verdana"/>
              <a:cs typeface="Verdana"/>
              <a:sym typeface="Verdana"/>
            </a:endParaRPr>
          </a:p>
        </p:txBody>
      </p:sp>
      <p:sp>
        <p:nvSpPr>
          <p:cNvPr id="18" name="Arrow: Left-Right-Up 17">
            <a:extLst>
              <a:ext uri="{FF2B5EF4-FFF2-40B4-BE49-F238E27FC236}">
                <a16:creationId xmlns:a16="http://schemas.microsoft.com/office/drawing/2014/main" id="{E3CE930B-6579-D0D0-A55B-55BA0970A65A}"/>
              </a:ext>
            </a:extLst>
          </p:cNvPr>
          <p:cNvSpPr/>
          <p:nvPr/>
        </p:nvSpPr>
        <p:spPr>
          <a:xfrm>
            <a:off x="4871358" y="2717334"/>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19" name="Arrow: Left-Right-Up 18">
            <a:extLst>
              <a:ext uri="{FF2B5EF4-FFF2-40B4-BE49-F238E27FC236}">
                <a16:creationId xmlns:a16="http://schemas.microsoft.com/office/drawing/2014/main" id="{6E2E7925-F87A-5A21-091A-AE06F240E47F}"/>
              </a:ext>
            </a:extLst>
          </p:cNvPr>
          <p:cNvSpPr/>
          <p:nvPr/>
        </p:nvSpPr>
        <p:spPr>
          <a:xfrm>
            <a:off x="4871358" y="3635483"/>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algn="ctr"/>
            <a:endParaRPr lang="en-GB" kern="0">
              <a:solidFill>
                <a:prstClr val="white"/>
              </a:solidFill>
              <a:latin typeface="Calibri" panose="020F0502020204030204"/>
            </a:endParaRPr>
          </a:p>
        </p:txBody>
      </p:sp>
      <p:sp>
        <p:nvSpPr>
          <p:cNvPr id="20" name="Arrow: Left-Right-Up 19">
            <a:extLst>
              <a:ext uri="{FF2B5EF4-FFF2-40B4-BE49-F238E27FC236}">
                <a16:creationId xmlns:a16="http://schemas.microsoft.com/office/drawing/2014/main" id="{509D5C8D-8ABD-06CA-F858-FF0498BAECB4}"/>
              </a:ext>
            </a:extLst>
          </p:cNvPr>
          <p:cNvSpPr/>
          <p:nvPr/>
        </p:nvSpPr>
        <p:spPr>
          <a:xfrm>
            <a:off x="4871358" y="4464849"/>
            <a:ext cx="1001486" cy="654434"/>
          </a:xfrm>
          <a:prstGeom prst="leftRightUpArrow">
            <a:avLst/>
          </a:prstGeom>
          <a:gradFill flip="none" rotWithShape="1">
            <a:gsLst>
              <a:gs pos="48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86A9E356-8DCA-1DD8-2A15-B34268754DA4}"/>
              </a:ext>
            </a:extLst>
          </p:cNvPr>
          <p:cNvSpPr txBox="1"/>
          <p:nvPr/>
        </p:nvSpPr>
        <p:spPr>
          <a:xfrm>
            <a:off x="1775600" y="1407370"/>
            <a:ext cx="357148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Executive Level:</a:t>
            </a:r>
          </a:p>
        </p:txBody>
      </p:sp>
      <p:sp>
        <p:nvSpPr>
          <p:cNvPr id="31" name="TextBox 30">
            <a:extLst>
              <a:ext uri="{FF2B5EF4-FFF2-40B4-BE49-F238E27FC236}">
                <a16:creationId xmlns:a16="http://schemas.microsoft.com/office/drawing/2014/main" id="{F6EDAFA3-CF5D-6CD1-3F04-F26402155D40}"/>
              </a:ext>
            </a:extLst>
          </p:cNvPr>
          <p:cNvSpPr txBox="1"/>
          <p:nvPr/>
        </p:nvSpPr>
        <p:spPr>
          <a:xfrm>
            <a:off x="184311" y="1797798"/>
            <a:ext cx="1335165"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Other key stakeholders:</a:t>
            </a:r>
          </a:p>
        </p:txBody>
      </p:sp>
      <p:sp>
        <p:nvSpPr>
          <p:cNvPr id="64" name="TextBox 63">
            <a:extLst>
              <a:ext uri="{FF2B5EF4-FFF2-40B4-BE49-F238E27FC236}">
                <a16:creationId xmlns:a16="http://schemas.microsoft.com/office/drawing/2014/main" id="{56C8ED0B-81D8-46AA-6AD3-9599BED25299}"/>
              </a:ext>
            </a:extLst>
          </p:cNvPr>
          <p:cNvSpPr txBox="1"/>
          <p:nvPr/>
        </p:nvSpPr>
        <p:spPr>
          <a:xfrm>
            <a:off x="272092" y="2442455"/>
            <a:ext cx="1403755" cy="3049778"/>
          </a:xfrm>
          <a:prstGeom prst="rect">
            <a:avLst/>
          </a:prstGeom>
          <a:noFill/>
        </p:spPr>
        <p:txBody>
          <a:bodyPr wrap="square" lIns="91440" tIns="45720" rIns="91440" bIns="45720" rtlCol="0" anchor="t">
            <a:noAutofit/>
          </a:bodyPr>
          <a:lstStyle/>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Finance modernisation</a:t>
            </a:r>
            <a:endParaRPr lang="en-GB" err="1">
              <a:solidFill>
                <a:prstClr val="white"/>
              </a:solidFill>
            </a:endParaRP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Underwriting &amp; Servicing </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Data Migration</a:t>
            </a:r>
          </a:p>
          <a:p>
            <a:pPr>
              <a:defRPr/>
            </a:pPr>
            <a:endParaRPr lang="en-GB" sz="1200" b="1" kern="0">
              <a:solidFill>
                <a:prstClr val="white"/>
              </a:solidFill>
              <a:latin typeface="Calibri"/>
              <a:ea typeface="Calibri"/>
              <a:cs typeface="Calibri"/>
            </a:endParaRPr>
          </a:p>
          <a:p>
            <a:pPr>
              <a:defRPr/>
            </a:pPr>
            <a:endParaRPr lang="en-GB" sz="1200" b="1" kern="0">
              <a:solidFill>
                <a:prstClr val="white"/>
              </a:solidFill>
              <a:latin typeface="Calibri"/>
              <a:ea typeface="Calibri"/>
              <a:cs typeface="Calibri"/>
            </a:endParaRPr>
          </a:p>
          <a:p>
            <a:pPr>
              <a:defRPr/>
            </a:pPr>
            <a:r>
              <a:rPr lang="en-GB" sz="1200" b="1" kern="0">
                <a:solidFill>
                  <a:prstClr val="white"/>
                </a:solidFill>
                <a:latin typeface="Calibri"/>
                <a:ea typeface="Calibri"/>
                <a:cs typeface="Calibri"/>
              </a:rPr>
              <a:t>Operations </a:t>
            </a:r>
          </a:p>
        </p:txBody>
      </p:sp>
      <p:sp>
        <p:nvSpPr>
          <p:cNvPr id="65" name="Rectangle: Rounded Corners 64">
            <a:extLst>
              <a:ext uri="{FF2B5EF4-FFF2-40B4-BE49-F238E27FC236}">
                <a16:creationId xmlns:a16="http://schemas.microsoft.com/office/drawing/2014/main" id="{DD795179-BE8A-87C7-2CC3-B660419A6194}"/>
              </a:ext>
            </a:extLst>
          </p:cNvPr>
          <p:cNvSpPr/>
          <p:nvPr/>
        </p:nvSpPr>
        <p:spPr>
          <a:xfrm>
            <a:off x="1809751" y="5409233"/>
            <a:ext cx="7124700" cy="527334"/>
          </a:xfrm>
          <a:prstGeom prst="roundRect">
            <a:avLst>
              <a:gd name="adj" fmla="val 14259"/>
            </a:avLst>
          </a:prstGeom>
          <a:gradFill flip="none" rotWithShape="1">
            <a:gsLst>
              <a:gs pos="49000">
                <a:srgbClr val="FF33CC"/>
              </a:gs>
              <a:gs pos="0">
                <a:srgbClr val="FF33CC"/>
              </a:gs>
              <a:gs pos="55000">
                <a:srgbClr val="0070C0"/>
              </a:gs>
            </a:gsLst>
            <a:lin ang="0" scaled="1"/>
            <a:tileRect/>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29E59022-4BF3-E29E-C12E-B58C08FA9385}"/>
              </a:ext>
            </a:extLst>
          </p:cNvPr>
          <p:cNvSpPr txBox="1"/>
          <p:nvPr/>
        </p:nvSpPr>
        <p:spPr>
          <a:xfrm>
            <a:off x="1814423" y="1726943"/>
            <a:ext cx="3486150" cy="261610"/>
          </a:xfrm>
          <a:prstGeom prst="rect">
            <a:avLst/>
          </a:prstGeom>
          <a:noFill/>
        </p:spPr>
        <p:txBody>
          <a:bodyPr wrap="square" lIns="91440" tIns="45720" rIns="91440" bIns="45720" rtlCol="0" anchor="t">
            <a:spAutoFit/>
          </a:bodyPr>
          <a:lstStyle/>
          <a:p>
            <a:pPr>
              <a:defRPr/>
            </a:pPr>
            <a:r>
              <a:rPr lang="en-GB" sz="1100" kern="0">
                <a:solidFill>
                  <a:prstClr val="white"/>
                </a:solidFill>
                <a:latin typeface="Calibri" panose="020F0502020204030204"/>
              </a:rPr>
              <a:t>Business Sponsor</a:t>
            </a:r>
          </a:p>
        </p:txBody>
      </p:sp>
      <p:sp>
        <p:nvSpPr>
          <p:cNvPr id="68" name="Arrow: Right 67">
            <a:extLst>
              <a:ext uri="{FF2B5EF4-FFF2-40B4-BE49-F238E27FC236}">
                <a16:creationId xmlns:a16="http://schemas.microsoft.com/office/drawing/2014/main" id="{6EC92D07-E96C-E6F1-6144-5C016A8483E5}"/>
              </a:ext>
            </a:extLst>
          </p:cNvPr>
          <p:cNvSpPr/>
          <p:nvPr/>
        </p:nvSpPr>
        <p:spPr>
          <a:xfrm>
            <a:off x="1581921" y="3146497"/>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69" name="Arrow: Right 68">
            <a:extLst>
              <a:ext uri="{FF2B5EF4-FFF2-40B4-BE49-F238E27FC236}">
                <a16:creationId xmlns:a16="http://schemas.microsoft.com/office/drawing/2014/main" id="{5D7DF35D-547B-CEF6-8912-5239B47DA582}"/>
              </a:ext>
            </a:extLst>
          </p:cNvPr>
          <p:cNvSpPr/>
          <p:nvPr/>
        </p:nvSpPr>
        <p:spPr>
          <a:xfrm>
            <a:off x="1588750" y="463141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71" name="TextBox 70">
            <a:extLst>
              <a:ext uri="{FF2B5EF4-FFF2-40B4-BE49-F238E27FC236}">
                <a16:creationId xmlns:a16="http://schemas.microsoft.com/office/drawing/2014/main" id="{CFB73E41-28E5-5B6A-78F2-6DDBCEC42C75}"/>
              </a:ext>
            </a:extLst>
          </p:cNvPr>
          <p:cNvSpPr txBox="1"/>
          <p:nvPr/>
        </p:nvSpPr>
        <p:spPr>
          <a:xfrm>
            <a:off x="1857012" y="5403942"/>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SMEs, Business Analysts, Architects, Engineers, UAT team etc.</a:t>
            </a:r>
          </a:p>
        </p:txBody>
      </p:sp>
      <p:sp>
        <p:nvSpPr>
          <p:cNvPr id="72" name="TextBox 71">
            <a:extLst>
              <a:ext uri="{FF2B5EF4-FFF2-40B4-BE49-F238E27FC236}">
                <a16:creationId xmlns:a16="http://schemas.microsoft.com/office/drawing/2014/main" id="{8BE5E1E7-CD92-CE60-9C08-362CA75D1DE5}"/>
              </a:ext>
            </a:extLst>
          </p:cNvPr>
          <p:cNvSpPr txBox="1"/>
          <p:nvPr/>
        </p:nvSpPr>
        <p:spPr>
          <a:xfrm>
            <a:off x="1775600" y="5176198"/>
            <a:ext cx="3486150"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1" i="0" u="none" strike="noStrike" kern="0" cap="none" spc="0" normalizeH="0" baseline="0" noProof="0">
                <a:ln>
                  <a:noFill/>
                </a:ln>
                <a:solidFill>
                  <a:prstClr val="black"/>
                </a:solidFill>
                <a:effectLst/>
                <a:uLnTx/>
                <a:uFillTx/>
                <a:latin typeface="Calibri" panose="020F0502020204030204"/>
                <a:ea typeface="+mn-ea"/>
                <a:cs typeface="+mn-cs"/>
              </a:rPr>
              <a:t>Project Team:</a:t>
            </a:r>
          </a:p>
        </p:txBody>
      </p:sp>
      <p:sp>
        <p:nvSpPr>
          <p:cNvPr id="73" name="TextBox 72">
            <a:extLst>
              <a:ext uri="{FF2B5EF4-FFF2-40B4-BE49-F238E27FC236}">
                <a16:creationId xmlns:a16="http://schemas.microsoft.com/office/drawing/2014/main" id="{DA88CA85-FB53-C64C-A159-419AAEA605FC}"/>
              </a:ext>
            </a:extLst>
          </p:cNvPr>
          <p:cNvSpPr txBox="1"/>
          <p:nvPr/>
        </p:nvSpPr>
        <p:spPr>
          <a:xfrm>
            <a:off x="5507548" y="5412656"/>
            <a:ext cx="3486150" cy="46166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300"/>
              </a:spcBef>
              <a:spcAft>
                <a:spcPts val="0"/>
              </a:spcAft>
              <a:buClr>
                <a:srgbClr val="0070AD"/>
              </a:buClr>
              <a:buSzPct val="100000"/>
              <a:buFontTx/>
              <a:buNone/>
              <a:tabLst/>
              <a:defRPr sz="1000">
                <a:latin typeface="Verdana"/>
                <a:ea typeface="Verdana"/>
                <a:cs typeface="Verdana"/>
                <a:sym typeface="Verdana"/>
              </a:defRPr>
            </a:pPr>
            <a:r>
              <a:rPr kumimoji="0" lang="en-GB" sz="1200" b="0" i="0" u="none" strike="noStrike" kern="1200" cap="none" spc="0" normalizeH="0" baseline="0" noProof="0">
                <a:ln>
                  <a:noFill/>
                </a:ln>
                <a:solidFill>
                  <a:prstClr val="white"/>
                </a:solidFill>
                <a:effectLst/>
                <a:uLnTx/>
                <a:uFillTx/>
                <a:latin typeface="Calibri Light" panose="020F0302020204030204"/>
                <a:ea typeface="Verdana"/>
                <a:cs typeface="Verdana"/>
                <a:sym typeface="Verdana"/>
              </a:rPr>
              <a:t>Business Analysts, Architects, Designers, Engineers, QA / Testers, DevOps, Scrum Masters, Data Scientists</a:t>
            </a:r>
          </a:p>
        </p:txBody>
      </p:sp>
      <p:sp>
        <p:nvSpPr>
          <p:cNvPr id="75" name="TextBox 74">
            <a:extLst>
              <a:ext uri="{FF2B5EF4-FFF2-40B4-BE49-F238E27FC236}">
                <a16:creationId xmlns:a16="http://schemas.microsoft.com/office/drawing/2014/main" id="{91FCB2E9-EFCE-A69F-5B43-74088B169490}"/>
              </a:ext>
            </a:extLst>
          </p:cNvPr>
          <p:cNvSpPr txBox="1"/>
          <p:nvPr/>
        </p:nvSpPr>
        <p:spPr>
          <a:xfrm>
            <a:off x="5446052" y="1769040"/>
            <a:ext cx="3486150" cy="430887"/>
          </a:xfrm>
          <a:prstGeom prst="rect">
            <a:avLst/>
          </a:prstGeom>
          <a:noFill/>
        </p:spPr>
        <p:txBody>
          <a:bodyPr wrap="square" lIns="91440" tIns="45720" rIns="91440" bIns="45720" rtlCol="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Delivery Executive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100" b="0" i="0" u="none" strike="noStrike" kern="0" cap="none" spc="0" normalizeH="0" baseline="0" noProof="0">
                <a:ln>
                  <a:noFill/>
                </a:ln>
                <a:solidFill>
                  <a:prstClr val="white"/>
                </a:solidFill>
                <a:effectLst/>
                <a:uLnTx/>
                <a:uFillTx/>
                <a:latin typeface="Calibri" panose="020F0502020204030204"/>
                <a:ea typeface="+mn-ea"/>
                <a:cs typeface="+mn-cs"/>
              </a:rPr>
              <a:t>Account Executive</a:t>
            </a:r>
            <a:endParaRPr lang="en-GB" sz="1100" b="0" i="0" u="none" strike="noStrike" kern="0" cap="none" spc="0" normalizeH="0" baseline="0" noProof="0">
              <a:ln>
                <a:noFill/>
              </a:ln>
              <a:solidFill>
                <a:prstClr val="white"/>
              </a:solidFill>
              <a:effectLst/>
              <a:uLnTx/>
              <a:uFillTx/>
              <a:latin typeface="Calibri" panose="020F0502020204030204"/>
              <a:ea typeface="Calibri"/>
              <a:cs typeface="Calibri"/>
            </a:endParaRPr>
          </a:p>
        </p:txBody>
      </p:sp>
      <p:sp>
        <p:nvSpPr>
          <p:cNvPr id="79" name="Arrow: Right 78">
            <a:extLst>
              <a:ext uri="{FF2B5EF4-FFF2-40B4-BE49-F238E27FC236}">
                <a16:creationId xmlns:a16="http://schemas.microsoft.com/office/drawing/2014/main" id="{CD85CC9E-C76C-99A6-0AA7-D23EBC90B81C}"/>
              </a:ext>
            </a:extLst>
          </p:cNvPr>
          <p:cNvSpPr/>
          <p:nvPr/>
        </p:nvSpPr>
        <p:spPr>
          <a:xfrm rot="16200000">
            <a:off x="3540796" y="5169549"/>
            <a:ext cx="226796" cy="312260"/>
          </a:xfrm>
          <a:prstGeom prst="rightArrow">
            <a:avLst/>
          </a:prstGeom>
          <a:solidFill>
            <a:srgbClr val="FF33CC"/>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80" name="Arrow: Right 79">
            <a:extLst>
              <a:ext uri="{FF2B5EF4-FFF2-40B4-BE49-F238E27FC236}">
                <a16:creationId xmlns:a16="http://schemas.microsoft.com/office/drawing/2014/main" id="{D12F3023-A010-953A-C779-351443104C21}"/>
              </a:ext>
            </a:extLst>
          </p:cNvPr>
          <p:cNvSpPr/>
          <p:nvPr/>
        </p:nvSpPr>
        <p:spPr>
          <a:xfrm rot="16200000">
            <a:off x="7020499" y="5169550"/>
            <a:ext cx="226796" cy="312260"/>
          </a:xfrm>
          <a:prstGeom prst="rightArrow">
            <a:avLst/>
          </a:prstGeom>
          <a:solidFill>
            <a:srgbClr val="0070C0"/>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158" name="Arrow: Up 157">
            <a:extLst>
              <a:ext uri="{FF2B5EF4-FFF2-40B4-BE49-F238E27FC236}">
                <a16:creationId xmlns:a16="http://schemas.microsoft.com/office/drawing/2014/main" id="{065D6069-35D1-F6CE-68FA-DAB7FF59AAE4}"/>
              </a:ext>
            </a:extLst>
          </p:cNvPr>
          <p:cNvSpPr/>
          <p:nvPr/>
        </p:nvSpPr>
        <p:spPr>
          <a:xfrm>
            <a:off x="9007805" y="1675102"/>
            <a:ext cx="312260" cy="4267940"/>
          </a:xfrm>
          <a:prstGeom prst="upArrow">
            <a:avLst/>
          </a:prstGeom>
          <a:gradFill flip="none" rotWithShape="1">
            <a:gsLst>
              <a:gs pos="47000">
                <a:srgbClr val="FF33CC"/>
              </a:gs>
              <a:gs pos="0">
                <a:srgbClr val="FF33CC"/>
              </a:gs>
              <a:gs pos="55000">
                <a:srgbClr val="0070C0"/>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Escalations</a:t>
            </a:r>
          </a:p>
        </p:txBody>
      </p:sp>
      <p:sp>
        <p:nvSpPr>
          <p:cNvPr id="159" name="Arrow: Up 158">
            <a:extLst>
              <a:ext uri="{FF2B5EF4-FFF2-40B4-BE49-F238E27FC236}">
                <a16:creationId xmlns:a16="http://schemas.microsoft.com/office/drawing/2014/main" id="{3E74D0DB-5D9F-2161-28F6-5F9454CB384D}"/>
              </a:ext>
            </a:extLst>
          </p:cNvPr>
          <p:cNvSpPr/>
          <p:nvPr/>
        </p:nvSpPr>
        <p:spPr>
          <a:xfrm rot="10800000">
            <a:off x="9307005" y="1684369"/>
            <a:ext cx="312260" cy="4267940"/>
          </a:xfrm>
          <a:prstGeom prst="upArrow">
            <a:avLst/>
          </a:prstGeom>
          <a:gradFill flip="none" rotWithShape="1">
            <a:gsLst>
              <a:gs pos="0">
                <a:scrgbClr r="0" g="0" b="0"/>
              </a:gs>
              <a:gs pos="0">
                <a:srgbClr val="0070C0"/>
              </a:gs>
              <a:gs pos="40000">
                <a:srgbClr val="0070C0"/>
              </a:gs>
              <a:gs pos="55000">
                <a:srgbClr val="FF33CC"/>
              </a:gs>
            </a:gsLst>
            <a:lin ang="0" scaled="1"/>
            <a:tileRect/>
          </a:gradFill>
          <a:ln w="12700" cap="flat" cmpd="sng" algn="ctr">
            <a:noFill/>
            <a:prstDash val="solid"/>
            <a:miter lim="800000"/>
          </a:ln>
          <a:effectLst/>
        </p:spPr>
        <p:txBody>
          <a:bodyPr vert="vert27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white"/>
                </a:solidFill>
                <a:effectLst/>
                <a:uLnTx/>
                <a:uFillTx/>
                <a:latin typeface="Calibri" panose="020F0502020204030204"/>
                <a:ea typeface="+mn-ea"/>
                <a:cs typeface="+mn-cs"/>
              </a:rPr>
              <a:t>Decisions / Actions</a:t>
            </a:r>
          </a:p>
        </p:txBody>
      </p:sp>
      <p:sp>
        <p:nvSpPr>
          <p:cNvPr id="161" name="TextBox 160">
            <a:extLst>
              <a:ext uri="{FF2B5EF4-FFF2-40B4-BE49-F238E27FC236}">
                <a16:creationId xmlns:a16="http://schemas.microsoft.com/office/drawing/2014/main" id="{D33F3196-94FF-53A9-BF8E-DF5118DDD82D}"/>
              </a:ext>
            </a:extLst>
          </p:cNvPr>
          <p:cNvSpPr txBox="1"/>
          <p:nvPr/>
        </p:nvSpPr>
        <p:spPr>
          <a:xfrm>
            <a:off x="9741952" y="1770632"/>
            <a:ext cx="2450147" cy="4449431"/>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Escalations are done jointly from Capgemini and Beazley representatives from one level to Capgemini &amp; Beazley representatives at the next level up.</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200" b="0" i="0" u="none" strike="noStrike" kern="0" cap="none" spc="0" normalizeH="0" baseline="0" noProof="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Prior to escalation, representatives will work together to:</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Agree what they disagree on</a:t>
            </a:r>
          </a:p>
          <a:p>
            <a:pPr marL="228600" marR="0" lvl="0" indent="-228600" algn="l" defTabSz="914400" rtl="0" eaLnBrk="1" fontAlgn="auto" latinLnBrk="0" hangingPunct="1">
              <a:lnSpc>
                <a:spcPct val="100000"/>
              </a:lnSpc>
              <a:spcBef>
                <a:spcPts val="300"/>
              </a:spcBef>
              <a:spcAft>
                <a:spcPts val="0"/>
              </a:spcAft>
              <a:buClrTx/>
              <a:buSzTx/>
              <a:buFontTx/>
              <a:buAutoNum type="arabicPeriod"/>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Prepare for the escalation, making clear:</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problem statement</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options for resolution and their pros and cons</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decision(s) and / or action(s) required</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date required by</a:t>
            </a:r>
          </a:p>
          <a:p>
            <a:pPr marL="444500" marR="0" lvl="1" indent="-177800" algn="l" defTabSz="914400" rtl="0" eaLnBrk="1" fontAlgn="auto" latinLnBrk="0" hangingPunct="1">
              <a:lnSpc>
                <a:spcPct val="100000"/>
              </a:lnSpc>
              <a:spcBef>
                <a:spcPts val="300"/>
              </a:spcBef>
              <a:spcAft>
                <a:spcPts val="0"/>
              </a:spcAft>
              <a:buClrTx/>
              <a:buSzTx/>
              <a:buFont typeface="Wingdings" panose="05000000000000000000" pitchFamily="2" charset="2"/>
              <a:buChar char="§"/>
              <a:tabLst/>
              <a:defRPr/>
            </a:pPr>
            <a:r>
              <a:rPr kumimoji="0" lang="en-GB" sz="1200" b="0" i="0" u="none" strike="noStrike" kern="0" cap="none" spc="0" normalizeH="0" baseline="0" noProof="0">
                <a:ln>
                  <a:noFill/>
                </a:ln>
                <a:solidFill>
                  <a:prstClr val="black"/>
                </a:solidFill>
                <a:effectLst/>
                <a:uLnTx/>
                <a:uFillTx/>
                <a:latin typeface="Calibri" panose="020F0502020204030204"/>
                <a:ea typeface="+mn-ea"/>
                <a:cs typeface="+mn-cs"/>
              </a:rPr>
              <a:t>The impact of doing nothing / missing the date</a:t>
            </a:r>
          </a:p>
        </p:txBody>
      </p:sp>
      <p:sp>
        <p:nvSpPr>
          <p:cNvPr id="162" name="TextBox 161">
            <a:extLst>
              <a:ext uri="{FF2B5EF4-FFF2-40B4-BE49-F238E27FC236}">
                <a16:creationId xmlns:a16="http://schemas.microsoft.com/office/drawing/2014/main" id="{5E165112-15A1-D585-19AD-FF403D4091AB}"/>
              </a:ext>
            </a:extLst>
          </p:cNvPr>
          <p:cNvSpPr txBox="1"/>
          <p:nvPr/>
        </p:nvSpPr>
        <p:spPr>
          <a:xfrm>
            <a:off x="9757810" y="1407370"/>
            <a:ext cx="1493101" cy="276999"/>
          </a:xfrm>
          <a:prstGeom prst="rect">
            <a:avLst/>
          </a:prstGeom>
          <a:noFill/>
        </p:spPr>
        <p:txBody>
          <a:bodyPr wrap="square" rtlCol="0">
            <a:spAutoFit/>
          </a:bodyPr>
          <a:lstStyle>
            <a:defPPr>
              <a:defRPr lang="en-US"/>
            </a:defPPr>
            <a:lvl1pPr>
              <a:defRPr sz="1200" b="1"/>
            </a:lvl1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Escalation Etiquette:</a:t>
            </a:r>
          </a:p>
        </p:txBody>
      </p:sp>
      <p:sp>
        <p:nvSpPr>
          <p:cNvPr id="163" name="Rectangle: Rounded Corners 162">
            <a:extLst>
              <a:ext uri="{FF2B5EF4-FFF2-40B4-BE49-F238E27FC236}">
                <a16:creationId xmlns:a16="http://schemas.microsoft.com/office/drawing/2014/main" id="{A5DD8720-9485-51AF-3716-5D7E07F0CCBC}"/>
              </a:ext>
            </a:extLst>
          </p:cNvPr>
          <p:cNvSpPr/>
          <p:nvPr/>
        </p:nvSpPr>
        <p:spPr>
          <a:xfrm>
            <a:off x="9670066" y="1675102"/>
            <a:ext cx="2409167" cy="4277207"/>
          </a:xfrm>
          <a:prstGeom prst="roundRect">
            <a:avLst>
              <a:gd name="adj" fmla="val 8823"/>
            </a:avLst>
          </a:prstGeom>
          <a:noFill/>
          <a:ln w="12700" cap="flat" cmpd="sng" algn="ctr">
            <a:solidFill>
              <a:sysClr val="window" lastClr="FFFFFF">
                <a:lumMod val="50000"/>
              </a:sys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pic>
        <p:nvPicPr>
          <p:cNvPr id="166" name="Picture 2" descr="Beazley launches new private equity liability insurance product -  Reinsurance News">
            <a:extLst>
              <a:ext uri="{FF2B5EF4-FFF2-40B4-BE49-F238E27FC236}">
                <a16:creationId xmlns:a16="http://schemas.microsoft.com/office/drawing/2014/main" id="{32021D27-AC29-E2A0-0031-9CFB5CD37562}"/>
              </a:ext>
            </a:extLst>
          </p:cNvPr>
          <p:cNvPicPr>
            <a:picLocks noChangeAspect="1" noChangeArrowheads="1"/>
          </p:cNvPicPr>
          <p:nvPr/>
        </p:nvPicPr>
        <p:blipFill rotWithShape="1">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t="21974" b="21974"/>
          <a:stretch/>
        </p:blipFill>
        <p:spPr bwMode="auto">
          <a:xfrm>
            <a:off x="3528200" y="1109227"/>
            <a:ext cx="1004626" cy="315346"/>
          </a:xfrm>
          <a:prstGeom prst="rect">
            <a:avLst/>
          </a:prstGeom>
          <a:noFill/>
          <a:extLst>
            <a:ext uri="{909E8E84-426E-40DD-AFC4-6F175D3DCCD1}">
              <a14:hiddenFill xmlns:a14="http://schemas.microsoft.com/office/drawing/2010/main">
                <a:solidFill>
                  <a:srgbClr val="FFFFFF"/>
                </a:solidFill>
              </a14:hiddenFill>
            </a:ext>
          </a:extLst>
        </p:spPr>
      </p:pic>
      <p:sp>
        <p:nvSpPr>
          <p:cNvPr id="32" name="Rectangle: Rounded Corners 31">
            <a:extLst>
              <a:ext uri="{FF2B5EF4-FFF2-40B4-BE49-F238E27FC236}">
                <a16:creationId xmlns:a16="http://schemas.microsoft.com/office/drawing/2014/main" id="{9E2631F3-619B-FDD4-3D9F-C00744220037}"/>
              </a:ext>
            </a:extLst>
          </p:cNvPr>
          <p:cNvSpPr/>
          <p:nvPr/>
        </p:nvSpPr>
        <p:spPr>
          <a:xfrm>
            <a:off x="2211506" y="4626687"/>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Product Owner</a:t>
            </a:r>
            <a:endParaRPr lang="en-US"/>
          </a:p>
        </p:txBody>
      </p:sp>
      <p:sp>
        <p:nvSpPr>
          <p:cNvPr id="34" name="Rectangle: Rounded Corners 33">
            <a:extLst>
              <a:ext uri="{FF2B5EF4-FFF2-40B4-BE49-F238E27FC236}">
                <a16:creationId xmlns:a16="http://schemas.microsoft.com/office/drawing/2014/main" id="{15C5CECE-DD38-EEFF-8D9A-FA5871A281C0}"/>
              </a:ext>
            </a:extLst>
          </p:cNvPr>
          <p:cNvSpPr/>
          <p:nvPr/>
        </p:nvSpPr>
        <p:spPr>
          <a:xfrm>
            <a:off x="6214165" y="4667177"/>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Functional Lead</a:t>
            </a:r>
            <a:endParaRPr lang="en-US">
              <a:solidFill>
                <a:schemeClr val="bg1"/>
              </a:solidFill>
            </a:endParaRPr>
          </a:p>
        </p:txBody>
      </p:sp>
      <p:sp>
        <p:nvSpPr>
          <p:cNvPr id="35" name="Rectangle: Rounded Corners 34">
            <a:extLst>
              <a:ext uri="{FF2B5EF4-FFF2-40B4-BE49-F238E27FC236}">
                <a16:creationId xmlns:a16="http://schemas.microsoft.com/office/drawing/2014/main" id="{B9469419-B5B9-33C8-9323-BEFC55B033AA}"/>
              </a:ext>
            </a:extLst>
          </p:cNvPr>
          <p:cNvSpPr/>
          <p:nvPr/>
        </p:nvSpPr>
        <p:spPr>
          <a:xfrm>
            <a:off x="2225882" y="3792800"/>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p>
        </p:txBody>
      </p:sp>
      <p:sp>
        <p:nvSpPr>
          <p:cNvPr id="36" name="Rectangle: Rounded Corners 35">
            <a:extLst>
              <a:ext uri="{FF2B5EF4-FFF2-40B4-BE49-F238E27FC236}">
                <a16:creationId xmlns:a16="http://schemas.microsoft.com/office/drawing/2014/main" id="{9734F6C7-2DF3-0F90-2005-F95170705822}"/>
              </a:ext>
            </a:extLst>
          </p:cNvPr>
          <p:cNvSpPr/>
          <p:nvPr/>
        </p:nvSpPr>
        <p:spPr>
          <a:xfrm>
            <a:off x="6214164" y="3804535"/>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Delivery  Lead</a:t>
            </a:r>
            <a:endParaRPr lang="en-US">
              <a:solidFill>
                <a:schemeClr val="bg1"/>
              </a:solidFill>
            </a:endParaRPr>
          </a:p>
        </p:txBody>
      </p:sp>
      <p:sp>
        <p:nvSpPr>
          <p:cNvPr id="37" name="Rectangle: Rounded Corners 36">
            <a:extLst>
              <a:ext uri="{FF2B5EF4-FFF2-40B4-BE49-F238E27FC236}">
                <a16:creationId xmlns:a16="http://schemas.microsoft.com/office/drawing/2014/main" id="{15CF1724-7B54-F1AA-89DF-4918B3D30983}"/>
              </a:ext>
            </a:extLst>
          </p:cNvPr>
          <p:cNvSpPr/>
          <p:nvPr/>
        </p:nvSpPr>
        <p:spPr>
          <a:xfrm>
            <a:off x="2216733" y="2877223"/>
            <a:ext cx="2035288" cy="419514"/>
          </a:xfrm>
          <a:prstGeom prst="roundRect">
            <a:avLst/>
          </a:prstGeom>
          <a:solidFill>
            <a:srgbClr val="FF66CC"/>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
        <p:nvSpPr>
          <p:cNvPr id="38" name="Rectangle: Rounded Corners 37">
            <a:extLst>
              <a:ext uri="{FF2B5EF4-FFF2-40B4-BE49-F238E27FC236}">
                <a16:creationId xmlns:a16="http://schemas.microsoft.com/office/drawing/2014/main" id="{26558AFD-6EAC-E706-D6BF-6C13B50D5923}"/>
              </a:ext>
            </a:extLst>
          </p:cNvPr>
          <p:cNvSpPr/>
          <p:nvPr/>
        </p:nvSpPr>
        <p:spPr>
          <a:xfrm>
            <a:off x="6214164" y="2884384"/>
            <a:ext cx="1844931" cy="419516"/>
          </a:xfrm>
          <a:prstGeom prst="round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100">
                <a:solidFill>
                  <a:schemeClr val="bg1"/>
                </a:solidFill>
              </a:rPr>
              <a:t>Programme Director</a:t>
            </a:r>
            <a:endParaRPr lang="en-US"/>
          </a:p>
        </p:txBody>
      </p:sp>
    </p:spTree>
    <p:extLst>
      <p:ext uri="{BB962C8B-B14F-4D97-AF65-F5344CB8AC3E}">
        <p14:creationId xmlns:p14="http://schemas.microsoft.com/office/powerpoint/2010/main" val="3236229823"/>
      </p:ext>
    </p:extLst>
  </p:cSld>
  <p:clrMapOvr>
    <a:masterClrMapping/>
  </p:clrMapOvr>
  <p:extLst>
    <p:ext uri="{6950BFC3-D8DA-4A85-94F7-54DA5524770B}">
      <p188:commentRel xmlns:p188="http://schemas.microsoft.com/office/powerpoint/2018/8/main" r:id="rId3"/>
    </p:ext>
  </p:extLs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4256"/>
            <a:ext cx="9776592" cy="716711"/>
          </a:xfrm>
        </p:spPr>
        <p:txBody>
          <a:bodyPr/>
          <a:lstStyle/>
          <a:p>
            <a:r>
              <a:rPr lang="en-GB"/>
              <a:t>Change control</a:t>
            </a:r>
          </a:p>
        </p:txBody>
      </p:sp>
      <p:grpSp>
        <p:nvGrpSpPr>
          <p:cNvPr id="181" name="Group 180">
            <a:extLst>
              <a:ext uri="{FF2B5EF4-FFF2-40B4-BE49-F238E27FC236}">
                <a16:creationId xmlns:a16="http://schemas.microsoft.com/office/drawing/2014/main" id="{0D8C28DA-257D-F168-C6ED-4C49573C9B6E}"/>
              </a:ext>
            </a:extLst>
          </p:cNvPr>
          <p:cNvGrpSpPr/>
          <p:nvPr/>
        </p:nvGrpSpPr>
        <p:grpSpPr>
          <a:xfrm>
            <a:off x="431776" y="1400440"/>
            <a:ext cx="11416925" cy="5057053"/>
            <a:chOff x="933650" y="1589994"/>
            <a:chExt cx="9529013" cy="4637350"/>
          </a:xfrm>
        </p:grpSpPr>
        <p:sp>
          <p:nvSpPr>
            <p:cNvPr id="182" name="TextBox 181">
              <a:extLst>
                <a:ext uri="{FF2B5EF4-FFF2-40B4-BE49-F238E27FC236}">
                  <a16:creationId xmlns:a16="http://schemas.microsoft.com/office/drawing/2014/main" id="{77FC7064-A75B-758A-53A6-657E410AC2B6}"/>
                </a:ext>
              </a:extLst>
            </p:cNvPr>
            <p:cNvSpPr txBox="1"/>
            <p:nvPr/>
          </p:nvSpPr>
          <p:spPr>
            <a:xfrm>
              <a:off x="6085876" y="3435060"/>
              <a:ext cx="902548" cy="250866"/>
            </a:xfrm>
            <a:prstGeom prst="rect">
              <a:avLst/>
            </a:prstGeom>
            <a:noFill/>
          </p:spPr>
          <p:txBody>
            <a:bodyPr vert="horz" wrap="squar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Calibri" panose="020F0502020204030204"/>
              </a:endParaRPr>
            </a:p>
          </p:txBody>
        </p:sp>
        <p:sp>
          <p:nvSpPr>
            <p:cNvPr id="183" name="TextBox 182">
              <a:extLst>
                <a:ext uri="{FF2B5EF4-FFF2-40B4-BE49-F238E27FC236}">
                  <a16:creationId xmlns:a16="http://schemas.microsoft.com/office/drawing/2014/main" id="{0C39CF1C-271C-F2F5-2D8F-9E364588DF1A}"/>
                </a:ext>
              </a:extLst>
            </p:cNvPr>
            <p:cNvSpPr txBox="1"/>
            <p:nvPr/>
          </p:nvSpPr>
          <p:spPr>
            <a:xfrm>
              <a:off x="9522287" y="3486715"/>
              <a:ext cx="182337" cy="250866"/>
            </a:xfrm>
            <a:prstGeom prst="rect">
              <a:avLst/>
            </a:prstGeom>
            <a:noFill/>
          </p:spPr>
          <p:txBody>
            <a:bodyPr vert="horz" wrap="none" rtlCol="0" anchor="t">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200" b="0" i="0" u="none" strike="noStrike" kern="0" cap="none" spc="0" normalizeH="0" baseline="0" noProof="0">
                <a:ln>
                  <a:noFill/>
                </a:ln>
                <a:solidFill>
                  <a:prstClr val="black"/>
                </a:solidFill>
                <a:effectLst/>
                <a:uLnTx/>
                <a:uFillTx/>
                <a:latin typeface="Calibri" panose="020F0502020204030204"/>
              </a:endParaRPr>
            </a:p>
          </p:txBody>
        </p:sp>
        <p:grpSp>
          <p:nvGrpSpPr>
            <p:cNvPr id="184" name="Group 183">
              <a:extLst>
                <a:ext uri="{FF2B5EF4-FFF2-40B4-BE49-F238E27FC236}">
                  <a16:creationId xmlns:a16="http://schemas.microsoft.com/office/drawing/2014/main" id="{7397F1EB-61C9-F48B-E940-6E098A83F8D0}"/>
                </a:ext>
              </a:extLst>
            </p:cNvPr>
            <p:cNvGrpSpPr/>
            <p:nvPr/>
          </p:nvGrpSpPr>
          <p:grpSpPr>
            <a:xfrm>
              <a:off x="933650" y="2494764"/>
              <a:ext cx="9529013" cy="836850"/>
              <a:chOff x="548640" y="1126156"/>
              <a:chExt cx="9654141" cy="924025"/>
            </a:xfrm>
            <a:solidFill>
              <a:srgbClr val="A5A5A5">
                <a:lumMod val="40000"/>
                <a:lumOff val="60000"/>
              </a:srgbClr>
            </a:solidFill>
          </p:grpSpPr>
          <p:sp>
            <p:nvSpPr>
              <p:cNvPr id="211" name="Rectangle 210">
                <a:extLst>
                  <a:ext uri="{FF2B5EF4-FFF2-40B4-BE49-F238E27FC236}">
                    <a16:creationId xmlns:a16="http://schemas.microsoft.com/office/drawing/2014/main" id="{85554BB6-BA1C-BC9F-49BC-FE7856ED03AB}"/>
                  </a:ext>
                </a:extLst>
              </p:cNvPr>
              <p:cNvSpPr/>
              <p:nvPr/>
            </p:nvSpPr>
            <p:spPr>
              <a:xfrm>
                <a:off x="548640" y="1126156"/>
                <a:ext cx="1491916" cy="924025"/>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Implementers</a:t>
                </a:r>
              </a:p>
            </p:txBody>
          </p:sp>
          <p:sp>
            <p:nvSpPr>
              <p:cNvPr id="212" name="Rectangle 211">
                <a:extLst>
                  <a:ext uri="{FF2B5EF4-FFF2-40B4-BE49-F238E27FC236}">
                    <a16:creationId xmlns:a16="http://schemas.microsoft.com/office/drawing/2014/main" id="{E1A84A27-3BE6-3CDB-CFF9-B17E971F37A7}"/>
                  </a:ext>
                </a:extLst>
              </p:cNvPr>
              <p:cNvSpPr/>
              <p:nvPr/>
            </p:nvSpPr>
            <p:spPr>
              <a:xfrm>
                <a:off x="2144831" y="1126156"/>
                <a:ext cx="8057950" cy="924025"/>
              </a:xfrm>
              <a:prstGeom prst="rect">
                <a:avLst/>
              </a:prstGeom>
              <a:solidFill>
                <a:sysClr val="window" lastClr="FFFFFF">
                  <a:lumMod val="8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85" name="Group 184">
              <a:extLst>
                <a:ext uri="{FF2B5EF4-FFF2-40B4-BE49-F238E27FC236}">
                  <a16:creationId xmlns:a16="http://schemas.microsoft.com/office/drawing/2014/main" id="{50552E12-8C92-E89A-9639-7C7359DD13AE}"/>
                </a:ext>
              </a:extLst>
            </p:cNvPr>
            <p:cNvGrpSpPr/>
            <p:nvPr/>
          </p:nvGrpSpPr>
          <p:grpSpPr>
            <a:xfrm>
              <a:off x="933650" y="3390828"/>
              <a:ext cx="9529013" cy="836850"/>
              <a:chOff x="548640" y="1126156"/>
              <a:chExt cx="9654141" cy="924025"/>
            </a:xfrm>
          </p:grpSpPr>
          <p:sp>
            <p:nvSpPr>
              <p:cNvPr id="209" name="Rectangle 208">
                <a:extLst>
                  <a:ext uri="{FF2B5EF4-FFF2-40B4-BE49-F238E27FC236}">
                    <a16:creationId xmlns:a16="http://schemas.microsoft.com/office/drawing/2014/main" id="{05BB46B5-B64F-2A57-0675-7268B69D8361}"/>
                  </a:ext>
                </a:extLst>
              </p:cNvPr>
              <p:cNvSpPr/>
              <p:nvPr/>
            </p:nvSpPr>
            <p:spPr>
              <a:xfrm>
                <a:off x="548640" y="1126156"/>
                <a:ext cx="1491916" cy="924025"/>
              </a:xfrm>
              <a:prstGeom prst="rect">
                <a:avLst/>
              </a:prstGeom>
              <a:solidFill>
                <a:srgbClr val="A5A5A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Recorder / PMO</a:t>
                </a:r>
              </a:p>
            </p:txBody>
          </p:sp>
          <p:sp>
            <p:nvSpPr>
              <p:cNvPr id="210" name="Rectangle 209">
                <a:extLst>
                  <a:ext uri="{FF2B5EF4-FFF2-40B4-BE49-F238E27FC236}">
                    <a16:creationId xmlns:a16="http://schemas.microsoft.com/office/drawing/2014/main" id="{109CE760-C597-2247-5C16-793DB509E3D6}"/>
                  </a:ext>
                </a:extLst>
              </p:cNvPr>
              <p:cNvSpPr/>
              <p:nvPr/>
            </p:nvSpPr>
            <p:spPr>
              <a:xfrm>
                <a:off x="2144831" y="1126156"/>
                <a:ext cx="8057950" cy="924025"/>
              </a:xfrm>
              <a:prstGeom prst="rect">
                <a:avLst/>
              </a:prstGeom>
              <a:solidFill>
                <a:srgbClr val="A5A5A5">
                  <a:lumMod val="40000"/>
                  <a:lumOff val="6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86" name="Group 185">
              <a:extLst>
                <a:ext uri="{FF2B5EF4-FFF2-40B4-BE49-F238E27FC236}">
                  <a16:creationId xmlns:a16="http://schemas.microsoft.com/office/drawing/2014/main" id="{BF574D6E-2F03-AE0C-42E6-505FF0F7929C}"/>
                </a:ext>
              </a:extLst>
            </p:cNvPr>
            <p:cNvGrpSpPr/>
            <p:nvPr/>
          </p:nvGrpSpPr>
          <p:grpSpPr>
            <a:xfrm>
              <a:off x="933650" y="4295609"/>
              <a:ext cx="9529013" cy="836850"/>
              <a:chOff x="548640" y="1126156"/>
              <a:chExt cx="9654141" cy="924025"/>
            </a:xfrm>
            <a:solidFill>
              <a:srgbClr val="A5A5A5">
                <a:lumMod val="40000"/>
                <a:lumOff val="60000"/>
              </a:srgbClr>
            </a:solidFill>
          </p:grpSpPr>
          <p:sp>
            <p:nvSpPr>
              <p:cNvPr id="207" name="Rectangle 206">
                <a:extLst>
                  <a:ext uri="{FF2B5EF4-FFF2-40B4-BE49-F238E27FC236}">
                    <a16:creationId xmlns:a16="http://schemas.microsoft.com/office/drawing/2014/main" id="{714B43DA-71FC-AAAD-07C1-42C04E507008}"/>
                  </a:ext>
                </a:extLst>
              </p:cNvPr>
              <p:cNvSpPr/>
              <p:nvPr/>
            </p:nvSpPr>
            <p:spPr>
              <a:xfrm>
                <a:off x="548640" y="1126156"/>
                <a:ext cx="1491916" cy="924025"/>
              </a:xfrm>
              <a:prstGeom prst="rect">
                <a:avLst/>
              </a:prstGeom>
              <a:solidFill>
                <a:sysClr val="window" lastClr="FFFFFF">
                  <a:lumMod val="85000"/>
                </a:sys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Reviewer(s) &amp; Sponsor(s)</a:t>
                </a:r>
              </a:p>
            </p:txBody>
          </p:sp>
          <p:sp>
            <p:nvSpPr>
              <p:cNvPr id="208" name="Rectangle 207">
                <a:extLst>
                  <a:ext uri="{FF2B5EF4-FFF2-40B4-BE49-F238E27FC236}">
                    <a16:creationId xmlns:a16="http://schemas.microsoft.com/office/drawing/2014/main" id="{F875ECC6-9296-B453-4E2B-16DD1FE6110A}"/>
                  </a:ext>
                </a:extLst>
              </p:cNvPr>
              <p:cNvSpPr/>
              <p:nvPr/>
            </p:nvSpPr>
            <p:spPr>
              <a:xfrm>
                <a:off x="2144831" y="1126156"/>
                <a:ext cx="8057950" cy="924025"/>
              </a:xfrm>
              <a:prstGeom prst="rect">
                <a:avLst/>
              </a:prstGeom>
              <a:solidFill>
                <a:sysClr val="window" lastClr="FFFFFF">
                  <a:lumMod val="85000"/>
                </a:sys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grpSp>
          <p:nvGrpSpPr>
            <p:cNvPr id="187" name="Group 186">
              <a:extLst>
                <a:ext uri="{FF2B5EF4-FFF2-40B4-BE49-F238E27FC236}">
                  <a16:creationId xmlns:a16="http://schemas.microsoft.com/office/drawing/2014/main" id="{45CFE327-B117-27AA-A0CB-AEC25B6322BB}"/>
                </a:ext>
              </a:extLst>
            </p:cNvPr>
            <p:cNvGrpSpPr/>
            <p:nvPr/>
          </p:nvGrpSpPr>
          <p:grpSpPr>
            <a:xfrm>
              <a:off x="933650" y="5199188"/>
              <a:ext cx="9529013" cy="1028156"/>
              <a:chOff x="548640" y="1126156"/>
              <a:chExt cx="9654141" cy="924025"/>
            </a:xfrm>
          </p:grpSpPr>
          <p:sp>
            <p:nvSpPr>
              <p:cNvPr id="205" name="Rectangle 204">
                <a:extLst>
                  <a:ext uri="{FF2B5EF4-FFF2-40B4-BE49-F238E27FC236}">
                    <a16:creationId xmlns:a16="http://schemas.microsoft.com/office/drawing/2014/main" id="{BDF5B1FF-0F2C-862B-F0FA-0882DB371E9E}"/>
                  </a:ext>
                </a:extLst>
              </p:cNvPr>
              <p:cNvSpPr/>
              <p:nvPr/>
            </p:nvSpPr>
            <p:spPr>
              <a:xfrm>
                <a:off x="548640" y="1126156"/>
                <a:ext cx="1491916" cy="924025"/>
              </a:xfrm>
              <a:prstGeom prst="rect">
                <a:avLst/>
              </a:prstGeom>
              <a:solidFill>
                <a:srgbClr val="A5A5A5">
                  <a:lumMod val="40000"/>
                  <a:lumOff val="60000"/>
                </a:srgbClr>
              </a:solidFill>
              <a:ln w="12700" cap="flat" cmpd="sng" algn="ctr">
                <a:noFill/>
                <a:prstDash val="solid"/>
                <a:miter lim="800000"/>
              </a:ln>
              <a:effectLst/>
            </p:spPr>
            <p:txBody>
              <a:bodyPr lIns="91440" tIns="45720" rIns="91440" bIns="45720"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Board</a:t>
                </a:r>
              </a:p>
            </p:txBody>
          </p:sp>
          <p:sp>
            <p:nvSpPr>
              <p:cNvPr id="206" name="Rectangle 205">
                <a:extLst>
                  <a:ext uri="{FF2B5EF4-FFF2-40B4-BE49-F238E27FC236}">
                    <a16:creationId xmlns:a16="http://schemas.microsoft.com/office/drawing/2014/main" id="{4125F554-4615-3577-65BE-20E6ED4D18FB}"/>
                  </a:ext>
                </a:extLst>
              </p:cNvPr>
              <p:cNvSpPr/>
              <p:nvPr/>
            </p:nvSpPr>
            <p:spPr>
              <a:xfrm>
                <a:off x="2144831" y="1126156"/>
                <a:ext cx="8057950" cy="924025"/>
              </a:xfrm>
              <a:prstGeom prst="rect">
                <a:avLst/>
              </a:prstGeom>
              <a:solidFill>
                <a:srgbClr val="A5A5A5">
                  <a:lumMod val="40000"/>
                  <a:lumOff val="6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
          <p:nvSpPr>
            <p:cNvPr id="188" name="Rounded Rectangle 41">
              <a:extLst>
                <a:ext uri="{FF2B5EF4-FFF2-40B4-BE49-F238E27FC236}">
                  <a16:creationId xmlns:a16="http://schemas.microsoft.com/office/drawing/2014/main" id="{E8E2384E-A4E0-57D2-9BDB-6D848891E1C2}"/>
                </a:ext>
              </a:extLst>
            </p:cNvPr>
            <p:cNvSpPr/>
            <p:nvPr/>
          </p:nvSpPr>
          <p:spPr>
            <a:xfrm>
              <a:off x="2561319" y="5428564"/>
              <a:ext cx="760933" cy="529886"/>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Present for Approval to IA</a:t>
              </a:r>
            </a:p>
          </p:txBody>
        </p:sp>
        <p:sp>
          <p:nvSpPr>
            <p:cNvPr id="189" name="Rounded Rectangle 54">
              <a:extLst>
                <a:ext uri="{FF2B5EF4-FFF2-40B4-BE49-F238E27FC236}">
                  <a16:creationId xmlns:a16="http://schemas.microsoft.com/office/drawing/2014/main" id="{3EAA6DB2-B76D-F94D-64B9-07F8FB01F29E}"/>
                </a:ext>
              </a:extLst>
            </p:cNvPr>
            <p:cNvSpPr/>
            <p:nvPr/>
          </p:nvSpPr>
          <p:spPr>
            <a:xfrm>
              <a:off x="8713031" y="2584624"/>
              <a:ext cx="825451" cy="60592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Deploy</a:t>
              </a:r>
            </a:p>
          </p:txBody>
        </p:sp>
        <p:sp>
          <p:nvSpPr>
            <p:cNvPr id="190" name="Rounded Rectangle 56">
              <a:extLst>
                <a:ext uri="{FF2B5EF4-FFF2-40B4-BE49-F238E27FC236}">
                  <a16:creationId xmlns:a16="http://schemas.microsoft.com/office/drawing/2014/main" id="{5719564D-B0B5-9235-DA26-A0668BBC46FB}"/>
                </a:ext>
              </a:extLst>
            </p:cNvPr>
            <p:cNvSpPr/>
            <p:nvPr/>
          </p:nvSpPr>
          <p:spPr>
            <a:xfrm>
              <a:off x="9743176" y="2779161"/>
              <a:ext cx="465525" cy="209216"/>
            </a:xfrm>
            <a:prstGeom prst="round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End</a:t>
              </a:r>
            </a:p>
          </p:txBody>
        </p:sp>
        <p:sp>
          <p:nvSpPr>
            <p:cNvPr id="191" name="Rounded Rectangle 58">
              <a:extLst>
                <a:ext uri="{FF2B5EF4-FFF2-40B4-BE49-F238E27FC236}">
                  <a16:creationId xmlns:a16="http://schemas.microsoft.com/office/drawing/2014/main" id="{8088F708-FDCC-26E3-00FC-5857086D44EE}"/>
                </a:ext>
              </a:extLst>
            </p:cNvPr>
            <p:cNvSpPr/>
            <p:nvPr/>
          </p:nvSpPr>
          <p:spPr>
            <a:xfrm>
              <a:off x="7693870" y="2585224"/>
              <a:ext cx="849235" cy="605925"/>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Develop</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 &amp; Test</a:t>
              </a:r>
            </a:p>
          </p:txBody>
        </p:sp>
        <p:sp>
          <p:nvSpPr>
            <p:cNvPr id="192" name="Oval 191">
              <a:extLst>
                <a:ext uri="{FF2B5EF4-FFF2-40B4-BE49-F238E27FC236}">
                  <a16:creationId xmlns:a16="http://schemas.microsoft.com/office/drawing/2014/main" id="{C4385A94-3573-9A26-9513-D6319CB8C257}"/>
                </a:ext>
              </a:extLst>
            </p:cNvPr>
            <p:cNvSpPr/>
            <p:nvPr/>
          </p:nvSpPr>
          <p:spPr>
            <a:xfrm>
              <a:off x="3436945" y="5194047"/>
              <a:ext cx="475678" cy="282383"/>
            </a:xfrm>
            <a:prstGeom prst="ellipse">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Yes</a:t>
              </a:r>
            </a:p>
          </p:txBody>
        </p:sp>
        <p:grpSp>
          <p:nvGrpSpPr>
            <p:cNvPr id="193" name="Group 192">
              <a:extLst>
                <a:ext uri="{FF2B5EF4-FFF2-40B4-BE49-F238E27FC236}">
                  <a16:creationId xmlns:a16="http://schemas.microsoft.com/office/drawing/2014/main" id="{B2567466-F36E-1A55-F6CE-A1D0088EE23B}"/>
                </a:ext>
              </a:extLst>
            </p:cNvPr>
            <p:cNvGrpSpPr/>
            <p:nvPr/>
          </p:nvGrpSpPr>
          <p:grpSpPr>
            <a:xfrm>
              <a:off x="933650" y="1589994"/>
              <a:ext cx="9504912" cy="847007"/>
              <a:chOff x="933650" y="1589994"/>
              <a:chExt cx="9504912" cy="847007"/>
            </a:xfrm>
          </p:grpSpPr>
          <p:grpSp>
            <p:nvGrpSpPr>
              <p:cNvPr id="197" name="Group 196">
                <a:extLst>
                  <a:ext uri="{FF2B5EF4-FFF2-40B4-BE49-F238E27FC236}">
                    <a16:creationId xmlns:a16="http://schemas.microsoft.com/office/drawing/2014/main" id="{364EC333-D039-1551-CD66-43E439A80E5D}"/>
                  </a:ext>
                </a:extLst>
              </p:cNvPr>
              <p:cNvGrpSpPr/>
              <p:nvPr/>
            </p:nvGrpSpPr>
            <p:grpSpPr>
              <a:xfrm>
                <a:off x="933650" y="1589994"/>
                <a:ext cx="9504912" cy="847007"/>
                <a:chOff x="548640" y="2066225"/>
                <a:chExt cx="9629724" cy="935237"/>
              </a:xfrm>
            </p:grpSpPr>
            <p:sp>
              <p:nvSpPr>
                <p:cNvPr id="203" name="Rectangle 202">
                  <a:extLst>
                    <a:ext uri="{FF2B5EF4-FFF2-40B4-BE49-F238E27FC236}">
                      <a16:creationId xmlns:a16="http://schemas.microsoft.com/office/drawing/2014/main" id="{5D36A53C-FEA2-BFFC-EA5B-BEAD9A5E40D8}"/>
                    </a:ext>
                  </a:extLst>
                </p:cNvPr>
                <p:cNvSpPr/>
                <p:nvPr/>
              </p:nvSpPr>
              <p:spPr>
                <a:xfrm>
                  <a:off x="548640" y="2066225"/>
                  <a:ext cx="1491916" cy="924025"/>
                </a:xfrm>
                <a:prstGeom prst="rect">
                  <a:avLst/>
                </a:prstGeom>
                <a:solidFill>
                  <a:srgbClr val="A5A5A5">
                    <a:lumMod val="40000"/>
                    <a:lumOff val="60000"/>
                  </a:srgbClr>
                </a:solid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prstClr val="black"/>
                      </a:solidFill>
                      <a:effectLst/>
                      <a:uLnTx/>
                      <a:uFillTx/>
                      <a:latin typeface="Calibri" panose="020F0502020204030204"/>
                      <a:ea typeface="+mn-ea"/>
                      <a:cs typeface="+mn-cs"/>
                    </a:rPr>
                    <a:t>Change Requestor</a:t>
                  </a:r>
                </a:p>
              </p:txBody>
            </p:sp>
            <p:sp>
              <p:nvSpPr>
                <p:cNvPr id="204" name="Rectangle 203">
                  <a:extLst>
                    <a:ext uri="{FF2B5EF4-FFF2-40B4-BE49-F238E27FC236}">
                      <a16:creationId xmlns:a16="http://schemas.microsoft.com/office/drawing/2014/main" id="{DF68F4BC-EE4A-A629-3DAB-3EAE7BA4A330}"/>
                    </a:ext>
                  </a:extLst>
                </p:cNvPr>
                <p:cNvSpPr/>
                <p:nvPr/>
              </p:nvSpPr>
              <p:spPr>
                <a:xfrm>
                  <a:off x="2120413" y="2077436"/>
                  <a:ext cx="8057951" cy="924026"/>
                </a:xfrm>
                <a:prstGeom prst="rect">
                  <a:avLst/>
                </a:prstGeom>
                <a:solidFill>
                  <a:srgbClr val="A5A5A5">
                    <a:lumMod val="40000"/>
                    <a:lumOff val="60000"/>
                  </a:srgbClr>
                </a:solidFill>
                <a:ln w="12700" cap="flat" cmpd="sng" algn="ctr">
                  <a:noFill/>
                  <a:prstDash val="solid"/>
                  <a:miter lim="800000"/>
                </a:ln>
                <a:effectLst/>
              </p:spPr>
              <p:txBody>
                <a:bodyPr rtlCol="0" anchor="t"/>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0" cap="none" spc="0" normalizeH="0" baseline="0" noProof="0">
                    <a:ln>
                      <a:noFill/>
                    </a:ln>
                    <a:solidFill>
                      <a:prstClr val="black"/>
                    </a:solidFill>
                    <a:effectLst/>
                    <a:uLnTx/>
                    <a:uFillTx/>
                    <a:latin typeface="Calibri" panose="020F0502020204030204"/>
                    <a:ea typeface="+mn-ea"/>
                    <a:cs typeface="+mn-cs"/>
                  </a:endParaRPr>
                </a:p>
              </p:txBody>
            </p:sp>
          </p:grpSp>
          <p:sp>
            <p:nvSpPr>
              <p:cNvPr id="198" name="Rounded Rectangle 4">
                <a:extLst>
                  <a:ext uri="{FF2B5EF4-FFF2-40B4-BE49-F238E27FC236}">
                    <a16:creationId xmlns:a16="http://schemas.microsoft.com/office/drawing/2014/main" id="{0E3800CD-5AE0-485F-C6D7-6FE12539C430}"/>
                  </a:ext>
                </a:extLst>
              </p:cNvPr>
              <p:cNvSpPr/>
              <p:nvPr/>
            </p:nvSpPr>
            <p:spPr>
              <a:xfrm>
                <a:off x="6727396" y="1858238"/>
                <a:ext cx="465525" cy="209216"/>
              </a:xfrm>
              <a:prstGeom prst="round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Start</a:t>
                </a:r>
              </a:p>
            </p:txBody>
          </p:sp>
          <p:sp>
            <p:nvSpPr>
              <p:cNvPr id="199" name="Rounded Rectangle 5">
                <a:extLst>
                  <a:ext uri="{FF2B5EF4-FFF2-40B4-BE49-F238E27FC236}">
                    <a16:creationId xmlns:a16="http://schemas.microsoft.com/office/drawing/2014/main" id="{4D42E977-BD27-BD5E-2F60-29D0D8DE2E9E}"/>
                  </a:ext>
                </a:extLst>
              </p:cNvPr>
              <p:cNvSpPr/>
              <p:nvPr/>
            </p:nvSpPr>
            <p:spPr>
              <a:xfrm>
                <a:off x="2579926" y="1646071"/>
                <a:ext cx="716549" cy="605926"/>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Secure Sponsor &amp; Submit CR</a:t>
                </a:r>
              </a:p>
            </p:txBody>
          </p:sp>
          <p:sp>
            <p:nvSpPr>
              <p:cNvPr id="200" name="Rounded Rectangle 37">
                <a:extLst>
                  <a:ext uri="{FF2B5EF4-FFF2-40B4-BE49-F238E27FC236}">
                    <a16:creationId xmlns:a16="http://schemas.microsoft.com/office/drawing/2014/main" id="{8058890A-ACCC-3C41-7649-45A1248D9704}"/>
                  </a:ext>
                </a:extLst>
              </p:cNvPr>
              <p:cNvSpPr/>
              <p:nvPr/>
            </p:nvSpPr>
            <p:spPr>
              <a:xfrm>
                <a:off x="3537931" y="1650563"/>
                <a:ext cx="716549" cy="605928"/>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Create Change Request</a:t>
                </a:r>
              </a:p>
            </p:txBody>
          </p:sp>
          <p:cxnSp>
            <p:nvCxnSpPr>
              <p:cNvPr id="201" name="Straight Arrow Connector 200">
                <a:extLst>
                  <a:ext uri="{FF2B5EF4-FFF2-40B4-BE49-F238E27FC236}">
                    <a16:creationId xmlns:a16="http://schemas.microsoft.com/office/drawing/2014/main" id="{8E4B8292-AC0A-E2CF-593E-5A78E79CD20D}"/>
                  </a:ext>
                </a:extLst>
              </p:cNvPr>
              <p:cNvCxnSpPr>
                <a:cxnSpLocks/>
                <a:stCxn id="198" idx="1"/>
              </p:cNvCxnSpPr>
              <p:nvPr/>
            </p:nvCxnSpPr>
            <p:spPr>
              <a:xfrm flipH="1" flipV="1">
                <a:off x="6415170" y="1962850"/>
                <a:ext cx="312230" cy="2"/>
              </a:xfrm>
              <a:prstGeom prst="straightConnector1">
                <a:avLst/>
              </a:prstGeom>
              <a:noFill/>
              <a:ln w="12700" cap="flat" cmpd="sng" algn="ctr">
                <a:solidFill>
                  <a:srgbClr val="4472C4"/>
                </a:solidFill>
                <a:prstDash val="solid"/>
                <a:miter lim="800000"/>
                <a:tailEnd type="triangle"/>
              </a:ln>
              <a:effectLst/>
            </p:spPr>
          </p:cxnSp>
          <p:cxnSp>
            <p:nvCxnSpPr>
              <p:cNvPr id="202" name="Straight Arrow Connector 201">
                <a:extLst>
                  <a:ext uri="{FF2B5EF4-FFF2-40B4-BE49-F238E27FC236}">
                    <a16:creationId xmlns:a16="http://schemas.microsoft.com/office/drawing/2014/main" id="{BC403141-118C-0B84-1AA7-0E4D88E5D124}"/>
                  </a:ext>
                </a:extLst>
              </p:cNvPr>
              <p:cNvCxnSpPr>
                <a:cxnSpLocks/>
                <a:stCxn id="200" idx="1"/>
                <a:endCxn id="199" idx="3"/>
              </p:cNvCxnSpPr>
              <p:nvPr/>
            </p:nvCxnSpPr>
            <p:spPr>
              <a:xfrm flipH="1" flipV="1">
                <a:off x="3296474" y="1949034"/>
                <a:ext cx="241457" cy="4493"/>
              </a:xfrm>
              <a:prstGeom prst="straightConnector1">
                <a:avLst/>
              </a:prstGeom>
              <a:noFill/>
              <a:ln w="12700" cap="flat" cmpd="sng" algn="ctr">
                <a:solidFill>
                  <a:srgbClr val="4472C4"/>
                </a:solidFill>
                <a:prstDash val="solid"/>
                <a:miter lim="800000"/>
                <a:tailEnd type="triangle"/>
              </a:ln>
              <a:effectLst/>
            </p:spPr>
          </p:cxnSp>
        </p:grpSp>
        <p:sp>
          <p:nvSpPr>
            <p:cNvPr id="194" name="Rounded Rectangle 119">
              <a:extLst>
                <a:ext uri="{FF2B5EF4-FFF2-40B4-BE49-F238E27FC236}">
                  <a16:creationId xmlns:a16="http://schemas.microsoft.com/office/drawing/2014/main" id="{7CF7844C-39B9-4E6B-EB09-046B05ACC964}"/>
                </a:ext>
              </a:extLst>
            </p:cNvPr>
            <p:cNvSpPr/>
            <p:nvPr/>
          </p:nvSpPr>
          <p:spPr>
            <a:xfrm>
              <a:off x="4415761" y="2064248"/>
              <a:ext cx="929879" cy="1169897"/>
            </a:xfrm>
            <a:prstGeom prst="roundRect">
              <a:avLst/>
            </a:prstGeom>
            <a:solidFill>
              <a:sysClr val="windowText" lastClr="000000">
                <a:lumMod val="75000"/>
                <a:lumOff val="25000"/>
              </a:sys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Produce the IA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(delivery IA &amp; Business Impact of not proceeding)</a:t>
              </a:r>
            </a:p>
          </p:txBody>
        </p:sp>
        <p:sp>
          <p:nvSpPr>
            <p:cNvPr id="195" name="Flowchart: Decision 194">
              <a:extLst>
                <a:ext uri="{FF2B5EF4-FFF2-40B4-BE49-F238E27FC236}">
                  <a16:creationId xmlns:a16="http://schemas.microsoft.com/office/drawing/2014/main" id="{3D8B3B11-2D56-9AB0-E2C6-4BA243DFB205}"/>
                </a:ext>
              </a:extLst>
            </p:cNvPr>
            <p:cNvSpPr/>
            <p:nvPr/>
          </p:nvSpPr>
          <p:spPr>
            <a:xfrm>
              <a:off x="3577400" y="5397729"/>
              <a:ext cx="687781" cy="589882"/>
            </a:xfrm>
            <a:prstGeom prst="flowChartDecision">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cxnSp>
          <p:nvCxnSpPr>
            <p:cNvPr id="196" name="Elbow Connector 87">
              <a:extLst>
                <a:ext uri="{FF2B5EF4-FFF2-40B4-BE49-F238E27FC236}">
                  <a16:creationId xmlns:a16="http://schemas.microsoft.com/office/drawing/2014/main" id="{ADA61AF0-3804-15B3-FDF9-1FEC53F80162}"/>
                </a:ext>
              </a:extLst>
            </p:cNvPr>
            <p:cNvCxnSpPr>
              <a:cxnSpLocks/>
              <a:stCxn id="199" idx="2"/>
              <a:endCxn id="224" idx="0"/>
            </p:cNvCxnSpPr>
            <p:nvPr/>
          </p:nvCxnSpPr>
          <p:spPr>
            <a:xfrm rot="16200000" flipH="1">
              <a:off x="1854109" y="3336088"/>
              <a:ext cx="2169492" cy="1309"/>
            </a:xfrm>
            <a:prstGeom prst="bentConnector3">
              <a:avLst>
                <a:gd name="adj1" fmla="val 50000"/>
              </a:avLst>
            </a:prstGeom>
            <a:noFill/>
            <a:ln w="12700" cap="flat" cmpd="sng" algn="ctr">
              <a:solidFill>
                <a:srgbClr val="4472C4"/>
              </a:solidFill>
              <a:prstDash val="solid"/>
              <a:miter lim="800000"/>
              <a:tailEnd type="triangle"/>
            </a:ln>
            <a:effectLst/>
          </p:spPr>
        </p:cxnSp>
      </p:grpSp>
      <p:sp>
        <p:nvSpPr>
          <p:cNvPr id="213" name="Oval 212">
            <a:extLst>
              <a:ext uri="{FF2B5EF4-FFF2-40B4-BE49-F238E27FC236}">
                <a16:creationId xmlns:a16="http://schemas.microsoft.com/office/drawing/2014/main" id="{A0C2A1E6-D645-C681-9650-AFAB79DAB0A6}"/>
              </a:ext>
            </a:extLst>
          </p:cNvPr>
          <p:cNvSpPr/>
          <p:nvPr/>
        </p:nvSpPr>
        <p:spPr>
          <a:xfrm>
            <a:off x="4043477" y="6111509"/>
            <a:ext cx="569921" cy="274470"/>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No</a:t>
            </a:r>
          </a:p>
        </p:txBody>
      </p:sp>
      <p:cxnSp>
        <p:nvCxnSpPr>
          <p:cNvPr id="214" name="Elbow Connector 87">
            <a:extLst>
              <a:ext uri="{FF2B5EF4-FFF2-40B4-BE49-F238E27FC236}">
                <a16:creationId xmlns:a16="http://schemas.microsoft.com/office/drawing/2014/main" id="{0DD4F487-2EF1-379E-C39B-04090E481059}"/>
              </a:ext>
            </a:extLst>
          </p:cNvPr>
          <p:cNvCxnSpPr>
            <a:cxnSpLocks/>
            <a:stCxn id="195" idx="0"/>
            <a:endCxn id="194" idx="1"/>
          </p:cNvCxnSpPr>
          <p:nvPr/>
        </p:nvCxnSpPr>
        <p:spPr>
          <a:xfrm rot="5400000" flipH="1" flipV="1">
            <a:off x="2808909" y="3757932"/>
            <a:ext cx="2997289" cy="592437"/>
          </a:xfrm>
          <a:prstGeom prst="bentConnector2">
            <a:avLst/>
          </a:prstGeom>
          <a:noFill/>
          <a:ln w="12700" cap="flat" cmpd="sng" algn="ctr">
            <a:solidFill>
              <a:srgbClr val="4472C4"/>
            </a:solidFill>
            <a:prstDash val="solid"/>
            <a:miter lim="800000"/>
            <a:tailEnd type="triangle"/>
          </a:ln>
          <a:effectLst/>
        </p:spPr>
      </p:cxnSp>
      <p:cxnSp>
        <p:nvCxnSpPr>
          <p:cNvPr id="215" name="Elbow Connector 87">
            <a:extLst>
              <a:ext uri="{FF2B5EF4-FFF2-40B4-BE49-F238E27FC236}">
                <a16:creationId xmlns:a16="http://schemas.microsoft.com/office/drawing/2014/main" id="{B714E640-0F34-F764-7BD4-BADCC0B6A83E}"/>
              </a:ext>
            </a:extLst>
          </p:cNvPr>
          <p:cNvCxnSpPr>
            <a:cxnSpLocks/>
            <a:stCxn id="195" idx="2"/>
            <a:endCxn id="190" idx="2"/>
          </p:cNvCxnSpPr>
          <p:nvPr/>
        </p:nvCxnSpPr>
        <p:spPr>
          <a:xfrm rot="5400000" flipH="1" flipV="1">
            <a:off x="6003100" y="933618"/>
            <a:ext cx="3270680" cy="7254210"/>
          </a:xfrm>
          <a:prstGeom prst="bentConnector3">
            <a:avLst>
              <a:gd name="adj1" fmla="val -6989"/>
            </a:avLst>
          </a:prstGeom>
          <a:noFill/>
          <a:ln w="12700" cap="flat" cmpd="sng" algn="ctr">
            <a:solidFill>
              <a:srgbClr val="4472C4"/>
            </a:solidFill>
            <a:prstDash val="solid"/>
            <a:miter lim="800000"/>
            <a:tailEnd type="triangle"/>
          </a:ln>
          <a:effectLst/>
        </p:spPr>
      </p:cxnSp>
      <p:sp>
        <p:nvSpPr>
          <p:cNvPr id="216" name="Rounded Rectangle 119">
            <a:extLst>
              <a:ext uri="{FF2B5EF4-FFF2-40B4-BE49-F238E27FC236}">
                <a16:creationId xmlns:a16="http://schemas.microsoft.com/office/drawing/2014/main" id="{8533B157-4669-60C0-EA65-A9501FC3C32B}"/>
              </a:ext>
            </a:extLst>
          </p:cNvPr>
          <p:cNvSpPr/>
          <p:nvPr/>
        </p:nvSpPr>
        <p:spPr>
          <a:xfrm>
            <a:off x="4727907" y="4488199"/>
            <a:ext cx="854349" cy="588947"/>
          </a:xfrm>
          <a:prstGeom prst="roundRect">
            <a:avLst/>
          </a:prstGeom>
          <a:solidFill>
            <a:sysClr val="windowText" lastClr="000000">
              <a:lumMod val="75000"/>
              <a:lumOff val="25000"/>
            </a:sys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Review the IA</a:t>
            </a:r>
          </a:p>
        </p:txBody>
      </p:sp>
      <p:cxnSp>
        <p:nvCxnSpPr>
          <p:cNvPr id="217" name="Elbow Connector 133">
            <a:extLst>
              <a:ext uri="{FF2B5EF4-FFF2-40B4-BE49-F238E27FC236}">
                <a16:creationId xmlns:a16="http://schemas.microsoft.com/office/drawing/2014/main" id="{B3D16CCA-47D5-4EC1-AD6A-1601D2E7C245}"/>
              </a:ext>
            </a:extLst>
          </p:cNvPr>
          <p:cNvCxnSpPr>
            <a:cxnSpLocks/>
            <a:stCxn id="194" idx="2"/>
            <a:endCxn id="216" idx="0"/>
          </p:cNvCxnSpPr>
          <p:nvPr/>
        </p:nvCxnSpPr>
        <p:spPr>
          <a:xfrm rot="5400000">
            <a:off x="4510553" y="3837924"/>
            <a:ext cx="1294805" cy="5745"/>
          </a:xfrm>
          <a:prstGeom prst="bentConnector3">
            <a:avLst/>
          </a:prstGeom>
          <a:noFill/>
          <a:ln w="12700" cap="flat" cmpd="sng" algn="ctr">
            <a:solidFill>
              <a:srgbClr val="4472C4"/>
            </a:solidFill>
            <a:prstDash val="solid"/>
            <a:miter lim="800000"/>
            <a:tailEnd type="triangle"/>
          </a:ln>
          <a:effectLst/>
        </p:spPr>
      </p:cxnSp>
      <p:sp>
        <p:nvSpPr>
          <p:cNvPr id="218" name="Rounded Rectangle 41">
            <a:extLst>
              <a:ext uri="{FF2B5EF4-FFF2-40B4-BE49-F238E27FC236}">
                <a16:creationId xmlns:a16="http://schemas.microsoft.com/office/drawing/2014/main" id="{2E4AB39C-EFE1-B9AB-6582-A7A0F0C3B671}"/>
              </a:ext>
            </a:extLst>
          </p:cNvPr>
          <p:cNvSpPr/>
          <p:nvPr/>
        </p:nvSpPr>
        <p:spPr>
          <a:xfrm>
            <a:off x="4741089" y="5567171"/>
            <a:ext cx="832239" cy="588948"/>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Present for Approval to Deliver</a:t>
            </a:r>
          </a:p>
        </p:txBody>
      </p:sp>
      <p:sp>
        <p:nvSpPr>
          <p:cNvPr id="219" name="Flowchart: Decision 218">
            <a:extLst>
              <a:ext uri="{FF2B5EF4-FFF2-40B4-BE49-F238E27FC236}">
                <a16:creationId xmlns:a16="http://schemas.microsoft.com/office/drawing/2014/main" id="{181CBA81-3DE9-24E3-83B4-C9D3B2ED7D7A}"/>
              </a:ext>
            </a:extLst>
          </p:cNvPr>
          <p:cNvSpPr/>
          <p:nvPr/>
        </p:nvSpPr>
        <p:spPr>
          <a:xfrm>
            <a:off x="5978818" y="5571661"/>
            <a:ext cx="824046" cy="573353"/>
          </a:xfrm>
          <a:prstGeom prst="flowChartDecision">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9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220" name="TextBox 219">
            <a:extLst>
              <a:ext uri="{FF2B5EF4-FFF2-40B4-BE49-F238E27FC236}">
                <a16:creationId xmlns:a16="http://schemas.microsoft.com/office/drawing/2014/main" id="{118B2BE8-325A-B246-FDC0-945DA5741EA2}"/>
              </a:ext>
            </a:extLst>
          </p:cNvPr>
          <p:cNvSpPr txBox="1"/>
          <p:nvPr/>
        </p:nvSpPr>
        <p:spPr>
          <a:xfrm>
            <a:off x="6092790" y="5725702"/>
            <a:ext cx="601447" cy="246221"/>
          </a:xfrm>
          <a:prstGeom prst="rect">
            <a:avLst/>
          </a:prstGeom>
          <a:noFill/>
        </p:spPr>
        <p:txBody>
          <a:bodyPr wrap="none" rtlCol="0">
            <a:spAutoFit/>
          </a:bodyPr>
          <a:lstStyle/>
          <a:p>
            <a:pPr>
              <a:defRPr/>
            </a:pPr>
            <a:r>
              <a:rPr lang="en-GB" sz="1000">
                <a:solidFill>
                  <a:prstClr val="white"/>
                </a:solidFill>
                <a:latin typeface="Calibri" panose="020F0502020204030204"/>
              </a:rPr>
              <a:t>Accept?</a:t>
            </a:r>
          </a:p>
        </p:txBody>
      </p:sp>
      <p:sp>
        <p:nvSpPr>
          <p:cNvPr id="221" name="TextBox 220">
            <a:extLst>
              <a:ext uri="{FF2B5EF4-FFF2-40B4-BE49-F238E27FC236}">
                <a16:creationId xmlns:a16="http://schemas.microsoft.com/office/drawing/2014/main" id="{1FB6392F-5C23-44FB-A26B-6B90225218F5}"/>
              </a:ext>
            </a:extLst>
          </p:cNvPr>
          <p:cNvSpPr txBox="1"/>
          <p:nvPr/>
        </p:nvSpPr>
        <p:spPr>
          <a:xfrm>
            <a:off x="3699021" y="5764726"/>
            <a:ext cx="671979" cy="246221"/>
          </a:xfrm>
          <a:prstGeom prst="rect">
            <a:avLst/>
          </a:prstGeom>
          <a:noFill/>
        </p:spPr>
        <p:txBody>
          <a:bodyPr wrap="none" rtlCol="0">
            <a:spAutoFit/>
          </a:bodyPr>
          <a:lstStyle/>
          <a:p>
            <a:pPr>
              <a:defRPr/>
            </a:pPr>
            <a:r>
              <a:rPr lang="en-GB" sz="1000">
                <a:solidFill>
                  <a:prstClr val="white"/>
                </a:solidFill>
                <a:latin typeface="Calibri" panose="020F0502020204030204"/>
              </a:rPr>
              <a:t>Proceed?</a:t>
            </a:r>
          </a:p>
        </p:txBody>
      </p:sp>
      <p:sp>
        <p:nvSpPr>
          <p:cNvPr id="222" name="Rounded Rectangle 58">
            <a:extLst>
              <a:ext uri="{FF2B5EF4-FFF2-40B4-BE49-F238E27FC236}">
                <a16:creationId xmlns:a16="http://schemas.microsoft.com/office/drawing/2014/main" id="{37740886-E24D-A6E7-7963-F18CD2A08F68}"/>
              </a:ext>
            </a:extLst>
          </p:cNvPr>
          <p:cNvSpPr/>
          <p:nvPr/>
        </p:nvSpPr>
        <p:spPr>
          <a:xfrm>
            <a:off x="7239089" y="2521213"/>
            <a:ext cx="1017488" cy="58894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Create / Update User Story</a:t>
            </a:r>
          </a:p>
        </p:txBody>
      </p:sp>
      <p:sp>
        <p:nvSpPr>
          <p:cNvPr id="223" name="Rounded Rectangle 58">
            <a:extLst>
              <a:ext uri="{FF2B5EF4-FFF2-40B4-BE49-F238E27FC236}">
                <a16:creationId xmlns:a16="http://schemas.microsoft.com/office/drawing/2014/main" id="{9BB350E5-1C37-BFD0-492D-CE40864217D7}"/>
              </a:ext>
            </a:extLst>
          </p:cNvPr>
          <p:cNvSpPr/>
          <p:nvPr/>
        </p:nvSpPr>
        <p:spPr>
          <a:xfrm>
            <a:off x="8095036" y="4488199"/>
            <a:ext cx="1017488" cy="58894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Consider for Backlog</a:t>
            </a:r>
          </a:p>
        </p:txBody>
      </p:sp>
      <p:sp>
        <p:nvSpPr>
          <p:cNvPr id="224" name="Rounded Rectangle 119">
            <a:extLst>
              <a:ext uri="{FF2B5EF4-FFF2-40B4-BE49-F238E27FC236}">
                <a16:creationId xmlns:a16="http://schemas.microsoft.com/office/drawing/2014/main" id="{7D9038E8-ED98-D910-B87D-897813FE178B}"/>
              </a:ext>
            </a:extLst>
          </p:cNvPr>
          <p:cNvSpPr/>
          <p:nvPr/>
        </p:nvSpPr>
        <p:spPr>
          <a:xfrm>
            <a:off x="2407866" y="4488199"/>
            <a:ext cx="854349" cy="588947"/>
          </a:xfrm>
          <a:prstGeom prst="roundRect">
            <a:avLst/>
          </a:prstGeom>
          <a:solidFill>
            <a:sysClr val="windowText" lastClr="000000">
              <a:lumMod val="75000"/>
              <a:lumOff val="25000"/>
            </a:sysClr>
          </a:solidFill>
          <a:ln w="12700" cap="flat" cmpd="sng" algn="ctr">
            <a:noFill/>
            <a:prstDash val="solid"/>
            <a:miter lim="800000"/>
          </a:ln>
          <a:effectLst/>
        </p:spPr>
        <p:txBody>
          <a:bodyPr lIns="91440" tIns="45720" rIns="91440" bIns="4572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Review the CR</a:t>
            </a:r>
          </a:p>
        </p:txBody>
      </p:sp>
      <p:cxnSp>
        <p:nvCxnSpPr>
          <p:cNvPr id="225" name="Elbow Connector 133">
            <a:extLst>
              <a:ext uri="{FF2B5EF4-FFF2-40B4-BE49-F238E27FC236}">
                <a16:creationId xmlns:a16="http://schemas.microsoft.com/office/drawing/2014/main" id="{868719C9-E07D-E3D6-7AB6-CB7490E36210}"/>
              </a:ext>
            </a:extLst>
          </p:cNvPr>
          <p:cNvCxnSpPr>
            <a:cxnSpLocks/>
            <a:stCxn id="224" idx="2"/>
            <a:endCxn id="188" idx="0"/>
          </p:cNvCxnSpPr>
          <p:nvPr/>
        </p:nvCxnSpPr>
        <p:spPr>
          <a:xfrm rot="16200000" flipH="1">
            <a:off x="2581769" y="5330418"/>
            <a:ext cx="509273" cy="2728"/>
          </a:xfrm>
          <a:prstGeom prst="bentConnector3">
            <a:avLst>
              <a:gd name="adj1" fmla="val 50000"/>
            </a:avLst>
          </a:prstGeom>
          <a:noFill/>
          <a:ln w="12700" cap="flat" cmpd="sng" algn="ctr">
            <a:solidFill>
              <a:srgbClr val="4472C4"/>
            </a:solidFill>
            <a:prstDash val="solid"/>
            <a:miter lim="800000"/>
            <a:tailEnd type="triangle"/>
          </a:ln>
          <a:effectLst/>
        </p:spPr>
      </p:cxnSp>
      <p:sp>
        <p:nvSpPr>
          <p:cNvPr id="226" name="Oval 225">
            <a:extLst>
              <a:ext uri="{FF2B5EF4-FFF2-40B4-BE49-F238E27FC236}">
                <a16:creationId xmlns:a16="http://schemas.microsoft.com/office/drawing/2014/main" id="{372B9C91-D4DD-D208-128A-E3C28B69C022}"/>
              </a:ext>
            </a:extLst>
          </p:cNvPr>
          <p:cNvSpPr/>
          <p:nvPr/>
        </p:nvSpPr>
        <p:spPr>
          <a:xfrm>
            <a:off x="5801842" y="5357491"/>
            <a:ext cx="569921" cy="274470"/>
          </a:xfrm>
          <a:prstGeom prst="ellipse">
            <a:avLst/>
          </a:prstGeom>
          <a:solidFill>
            <a:srgbClr val="00B05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Yes</a:t>
            </a:r>
          </a:p>
        </p:txBody>
      </p:sp>
      <p:sp>
        <p:nvSpPr>
          <p:cNvPr id="227" name="Oval 226">
            <a:extLst>
              <a:ext uri="{FF2B5EF4-FFF2-40B4-BE49-F238E27FC236}">
                <a16:creationId xmlns:a16="http://schemas.microsoft.com/office/drawing/2014/main" id="{BC701842-F695-867F-F2FF-C27498C70CE8}"/>
              </a:ext>
            </a:extLst>
          </p:cNvPr>
          <p:cNvSpPr/>
          <p:nvPr/>
        </p:nvSpPr>
        <p:spPr>
          <a:xfrm>
            <a:off x="6438795" y="6073579"/>
            <a:ext cx="569921" cy="274470"/>
          </a:xfrm>
          <a:prstGeom prst="ellipse">
            <a:avLst/>
          </a:prstGeom>
          <a:solidFill>
            <a:srgbClr val="FF00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No</a:t>
            </a:r>
          </a:p>
        </p:txBody>
      </p:sp>
      <p:cxnSp>
        <p:nvCxnSpPr>
          <p:cNvPr id="228" name="Elbow Connector 87">
            <a:extLst>
              <a:ext uri="{FF2B5EF4-FFF2-40B4-BE49-F238E27FC236}">
                <a16:creationId xmlns:a16="http://schemas.microsoft.com/office/drawing/2014/main" id="{4ACBD422-98B5-1789-A8D7-15FB9146B452}"/>
              </a:ext>
            </a:extLst>
          </p:cNvPr>
          <p:cNvCxnSpPr>
            <a:cxnSpLocks/>
            <a:stCxn id="219" idx="2"/>
            <a:endCxn id="190" idx="2"/>
          </p:cNvCxnSpPr>
          <p:nvPr/>
        </p:nvCxnSpPr>
        <p:spPr>
          <a:xfrm rot="5400000" flipH="1" flipV="1">
            <a:off x="7218377" y="2097847"/>
            <a:ext cx="3219631" cy="4874704"/>
          </a:xfrm>
          <a:prstGeom prst="bentConnector3">
            <a:avLst>
              <a:gd name="adj1" fmla="val -8894"/>
            </a:avLst>
          </a:prstGeom>
          <a:noFill/>
          <a:ln w="12700" cap="flat" cmpd="sng" algn="ctr">
            <a:solidFill>
              <a:srgbClr val="4472C4"/>
            </a:solidFill>
            <a:prstDash val="solid"/>
            <a:miter lim="800000"/>
            <a:tailEnd type="triangle"/>
          </a:ln>
          <a:effectLst/>
        </p:spPr>
      </p:cxnSp>
      <p:cxnSp>
        <p:nvCxnSpPr>
          <p:cNvPr id="229" name="Elbow Connector 87">
            <a:extLst>
              <a:ext uri="{FF2B5EF4-FFF2-40B4-BE49-F238E27FC236}">
                <a16:creationId xmlns:a16="http://schemas.microsoft.com/office/drawing/2014/main" id="{DB80A816-A98A-85AF-D16D-0DA6F1FEDAA3}"/>
              </a:ext>
            </a:extLst>
          </p:cNvPr>
          <p:cNvCxnSpPr>
            <a:cxnSpLocks/>
            <a:stCxn id="219" idx="0"/>
            <a:endCxn id="222" idx="1"/>
          </p:cNvCxnSpPr>
          <p:nvPr/>
        </p:nvCxnSpPr>
        <p:spPr>
          <a:xfrm rot="5400000" flipH="1" flipV="1">
            <a:off x="5436978" y="3769550"/>
            <a:ext cx="2755974" cy="848248"/>
          </a:xfrm>
          <a:prstGeom prst="bentConnector2">
            <a:avLst/>
          </a:prstGeom>
          <a:noFill/>
          <a:ln w="12700" cap="flat" cmpd="sng" algn="ctr">
            <a:solidFill>
              <a:srgbClr val="4472C4"/>
            </a:solidFill>
            <a:prstDash val="solid"/>
            <a:miter lim="800000"/>
            <a:tailEnd type="triangle"/>
          </a:ln>
          <a:effectLst/>
        </p:spPr>
      </p:cxnSp>
      <p:cxnSp>
        <p:nvCxnSpPr>
          <p:cNvPr id="230" name="Elbow Connector 133">
            <a:extLst>
              <a:ext uri="{FF2B5EF4-FFF2-40B4-BE49-F238E27FC236}">
                <a16:creationId xmlns:a16="http://schemas.microsoft.com/office/drawing/2014/main" id="{6084D901-2AAF-537D-1F7D-51D542420927}"/>
              </a:ext>
            </a:extLst>
          </p:cNvPr>
          <p:cNvCxnSpPr>
            <a:cxnSpLocks/>
            <a:stCxn id="216" idx="2"/>
            <a:endCxn id="218" idx="0"/>
          </p:cNvCxnSpPr>
          <p:nvPr/>
        </p:nvCxnSpPr>
        <p:spPr>
          <a:xfrm rot="16200000" flipH="1">
            <a:off x="4911133" y="5321094"/>
            <a:ext cx="490025" cy="2127"/>
          </a:xfrm>
          <a:prstGeom prst="bentConnector3">
            <a:avLst>
              <a:gd name="adj1" fmla="val 50000"/>
            </a:avLst>
          </a:prstGeom>
          <a:noFill/>
          <a:ln w="12700" cap="flat" cmpd="sng" algn="ctr">
            <a:solidFill>
              <a:srgbClr val="4472C4"/>
            </a:solidFill>
            <a:prstDash val="solid"/>
            <a:miter lim="800000"/>
            <a:tailEnd type="triangle"/>
          </a:ln>
          <a:effectLst/>
        </p:spPr>
      </p:cxnSp>
      <p:cxnSp>
        <p:nvCxnSpPr>
          <p:cNvPr id="231" name="Elbow Connector 133">
            <a:extLst>
              <a:ext uri="{FF2B5EF4-FFF2-40B4-BE49-F238E27FC236}">
                <a16:creationId xmlns:a16="http://schemas.microsoft.com/office/drawing/2014/main" id="{EF141129-037C-17FF-67A4-722D2611C7CA}"/>
              </a:ext>
            </a:extLst>
          </p:cNvPr>
          <p:cNvCxnSpPr>
            <a:cxnSpLocks/>
            <a:stCxn id="188" idx="3"/>
            <a:endCxn id="195" idx="1"/>
          </p:cNvCxnSpPr>
          <p:nvPr/>
        </p:nvCxnSpPr>
        <p:spPr>
          <a:xfrm flipV="1">
            <a:off x="3293614" y="5874429"/>
            <a:ext cx="305698" cy="912"/>
          </a:xfrm>
          <a:prstGeom prst="bentConnector3">
            <a:avLst/>
          </a:prstGeom>
          <a:noFill/>
          <a:ln w="12700" cap="flat" cmpd="sng" algn="ctr">
            <a:solidFill>
              <a:srgbClr val="4472C4"/>
            </a:solidFill>
            <a:prstDash val="solid"/>
            <a:miter lim="800000"/>
            <a:tailEnd type="triangle"/>
          </a:ln>
          <a:effectLst/>
        </p:spPr>
      </p:cxnSp>
      <p:cxnSp>
        <p:nvCxnSpPr>
          <p:cNvPr id="232" name="Elbow Connector 133">
            <a:extLst>
              <a:ext uri="{FF2B5EF4-FFF2-40B4-BE49-F238E27FC236}">
                <a16:creationId xmlns:a16="http://schemas.microsoft.com/office/drawing/2014/main" id="{8C9CCC5E-F47A-3B98-6D57-6E5104A243DE}"/>
              </a:ext>
            </a:extLst>
          </p:cNvPr>
          <p:cNvCxnSpPr>
            <a:cxnSpLocks/>
            <a:stCxn id="218" idx="3"/>
            <a:endCxn id="219" idx="1"/>
          </p:cNvCxnSpPr>
          <p:nvPr/>
        </p:nvCxnSpPr>
        <p:spPr>
          <a:xfrm flipV="1">
            <a:off x="5573328" y="5858338"/>
            <a:ext cx="405490" cy="3307"/>
          </a:xfrm>
          <a:prstGeom prst="bentConnector3">
            <a:avLst/>
          </a:prstGeom>
          <a:noFill/>
          <a:ln w="12700" cap="flat" cmpd="sng" algn="ctr">
            <a:solidFill>
              <a:srgbClr val="4472C4"/>
            </a:solidFill>
            <a:prstDash val="solid"/>
            <a:miter lim="800000"/>
            <a:tailEnd type="triangle"/>
          </a:ln>
          <a:effectLst/>
        </p:spPr>
      </p:cxnSp>
      <p:cxnSp>
        <p:nvCxnSpPr>
          <p:cNvPr id="233" name="Elbow Connector 87">
            <a:extLst>
              <a:ext uri="{FF2B5EF4-FFF2-40B4-BE49-F238E27FC236}">
                <a16:creationId xmlns:a16="http://schemas.microsoft.com/office/drawing/2014/main" id="{438E7357-1976-2359-DF8D-FAD0FE68533C}"/>
              </a:ext>
            </a:extLst>
          </p:cNvPr>
          <p:cNvCxnSpPr>
            <a:cxnSpLocks/>
            <a:stCxn id="219" idx="2"/>
            <a:endCxn id="223" idx="2"/>
          </p:cNvCxnSpPr>
          <p:nvPr/>
        </p:nvCxnSpPr>
        <p:spPr>
          <a:xfrm rot="5400000" flipH="1" flipV="1">
            <a:off x="6963376" y="4504610"/>
            <a:ext cx="1067868" cy="2212939"/>
          </a:xfrm>
          <a:prstGeom prst="bentConnector3">
            <a:avLst>
              <a:gd name="adj1" fmla="val -25914"/>
            </a:avLst>
          </a:prstGeom>
          <a:noFill/>
          <a:ln w="12700" cap="flat" cmpd="sng" algn="ctr">
            <a:solidFill>
              <a:srgbClr val="4472C4"/>
            </a:solidFill>
            <a:prstDash val="solid"/>
            <a:miter lim="800000"/>
            <a:tailEnd type="triangle"/>
          </a:ln>
          <a:effectLst/>
        </p:spPr>
      </p:cxnSp>
      <p:cxnSp>
        <p:nvCxnSpPr>
          <p:cNvPr id="234" name="Straight Arrow Connector 233">
            <a:extLst>
              <a:ext uri="{FF2B5EF4-FFF2-40B4-BE49-F238E27FC236}">
                <a16:creationId xmlns:a16="http://schemas.microsoft.com/office/drawing/2014/main" id="{B186A637-0A8D-85A4-9448-4CD0D82D34F1}"/>
              </a:ext>
            </a:extLst>
          </p:cNvPr>
          <p:cNvCxnSpPr>
            <a:cxnSpLocks/>
            <a:stCxn id="222" idx="3"/>
            <a:endCxn id="191" idx="1"/>
          </p:cNvCxnSpPr>
          <p:nvPr/>
        </p:nvCxnSpPr>
        <p:spPr>
          <a:xfrm>
            <a:off x="8256577" y="2815687"/>
            <a:ext cx="274771" cy="438"/>
          </a:xfrm>
          <a:prstGeom prst="straightConnector1">
            <a:avLst/>
          </a:prstGeom>
          <a:noFill/>
          <a:ln w="12700" cap="flat" cmpd="sng" algn="ctr">
            <a:solidFill>
              <a:srgbClr val="4472C4"/>
            </a:solidFill>
            <a:prstDash val="solid"/>
            <a:miter lim="800000"/>
            <a:tailEnd type="triangle"/>
          </a:ln>
          <a:effectLst/>
        </p:spPr>
      </p:cxnSp>
      <p:cxnSp>
        <p:nvCxnSpPr>
          <p:cNvPr id="235" name="Straight Arrow Connector 234">
            <a:extLst>
              <a:ext uri="{FF2B5EF4-FFF2-40B4-BE49-F238E27FC236}">
                <a16:creationId xmlns:a16="http://schemas.microsoft.com/office/drawing/2014/main" id="{C2F6CD3F-C762-BD44-1C6F-B6ABB2F2F88D}"/>
              </a:ext>
            </a:extLst>
          </p:cNvPr>
          <p:cNvCxnSpPr>
            <a:cxnSpLocks/>
            <a:stCxn id="191" idx="3"/>
            <a:endCxn id="189" idx="1"/>
          </p:cNvCxnSpPr>
          <p:nvPr/>
        </p:nvCxnSpPr>
        <p:spPr>
          <a:xfrm flipV="1">
            <a:off x="9548836" y="2815472"/>
            <a:ext cx="203592" cy="653"/>
          </a:xfrm>
          <a:prstGeom prst="straightConnector1">
            <a:avLst/>
          </a:prstGeom>
          <a:noFill/>
          <a:ln w="12700" cap="flat" cmpd="sng" algn="ctr">
            <a:solidFill>
              <a:srgbClr val="4472C4"/>
            </a:solidFill>
            <a:prstDash val="solid"/>
            <a:miter lim="800000"/>
            <a:tailEnd type="triangle"/>
          </a:ln>
          <a:effectLst/>
        </p:spPr>
      </p:cxnSp>
      <p:cxnSp>
        <p:nvCxnSpPr>
          <p:cNvPr id="236" name="Straight Arrow Connector 235">
            <a:extLst>
              <a:ext uri="{FF2B5EF4-FFF2-40B4-BE49-F238E27FC236}">
                <a16:creationId xmlns:a16="http://schemas.microsoft.com/office/drawing/2014/main" id="{1A32BA3C-CFD7-08AE-8842-B1D9135CDD9F}"/>
              </a:ext>
            </a:extLst>
          </p:cNvPr>
          <p:cNvCxnSpPr>
            <a:cxnSpLocks/>
            <a:stCxn id="189" idx="3"/>
            <a:endCxn id="190" idx="1"/>
          </p:cNvCxnSpPr>
          <p:nvPr/>
        </p:nvCxnSpPr>
        <p:spPr>
          <a:xfrm flipV="1">
            <a:off x="10741419" y="2811308"/>
            <a:ext cx="245248" cy="4164"/>
          </a:xfrm>
          <a:prstGeom prst="straightConnector1">
            <a:avLst/>
          </a:prstGeom>
          <a:noFill/>
          <a:ln w="12700" cap="flat" cmpd="sng" algn="ctr">
            <a:solidFill>
              <a:srgbClr val="4472C4"/>
            </a:solidFill>
            <a:prstDash val="solid"/>
            <a:miter lim="800000"/>
            <a:tailEnd type="triangle"/>
          </a:ln>
          <a:effectLst/>
        </p:spPr>
      </p:cxnSp>
      <p:sp>
        <p:nvSpPr>
          <p:cNvPr id="237" name="Rounded Rectangle 37">
            <a:extLst>
              <a:ext uri="{FF2B5EF4-FFF2-40B4-BE49-F238E27FC236}">
                <a16:creationId xmlns:a16="http://schemas.microsoft.com/office/drawing/2014/main" id="{986E05A8-F061-5F32-BB77-D9F69188A2D4}"/>
              </a:ext>
            </a:extLst>
          </p:cNvPr>
          <p:cNvSpPr/>
          <p:nvPr/>
        </p:nvSpPr>
        <p:spPr>
          <a:xfrm>
            <a:off x="5971803" y="1532159"/>
            <a:ext cx="998622" cy="1231586"/>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Align on the Gap / Defect / Additional Requirement being a change</a:t>
            </a:r>
          </a:p>
        </p:txBody>
      </p:sp>
      <p:cxnSp>
        <p:nvCxnSpPr>
          <p:cNvPr id="238" name="Straight Arrow Connector 237">
            <a:extLst>
              <a:ext uri="{FF2B5EF4-FFF2-40B4-BE49-F238E27FC236}">
                <a16:creationId xmlns:a16="http://schemas.microsoft.com/office/drawing/2014/main" id="{408ADA7F-A3A3-B09F-E910-B057E510D210}"/>
              </a:ext>
            </a:extLst>
          </p:cNvPr>
          <p:cNvCxnSpPr>
            <a:cxnSpLocks/>
            <a:endCxn id="200" idx="3"/>
          </p:cNvCxnSpPr>
          <p:nvPr/>
        </p:nvCxnSpPr>
        <p:spPr>
          <a:xfrm flipH="1">
            <a:off x="4410537" y="1791975"/>
            <a:ext cx="1561266" cy="4900"/>
          </a:xfrm>
          <a:prstGeom prst="straightConnector1">
            <a:avLst/>
          </a:prstGeom>
          <a:noFill/>
          <a:ln w="12700" cap="flat" cmpd="sng" algn="ctr">
            <a:solidFill>
              <a:srgbClr val="4472C4"/>
            </a:solidFill>
            <a:prstDash val="solid"/>
            <a:miter lim="800000"/>
            <a:tailEnd type="triangle"/>
          </a:ln>
          <a:effectLst/>
        </p:spPr>
      </p:cxnSp>
      <p:sp>
        <p:nvSpPr>
          <p:cNvPr id="239" name="Rounded Rectangle 37">
            <a:extLst>
              <a:ext uri="{FF2B5EF4-FFF2-40B4-BE49-F238E27FC236}">
                <a16:creationId xmlns:a16="http://schemas.microsoft.com/office/drawing/2014/main" id="{68CB47B6-3ECF-FDFF-255E-451B1F42A70D}"/>
              </a:ext>
            </a:extLst>
          </p:cNvPr>
          <p:cNvSpPr/>
          <p:nvPr/>
        </p:nvSpPr>
        <p:spPr>
          <a:xfrm>
            <a:off x="2401737" y="3504532"/>
            <a:ext cx="9376911" cy="588949"/>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Assign CR Ref, Update Change Log, Update CR (with IA) &amp; Drive the Change Control Process</a:t>
            </a:r>
          </a:p>
        </p:txBody>
      </p:sp>
      <p:cxnSp>
        <p:nvCxnSpPr>
          <p:cNvPr id="240" name="Elbow Connector 87">
            <a:extLst>
              <a:ext uri="{FF2B5EF4-FFF2-40B4-BE49-F238E27FC236}">
                <a16:creationId xmlns:a16="http://schemas.microsoft.com/office/drawing/2014/main" id="{887943AE-8E08-EA94-1CE1-092DFB7C9823}"/>
              </a:ext>
            </a:extLst>
          </p:cNvPr>
          <p:cNvCxnSpPr>
            <a:cxnSpLocks/>
            <a:stCxn id="189" idx="2"/>
          </p:cNvCxnSpPr>
          <p:nvPr/>
        </p:nvCxnSpPr>
        <p:spPr>
          <a:xfrm rot="16200000" flipH="1">
            <a:off x="10089189" y="3303589"/>
            <a:ext cx="315470" cy="1"/>
          </a:xfrm>
          <a:prstGeom prst="bentConnector3">
            <a:avLst>
              <a:gd name="adj1" fmla="val 50000"/>
            </a:avLst>
          </a:prstGeom>
          <a:noFill/>
          <a:ln w="12700" cap="flat" cmpd="sng" algn="ctr">
            <a:solidFill>
              <a:srgbClr val="4472C4"/>
            </a:solidFill>
            <a:prstDash val="solid"/>
            <a:miter lim="800000"/>
            <a:tailEnd type="triangle"/>
          </a:ln>
          <a:effectLst/>
        </p:spPr>
      </p:cxnSp>
      <p:sp>
        <p:nvSpPr>
          <p:cNvPr id="241" name="Rounded Rectangle 58">
            <a:extLst>
              <a:ext uri="{FF2B5EF4-FFF2-40B4-BE49-F238E27FC236}">
                <a16:creationId xmlns:a16="http://schemas.microsoft.com/office/drawing/2014/main" id="{C19EEDD8-0EBF-4719-E873-50525B42895B}"/>
              </a:ext>
            </a:extLst>
          </p:cNvPr>
          <p:cNvSpPr/>
          <p:nvPr/>
        </p:nvSpPr>
        <p:spPr>
          <a:xfrm>
            <a:off x="5885530" y="4488199"/>
            <a:ext cx="1017488" cy="588947"/>
          </a:xfrm>
          <a:prstGeom prst="roundRect">
            <a:avLst/>
          </a:prstGeom>
          <a:solidFill>
            <a:sysClr val="windowText" lastClr="000000">
              <a:lumMod val="75000"/>
              <a:lumOff val="25000"/>
            </a:sys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000" b="0" i="0" u="none" strike="noStrike" kern="0" cap="none" spc="0" normalizeH="0" baseline="0" noProof="0">
                <a:ln>
                  <a:noFill/>
                </a:ln>
                <a:solidFill>
                  <a:prstClr val="white"/>
                </a:solidFill>
                <a:effectLst/>
                <a:uLnTx/>
                <a:uFillTx/>
                <a:latin typeface="Calibri" panose="020F0502020204030204"/>
                <a:ea typeface="+mn-ea"/>
                <a:cs typeface="+mn-cs"/>
              </a:rPr>
              <a:t>Update Scope / Plan / Budget</a:t>
            </a:r>
          </a:p>
        </p:txBody>
      </p:sp>
      <p:cxnSp>
        <p:nvCxnSpPr>
          <p:cNvPr id="242" name="Elbow Connector 87">
            <a:extLst>
              <a:ext uri="{FF2B5EF4-FFF2-40B4-BE49-F238E27FC236}">
                <a16:creationId xmlns:a16="http://schemas.microsoft.com/office/drawing/2014/main" id="{09F75986-2B56-9CB5-226C-62DC896B7654}"/>
              </a:ext>
            </a:extLst>
          </p:cNvPr>
          <p:cNvCxnSpPr>
            <a:cxnSpLocks/>
            <a:stCxn id="223" idx="0"/>
          </p:cNvCxnSpPr>
          <p:nvPr/>
        </p:nvCxnSpPr>
        <p:spPr>
          <a:xfrm rot="16200000" flipV="1">
            <a:off x="8424275" y="4308693"/>
            <a:ext cx="359010" cy="1"/>
          </a:xfrm>
          <a:prstGeom prst="bentConnector3">
            <a:avLst>
              <a:gd name="adj1" fmla="val 50000"/>
            </a:avLst>
          </a:prstGeom>
          <a:noFill/>
          <a:ln w="12700" cap="flat" cmpd="sng" algn="ctr">
            <a:solidFill>
              <a:srgbClr val="4472C4"/>
            </a:solidFill>
            <a:prstDash val="solid"/>
            <a:miter lim="800000"/>
            <a:tailEnd type="triangle"/>
          </a:ln>
          <a:effectLst/>
        </p:spPr>
      </p:cxnSp>
      <p:sp>
        <p:nvSpPr>
          <p:cNvPr id="244" name="TextBox 243">
            <a:extLst>
              <a:ext uri="{FF2B5EF4-FFF2-40B4-BE49-F238E27FC236}">
                <a16:creationId xmlns:a16="http://schemas.microsoft.com/office/drawing/2014/main" id="{7899635A-0504-159A-E37A-54D4A6384C2E}"/>
              </a:ext>
            </a:extLst>
          </p:cNvPr>
          <p:cNvSpPr txBox="1"/>
          <p:nvPr/>
        </p:nvSpPr>
        <p:spPr>
          <a:xfrm>
            <a:off x="368183" y="754577"/>
            <a:ext cx="11410465" cy="584775"/>
          </a:xfrm>
          <a:prstGeom prst="rect">
            <a:avLst/>
          </a:prstGeom>
          <a:noFill/>
        </p:spPr>
        <p:txBody>
          <a:bodyPr wrap="square" rtlCol="0">
            <a:spAutoFit/>
          </a:bodyPr>
          <a:lstStyle/>
          <a:p>
            <a:r>
              <a:rPr lang="en-US" sz="1600" kern="0">
                <a:ea typeface="Verdana" panose="020B0604030504040204" pitchFamily="34" charset="0"/>
                <a:cs typeface="Calibri" panose="020F0502020204030204" pitchFamily="34" charset="0"/>
              </a:rPr>
              <a:t>Controlling change via an agreed process that acknowledges it is needed but manages its impact for the good of delivery is key to the success of this largescale programme delivery.</a:t>
            </a:r>
            <a:endParaRPr lang="pl-PL" sz="1600" kern="0">
              <a:ea typeface="Verdana" panose="020B0604030504040204" pitchFamily="34" charset="0"/>
              <a:cs typeface="Calibri" panose="020F0502020204030204" pitchFamily="34" charset="0"/>
            </a:endParaRPr>
          </a:p>
        </p:txBody>
      </p:sp>
    </p:spTree>
    <p:extLst>
      <p:ext uri="{BB962C8B-B14F-4D97-AF65-F5344CB8AC3E}">
        <p14:creationId xmlns:p14="http://schemas.microsoft.com/office/powerpoint/2010/main" val="24793662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9144000" cy="3651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rPr>
              <a:t>Tools to be provided by Beazley for delivery</a:t>
            </a:r>
          </a:p>
        </p:txBody>
      </p:sp>
      <p:sp>
        <p:nvSpPr>
          <p:cNvPr id="39" name="Rectangle 38">
            <a:extLst>
              <a:ext uri="{FF2B5EF4-FFF2-40B4-BE49-F238E27FC236}">
                <a16:creationId xmlns:a16="http://schemas.microsoft.com/office/drawing/2014/main" id="{4649C329-C9FC-3160-57EF-7D5BA8141384}"/>
              </a:ext>
              <a:ext uri="{C183D7F6-B498-43B3-948B-1728B52AA6E4}">
                <adec:decorative xmlns:adec="http://schemas.microsoft.com/office/drawing/2017/decorative" val="1"/>
              </a:ext>
            </a:extLst>
          </p:cNvPr>
          <p:cNvSpPr/>
          <p:nvPr/>
        </p:nvSpPr>
        <p:spPr>
          <a:xfrm>
            <a:off x="468794" y="1533777"/>
            <a:ext cx="5012107" cy="1230106"/>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0" name="Text Placeholder 7">
            <a:extLst>
              <a:ext uri="{FF2B5EF4-FFF2-40B4-BE49-F238E27FC236}">
                <a16:creationId xmlns:a16="http://schemas.microsoft.com/office/drawing/2014/main" id="{DAD301AB-B097-A9CF-C13D-023EC26DA278}"/>
              </a:ext>
            </a:extLst>
          </p:cNvPr>
          <p:cNvSpPr txBox="1">
            <a:spLocks/>
          </p:cNvSpPr>
          <p:nvPr/>
        </p:nvSpPr>
        <p:spPr>
          <a:xfrm>
            <a:off x="265799" y="1572567"/>
            <a:ext cx="1684430"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Project Tools</a:t>
            </a:r>
          </a:p>
        </p:txBody>
      </p:sp>
      <p:sp>
        <p:nvSpPr>
          <p:cNvPr id="41" name="Text Placeholder 7">
            <a:extLst>
              <a:ext uri="{FF2B5EF4-FFF2-40B4-BE49-F238E27FC236}">
                <a16:creationId xmlns:a16="http://schemas.microsoft.com/office/drawing/2014/main" id="{322EE989-6394-4BD6-808B-4A67F52FD8F7}"/>
              </a:ext>
            </a:extLst>
          </p:cNvPr>
          <p:cNvSpPr txBox="1">
            <a:spLocks/>
          </p:cNvSpPr>
          <p:nvPr/>
        </p:nvSpPr>
        <p:spPr>
          <a:xfrm>
            <a:off x="2058186" y="1601582"/>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VDI provisioning</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Outlook, MS Teams</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Project planner</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Microsoft Office tools- word, excel, ppt</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Guidewire sandbox access</a:t>
            </a:r>
          </a:p>
          <a:p>
            <a:pPr marL="173038" indent="-173038">
              <a:lnSpc>
                <a:spcPct val="90000"/>
              </a:lnSpc>
              <a:spcBef>
                <a:spcPts val="0"/>
              </a:spcBef>
              <a:buClr>
                <a:srgbClr val="338091"/>
              </a:buClr>
              <a:buFont typeface="Arial" panose="020B0604020202020204" pitchFamily="34" charset="0"/>
              <a:buChar char="•"/>
              <a:defRPr/>
            </a:pPr>
            <a:r>
              <a:rPr lang="en-GB" sz="1100">
                <a:solidFill>
                  <a:prstClr val="black"/>
                </a:solidFill>
                <a:latin typeface="Calibri" panose="020F0502020204030204"/>
              </a:rPr>
              <a:t>Process and support to raise additional software requests</a:t>
            </a:r>
          </a:p>
        </p:txBody>
      </p:sp>
      <p:sp>
        <p:nvSpPr>
          <p:cNvPr id="42" name="Rectangle 41">
            <a:extLst>
              <a:ext uri="{FF2B5EF4-FFF2-40B4-BE49-F238E27FC236}">
                <a16:creationId xmlns:a16="http://schemas.microsoft.com/office/drawing/2014/main" id="{0BA870F0-3723-FFE3-532B-7FD78681A73B}"/>
              </a:ext>
            </a:extLst>
          </p:cNvPr>
          <p:cNvSpPr/>
          <p:nvPr/>
        </p:nvSpPr>
        <p:spPr>
          <a:xfrm>
            <a:off x="788901" y="3030385"/>
            <a:ext cx="10205164" cy="300781"/>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43" name="TextBox 42">
            <a:extLst>
              <a:ext uri="{FF2B5EF4-FFF2-40B4-BE49-F238E27FC236}">
                <a16:creationId xmlns:a16="http://schemas.microsoft.com/office/drawing/2014/main" id="{790B5F77-D112-DFDE-2D03-3890DA4ABF94}"/>
              </a:ext>
            </a:extLst>
          </p:cNvPr>
          <p:cNvSpPr txBox="1"/>
          <p:nvPr/>
        </p:nvSpPr>
        <p:spPr>
          <a:xfrm>
            <a:off x="797243" y="3030384"/>
            <a:ext cx="10289857" cy="307777"/>
          </a:xfrm>
          <a:prstGeom prst="rect">
            <a:avLst/>
          </a:prstGeom>
          <a:noFill/>
        </p:spPr>
        <p:txBody>
          <a:bodyPr wrap="square">
            <a:spAutoFit/>
          </a:bodyPr>
          <a:lstStyle/>
          <a:p>
            <a:pPr algn="ctr">
              <a:defRPr/>
            </a:pPr>
            <a:r>
              <a:rPr lang="en-IN" sz="1400" b="1" i="1">
                <a:solidFill>
                  <a:prstClr val="black"/>
                </a:solidFill>
                <a:latin typeface="Calibri" panose="020F0502020204030204"/>
                <a:ea typeface="Verdana"/>
                <a:cs typeface="Calibri"/>
              </a:rPr>
              <a:t>Discovery Tools listed below is not an exhaustive list and will be further built out ….</a:t>
            </a:r>
          </a:p>
        </p:txBody>
      </p:sp>
      <p:sp>
        <p:nvSpPr>
          <p:cNvPr id="44" name="Rectangle 43">
            <a:extLst>
              <a:ext uri="{FF2B5EF4-FFF2-40B4-BE49-F238E27FC236}">
                <a16:creationId xmlns:a16="http://schemas.microsoft.com/office/drawing/2014/main" id="{33256FBC-414F-7FC2-29DB-11A413BC31A7}"/>
              </a:ext>
              <a:ext uri="{C183D7F6-B498-43B3-948B-1728B52AA6E4}">
                <adec:decorative xmlns:adec="http://schemas.microsoft.com/office/drawing/2017/decorative" val="1"/>
              </a:ext>
            </a:extLst>
          </p:cNvPr>
          <p:cNvSpPr/>
          <p:nvPr/>
        </p:nvSpPr>
        <p:spPr>
          <a:xfrm>
            <a:off x="6352157" y="1516055"/>
            <a:ext cx="5012107" cy="1230106"/>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46" name="Text Placeholder 7">
            <a:extLst>
              <a:ext uri="{FF2B5EF4-FFF2-40B4-BE49-F238E27FC236}">
                <a16:creationId xmlns:a16="http://schemas.microsoft.com/office/drawing/2014/main" id="{D274C2F1-2FB3-5C2D-1A17-85983B3DE1F4}"/>
              </a:ext>
            </a:extLst>
          </p:cNvPr>
          <p:cNvSpPr txBox="1">
            <a:spLocks/>
          </p:cNvSpPr>
          <p:nvPr/>
        </p:nvSpPr>
        <p:spPr>
          <a:xfrm>
            <a:off x="6500709" y="1690996"/>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endParaRPr lang="en-GB" sz="1600">
              <a:solidFill>
                <a:prstClr val="black"/>
              </a:solidFill>
              <a:latin typeface="Calibri" panose="020F0502020204030204"/>
            </a:endParaRP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Lewis Claxton (Beazley PMO)</a:t>
            </a:r>
          </a:p>
        </p:txBody>
      </p:sp>
      <p:cxnSp>
        <p:nvCxnSpPr>
          <p:cNvPr id="48" name="Straight Connector 47">
            <a:extLst>
              <a:ext uri="{FF2B5EF4-FFF2-40B4-BE49-F238E27FC236}">
                <a16:creationId xmlns:a16="http://schemas.microsoft.com/office/drawing/2014/main" id="{7689D064-7A98-F446-50DE-FB91B135A5FE}"/>
              </a:ext>
            </a:extLst>
          </p:cNvPr>
          <p:cNvCxnSpPr>
            <a:cxnSpLocks/>
          </p:cNvCxnSpPr>
          <p:nvPr/>
        </p:nvCxnSpPr>
        <p:spPr>
          <a:xfrm>
            <a:off x="5642341" y="2113099"/>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50" name="Rectangle 49">
            <a:extLst>
              <a:ext uri="{FF2B5EF4-FFF2-40B4-BE49-F238E27FC236}">
                <a16:creationId xmlns:a16="http://schemas.microsoft.com/office/drawing/2014/main" id="{CDD92F5C-C09B-74A9-DA61-7515E9C4F1A9}"/>
              </a:ext>
              <a:ext uri="{C183D7F6-B498-43B3-948B-1728B52AA6E4}">
                <adec:decorative xmlns:adec="http://schemas.microsoft.com/office/drawing/2017/decorative" val="1"/>
              </a:ext>
            </a:extLst>
          </p:cNvPr>
          <p:cNvSpPr/>
          <p:nvPr/>
        </p:nvSpPr>
        <p:spPr>
          <a:xfrm>
            <a:off x="461705" y="3500040"/>
            <a:ext cx="5012107" cy="1666963"/>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51" name="Text Placeholder 7">
            <a:extLst>
              <a:ext uri="{FF2B5EF4-FFF2-40B4-BE49-F238E27FC236}">
                <a16:creationId xmlns:a16="http://schemas.microsoft.com/office/drawing/2014/main" id="{7A3092D2-0B7D-CE67-EB52-CCD78A6B8953}"/>
              </a:ext>
            </a:extLst>
          </p:cNvPr>
          <p:cNvSpPr txBox="1">
            <a:spLocks/>
          </p:cNvSpPr>
          <p:nvPr/>
        </p:nvSpPr>
        <p:spPr>
          <a:xfrm>
            <a:off x="258710" y="3538830"/>
            <a:ext cx="1684430" cy="1623087"/>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Dev &amp; Test Team Tools</a:t>
            </a:r>
          </a:p>
        </p:txBody>
      </p:sp>
      <p:sp>
        <p:nvSpPr>
          <p:cNvPr id="52" name="Text Placeholder 7">
            <a:extLst>
              <a:ext uri="{FF2B5EF4-FFF2-40B4-BE49-F238E27FC236}">
                <a16:creationId xmlns:a16="http://schemas.microsoft.com/office/drawing/2014/main" id="{8295543D-921F-884F-B34E-B02D40197D2B}"/>
              </a:ext>
            </a:extLst>
          </p:cNvPr>
          <p:cNvSpPr txBox="1">
            <a:spLocks/>
          </p:cNvSpPr>
          <p:nvPr/>
        </p:nvSpPr>
        <p:spPr>
          <a:xfrm>
            <a:off x="2013759" y="3674982"/>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JIRA</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Confluence</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Guidewire Platforms</a:t>
            </a:r>
          </a:p>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Microsoft Visio</a:t>
            </a:r>
          </a:p>
        </p:txBody>
      </p:sp>
      <p:cxnSp>
        <p:nvCxnSpPr>
          <p:cNvPr id="60" name="Straight Connector 59">
            <a:extLst>
              <a:ext uri="{FF2B5EF4-FFF2-40B4-BE49-F238E27FC236}">
                <a16:creationId xmlns:a16="http://schemas.microsoft.com/office/drawing/2014/main" id="{B544669E-DC9B-E134-A35C-1D565F2BB5E8}"/>
              </a:ext>
            </a:extLst>
          </p:cNvPr>
          <p:cNvCxnSpPr>
            <a:cxnSpLocks/>
          </p:cNvCxnSpPr>
          <p:nvPr/>
        </p:nvCxnSpPr>
        <p:spPr>
          <a:xfrm>
            <a:off x="5642341" y="4696055"/>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2" name="Rectangle 61">
            <a:extLst>
              <a:ext uri="{FF2B5EF4-FFF2-40B4-BE49-F238E27FC236}">
                <a16:creationId xmlns:a16="http://schemas.microsoft.com/office/drawing/2014/main" id="{867462D2-81E2-547A-1BCD-CB8488E339FE}"/>
              </a:ext>
              <a:ext uri="{C183D7F6-B498-43B3-948B-1728B52AA6E4}">
                <adec:decorative xmlns:adec="http://schemas.microsoft.com/office/drawing/2017/decorative" val="1"/>
              </a:ext>
            </a:extLst>
          </p:cNvPr>
          <p:cNvSpPr/>
          <p:nvPr/>
        </p:nvSpPr>
        <p:spPr>
          <a:xfrm>
            <a:off x="6369872" y="3528395"/>
            <a:ext cx="5012107" cy="1633523"/>
          </a:xfrm>
          <a:prstGeom prst="rect">
            <a:avLst/>
          </a:prstGeom>
          <a:noFill/>
          <a:ln w="12700" cap="flat" cmpd="sng" algn="ctr">
            <a:solidFill>
              <a:sysClr val="window" lastClr="FFFFFF">
                <a:lumMod val="85000"/>
              </a:sys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srgbClr val="FFFFFF"/>
              </a:solidFill>
              <a:effectLst/>
              <a:uLnTx/>
              <a:uFillTx/>
              <a:latin typeface="Calibri" panose="020F0502020204030204"/>
              <a:ea typeface="+mn-ea"/>
              <a:cs typeface="+mn-cs"/>
              <a:sym typeface="Arial"/>
            </a:endParaRPr>
          </a:p>
        </p:txBody>
      </p:sp>
      <p:sp>
        <p:nvSpPr>
          <p:cNvPr id="64" name="Text Placeholder 7">
            <a:extLst>
              <a:ext uri="{FF2B5EF4-FFF2-40B4-BE49-F238E27FC236}">
                <a16:creationId xmlns:a16="http://schemas.microsoft.com/office/drawing/2014/main" id="{BF953882-DE4B-EC62-C256-AFB492626306}"/>
              </a:ext>
            </a:extLst>
          </p:cNvPr>
          <p:cNvSpPr txBox="1">
            <a:spLocks/>
          </p:cNvSpPr>
          <p:nvPr/>
        </p:nvSpPr>
        <p:spPr>
          <a:xfrm>
            <a:off x="6518424" y="3674982"/>
            <a:ext cx="3314758" cy="880224"/>
          </a:xfrm>
          <a:prstGeom prst="rect">
            <a:avLst/>
          </a:prstGeom>
        </p:spPr>
        <p:txBody>
          <a:bodyPr>
            <a:noAutofit/>
          </a:bodyPr>
          <a:lstStyle>
            <a:lvl1pPr>
              <a:lnSpc>
                <a:spcPct val="85000"/>
              </a:lnSpc>
              <a:spcBef>
                <a:spcPts val="600"/>
              </a:spcBef>
              <a:defRPr sz="1200"/>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marL="173038" indent="-173038">
              <a:lnSpc>
                <a:spcPct val="90000"/>
              </a:lnSpc>
              <a:spcBef>
                <a:spcPts val="0"/>
              </a:spcBef>
              <a:spcAft>
                <a:spcPts val="600"/>
              </a:spcAft>
              <a:buClr>
                <a:srgbClr val="338091"/>
              </a:buClr>
              <a:buFont typeface="Arial" panose="020B0604020202020204" pitchFamily="34" charset="0"/>
              <a:buChar char="•"/>
              <a:defRPr/>
            </a:pPr>
            <a:r>
              <a:rPr lang="en-GB" sz="1600">
                <a:solidFill>
                  <a:prstClr val="black"/>
                </a:solidFill>
                <a:latin typeface="Calibri" panose="020F0502020204030204"/>
              </a:rPr>
              <a:t>Beazley</a:t>
            </a:r>
          </a:p>
        </p:txBody>
      </p:sp>
      <p:cxnSp>
        <p:nvCxnSpPr>
          <p:cNvPr id="65" name="Straight Connector 64">
            <a:extLst>
              <a:ext uri="{FF2B5EF4-FFF2-40B4-BE49-F238E27FC236}">
                <a16:creationId xmlns:a16="http://schemas.microsoft.com/office/drawing/2014/main" id="{253DA712-A348-2E12-9236-0F12BA985B57}"/>
              </a:ext>
            </a:extLst>
          </p:cNvPr>
          <p:cNvCxnSpPr>
            <a:cxnSpLocks/>
          </p:cNvCxnSpPr>
          <p:nvPr/>
        </p:nvCxnSpPr>
        <p:spPr>
          <a:xfrm>
            <a:off x="5642341" y="3802915"/>
            <a:ext cx="574158" cy="0"/>
          </a:xfrm>
          <a:prstGeom prst="line">
            <a:avLst/>
          </a:prstGeom>
          <a:noFill/>
          <a:ln w="9525" cap="flat" cmpd="sng" algn="ctr">
            <a:solidFill>
              <a:sysClr val="windowText" lastClr="000000"/>
            </a:solidFill>
            <a:prstDash val="dash"/>
            <a:round/>
            <a:headEnd type="arrow" w="med" len="med"/>
            <a:tailEnd type="arrow" w="med" len="med"/>
          </a:ln>
          <a:effectLst/>
        </p:spPr>
      </p:cxnSp>
      <p:cxnSp>
        <p:nvCxnSpPr>
          <p:cNvPr id="66" name="Straight Connector 65">
            <a:extLst>
              <a:ext uri="{FF2B5EF4-FFF2-40B4-BE49-F238E27FC236}">
                <a16:creationId xmlns:a16="http://schemas.microsoft.com/office/drawing/2014/main" id="{BD65D1CE-43E8-A664-83D5-1D67DA41A500}"/>
              </a:ext>
            </a:extLst>
          </p:cNvPr>
          <p:cNvCxnSpPr>
            <a:cxnSpLocks/>
          </p:cNvCxnSpPr>
          <p:nvPr/>
        </p:nvCxnSpPr>
        <p:spPr>
          <a:xfrm>
            <a:off x="5642341" y="4092784"/>
            <a:ext cx="574158" cy="0"/>
          </a:xfrm>
          <a:prstGeom prst="line">
            <a:avLst/>
          </a:prstGeom>
          <a:noFill/>
          <a:ln w="9525" cap="flat" cmpd="sng" algn="ctr">
            <a:solidFill>
              <a:sysClr val="windowText" lastClr="000000"/>
            </a:solidFill>
            <a:prstDash val="dash"/>
            <a:round/>
            <a:headEnd type="arrow" w="med" len="med"/>
            <a:tailEnd type="arrow" w="med" len="med"/>
          </a:ln>
          <a:effectLst/>
        </p:spPr>
      </p:cxnSp>
      <p:cxnSp>
        <p:nvCxnSpPr>
          <p:cNvPr id="67" name="Straight Connector 66">
            <a:extLst>
              <a:ext uri="{FF2B5EF4-FFF2-40B4-BE49-F238E27FC236}">
                <a16:creationId xmlns:a16="http://schemas.microsoft.com/office/drawing/2014/main" id="{4B72445C-3999-DCF4-9B13-C7743073EAF8}"/>
              </a:ext>
            </a:extLst>
          </p:cNvPr>
          <p:cNvCxnSpPr>
            <a:cxnSpLocks/>
          </p:cNvCxnSpPr>
          <p:nvPr/>
        </p:nvCxnSpPr>
        <p:spPr>
          <a:xfrm>
            <a:off x="5642341" y="4405431"/>
            <a:ext cx="574158" cy="0"/>
          </a:xfrm>
          <a:prstGeom prst="line">
            <a:avLst/>
          </a:prstGeom>
          <a:noFill/>
          <a:ln w="9525" cap="flat" cmpd="sng" algn="ctr">
            <a:solidFill>
              <a:sysClr val="windowText" lastClr="000000"/>
            </a:solidFill>
            <a:prstDash val="dash"/>
            <a:round/>
            <a:headEnd type="arrow" w="med" len="med"/>
            <a:tailEnd type="arrow" w="med" len="med"/>
          </a:ln>
          <a:effectLst/>
        </p:spPr>
      </p:cxnSp>
      <p:sp>
        <p:nvSpPr>
          <p:cNvPr id="68" name="Rectangle 67">
            <a:extLst>
              <a:ext uri="{FF2B5EF4-FFF2-40B4-BE49-F238E27FC236}">
                <a16:creationId xmlns:a16="http://schemas.microsoft.com/office/drawing/2014/main" id="{2A30D47C-8B27-3A09-84BD-8B1F59D5E0C9}"/>
              </a:ext>
            </a:extLst>
          </p:cNvPr>
          <p:cNvSpPr/>
          <p:nvPr/>
        </p:nvSpPr>
        <p:spPr>
          <a:xfrm>
            <a:off x="843329" y="1060070"/>
            <a:ext cx="10205164" cy="300781"/>
          </a:xfrm>
          <a:prstGeom prst="rect">
            <a:avLst/>
          </a:prstGeom>
          <a:solidFill>
            <a:srgbClr val="5AA2AE">
              <a:lumMod val="40000"/>
              <a:lumOff val="60000"/>
            </a:srgbClr>
          </a:solidFill>
          <a:ln w="12700" cap="flat" cmpd="sng" algn="ctr">
            <a:solidFill>
              <a:srgbClr val="5AA2AE"/>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N" sz="2000" b="0" i="0" u="none" strike="noStrike" kern="0" cap="none" spc="0" normalizeH="0" baseline="0" noProof="0">
              <a:ln>
                <a:noFill/>
              </a:ln>
              <a:solidFill>
                <a:srgbClr val="FFFFFF"/>
              </a:solidFill>
              <a:effectLst/>
              <a:uLnTx/>
              <a:uFillTx/>
              <a:latin typeface="Calibri" panose="020F0502020204030204"/>
            </a:endParaRPr>
          </a:p>
        </p:txBody>
      </p:sp>
      <p:sp>
        <p:nvSpPr>
          <p:cNvPr id="69" name="TextBox 68">
            <a:extLst>
              <a:ext uri="{FF2B5EF4-FFF2-40B4-BE49-F238E27FC236}">
                <a16:creationId xmlns:a16="http://schemas.microsoft.com/office/drawing/2014/main" id="{B2C593A0-ED20-CA6F-DDCE-AD69076A303C}"/>
              </a:ext>
            </a:extLst>
          </p:cNvPr>
          <p:cNvSpPr txBox="1"/>
          <p:nvPr/>
        </p:nvSpPr>
        <p:spPr>
          <a:xfrm>
            <a:off x="851671" y="1060069"/>
            <a:ext cx="10289857" cy="307777"/>
          </a:xfrm>
          <a:prstGeom prst="rect">
            <a:avLst/>
          </a:prstGeom>
          <a:noFill/>
        </p:spPr>
        <p:txBody>
          <a:bodyPr wrap="square">
            <a:spAutoFit/>
          </a:bodyPr>
          <a:lstStyle/>
          <a:p>
            <a:pPr algn="ctr">
              <a:defRPr/>
            </a:pPr>
            <a:r>
              <a:rPr lang="en-IN" sz="1400" b="1" i="1">
                <a:solidFill>
                  <a:prstClr val="black"/>
                </a:solidFill>
                <a:latin typeface="Calibri" panose="020F0502020204030204"/>
                <a:ea typeface="Verdana"/>
                <a:cs typeface="Calibri"/>
              </a:rPr>
              <a:t>Inception</a:t>
            </a:r>
          </a:p>
        </p:txBody>
      </p:sp>
      <p:sp>
        <p:nvSpPr>
          <p:cNvPr id="70" name="Text Placeholder 7">
            <a:extLst>
              <a:ext uri="{FF2B5EF4-FFF2-40B4-BE49-F238E27FC236}">
                <a16:creationId xmlns:a16="http://schemas.microsoft.com/office/drawing/2014/main" id="{15E1AB76-FB02-528B-3B5A-198E99420B36}"/>
              </a:ext>
            </a:extLst>
          </p:cNvPr>
          <p:cNvSpPr txBox="1">
            <a:spLocks/>
          </p:cNvSpPr>
          <p:nvPr/>
        </p:nvSpPr>
        <p:spPr>
          <a:xfrm>
            <a:off x="9891557" y="3538829"/>
            <a:ext cx="1489781" cy="1623087"/>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Managed by</a:t>
            </a:r>
          </a:p>
        </p:txBody>
      </p:sp>
      <p:sp>
        <p:nvSpPr>
          <p:cNvPr id="71" name="Text Placeholder 7">
            <a:extLst>
              <a:ext uri="{FF2B5EF4-FFF2-40B4-BE49-F238E27FC236}">
                <a16:creationId xmlns:a16="http://schemas.microsoft.com/office/drawing/2014/main" id="{AFA758CD-253B-3211-39E4-14F86134E0B0}"/>
              </a:ext>
            </a:extLst>
          </p:cNvPr>
          <p:cNvSpPr txBox="1">
            <a:spLocks/>
          </p:cNvSpPr>
          <p:nvPr/>
        </p:nvSpPr>
        <p:spPr>
          <a:xfrm>
            <a:off x="9874483" y="1569494"/>
            <a:ext cx="1489781" cy="1152128"/>
          </a:xfrm>
          <a:prstGeom prst="rect">
            <a:avLst/>
          </a:prstGeom>
          <a:solidFill>
            <a:srgbClr val="338091"/>
          </a:solidFill>
        </p:spPr>
        <p:txBody>
          <a:bodyPr rIns="180000" anchor="ctr">
            <a:noAutofit/>
          </a:bodyPr>
          <a:lstStyle>
            <a:lvl1pPr algn="r">
              <a:lnSpc>
                <a:spcPct val="85000"/>
              </a:lnSpc>
              <a:spcBef>
                <a:spcPts val="600"/>
              </a:spcBef>
              <a:defRPr sz="1600" b="1">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200"/>
            </a:lvl5pPr>
          </a:lstStyle>
          <a:p>
            <a:pPr>
              <a:buFont typeface="Arial" panose="020B0604020202020204" pitchFamily="34" charset="0"/>
              <a:buNone/>
              <a:defRPr/>
            </a:pPr>
            <a:r>
              <a:rPr lang="en-GB" sz="1800">
                <a:solidFill>
                  <a:prstClr val="white"/>
                </a:solidFill>
                <a:latin typeface="Calibri" panose="020F0502020204030204"/>
              </a:rPr>
              <a:t>Managed by</a:t>
            </a: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TOOLS FOR INCEPTION</a:t>
            </a:r>
          </a:p>
        </p:txBody>
      </p:sp>
    </p:spTree>
    <p:extLst>
      <p:ext uri="{BB962C8B-B14F-4D97-AF65-F5344CB8AC3E}">
        <p14:creationId xmlns:p14="http://schemas.microsoft.com/office/powerpoint/2010/main" val="29074881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Subtitle 2">
            <a:extLst>
              <a:ext uri="{FF2B5EF4-FFF2-40B4-BE49-F238E27FC236}">
                <a16:creationId xmlns:a16="http://schemas.microsoft.com/office/drawing/2014/main" id="{D4E948F2-7453-7236-FC4C-17D04903A7C0}"/>
              </a:ext>
            </a:extLst>
          </p:cNvPr>
          <p:cNvSpPr txBox="1">
            <a:spLocks/>
          </p:cNvSpPr>
          <p:nvPr/>
        </p:nvSpPr>
        <p:spPr>
          <a:xfrm>
            <a:off x="184150" y="617538"/>
            <a:ext cx="10715078" cy="354009"/>
          </a:xfrm>
          <a:prstGeom prst="rect">
            <a:avLst/>
          </a:prstGeom>
        </p:spPr>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GB">
                <a:solidFill>
                  <a:srgbClr val="9D90A0">
                    <a:lumMod val="75000"/>
                  </a:srgbClr>
                </a:solidFill>
                <a:latin typeface="Calibri" panose="020F0502020204030204"/>
              </a:rPr>
              <a:t>Process to setup projects in Jira with one scheme configuration and upload prioritized backlog during inception phase</a:t>
            </a:r>
            <a:endPar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endParaRPr>
          </a:p>
        </p:txBody>
      </p:sp>
      <p:sp>
        <p:nvSpPr>
          <p:cNvPr id="72" name="Title 1">
            <a:extLst>
              <a:ext uri="{FF2B5EF4-FFF2-40B4-BE49-F238E27FC236}">
                <a16:creationId xmlns:a16="http://schemas.microsoft.com/office/drawing/2014/main" id="{4DD3E78F-C88D-FB4E-542B-52E7EBDE29F4}"/>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Jira Setup</a:t>
            </a:r>
          </a:p>
        </p:txBody>
      </p:sp>
      <p:graphicFrame>
        <p:nvGraphicFramePr>
          <p:cNvPr id="2" name="Diagram 1">
            <a:extLst>
              <a:ext uri="{FF2B5EF4-FFF2-40B4-BE49-F238E27FC236}">
                <a16:creationId xmlns:a16="http://schemas.microsoft.com/office/drawing/2014/main" id="{A1ECBE84-BD62-15BC-9E20-F8B015F85A63}"/>
              </a:ext>
            </a:extLst>
          </p:cNvPr>
          <p:cNvGraphicFramePr/>
          <p:nvPr/>
        </p:nvGraphicFramePr>
        <p:xfrm>
          <a:off x="1182851" y="1700516"/>
          <a:ext cx="3820070" cy="214699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EAA8A21-11EF-AE8E-0258-FAFAD16EBCBB}"/>
              </a:ext>
            </a:extLst>
          </p:cNvPr>
          <p:cNvSpPr txBox="1"/>
          <p:nvPr/>
        </p:nvSpPr>
        <p:spPr>
          <a:xfrm>
            <a:off x="273269" y="971547"/>
            <a:ext cx="5591503" cy="307777"/>
          </a:xfrm>
          <a:prstGeom prst="rect">
            <a:avLst/>
          </a:prstGeom>
          <a:noFill/>
        </p:spPr>
        <p:txBody>
          <a:bodyPr wrap="square" rtlCol="0">
            <a:spAutoFit/>
          </a:bodyPr>
          <a:lstStyle/>
          <a:p>
            <a:r>
              <a:rPr lang="en-IN" sz="1400" b="1"/>
              <a:t>Step1 – Create one Schema Configuration for all GPAS projects </a:t>
            </a:r>
          </a:p>
        </p:txBody>
      </p:sp>
      <p:cxnSp>
        <p:nvCxnSpPr>
          <p:cNvPr id="5" name="Straight Connector 4">
            <a:extLst>
              <a:ext uri="{FF2B5EF4-FFF2-40B4-BE49-F238E27FC236}">
                <a16:creationId xmlns:a16="http://schemas.microsoft.com/office/drawing/2014/main" id="{D06B61A3-4549-D4C3-879D-C65C4699C44C}"/>
              </a:ext>
            </a:extLst>
          </p:cNvPr>
          <p:cNvCxnSpPr/>
          <p:nvPr/>
        </p:nvCxnSpPr>
        <p:spPr>
          <a:xfrm>
            <a:off x="5980386" y="1125435"/>
            <a:ext cx="0" cy="2772000"/>
          </a:xfrm>
          <a:prstGeom prst="line">
            <a:avLst/>
          </a:prstGeom>
          <a:ln w="44450"/>
        </p:spPr>
        <p:style>
          <a:lnRef idx="2">
            <a:schemeClr val="dk1"/>
          </a:lnRef>
          <a:fillRef idx="0">
            <a:schemeClr val="dk1"/>
          </a:fillRef>
          <a:effectRef idx="1">
            <a:schemeClr val="dk1"/>
          </a:effectRef>
          <a:fontRef idx="minor">
            <a:schemeClr val="tx1"/>
          </a:fontRef>
        </p:style>
      </p:cxnSp>
      <p:sp>
        <p:nvSpPr>
          <p:cNvPr id="6" name="TextBox 5">
            <a:extLst>
              <a:ext uri="{FF2B5EF4-FFF2-40B4-BE49-F238E27FC236}">
                <a16:creationId xmlns:a16="http://schemas.microsoft.com/office/drawing/2014/main" id="{13115D28-FD2E-28EB-003B-E13514015505}"/>
              </a:ext>
            </a:extLst>
          </p:cNvPr>
          <p:cNvSpPr txBox="1"/>
          <p:nvPr/>
        </p:nvSpPr>
        <p:spPr>
          <a:xfrm>
            <a:off x="6096000" y="976388"/>
            <a:ext cx="5591503" cy="307777"/>
          </a:xfrm>
          <a:prstGeom prst="rect">
            <a:avLst/>
          </a:prstGeom>
          <a:noFill/>
        </p:spPr>
        <p:txBody>
          <a:bodyPr wrap="square" rtlCol="0">
            <a:spAutoFit/>
          </a:bodyPr>
          <a:lstStyle/>
          <a:p>
            <a:r>
              <a:rPr lang="en-IN" sz="1400" b="1"/>
              <a:t>Step2 – Create Projects and set one scheme configuration</a:t>
            </a:r>
          </a:p>
        </p:txBody>
      </p:sp>
      <p:pic>
        <p:nvPicPr>
          <p:cNvPr id="18" name="Picture 17">
            <a:extLst>
              <a:ext uri="{FF2B5EF4-FFF2-40B4-BE49-F238E27FC236}">
                <a16:creationId xmlns:a16="http://schemas.microsoft.com/office/drawing/2014/main" id="{2B6DD07F-909B-A9A8-2668-A3A66CDAEC08}"/>
              </a:ext>
            </a:extLst>
          </p:cNvPr>
          <p:cNvPicPr>
            <a:picLocks noChangeAspect="1"/>
          </p:cNvPicPr>
          <p:nvPr/>
        </p:nvPicPr>
        <p:blipFill>
          <a:blip r:embed="rId8"/>
          <a:stretch>
            <a:fillRect/>
          </a:stretch>
        </p:blipFill>
        <p:spPr>
          <a:xfrm>
            <a:off x="7262646" y="1279324"/>
            <a:ext cx="3447392" cy="2772001"/>
          </a:xfrm>
          <a:prstGeom prst="rect">
            <a:avLst/>
          </a:prstGeom>
        </p:spPr>
      </p:pic>
      <p:cxnSp>
        <p:nvCxnSpPr>
          <p:cNvPr id="19" name="Straight Connector 18">
            <a:extLst>
              <a:ext uri="{FF2B5EF4-FFF2-40B4-BE49-F238E27FC236}">
                <a16:creationId xmlns:a16="http://schemas.microsoft.com/office/drawing/2014/main" id="{067C86CC-254F-E413-CA79-47948F617DB7}"/>
              </a:ext>
            </a:extLst>
          </p:cNvPr>
          <p:cNvCxnSpPr>
            <a:cxnSpLocks/>
          </p:cNvCxnSpPr>
          <p:nvPr/>
        </p:nvCxnSpPr>
        <p:spPr>
          <a:xfrm>
            <a:off x="1313793" y="4204138"/>
            <a:ext cx="9333186" cy="0"/>
          </a:xfrm>
          <a:prstGeom prst="line">
            <a:avLst/>
          </a:prstGeom>
          <a:ln w="44450"/>
        </p:spPr>
        <p:style>
          <a:lnRef idx="2">
            <a:schemeClr val="dk1"/>
          </a:lnRef>
          <a:fillRef idx="0">
            <a:schemeClr val="dk1"/>
          </a:fillRef>
          <a:effectRef idx="1">
            <a:schemeClr val="dk1"/>
          </a:effectRef>
          <a:fontRef idx="minor">
            <a:schemeClr val="tx1"/>
          </a:fontRef>
        </p:style>
      </p:cxnSp>
      <p:sp>
        <p:nvSpPr>
          <p:cNvPr id="22" name="TextBox 21">
            <a:extLst>
              <a:ext uri="{FF2B5EF4-FFF2-40B4-BE49-F238E27FC236}">
                <a16:creationId xmlns:a16="http://schemas.microsoft.com/office/drawing/2014/main" id="{F9F1EC3F-91DF-B721-71A5-3919943BB190}"/>
              </a:ext>
            </a:extLst>
          </p:cNvPr>
          <p:cNvSpPr txBox="1"/>
          <p:nvPr/>
        </p:nvSpPr>
        <p:spPr>
          <a:xfrm>
            <a:off x="388883" y="4263862"/>
            <a:ext cx="5591503" cy="307777"/>
          </a:xfrm>
          <a:prstGeom prst="rect">
            <a:avLst/>
          </a:prstGeom>
          <a:noFill/>
        </p:spPr>
        <p:txBody>
          <a:bodyPr wrap="square" rtlCol="0">
            <a:spAutoFit/>
          </a:bodyPr>
          <a:lstStyle/>
          <a:p>
            <a:r>
              <a:rPr lang="en-IN" sz="1400" b="1"/>
              <a:t>Step3 – Upload the prioritized backlog to GPAS projects</a:t>
            </a:r>
          </a:p>
        </p:txBody>
      </p:sp>
      <p:cxnSp>
        <p:nvCxnSpPr>
          <p:cNvPr id="101" name="Straight Arrow Connector 100">
            <a:extLst>
              <a:ext uri="{FF2B5EF4-FFF2-40B4-BE49-F238E27FC236}">
                <a16:creationId xmlns:a16="http://schemas.microsoft.com/office/drawing/2014/main" id="{5F8379A8-BE95-935F-8C8B-79CE697E143C}"/>
              </a:ext>
            </a:extLst>
          </p:cNvPr>
          <p:cNvCxnSpPr/>
          <p:nvPr/>
        </p:nvCxnSpPr>
        <p:spPr>
          <a:xfrm>
            <a:off x="5980386" y="4539747"/>
            <a:ext cx="2522483"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09" name="Picture 108">
            <a:extLst>
              <a:ext uri="{FF2B5EF4-FFF2-40B4-BE49-F238E27FC236}">
                <a16:creationId xmlns:a16="http://schemas.microsoft.com/office/drawing/2014/main" id="{03307804-9F04-E5B9-018C-EDC4CA4A2623}"/>
              </a:ext>
            </a:extLst>
          </p:cNvPr>
          <p:cNvPicPr>
            <a:picLocks noChangeAspect="1"/>
          </p:cNvPicPr>
          <p:nvPr/>
        </p:nvPicPr>
        <p:blipFill>
          <a:blip r:embed="rId9"/>
          <a:stretch>
            <a:fillRect/>
          </a:stretch>
        </p:blipFill>
        <p:spPr>
          <a:xfrm>
            <a:off x="5980386" y="4167688"/>
            <a:ext cx="5591503" cy="2514893"/>
          </a:xfrm>
          <a:prstGeom prst="rect">
            <a:avLst/>
          </a:prstGeom>
        </p:spPr>
      </p:pic>
      <p:pic>
        <p:nvPicPr>
          <p:cNvPr id="147" name="Picture 146">
            <a:extLst>
              <a:ext uri="{FF2B5EF4-FFF2-40B4-BE49-F238E27FC236}">
                <a16:creationId xmlns:a16="http://schemas.microsoft.com/office/drawing/2014/main" id="{AC1A6EF7-14E9-969F-C694-DB3ACAF7D1EB}"/>
              </a:ext>
            </a:extLst>
          </p:cNvPr>
          <p:cNvPicPr>
            <a:picLocks noChangeAspect="1"/>
          </p:cNvPicPr>
          <p:nvPr/>
        </p:nvPicPr>
        <p:blipFill>
          <a:blip r:embed="rId10"/>
          <a:stretch>
            <a:fillRect/>
          </a:stretch>
        </p:blipFill>
        <p:spPr>
          <a:xfrm>
            <a:off x="2406869" y="4385419"/>
            <a:ext cx="3689131" cy="2395539"/>
          </a:xfrm>
          <a:prstGeom prst="rect">
            <a:avLst/>
          </a:prstGeom>
        </p:spPr>
      </p:pic>
    </p:spTree>
    <p:extLst>
      <p:ext uri="{BB962C8B-B14F-4D97-AF65-F5344CB8AC3E}">
        <p14:creationId xmlns:p14="http://schemas.microsoft.com/office/powerpoint/2010/main" val="3078625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9030154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3476B-91F6-439A-224A-E47160CC010B}"/>
              </a:ext>
            </a:extLst>
          </p:cNvPr>
          <p:cNvSpPr>
            <a:spLocks noGrp="1"/>
          </p:cNvSpPr>
          <p:nvPr>
            <p:ph type="title"/>
          </p:nvPr>
        </p:nvSpPr>
        <p:spPr>
          <a:xfrm>
            <a:off x="404813" y="0"/>
            <a:ext cx="9776592" cy="716711"/>
          </a:xfrm>
        </p:spPr>
        <p:txBody>
          <a:bodyPr/>
          <a:lstStyle/>
          <a:p>
            <a:r>
              <a:rPr lang="en-IN"/>
              <a:t>Ways of working</a:t>
            </a:r>
            <a:endParaRPr lang="en-US"/>
          </a:p>
        </p:txBody>
      </p:sp>
      <p:sp>
        <p:nvSpPr>
          <p:cNvPr id="3" name="Title 1">
            <a:extLst>
              <a:ext uri="{FF2B5EF4-FFF2-40B4-BE49-F238E27FC236}">
                <a16:creationId xmlns:a16="http://schemas.microsoft.com/office/drawing/2014/main" id="{E8D7E566-D0A0-BDA1-692E-AEC1850354BA}"/>
              </a:ext>
            </a:extLst>
          </p:cNvPr>
          <p:cNvSpPr txBox="1">
            <a:spLocks/>
          </p:cNvSpPr>
          <p:nvPr/>
        </p:nvSpPr>
        <p:spPr>
          <a:xfrm>
            <a:off x="404813" y="716711"/>
            <a:ext cx="10986628" cy="2047862"/>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endParaRPr lang="en-IN" sz="1600" cap="none"/>
          </a:p>
          <a:p>
            <a:r>
              <a:rPr lang="en-IN" sz="1600" b="1" cap="none">
                <a:latin typeface="+mn-lt"/>
              </a:rPr>
              <a:t>INCEPTION PHASE FOCUSED – for start of Inception</a:t>
            </a:r>
          </a:p>
          <a:p>
            <a:pPr marL="452438" indent="352425">
              <a:buFont typeface="Arial" panose="020B0604020202020204" pitchFamily="34" charset="0"/>
              <a:buChar char="•"/>
            </a:pPr>
            <a:r>
              <a:rPr lang="en-IN" sz="1200" cap="none">
                <a:latin typeface="+mn-lt"/>
              </a:rPr>
              <a:t>Overall view of the Delivery phases</a:t>
            </a:r>
          </a:p>
          <a:p>
            <a:pPr marL="452438" indent="352425">
              <a:buFont typeface="Arial" panose="020B0604020202020204" pitchFamily="34" charset="0"/>
              <a:buChar char="•"/>
            </a:pPr>
            <a:r>
              <a:rPr lang="en-IN" sz="1200" cap="none">
                <a:latin typeface="+mn-lt"/>
              </a:rPr>
              <a:t>Scope of Inception phase</a:t>
            </a:r>
          </a:p>
          <a:p>
            <a:pPr marL="452438" indent="352425">
              <a:buFont typeface="Arial" panose="020B0604020202020204" pitchFamily="34" charset="0"/>
              <a:buChar char="•"/>
            </a:pPr>
            <a:r>
              <a:rPr lang="en-IN" sz="1200" cap="none">
                <a:latin typeface="+mn-lt"/>
              </a:rPr>
              <a:t>Inception phase construct – week wise split of activities &amp; deliverables</a:t>
            </a:r>
          </a:p>
          <a:p>
            <a:pPr marL="452438" indent="352425">
              <a:buFont typeface="Arial" panose="020B0604020202020204" pitchFamily="34" charset="0"/>
              <a:buChar char="•"/>
            </a:pPr>
            <a:r>
              <a:rPr lang="en-IN" sz="1200" cap="none">
                <a:latin typeface="+mn-lt"/>
              </a:rPr>
              <a:t>Entry and Exit criteria</a:t>
            </a:r>
          </a:p>
          <a:p>
            <a:pPr marL="452438" indent="352425">
              <a:buFont typeface="Arial" panose="020B0604020202020204" pitchFamily="34" charset="0"/>
              <a:buChar char="•"/>
            </a:pPr>
            <a:r>
              <a:rPr lang="en-IN" sz="1200" cap="none">
                <a:latin typeface="+mn-lt"/>
              </a:rPr>
              <a:t>Governance – Capgemini &amp; Beazley (key roles from Business, Capgemini, Architecture etc)</a:t>
            </a:r>
          </a:p>
          <a:p>
            <a:pPr marL="452438" indent="352425">
              <a:buFont typeface="Arial" panose="020B0604020202020204" pitchFamily="34" charset="0"/>
              <a:buChar char="•"/>
            </a:pPr>
            <a:r>
              <a:rPr lang="en-IN" sz="1200" cap="none">
                <a:latin typeface="+mn-lt"/>
              </a:rPr>
              <a:t>Cadence (covering US and UK time zones)</a:t>
            </a:r>
          </a:p>
          <a:p>
            <a:pPr marL="452438" indent="352425">
              <a:buFont typeface="Arial" panose="020B0604020202020204" pitchFamily="34" charset="0"/>
              <a:buChar char="•"/>
            </a:pPr>
            <a:r>
              <a:rPr lang="en-IN" sz="1200" cap="none">
                <a:latin typeface="+mn-lt"/>
              </a:rPr>
              <a:t>Pre-requisites &amp; RACI</a:t>
            </a:r>
          </a:p>
          <a:p>
            <a:pPr marL="452438" indent="352425">
              <a:buFont typeface="Arial" panose="020B0604020202020204" pitchFamily="34" charset="0"/>
              <a:buChar char="•"/>
            </a:pPr>
            <a:r>
              <a:rPr lang="en-IN" sz="1200" cap="none">
                <a:latin typeface="+mn-lt"/>
              </a:rPr>
              <a:t>Tools for Inception</a:t>
            </a:r>
          </a:p>
          <a:p>
            <a:pPr marL="452438" indent="352425">
              <a:buFont typeface="Arial" panose="020B0604020202020204" pitchFamily="34" charset="0"/>
              <a:buChar char="•"/>
            </a:pPr>
            <a:r>
              <a:rPr lang="en-IN" sz="1200" cap="none">
                <a:latin typeface="+mn-lt"/>
              </a:rPr>
              <a:t>JIRA set-up and governance</a:t>
            </a:r>
          </a:p>
          <a:p>
            <a:pPr marL="457200" indent="-457200">
              <a:buFont typeface="Arial" panose="020B0604020202020204" pitchFamily="34" charset="0"/>
              <a:buChar char="•"/>
            </a:pPr>
            <a:endParaRPr lang="en-US" sz="1200"/>
          </a:p>
        </p:txBody>
      </p:sp>
      <p:sp>
        <p:nvSpPr>
          <p:cNvPr id="4" name="TextBox 3">
            <a:extLst>
              <a:ext uri="{FF2B5EF4-FFF2-40B4-BE49-F238E27FC236}">
                <a16:creationId xmlns:a16="http://schemas.microsoft.com/office/drawing/2014/main" id="{12F5E7F4-21B2-ECB1-1775-9F3F04E9F92D}"/>
              </a:ext>
            </a:extLst>
          </p:cNvPr>
          <p:cNvSpPr txBox="1"/>
          <p:nvPr/>
        </p:nvSpPr>
        <p:spPr>
          <a:xfrm>
            <a:off x="313895" y="2944755"/>
            <a:ext cx="10821375" cy="3477875"/>
          </a:xfrm>
          <a:prstGeom prst="rect">
            <a:avLst/>
          </a:prstGeom>
          <a:noFill/>
        </p:spPr>
        <p:txBody>
          <a:bodyPr wrap="square" rtlCol="0">
            <a:spAutoFit/>
          </a:bodyPr>
          <a:lstStyle/>
          <a:p>
            <a:r>
              <a:rPr lang="en-IN" sz="1600" b="1" cap="none"/>
              <a:t>BUILD PHASE FOCUSED – to be built during Inception phase</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Foundation &amp; Waves Construct</a:t>
            </a:r>
            <a:endParaRPr lang="en-US" sz="1200" cap="none">
              <a:latin typeface="Ubuntu" panose="020B0504030602030204" pitchFamily="34" charset="0"/>
              <a:ea typeface="Verdana"/>
            </a:endParaRP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Backlog management process</a:t>
            </a:r>
            <a:endParaRPr lang="en-US" sz="1200" cap="none">
              <a:latin typeface="Ubuntu" panose="020B0504030602030204" pitchFamily="34" charset="0"/>
              <a:ea typeface="Verdana"/>
            </a:endParaRP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Sprint construct</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ea typeface="Verdana"/>
              </a:rPr>
              <a:t>User story construct</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ea typeface="Verdana"/>
              </a:rPr>
              <a:t>Elaboration and design phase break-up</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ea typeface="Verdana"/>
              </a:rPr>
              <a:t>User story cycle</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rPr>
              <a:t>Sprint events and RACI</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rPr>
              <a:t>Sprint on a timeline</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Cadence and ceremonies</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rPr>
              <a:t>Roles and ceremonies matrix</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User story management</a:t>
            </a:r>
          </a:p>
          <a:p>
            <a:pPr marL="1257300" lvl="2" indent="-342900">
              <a:buClr>
                <a:schemeClr val="accent3">
                  <a:lumMod val="90000"/>
                  <a:lumOff val="10000"/>
                </a:schemeClr>
              </a:buClr>
              <a:buFont typeface="Arial" panose="020B0604020202020204" pitchFamily="34" charset="0"/>
              <a:buChar char="•"/>
            </a:pPr>
            <a:r>
              <a:rPr lang="en-US" sz="1200">
                <a:latin typeface="Ubuntu" panose="020B0504030602030204" pitchFamily="34" charset="0"/>
              </a:rPr>
              <a:t>Scenario's illustration</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Activities list</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Definition of done and definition of ready</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Third party alignments and SLA</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Metrics</a:t>
            </a:r>
          </a:p>
          <a:p>
            <a:pPr marL="800100" lvl="1" indent="-342900">
              <a:buClr>
                <a:schemeClr val="accent3">
                  <a:lumMod val="90000"/>
                  <a:lumOff val="10000"/>
                </a:schemeClr>
              </a:buClr>
              <a:buFont typeface="Arial" panose="020B0604020202020204" pitchFamily="34" charset="0"/>
              <a:buChar char="•"/>
            </a:pPr>
            <a:r>
              <a:rPr lang="en-US" sz="1200" cap="none">
                <a:latin typeface="Ubuntu" panose="020B0504030602030204" pitchFamily="34" charset="0"/>
              </a:rPr>
              <a:t>Collaboration and Tool sets</a:t>
            </a:r>
            <a:endParaRPr lang="en-US"/>
          </a:p>
        </p:txBody>
      </p:sp>
    </p:spTree>
    <p:extLst>
      <p:ext uri="{BB962C8B-B14F-4D97-AF65-F5344CB8AC3E}">
        <p14:creationId xmlns:p14="http://schemas.microsoft.com/office/powerpoint/2010/main" val="280627860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CA39B15-9949-C8EF-AD56-299DB327751E}"/>
              </a:ext>
            </a:extLst>
          </p:cNvPr>
          <p:cNvSpPr txBox="1"/>
          <p:nvPr/>
        </p:nvSpPr>
        <p:spPr>
          <a:xfrm>
            <a:off x="5439965" y="0"/>
            <a:ext cx="2760486" cy="646331"/>
          </a:xfrm>
          <a:prstGeom prst="rect">
            <a:avLst/>
          </a:prstGeom>
          <a:solidFill>
            <a:schemeClr val="accent2"/>
          </a:solidFill>
        </p:spPr>
        <p:txBody>
          <a:bodyPr wrap="square" rtlCol="0">
            <a:spAutoFit/>
          </a:bodyPr>
          <a:lstStyle/>
          <a:p>
            <a:r>
              <a:rPr lang="en-GB"/>
              <a:t>Needs to be updated for </a:t>
            </a:r>
            <a:r>
              <a:rPr lang="en-GB" err="1"/>
              <a:t>beazley</a:t>
            </a:r>
            <a:endParaRPr lang="en-GB"/>
          </a:p>
        </p:txBody>
      </p:sp>
      <p:sp>
        <p:nvSpPr>
          <p:cNvPr id="26" name="Subtitle 2">
            <a:extLst>
              <a:ext uri="{FF2B5EF4-FFF2-40B4-BE49-F238E27FC236}">
                <a16:creationId xmlns:a16="http://schemas.microsoft.com/office/drawing/2014/main" id="{8266DD0D-E714-3EE4-A3E7-8BBE53027674}"/>
              </a:ext>
            </a:extLst>
          </p:cNvPr>
          <p:cNvSpPr txBox="1">
            <a:spLocks/>
          </p:cNvSpPr>
          <p:nvPr/>
        </p:nvSpPr>
        <p:spPr>
          <a:xfrm>
            <a:off x="184150" y="975342"/>
            <a:ext cx="10331450" cy="44211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rPr>
              <a:t>Communications planning and execution is a tool to clarify goals and objectives</a:t>
            </a:r>
          </a:p>
        </p:txBody>
      </p:sp>
      <p:sp>
        <p:nvSpPr>
          <p:cNvPr id="27" name="Freeform: Shape 26">
            <a:extLst>
              <a:ext uri="{FF2B5EF4-FFF2-40B4-BE49-F238E27FC236}">
                <a16:creationId xmlns:a16="http://schemas.microsoft.com/office/drawing/2014/main" id="{3C7AF95B-029F-AAF6-239E-48EA782E08EC}"/>
              </a:ext>
              <a:ext uri="{C183D7F6-B498-43B3-948B-1728B52AA6E4}">
                <adec:decorative xmlns:adec="http://schemas.microsoft.com/office/drawing/2017/decorative" val="1"/>
              </a:ext>
            </a:extLst>
          </p:cNvPr>
          <p:cNvSpPr>
            <a:spLocks/>
          </p:cNvSpPr>
          <p:nvPr/>
        </p:nvSpPr>
        <p:spPr bwMode="auto">
          <a:xfrm rot="16200000">
            <a:off x="4220688" y="1054878"/>
            <a:ext cx="2251680" cy="6858000"/>
          </a:xfrm>
          <a:custGeom>
            <a:avLst/>
            <a:gdLst>
              <a:gd name="connsiteX0" fmla="*/ 909161 w 1596507"/>
              <a:gd name="connsiteY0" fmla="*/ 0 h 4862523"/>
              <a:gd name="connsiteX1" fmla="*/ 1090434 w 1596507"/>
              <a:gd name="connsiteY1" fmla="*/ 0 h 4862523"/>
              <a:gd name="connsiteX2" fmla="*/ 1090434 w 1596507"/>
              <a:gd name="connsiteY2" fmla="*/ 102601 h 4862523"/>
              <a:gd name="connsiteX3" fmla="*/ 1089968 w 1596507"/>
              <a:gd name="connsiteY3" fmla="*/ 117525 h 4862523"/>
              <a:gd name="connsiteX4" fmla="*/ 1086706 w 1596507"/>
              <a:gd name="connsiteY4" fmla="*/ 147373 h 4862523"/>
              <a:gd name="connsiteX5" fmla="*/ 1081580 w 1596507"/>
              <a:gd name="connsiteY5" fmla="*/ 175822 h 4862523"/>
              <a:gd name="connsiteX6" fmla="*/ 1072726 w 1596507"/>
              <a:gd name="connsiteY6" fmla="*/ 203337 h 4862523"/>
              <a:gd name="connsiteX7" fmla="*/ 1055484 w 1596507"/>
              <a:gd name="connsiteY7" fmla="*/ 242046 h 4862523"/>
              <a:gd name="connsiteX8" fmla="*/ 1023796 w 1596507"/>
              <a:gd name="connsiteY8" fmla="*/ 288683 h 4862523"/>
              <a:gd name="connsiteX9" fmla="*/ 984187 w 1596507"/>
              <a:gd name="connsiteY9" fmla="*/ 328791 h 4862523"/>
              <a:gd name="connsiteX10" fmla="*/ 937587 w 1596507"/>
              <a:gd name="connsiteY10" fmla="*/ 360038 h 4862523"/>
              <a:gd name="connsiteX11" fmla="*/ 898909 w 1596507"/>
              <a:gd name="connsiteY11" fmla="*/ 377760 h 4862523"/>
              <a:gd name="connsiteX12" fmla="*/ 870949 w 1596507"/>
              <a:gd name="connsiteY12" fmla="*/ 386155 h 4862523"/>
              <a:gd name="connsiteX13" fmla="*/ 842989 w 1596507"/>
              <a:gd name="connsiteY13" fmla="*/ 391751 h 4862523"/>
              <a:gd name="connsiteX14" fmla="*/ 813166 w 1596507"/>
              <a:gd name="connsiteY14" fmla="*/ 394549 h 4862523"/>
              <a:gd name="connsiteX15" fmla="*/ 798720 w 1596507"/>
              <a:gd name="connsiteY15" fmla="*/ 395016 h 4862523"/>
              <a:gd name="connsiteX16" fmla="*/ 596943 w 1596507"/>
              <a:gd name="connsiteY16" fmla="*/ 395016 h 4862523"/>
              <a:gd name="connsiteX17" fmla="*/ 576439 w 1596507"/>
              <a:gd name="connsiteY17" fmla="*/ 395016 h 4862523"/>
              <a:gd name="connsiteX18" fmla="*/ 534965 w 1596507"/>
              <a:gd name="connsiteY18" fmla="*/ 399213 h 4862523"/>
              <a:gd name="connsiteX19" fmla="*/ 494423 w 1596507"/>
              <a:gd name="connsiteY19" fmla="*/ 407141 h 4862523"/>
              <a:gd name="connsiteX20" fmla="*/ 454814 w 1596507"/>
              <a:gd name="connsiteY20" fmla="*/ 419267 h 4862523"/>
              <a:gd name="connsiteX21" fmla="*/ 417534 w 1596507"/>
              <a:gd name="connsiteY21" fmla="*/ 435123 h 4862523"/>
              <a:gd name="connsiteX22" fmla="*/ 381186 w 1596507"/>
              <a:gd name="connsiteY22" fmla="*/ 455177 h 4862523"/>
              <a:gd name="connsiteX23" fmla="*/ 347634 w 1596507"/>
              <a:gd name="connsiteY23" fmla="*/ 478029 h 4862523"/>
              <a:gd name="connsiteX24" fmla="*/ 315480 w 1596507"/>
              <a:gd name="connsiteY24" fmla="*/ 504613 h 4862523"/>
              <a:gd name="connsiteX25" fmla="*/ 300569 w 1596507"/>
              <a:gd name="connsiteY25" fmla="*/ 519536 h 4862523"/>
              <a:gd name="connsiteX26" fmla="*/ 286123 w 1596507"/>
              <a:gd name="connsiteY26" fmla="*/ 534927 h 4862523"/>
              <a:gd name="connsiteX27" fmla="*/ 260027 w 1596507"/>
              <a:gd name="connsiteY27" fmla="*/ 566640 h 4862523"/>
              <a:gd name="connsiteX28" fmla="*/ 237659 w 1596507"/>
              <a:gd name="connsiteY28" fmla="*/ 601151 h 4862523"/>
              <a:gd name="connsiteX29" fmla="*/ 218087 w 1596507"/>
              <a:gd name="connsiteY29" fmla="*/ 637994 h 4862523"/>
              <a:gd name="connsiteX30" fmla="*/ 203175 w 1596507"/>
              <a:gd name="connsiteY30" fmla="*/ 675770 h 4862523"/>
              <a:gd name="connsiteX31" fmla="*/ 192457 w 1596507"/>
              <a:gd name="connsiteY31" fmla="*/ 715412 h 4862523"/>
              <a:gd name="connsiteX32" fmla="*/ 184535 w 1596507"/>
              <a:gd name="connsiteY32" fmla="*/ 755986 h 4862523"/>
              <a:gd name="connsiteX33" fmla="*/ 181273 w 1596507"/>
              <a:gd name="connsiteY33" fmla="*/ 797027 h 4862523"/>
              <a:gd name="connsiteX34" fmla="*/ 181273 w 1596507"/>
              <a:gd name="connsiteY34" fmla="*/ 818480 h 4862523"/>
              <a:gd name="connsiteX35" fmla="*/ 182205 w 1596507"/>
              <a:gd name="connsiteY35" fmla="*/ 839466 h 4862523"/>
              <a:gd name="connsiteX36" fmla="*/ 186865 w 1596507"/>
              <a:gd name="connsiteY36" fmla="*/ 880507 h 4862523"/>
              <a:gd name="connsiteX37" fmla="*/ 195719 w 1596507"/>
              <a:gd name="connsiteY37" fmla="*/ 920615 h 4862523"/>
              <a:gd name="connsiteX38" fmla="*/ 208767 w 1596507"/>
              <a:gd name="connsiteY38" fmla="*/ 959324 h 4862523"/>
              <a:gd name="connsiteX39" fmla="*/ 225543 w 1596507"/>
              <a:gd name="connsiteY39" fmla="*/ 996167 h 4862523"/>
              <a:gd name="connsiteX40" fmla="*/ 245581 w 1596507"/>
              <a:gd name="connsiteY40" fmla="*/ 1030678 h 4862523"/>
              <a:gd name="connsiteX41" fmla="*/ 268415 w 1596507"/>
              <a:gd name="connsiteY41" fmla="*/ 1063324 h 4862523"/>
              <a:gd name="connsiteX42" fmla="*/ 294511 w 1596507"/>
              <a:gd name="connsiteY42" fmla="*/ 1093172 h 4862523"/>
              <a:gd name="connsiteX43" fmla="*/ 323402 w 1596507"/>
              <a:gd name="connsiteY43" fmla="*/ 1121154 h 4862523"/>
              <a:gd name="connsiteX44" fmla="*/ 354158 w 1596507"/>
              <a:gd name="connsiteY44" fmla="*/ 1146338 h 4862523"/>
              <a:gd name="connsiteX45" fmla="*/ 388176 w 1596507"/>
              <a:gd name="connsiteY45" fmla="*/ 1168257 h 4862523"/>
              <a:gd name="connsiteX46" fmla="*/ 424058 w 1596507"/>
              <a:gd name="connsiteY46" fmla="*/ 1187845 h 4862523"/>
              <a:gd name="connsiteX47" fmla="*/ 461804 w 1596507"/>
              <a:gd name="connsiteY47" fmla="*/ 1202769 h 4862523"/>
              <a:gd name="connsiteX48" fmla="*/ 500947 w 1596507"/>
              <a:gd name="connsiteY48" fmla="*/ 1214894 h 4862523"/>
              <a:gd name="connsiteX49" fmla="*/ 541955 w 1596507"/>
              <a:gd name="connsiteY49" fmla="*/ 1223289 h 4862523"/>
              <a:gd name="connsiteX50" fmla="*/ 584361 w 1596507"/>
              <a:gd name="connsiteY50" fmla="*/ 1227486 h 4862523"/>
              <a:gd name="connsiteX51" fmla="*/ 605331 w 1596507"/>
              <a:gd name="connsiteY51" fmla="*/ 1227486 h 4862523"/>
              <a:gd name="connsiteX52" fmla="*/ 1000031 w 1596507"/>
              <a:gd name="connsiteY52" fmla="*/ 1227486 h 4862523"/>
              <a:gd name="connsiteX53" fmla="*/ 1029854 w 1596507"/>
              <a:gd name="connsiteY53" fmla="*/ 1227953 h 4862523"/>
              <a:gd name="connsiteX54" fmla="*/ 1089036 w 1596507"/>
              <a:gd name="connsiteY54" fmla="*/ 1234016 h 4862523"/>
              <a:gd name="connsiteX55" fmla="*/ 1147286 w 1596507"/>
              <a:gd name="connsiteY55" fmla="*/ 1245675 h 4862523"/>
              <a:gd name="connsiteX56" fmla="*/ 1203205 w 1596507"/>
              <a:gd name="connsiteY56" fmla="*/ 1263397 h 4862523"/>
              <a:gd name="connsiteX57" fmla="*/ 1257727 w 1596507"/>
              <a:gd name="connsiteY57" fmla="*/ 1285783 h 4862523"/>
              <a:gd name="connsiteX58" fmla="*/ 1308987 w 1596507"/>
              <a:gd name="connsiteY58" fmla="*/ 1313299 h 4862523"/>
              <a:gd name="connsiteX59" fmla="*/ 1357917 w 1596507"/>
              <a:gd name="connsiteY59" fmla="*/ 1346411 h 4862523"/>
              <a:gd name="connsiteX60" fmla="*/ 1404050 w 1596507"/>
              <a:gd name="connsiteY60" fmla="*/ 1385120 h 4862523"/>
              <a:gd name="connsiteX61" fmla="*/ 1425486 w 1596507"/>
              <a:gd name="connsiteY61" fmla="*/ 1406573 h 4862523"/>
              <a:gd name="connsiteX62" fmla="*/ 1445990 w 1596507"/>
              <a:gd name="connsiteY62" fmla="*/ 1428026 h 4862523"/>
              <a:gd name="connsiteX63" fmla="*/ 1483736 w 1596507"/>
              <a:gd name="connsiteY63" fmla="*/ 1474663 h 4862523"/>
              <a:gd name="connsiteX64" fmla="*/ 1516356 w 1596507"/>
              <a:gd name="connsiteY64" fmla="*/ 1524564 h 4862523"/>
              <a:gd name="connsiteX65" fmla="*/ 1543383 w 1596507"/>
              <a:gd name="connsiteY65" fmla="*/ 1576331 h 4862523"/>
              <a:gd name="connsiteX66" fmla="*/ 1565285 w 1596507"/>
              <a:gd name="connsiteY66" fmla="*/ 1630897 h 4862523"/>
              <a:gd name="connsiteX67" fmla="*/ 1581595 w 1596507"/>
              <a:gd name="connsiteY67" fmla="*/ 1687327 h 4862523"/>
              <a:gd name="connsiteX68" fmla="*/ 1591847 w 1596507"/>
              <a:gd name="connsiteY68" fmla="*/ 1745624 h 4862523"/>
              <a:gd name="connsiteX69" fmla="*/ 1596507 w 1596507"/>
              <a:gd name="connsiteY69" fmla="*/ 1805319 h 4862523"/>
              <a:gd name="connsiteX70" fmla="*/ 1596507 w 1596507"/>
              <a:gd name="connsiteY70" fmla="*/ 1835633 h 4862523"/>
              <a:gd name="connsiteX71" fmla="*/ 1596041 w 1596507"/>
              <a:gd name="connsiteY71" fmla="*/ 1865947 h 4862523"/>
              <a:gd name="connsiteX72" fmla="*/ 1588585 w 1596507"/>
              <a:gd name="connsiteY72" fmla="*/ 1925176 h 4862523"/>
              <a:gd name="connsiteX73" fmla="*/ 1576003 w 1596507"/>
              <a:gd name="connsiteY73" fmla="*/ 1982540 h 4862523"/>
              <a:gd name="connsiteX74" fmla="*/ 1557363 w 1596507"/>
              <a:gd name="connsiteY74" fmla="*/ 2037571 h 4862523"/>
              <a:gd name="connsiteX75" fmla="*/ 1533598 w 1596507"/>
              <a:gd name="connsiteY75" fmla="*/ 2090271 h 4862523"/>
              <a:gd name="connsiteX76" fmla="*/ 1505172 w 1596507"/>
              <a:gd name="connsiteY76" fmla="*/ 2140173 h 4862523"/>
              <a:gd name="connsiteX77" fmla="*/ 1472552 w 1596507"/>
              <a:gd name="connsiteY77" fmla="*/ 2186810 h 4862523"/>
              <a:gd name="connsiteX78" fmla="*/ 1435272 w 1596507"/>
              <a:gd name="connsiteY78" fmla="*/ 2230182 h 4862523"/>
              <a:gd name="connsiteX79" fmla="*/ 1394264 w 1596507"/>
              <a:gd name="connsiteY79" fmla="*/ 2270290 h 4862523"/>
              <a:gd name="connsiteX80" fmla="*/ 1349529 w 1596507"/>
              <a:gd name="connsiteY80" fmla="*/ 2306667 h 4862523"/>
              <a:gd name="connsiteX81" fmla="*/ 1301997 w 1596507"/>
              <a:gd name="connsiteY81" fmla="*/ 2337914 h 4862523"/>
              <a:gd name="connsiteX82" fmla="*/ 1250271 w 1596507"/>
              <a:gd name="connsiteY82" fmla="*/ 2364963 h 4862523"/>
              <a:gd name="connsiteX83" fmla="*/ 1196681 w 1596507"/>
              <a:gd name="connsiteY83" fmla="*/ 2387349 h 4862523"/>
              <a:gd name="connsiteX84" fmla="*/ 1140762 w 1596507"/>
              <a:gd name="connsiteY84" fmla="*/ 2404605 h 4862523"/>
              <a:gd name="connsiteX85" fmla="*/ 1082046 w 1596507"/>
              <a:gd name="connsiteY85" fmla="*/ 2416730 h 4862523"/>
              <a:gd name="connsiteX86" fmla="*/ 1021932 w 1596507"/>
              <a:gd name="connsiteY86" fmla="*/ 2422793 h 4862523"/>
              <a:gd name="connsiteX87" fmla="*/ 991177 w 1596507"/>
              <a:gd name="connsiteY87" fmla="*/ 2423260 h 4862523"/>
              <a:gd name="connsiteX88" fmla="*/ 596943 w 1596507"/>
              <a:gd name="connsiteY88" fmla="*/ 2423260 h 4862523"/>
              <a:gd name="connsiteX89" fmla="*/ 576439 w 1596507"/>
              <a:gd name="connsiteY89" fmla="*/ 2423260 h 4862523"/>
              <a:gd name="connsiteX90" fmla="*/ 534965 w 1596507"/>
              <a:gd name="connsiteY90" fmla="*/ 2427457 h 4862523"/>
              <a:gd name="connsiteX91" fmla="*/ 494423 w 1596507"/>
              <a:gd name="connsiteY91" fmla="*/ 2435852 h 4862523"/>
              <a:gd name="connsiteX92" fmla="*/ 454814 w 1596507"/>
              <a:gd name="connsiteY92" fmla="*/ 2447511 h 4862523"/>
              <a:gd name="connsiteX93" fmla="*/ 417534 w 1596507"/>
              <a:gd name="connsiteY93" fmla="*/ 2463834 h 4862523"/>
              <a:gd name="connsiteX94" fmla="*/ 381186 w 1596507"/>
              <a:gd name="connsiteY94" fmla="*/ 2482955 h 4862523"/>
              <a:gd name="connsiteX95" fmla="*/ 347634 w 1596507"/>
              <a:gd name="connsiteY95" fmla="*/ 2505807 h 4862523"/>
              <a:gd name="connsiteX96" fmla="*/ 315480 w 1596507"/>
              <a:gd name="connsiteY96" fmla="*/ 2532390 h 4862523"/>
              <a:gd name="connsiteX97" fmla="*/ 300569 w 1596507"/>
              <a:gd name="connsiteY97" fmla="*/ 2547780 h 4862523"/>
              <a:gd name="connsiteX98" fmla="*/ 286123 w 1596507"/>
              <a:gd name="connsiteY98" fmla="*/ 2562704 h 4862523"/>
              <a:gd name="connsiteX99" fmla="*/ 260027 w 1596507"/>
              <a:gd name="connsiteY99" fmla="*/ 2594884 h 4862523"/>
              <a:gd name="connsiteX100" fmla="*/ 237659 w 1596507"/>
              <a:gd name="connsiteY100" fmla="*/ 2629862 h 4862523"/>
              <a:gd name="connsiteX101" fmla="*/ 218087 w 1596507"/>
              <a:gd name="connsiteY101" fmla="*/ 2666238 h 4862523"/>
              <a:gd name="connsiteX102" fmla="*/ 203175 w 1596507"/>
              <a:gd name="connsiteY102" fmla="*/ 2704481 h 4862523"/>
              <a:gd name="connsiteX103" fmla="*/ 192457 w 1596507"/>
              <a:gd name="connsiteY103" fmla="*/ 2743656 h 4862523"/>
              <a:gd name="connsiteX104" fmla="*/ 184535 w 1596507"/>
              <a:gd name="connsiteY104" fmla="*/ 2784230 h 4862523"/>
              <a:gd name="connsiteX105" fmla="*/ 181273 w 1596507"/>
              <a:gd name="connsiteY105" fmla="*/ 2825737 h 4862523"/>
              <a:gd name="connsiteX106" fmla="*/ 181273 w 1596507"/>
              <a:gd name="connsiteY106" fmla="*/ 2846257 h 4862523"/>
              <a:gd name="connsiteX107" fmla="*/ 182205 w 1596507"/>
              <a:gd name="connsiteY107" fmla="*/ 2867710 h 4862523"/>
              <a:gd name="connsiteX108" fmla="*/ 186865 w 1596507"/>
              <a:gd name="connsiteY108" fmla="*/ 2908751 h 4862523"/>
              <a:gd name="connsiteX109" fmla="*/ 195719 w 1596507"/>
              <a:gd name="connsiteY109" fmla="*/ 2948392 h 4862523"/>
              <a:gd name="connsiteX110" fmla="*/ 208767 w 1596507"/>
              <a:gd name="connsiteY110" fmla="*/ 2987101 h 4862523"/>
              <a:gd name="connsiteX111" fmla="*/ 225543 w 1596507"/>
              <a:gd name="connsiteY111" fmla="*/ 3023944 h 4862523"/>
              <a:gd name="connsiteX112" fmla="*/ 245581 w 1596507"/>
              <a:gd name="connsiteY112" fmla="*/ 3058456 h 4862523"/>
              <a:gd name="connsiteX113" fmla="*/ 268415 w 1596507"/>
              <a:gd name="connsiteY113" fmla="*/ 3091102 h 4862523"/>
              <a:gd name="connsiteX114" fmla="*/ 294511 w 1596507"/>
              <a:gd name="connsiteY114" fmla="*/ 3121416 h 4862523"/>
              <a:gd name="connsiteX115" fmla="*/ 323402 w 1596507"/>
              <a:gd name="connsiteY115" fmla="*/ 3149398 h 4862523"/>
              <a:gd name="connsiteX116" fmla="*/ 354158 w 1596507"/>
              <a:gd name="connsiteY116" fmla="*/ 3174582 h 4862523"/>
              <a:gd name="connsiteX117" fmla="*/ 388176 w 1596507"/>
              <a:gd name="connsiteY117" fmla="*/ 3196501 h 4862523"/>
              <a:gd name="connsiteX118" fmla="*/ 424058 w 1596507"/>
              <a:gd name="connsiteY118" fmla="*/ 3215623 h 4862523"/>
              <a:gd name="connsiteX119" fmla="*/ 461804 w 1596507"/>
              <a:gd name="connsiteY119" fmla="*/ 3230546 h 4862523"/>
              <a:gd name="connsiteX120" fmla="*/ 500947 w 1596507"/>
              <a:gd name="connsiteY120" fmla="*/ 3242672 h 4862523"/>
              <a:gd name="connsiteX121" fmla="*/ 541955 w 1596507"/>
              <a:gd name="connsiteY121" fmla="*/ 3251533 h 4862523"/>
              <a:gd name="connsiteX122" fmla="*/ 584361 w 1596507"/>
              <a:gd name="connsiteY122" fmla="*/ 3255730 h 4862523"/>
              <a:gd name="connsiteX123" fmla="*/ 605331 w 1596507"/>
              <a:gd name="connsiteY123" fmla="*/ 3255730 h 4862523"/>
              <a:gd name="connsiteX124" fmla="*/ 1000031 w 1596507"/>
              <a:gd name="connsiteY124" fmla="*/ 3255730 h 4862523"/>
              <a:gd name="connsiteX125" fmla="*/ 1029854 w 1596507"/>
              <a:gd name="connsiteY125" fmla="*/ 3256197 h 4862523"/>
              <a:gd name="connsiteX126" fmla="*/ 1089036 w 1596507"/>
              <a:gd name="connsiteY126" fmla="*/ 3262260 h 4862523"/>
              <a:gd name="connsiteX127" fmla="*/ 1147286 w 1596507"/>
              <a:gd name="connsiteY127" fmla="*/ 3273919 h 4862523"/>
              <a:gd name="connsiteX128" fmla="*/ 1203205 w 1596507"/>
              <a:gd name="connsiteY128" fmla="*/ 3291175 h 4862523"/>
              <a:gd name="connsiteX129" fmla="*/ 1257727 w 1596507"/>
              <a:gd name="connsiteY129" fmla="*/ 3313560 h 4862523"/>
              <a:gd name="connsiteX130" fmla="*/ 1308987 w 1596507"/>
              <a:gd name="connsiteY130" fmla="*/ 3341543 h 4862523"/>
              <a:gd name="connsiteX131" fmla="*/ 1357917 w 1596507"/>
              <a:gd name="connsiteY131" fmla="*/ 3374655 h 4862523"/>
              <a:gd name="connsiteX132" fmla="*/ 1404050 w 1596507"/>
              <a:gd name="connsiteY132" fmla="*/ 3413364 h 4862523"/>
              <a:gd name="connsiteX133" fmla="*/ 1425486 w 1596507"/>
              <a:gd name="connsiteY133" fmla="*/ 3434350 h 4862523"/>
              <a:gd name="connsiteX134" fmla="*/ 1445990 w 1596507"/>
              <a:gd name="connsiteY134" fmla="*/ 3456270 h 4862523"/>
              <a:gd name="connsiteX135" fmla="*/ 1483736 w 1596507"/>
              <a:gd name="connsiteY135" fmla="*/ 3502907 h 4862523"/>
              <a:gd name="connsiteX136" fmla="*/ 1516356 w 1596507"/>
              <a:gd name="connsiteY136" fmla="*/ 3552342 h 4862523"/>
              <a:gd name="connsiteX137" fmla="*/ 1543383 w 1596507"/>
              <a:gd name="connsiteY137" fmla="*/ 3604109 h 4862523"/>
              <a:gd name="connsiteX138" fmla="*/ 1565285 w 1596507"/>
              <a:gd name="connsiteY138" fmla="*/ 3658674 h 4862523"/>
              <a:gd name="connsiteX139" fmla="*/ 1581595 w 1596507"/>
              <a:gd name="connsiteY139" fmla="*/ 3715571 h 4862523"/>
              <a:gd name="connsiteX140" fmla="*/ 1591847 w 1596507"/>
              <a:gd name="connsiteY140" fmla="*/ 3773401 h 4862523"/>
              <a:gd name="connsiteX141" fmla="*/ 1596507 w 1596507"/>
              <a:gd name="connsiteY141" fmla="*/ 3833563 h 4862523"/>
              <a:gd name="connsiteX142" fmla="*/ 1596507 w 1596507"/>
              <a:gd name="connsiteY142" fmla="*/ 3863877 h 4862523"/>
              <a:gd name="connsiteX143" fmla="*/ 1596041 w 1596507"/>
              <a:gd name="connsiteY143" fmla="*/ 3893725 h 4862523"/>
              <a:gd name="connsiteX144" fmla="*/ 1588585 w 1596507"/>
              <a:gd name="connsiteY144" fmla="*/ 3952954 h 4862523"/>
              <a:gd name="connsiteX145" fmla="*/ 1576003 w 1596507"/>
              <a:gd name="connsiteY145" fmla="*/ 4010317 h 4862523"/>
              <a:gd name="connsiteX146" fmla="*/ 1557363 w 1596507"/>
              <a:gd name="connsiteY146" fmla="*/ 4065349 h 4862523"/>
              <a:gd name="connsiteX147" fmla="*/ 1533598 w 1596507"/>
              <a:gd name="connsiteY147" fmla="*/ 4118049 h 4862523"/>
              <a:gd name="connsiteX148" fmla="*/ 1505172 w 1596507"/>
              <a:gd name="connsiteY148" fmla="*/ 4168417 h 4862523"/>
              <a:gd name="connsiteX149" fmla="*/ 1472552 w 1596507"/>
              <a:gd name="connsiteY149" fmla="*/ 4215054 h 4862523"/>
              <a:gd name="connsiteX150" fmla="*/ 1435272 w 1596507"/>
              <a:gd name="connsiteY150" fmla="*/ 4258426 h 4862523"/>
              <a:gd name="connsiteX151" fmla="*/ 1394264 w 1596507"/>
              <a:gd name="connsiteY151" fmla="*/ 4298068 h 4862523"/>
              <a:gd name="connsiteX152" fmla="*/ 1349529 w 1596507"/>
              <a:gd name="connsiteY152" fmla="*/ 4334445 h 4862523"/>
              <a:gd name="connsiteX153" fmla="*/ 1301997 w 1596507"/>
              <a:gd name="connsiteY153" fmla="*/ 4366158 h 4862523"/>
              <a:gd name="connsiteX154" fmla="*/ 1250271 w 1596507"/>
              <a:gd name="connsiteY154" fmla="*/ 4393207 h 4862523"/>
              <a:gd name="connsiteX155" fmla="*/ 1196681 w 1596507"/>
              <a:gd name="connsiteY155" fmla="*/ 4415593 h 4862523"/>
              <a:gd name="connsiteX156" fmla="*/ 1140762 w 1596507"/>
              <a:gd name="connsiteY156" fmla="*/ 4432849 h 4862523"/>
              <a:gd name="connsiteX157" fmla="*/ 1082046 w 1596507"/>
              <a:gd name="connsiteY157" fmla="*/ 4444508 h 4862523"/>
              <a:gd name="connsiteX158" fmla="*/ 1021932 w 1596507"/>
              <a:gd name="connsiteY158" fmla="*/ 4450571 h 4862523"/>
              <a:gd name="connsiteX159" fmla="*/ 991177 w 1596507"/>
              <a:gd name="connsiteY159" fmla="*/ 4451037 h 4862523"/>
              <a:gd name="connsiteX160" fmla="*/ 596943 w 1596507"/>
              <a:gd name="connsiteY160" fmla="*/ 4451037 h 4862523"/>
              <a:gd name="connsiteX161" fmla="*/ 576439 w 1596507"/>
              <a:gd name="connsiteY161" fmla="*/ 4451037 h 4862523"/>
              <a:gd name="connsiteX162" fmla="*/ 534965 w 1596507"/>
              <a:gd name="connsiteY162" fmla="*/ 4455235 h 4862523"/>
              <a:gd name="connsiteX163" fmla="*/ 494423 w 1596507"/>
              <a:gd name="connsiteY163" fmla="*/ 4464096 h 4862523"/>
              <a:gd name="connsiteX164" fmla="*/ 454814 w 1596507"/>
              <a:gd name="connsiteY164" fmla="*/ 4475289 h 4862523"/>
              <a:gd name="connsiteX165" fmla="*/ 417534 w 1596507"/>
              <a:gd name="connsiteY165" fmla="*/ 4491612 h 4862523"/>
              <a:gd name="connsiteX166" fmla="*/ 381186 w 1596507"/>
              <a:gd name="connsiteY166" fmla="*/ 4511199 h 4862523"/>
              <a:gd name="connsiteX167" fmla="*/ 347634 w 1596507"/>
              <a:gd name="connsiteY167" fmla="*/ 4534051 h 4862523"/>
              <a:gd name="connsiteX168" fmla="*/ 315480 w 1596507"/>
              <a:gd name="connsiteY168" fmla="*/ 4560634 h 4862523"/>
              <a:gd name="connsiteX169" fmla="*/ 300569 w 1596507"/>
              <a:gd name="connsiteY169" fmla="*/ 4575558 h 4862523"/>
              <a:gd name="connsiteX170" fmla="*/ 286123 w 1596507"/>
              <a:gd name="connsiteY170" fmla="*/ 4590948 h 4862523"/>
              <a:gd name="connsiteX171" fmla="*/ 260027 w 1596507"/>
              <a:gd name="connsiteY171" fmla="*/ 4622662 h 4862523"/>
              <a:gd name="connsiteX172" fmla="*/ 237659 w 1596507"/>
              <a:gd name="connsiteY172" fmla="*/ 4658106 h 4862523"/>
              <a:gd name="connsiteX173" fmla="*/ 218087 w 1596507"/>
              <a:gd name="connsiteY173" fmla="*/ 4694016 h 4862523"/>
              <a:gd name="connsiteX174" fmla="*/ 203175 w 1596507"/>
              <a:gd name="connsiteY174" fmla="*/ 4732259 h 4862523"/>
              <a:gd name="connsiteX175" fmla="*/ 192457 w 1596507"/>
              <a:gd name="connsiteY175" fmla="*/ 4771434 h 4862523"/>
              <a:gd name="connsiteX176" fmla="*/ 184535 w 1596507"/>
              <a:gd name="connsiteY176" fmla="*/ 4812008 h 4862523"/>
              <a:gd name="connsiteX177" fmla="*/ 181273 w 1596507"/>
              <a:gd name="connsiteY177" fmla="*/ 4853981 h 4862523"/>
              <a:gd name="connsiteX178" fmla="*/ 181273 w 1596507"/>
              <a:gd name="connsiteY178" fmla="*/ 4862523 h 4862523"/>
              <a:gd name="connsiteX179" fmla="*/ 0 w 1596507"/>
              <a:gd name="connsiteY179" fmla="*/ 4862523 h 4862523"/>
              <a:gd name="connsiteX180" fmla="*/ 0 w 1596507"/>
              <a:gd name="connsiteY180" fmla="*/ 4846986 h 4862523"/>
              <a:gd name="connsiteX181" fmla="*/ 5126 w 1596507"/>
              <a:gd name="connsiteY181" fmla="*/ 4787757 h 4862523"/>
              <a:gd name="connsiteX182" fmla="*/ 15378 w 1596507"/>
              <a:gd name="connsiteY182" fmla="*/ 4729460 h 4862523"/>
              <a:gd name="connsiteX183" fmla="*/ 31688 w 1596507"/>
              <a:gd name="connsiteY183" fmla="*/ 4673030 h 4862523"/>
              <a:gd name="connsiteX184" fmla="*/ 53590 w 1596507"/>
              <a:gd name="connsiteY184" fmla="*/ 4618464 h 4862523"/>
              <a:gd name="connsiteX185" fmla="*/ 80618 w 1596507"/>
              <a:gd name="connsiteY185" fmla="*/ 4566231 h 4862523"/>
              <a:gd name="connsiteX186" fmla="*/ 113238 w 1596507"/>
              <a:gd name="connsiteY186" fmla="*/ 4516329 h 4862523"/>
              <a:gd name="connsiteX187" fmla="*/ 150517 w 1596507"/>
              <a:gd name="connsiteY187" fmla="*/ 4470625 h 4862523"/>
              <a:gd name="connsiteX188" fmla="*/ 171021 w 1596507"/>
              <a:gd name="connsiteY188" fmla="*/ 4448239 h 4862523"/>
              <a:gd name="connsiteX189" fmla="*/ 192923 w 1596507"/>
              <a:gd name="connsiteY189" fmla="*/ 4427252 h 4862523"/>
              <a:gd name="connsiteX190" fmla="*/ 238591 w 1596507"/>
              <a:gd name="connsiteY190" fmla="*/ 4389010 h 4862523"/>
              <a:gd name="connsiteX191" fmla="*/ 287521 w 1596507"/>
              <a:gd name="connsiteY191" fmla="*/ 4355898 h 4862523"/>
              <a:gd name="connsiteX192" fmla="*/ 339246 w 1596507"/>
              <a:gd name="connsiteY192" fmla="*/ 4327916 h 4862523"/>
              <a:gd name="connsiteX193" fmla="*/ 393302 w 1596507"/>
              <a:gd name="connsiteY193" fmla="*/ 4305063 h 4862523"/>
              <a:gd name="connsiteX194" fmla="*/ 449688 w 1596507"/>
              <a:gd name="connsiteY194" fmla="*/ 4287808 h 4862523"/>
              <a:gd name="connsiteX195" fmla="*/ 507471 w 1596507"/>
              <a:gd name="connsiteY195" fmla="*/ 4275682 h 4862523"/>
              <a:gd name="connsiteX196" fmla="*/ 566653 w 1596507"/>
              <a:gd name="connsiteY196" fmla="*/ 4270552 h 4862523"/>
              <a:gd name="connsiteX197" fmla="*/ 596943 w 1596507"/>
              <a:gd name="connsiteY197" fmla="*/ 4270086 h 4862523"/>
              <a:gd name="connsiteX198" fmla="*/ 991177 w 1596507"/>
              <a:gd name="connsiteY198" fmla="*/ 4270086 h 4862523"/>
              <a:gd name="connsiteX199" fmla="*/ 1013079 w 1596507"/>
              <a:gd name="connsiteY199" fmla="*/ 4269153 h 4862523"/>
              <a:gd name="connsiteX200" fmla="*/ 1054552 w 1596507"/>
              <a:gd name="connsiteY200" fmla="*/ 4264956 h 4862523"/>
              <a:gd name="connsiteX201" fmla="*/ 1096026 w 1596507"/>
              <a:gd name="connsiteY201" fmla="*/ 4257027 h 4862523"/>
              <a:gd name="connsiteX202" fmla="*/ 1135170 w 1596507"/>
              <a:gd name="connsiteY202" fmla="*/ 4244902 h 4862523"/>
              <a:gd name="connsiteX203" fmla="*/ 1173382 w 1596507"/>
              <a:gd name="connsiteY203" fmla="*/ 4229511 h 4862523"/>
              <a:gd name="connsiteX204" fmla="*/ 1208797 w 1596507"/>
              <a:gd name="connsiteY204" fmla="*/ 4210857 h 4862523"/>
              <a:gd name="connsiteX205" fmla="*/ 1242815 w 1596507"/>
              <a:gd name="connsiteY205" fmla="*/ 4188471 h 4862523"/>
              <a:gd name="connsiteX206" fmla="*/ 1274037 w 1596507"/>
              <a:gd name="connsiteY206" fmla="*/ 4163287 h 4862523"/>
              <a:gd name="connsiteX207" fmla="*/ 1302463 w 1596507"/>
              <a:gd name="connsiteY207" fmla="*/ 4135771 h 4862523"/>
              <a:gd name="connsiteX208" fmla="*/ 1328559 w 1596507"/>
              <a:gd name="connsiteY208" fmla="*/ 4105457 h 4862523"/>
              <a:gd name="connsiteX209" fmla="*/ 1351859 w 1596507"/>
              <a:gd name="connsiteY209" fmla="*/ 4072811 h 4862523"/>
              <a:gd name="connsiteX210" fmla="*/ 1371896 w 1596507"/>
              <a:gd name="connsiteY210" fmla="*/ 4037833 h 4862523"/>
              <a:gd name="connsiteX211" fmla="*/ 1388206 w 1596507"/>
              <a:gd name="connsiteY211" fmla="*/ 4001456 h 4862523"/>
              <a:gd name="connsiteX212" fmla="*/ 1400788 w 1596507"/>
              <a:gd name="connsiteY212" fmla="*/ 3962748 h 4862523"/>
              <a:gd name="connsiteX213" fmla="*/ 1410108 w 1596507"/>
              <a:gd name="connsiteY213" fmla="*/ 3923106 h 4862523"/>
              <a:gd name="connsiteX214" fmla="*/ 1414768 w 1596507"/>
              <a:gd name="connsiteY214" fmla="*/ 3881599 h 4862523"/>
              <a:gd name="connsiteX215" fmla="*/ 1415234 w 1596507"/>
              <a:gd name="connsiteY215" fmla="*/ 3860613 h 4862523"/>
              <a:gd name="connsiteX216" fmla="*/ 1416166 w 1596507"/>
              <a:gd name="connsiteY216" fmla="*/ 3839626 h 4862523"/>
              <a:gd name="connsiteX217" fmla="*/ 1412438 w 1596507"/>
              <a:gd name="connsiteY217" fmla="*/ 3797653 h 4862523"/>
              <a:gd name="connsiteX218" fmla="*/ 1404982 w 1596507"/>
              <a:gd name="connsiteY218" fmla="*/ 3757078 h 4862523"/>
              <a:gd name="connsiteX219" fmla="*/ 1393798 w 1596507"/>
              <a:gd name="connsiteY219" fmla="*/ 3717903 h 4862523"/>
              <a:gd name="connsiteX220" fmla="*/ 1378420 w 1596507"/>
              <a:gd name="connsiteY220" fmla="*/ 3680127 h 4862523"/>
              <a:gd name="connsiteX221" fmla="*/ 1359315 w 1596507"/>
              <a:gd name="connsiteY221" fmla="*/ 3643750 h 4862523"/>
              <a:gd name="connsiteX222" fmla="*/ 1336947 w 1596507"/>
              <a:gd name="connsiteY222" fmla="*/ 3609239 h 4862523"/>
              <a:gd name="connsiteX223" fmla="*/ 1310851 w 1596507"/>
              <a:gd name="connsiteY223" fmla="*/ 3576593 h 4862523"/>
              <a:gd name="connsiteX224" fmla="*/ 1296405 w 1596507"/>
              <a:gd name="connsiteY224" fmla="*/ 3561203 h 4862523"/>
              <a:gd name="connsiteX225" fmla="*/ 1281493 w 1596507"/>
              <a:gd name="connsiteY225" fmla="*/ 3546745 h 4862523"/>
              <a:gd name="connsiteX226" fmla="*/ 1249339 w 1596507"/>
              <a:gd name="connsiteY226" fmla="*/ 3520162 h 4862523"/>
              <a:gd name="connsiteX227" fmla="*/ 1215321 w 1596507"/>
              <a:gd name="connsiteY227" fmla="*/ 3496844 h 4862523"/>
              <a:gd name="connsiteX228" fmla="*/ 1178974 w 1596507"/>
              <a:gd name="connsiteY228" fmla="*/ 3477256 h 4862523"/>
              <a:gd name="connsiteX229" fmla="*/ 1141694 w 1596507"/>
              <a:gd name="connsiteY229" fmla="*/ 3461866 h 4862523"/>
              <a:gd name="connsiteX230" fmla="*/ 1102550 w 1596507"/>
              <a:gd name="connsiteY230" fmla="*/ 3449740 h 4862523"/>
              <a:gd name="connsiteX231" fmla="*/ 1062008 w 1596507"/>
              <a:gd name="connsiteY231" fmla="*/ 3441812 h 4862523"/>
              <a:gd name="connsiteX232" fmla="*/ 1021000 w 1596507"/>
              <a:gd name="connsiteY232" fmla="*/ 3437615 h 4862523"/>
              <a:gd name="connsiteX233" fmla="*/ 1000031 w 1596507"/>
              <a:gd name="connsiteY233" fmla="*/ 3436682 h 4862523"/>
              <a:gd name="connsiteX234" fmla="*/ 605331 w 1596507"/>
              <a:gd name="connsiteY234" fmla="*/ 3436682 h 4862523"/>
              <a:gd name="connsiteX235" fmla="*/ 574575 w 1596507"/>
              <a:gd name="connsiteY235" fmla="*/ 3436216 h 4862523"/>
              <a:gd name="connsiteX236" fmla="*/ 514927 w 1596507"/>
              <a:gd name="connsiteY236" fmla="*/ 3430153 h 4862523"/>
              <a:gd name="connsiteX237" fmla="*/ 456212 w 1596507"/>
              <a:gd name="connsiteY237" fmla="*/ 3418960 h 4862523"/>
              <a:gd name="connsiteX238" fmla="*/ 399826 w 1596507"/>
              <a:gd name="connsiteY238" fmla="*/ 3401704 h 4862523"/>
              <a:gd name="connsiteX239" fmla="*/ 346236 w 1596507"/>
              <a:gd name="connsiteY239" fmla="*/ 3379318 h 4862523"/>
              <a:gd name="connsiteX240" fmla="*/ 295443 w 1596507"/>
              <a:gd name="connsiteY240" fmla="*/ 3352269 h 4862523"/>
              <a:gd name="connsiteX241" fmla="*/ 247445 w 1596507"/>
              <a:gd name="connsiteY241" fmla="*/ 3320089 h 4862523"/>
              <a:gd name="connsiteX242" fmla="*/ 202709 w 1596507"/>
              <a:gd name="connsiteY242" fmla="*/ 3284645 h 4862523"/>
              <a:gd name="connsiteX243" fmla="*/ 161701 w 1596507"/>
              <a:gd name="connsiteY243" fmla="*/ 3244538 h 4862523"/>
              <a:gd name="connsiteX244" fmla="*/ 123956 w 1596507"/>
              <a:gd name="connsiteY244" fmla="*/ 3201165 h 4862523"/>
              <a:gd name="connsiteX245" fmla="*/ 91336 w 1596507"/>
              <a:gd name="connsiteY245" fmla="*/ 3154062 h 4862523"/>
              <a:gd name="connsiteX246" fmla="*/ 62910 w 1596507"/>
              <a:gd name="connsiteY246" fmla="*/ 3104626 h 4862523"/>
              <a:gd name="connsiteX247" fmla="*/ 39610 w 1596507"/>
              <a:gd name="connsiteY247" fmla="*/ 3051460 h 4862523"/>
              <a:gd name="connsiteX248" fmla="*/ 21436 w 1596507"/>
              <a:gd name="connsiteY248" fmla="*/ 2996429 h 4862523"/>
              <a:gd name="connsiteX249" fmla="*/ 7922 w 1596507"/>
              <a:gd name="connsiteY249" fmla="*/ 2938599 h 4862523"/>
              <a:gd name="connsiteX250" fmla="*/ 932 w 1596507"/>
              <a:gd name="connsiteY250" fmla="*/ 2879370 h 4862523"/>
              <a:gd name="connsiteX251" fmla="*/ 0 w 1596507"/>
              <a:gd name="connsiteY251" fmla="*/ 2849522 h 4862523"/>
              <a:gd name="connsiteX252" fmla="*/ 0 w 1596507"/>
              <a:gd name="connsiteY252" fmla="*/ 2819208 h 4862523"/>
              <a:gd name="connsiteX253" fmla="*/ 5126 w 1596507"/>
              <a:gd name="connsiteY253" fmla="*/ 2759979 h 4862523"/>
              <a:gd name="connsiteX254" fmla="*/ 15378 w 1596507"/>
              <a:gd name="connsiteY254" fmla="*/ 2701216 h 4862523"/>
              <a:gd name="connsiteX255" fmla="*/ 31688 w 1596507"/>
              <a:gd name="connsiteY255" fmla="*/ 2645252 h 4862523"/>
              <a:gd name="connsiteX256" fmla="*/ 53590 w 1596507"/>
              <a:gd name="connsiteY256" fmla="*/ 2590687 h 4862523"/>
              <a:gd name="connsiteX257" fmla="*/ 80618 w 1596507"/>
              <a:gd name="connsiteY257" fmla="*/ 2537987 h 4862523"/>
              <a:gd name="connsiteX258" fmla="*/ 113238 w 1596507"/>
              <a:gd name="connsiteY258" fmla="*/ 2488551 h 4862523"/>
              <a:gd name="connsiteX259" fmla="*/ 150517 w 1596507"/>
              <a:gd name="connsiteY259" fmla="*/ 2441914 h 4862523"/>
              <a:gd name="connsiteX260" fmla="*/ 171021 w 1596507"/>
              <a:gd name="connsiteY260" fmla="*/ 2419995 h 4862523"/>
              <a:gd name="connsiteX261" fmla="*/ 192923 w 1596507"/>
              <a:gd name="connsiteY261" fmla="*/ 2399008 h 4862523"/>
              <a:gd name="connsiteX262" fmla="*/ 238591 w 1596507"/>
              <a:gd name="connsiteY262" fmla="*/ 2360766 h 4862523"/>
              <a:gd name="connsiteX263" fmla="*/ 287521 w 1596507"/>
              <a:gd name="connsiteY263" fmla="*/ 2327654 h 4862523"/>
              <a:gd name="connsiteX264" fmla="*/ 339246 w 1596507"/>
              <a:gd name="connsiteY264" fmla="*/ 2299672 h 4862523"/>
              <a:gd name="connsiteX265" fmla="*/ 393302 w 1596507"/>
              <a:gd name="connsiteY265" fmla="*/ 2276819 h 4862523"/>
              <a:gd name="connsiteX266" fmla="*/ 449688 w 1596507"/>
              <a:gd name="connsiteY266" fmla="*/ 2260030 h 4862523"/>
              <a:gd name="connsiteX267" fmla="*/ 507471 w 1596507"/>
              <a:gd name="connsiteY267" fmla="*/ 2247904 h 4862523"/>
              <a:gd name="connsiteX268" fmla="*/ 566653 w 1596507"/>
              <a:gd name="connsiteY268" fmla="*/ 2242308 h 4862523"/>
              <a:gd name="connsiteX269" fmla="*/ 596943 w 1596507"/>
              <a:gd name="connsiteY269" fmla="*/ 2241842 h 4862523"/>
              <a:gd name="connsiteX270" fmla="*/ 991177 w 1596507"/>
              <a:gd name="connsiteY270" fmla="*/ 2241842 h 4862523"/>
              <a:gd name="connsiteX271" fmla="*/ 1013079 w 1596507"/>
              <a:gd name="connsiteY271" fmla="*/ 2241375 h 4862523"/>
              <a:gd name="connsiteX272" fmla="*/ 1054552 w 1596507"/>
              <a:gd name="connsiteY272" fmla="*/ 2237178 h 4862523"/>
              <a:gd name="connsiteX273" fmla="*/ 1096026 w 1596507"/>
              <a:gd name="connsiteY273" fmla="*/ 2229250 h 4862523"/>
              <a:gd name="connsiteX274" fmla="*/ 1135170 w 1596507"/>
              <a:gd name="connsiteY274" fmla="*/ 2217124 h 4862523"/>
              <a:gd name="connsiteX275" fmla="*/ 1173382 w 1596507"/>
              <a:gd name="connsiteY275" fmla="*/ 2201267 h 4862523"/>
              <a:gd name="connsiteX276" fmla="*/ 1208797 w 1596507"/>
              <a:gd name="connsiteY276" fmla="*/ 2182613 h 4862523"/>
              <a:gd name="connsiteX277" fmla="*/ 1242815 w 1596507"/>
              <a:gd name="connsiteY277" fmla="*/ 2160227 h 4862523"/>
              <a:gd name="connsiteX278" fmla="*/ 1274037 w 1596507"/>
              <a:gd name="connsiteY278" fmla="*/ 2135509 h 4862523"/>
              <a:gd name="connsiteX279" fmla="*/ 1302463 w 1596507"/>
              <a:gd name="connsiteY279" fmla="*/ 2107527 h 4862523"/>
              <a:gd name="connsiteX280" fmla="*/ 1328559 w 1596507"/>
              <a:gd name="connsiteY280" fmla="*/ 2077213 h 4862523"/>
              <a:gd name="connsiteX281" fmla="*/ 1351859 w 1596507"/>
              <a:gd name="connsiteY281" fmla="*/ 2044567 h 4862523"/>
              <a:gd name="connsiteX282" fmla="*/ 1371896 w 1596507"/>
              <a:gd name="connsiteY282" fmla="*/ 2009589 h 4862523"/>
              <a:gd name="connsiteX283" fmla="*/ 1388206 w 1596507"/>
              <a:gd name="connsiteY283" fmla="*/ 1972746 h 4862523"/>
              <a:gd name="connsiteX284" fmla="*/ 1400788 w 1596507"/>
              <a:gd name="connsiteY284" fmla="*/ 1934970 h 4862523"/>
              <a:gd name="connsiteX285" fmla="*/ 1410108 w 1596507"/>
              <a:gd name="connsiteY285" fmla="*/ 1894862 h 4862523"/>
              <a:gd name="connsiteX286" fmla="*/ 1414768 w 1596507"/>
              <a:gd name="connsiteY286" fmla="*/ 1853822 h 4862523"/>
              <a:gd name="connsiteX287" fmla="*/ 1415234 w 1596507"/>
              <a:gd name="connsiteY287" fmla="*/ 1832835 h 4862523"/>
              <a:gd name="connsiteX288" fmla="*/ 1416166 w 1596507"/>
              <a:gd name="connsiteY288" fmla="*/ 1811382 h 4862523"/>
              <a:gd name="connsiteX289" fmla="*/ 1412438 w 1596507"/>
              <a:gd name="connsiteY289" fmla="*/ 1769875 h 4862523"/>
              <a:gd name="connsiteX290" fmla="*/ 1404982 w 1596507"/>
              <a:gd name="connsiteY290" fmla="*/ 1729301 h 4862523"/>
              <a:gd name="connsiteX291" fmla="*/ 1393798 w 1596507"/>
              <a:gd name="connsiteY291" fmla="*/ 1690126 h 4862523"/>
              <a:gd name="connsiteX292" fmla="*/ 1378420 w 1596507"/>
              <a:gd name="connsiteY292" fmla="*/ 1651883 h 4862523"/>
              <a:gd name="connsiteX293" fmla="*/ 1359315 w 1596507"/>
              <a:gd name="connsiteY293" fmla="*/ 1615506 h 4862523"/>
              <a:gd name="connsiteX294" fmla="*/ 1336947 w 1596507"/>
              <a:gd name="connsiteY294" fmla="*/ 1580995 h 4862523"/>
              <a:gd name="connsiteX295" fmla="*/ 1310851 w 1596507"/>
              <a:gd name="connsiteY295" fmla="*/ 1548349 h 4862523"/>
              <a:gd name="connsiteX296" fmla="*/ 1296405 w 1596507"/>
              <a:gd name="connsiteY296" fmla="*/ 1533425 h 4862523"/>
              <a:gd name="connsiteX297" fmla="*/ 1281493 w 1596507"/>
              <a:gd name="connsiteY297" fmla="*/ 1518968 h 4862523"/>
              <a:gd name="connsiteX298" fmla="*/ 1249339 w 1596507"/>
              <a:gd name="connsiteY298" fmla="*/ 1492385 h 4862523"/>
              <a:gd name="connsiteX299" fmla="*/ 1215321 w 1596507"/>
              <a:gd name="connsiteY299" fmla="*/ 1468600 h 4862523"/>
              <a:gd name="connsiteX300" fmla="*/ 1178974 w 1596507"/>
              <a:gd name="connsiteY300" fmla="*/ 1449479 h 4862523"/>
              <a:gd name="connsiteX301" fmla="*/ 1141694 w 1596507"/>
              <a:gd name="connsiteY301" fmla="*/ 1433622 h 4862523"/>
              <a:gd name="connsiteX302" fmla="*/ 1102550 w 1596507"/>
              <a:gd name="connsiteY302" fmla="*/ 1421496 h 4862523"/>
              <a:gd name="connsiteX303" fmla="*/ 1062008 w 1596507"/>
              <a:gd name="connsiteY303" fmla="*/ 1413568 h 4862523"/>
              <a:gd name="connsiteX304" fmla="*/ 1021000 w 1596507"/>
              <a:gd name="connsiteY304" fmla="*/ 1409371 h 4862523"/>
              <a:gd name="connsiteX305" fmla="*/ 1000031 w 1596507"/>
              <a:gd name="connsiteY305" fmla="*/ 1408904 h 4862523"/>
              <a:gd name="connsiteX306" fmla="*/ 605331 w 1596507"/>
              <a:gd name="connsiteY306" fmla="*/ 1408904 h 4862523"/>
              <a:gd name="connsiteX307" fmla="*/ 574575 w 1596507"/>
              <a:gd name="connsiteY307" fmla="*/ 1408438 h 4862523"/>
              <a:gd name="connsiteX308" fmla="*/ 514927 w 1596507"/>
              <a:gd name="connsiteY308" fmla="*/ 1402375 h 4862523"/>
              <a:gd name="connsiteX309" fmla="*/ 456212 w 1596507"/>
              <a:gd name="connsiteY309" fmla="*/ 1390716 h 4862523"/>
              <a:gd name="connsiteX310" fmla="*/ 399826 w 1596507"/>
              <a:gd name="connsiteY310" fmla="*/ 1373927 h 4862523"/>
              <a:gd name="connsiteX311" fmla="*/ 346236 w 1596507"/>
              <a:gd name="connsiteY311" fmla="*/ 1351541 h 4862523"/>
              <a:gd name="connsiteX312" fmla="*/ 295443 w 1596507"/>
              <a:gd name="connsiteY312" fmla="*/ 1324025 h 4862523"/>
              <a:gd name="connsiteX313" fmla="*/ 247445 w 1596507"/>
              <a:gd name="connsiteY313" fmla="*/ 1292312 h 4862523"/>
              <a:gd name="connsiteX314" fmla="*/ 202709 w 1596507"/>
              <a:gd name="connsiteY314" fmla="*/ 1256401 h 4862523"/>
              <a:gd name="connsiteX315" fmla="*/ 161701 w 1596507"/>
              <a:gd name="connsiteY315" fmla="*/ 1216760 h 4862523"/>
              <a:gd name="connsiteX316" fmla="*/ 123956 w 1596507"/>
              <a:gd name="connsiteY316" fmla="*/ 1172921 h 4862523"/>
              <a:gd name="connsiteX317" fmla="*/ 91336 w 1596507"/>
              <a:gd name="connsiteY317" fmla="*/ 1125818 h 4862523"/>
              <a:gd name="connsiteX318" fmla="*/ 62910 w 1596507"/>
              <a:gd name="connsiteY318" fmla="*/ 1076382 h 4862523"/>
              <a:gd name="connsiteX319" fmla="*/ 39610 w 1596507"/>
              <a:gd name="connsiteY319" fmla="*/ 1023216 h 4862523"/>
              <a:gd name="connsiteX320" fmla="*/ 21436 w 1596507"/>
              <a:gd name="connsiteY320" fmla="*/ 968185 h 4862523"/>
              <a:gd name="connsiteX321" fmla="*/ 7922 w 1596507"/>
              <a:gd name="connsiteY321" fmla="*/ 910821 h 4862523"/>
              <a:gd name="connsiteX322" fmla="*/ 932 w 1596507"/>
              <a:gd name="connsiteY322" fmla="*/ 851592 h 4862523"/>
              <a:gd name="connsiteX323" fmla="*/ 0 w 1596507"/>
              <a:gd name="connsiteY323" fmla="*/ 821278 h 4862523"/>
              <a:gd name="connsiteX324" fmla="*/ 0 w 1596507"/>
              <a:gd name="connsiteY324" fmla="*/ 790964 h 4862523"/>
              <a:gd name="connsiteX325" fmla="*/ 5126 w 1596507"/>
              <a:gd name="connsiteY325" fmla="*/ 731735 h 4862523"/>
              <a:gd name="connsiteX326" fmla="*/ 15378 w 1596507"/>
              <a:gd name="connsiteY326" fmla="*/ 673439 h 4862523"/>
              <a:gd name="connsiteX327" fmla="*/ 31688 w 1596507"/>
              <a:gd name="connsiteY327" fmla="*/ 617008 h 4862523"/>
              <a:gd name="connsiteX328" fmla="*/ 53590 w 1596507"/>
              <a:gd name="connsiteY328" fmla="*/ 562442 h 4862523"/>
              <a:gd name="connsiteX329" fmla="*/ 80618 w 1596507"/>
              <a:gd name="connsiteY329" fmla="*/ 510209 h 4862523"/>
              <a:gd name="connsiteX330" fmla="*/ 113238 w 1596507"/>
              <a:gd name="connsiteY330" fmla="*/ 460307 h 4862523"/>
              <a:gd name="connsiteX331" fmla="*/ 150517 w 1596507"/>
              <a:gd name="connsiteY331" fmla="*/ 414137 h 4862523"/>
              <a:gd name="connsiteX332" fmla="*/ 171021 w 1596507"/>
              <a:gd name="connsiteY332" fmla="*/ 392217 h 4862523"/>
              <a:gd name="connsiteX333" fmla="*/ 192923 w 1596507"/>
              <a:gd name="connsiteY333" fmla="*/ 370764 h 4862523"/>
              <a:gd name="connsiteX334" fmla="*/ 238591 w 1596507"/>
              <a:gd name="connsiteY334" fmla="*/ 332988 h 4862523"/>
              <a:gd name="connsiteX335" fmla="*/ 287521 w 1596507"/>
              <a:gd name="connsiteY335" fmla="*/ 299876 h 4862523"/>
              <a:gd name="connsiteX336" fmla="*/ 339246 w 1596507"/>
              <a:gd name="connsiteY336" fmla="*/ 271894 h 4862523"/>
              <a:gd name="connsiteX337" fmla="*/ 393302 w 1596507"/>
              <a:gd name="connsiteY337" fmla="*/ 249042 h 4862523"/>
              <a:gd name="connsiteX338" fmla="*/ 449688 w 1596507"/>
              <a:gd name="connsiteY338" fmla="*/ 231786 h 4862523"/>
              <a:gd name="connsiteX339" fmla="*/ 507471 w 1596507"/>
              <a:gd name="connsiteY339" fmla="*/ 219660 h 4862523"/>
              <a:gd name="connsiteX340" fmla="*/ 566653 w 1596507"/>
              <a:gd name="connsiteY340" fmla="*/ 214530 h 4862523"/>
              <a:gd name="connsiteX341" fmla="*/ 596943 w 1596507"/>
              <a:gd name="connsiteY341" fmla="*/ 213598 h 4862523"/>
              <a:gd name="connsiteX342" fmla="*/ 798720 w 1596507"/>
              <a:gd name="connsiteY342" fmla="*/ 213598 h 4862523"/>
              <a:gd name="connsiteX343" fmla="*/ 809438 w 1596507"/>
              <a:gd name="connsiteY343" fmla="*/ 213131 h 4862523"/>
              <a:gd name="connsiteX344" fmla="*/ 831340 w 1596507"/>
              <a:gd name="connsiteY344" fmla="*/ 208934 h 4862523"/>
              <a:gd name="connsiteX345" fmla="*/ 851377 w 1596507"/>
              <a:gd name="connsiteY345" fmla="*/ 200539 h 4862523"/>
              <a:gd name="connsiteX346" fmla="*/ 868619 w 1596507"/>
              <a:gd name="connsiteY346" fmla="*/ 188414 h 4862523"/>
              <a:gd name="connsiteX347" fmla="*/ 883997 w 1596507"/>
              <a:gd name="connsiteY347" fmla="*/ 173490 h 4862523"/>
              <a:gd name="connsiteX348" fmla="*/ 896113 w 1596507"/>
              <a:gd name="connsiteY348" fmla="*/ 155768 h 4862523"/>
              <a:gd name="connsiteX349" fmla="*/ 904501 w 1596507"/>
              <a:gd name="connsiteY349" fmla="*/ 135714 h 4862523"/>
              <a:gd name="connsiteX350" fmla="*/ 908695 w 1596507"/>
              <a:gd name="connsiteY350" fmla="*/ 114261 h 4862523"/>
              <a:gd name="connsiteX351" fmla="*/ 909161 w 1596507"/>
              <a:gd name="connsiteY351" fmla="*/ 102601 h 4862523"/>
              <a:gd name="connsiteX352" fmla="*/ 909161 w 1596507"/>
              <a:gd name="connsiteY352" fmla="*/ 0 h 486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Lst>
            <a:rect l="l" t="t" r="r" b="b"/>
            <a:pathLst>
              <a:path w="1596507" h="4862523">
                <a:moveTo>
                  <a:pt x="909161" y="0"/>
                </a:moveTo>
                <a:lnTo>
                  <a:pt x="1090434" y="0"/>
                </a:lnTo>
                <a:lnTo>
                  <a:pt x="1090434" y="102601"/>
                </a:lnTo>
                <a:lnTo>
                  <a:pt x="1089968" y="117525"/>
                </a:lnTo>
                <a:lnTo>
                  <a:pt x="1086706" y="147373"/>
                </a:lnTo>
                <a:lnTo>
                  <a:pt x="1081580" y="175822"/>
                </a:lnTo>
                <a:lnTo>
                  <a:pt x="1072726" y="203337"/>
                </a:lnTo>
                <a:lnTo>
                  <a:pt x="1055484" y="242046"/>
                </a:lnTo>
                <a:lnTo>
                  <a:pt x="1023796" y="288683"/>
                </a:lnTo>
                <a:lnTo>
                  <a:pt x="984187" y="328791"/>
                </a:lnTo>
                <a:lnTo>
                  <a:pt x="937587" y="360038"/>
                </a:lnTo>
                <a:lnTo>
                  <a:pt x="898909" y="377760"/>
                </a:lnTo>
                <a:lnTo>
                  <a:pt x="870949" y="386155"/>
                </a:lnTo>
                <a:lnTo>
                  <a:pt x="842989" y="391751"/>
                </a:lnTo>
                <a:lnTo>
                  <a:pt x="813166" y="394549"/>
                </a:lnTo>
                <a:lnTo>
                  <a:pt x="798720" y="395016"/>
                </a:lnTo>
                <a:lnTo>
                  <a:pt x="596943" y="395016"/>
                </a:lnTo>
                <a:lnTo>
                  <a:pt x="576439" y="395016"/>
                </a:lnTo>
                <a:lnTo>
                  <a:pt x="534965" y="399213"/>
                </a:lnTo>
                <a:lnTo>
                  <a:pt x="494423" y="407141"/>
                </a:lnTo>
                <a:lnTo>
                  <a:pt x="454814" y="419267"/>
                </a:lnTo>
                <a:lnTo>
                  <a:pt x="417534" y="435123"/>
                </a:lnTo>
                <a:lnTo>
                  <a:pt x="381186" y="455177"/>
                </a:lnTo>
                <a:lnTo>
                  <a:pt x="347634" y="478029"/>
                </a:lnTo>
                <a:lnTo>
                  <a:pt x="315480" y="504613"/>
                </a:lnTo>
                <a:lnTo>
                  <a:pt x="300569" y="519536"/>
                </a:lnTo>
                <a:lnTo>
                  <a:pt x="286123" y="534927"/>
                </a:lnTo>
                <a:lnTo>
                  <a:pt x="260027" y="566640"/>
                </a:lnTo>
                <a:lnTo>
                  <a:pt x="237659" y="601151"/>
                </a:lnTo>
                <a:lnTo>
                  <a:pt x="218087" y="637994"/>
                </a:lnTo>
                <a:lnTo>
                  <a:pt x="203175" y="675770"/>
                </a:lnTo>
                <a:lnTo>
                  <a:pt x="192457" y="715412"/>
                </a:lnTo>
                <a:lnTo>
                  <a:pt x="184535" y="755986"/>
                </a:lnTo>
                <a:lnTo>
                  <a:pt x="181273" y="797027"/>
                </a:lnTo>
                <a:lnTo>
                  <a:pt x="181273" y="818480"/>
                </a:lnTo>
                <a:lnTo>
                  <a:pt x="182205" y="839466"/>
                </a:lnTo>
                <a:lnTo>
                  <a:pt x="186865" y="880507"/>
                </a:lnTo>
                <a:lnTo>
                  <a:pt x="195719" y="920615"/>
                </a:lnTo>
                <a:lnTo>
                  <a:pt x="208767" y="959324"/>
                </a:lnTo>
                <a:lnTo>
                  <a:pt x="225543" y="996167"/>
                </a:lnTo>
                <a:lnTo>
                  <a:pt x="245581" y="1030678"/>
                </a:lnTo>
                <a:lnTo>
                  <a:pt x="268415" y="1063324"/>
                </a:lnTo>
                <a:lnTo>
                  <a:pt x="294511" y="1093172"/>
                </a:lnTo>
                <a:lnTo>
                  <a:pt x="323402" y="1121154"/>
                </a:lnTo>
                <a:lnTo>
                  <a:pt x="354158" y="1146338"/>
                </a:lnTo>
                <a:lnTo>
                  <a:pt x="388176" y="1168257"/>
                </a:lnTo>
                <a:lnTo>
                  <a:pt x="424058" y="1187845"/>
                </a:lnTo>
                <a:lnTo>
                  <a:pt x="461804" y="1202769"/>
                </a:lnTo>
                <a:lnTo>
                  <a:pt x="500947" y="1214894"/>
                </a:lnTo>
                <a:lnTo>
                  <a:pt x="541955" y="1223289"/>
                </a:lnTo>
                <a:lnTo>
                  <a:pt x="584361" y="1227486"/>
                </a:lnTo>
                <a:lnTo>
                  <a:pt x="605331" y="1227486"/>
                </a:lnTo>
                <a:lnTo>
                  <a:pt x="1000031" y="1227486"/>
                </a:lnTo>
                <a:lnTo>
                  <a:pt x="1029854" y="1227953"/>
                </a:lnTo>
                <a:lnTo>
                  <a:pt x="1089036" y="1234016"/>
                </a:lnTo>
                <a:lnTo>
                  <a:pt x="1147286" y="1245675"/>
                </a:lnTo>
                <a:lnTo>
                  <a:pt x="1203205" y="1263397"/>
                </a:lnTo>
                <a:lnTo>
                  <a:pt x="1257727" y="1285783"/>
                </a:lnTo>
                <a:lnTo>
                  <a:pt x="1308987" y="1313299"/>
                </a:lnTo>
                <a:lnTo>
                  <a:pt x="1357917" y="1346411"/>
                </a:lnTo>
                <a:lnTo>
                  <a:pt x="1404050" y="1385120"/>
                </a:lnTo>
                <a:lnTo>
                  <a:pt x="1425486" y="1406573"/>
                </a:lnTo>
                <a:lnTo>
                  <a:pt x="1445990" y="1428026"/>
                </a:lnTo>
                <a:lnTo>
                  <a:pt x="1483736" y="1474663"/>
                </a:lnTo>
                <a:lnTo>
                  <a:pt x="1516356" y="1524564"/>
                </a:lnTo>
                <a:lnTo>
                  <a:pt x="1543383" y="1576331"/>
                </a:lnTo>
                <a:lnTo>
                  <a:pt x="1565285" y="1630897"/>
                </a:lnTo>
                <a:lnTo>
                  <a:pt x="1581595" y="1687327"/>
                </a:lnTo>
                <a:lnTo>
                  <a:pt x="1591847" y="1745624"/>
                </a:lnTo>
                <a:lnTo>
                  <a:pt x="1596507" y="1805319"/>
                </a:lnTo>
                <a:lnTo>
                  <a:pt x="1596507" y="1835633"/>
                </a:lnTo>
                <a:lnTo>
                  <a:pt x="1596041" y="1865947"/>
                </a:lnTo>
                <a:lnTo>
                  <a:pt x="1588585" y="1925176"/>
                </a:lnTo>
                <a:lnTo>
                  <a:pt x="1576003" y="1982540"/>
                </a:lnTo>
                <a:lnTo>
                  <a:pt x="1557363" y="2037571"/>
                </a:lnTo>
                <a:lnTo>
                  <a:pt x="1533598" y="2090271"/>
                </a:lnTo>
                <a:lnTo>
                  <a:pt x="1505172" y="2140173"/>
                </a:lnTo>
                <a:lnTo>
                  <a:pt x="1472552" y="2186810"/>
                </a:lnTo>
                <a:lnTo>
                  <a:pt x="1435272" y="2230182"/>
                </a:lnTo>
                <a:lnTo>
                  <a:pt x="1394264" y="2270290"/>
                </a:lnTo>
                <a:lnTo>
                  <a:pt x="1349529" y="2306667"/>
                </a:lnTo>
                <a:lnTo>
                  <a:pt x="1301997" y="2337914"/>
                </a:lnTo>
                <a:lnTo>
                  <a:pt x="1250271" y="2364963"/>
                </a:lnTo>
                <a:lnTo>
                  <a:pt x="1196681" y="2387349"/>
                </a:lnTo>
                <a:lnTo>
                  <a:pt x="1140762" y="2404605"/>
                </a:lnTo>
                <a:lnTo>
                  <a:pt x="1082046" y="2416730"/>
                </a:lnTo>
                <a:lnTo>
                  <a:pt x="1021932" y="2422793"/>
                </a:lnTo>
                <a:lnTo>
                  <a:pt x="991177" y="2423260"/>
                </a:lnTo>
                <a:lnTo>
                  <a:pt x="596943" y="2423260"/>
                </a:lnTo>
                <a:lnTo>
                  <a:pt x="576439" y="2423260"/>
                </a:lnTo>
                <a:lnTo>
                  <a:pt x="534965" y="2427457"/>
                </a:lnTo>
                <a:lnTo>
                  <a:pt x="494423" y="2435852"/>
                </a:lnTo>
                <a:lnTo>
                  <a:pt x="454814" y="2447511"/>
                </a:lnTo>
                <a:lnTo>
                  <a:pt x="417534" y="2463834"/>
                </a:lnTo>
                <a:lnTo>
                  <a:pt x="381186" y="2482955"/>
                </a:lnTo>
                <a:lnTo>
                  <a:pt x="347634" y="2505807"/>
                </a:lnTo>
                <a:lnTo>
                  <a:pt x="315480" y="2532390"/>
                </a:lnTo>
                <a:lnTo>
                  <a:pt x="300569" y="2547780"/>
                </a:lnTo>
                <a:lnTo>
                  <a:pt x="286123" y="2562704"/>
                </a:lnTo>
                <a:lnTo>
                  <a:pt x="260027" y="2594884"/>
                </a:lnTo>
                <a:lnTo>
                  <a:pt x="237659" y="2629862"/>
                </a:lnTo>
                <a:lnTo>
                  <a:pt x="218087" y="2666238"/>
                </a:lnTo>
                <a:lnTo>
                  <a:pt x="203175" y="2704481"/>
                </a:lnTo>
                <a:lnTo>
                  <a:pt x="192457" y="2743656"/>
                </a:lnTo>
                <a:lnTo>
                  <a:pt x="184535" y="2784230"/>
                </a:lnTo>
                <a:lnTo>
                  <a:pt x="181273" y="2825737"/>
                </a:lnTo>
                <a:lnTo>
                  <a:pt x="181273" y="2846257"/>
                </a:lnTo>
                <a:lnTo>
                  <a:pt x="182205" y="2867710"/>
                </a:lnTo>
                <a:lnTo>
                  <a:pt x="186865" y="2908751"/>
                </a:lnTo>
                <a:lnTo>
                  <a:pt x="195719" y="2948392"/>
                </a:lnTo>
                <a:lnTo>
                  <a:pt x="208767" y="2987101"/>
                </a:lnTo>
                <a:lnTo>
                  <a:pt x="225543" y="3023944"/>
                </a:lnTo>
                <a:lnTo>
                  <a:pt x="245581" y="3058456"/>
                </a:lnTo>
                <a:lnTo>
                  <a:pt x="268415" y="3091102"/>
                </a:lnTo>
                <a:lnTo>
                  <a:pt x="294511" y="3121416"/>
                </a:lnTo>
                <a:lnTo>
                  <a:pt x="323402" y="3149398"/>
                </a:lnTo>
                <a:lnTo>
                  <a:pt x="354158" y="3174582"/>
                </a:lnTo>
                <a:lnTo>
                  <a:pt x="388176" y="3196501"/>
                </a:lnTo>
                <a:lnTo>
                  <a:pt x="424058" y="3215623"/>
                </a:lnTo>
                <a:lnTo>
                  <a:pt x="461804" y="3230546"/>
                </a:lnTo>
                <a:lnTo>
                  <a:pt x="500947" y="3242672"/>
                </a:lnTo>
                <a:lnTo>
                  <a:pt x="541955" y="3251533"/>
                </a:lnTo>
                <a:lnTo>
                  <a:pt x="584361" y="3255730"/>
                </a:lnTo>
                <a:lnTo>
                  <a:pt x="605331" y="3255730"/>
                </a:lnTo>
                <a:lnTo>
                  <a:pt x="1000031" y="3255730"/>
                </a:lnTo>
                <a:lnTo>
                  <a:pt x="1029854" y="3256197"/>
                </a:lnTo>
                <a:lnTo>
                  <a:pt x="1089036" y="3262260"/>
                </a:lnTo>
                <a:lnTo>
                  <a:pt x="1147286" y="3273919"/>
                </a:lnTo>
                <a:lnTo>
                  <a:pt x="1203205" y="3291175"/>
                </a:lnTo>
                <a:lnTo>
                  <a:pt x="1257727" y="3313560"/>
                </a:lnTo>
                <a:lnTo>
                  <a:pt x="1308987" y="3341543"/>
                </a:lnTo>
                <a:lnTo>
                  <a:pt x="1357917" y="3374655"/>
                </a:lnTo>
                <a:lnTo>
                  <a:pt x="1404050" y="3413364"/>
                </a:lnTo>
                <a:lnTo>
                  <a:pt x="1425486" y="3434350"/>
                </a:lnTo>
                <a:lnTo>
                  <a:pt x="1445990" y="3456270"/>
                </a:lnTo>
                <a:lnTo>
                  <a:pt x="1483736" y="3502907"/>
                </a:lnTo>
                <a:lnTo>
                  <a:pt x="1516356" y="3552342"/>
                </a:lnTo>
                <a:lnTo>
                  <a:pt x="1543383" y="3604109"/>
                </a:lnTo>
                <a:lnTo>
                  <a:pt x="1565285" y="3658674"/>
                </a:lnTo>
                <a:lnTo>
                  <a:pt x="1581595" y="3715571"/>
                </a:lnTo>
                <a:lnTo>
                  <a:pt x="1591847" y="3773401"/>
                </a:lnTo>
                <a:lnTo>
                  <a:pt x="1596507" y="3833563"/>
                </a:lnTo>
                <a:lnTo>
                  <a:pt x="1596507" y="3863877"/>
                </a:lnTo>
                <a:lnTo>
                  <a:pt x="1596041" y="3893725"/>
                </a:lnTo>
                <a:lnTo>
                  <a:pt x="1588585" y="3952954"/>
                </a:lnTo>
                <a:lnTo>
                  <a:pt x="1576003" y="4010317"/>
                </a:lnTo>
                <a:lnTo>
                  <a:pt x="1557363" y="4065349"/>
                </a:lnTo>
                <a:lnTo>
                  <a:pt x="1533598" y="4118049"/>
                </a:lnTo>
                <a:lnTo>
                  <a:pt x="1505172" y="4168417"/>
                </a:lnTo>
                <a:lnTo>
                  <a:pt x="1472552" y="4215054"/>
                </a:lnTo>
                <a:lnTo>
                  <a:pt x="1435272" y="4258426"/>
                </a:lnTo>
                <a:lnTo>
                  <a:pt x="1394264" y="4298068"/>
                </a:lnTo>
                <a:lnTo>
                  <a:pt x="1349529" y="4334445"/>
                </a:lnTo>
                <a:lnTo>
                  <a:pt x="1301997" y="4366158"/>
                </a:lnTo>
                <a:lnTo>
                  <a:pt x="1250271" y="4393207"/>
                </a:lnTo>
                <a:lnTo>
                  <a:pt x="1196681" y="4415593"/>
                </a:lnTo>
                <a:lnTo>
                  <a:pt x="1140762" y="4432849"/>
                </a:lnTo>
                <a:lnTo>
                  <a:pt x="1082046" y="4444508"/>
                </a:lnTo>
                <a:lnTo>
                  <a:pt x="1021932" y="4450571"/>
                </a:lnTo>
                <a:lnTo>
                  <a:pt x="991177" y="4451037"/>
                </a:lnTo>
                <a:lnTo>
                  <a:pt x="596943" y="4451037"/>
                </a:lnTo>
                <a:lnTo>
                  <a:pt x="576439" y="4451037"/>
                </a:lnTo>
                <a:lnTo>
                  <a:pt x="534965" y="4455235"/>
                </a:lnTo>
                <a:lnTo>
                  <a:pt x="494423" y="4464096"/>
                </a:lnTo>
                <a:lnTo>
                  <a:pt x="454814" y="4475289"/>
                </a:lnTo>
                <a:lnTo>
                  <a:pt x="417534" y="4491612"/>
                </a:lnTo>
                <a:lnTo>
                  <a:pt x="381186" y="4511199"/>
                </a:lnTo>
                <a:lnTo>
                  <a:pt x="347634" y="4534051"/>
                </a:lnTo>
                <a:lnTo>
                  <a:pt x="315480" y="4560634"/>
                </a:lnTo>
                <a:lnTo>
                  <a:pt x="300569" y="4575558"/>
                </a:lnTo>
                <a:lnTo>
                  <a:pt x="286123" y="4590948"/>
                </a:lnTo>
                <a:lnTo>
                  <a:pt x="260027" y="4622662"/>
                </a:lnTo>
                <a:lnTo>
                  <a:pt x="237659" y="4658106"/>
                </a:lnTo>
                <a:lnTo>
                  <a:pt x="218087" y="4694016"/>
                </a:lnTo>
                <a:lnTo>
                  <a:pt x="203175" y="4732259"/>
                </a:lnTo>
                <a:lnTo>
                  <a:pt x="192457" y="4771434"/>
                </a:lnTo>
                <a:lnTo>
                  <a:pt x="184535" y="4812008"/>
                </a:lnTo>
                <a:lnTo>
                  <a:pt x="181273" y="4853981"/>
                </a:lnTo>
                <a:lnTo>
                  <a:pt x="181273" y="4862523"/>
                </a:lnTo>
                <a:lnTo>
                  <a:pt x="0" y="4862523"/>
                </a:lnTo>
                <a:lnTo>
                  <a:pt x="0" y="4846986"/>
                </a:lnTo>
                <a:lnTo>
                  <a:pt x="5126" y="4787757"/>
                </a:lnTo>
                <a:lnTo>
                  <a:pt x="15378" y="4729460"/>
                </a:lnTo>
                <a:lnTo>
                  <a:pt x="31688" y="4673030"/>
                </a:lnTo>
                <a:lnTo>
                  <a:pt x="53590" y="4618464"/>
                </a:lnTo>
                <a:lnTo>
                  <a:pt x="80618" y="4566231"/>
                </a:lnTo>
                <a:lnTo>
                  <a:pt x="113238" y="4516329"/>
                </a:lnTo>
                <a:lnTo>
                  <a:pt x="150517" y="4470625"/>
                </a:lnTo>
                <a:lnTo>
                  <a:pt x="171021" y="4448239"/>
                </a:lnTo>
                <a:lnTo>
                  <a:pt x="192923" y="4427252"/>
                </a:lnTo>
                <a:lnTo>
                  <a:pt x="238591" y="4389010"/>
                </a:lnTo>
                <a:lnTo>
                  <a:pt x="287521" y="4355898"/>
                </a:lnTo>
                <a:lnTo>
                  <a:pt x="339246" y="4327916"/>
                </a:lnTo>
                <a:lnTo>
                  <a:pt x="393302" y="4305063"/>
                </a:lnTo>
                <a:lnTo>
                  <a:pt x="449688" y="4287808"/>
                </a:lnTo>
                <a:lnTo>
                  <a:pt x="507471" y="4275682"/>
                </a:lnTo>
                <a:lnTo>
                  <a:pt x="566653" y="4270552"/>
                </a:lnTo>
                <a:lnTo>
                  <a:pt x="596943" y="4270086"/>
                </a:lnTo>
                <a:lnTo>
                  <a:pt x="991177" y="4270086"/>
                </a:lnTo>
                <a:lnTo>
                  <a:pt x="1013079" y="4269153"/>
                </a:lnTo>
                <a:lnTo>
                  <a:pt x="1054552" y="4264956"/>
                </a:lnTo>
                <a:lnTo>
                  <a:pt x="1096026" y="4257027"/>
                </a:lnTo>
                <a:lnTo>
                  <a:pt x="1135170" y="4244902"/>
                </a:lnTo>
                <a:lnTo>
                  <a:pt x="1173382" y="4229511"/>
                </a:lnTo>
                <a:lnTo>
                  <a:pt x="1208797" y="4210857"/>
                </a:lnTo>
                <a:lnTo>
                  <a:pt x="1242815" y="4188471"/>
                </a:lnTo>
                <a:lnTo>
                  <a:pt x="1274037" y="4163287"/>
                </a:lnTo>
                <a:lnTo>
                  <a:pt x="1302463" y="4135771"/>
                </a:lnTo>
                <a:lnTo>
                  <a:pt x="1328559" y="4105457"/>
                </a:lnTo>
                <a:lnTo>
                  <a:pt x="1351859" y="4072811"/>
                </a:lnTo>
                <a:lnTo>
                  <a:pt x="1371896" y="4037833"/>
                </a:lnTo>
                <a:lnTo>
                  <a:pt x="1388206" y="4001456"/>
                </a:lnTo>
                <a:lnTo>
                  <a:pt x="1400788" y="3962748"/>
                </a:lnTo>
                <a:lnTo>
                  <a:pt x="1410108" y="3923106"/>
                </a:lnTo>
                <a:lnTo>
                  <a:pt x="1414768" y="3881599"/>
                </a:lnTo>
                <a:lnTo>
                  <a:pt x="1415234" y="3860613"/>
                </a:lnTo>
                <a:lnTo>
                  <a:pt x="1416166" y="3839626"/>
                </a:lnTo>
                <a:lnTo>
                  <a:pt x="1412438" y="3797653"/>
                </a:lnTo>
                <a:lnTo>
                  <a:pt x="1404982" y="3757078"/>
                </a:lnTo>
                <a:lnTo>
                  <a:pt x="1393798" y="3717903"/>
                </a:lnTo>
                <a:lnTo>
                  <a:pt x="1378420" y="3680127"/>
                </a:lnTo>
                <a:lnTo>
                  <a:pt x="1359315" y="3643750"/>
                </a:lnTo>
                <a:lnTo>
                  <a:pt x="1336947" y="3609239"/>
                </a:lnTo>
                <a:lnTo>
                  <a:pt x="1310851" y="3576593"/>
                </a:lnTo>
                <a:lnTo>
                  <a:pt x="1296405" y="3561203"/>
                </a:lnTo>
                <a:lnTo>
                  <a:pt x="1281493" y="3546745"/>
                </a:lnTo>
                <a:lnTo>
                  <a:pt x="1249339" y="3520162"/>
                </a:lnTo>
                <a:lnTo>
                  <a:pt x="1215321" y="3496844"/>
                </a:lnTo>
                <a:lnTo>
                  <a:pt x="1178974" y="3477256"/>
                </a:lnTo>
                <a:lnTo>
                  <a:pt x="1141694" y="3461866"/>
                </a:lnTo>
                <a:lnTo>
                  <a:pt x="1102550" y="3449740"/>
                </a:lnTo>
                <a:lnTo>
                  <a:pt x="1062008" y="3441812"/>
                </a:lnTo>
                <a:lnTo>
                  <a:pt x="1021000" y="3437615"/>
                </a:lnTo>
                <a:lnTo>
                  <a:pt x="1000031" y="3436682"/>
                </a:lnTo>
                <a:lnTo>
                  <a:pt x="605331" y="3436682"/>
                </a:lnTo>
                <a:lnTo>
                  <a:pt x="574575" y="3436216"/>
                </a:lnTo>
                <a:lnTo>
                  <a:pt x="514927" y="3430153"/>
                </a:lnTo>
                <a:lnTo>
                  <a:pt x="456212" y="3418960"/>
                </a:lnTo>
                <a:lnTo>
                  <a:pt x="399826" y="3401704"/>
                </a:lnTo>
                <a:lnTo>
                  <a:pt x="346236" y="3379318"/>
                </a:lnTo>
                <a:lnTo>
                  <a:pt x="295443" y="3352269"/>
                </a:lnTo>
                <a:lnTo>
                  <a:pt x="247445" y="3320089"/>
                </a:lnTo>
                <a:lnTo>
                  <a:pt x="202709" y="3284645"/>
                </a:lnTo>
                <a:lnTo>
                  <a:pt x="161701" y="3244538"/>
                </a:lnTo>
                <a:lnTo>
                  <a:pt x="123956" y="3201165"/>
                </a:lnTo>
                <a:lnTo>
                  <a:pt x="91336" y="3154062"/>
                </a:lnTo>
                <a:lnTo>
                  <a:pt x="62910" y="3104626"/>
                </a:lnTo>
                <a:lnTo>
                  <a:pt x="39610" y="3051460"/>
                </a:lnTo>
                <a:lnTo>
                  <a:pt x="21436" y="2996429"/>
                </a:lnTo>
                <a:lnTo>
                  <a:pt x="7922" y="2938599"/>
                </a:lnTo>
                <a:lnTo>
                  <a:pt x="932" y="2879370"/>
                </a:lnTo>
                <a:lnTo>
                  <a:pt x="0" y="2849522"/>
                </a:lnTo>
                <a:lnTo>
                  <a:pt x="0" y="2819208"/>
                </a:lnTo>
                <a:lnTo>
                  <a:pt x="5126" y="2759979"/>
                </a:lnTo>
                <a:lnTo>
                  <a:pt x="15378" y="2701216"/>
                </a:lnTo>
                <a:lnTo>
                  <a:pt x="31688" y="2645252"/>
                </a:lnTo>
                <a:lnTo>
                  <a:pt x="53590" y="2590687"/>
                </a:lnTo>
                <a:lnTo>
                  <a:pt x="80618" y="2537987"/>
                </a:lnTo>
                <a:lnTo>
                  <a:pt x="113238" y="2488551"/>
                </a:lnTo>
                <a:lnTo>
                  <a:pt x="150517" y="2441914"/>
                </a:lnTo>
                <a:lnTo>
                  <a:pt x="171021" y="2419995"/>
                </a:lnTo>
                <a:lnTo>
                  <a:pt x="192923" y="2399008"/>
                </a:lnTo>
                <a:lnTo>
                  <a:pt x="238591" y="2360766"/>
                </a:lnTo>
                <a:lnTo>
                  <a:pt x="287521" y="2327654"/>
                </a:lnTo>
                <a:lnTo>
                  <a:pt x="339246" y="2299672"/>
                </a:lnTo>
                <a:lnTo>
                  <a:pt x="393302" y="2276819"/>
                </a:lnTo>
                <a:lnTo>
                  <a:pt x="449688" y="2260030"/>
                </a:lnTo>
                <a:lnTo>
                  <a:pt x="507471" y="2247904"/>
                </a:lnTo>
                <a:lnTo>
                  <a:pt x="566653" y="2242308"/>
                </a:lnTo>
                <a:lnTo>
                  <a:pt x="596943" y="2241842"/>
                </a:lnTo>
                <a:lnTo>
                  <a:pt x="991177" y="2241842"/>
                </a:lnTo>
                <a:lnTo>
                  <a:pt x="1013079" y="2241375"/>
                </a:lnTo>
                <a:lnTo>
                  <a:pt x="1054552" y="2237178"/>
                </a:lnTo>
                <a:lnTo>
                  <a:pt x="1096026" y="2229250"/>
                </a:lnTo>
                <a:lnTo>
                  <a:pt x="1135170" y="2217124"/>
                </a:lnTo>
                <a:lnTo>
                  <a:pt x="1173382" y="2201267"/>
                </a:lnTo>
                <a:lnTo>
                  <a:pt x="1208797" y="2182613"/>
                </a:lnTo>
                <a:lnTo>
                  <a:pt x="1242815" y="2160227"/>
                </a:lnTo>
                <a:lnTo>
                  <a:pt x="1274037" y="2135509"/>
                </a:lnTo>
                <a:lnTo>
                  <a:pt x="1302463" y="2107527"/>
                </a:lnTo>
                <a:lnTo>
                  <a:pt x="1328559" y="2077213"/>
                </a:lnTo>
                <a:lnTo>
                  <a:pt x="1351859" y="2044567"/>
                </a:lnTo>
                <a:lnTo>
                  <a:pt x="1371896" y="2009589"/>
                </a:lnTo>
                <a:lnTo>
                  <a:pt x="1388206" y="1972746"/>
                </a:lnTo>
                <a:lnTo>
                  <a:pt x="1400788" y="1934970"/>
                </a:lnTo>
                <a:lnTo>
                  <a:pt x="1410108" y="1894862"/>
                </a:lnTo>
                <a:lnTo>
                  <a:pt x="1414768" y="1853822"/>
                </a:lnTo>
                <a:lnTo>
                  <a:pt x="1415234" y="1832835"/>
                </a:lnTo>
                <a:lnTo>
                  <a:pt x="1416166" y="1811382"/>
                </a:lnTo>
                <a:lnTo>
                  <a:pt x="1412438" y="1769875"/>
                </a:lnTo>
                <a:lnTo>
                  <a:pt x="1404982" y="1729301"/>
                </a:lnTo>
                <a:lnTo>
                  <a:pt x="1393798" y="1690126"/>
                </a:lnTo>
                <a:lnTo>
                  <a:pt x="1378420" y="1651883"/>
                </a:lnTo>
                <a:lnTo>
                  <a:pt x="1359315" y="1615506"/>
                </a:lnTo>
                <a:lnTo>
                  <a:pt x="1336947" y="1580995"/>
                </a:lnTo>
                <a:lnTo>
                  <a:pt x="1310851" y="1548349"/>
                </a:lnTo>
                <a:lnTo>
                  <a:pt x="1296405" y="1533425"/>
                </a:lnTo>
                <a:lnTo>
                  <a:pt x="1281493" y="1518968"/>
                </a:lnTo>
                <a:lnTo>
                  <a:pt x="1249339" y="1492385"/>
                </a:lnTo>
                <a:lnTo>
                  <a:pt x="1215321" y="1468600"/>
                </a:lnTo>
                <a:lnTo>
                  <a:pt x="1178974" y="1449479"/>
                </a:lnTo>
                <a:lnTo>
                  <a:pt x="1141694" y="1433622"/>
                </a:lnTo>
                <a:lnTo>
                  <a:pt x="1102550" y="1421496"/>
                </a:lnTo>
                <a:lnTo>
                  <a:pt x="1062008" y="1413568"/>
                </a:lnTo>
                <a:lnTo>
                  <a:pt x="1021000" y="1409371"/>
                </a:lnTo>
                <a:lnTo>
                  <a:pt x="1000031" y="1408904"/>
                </a:lnTo>
                <a:lnTo>
                  <a:pt x="605331" y="1408904"/>
                </a:lnTo>
                <a:lnTo>
                  <a:pt x="574575" y="1408438"/>
                </a:lnTo>
                <a:lnTo>
                  <a:pt x="514927" y="1402375"/>
                </a:lnTo>
                <a:lnTo>
                  <a:pt x="456212" y="1390716"/>
                </a:lnTo>
                <a:lnTo>
                  <a:pt x="399826" y="1373927"/>
                </a:lnTo>
                <a:lnTo>
                  <a:pt x="346236" y="1351541"/>
                </a:lnTo>
                <a:lnTo>
                  <a:pt x="295443" y="1324025"/>
                </a:lnTo>
                <a:lnTo>
                  <a:pt x="247445" y="1292312"/>
                </a:lnTo>
                <a:lnTo>
                  <a:pt x="202709" y="1256401"/>
                </a:lnTo>
                <a:lnTo>
                  <a:pt x="161701" y="1216760"/>
                </a:lnTo>
                <a:lnTo>
                  <a:pt x="123956" y="1172921"/>
                </a:lnTo>
                <a:lnTo>
                  <a:pt x="91336" y="1125818"/>
                </a:lnTo>
                <a:lnTo>
                  <a:pt x="62910" y="1076382"/>
                </a:lnTo>
                <a:lnTo>
                  <a:pt x="39610" y="1023216"/>
                </a:lnTo>
                <a:lnTo>
                  <a:pt x="21436" y="968185"/>
                </a:lnTo>
                <a:lnTo>
                  <a:pt x="7922" y="910821"/>
                </a:lnTo>
                <a:lnTo>
                  <a:pt x="932" y="851592"/>
                </a:lnTo>
                <a:lnTo>
                  <a:pt x="0" y="821278"/>
                </a:lnTo>
                <a:lnTo>
                  <a:pt x="0" y="790964"/>
                </a:lnTo>
                <a:lnTo>
                  <a:pt x="5126" y="731735"/>
                </a:lnTo>
                <a:lnTo>
                  <a:pt x="15378" y="673439"/>
                </a:lnTo>
                <a:lnTo>
                  <a:pt x="31688" y="617008"/>
                </a:lnTo>
                <a:lnTo>
                  <a:pt x="53590" y="562442"/>
                </a:lnTo>
                <a:lnTo>
                  <a:pt x="80618" y="510209"/>
                </a:lnTo>
                <a:lnTo>
                  <a:pt x="113238" y="460307"/>
                </a:lnTo>
                <a:lnTo>
                  <a:pt x="150517" y="414137"/>
                </a:lnTo>
                <a:lnTo>
                  <a:pt x="171021" y="392217"/>
                </a:lnTo>
                <a:lnTo>
                  <a:pt x="192923" y="370764"/>
                </a:lnTo>
                <a:lnTo>
                  <a:pt x="238591" y="332988"/>
                </a:lnTo>
                <a:lnTo>
                  <a:pt x="287521" y="299876"/>
                </a:lnTo>
                <a:lnTo>
                  <a:pt x="339246" y="271894"/>
                </a:lnTo>
                <a:lnTo>
                  <a:pt x="393302" y="249042"/>
                </a:lnTo>
                <a:lnTo>
                  <a:pt x="449688" y="231786"/>
                </a:lnTo>
                <a:lnTo>
                  <a:pt x="507471" y="219660"/>
                </a:lnTo>
                <a:lnTo>
                  <a:pt x="566653" y="214530"/>
                </a:lnTo>
                <a:lnTo>
                  <a:pt x="596943" y="213598"/>
                </a:lnTo>
                <a:lnTo>
                  <a:pt x="798720" y="213598"/>
                </a:lnTo>
                <a:lnTo>
                  <a:pt x="809438" y="213131"/>
                </a:lnTo>
                <a:lnTo>
                  <a:pt x="831340" y="208934"/>
                </a:lnTo>
                <a:lnTo>
                  <a:pt x="851377" y="200539"/>
                </a:lnTo>
                <a:lnTo>
                  <a:pt x="868619" y="188414"/>
                </a:lnTo>
                <a:lnTo>
                  <a:pt x="883997" y="173490"/>
                </a:lnTo>
                <a:lnTo>
                  <a:pt x="896113" y="155768"/>
                </a:lnTo>
                <a:lnTo>
                  <a:pt x="904501" y="135714"/>
                </a:lnTo>
                <a:lnTo>
                  <a:pt x="908695" y="114261"/>
                </a:lnTo>
                <a:lnTo>
                  <a:pt x="909161" y="102601"/>
                </a:lnTo>
                <a:lnTo>
                  <a:pt x="909161" y="0"/>
                </a:lnTo>
                <a:close/>
              </a:path>
            </a:pathLst>
          </a:custGeom>
          <a:solidFill>
            <a:sysClr val="window" lastClr="FFFFFF">
              <a:lumMod val="85000"/>
            </a:sysClr>
          </a:solidFill>
          <a:ln>
            <a:noFill/>
          </a:ln>
        </p:spPr>
        <p:txBody>
          <a:bodyPr vert="horz" wrap="square" lIns="91440" tIns="45720" rIns="91440" bIns="45720" numCol="1" anchor="t" anchorCtr="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28" name="Freeform: Shape 27">
            <a:extLst>
              <a:ext uri="{FF2B5EF4-FFF2-40B4-BE49-F238E27FC236}">
                <a16:creationId xmlns:a16="http://schemas.microsoft.com/office/drawing/2014/main" id="{9DC7190A-8565-B193-7BA8-3BCD2156CC63}"/>
              </a:ext>
              <a:ext uri="{C183D7F6-B498-43B3-948B-1728B52AA6E4}">
                <adec:decorative xmlns:adec="http://schemas.microsoft.com/office/drawing/2017/decorative" val="1"/>
              </a:ext>
            </a:extLst>
          </p:cNvPr>
          <p:cNvSpPr>
            <a:spLocks/>
          </p:cNvSpPr>
          <p:nvPr/>
        </p:nvSpPr>
        <p:spPr bwMode="auto">
          <a:xfrm rot="5400000" flipH="1">
            <a:off x="5416953" y="1055986"/>
            <a:ext cx="2251680" cy="6858000"/>
          </a:xfrm>
          <a:custGeom>
            <a:avLst/>
            <a:gdLst>
              <a:gd name="connsiteX0" fmla="*/ 909161 w 1596507"/>
              <a:gd name="connsiteY0" fmla="*/ 0 h 4862523"/>
              <a:gd name="connsiteX1" fmla="*/ 1090434 w 1596507"/>
              <a:gd name="connsiteY1" fmla="*/ 0 h 4862523"/>
              <a:gd name="connsiteX2" fmla="*/ 1090434 w 1596507"/>
              <a:gd name="connsiteY2" fmla="*/ 102601 h 4862523"/>
              <a:gd name="connsiteX3" fmla="*/ 1089968 w 1596507"/>
              <a:gd name="connsiteY3" fmla="*/ 117525 h 4862523"/>
              <a:gd name="connsiteX4" fmla="*/ 1086706 w 1596507"/>
              <a:gd name="connsiteY4" fmla="*/ 147373 h 4862523"/>
              <a:gd name="connsiteX5" fmla="*/ 1081580 w 1596507"/>
              <a:gd name="connsiteY5" fmla="*/ 175822 h 4862523"/>
              <a:gd name="connsiteX6" fmla="*/ 1072726 w 1596507"/>
              <a:gd name="connsiteY6" fmla="*/ 203337 h 4862523"/>
              <a:gd name="connsiteX7" fmla="*/ 1055484 w 1596507"/>
              <a:gd name="connsiteY7" fmla="*/ 242046 h 4862523"/>
              <a:gd name="connsiteX8" fmla="*/ 1023796 w 1596507"/>
              <a:gd name="connsiteY8" fmla="*/ 288683 h 4862523"/>
              <a:gd name="connsiteX9" fmla="*/ 984187 w 1596507"/>
              <a:gd name="connsiteY9" fmla="*/ 328791 h 4862523"/>
              <a:gd name="connsiteX10" fmla="*/ 937587 w 1596507"/>
              <a:gd name="connsiteY10" fmla="*/ 360038 h 4862523"/>
              <a:gd name="connsiteX11" fmla="*/ 898909 w 1596507"/>
              <a:gd name="connsiteY11" fmla="*/ 377760 h 4862523"/>
              <a:gd name="connsiteX12" fmla="*/ 870949 w 1596507"/>
              <a:gd name="connsiteY12" fmla="*/ 386155 h 4862523"/>
              <a:gd name="connsiteX13" fmla="*/ 842989 w 1596507"/>
              <a:gd name="connsiteY13" fmla="*/ 391751 h 4862523"/>
              <a:gd name="connsiteX14" fmla="*/ 813166 w 1596507"/>
              <a:gd name="connsiteY14" fmla="*/ 394549 h 4862523"/>
              <a:gd name="connsiteX15" fmla="*/ 798720 w 1596507"/>
              <a:gd name="connsiteY15" fmla="*/ 395016 h 4862523"/>
              <a:gd name="connsiteX16" fmla="*/ 596943 w 1596507"/>
              <a:gd name="connsiteY16" fmla="*/ 395016 h 4862523"/>
              <a:gd name="connsiteX17" fmla="*/ 576439 w 1596507"/>
              <a:gd name="connsiteY17" fmla="*/ 395016 h 4862523"/>
              <a:gd name="connsiteX18" fmla="*/ 534965 w 1596507"/>
              <a:gd name="connsiteY18" fmla="*/ 399213 h 4862523"/>
              <a:gd name="connsiteX19" fmla="*/ 494423 w 1596507"/>
              <a:gd name="connsiteY19" fmla="*/ 407141 h 4862523"/>
              <a:gd name="connsiteX20" fmla="*/ 454814 w 1596507"/>
              <a:gd name="connsiteY20" fmla="*/ 419267 h 4862523"/>
              <a:gd name="connsiteX21" fmla="*/ 417534 w 1596507"/>
              <a:gd name="connsiteY21" fmla="*/ 435123 h 4862523"/>
              <a:gd name="connsiteX22" fmla="*/ 381186 w 1596507"/>
              <a:gd name="connsiteY22" fmla="*/ 455177 h 4862523"/>
              <a:gd name="connsiteX23" fmla="*/ 347634 w 1596507"/>
              <a:gd name="connsiteY23" fmla="*/ 478029 h 4862523"/>
              <a:gd name="connsiteX24" fmla="*/ 315480 w 1596507"/>
              <a:gd name="connsiteY24" fmla="*/ 504613 h 4862523"/>
              <a:gd name="connsiteX25" fmla="*/ 300569 w 1596507"/>
              <a:gd name="connsiteY25" fmla="*/ 519536 h 4862523"/>
              <a:gd name="connsiteX26" fmla="*/ 286123 w 1596507"/>
              <a:gd name="connsiteY26" fmla="*/ 534927 h 4862523"/>
              <a:gd name="connsiteX27" fmla="*/ 260027 w 1596507"/>
              <a:gd name="connsiteY27" fmla="*/ 566640 h 4862523"/>
              <a:gd name="connsiteX28" fmla="*/ 237659 w 1596507"/>
              <a:gd name="connsiteY28" fmla="*/ 601151 h 4862523"/>
              <a:gd name="connsiteX29" fmla="*/ 218087 w 1596507"/>
              <a:gd name="connsiteY29" fmla="*/ 637994 h 4862523"/>
              <a:gd name="connsiteX30" fmla="*/ 203175 w 1596507"/>
              <a:gd name="connsiteY30" fmla="*/ 675770 h 4862523"/>
              <a:gd name="connsiteX31" fmla="*/ 192457 w 1596507"/>
              <a:gd name="connsiteY31" fmla="*/ 715412 h 4862523"/>
              <a:gd name="connsiteX32" fmla="*/ 184535 w 1596507"/>
              <a:gd name="connsiteY32" fmla="*/ 755986 h 4862523"/>
              <a:gd name="connsiteX33" fmla="*/ 181273 w 1596507"/>
              <a:gd name="connsiteY33" fmla="*/ 797027 h 4862523"/>
              <a:gd name="connsiteX34" fmla="*/ 181273 w 1596507"/>
              <a:gd name="connsiteY34" fmla="*/ 818480 h 4862523"/>
              <a:gd name="connsiteX35" fmla="*/ 182205 w 1596507"/>
              <a:gd name="connsiteY35" fmla="*/ 839466 h 4862523"/>
              <a:gd name="connsiteX36" fmla="*/ 186865 w 1596507"/>
              <a:gd name="connsiteY36" fmla="*/ 880507 h 4862523"/>
              <a:gd name="connsiteX37" fmla="*/ 195719 w 1596507"/>
              <a:gd name="connsiteY37" fmla="*/ 920615 h 4862523"/>
              <a:gd name="connsiteX38" fmla="*/ 208767 w 1596507"/>
              <a:gd name="connsiteY38" fmla="*/ 959324 h 4862523"/>
              <a:gd name="connsiteX39" fmla="*/ 225543 w 1596507"/>
              <a:gd name="connsiteY39" fmla="*/ 996167 h 4862523"/>
              <a:gd name="connsiteX40" fmla="*/ 245581 w 1596507"/>
              <a:gd name="connsiteY40" fmla="*/ 1030678 h 4862523"/>
              <a:gd name="connsiteX41" fmla="*/ 268415 w 1596507"/>
              <a:gd name="connsiteY41" fmla="*/ 1063324 h 4862523"/>
              <a:gd name="connsiteX42" fmla="*/ 294511 w 1596507"/>
              <a:gd name="connsiteY42" fmla="*/ 1093172 h 4862523"/>
              <a:gd name="connsiteX43" fmla="*/ 323402 w 1596507"/>
              <a:gd name="connsiteY43" fmla="*/ 1121154 h 4862523"/>
              <a:gd name="connsiteX44" fmla="*/ 354158 w 1596507"/>
              <a:gd name="connsiteY44" fmla="*/ 1146338 h 4862523"/>
              <a:gd name="connsiteX45" fmla="*/ 388176 w 1596507"/>
              <a:gd name="connsiteY45" fmla="*/ 1168257 h 4862523"/>
              <a:gd name="connsiteX46" fmla="*/ 424058 w 1596507"/>
              <a:gd name="connsiteY46" fmla="*/ 1187845 h 4862523"/>
              <a:gd name="connsiteX47" fmla="*/ 461804 w 1596507"/>
              <a:gd name="connsiteY47" fmla="*/ 1202769 h 4862523"/>
              <a:gd name="connsiteX48" fmla="*/ 500947 w 1596507"/>
              <a:gd name="connsiteY48" fmla="*/ 1214894 h 4862523"/>
              <a:gd name="connsiteX49" fmla="*/ 541955 w 1596507"/>
              <a:gd name="connsiteY49" fmla="*/ 1223289 h 4862523"/>
              <a:gd name="connsiteX50" fmla="*/ 584361 w 1596507"/>
              <a:gd name="connsiteY50" fmla="*/ 1227486 h 4862523"/>
              <a:gd name="connsiteX51" fmla="*/ 605331 w 1596507"/>
              <a:gd name="connsiteY51" fmla="*/ 1227486 h 4862523"/>
              <a:gd name="connsiteX52" fmla="*/ 1000031 w 1596507"/>
              <a:gd name="connsiteY52" fmla="*/ 1227486 h 4862523"/>
              <a:gd name="connsiteX53" fmla="*/ 1029854 w 1596507"/>
              <a:gd name="connsiteY53" fmla="*/ 1227953 h 4862523"/>
              <a:gd name="connsiteX54" fmla="*/ 1089036 w 1596507"/>
              <a:gd name="connsiteY54" fmla="*/ 1234016 h 4862523"/>
              <a:gd name="connsiteX55" fmla="*/ 1147286 w 1596507"/>
              <a:gd name="connsiteY55" fmla="*/ 1245675 h 4862523"/>
              <a:gd name="connsiteX56" fmla="*/ 1203205 w 1596507"/>
              <a:gd name="connsiteY56" fmla="*/ 1263397 h 4862523"/>
              <a:gd name="connsiteX57" fmla="*/ 1257727 w 1596507"/>
              <a:gd name="connsiteY57" fmla="*/ 1285783 h 4862523"/>
              <a:gd name="connsiteX58" fmla="*/ 1308987 w 1596507"/>
              <a:gd name="connsiteY58" fmla="*/ 1313299 h 4862523"/>
              <a:gd name="connsiteX59" fmla="*/ 1357917 w 1596507"/>
              <a:gd name="connsiteY59" fmla="*/ 1346411 h 4862523"/>
              <a:gd name="connsiteX60" fmla="*/ 1404050 w 1596507"/>
              <a:gd name="connsiteY60" fmla="*/ 1385120 h 4862523"/>
              <a:gd name="connsiteX61" fmla="*/ 1425486 w 1596507"/>
              <a:gd name="connsiteY61" fmla="*/ 1406573 h 4862523"/>
              <a:gd name="connsiteX62" fmla="*/ 1445990 w 1596507"/>
              <a:gd name="connsiteY62" fmla="*/ 1428026 h 4862523"/>
              <a:gd name="connsiteX63" fmla="*/ 1483736 w 1596507"/>
              <a:gd name="connsiteY63" fmla="*/ 1474663 h 4862523"/>
              <a:gd name="connsiteX64" fmla="*/ 1516356 w 1596507"/>
              <a:gd name="connsiteY64" fmla="*/ 1524564 h 4862523"/>
              <a:gd name="connsiteX65" fmla="*/ 1543383 w 1596507"/>
              <a:gd name="connsiteY65" fmla="*/ 1576331 h 4862523"/>
              <a:gd name="connsiteX66" fmla="*/ 1565285 w 1596507"/>
              <a:gd name="connsiteY66" fmla="*/ 1630897 h 4862523"/>
              <a:gd name="connsiteX67" fmla="*/ 1581595 w 1596507"/>
              <a:gd name="connsiteY67" fmla="*/ 1687327 h 4862523"/>
              <a:gd name="connsiteX68" fmla="*/ 1591847 w 1596507"/>
              <a:gd name="connsiteY68" fmla="*/ 1745624 h 4862523"/>
              <a:gd name="connsiteX69" fmla="*/ 1596507 w 1596507"/>
              <a:gd name="connsiteY69" fmla="*/ 1805319 h 4862523"/>
              <a:gd name="connsiteX70" fmla="*/ 1596507 w 1596507"/>
              <a:gd name="connsiteY70" fmla="*/ 1835633 h 4862523"/>
              <a:gd name="connsiteX71" fmla="*/ 1596041 w 1596507"/>
              <a:gd name="connsiteY71" fmla="*/ 1865947 h 4862523"/>
              <a:gd name="connsiteX72" fmla="*/ 1588585 w 1596507"/>
              <a:gd name="connsiteY72" fmla="*/ 1925176 h 4862523"/>
              <a:gd name="connsiteX73" fmla="*/ 1576003 w 1596507"/>
              <a:gd name="connsiteY73" fmla="*/ 1982540 h 4862523"/>
              <a:gd name="connsiteX74" fmla="*/ 1557363 w 1596507"/>
              <a:gd name="connsiteY74" fmla="*/ 2037571 h 4862523"/>
              <a:gd name="connsiteX75" fmla="*/ 1533598 w 1596507"/>
              <a:gd name="connsiteY75" fmla="*/ 2090271 h 4862523"/>
              <a:gd name="connsiteX76" fmla="*/ 1505172 w 1596507"/>
              <a:gd name="connsiteY76" fmla="*/ 2140173 h 4862523"/>
              <a:gd name="connsiteX77" fmla="*/ 1472552 w 1596507"/>
              <a:gd name="connsiteY77" fmla="*/ 2186810 h 4862523"/>
              <a:gd name="connsiteX78" fmla="*/ 1435272 w 1596507"/>
              <a:gd name="connsiteY78" fmla="*/ 2230182 h 4862523"/>
              <a:gd name="connsiteX79" fmla="*/ 1394264 w 1596507"/>
              <a:gd name="connsiteY79" fmla="*/ 2270290 h 4862523"/>
              <a:gd name="connsiteX80" fmla="*/ 1349529 w 1596507"/>
              <a:gd name="connsiteY80" fmla="*/ 2306667 h 4862523"/>
              <a:gd name="connsiteX81" fmla="*/ 1301997 w 1596507"/>
              <a:gd name="connsiteY81" fmla="*/ 2337914 h 4862523"/>
              <a:gd name="connsiteX82" fmla="*/ 1250271 w 1596507"/>
              <a:gd name="connsiteY82" fmla="*/ 2364963 h 4862523"/>
              <a:gd name="connsiteX83" fmla="*/ 1196681 w 1596507"/>
              <a:gd name="connsiteY83" fmla="*/ 2387349 h 4862523"/>
              <a:gd name="connsiteX84" fmla="*/ 1140762 w 1596507"/>
              <a:gd name="connsiteY84" fmla="*/ 2404605 h 4862523"/>
              <a:gd name="connsiteX85" fmla="*/ 1082046 w 1596507"/>
              <a:gd name="connsiteY85" fmla="*/ 2416730 h 4862523"/>
              <a:gd name="connsiteX86" fmla="*/ 1021932 w 1596507"/>
              <a:gd name="connsiteY86" fmla="*/ 2422793 h 4862523"/>
              <a:gd name="connsiteX87" fmla="*/ 991177 w 1596507"/>
              <a:gd name="connsiteY87" fmla="*/ 2423260 h 4862523"/>
              <a:gd name="connsiteX88" fmla="*/ 596943 w 1596507"/>
              <a:gd name="connsiteY88" fmla="*/ 2423260 h 4862523"/>
              <a:gd name="connsiteX89" fmla="*/ 576439 w 1596507"/>
              <a:gd name="connsiteY89" fmla="*/ 2423260 h 4862523"/>
              <a:gd name="connsiteX90" fmla="*/ 534965 w 1596507"/>
              <a:gd name="connsiteY90" fmla="*/ 2427457 h 4862523"/>
              <a:gd name="connsiteX91" fmla="*/ 494423 w 1596507"/>
              <a:gd name="connsiteY91" fmla="*/ 2435852 h 4862523"/>
              <a:gd name="connsiteX92" fmla="*/ 454814 w 1596507"/>
              <a:gd name="connsiteY92" fmla="*/ 2447511 h 4862523"/>
              <a:gd name="connsiteX93" fmla="*/ 417534 w 1596507"/>
              <a:gd name="connsiteY93" fmla="*/ 2463834 h 4862523"/>
              <a:gd name="connsiteX94" fmla="*/ 381186 w 1596507"/>
              <a:gd name="connsiteY94" fmla="*/ 2482955 h 4862523"/>
              <a:gd name="connsiteX95" fmla="*/ 347634 w 1596507"/>
              <a:gd name="connsiteY95" fmla="*/ 2505807 h 4862523"/>
              <a:gd name="connsiteX96" fmla="*/ 315480 w 1596507"/>
              <a:gd name="connsiteY96" fmla="*/ 2532390 h 4862523"/>
              <a:gd name="connsiteX97" fmla="*/ 300569 w 1596507"/>
              <a:gd name="connsiteY97" fmla="*/ 2547780 h 4862523"/>
              <a:gd name="connsiteX98" fmla="*/ 286123 w 1596507"/>
              <a:gd name="connsiteY98" fmla="*/ 2562704 h 4862523"/>
              <a:gd name="connsiteX99" fmla="*/ 260027 w 1596507"/>
              <a:gd name="connsiteY99" fmla="*/ 2594884 h 4862523"/>
              <a:gd name="connsiteX100" fmla="*/ 237659 w 1596507"/>
              <a:gd name="connsiteY100" fmla="*/ 2629862 h 4862523"/>
              <a:gd name="connsiteX101" fmla="*/ 218087 w 1596507"/>
              <a:gd name="connsiteY101" fmla="*/ 2666238 h 4862523"/>
              <a:gd name="connsiteX102" fmla="*/ 203175 w 1596507"/>
              <a:gd name="connsiteY102" fmla="*/ 2704481 h 4862523"/>
              <a:gd name="connsiteX103" fmla="*/ 192457 w 1596507"/>
              <a:gd name="connsiteY103" fmla="*/ 2743656 h 4862523"/>
              <a:gd name="connsiteX104" fmla="*/ 184535 w 1596507"/>
              <a:gd name="connsiteY104" fmla="*/ 2784230 h 4862523"/>
              <a:gd name="connsiteX105" fmla="*/ 181273 w 1596507"/>
              <a:gd name="connsiteY105" fmla="*/ 2825737 h 4862523"/>
              <a:gd name="connsiteX106" fmla="*/ 181273 w 1596507"/>
              <a:gd name="connsiteY106" fmla="*/ 2846257 h 4862523"/>
              <a:gd name="connsiteX107" fmla="*/ 182205 w 1596507"/>
              <a:gd name="connsiteY107" fmla="*/ 2867710 h 4862523"/>
              <a:gd name="connsiteX108" fmla="*/ 186865 w 1596507"/>
              <a:gd name="connsiteY108" fmla="*/ 2908751 h 4862523"/>
              <a:gd name="connsiteX109" fmla="*/ 195719 w 1596507"/>
              <a:gd name="connsiteY109" fmla="*/ 2948392 h 4862523"/>
              <a:gd name="connsiteX110" fmla="*/ 208767 w 1596507"/>
              <a:gd name="connsiteY110" fmla="*/ 2987101 h 4862523"/>
              <a:gd name="connsiteX111" fmla="*/ 225543 w 1596507"/>
              <a:gd name="connsiteY111" fmla="*/ 3023944 h 4862523"/>
              <a:gd name="connsiteX112" fmla="*/ 245581 w 1596507"/>
              <a:gd name="connsiteY112" fmla="*/ 3058456 h 4862523"/>
              <a:gd name="connsiteX113" fmla="*/ 268415 w 1596507"/>
              <a:gd name="connsiteY113" fmla="*/ 3091102 h 4862523"/>
              <a:gd name="connsiteX114" fmla="*/ 294511 w 1596507"/>
              <a:gd name="connsiteY114" fmla="*/ 3121416 h 4862523"/>
              <a:gd name="connsiteX115" fmla="*/ 323402 w 1596507"/>
              <a:gd name="connsiteY115" fmla="*/ 3149398 h 4862523"/>
              <a:gd name="connsiteX116" fmla="*/ 354158 w 1596507"/>
              <a:gd name="connsiteY116" fmla="*/ 3174582 h 4862523"/>
              <a:gd name="connsiteX117" fmla="*/ 388176 w 1596507"/>
              <a:gd name="connsiteY117" fmla="*/ 3196501 h 4862523"/>
              <a:gd name="connsiteX118" fmla="*/ 424058 w 1596507"/>
              <a:gd name="connsiteY118" fmla="*/ 3215623 h 4862523"/>
              <a:gd name="connsiteX119" fmla="*/ 461804 w 1596507"/>
              <a:gd name="connsiteY119" fmla="*/ 3230546 h 4862523"/>
              <a:gd name="connsiteX120" fmla="*/ 500947 w 1596507"/>
              <a:gd name="connsiteY120" fmla="*/ 3242672 h 4862523"/>
              <a:gd name="connsiteX121" fmla="*/ 541955 w 1596507"/>
              <a:gd name="connsiteY121" fmla="*/ 3251533 h 4862523"/>
              <a:gd name="connsiteX122" fmla="*/ 584361 w 1596507"/>
              <a:gd name="connsiteY122" fmla="*/ 3255730 h 4862523"/>
              <a:gd name="connsiteX123" fmla="*/ 605331 w 1596507"/>
              <a:gd name="connsiteY123" fmla="*/ 3255730 h 4862523"/>
              <a:gd name="connsiteX124" fmla="*/ 1000031 w 1596507"/>
              <a:gd name="connsiteY124" fmla="*/ 3255730 h 4862523"/>
              <a:gd name="connsiteX125" fmla="*/ 1029854 w 1596507"/>
              <a:gd name="connsiteY125" fmla="*/ 3256197 h 4862523"/>
              <a:gd name="connsiteX126" fmla="*/ 1089036 w 1596507"/>
              <a:gd name="connsiteY126" fmla="*/ 3262260 h 4862523"/>
              <a:gd name="connsiteX127" fmla="*/ 1147286 w 1596507"/>
              <a:gd name="connsiteY127" fmla="*/ 3273919 h 4862523"/>
              <a:gd name="connsiteX128" fmla="*/ 1203205 w 1596507"/>
              <a:gd name="connsiteY128" fmla="*/ 3291175 h 4862523"/>
              <a:gd name="connsiteX129" fmla="*/ 1257727 w 1596507"/>
              <a:gd name="connsiteY129" fmla="*/ 3313560 h 4862523"/>
              <a:gd name="connsiteX130" fmla="*/ 1308987 w 1596507"/>
              <a:gd name="connsiteY130" fmla="*/ 3341543 h 4862523"/>
              <a:gd name="connsiteX131" fmla="*/ 1357917 w 1596507"/>
              <a:gd name="connsiteY131" fmla="*/ 3374655 h 4862523"/>
              <a:gd name="connsiteX132" fmla="*/ 1404050 w 1596507"/>
              <a:gd name="connsiteY132" fmla="*/ 3413364 h 4862523"/>
              <a:gd name="connsiteX133" fmla="*/ 1425486 w 1596507"/>
              <a:gd name="connsiteY133" fmla="*/ 3434350 h 4862523"/>
              <a:gd name="connsiteX134" fmla="*/ 1445990 w 1596507"/>
              <a:gd name="connsiteY134" fmla="*/ 3456270 h 4862523"/>
              <a:gd name="connsiteX135" fmla="*/ 1483736 w 1596507"/>
              <a:gd name="connsiteY135" fmla="*/ 3502907 h 4862523"/>
              <a:gd name="connsiteX136" fmla="*/ 1516356 w 1596507"/>
              <a:gd name="connsiteY136" fmla="*/ 3552342 h 4862523"/>
              <a:gd name="connsiteX137" fmla="*/ 1543383 w 1596507"/>
              <a:gd name="connsiteY137" fmla="*/ 3604109 h 4862523"/>
              <a:gd name="connsiteX138" fmla="*/ 1565285 w 1596507"/>
              <a:gd name="connsiteY138" fmla="*/ 3658674 h 4862523"/>
              <a:gd name="connsiteX139" fmla="*/ 1581595 w 1596507"/>
              <a:gd name="connsiteY139" fmla="*/ 3715571 h 4862523"/>
              <a:gd name="connsiteX140" fmla="*/ 1591847 w 1596507"/>
              <a:gd name="connsiteY140" fmla="*/ 3773401 h 4862523"/>
              <a:gd name="connsiteX141" fmla="*/ 1596507 w 1596507"/>
              <a:gd name="connsiteY141" fmla="*/ 3833563 h 4862523"/>
              <a:gd name="connsiteX142" fmla="*/ 1596507 w 1596507"/>
              <a:gd name="connsiteY142" fmla="*/ 3863877 h 4862523"/>
              <a:gd name="connsiteX143" fmla="*/ 1596041 w 1596507"/>
              <a:gd name="connsiteY143" fmla="*/ 3893725 h 4862523"/>
              <a:gd name="connsiteX144" fmla="*/ 1588585 w 1596507"/>
              <a:gd name="connsiteY144" fmla="*/ 3952954 h 4862523"/>
              <a:gd name="connsiteX145" fmla="*/ 1576003 w 1596507"/>
              <a:gd name="connsiteY145" fmla="*/ 4010317 h 4862523"/>
              <a:gd name="connsiteX146" fmla="*/ 1557363 w 1596507"/>
              <a:gd name="connsiteY146" fmla="*/ 4065349 h 4862523"/>
              <a:gd name="connsiteX147" fmla="*/ 1533598 w 1596507"/>
              <a:gd name="connsiteY147" fmla="*/ 4118049 h 4862523"/>
              <a:gd name="connsiteX148" fmla="*/ 1505172 w 1596507"/>
              <a:gd name="connsiteY148" fmla="*/ 4168417 h 4862523"/>
              <a:gd name="connsiteX149" fmla="*/ 1472552 w 1596507"/>
              <a:gd name="connsiteY149" fmla="*/ 4215054 h 4862523"/>
              <a:gd name="connsiteX150" fmla="*/ 1435272 w 1596507"/>
              <a:gd name="connsiteY150" fmla="*/ 4258426 h 4862523"/>
              <a:gd name="connsiteX151" fmla="*/ 1394264 w 1596507"/>
              <a:gd name="connsiteY151" fmla="*/ 4298068 h 4862523"/>
              <a:gd name="connsiteX152" fmla="*/ 1349529 w 1596507"/>
              <a:gd name="connsiteY152" fmla="*/ 4334445 h 4862523"/>
              <a:gd name="connsiteX153" fmla="*/ 1301997 w 1596507"/>
              <a:gd name="connsiteY153" fmla="*/ 4366158 h 4862523"/>
              <a:gd name="connsiteX154" fmla="*/ 1250271 w 1596507"/>
              <a:gd name="connsiteY154" fmla="*/ 4393207 h 4862523"/>
              <a:gd name="connsiteX155" fmla="*/ 1196681 w 1596507"/>
              <a:gd name="connsiteY155" fmla="*/ 4415593 h 4862523"/>
              <a:gd name="connsiteX156" fmla="*/ 1140762 w 1596507"/>
              <a:gd name="connsiteY156" fmla="*/ 4432849 h 4862523"/>
              <a:gd name="connsiteX157" fmla="*/ 1082046 w 1596507"/>
              <a:gd name="connsiteY157" fmla="*/ 4444508 h 4862523"/>
              <a:gd name="connsiteX158" fmla="*/ 1021932 w 1596507"/>
              <a:gd name="connsiteY158" fmla="*/ 4450571 h 4862523"/>
              <a:gd name="connsiteX159" fmla="*/ 991177 w 1596507"/>
              <a:gd name="connsiteY159" fmla="*/ 4451037 h 4862523"/>
              <a:gd name="connsiteX160" fmla="*/ 596943 w 1596507"/>
              <a:gd name="connsiteY160" fmla="*/ 4451037 h 4862523"/>
              <a:gd name="connsiteX161" fmla="*/ 576439 w 1596507"/>
              <a:gd name="connsiteY161" fmla="*/ 4451037 h 4862523"/>
              <a:gd name="connsiteX162" fmla="*/ 534965 w 1596507"/>
              <a:gd name="connsiteY162" fmla="*/ 4455235 h 4862523"/>
              <a:gd name="connsiteX163" fmla="*/ 494423 w 1596507"/>
              <a:gd name="connsiteY163" fmla="*/ 4464096 h 4862523"/>
              <a:gd name="connsiteX164" fmla="*/ 454814 w 1596507"/>
              <a:gd name="connsiteY164" fmla="*/ 4475289 h 4862523"/>
              <a:gd name="connsiteX165" fmla="*/ 417534 w 1596507"/>
              <a:gd name="connsiteY165" fmla="*/ 4491612 h 4862523"/>
              <a:gd name="connsiteX166" fmla="*/ 381186 w 1596507"/>
              <a:gd name="connsiteY166" fmla="*/ 4511199 h 4862523"/>
              <a:gd name="connsiteX167" fmla="*/ 347634 w 1596507"/>
              <a:gd name="connsiteY167" fmla="*/ 4534051 h 4862523"/>
              <a:gd name="connsiteX168" fmla="*/ 315480 w 1596507"/>
              <a:gd name="connsiteY168" fmla="*/ 4560634 h 4862523"/>
              <a:gd name="connsiteX169" fmla="*/ 300569 w 1596507"/>
              <a:gd name="connsiteY169" fmla="*/ 4575558 h 4862523"/>
              <a:gd name="connsiteX170" fmla="*/ 286123 w 1596507"/>
              <a:gd name="connsiteY170" fmla="*/ 4590948 h 4862523"/>
              <a:gd name="connsiteX171" fmla="*/ 260027 w 1596507"/>
              <a:gd name="connsiteY171" fmla="*/ 4622662 h 4862523"/>
              <a:gd name="connsiteX172" fmla="*/ 237659 w 1596507"/>
              <a:gd name="connsiteY172" fmla="*/ 4658106 h 4862523"/>
              <a:gd name="connsiteX173" fmla="*/ 218087 w 1596507"/>
              <a:gd name="connsiteY173" fmla="*/ 4694016 h 4862523"/>
              <a:gd name="connsiteX174" fmla="*/ 203175 w 1596507"/>
              <a:gd name="connsiteY174" fmla="*/ 4732259 h 4862523"/>
              <a:gd name="connsiteX175" fmla="*/ 192457 w 1596507"/>
              <a:gd name="connsiteY175" fmla="*/ 4771434 h 4862523"/>
              <a:gd name="connsiteX176" fmla="*/ 184535 w 1596507"/>
              <a:gd name="connsiteY176" fmla="*/ 4812008 h 4862523"/>
              <a:gd name="connsiteX177" fmla="*/ 181273 w 1596507"/>
              <a:gd name="connsiteY177" fmla="*/ 4853981 h 4862523"/>
              <a:gd name="connsiteX178" fmla="*/ 181273 w 1596507"/>
              <a:gd name="connsiteY178" fmla="*/ 4862523 h 4862523"/>
              <a:gd name="connsiteX179" fmla="*/ 0 w 1596507"/>
              <a:gd name="connsiteY179" fmla="*/ 4862523 h 4862523"/>
              <a:gd name="connsiteX180" fmla="*/ 0 w 1596507"/>
              <a:gd name="connsiteY180" fmla="*/ 4846986 h 4862523"/>
              <a:gd name="connsiteX181" fmla="*/ 5126 w 1596507"/>
              <a:gd name="connsiteY181" fmla="*/ 4787757 h 4862523"/>
              <a:gd name="connsiteX182" fmla="*/ 15378 w 1596507"/>
              <a:gd name="connsiteY182" fmla="*/ 4729460 h 4862523"/>
              <a:gd name="connsiteX183" fmla="*/ 31688 w 1596507"/>
              <a:gd name="connsiteY183" fmla="*/ 4673030 h 4862523"/>
              <a:gd name="connsiteX184" fmla="*/ 53590 w 1596507"/>
              <a:gd name="connsiteY184" fmla="*/ 4618464 h 4862523"/>
              <a:gd name="connsiteX185" fmla="*/ 80618 w 1596507"/>
              <a:gd name="connsiteY185" fmla="*/ 4566231 h 4862523"/>
              <a:gd name="connsiteX186" fmla="*/ 113238 w 1596507"/>
              <a:gd name="connsiteY186" fmla="*/ 4516329 h 4862523"/>
              <a:gd name="connsiteX187" fmla="*/ 150517 w 1596507"/>
              <a:gd name="connsiteY187" fmla="*/ 4470625 h 4862523"/>
              <a:gd name="connsiteX188" fmla="*/ 171021 w 1596507"/>
              <a:gd name="connsiteY188" fmla="*/ 4448239 h 4862523"/>
              <a:gd name="connsiteX189" fmla="*/ 192923 w 1596507"/>
              <a:gd name="connsiteY189" fmla="*/ 4427252 h 4862523"/>
              <a:gd name="connsiteX190" fmla="*/ 238591 w 1596507"/>
              <a:gd name="connsiteY190" fmla="*/ 4389010 h 4862523"/>
              <a:gd name="connsiteX191" fmla="*/ 287521 w 1596507"/>
              <a:gd name="connsiteY191" fmla="*/ 4355898 h 4862523"/>
              <a:gd name="connsiteX192" fmla="*/ 339246 w 1596507"/>
              <a:gd name="connsiteY192" fmla="*/ 4327916 h 4862523"/>
              <a:gd name="connsiteX193" fmla="*/ 393302 w 1596507"/>
              <a:gd name="connsiteY193" fmla="*/ 4305063 h 4862523"/>
              <a:gd name="connsiteX194" fmla="*/ 449688 w 1596507"/>
              <a:gd name="connsiteY194" fmla="*/ 4287808 h 4862523"/>
              <a:gd name="connsiteX195" fmla="*/ 507471 w 1596507"/>
              <a:gd name="connsiteY195" fmla="*/ 4275682 h 4862523"/>
              <a:gd name="connsiteX196" fmla="*/ 566653 w 1596507"/>
              <a:gd name="connsiteY196" fmla="*/ 4270552 h 4862523"/>
              <a:gd name="connsiteX197" fmla="*/ 596943 w 1596507"/>
              <a:gd name="connsiteY197" fmla="*/ 4270086 h 4862523"/>
              <a:gd name="connsiteX198" fmla="*/ 991177 w 1596507"/>
              <a:gd name="connsiteY198" fmla="*/ 4270086 h 4862523"/>
              <a:gd name="connsiteX199" fmla="*/ 1013079 w 1596507"/>
              <a:gd name="connsiteY199" fmla="*/ 4269153 h 4862523"/>
              <a:gd name="connsiteX200" fmla="*/ 1054552 w 1596507"/>
              <a:gd name="connsiteY200" fmla="*/ 4264956 h 4862523"/>
              <a:gd name="connsiteX201" fmla="*/ 1096026 w 1596507"/>
              <a:gd name="connsiteY201" fmla="*/ 4257027 h 4862523"/>
              <a:gd name="connsiteX202" fmla="*/ 1135170 w 1596507"/>
              <a:gd name="connsiteY202" fmla="*/ 4244902 h 4862523"/>
              <a:gd name="connsiteX203" fmla="*/ 1173382 w 1596507"/>
              <a:gd name="connsiteY203" fmla="*/ 4229511 h 4862523"/>
              <a:gd name="connsiteX204" fmla="*/ 1208797 w 1596507"/>
              <a:gd name="connsiteY204" fmla="*/ 4210857 h 4862523"/>
              <a:gd name="connsiteX205" fmla="*/ 1242815 w 1596507"/>
              <a:gd name="connsiteY205" fmla="*/ 4188471 h 4862523"/>
              <a:gd name="connsiteX206" fmla="*/ 1274037 w 1596507"/>
              <a:gd name="connsiteY206" fmla="*/ 4163287 h 4862523"/>
              <a:gd name="connsiteX207" fmla="*/ 1302463 w 1596507"/>
              <a:gd name="connsiteY207" fmla="*/ 4135771 h 4862523"/>
              <a:gd name="connsiteX208" fmla="*/ 1328559 w 1596507"/>
              <a:gd name="connsiteY208" fmla="*/ 4105457 h 4862523"/>
              <a:gd name="connsiteX209" fmla="*/ 1351859 w 1596507"/>
              <a:gd name="connsiteY209" fmla="*/ 4072811 h 4862523"/>
              <a:gd name="connsiteX210" fmla="*/ 1371896 w 1596507"/>
              <a:gd name="connsiteY210" fmla="*/ 4037833 h 4862523"/>
              <a:gd name="connsiteX211" fmla="*/ 1388206 w 1596507"/>
              <a:gd name="connsiteY211" fmla="*/ 4001456 h 4862523"/>
              <a:gd name="connsiteX212" fmla="*/ 1400788 w 1596507"/>
              <a:gd name="connsiteY212" fmla="*/ 3962748 h 4862523"/>
              <a:gd name="connsiteX213" fmla="*/ 1410108 w 1596507"/>
              <a:gd name="connsiteY213" fmla="*/ 3923106 h 4862523"/>
              <a:gd name="connsiteX214" fmla="*/ 1414768 w 1596507"/>
              <a:gd name="connsiteY214" fmla="*/ 3881599 h 4862523"/>
              <a:gd name="connsiteX215" fmla="*/ 1415234 w 1596507"/>
              <a:gd name="connsiteY215" fmla="*/ 3860613 h 4862523"/>
              <a:gd name="connsiteX216" fmla="*/ 1416166 w 1596507"/>
              <a:gd name="connsiteY216" fmla="*/ 3839626 h 4862523"/>
              <a:gd name="connsiteX217" fmla="*/ 1412438 w 1596507"/>
              <a:gd name="connsiteY217" fmla="*/ 3797653 h 4862523"/>
              <a:gd name="connsiteX218" fmla="*/ 1404982 w 1596507"/>
              <a:gd name="connsiteY218" fmla="*/ 3757078 h 4862523"/>
              <a:gd name="connsiteX219" fmla="*/ 1393798 w 1596507"/>
              <a:gd name="connsiteY219" fmla="*/ 3717903 h 4862523"/>
              <a:gd name="connsiteX220" fmla="*/ 1378420 w 1596507"/>
              <a:gd name="connsiteY220" fmla="*/ 3680127 h 4862523"/>
              <a:gd name="connsiteX221" fmla="*/ 1359315 w 1596507"/>
              <a:gd name="connsiteY221" fmla="*/ 3643750 h 4862523"/>
              <a:gd name="connsiteX222" fmla="*/ 1336947 w 1596507"/>
              <a:gd name="connsiteY222" fmla="*/ 3609239 h 4862523"/>
              <a:gd name="connsiteX223" fmla="*/ 1310851 w 1596507"/>
              <a:gd name="connsiteY223" fmla="*/ 3576593 h 4862523"/>
              <a:gd name="connsiteX224" fmla="*/ 1296405 w 1596507"/>
              <a:gd name="connsiteY224" fmla="*/ 3561203 h 4862523"/>
              <a:gd name="connsiteX225" fmla="*/ 1281493 w 1596507"/>
              <a:gd name="connsiteY225" fmla="*/ 3546745 h 4862523"/>
              <a:gd name="connsiteX226" fmla="*/ 1249339 w 1596507"/>
              <a:gd name="connsiteY226" fmla="*/ 3520162 h 4862523"/>
              <a:gd name="connsiteX227" fmla="*/ 1215321 w 1596507"/>
              <a:gd name="connsiteY227" fmla="*/ 3496844 h 4862523"/>
              <a:gd name="connsiteX228" fmla="*/ 1178974 w 1596507"/>
              <a:gd name="connsiteY228" fmla="*/ 3477256 h 4862523"/>
              <a:gd name="connsiteX229" fmla="*/ 1141694 w 1596507"/>
              <a:gd name="connsiteY229" fmla="*/ 3461866 h 4862523"/>
              <a:gd name="connsiteX230" fmla="*/ 1102550 w 1596507"/>
              <a:gd name="connsiteY230" fmla="*/ 3449740 h 4862523"/>
              <a:gd name="connsiteX231" fmla="*/ 1062008 w 1596507"/>
              <a:gd name="connsiteY231" fmla="*/ 3441812 h 4862523"/>
              <a:gd name="connsiteX232" fmla="*/ 1021000 w 1596507"/>
              <a:gd name="connsiteY232" fmla="*/ 3437615 h 4862523"/>
              <a:gd name="connsiteX233" fmla="*/ 1000031 w 1596507"/>
              <a:gd name="connsiteY233" fmla="*/ 3436682 h 4862523"/>
              <a:gd name="connsiteX234" fmla="*/ 605331 w 1596507"/>
              <a:gd name="connsiteY234" fmla="*/ 3436682 h 4862523"/>
              <a:gd name="connsiteX235" fmla="*/ 574575 w 1596507"/>
              <a:gd name="connsiteY235" fmla="*/ 3436216 h 4862523"/>
              <a:gd name="connsiteX236" fmla="*/ 514927 w 1596507"/>
              <a:gd name="connsiteY236" fmla="*/ 3430153 h 4862523"/>
              <a:gd name="connsiteX237" fmla="*/ 456212 w 1596507"/>
              <a:gd name="connsiteY237" fmla="*/ 3418960 h 4862523"/>
              <a:gd name="connsiteX238" fmla="*/ 399826 w 1596507"/>
              <a:gd name="connsiteY238" fmla="*/ 3401704 h 4862523"/>
              <a:gd name="connsiteX239" fmla="*/ 346236 w 1596507"/>
              <a:gd name="connsiteY239" fmla="*/ 3379318 h 4862523"/>
              <a:gd name="connsiteX240" fmla="*/ 295443 w 1596507"/>
              <a:gd name="connsiteY240" fmla="*/ 3352269 h 4862523"/>
              <a:gd name="connsiteX241" fmla="*/ 247445 w 1596507"/>
              <a:gd name="connsiteY241" fmla="*/ 3320089 h 4862523"/>
              <a:gd name="connsiteX242" fmla="*/ 202709 w 1596507"/>
              <a:gd name="connsiteY242" fmla="*/ 3284645 h 4862523"/>
              <a:gd name="connsiteX243" fmla="*/ 161701 w 1596507"/>
              <a:gd name="connsiteY243" fmla="*/ 3244538 h 4862523"/>
              <a:gd name="connsiteX244" fmla="*/ 123956 w 1596507"/>
              <a:gd name="connsiteY244" fmla="*/ 3201165 h 4862523"/>
              <a:gd name="connsiteX245" fmla="*/ 91336 w 1596507"/>
              <a:gd name="connsiteY245" fmla="*/ 3154062 h 4862523"/>
              <a:gd name="connsiteX246" fmla="*/ 62910 w 1596507"/>
              <a:gd name="connsiteY246" fmla="*/ 3104626 h 4862523"/>
              <a:gd name="connsiteX247" fmla="*/ 39610 w 1596507"/>
              <a:gd name="connsiteY247" fmla="*/ 3051460 h 4862523"/>
              <a:gd name="connsiteX248" fmla="*/ 21436 w 1596507"/>
              <a:gd name="connsiteY248" fmla="*/ 2996429 h 4862523"/>
              <a:gd name="connsiteX249" fmla="*/ 7922 w 1596507"/>
              <a:gd name="connsiteY249" fmla="*/ 2938599 h 4862523"/>
              <a:gd name="connsiteX250" fmla="*/ 932 w 1596507"/>
              <a:gd name="connsiteY250" fmla="*/ 2879370 h 4862523"/>
              <a:gd name="connsiteX251" fmla="*/ 0 w 1596507"/>
              <a:gd name="connsiteY251" fmla="*/ 2849522 h 4862523"/>
              <a:gd name="connsiteX252" fmla="*/ 0 w 1596507"/>
              <a:gd name="connsiteY252" fmla="*/ 2819208 h 4862523"/>
              <a:gd name="connsiteX253" fmla="*/ 5126 w 1596507"/>
              <a:gd name="connsiteY253" fmla="*/ 2759979 h 4862523"/>
              <a:gd name="connsiteX254" fmla="*/ 15378 w 1596507"/>
              <a:gd name="connsiteY254" fmla="*/ 2701216 h 4862523"/>
              <a:gd name="connsiteX255" fmla="*/ 31688 w 1596507"/>
              <a:gd name="connsiteY255" fmla="*/ 2645252 h 4862523"/>
              <a:gd name="connsiteX256" fmla="*/ 53590 w 1596507"/>
              <a:gd name="connsiteY256" fmla="*/ 2590687 h 4862523"/>
              <a:gd name="connsiteX257" fmla="*/ 80618 w 1596507"/>
              <a:gd name="connsiteY257" fmla="*/ 2537987 h 4862523"/>
              <a:gd name="connsiteX258" fmla="*/ 113238 w 1596507"/>
              <a:gd name="connsiteY258" fmla="*/ 2488551 h 4862523"/>
              <a:gd name="connsiteX259" fmla="*/ 150517 w 1596507"/>
              <a:gd name="connsiteY259" fmla="*/ 2441914 h 4862523"/>
              <a:gd name="connsiteX260" fmla="*/ 171021 w 1596507"/>
              <a:gd name="connsiteY260" fmla="*/ 2419995 h 4862523"/>
              <a:gd name="connsiteX261" fmla="*/ 192923 w 1596507"/>
              <a:gd name="connsiteY261" fmla="*/ 2399008 h 4862523"/>
              <a:gd name="connsiteX262" fmla="*/ 238591 w 1596507"/>
              <a:gd name="connsiteY262" fmla="*/ 2360766 h 4862523"/>
              <a:gd name="connsiteX263" fmla="*/ 287521 w 1596507"/>
              <a:gd name="connsiteY263" fmla="*/ 2327654 h 4862523"/>
              <a:gd name="connsiteX264" fmla="*/ 339246 w 1596507"/>
              <a:gd name="connsiteY264" fmla="*/ 2299672 h 4862523"/>
              <a:gd name="connsiteX265" fmla="*/ 393302 w 1596507"/>
              <a:gd name="connsiteY265" fmla="*/ 2276819 h 4862523"/>
              <a:gd name="connsiteX266" fmla="*/ 449688 w 1596507"/>
              <a:gd name="connsiteY266" fmla="*/ 2260030 h 4862523"/>
              <a:gd name="connsiteX267" fmla="*/ 507471 w 1596507"/>
              <a:gd name="connsiteY267" fmla="*/ 2247904 h 4862523"/>
              <a:gd name="connsiteX268" fmla="*/ 566653 w 1596507"/>
              <a:gd name="connsiteY268" fmla="*/ 2242308 h 4862523"/>
              <a:gd name="connsiteX269" fmla="*/ 596943 w 1596507"/>
              <a:gd name="connsiteY269" fmla="*/ 2241842 h 4862523"/>
              <a:gd name="connsiteX270" fmla="*/ 991177 w 1596507"/>
              <a:gd name="connsiteY270" fmla="*/ 2241842 h 4862523"/>
              <a:gd name="connsiteX271" fmla="*/ 1013079 w 1596507"/>
              <a:gd name="connsiteY271" fmla="*/ 2241375 h 4862523"/>
              <a:gd name="connsiteX272" fmla="*/ 1054552 w 1596507"/>
              <a:gd name="connsiteY272" fmla="*/ 2237178 h 4862523"/>
              <a:gd name="connsiteX273" fmla="*/ 1096026 w 1596507"/>
              <a:gd name="connsiteY273" fmla="*/ 2229250 h 4862523"/>
              <a:gd name="connsiteX274" fmla="*/ 1135170 w 1596507"/>
              <a:gd name="connsiteY274" fmla="*/ 2217124 h 4862523"/>
              <a:gd name="connsiteX275" fmla="*/ 1173382 w 1596507"/>
              <a:gd name="connsiteY275" fmla="*/ 2201267 h 4862523"/>
              <a:gd name="connsiteX276" fmla="*/ 1208797 w 1596507"/>
              <a:gd name="connsiteY276" fmla="*/ 2182613 h 4862523"/>
              <a:gd name="connsiteX277" fmla="*/ 1242815 w 1596507"/>
              <a:gd name="connsiteY277" fmla="*/ 2160227 h 4862523"/>
              <a:gd name="connsiteX278" fmla="*/ 1274037 w 1596507"/>
              <a:gd name="connsiteY278" fmla="*/ 2135509 h 4862523"/>
              <a:gd name="connsiteX279" fmla="*/ 1302463 w 1596507"/>
              <a:gd name="connsiteY279" fmla="*/ 2107527 h 4862523"/>
              <a:gd name="connsiteX280" fmla="*/ 1328559 w 1596507"/>
              <a:gd name="connsiteY280" fmla="*/ 2077213 h 4862523"/>
              <a:gd name="connsiteX281" fmla="*/ 1351859 w 1596507"/>
              <a:gd name="connsiteY281" fmla="*/ 2044567 h 4862523"/>
              <a:gd name="connsiteX282" fmla="*/ 1371896 w 1596507"/>
              <a:gd name="connsiteY282" fmla="*/ 2009589 h 4862523"/>
              <a:gd name="connsiteX283" fmla="*/ 1388206 w 1596507"/>
              <a:gd name="connsiteY283" fmla="*/ 1972746 h 4862523"/>
              <a:gd name="connsiteX284" fmla="*/ 1400788 w 1596507"/>
              <a:gd name="connsiteY284" fmla="*/ 1934970 h 4862523"/>
              <a:gd name="connsiteX285" fmla="*/ 1410108 w 1596507"/>
              <a:gd name="connsiteY285" fmla="*/ 1894862 h 4862523"/>
              <a:gd name="connsiteX286" fmla="*/ 1414768 w 1596507"/>
              <a:gd name="connsiteY286" fmla="*/ 1853822 h 4862523"/>
              <a:gd name="connsiteX287" fmla="*/ 1415234 w 1596507"/>
              <a:gd name="connsiteY287" fmla="*/ 1832835 h 4862523"/>
              <a:gd name="connsiteX288" fmla="*/ 1416166 w 1596507"/>
              <a:gd name="connsiteY288" fmla="*/ 1811382 h 4862523"/>
              <a:gd name="connsiteX289" fmla="*/ 1412438 w 1596507"/>
              <a:gd name="connsiteY289" fmla="*/ 1769875 h 4862523"/>
              <a:gd name="connsiteX290" fmla="*/ 1404982 w 1596507"/>
              <a:gd name="connsiteY290" fmla="*/ 1729301 h 4862523"/>
              <a:gd name="connsiteX291" fmla="*/ 1393798 w 1596507"/>
              <a:gd name="connsiteY291" fmla="*/ 1690126 h 4862523"/>
              <a:gd name="connsiteX292" fmla="*/ 1378420 w 1596507"/>
              <a:gd name="connsiteY292" fmla="*/ 1651883 h 4862523"/>
              <a:gd name="connsiteX293" fmla="*/ 1359315 w 1596507"/>
              <a:gd name="connsiteY293" fmla="*/ 1615506 h 4862523"/>
              <a:gd name="connsiteX294" fmla="*/ 1336947 w 1596507"/>
              <a:gd name="connsiteY294" fmla="*/ 1580995 h 4862523"/>
              <a:gd name="connsiteX295" fmla="*/ 1310851 w 1596507"/>
              <a:gd name="connsiteY295" fmla="*/ 1548349 h 4862523"/>
              <a:gd name="connsiteX296" fmla="*/ 1296405 w 1596507"/>
              <a:gd name="connsiteY296" fmla="*/ 1533425 h 4862523"/>
              <a:gd name="connsiteX297" fmla="*/ 1281493 w 1596507"/>
              <a:gd name="connsiteY297" fmla="*/ 1518968 h 4862523"/>
              <a:gd name="connsiteX298" fmla="*/ 1249339 w 1596507"/>
              <a:gd name="connsiteY298" fmla="*/ 1492385 h 4862523"/>
              <a:gd name="connsiteX299" fmla="*/ 1215321 w 1596507"/>
              <a:gd name="connsiteY299" fmla="*/ 1468600 h 4862523"/>
              <a:gd name="connsiteX300" fmla="*/ 1178974 w 1596507"/>
              <a:gd name="connsiteY300" fmla="*/ 1449479 h 4862523"/>
              <a:gd name="connsiteX301" fmla="*/ 1141694 w 1596507"/>
              <a:gd name="connsiteY301" fmla="*/ 1433622 h 4862523"/>
              <a:gd name="connsiteX302" fmla="*/ 1102550 w 1596507"/>
              <a:gd name="connsiteY302" fmla="*/ 1421496 h 4862523"/>
              <a:gd name="connsiteX303" fmla="*/ 1062008 w 1596507"/>
              <a:gd name="connsiteY303" fmla="*/ 1413568 h 4862523"/>
              <a:gd name="connsiteX304" fmla="*/ 1021000 w 1596507"/>
              <a:gd name="connsiteY304" fmla="*/ 1409371 h 4862523"/>
              <a:gd name="connsiteX305" fmla="*/ 1000031 w 1596507"/>
              <a:gd name="connsiteY305" fmla="*/ 1408904 h 4862523"/>
              <a:gd name="connsiteX306" fmla="*/ 605331 w 1596507"/>
              <a:gd name="connsiteY306" fmla="*/ 1408904 h 4862523"/>
              <a:gd name="connsiteX307" fmla="*/ 574575 w 1596507"/>
              <a:gd name="connsiteY307" fmla="*/ 1408438 h 4862523"/>
              <a:gd name="connsiteX308" fmla="*/ 514927 w 1596507"/>
              <a:gd name="connsiteY308" fmla="*/ 1402375 h 4862523"/>
              <a:gd name="connsiteX309" fmla="*/ 456212 w 1596507"/>
              <a:gd name="connsiteY309" fmla="*/ 1390716 h 4862523"/>
              <a:gd name="connsiteX310" fmla="*/ 399826 w 1596507"/>
              <a:gd name="connsiteY310" fmla="*/ 1373927 h 4862523"/>
              <a:gd name="connsiteX311" fmla="*/ 346236 w 1596507"/>
              <a:gd name="connsiteY311" fmla="*/ 1351541 h 4862523"/>
              <a:gd name="connsiteX312" fmla="*/ 295443 w 1596507"/>
              <a:gd name="connsiteY312" fmla="*/ 1324025 h 4862523"/>
              <a:gd name="connsiteX313" fmla="*/ 247445 w 1596507"/>
              <a:gd name="connsiteY313" fmla="*/ 1292312 h 4862523"/>
              <a:gd name="connsiteX314" fmla="*/ 202709 w 1596507"/>
              <a:gd name="connsiteY314" fmla="*/ 1256401 h 4862523"/>
              <a:gd name="connsiteX315" fmla="*/ 161701 w 1596507"/>
              <a:gd name="connsiteY315" fmla="*/ 1216760 h 4862523"/>
              <a:gd name="connsiteX316" fmla="*/ 123956 w 1596507"/>
              <a:gd name="connsiteY316" fmla="*/ 1172921 h 4862523"/>
              <a:gd name="connsiteX317" fmla="*/ 91336 w 1596507"/>
              <a:gd name="connsiteY317" fmla="*/ 1125818 h 4862523"/>
              <a:gd name="connsiteX318" fmla="*/ 62910 w 1596507"/>
              <a:gd name="connsiteY318" fmla="*/ 1076382 h 4862523"/>
              <a:gd name="connsiteX319" fmla="*/ 39610 w 1596507"/>
              <a:gd name="connsiteY319" fmla="*/ 1023216 h 4862523"/>
              <a:gd name="connsiteX320" fmla="*/ 21436 w 1596507"/>
              <a:gd name="connsiteY320" fmla="*/ 968185 h 4862523"/>
              <a:gd name="connsiteX321" fmla="*/ 7922 w 1596507"/>
              <a:gd name="connsiteY321" fmla="*/ 910821 h 4862523"/>
              <a:gd name="connsiteX322" fmla="*/ 932 w 1596507"/>
              <a:gd name="connsiteY322" fmla="*/ 851592 h 4862523"/>
              <a:gd name="connsiteX323" fmla="*/ 0 w 1596507"/>
              <a:gd name="connsiteY323" fmla="*/ 821278 h 4862523"/>
              <a:gd name="connsiteX324" fmla="*/ 0 w 1596507"/>
              <a:gd name="connsiteY324" fmla="*/ 790964 h 4862523"/>
              <a:gd name="connsiteX325" fmla="*/ 5126 w 1596507"/>
              <a:gd name="connsiteY325" fmla="*/ 731735 h 4862523"/>
              <a:gd name="connsiteX326" fmla="*/ 15378 w 1596507"/>
              <a:gd name="connsiteY326" fmla="*/ 673439 h 4862523"/>
              <a:gd name="connsiteX327" fmla="*/ 31688 w 1596507"/>
              <a:gd name="connsiteY327" fmla="*/ 617008 h 4862523"/>
              <a:gd name="connsiteX328" fmla="*/ 53590 w 1596507"/>
              <a:gd name="connsiteY328" fmla="*/ 562442 h 4862523"/>
              <a:gd name="connsiteX329" fmla="*/ 80618 w 1596507"/>
              <a:gd name="connsiteY329" fmla="*/ 510209 h 4862523"/>
              <a:gd name="connsiteX330" fmla="*/ 113238 w 1596507"/>
              <a:gd name="connsiteY330" fmla="*/ 460307 h 4862523"/>
              <a:gd name="connsiteX331" fmla="*/ 150517 w 1596507"/>
              <a:gd name="connsiteY331" fmla="*/ 414137 h 4862523"/>
              <a:gd name="connsiteX332" fmla="*/ 171021 w 1596507"/>
              <a:gd name="connsiteY332" fmla="*/ 392217 h 4862523"/>
              <a:gd name="connsiteX333" fmla="*/ 192923 w 1596507"/>
              <a:gd name="connsiteY333" fmla="*/ 370764 h 4862523"/>
              <a:gd name="connsiteX334" fmla="*/ 238591 w 1596507"/>
              <a:gd name="connsiteY334" fmla="*/ 332988 h 4862523"/>
              <a:gd name="connsiteX335" fmla="*/ 287521 w 1596507"/>
              <a:gd name="connsiteY335" fmla="*/ 299876 h 4862523"/>
              <a:gd name="connsiteX336" fmla="*/ 339246 w 1596507"/>
              <a:gd name="connsiteY336" fmla="*/ 271894 h 4862523"/>
              <a:gd name="connsiteX337" fmla="*/ 393302 w 1596507"/>
              <a:gd name="connsiteY337" fmla="*/ 249042 h 4862523"/>
              <a:gd name="connsiteX338" fmla="*/ 449688 w 1596507"/>
              <a:gd name="connsiteY338" fmla="*/ 231786 h 4862523"/>
              <a:gd name="connsiteX339" fmla="*/ 507471 w 1596507"/>
              <a:gd name="connsiteY339" fmla="*/ 219660 h 4862523"/>
              <a:gd name="connsiteX340" fmla="*/ 566653 w 1596507"/>
              <a:gd name="connsiteY340" fmla="*/ 214530 h 4862523"/>
              <a:gd name="connsiteX341" fmla="*/ 596943 w 1596507"/>
              <a:gd name="connsiteY341" fmla="*/ 213598 h 4862523"/>
              <a:gd name="connsiteX342" fmla="*/ 798720 w 1596507"/>
              <a:gd name="connsiteY342" fmla="*/ 213598 h 4862523"/>
              <a:gd name="connsiteX343" fmla="*/ 809438 w 1596507"/>
              <a:gd name="connsiteY343" fmla="*/ 213131 h 4862523"/>
              <a:gd name="connsiteX344" fmla="*/ 831340 w 1596507"/>
              <a:gd name="connsiteY344" fmla="*/ 208934 h 4862523"/>
              <a:gd name="connsiteX345" fmla="*/ 851377 w 1596507"/>
              <a:gd name="connsiteY345" fmla="*/ 200539 h 4862523"/>
              <a:gd name="connsiteX346" fmla="*/ 868619 w 1596507"/>
              <a:gd name="connsiteY346" fmla="*/ 188414 h 4862523"/>
              <a:gd name="connsiteX347" fmla="*/ 883997 w 1596507"/>
              <a:gd name="connsiteY347" fmla="*/ 173490 h 4862523"/>
              <a:gd name="connsiteX348" fmla="*/ 896113 w 1596507"/>
              <a:gd name="connsiteY348" fmla="*/ 155768 h 4862523"/>
              <a:gd name="connsiteX349" fmla="*/ 904501 w 1596507"/>
              <a:gd name="connsiteY349" fmla="*/ 135714 h 4862523"/>
              <a:gd name="connsiteX350" fmla="*/ 908695 w 1596507"/>
              <a:gd name="connsiteY350" fmla="*/ 114261 h 4862523"/>
              <a:gd name="connsiteX351" fmla="*/ 909161 w 1596507"/>
              <a:gd name="connsiteY351" fmla="*/ 102601 h 4862523"/>
              <a:gd name="connsiteX352" fmla="*/ 909161 w 1596507"/>
              <a:gd name="connsiteY352" fmla="*/ 0 h 48625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Lst>
            <a:rect l="l" t="t" r="r" b="b"/>
            <a:pathLst>
              <a:path w="1596507" h="4862523">
                <a:moveTo>
                  <a:pt x="909161" y="0"/>
                </a:moveTo>
                <a:lnTo>
                  <a:pt x="1090434" y="0"/>
                </a:lnTo>
                <a:lnTo>
                  <a:pt x="1090434" y="102601"/>
                </a:lnTo>
                <a:lnTo>
                  <a:pt x="1089968" y="117525"/>
                </a:lnTo>
                <a:lnTo>
                  <a:pt x="1086706" y="147373"/>
                </a:lnTo>
                <a:lnTo>
                  <a:pt x="1081580" y="175822"/>
                </a:lnTo>
                <a:lnTo>
                  <a:pt x="1072726" y="203337"/>
                </a:lnTo>
                <a:lnTo>
                  <a:pt x="1055484" y="242046"/>
                </a:lnTo>
                <a:lnTo>
                  <a:pt x="1023796" y="288683"/>
                </a:lnTo>
                <a:lnTo>
                  <a:pt x="984187" y="328791"/>
                </a:lnTo>
                <a:lnTo>
                  <a:pt x="937587" y="360038"/>
                </a:lnTo>
                <a:lnTo>
                  <a:pt x="898909" y="377760"/>
                </a:lnTo>
                <a:lnTo>
                  <a:pt x="870949" y="386155"/>
                </a:lnTo>
                <a:lnTo>
                  <a:pt x="842989" y="391751"/>
                </a:lnTo>
                <a:lnTo>
                  <a:pt x="813166" y="394549"/>
                </a:lnTo>
                <a:lnTo>
                  <a:pt x="798720" y="395016"/>
                </a:lnTo>
                <a:lnTo>
                  <a:pt x="596943" y="395016"/>
                </a:lnTo>
                <a:lnTo>
                  <a:pt x="576439" y="395016"/>
                </a:lnTo>
                <a:lnTo>
                  <a:pt x="534965" y="399213"/>
                </a:lnTo>
                <a:lnTo>
                  <a:pt x="494423" y="407141"/>
                </a:lnTo>
                <a:lnTo>
                  <a:pt x="454814" y="419267"/>
                </a:lnTo>
                <a:lnTo>
                  <a:pt x="417534" y="435123"/>
                </a:lnTo>
                <a:lnTo>
                  <a:pt x="381186" y="455177"/>
                </a:lnTo>
                <a:lnTo>
                  <a:pt x="347634" y="478029"/>
                </a:lnTo>
                <a:lnTo>
                  <a:pt x="315480" y="504613"/>
                </a:lnTo>
                <a:lnTo>
                  <a:pt x="300569" y="519536"/>
                </a:lnTo>
                <a:lnTo>
                  <a:pt x="286123" y="534927"/>
                </a:lnTo>
                <a:lnTo>
                  <a:pt x="260027" y="566640"/>
                </a:lnTo>
                <a:lnTo>
                  <a:pt x="237659" y="601151"/>
                </a:lnTo>
                <a:lnTo>
                  <a:pt x="218087" y="637994"/>
                </a:lnTo>
                <a:lnTo>
                  <a:pt x="203175" y="675770"/>
                </a:lnTo>
                <a:lnTo>
                  <a:pt x="192457" y="715412"/>
                </a:lnTo>
                <a:lnTo>
                  <a:pt x="184535" y="755986"/>
                </a:lnTo>
                <a:lnTo>
                  <a:pt x="181273" y="797027"/>
                </a:lnTo>
                <a:lnTo>
                  <a:pt x="181273" y="818480"/>
                </a:lnTo>
                <a:lnTo>
                  <a:pt x="182205" y="839466"/>
                </a:lnTo>
                <a:lnTo>
                  <a:pt x="186865" y="880507"/>
                </a:lnTo>
                <a:lnTo>
                  <a:pt x="195719" y="920615"/>
                </a:lnTo>
                <a:lnTo>
                  <a:pt x="208767" y="959324"/>
                </a:lnTo>
                <a:lnTo>
                  <a:pt x="225543" y="996167"/>
                </a:lnTo>
                <a:lnTo>
                  <a:pt x="245581" y="1030678"/>
                </a:lnTo>
                <a:lnTo>
                  <a:pt x="268415" y="1063324"/>
                </a:lnTo>
                <a:lnTo>
                  <a:pt x="294511" y="1093172"/>
                </a:lnTo>
                <a:lnTo>
                  <a:pt x="323402" y="1121154"/>
                </a:lnTo>
                <a:lnTo>
                  <a:pt x="354158" y="1146338"/>
                </a:lnTo>
                <a:lnTo>
                  <a:pt x="388176" y="1168257"/>
                </a:lnTo>
                <a:lnTo>
                  <a:pt x="424058" y="1187845"/>
                </a:lnTo>
                <a:lnTo>
                  <a:pt x="461804" y="1202769"/>
                </a:lnTo>
                <a:lnTo>
                  <a:pt x="500947" y="1214894"/>
                </a:lnTo>
                <a:lnTo>
                  <a:pt x="541955" y="1223289"/>
                </a:lnTo>
                <a:lnTo>
                  <a:pt x="584361" y="1227486"/>
                </a:lnTo>
                <a:lnTo>
                  <a:pt x="605331" y="1227486"/>
                </a:lnTo>
                <a:lnTo>
                  <a:pt x="1000031" y="1227486"/>
                </a:lnTo>
                <a:lnTo>
                  <a:pt x="1029854" y="1227953"/>
                </a:lnTo>
                <a:lnTo>
                  <a:pt x="1089036" y="1234016"/>
                </a:lnTo>
                <a:lnTo>
                  <a:pt x="1147286" y="1245675"/>
                </a:lnTo>
                <a:lnTo>
                  <a:pt x="1203205" y="1263397"/>
                </a:lnTo>
                <a:lnTo>
                  <a:pt x="1257727" y="1285783"/>
                </a:lnTo>
                <a:lnTo>
                  <a:pt x="1308987" y="1313299"/>
                </a:lnTo>
                <a:lnTo>
                  <a:pt x="1357917" y="1346411"/>
                </a:lnTo>
                <a:lnTo>
                  <a:pt x="1404050" y="1385120"/>
                </a:lnTo>
                <a:lnTo>
                  <a:pt x="1425486" y="1406573"/>
                </a:lnTo>
                <a:lnTo>
                  <a:pt x="1445990" y="1428026"/>
                </a:lnTo>
                <a:lnTo>
                  <a:pt x="1483736" y="1474663"/>
                </a:lnTo>
                <a:lnTo>
                  <a:pt x="1516356" y="1524564"/>
                </a:lnTo>
                <a:lnTo>
                  <a:pt x="1543383" y="1576331"/>
                </a:lnTo>
                <a:lnTo>
                  <a:pt x="1565285" y="1630897"/>
                </a:lnTo>
                <a:lnTo>
                  <a:pt x="1581595" y="1687327"/>
                </a:lnTo>
                <a:lnTo>
                  <a:pt x="1591847" y="1745624"/>
                </a:lnTo>
                <a:lnTo>
                  <a:pt x="1596507" y="1805319"/>
                </a:lnTo>
                <a:lnTo>
                  <a:pt x="1596507" y="1835633"/>
                </a:lnTo>
                <a:lnTo>
                  <a:pt x="1596041" y="1865947"/>
                </a:lnTo>
                <a:lnTo>
                  <a:pt x="1588585" y="1925176"/>
                </a:lnTo>
                <a:lnTo>
                  <a:pt x="1576003" y="1982540"/>
                </a:lnTo>
                <a:lnTo>
                  <a:pt x="1557363" y="2037571"/>
                </a:lnTo>
                <a:lnTo>
                  <a:pt x="1533598" y="2090271"/>
                </a:lnTo>
                <a:lnTo>
                  <a:pt x="1505172" y="2140173"/>
                </a:lnTo>
                <a:lnTo>
                  <a:pt x="1472552" y="2186810"/>
                </a:lnTo>
                <a:lnTo>
                  <a:pt x="1435272" y="2230182"/>
                </a:lnTo>
                <a:lnTo>
                  <a:pt x="1394264" y="2270290"/>
                </a:lnTo>
                <a:lnTo>
                  <a:pt x="1349529" y="2306667"/>
                </a:lnTo>
                <a:lnTo>
                  <a:pt x="1301997" y="2337914"/>
                </a:lnTo>
                <a:lnTo>
                  <a:pt x="1250271" y="2364963"/>
                </a:lnTo>
                <a:lnTo>
                  <a:pt x="1196681" y="2387349"/>
                </a:lnTo>
                <a:lnTo>
                  <a:pt x="1140762" y="2404605"/>
                </a:lnTo>
                <a:lnTo>
                  <a:pt x="1082046" y="2416730"/>
                </a:lnTo>
                <a:lnTo>
                  <a:pt x="1021932" y="2422793"/>
                </a:lnTo>
                <a:lnTo>
                  <a:pt x="991177" y="2423260"/>
                </a:lnTo>
                <a:lnTo>
                  <a:pt x="596943" y="2423260"/>
                </a:lnTo>
                <a:lnTo>
                  <a:pt x="576439" y="2423260"/>
                </a:lnTo>
                <a:lnTo>
                  <a:pt x="534965" y="2427457"/>
                </a:lnTo>
                <a:lnTo>
                  <a:pt x="494423" y="2435852"/>
                </a:lnTo>
                <a:lnTo>
                  <a:pt x="454814" y="2447511"/>
                </a:lnTo>
                <a:lnTo>
                  <a:pt x="417534" y="2463834"/>
                </a:lnTo>
                <a:lnTo>
                  <a:pt x="381186" y="2482955"/>
                </a:lnTo>
                <a:lnTo>
                  <a:pt x="347634" y="2505807"/>
                </a:lnTo>
                <a:lnTo>
                  <a:pt x="315480" y="2532390"/>
                </a:lnTo>
                <a:lnTo>
                  <a:pt x="300569" y="2547780"/>
                </a:lnTo>
                <a:lnTo>
                  <a:pt x="286123" y="2562704"/>
                </a:lnTo>
                <a:lnTo>
                  <a:pt x="260027" y="2594884"/>
                </a:lnTo>
                <a:lnTo>
                  <a:pt x="237659" y="2629862"/>
                </a:lnTo>
                <a:lnTo>
                  <a:pt x="218087" y="2666238"/>
                </a:lnTo>
                <a:lnTo>
                  <a:pt x="203175" y="2704481"/>
                </a:lnTo>
                <a:lnTo>
                  <a:pt x="192457" y="2743656"/>
                </a:lnTo>
                <a:lnTo>
                  <a:pt x="184535" y="2784230"/>
                </a:lnTo>
                <a:lnTo>
                  <a:pt x="181273" y="2825737"/>
                </a:lnTo>
                <a:lnTo>
                  <a:pt x="181273" y="2846257"/>
                </a:lnTo>
                <a:lnTo>
                  <a:pt x="182205" y="2867710"/>
                </a:lnTo>
                <a:lnTo>
                  <a:pt x="186865" y="2908751"/>
                </a:lnTo>
                <a:lnTo>
                  <a:pt x="195719" y="2948392"/>
                </a:lnTo>
                <a:lnTo>
                  <a:pt x="208767" y="2987101"/>
                </a:lnTo>
                <a:lnTo>
                  <a:pt x="225543" y="3023944"/>
                </a:lnTo>
                <a:lnTo>
                  <a:pt x="245581" y="3058456"/>
                </a:lnTo>
                <a:lnTo>
                  <a:pt x="268415" y="3091102"/>
                </a:lnTo>
                <a:lnTo>
                  <a:pt x="294511" y="3121416"/>
                </a:lnTo>
                <a:lnTo>
                  <a:pt x="323402" y="3149398"/>
                </a:lnTo>
                <a:lnTo>
                  <a:pt x="354158" y="3174582"/>
                </a:lnTo>
                <a:lnTo>
                  <a:pt x="388176" y="3196501"/>
                </a:lnTo>
                <a:lnTo>
                  <a:pt x="424058" y="3215623"/>
                </a:lnTo>
                <a:lnTo>
                  <a:pt x="461804" y="3230546"/>
                </a:lnTo>
                <a:lnTo>
                  <a:pt x="500947" y="3242672"/>
                </a:lnTo>
                <a:lnTo>
                  <a:pt x="541955" y="3251533"/>
                </a:lnTo>
                <a:lnTo>
                  <a:pt x="584361" y="3255730"/>
                </a:lnTo>
                <a:lnTo>
                  <a:pt x="605331" y="3255730"/>
                </a:lnTo>
                <a:lnTo>
                  <a:pt x="1000031" y="3255730"/>
                </a:lnTo>
                <a:lnTo>
                  <a:pt x="1029854" y="3256197"/>
                </a:lnTo>
                <a:lnTo>
                  <a:pt x="1089036" y="3262260"/>
                </a:lnTo>
                <a:lnTo>
                  <a:pt x="1147286" y="3273919"/>
                </a:lnTo>
                <a:lnTo>
                  <a:pt x="1203205" y="3291175"/>
                </a:lnTo>
                <a:lnTo>
                  <a:pt x="1257727" y="3313560"/>
                </a:lnTo>
                <a:lnTo>
                  <a:pt x="1308987" y="3341543"/>
                </a:lnTo>
                <a:lnTo>
                  <a:pt x="1357917" y="3374655"/>
                </a:lnTo>
                <a:lnTo>
                  <a:pt x="1404050" y="3413364"/>
                </a:lnTo>
                <a:lnTo>
                  <a:pt x="1425486" y="3434350"/>
                </a:lnTo>
                <a:lnTo>
                  <a:pt x="1445990" y="3456270"/>
                </a:lnTo>
                <a:lnTo>
                  <a:pt x="1483736" y="3502907"/>
                </a:lnTo>
                <a:lnTo>
                  <a:pt x="1516356" y="3552342"/>
                </a:lnTo>
                <a:lnTo>
                  <a:pt x="1543383" y="3604109"/>
                </a:lnTo>
                <a:lnTo>
                  <a:pt x="1565285" y="3658674"/>
                </a:lnTo>
                <a:lnTo>
                  <a:pt x="1581595" y="3715571"/>
                </a:lnTo>
                <a:lnTo>
                  <a:pt x="1591847" y="3773401"/>
                </a:lnTo>
                <a:lnTo>
                  <a:pt x="1596507" y="3833563"/>
                </a:lnTo>
                <a:lnTo>
                  <a:pt x="1596507" y="3863877"/>
                </a:lnTo>
                <a:lnTo>
                  <a:pt x="1596041" y="3893725"/>
                </a:lnTo>
                <a:lnTo>
                  <a:pt x="1588585" y="3952954"/>
                </a:lnTo>
                <a:lnTo>
                  <a:pt x="1576003" y="4010317"/>
                </a:lnTo>
                <a:lnTo>
                  <a:pt x="1557363" y="4065349"/>
                </a:lnTo>
                <a:lnTo>
                  <a:pt x="1533598" y="4118049"/>
                </a:lnTo>
                <a:lnTo>
                  <a:pt x="1505172" y="4168417"/>
                </a:lnTo>
                <a:lnTo>
                  <a:pt x="1472552" y="4215054"/>
                </a:lnTo>
                <a:lnTo>
                  <a:pt x="1435272" y="4258426"/>
                </a:lnTo>
                <a:lnTo>
                  <a:pt x="1394264" y="4298068"/>
                </a:lnTo>
                <a:lnTo>
                  <a:pt x="1349529" y="4334445"/>
                </a:lnTo>
                <a:lnTo>
                  <a:pt x="1301997" y="4366158"/>
                </a:lnTo>
                <a:lnTo>
                  <a:pt x="1250271" y="4393207"/>
                </a:lnTo>
                <a:lnTo>
                  <a:pt x="1196681" y="4415593"/>
                </a:lnTo>
                <a:lnTo>
                  <a:pt x="1140762" y="4432849"/>
                </a:lnTo>
                <a:lnTo>
                  <a:pt x="1082046" y="4444508"/>
                </a:lnTo>
                <a:lnTo>
                  <a:pt x="1021932" y="4450571"/>
                </a:lnTo>
                <a:lnTo>
                  <a:pt x="991177" y="4451037"/>
                </a:lnTo>
                <a:lnTo>
                  <a:pt x="596943" y="4451037"/>
                </a:lnTo>
                <a:lnTo>
                  <a:pt x="576439" y="4451037"/>
                </a:lnTo>
                <a:lnTo>
                  <a:pt x="534965" y="4455235"/>
                </a:lnTo>
                <a:lnTo>
                  <a:pt x="494423" y="4464096"/>
                </a:lnTo>
                <a:lnTo>
                  <a:pt x="454814" y="4475289"/>
                </a:lnTo>
                <a:lnTo>
                  <a:pt x="417534" y="4491612"/>
                </a:lnTo>
                <a:lnTo>
                  <a:pt x="381186" y="4511199"/>
                </a:lnTo>
                <a:lnTo>
                  <a:pt x="347634" y="4534051"/>
                </a:lnTo>
                <a:lnTo>
                  <a:pt x="315480" y="4560634"/>
                </a:lnTo>
                <a:lnTo>
                  <a:pt x="300569" y="4575558"/>
                </a:lnTo>
                <a:lnTo>
                  <a:pt x="286123" y="4590948"/>
                </a:lnTo>
                <a:lnTo>
                  <a:pt x="260027" y="4622662"/>
                </a:lnTo>
                <a:lnTo>
                  <a:pt x="237659" y="4658106"/>
                </a:lnTo>
                <a:lnTo>
                  <a:pt x="218087" y="4694016"/>
                </a:lnTo>
                <a:lnTo>
                  <a:pt x="203175" y="4732259"/>
                </a:lnTo>
                <a:lnTo>
                  <a:pt x="192457" y="4771434"/>
                </a:lnTo>
                <a:lnTo>
                  <a:pt x="184535" y="4812008"/>
                </a:lnTo>
                <a:lnTo>
                  <a:pt x="181273" y="4853981"/>
                </a:lnTo>
                <a:lnTo>
                  <a:pt x="181273" y="4862523"/>
                </a:lnTo>
                <a:lnTo>
                  <a:pt x="0" y="4862523"/>
                </a:lnTo>
                <a:lnTo>
                  <a:pt x="0" y="4846986"/>
                </a:lnTo>
                <a:lnTo>
                  <a:pt x="5126" y="4787757"/>
                </a:lnTo>
                <a:lnTo>
                  <a:pt x="15378" y="4729460"/>
                </a:lnTo>
                <a:lnTo>
                  <a:pt x="31688" y="4673030"/>
                </a:lnTo>
                <a:lnTo>
                  <a:pt x="53590" y="4618464"/>
                </a:lnTo>
                <a:lnTo>
                  <a:pt x="80618" y="4566231"/>
                </a:lnTo>
                <a:lnTo>
                  <a:pt x="113238" y="4516329"/>
                </a:lnTo>
                <a:lnTo>
                  <a:pt x="150517" y="4470625"/>
                </a:lnTo>
                <a:lnTo>
                  <a:pt x="171021" y="4448239"/>
                </a:lnTo>
                <a:lnTo>
                  <a:pt x="192923" y="4427252"/>
                </a:lnTo>
                <a:lnTo>
                  <a:pt x="238591" y="4389010"/>
                </a:lnTo>
                <a:lnTo>
                  <a:pt x="287521" y="4355898"/>
                </a:lnTo>
                <a:lnTo>
                  <a:pt x="339246" y="4327916"/>
                </a:lnTo>
                <a:lnTo>
                  <a:pt x="393302" y="4305063"/>
                </a:lnTo>
                <a:lnTo>
                  <a:pt x="449688" y="4287808"/>
                </a:lnTo>
                <a:lnTo>
                  <a:pt x="507471" y="4275682"/>
                </a:lnTo>
                <a:lnTo>
                  <a:pt x="566653" y="4270552"/>
                </a:lnTo>
                <a:lnTo>
                  <a:pt x="596943" y="4270086"/>
                </a:lnTo>
                <a:lnTo>
                  <a:pt x="991177" y="4270086"/>
                </a:lnTo>
                <a:lnTo>
                  <a:pt x="1013079" y="4269153"/>
                </a:lnTo>
                <a:lnTo>
                  <a:pt x="1054552" y="4264956"/>
                </a:lnTo>
                <a:lnTo>
                  <a:pt x="1096026" y="4257027"/>
                </a:lnTo>
                <a:lnTo>
                  <a:pt x="1135170" y="4244902"/>
                </a:lnTo>
                <a:lnTo>
                  <a:pt x="1173382" y="4229511"/>
                </a:lnTo>
                <a:lnTo>
                  <a:pt x="1208797" y="4210857"/>
                </a:lnTo>
                <a:lnTo>
                  <a:pt x="1242815" y="4188471"/>
                </a:lnTo>
                <a:lnTo>
                  <a:pt x="1274037" y="4163287"/>
                </a:lnTo>
                <a:lnTo>
                  <a:pt x="1302463" y="4135771"/>
                </a:lnTo>
                <a:lnTo>
                  <a:pt x="1328559" y="4105457"/>
                </a:lnTo>
                <a:lnTo>
                  <a:pt x="1351859" y="4072811"/>
                </a:lnTo>
                <a:lnTo>
                  <a:pt x="1371896" y="4037833"/>
                </a:lnTo>
                <a:lnTo>
                  <a:pt x="1388206" y="4001456"/>
                </a:lnTo>
                <a:lnTo>
                  <a:pt x="1400788" y="3962748"/>
                </a:lnTo>
                <a:lnTo>
                  <a:pt x="1410108" y="3923106"/>
                </a:lnTo>
                <a:lnTo>
                  <a:pt x="1414768" y="3881599"/>
                </a:lnTo>
                <a:lnTo>
                  <a:pt x="1415234" y="3860613"/>
                </a:lnTo>
                <a:lnTo>
                  <a:pt x="1416166" y="3839626"/>
                </a:lnTo>
                <a:lnTo>
                  <a:pt x="1412438" y="3797653"/>
                </a:lnTo>
                <a:lnTo>
                  <a:pt x="1404982" y="3757078"/>
                </a:lnTo>
                <a:lnTo>
                  <a:pt x="1393798" y="3717903"/>
                </a:lnTo>
                <a:lnTo>
                  <a:pt x="1378420" y="3680127"/>
                </a:lnTo>
                <a:lnTo>
                  <a:pt x="1359315" y="3643750"/>
                </a:lnTo>
                <a:lnTo>
                  <a:pt x="1336947" y="3609239"/>
                </a:lnTo>
                <a:lnTo>
                  <a:pt x="1310851" y="3576593"/>
                </a:lnTo>
                <a:lnTo>
                  <a:pt x="1296405" y="3561203"/>
                </a:lnTo>
                <a:lnTo>
                  <a:pt x="1281493" y="3546745"/>
                </a:lnTo>
                <a:lnTo>
                  <a:pt x="1249339" y="3520162"/>
                </a:lnTo>
                <a:lnTo>
                  <a:pt x="1215321" y="3496844"/>
                </a:lnTo>
                <a:lnTo>
                  <a:pt x="1178974" y="3477256"/>
                </a:lnTo>
                <a:lnTo>
                  <a:pt x="1141694" y="3461866"/>
                </a:lnTo>
                <a:lnTo>
                  <a:pt x="1102550" y="3449740"/>
                </a:lnTo>
                <a:lnTo>
                  <a:pt x="1062008" y="3441812"/>
                </a:lnTo>
                <a:lnTo>
                  <a:pt x="1021000" y="3437615"/>
                </a:lnTo>
                <a:lnTo>
                  <a:pt x="1000031" y="3436682"/>
                </a:lnTo>
                <a:lnTo>
                  <a:pt x="605331" y="3436682"/>
                </a:lnTo>
                <a:lnTo>
                  <a:pt x="574575" y="3436216"/>
                </a:lnTo>
                <a:lnTo>
                  <a:pt x="514927" y="3430153"/>
                </a:lnTo>
                <a:lnTo>
                  <a:pt x="456212" y="3418960"/>
                </a:lnTo>
                <a:lnTo>
                  <a:pt x="399826" y="3401704"/>
                </a:lnTo>
                <a:lnTo>
                  <a:pt x="346236" y="3379318"/>
                </a:lnTo>
                <a:lnTo>
                  <a:pt x="295443" y="3352269"/>
                </a:lnTo>
                <a:lnTo>
                  <a:pt x="247445" y="3320089"/>
                </a:lnTo>
                <a:lnTo>
                  <a:pt x="202709" y="3284645"/>
                </a:lnTo>
                <a:lnTo>
                  <a:pt x="161701" y="3244538"/>
                </a:lnTo>
                <a:lnTo>
                  <a:pt x="123956" y="3201165"/>
                </a:lnTo>
                <a:lnTo>
                  <a:pt x="91336" y="3154062"/>
                </a:lnTo>
                <a:lnTo>
                  <a:pt x="62910" y="3104626"/>
                </a:lnTo>
                <a:lnTo>
                  <a:pt x="39610" y="3051460"/>
                </a:lnTo>
                <a:lnTo>
                  <a:pt x="21436" y="2996429"/>
                </a:lnTo>
                <a:lnTo>
                  <a:pt x="7922" y="2938599"/>
                </a:lnTo>
                <a:lnTo>
                  <a:pt x="932" y="2879370"/>
                </a:lnTo>
                <a:lnTo>
                  <a:pt x="0" y="2849522"/>
                </a:lnTo>
                <a:lnTo>
                  <a:pt x="0" y="2819208"/>
                </a:lnTo>
                <a:lnTo>
                  <a:pt x="5126" y="2759979"/>
                </a:lnTo>
                <a:lnTo>
                  <a:pt x="15378" y="2701216"/>
                </a:lnTo>
                <a:lnTo>
                  <a:pt x="31688" y="2645252"/>
                </a:lnTo>
                <a:lnTo>
                  <a:pt x="53590" y="2590687"/>
                </a:lnTo>
                <a:lnTo>
                  <a:pt x="80618" y="2537987"/>
                </a:lnTo>
                <a:lnTo>
                  <a:pt x="113238" y="2488551"/>
                </a:lnTo>
                <a:lnTo>
                  <a:pt x="150517" y="2441914"/>
                </a:lnTo>
                <a:lnTo>
                  <a:pt x="171021" y="2419995"/>
                </a:lnTo>
                <a:lnTo>
                  <a:pt x="192923" y="2399008"/>
                </a:lnTo>
                <a:lnTo>
                  <a:pt x="238591" y="2360766"/>
                </a:lnTo>
                <a:lnTo>
                  <a:pt x="287521" y="2327654"/>
                </a:lnTo>
                <a:lnTo>
                  <a:pt x="339246" y="2299672"/>
                </a:lnTo>
                <a:lnTo>
                  <a:pt x="393302" y="2276819"/>
                </a:lnTo>
                <a:lnTo>
                  <a:pt x="449688" y="2260030"/>
                </a:lnTo>
                <a:lnTo>
                  <a:pt x="507471" y="2247904"/>
                </a:lnTo>
                <a:lnTo>
                  <a:pt x="566653" y="2242308"/>
                </a:lnTo>
                <a:lnTo>
                  <a:pt x="596943" y="2241842"/>
                </a:lnTo>
                <a:lnTo>
                  <a:pt x="991177" y="2241842"/>
                </a:lnTo>
                <a:lnTo>
                  <a:pt x="1013079" y="2241375"/>
                </a:lnTo>
                <a:lnTo>
                  <a:pt x="1054552" y="2237178"/>
                </a:lnTo>
                <a:lnTo>
                  <a:pt x="1096026" y="2229250"/>
                </a:lnTo>
                <a:lnTo>
                  <a:pt x="1135170" y="2217124"/>
                </a:lnTo>
                <a:lnTo>
                  <a:pt x="1173382" y="2201267"/>
                </a:lnTo>
                <a:lnTo>
                  <a:pt x="1208797" y="2182613"/>
                </a:lnTo>
                <a:lnTo>
                  <a:pt x="1242815" y="2160227"/>
                </a:lnTo>
                <a:lnTo>
                  <a:pt x="1274037" y="2135509"/>
                </a:lnTo>
                <a:lnTo>
                  <a:pt x="1302463" y="2107527"/>
                </a:lnTo>
                <a:lnTo>
                  <a:pt x="1328559" y="2077213"/>
                </a:lnTo>
                <a:lnTo>
                  <a:pt x="1351859" y="2044567"/>
                </a:lnTo>
                <a:lnTo>
                  <a:pt x="1371896" y="2009589"/>
                </a:lnTo>
                <a:lnTo>
                  <a:pt x="1388206" y="1972746"/>
                </a:lnTo>
                <a:lnTo>
                  <a:pt x="1400788" y="1934970"/>
                </a:lnTo>
                <a:lnTo>
                  <a:pt x="1410108" y="1894862"/>
                </a:lnTo>
                <a:lnTo>
                  <a:pt x="1414768" y="1853822"/>
                </a:lnTo>
                <a:lnTo>
                  <a:pt x="1415234" y="1832835"/>
                </a:lnTo>
                <a:lnTo>
                  <a:pt x="1416166" y="1811382"/>
                </a:lnTo>
                <a:lnTo>
                  <a:pt x="1412438" y="1769875"/>
                </a:lnTo>
                <a:lnTo>
                  <a:pt x="1404982" y="1729301"/>
                </a:lnTo>
                <a:lnTo>
                  <a:pt x="1393798" y="1690126"/>
                </a:lnTo>
                <a:lnTo>
                  <a:pt x="1378420" y="1651883"/>
                </a:lnTo>
                <a:lnTo>
                  <a:pt x="1359315" y="1615506"/>
                </a:lnTo>
                <a:lnTo>
                  <a:pt x="1336947" y="1580995"/>
                </a:lnTo>
                <a:lnTo>
                  <a:pt x="1310851" y="1548349"/>
                </a:lnTo>
                <a:lnTo>
                  <a:pt x="1296405" y="1533425"/>
                </a:lnTo>
                <a:lnTo>
                  <a:pt x="1281493" y="1518968"/>
                </a:lnTo>
                <a:lnTo>
                  <a:pt x="1249339" y="1492385"/>
                </a:lnTo>
                <a:lnTo>
                  <a:pt x="1215321" y="1468600"/>
                </a:lnTo>
                <a:lnTo>
                  <a:pt x="1178974" y="1449479"/>
                </a:lnTo>
                <a:lnTo>
                  <a:pt x="1141694" y="1433622"/>
                </a:lnTo>
                <a:lnTo>
                  <a:pt x="1102550" y="1421496"/>
                </a:lnTo>
                <a:lnTo>
                  <a:pt x="1062008" y="1413568"/>
                </a:lnTo>
                <a:lnTo>
                  <a:pt x="1021000" y="1409371"/>
                </a:lnTo>
                <a:lnTo>
                  <a:pt x="1000031" y="1408904"/>
                </a:lnTo>
                <a:lnTo>
                  <a:pt x="605331" y="1408904"/>
                </a:lnTo>
                <a:lnTo>
                  <a:pt x="574575" y="1408438"/>
                </a:lnTo>
                <a:lnTo>
                  <a:pt x="514927" y="1402375"/>
                </a:lnTo>
                <a:lnTo>
                  <a:pt x="456212" y="1390716"/>
                </a:lnTo>
                <a:lnTo>
                  <a:pt x="399826" y="1373927"/>
                </a:lnTo>
                <a:lnTo>
                  <a:pt x="346236" y="1351541"/>
                </a:lnTo>
                <a:lnTo>
                  <a:pt x="295443" y="1324025"/>
                </a:lnTo>
                <a:lnTo>
                  <a:pt x="247445" y="1292312"/>
                </a:lnTo>
                <a:lnTo>
                  <a:pt x="202709" y="1256401"/>
                </a:lnTo>
                <a:lnTo>
                  <a:pt x="161701" y="1216760"/>
                </a:lnTo>
                <a:lnTo>
                  <a:pt x="123956" y="1172921"/>
                </a:lnTo>
                <a:lnTo>
                  <a:pt x="91336" y="1125818"/>
                </a:lnTo>
                <a:lnTo>
                  <a:pt x="62910" y="1076382"/>
                </a:lnTo>
                <a:lnTo>
                  <a:pt x="39610" y="1023216"/>
                </a:lnTo>
                <a:lnTo>
                  <a:pt x="21436" y="968185"/>
                </a:lnTo>
                <a:lnTo>
                  <a:pt x="7922" y="910821"/>
                </a:lnTo>
                <a:lnTo>
                  <a:pt x="932" y="851592"/>
                </a:lnTo>
                <a:lnTo>
                  <a:pt x="0" y="821278"/>
                </a:lnTo>
                <a:lnTo>
                  <a:pt x="0" y="790964"/>
                </a:lnTo>
                <a:lnTo>
                  <a:pt x="5126" y="731735"/>
                </a:lnTo>
                <a:lnTo>
                  <a:pt x="15378" y="673439"/>
                </a:lnTo>
                <a:lnTo>
                  <a:pt x="31688" y="617008"/>
                </a:lnTo>
                <a:lnTo>
                  <a:pt x="53590" y="562442"/>
                </a:lnTo>
                <a:lnTo>
                  <a:pt x="80618" y="510209"/>
                </a:lnTo>
                <a:lnTo>
                  <a:pt x="113238" y="460307"/>
                </a:lnTo>
                <a:lnTo>
                  <a:pt x="150517" y="414137"/>
                </a:lnTo>
                <a:lnTo>
                  <a:pt x="171021" y="392217"/>
                </a:lnTo>
                <a:lnTo>
                  <a:pt x="192923" y="370764"/>
                </a:lnTo>
                <a:lnTo>
                  <a:pt x="238591" y="332988"/>
                </a:lnTo>
                <a:lnTo>
                  <a:pt x="287521" y="299876"/>
                </a:lnTo>
                <a:lnTo>
                  <a:pt x="339246" y="271894"/>
                </a:lnTo>
                <a:lnTo>
                  <a:pt x="393302" y="249042"/>
                </a:lnTo>
                <a:lnTo>
                  <a:pt x="449688" y="231786"/>
                </a:lnTo>
                <a:lnTo>
                  <a:pt x="507471" y="219660"/>
                </a:lnTo>
                <a:lnTo>
                  <a:pt x="566653" y="214530"/>
                </a:lnTo>
                <a:lnTo>
                  <a:pt x="596943" y="213598"/>
                </a:lnTo>
                <a:lnTo>
                  <a:pt x="798720" y="213598"/>
                </a:lnTo>
                <a:lnTo>
                  <a:pt x="809438" y="213131"/>
                </a:lnTo>
                <a:lnTo>
                  <a:pt x="831340" y="208934"/>
                </a:lnTo>
                <a:lnTo>
                  <a:pt x="851377" y="200539"/>
                </a:lnTo>
                <a:lnTo>
                  <a:pt x="868619" y="188414"/>
                </a:lnTo>
                <a:lnTo>
                  <a:pt x="883997" y="173490"/>
                </a:lnTo>
                <a:lnTo>
                  <a:pt x="896113" y="155768"/>
                </a:lnTo>
                <a:lnTo>
                  <a:pt x="904501" y="135714"/>
                </a:lnTo>
                <a:lnTo>
                  <a:pt x="908695" y="114261"/>
                </a:lnTo>
                <a:lnTo>
                  <a:pt x="909161" y="102601"/>
                </a:lnTo>
                <a:lnTo>
                  <a:pt x="909161" y="0"/>
                </a:lnTo>
                <a:close/>
              </a:path>
            </a:pathLst>
          </a:custGeom>
          <a:solidFill>
            <a:sysClr val="window" lastClr="FFFFFF">
              <a:lumMod val="85000"/>
            </a:sysClr>
          </a:solidFill>
          <a:ln>
            <a:noFill/>
          </a:ln>
        </p:spPr>
        <p:txBody>
          <a:bodyPr vert="horz" wrap="square" lIns="91440" tIns="45720" rIns="91440" bIns="45720" numCol="1" anchor="t" anchorCtr="0" compatLnSpc="1">
            <a:prstTxWarp prst="textNoShape">
              <a:avLst/>
            </a:prstTxWarp>
            <a:no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29" name="Rectangle 28">
            <a:extLst>
              <a:ext uri="{FF2B5EF4-FFF2-40B4-BE49-F238E27FC236}">
                <a16:creationId xmlns:a16="http://schemas.microsoft.com/office/drawing/2014/main" id="{06D9DB67-9009-66F8-8CD7-20E5C7EA3C98}"/>
              </a:ext>
              <a:ext uri="{C183D7F6-B498-43B3-948B-1728B52AA6E4}">
                <adec:decorative xmlns:adec="http://schemas.microsoft.com/office/drawing/2017/decorative" val="1"/>
              </a:ext>
            </a:extLst>
          </p:cNvPr>
          <p:cNvSpPr/>
          <p:nvPr/>
        </p:nvSpPr>
        <p:spPr>
          <a:xfrm>
            <a:off x="8750727" y="5354413"/>
            <a:ext cx="45719" cy="255305"/>
          </a:xfrm>
          <a:prstGeom prst="rect">
            <a:avLst/>
          </a:prstGeom>
          <a:solidFill>
            <a:srgbClr val="D9D9D9"/>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err="1">
              <a:ln>
                <a:noFill/>
              </a:ln>
              <a:solidFill>
                <a:prstClr val="white"/>
              </a:solidFill>
              <a:effectLst/>
              <a:uLnTx/>
              <a:uFillTx/>
              <a:latin typeface="Calibri" panose="020F0502020204030204"/>
              <a:ea typeface="+mn-ea"/>
              <a:cs typeface="+mn-cs"/>
            </a:endParaRPr>
          </a:p>
        </p:txBody>
      </p:sp>
      <p:sp>
        <p:nvSpPr>
          <p:cNvPr id="30" name="Freeform 589">
            <a:extLst>
              <a:ext uri="{FF2B5EF4-FFF2-40B4-BE49-F238E27FC236}">
                <a16:creationId xmlns:a16="http://schemas.microsoft.com/office/drawing/2014/main" id="{CD7E4AFA-FD8D-917D-30D7-826DC15CD118}"/>
              </a:ext>
              <a:ext uri="{C183D7F6-B498-43B3-948B-1728B52AA6E4}">
                <adec:decorative xmlns:adec="http://schemas.microsoft.com/office/drawing/2017/decorative" val="1"/>
              </a:ext>
            </a:extLst>
          </p:cNvPr>
          <p:cNvSpPr>
            <a:spLocks/>
          </p:cNvSpPr>
          <p:nvPr/>
        </p:nvSpPr>
        <p:spPr bwMode="auto">
          <a:xfrm rot="16200000">
            <a:off x="4001723" y="3686792"/>
            <a:ext cx="1028515" cy="1025883"/>
          </a:xfrm>
          <a:custGeom>
            <a:avLst/>
            <a:gdLst>
              <a:gd name="T0" fmla="*/ 1362 w 1562"/>
              <a:gd name="T1" fmla="*/ 260 h 1562"/>
              <a:gd name="T2" fmla="*/ 1460 w 1562"/>
              <a:gd name="T3" fmla="*/ 397 h 1562"/>
              <a:gd name="T4" fmla="*/ 1525 w 1562"/>
              <a:gd name="T5" fmla="*/ 546 h 1562"/>
              <a:gd name="T6" fmla="*/ 1558 w 1562"/>
              <a:gd name="T7" fmla="*/ 704 h 1562"/>
              <a:gd name="T8" fmla="*/ 1560 w 1562"/>
              <a:gd name="T9" fmla="*/ 825 h 1562"/>
              <a:gd name="T10" fmla="*/ 1547 w 1562"/>
              <a:gd name="T11" fmla="*/ 928 h 1562"/>
              <a:gd name="T12" fmla="*/ 1508 w 1562"/>
              <a:gd name="T13" fmla="*/ 1063 h 1562"/>
              <a:gd name="T14" fmla="*/ 1446 w 1562"/>
              <a:gd name="T15" fmla="*/ 1190 h 1562"/>
              <a:gd name="T16" fmla="*/ 1358 w 1562"/>
              <a:gd name="T17" fmla="*/ 1307 h 1562"/>
              <a:gd name="T18" fmla="*/ 1306 w 1562"/>
              <a:gd name="T19" fmla="*/ 1359 h 1562"/>
              <a:gd name="T20" fmla="*/ 1190 w 1562"/>
              <a:gd name="T21" fmla="*/ 1447 h 1562"/>
              <a:gd name="T22" fmla="*/ 1063 w 1562"/>
              <a:gd name="T23" fmla="*/ 1510 h 1562"/>
              <a:gd name="T24" fmla="*/ 928 w 1562"/>
              <a:gd name="T25" fmla="*/ 1548 h 1562"/>
              <a:gd name="T26" fmla="*/ 825 w 1562"/>
              <a:gd name="T27" fmla="*/ 1561 h 1562"/>
              <a:gd name="T28" fmla="*/ 704 w 1562"/>
              <a:gd name="T29" fmla="*/ 1558 h 1562"/>
              <a:gd name="T30" fmla="*/ 545 w 1562"/>
              <a:gd name="T31" fmla="*/ 1526 h 1562"/>
              <a:gd name="T32" fmla="*/ 396 w 1562"/>
              <a:gd name="T33" fmla="*/ 1461 h 1562"/>
              <a:gd name="T34" fmla="*/ 259 w 1562"/>
              <a:gd name="T35" fmla="*/ 1364 h 1562"/>
              <a:gd name="T36" fmla="*/ 201 w 1562"/>
              <a:gd name="T37" fmla="*/ 1304 h 1562"/>
              <a:gd name="T38" fmla="*/ 107 w 1562"/>
              <a:gd name="T39" fmla="*/ 1179 h 1562"/>
              <a:gd name="T40" fmla="*/ 43 w 1562"/>
              <a:gd name="T41" fmla="*/ 1040 h 1562"/>
              <a:gd name="T42" fmla="*/ 8 w 1562"/>
              <a:gd name="T43" fmla="*/ 893 h 1562"/>
              <a:gd name="T44" fmla="*/ 0 w 1562"/>
              <a:gd name="T45" fmla="*/ 743 h 1562"/>
              <a:gd name="T46" fmla="*/ 22 w 1562"/>
              <a:gd name="T47" fmla="*/ 595 h 1562"/>
              <a:gd name="T48" fmla="*/ 71 w 1562"/>
              <a:gd name="T49" fmla="*/ 453 h 1562"/>
              <a:gd name="T50" fmla="*/ 150 w 1562"/>
              <a:gd name="T51" fmla="*/ 319 h 1562"/>
              <a:gd name="T52" fmla="*/ 228 w 1562"/>
              <a:gd name="T53" fmla="*/ 229 h 1562"/>
              <a:gd name="T54" fmla="*/ 319 w 1562"/>
              <a:gd name="T55" fmla="*/ 151 h 1562"/>
              <a:gd name="T56" fmla="*/ 451 w 1562"/>
              <a:gd name="T57" fmla="*/ 72 h 1562"/>
              <a:gd name="T58" fmla="*/ 595 w 1562"/>
              <a:gd name="T59" fmla="*/ 22 h 1562"/>
              <a:gd name="T60" fmla="*/ 742 w 1562"/>
              <a:gd name="T61" fmla="*/ 0 h 1562"/>
              <a:gd name="T62" fmla="*/ 893 w 1562"/>
              <a:gd name="T63" fmla="*/ 8 h 1562"/>
              <a:gd name="T64" fmla="*/ 1039 w 1562"/>
              <a:gd name="T65" fmla="*/ 43 h 1562"/>
              <a:gd name="T66" fmla="*/ 1177 w 1562"/>
              <a:gd name="T67" fmla="*/ 108 h 1562"/>
              <a:gd name="T68" fmla="*/ 1304 w 1562"/>
              <a:gd name="T69" fmla="*/ 201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62" h="1562">
                <a:moveTo>
                  <a:pt x="1332" y="229"/>
                </a:moveTo>
                <a:lnTo>
                  <a:pt x="1362" y="260"/>
                </a:lnTo>
                <a:lnTo>
                  <a:pt x="1415" y="326"/>
                </a:lnTo>
                <a:lnTo>
                  <a:pt x="1460" y="397"/>
                </a:lnTo>
                <a:lnTo>
                  <a:pt x="1497" y="470"/>
                </a:lnTo>
                <a:lnTo>
                  <a:pt x="1525" y="546"/>
                </a:lnTo>
                <a:lnTo>
                  <a:pt x="1546" y="625"/>
                </a:lnTo>
                <a:lnTo>
                  <a:pt x="1558" y="704"/>
                </a:lnTo>
                <a:lnTo>
                  <a:pt x="1562" y="785"/>
                </a:lnTo>
                <a:lnTo>
                  <a:pt x="1560" y="825"/>
                </a:lnTo>
                <a:lnTo>
                  <a:pt x="1558" y="860"/>
                </a:lnTo>
                <a:lnTo>
                  <a:pt x="1547" y="928"/>
                </a:lnTo>
                <a:lnTo>
                  <a:pt x="1532" y="997"/>
                </a:lnTo>
                <a:lnTo>
                  <a:pt x="1508" y="1063"/>
                </a:lnTo>
                <a:lnTo>
                  <a:pt x="1480" y="1128"/>
                </a:lnTo>
                <a:lnTo>
                  <a:pt x="1446" y="1190"/>
                </a:lnTo>
                <a:lnTo>
                  <a:pt x="1405" y="1250"/>
                </a:lnTo>
                <a:lnTo>
                  <a:pt x="1358" y="1307"/>
                </a:lnTo>
                <a:lnTo>
                  <a:pt x="1332" y="1333"/>
                </a:lnTo>
                <a:lnTo>
                  <a:pt x="1306" y="1359"/>
                </a:lnTo>
                <a:lnTo>
                  <a:pt x="1249" y="1407"/>
                </a:lnTo>
                <a:lnTo>
                  <a:pt x="1190" y="1447"/>
                </a:lnTo>
                <a:lnTo>
                  <a:pt x="1127" y="1482"/>
                </a:lnTo>
                <a:lnTo>
                  <a:pt x="1063" y="1510"/>
                </a:lnTo>
                <a:lnTo>
                  <a:pt x="996" y="1532"/>
                </a:lnTo>
                <a:lnTo>
                  <a:pt x="928" y="1548"/>
                </a:lnTo>
                <a:lnTo>
                  <a:pt x="859" y="1558"/>
                </a:lnTo>
                <a:lnTo>
                  <a:pt x="825" y="1561"/>
                </a:lnTo>
                <a:lnTo>
                  <a:pt x="784" y="1562"/>
                </a:lnTo>
                <a:lnTo>
                  <a:pt x="704" y="1558"/>
                </a:lnTo>
                <a:lnTo>
                  <a:pt x="624" y="1547"/>
                </a:lnTo>
                <a:lnTo>
                  <a:pt x="545" y="1526"/>
                </a:lnTo>
                <a:lnTo>
                  <a:pt x="469" y="1499"/>
                </a:lnTo>
                <a:lnTo>
                  <a:pt x="396" y="1461"/>
                </a:lnTo>
                <a:lnTo>
                  <a:pt x="325" y="1417"/>
                </a:lnTo>
                <a:lnTo>
                  <a:pt x="259" y="1364"/>
                </a:lnTo>
                <a:lnTo>
                  <a:pt x="228" y="1333"/>
                </a:lnTo>
                <a:lnTo>
                  <a:pt x="201" y="1304"/>
                </a:lnTo>
                <a:lnTo>
                  <a:pt x="150" y="1243"/>
                </a:lnTo>
                <a:lnTo>
                  <a:pt x="107" y="1179"/>
                </a:lnTo>
                <a:lnTo>
                  <a:pt x="71" y="1110"/>
                </a:lnTo>
                <a:lnTo>
                  <a:pt x="43" y="1040"/>
                </a:lnTo>
                <a:lnTo>
                  <a:pt x="22" y="967"/>
                </a:lnTo>
                <a:lnTo>
                  <a:pt x="8" y="893"/>
                </a:lnTo>
                <a:lnTo>
                  <a:pt x="0" y="818"/>
                </a:lnTo>
                <a:lnTo>
                  <a:pt x="0" y="743"/>
                </a:lnTo>
                <a:lnTo>
                  <a:pt x="8" y="669"/>
                </a:lnTo>
                <a:lnTo>
                  <a:pt x="22" y="595"/>
                </a:lnTo>
                <a:lnTo>
                  <a:pt x="43" y="523"/>
                </a:lnTo>
                <a:lnTo>
                  <a:pt x="71" y="453"/>
                </a:lnTo>
                <a:lnTo>
                  <a:pt x="107" y="384"/>
                </a:lnTo>
                <a:lnTo>
                  <a:pt x="150" y="319"/>
                </a:lnTo>
                <a:lnTo>
                  <a:pt x="201" y="258"/>
                </a:lnTo>
                <a:lnTo>
                  <a:pt x="228" y="229"/>
                </a:lnTo>
                <a:lnTo>
                  <a:pt x="258" y="201"/>
                </a:lnTo>
                <a:lnTo>
                  <a:pt x="319" y="151"/>
                </a:lnTo>
                <a:lnTo>
                  <a:pt x="383" y="108"/>
                </a:lnTo>
                <a:lnTo>
                  <a:pt x="451" y="72"/>
                </a:lnTo>
                <a:lnTo>
                  <a:pt x="522" y="43"/>
                </a:lnTo>
                <a:lnTo>
                  <a:pt x="595" y="22"/>
                </a:lnTo>
                <a:lnTo>
                  <a:pt x="669" y="8"/>
                </a:lnTo>
                <a:lnTo>
                  <a:pt x="742" y="0"/>
                </a:lnTo>
                <a:lnTo>
                  <a:pt x="818" y="0"/>
                </a:lnTo>
                <a:lnTo>
                  <a:pt x="893" y="8"/>
                </a:lnTo>
                <a:lnTo>
                  <a:pt x="967" y="22"/>
                </a:lnTo>
                <a:lnTo>
                  <a:pt x="1039" y="43"/>
                </a:lnTo>
                <a:lnTo>
                  <a:pt x="1109" y="72"/>
                </a:lnTo>
                <a:lnTo>
                  <a:pt x="1177" y="108"/>
                </a:lnTo>
                <a:lnTo>
                  <a:pt x="1243" y="151"/>
                </a:lnTo>
                <a:lnTo>
                  <a:pt x="1304" y="201"/>
                </a:lnTo>
                <a:lnTo>
                  <a:pt x="1332" y="229"/>
                </a:lnTo>
                <a:close/>
              </a:path>
            </a:pathLst>
          </a:custGeom>
          <a:solidFill>
            <a:srgbClr val="4A66AC"/>
          </a:solidFill>
          <a:ln>
            <a:noFill/>
          </a:ln>
        </p:spPr>
        <p:txBody>
          <a:bodyPr vert="horz" wrap="square" lIns="91440" tIns="45720" rIns="91440" bIns="45720" numCol="1" anchor="t" anchorCtr="0" compatLnSpc="1">
            <a:prstTxWarp prst="textNoShape">
              <a:avLst/>
            </a:prstTxWarp>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black"/>
              </a:solidFill>
              <a:effectLst/>
              <a:uLnTx/>
              <a:uFillTx/>
              <a:latin typeface="Calibri" panose="020F0502020204030204"/>
            </a:endParaRPr>
          </a:p>
        </p:txBody>
      </p:sp>
      <p:sp>
        <p:nvSpPr>
          <p:cNvPr id="31" name="Freeform 591">
            <a:extLst>
              <a:ext uri="{FF2B5EF4-FFF2-40B4-BE49-F238E27FC236}">
                <a16:creationId xmlns:a16="http://schemas.microsoft.com/office/drawing/2014/main" id="{38EC6109-58D8-45CF-F548-BBA3A2C0039E}"/>
              </a:ext>
              <a:ext uri="{C183D7F6-B498-43B3-948B-1728B52AA6E4}">
                <adec:decorative xmlns:adec="http://schemas.microsoft.com/office/drawing/2017/decorative" val="0"/>
              </a:ext>
            </a:extLst>
          </p:cNvPr>
          <p:cNvSpPr>
            <a:spLocks/>
          </p:cNvSpPr>
          <p:nvPr/>
        </p:nvSpPr>
        <p:spPr bwMode="auto">
          <a:xfrm>
            <a:off x="4175334" y="3859085"/>
            <a:ext cx="681292" cy="681292"/>
          </a:xfrm>
          <a:custGeom>
            <a:avLst/>
            <a:gdLst>
              <a:gd name="T0" fmla="*/ 151 w 1036"/>
              <a:gd name="T1" fmla="*/ 153 h 1038"/>
              <a:gd name="T2" fmla="*/ 115 w 1036"/>
              <a:gd name="T3" fmla="*/ 192 h 1038"/>
              <a:gd name="T4" fmla="*/ 57 w 1036"/>
              <a:gd name="T5" fmla="*/ 279 h 1038"/>
              <a:gd name="T6" fmla="*/ 19 w 1036"/>
              <a:gd name="T7" fmla="*/ 372 h 1038"/>
              <a:gd name="T8" fmla="*/ 0 w 1036"/>
              <a:gd name="T9" fmla="*/ 470 h 1038"/>
              <a:gd name="T10" fmla="*/ 0 w 1036"/>
              <a:gd name="T11" fmla="*/ 570 h 1038"/>
              <a:gd name="T12" fmla="*/ 19 w 1036"/>
              <a:gd name="T13" fmla="*/ 669 h 1038"/>
              <a:gd name="T14" fmla="*/ 57 w 1036"/>
              <a:gd name="T15" fmla="*/ 762 h 1038"/>
              <a:gd name="T16" fmla="*/ 115 w 1036"/>
              <a:gd name="T17" fmla="*/ 849 h 1038"/>
              <a:gd name="T18" fmla="*/ 151 w 1036"/>
              <a:gd name="T19" fmla="*/ 888 h 1038"/>
              <a:gd name="T20" fmla="*/ 151 w 1036"/>
              <a:gd name="T21" fmla="*/ 888 h 1038"/>
              <a:gd name="T22" fmla="*/ 190 w 1036"/>
              <a:gd name="T23" fmla="*/ 924 h 1038"/>
              <a:gd name="T24" fmla="*/ 277 w 1036"/>
              <a:gd name="T25" fmla="*/ 981 h 1038"/>
              <a:gd name="T26" fmla="*/ 370 w 1036"/>
              <a:gd name="T27" fmla="*/ 1020 h 1038"/>
              <a:gd name="T28" fmla="*/ 469 w 1036"/>
              <a:gd name="T29" fmla="*/ 1038 h 1038"/>
              <a:gd name="T30" fmla="*/ 569 w 1036"/>
              <a:gd name="T31" fmla="*/ 1038 h 1038"/>
              <a:gd name="T32" fmla="*/ 667 w 1036"/>
              <a:gd name="T33" fmla="*/ 1020 h 1038"/>
              <a:gd name="T34" fmla="*/ 760 w 1036"/>
              <a:gd name="T35" fmla="*/ 981 h 1038"/>
              <a:gd name="T36" fmla="*/ 847 w 1036"/>
              <a:gd name="T37" fmla="*/ 924 h 1038"/>
              <a:gd name="T38" fmla="*/ 886 w 1036"/>
              <a:gd name="T39" fmla="*/ 888 h 1038"/>
              <a:gd name="T40" fmla="*/ 886 w 1036"/>
              <a:gd name="T41" fmla="*/ 888 h 1038"/>
              <a:gd name="T42" fmla="*/ 922 w 1036"/>
              <a:gd name="T43" fmla="*/ 849 h 1038"/>
              <a:gd name="T44" fmla="*/ 979 w 1036"/>
              <a:gd name="T45" fmla="*/ 762 h 1038"/>
              <a:gd name="T46" fmla="*/ 1017 w 1036"/>
              <a:gd name="T47" fmla="*/ 669 h 1038"/>
              <a:gd name="T48" fmla="*/ 1036 w 1036"/>
              <a:gd name="T49" fmla="*/ 570 h 1038"/>
              <a:gd name="T50" fmla="*/ 1036 w 1036"/>
              <a:gd name="T51" fmla="*/ 470 h 1038"/>
              <a:gd name="T52" fmla="*/ 1017 w 1036"/>
              <a:gd name="T53" fmla="*/ 372 h 1038"/>
              <a:gd name="T54" fmla="*/ 979 w 1036"/>
              <a:gd name="T55" fmla="*/ 279 h 1038"/>
              <a:gd name="T56" fmla="*/ 922 w 1036"/>
              <a:gd name="T57" fmla="*/ 192 h 1038"/>
              <a:gd name="T58" fmla="*/ 886 w 1036"/>
              <a:gd name="T59" fmla="*/ 153 h 1038"/>
              <a:gd name="T60" fmla="*/ 886 w 1036"/>
              <a:gd name="T61" fmla="*/ 153 h 1038"/>
              <a:gd name="T62" fmla="*/ 847 w 1036"/>
              <a:gd name="T63" fmla="*/ 117 h 1038"/>
              <a:gd name="T64" fmla="*/ 760 w 1036"/>
              <a:gd name="T65" fmla="*/ 60 h 1038"/>
              <a:gd name="T66" fmla="*/ 667 w 1036"/>
              <a:gd name="T67" fmla="*/ 21 h 1038"/>
              <a:gd name="T68" fmla="*/ 569 w 1036"/>
              <a:gd name="T69" fmla="*/ 3 h 1038"/>
              <a:gd name="T70" fmla="*/ 518 w 1036"/>
              <a:gd name="T71" fmla="*/ 0 h 1038"/>
              <a:gd name="T72" fmla="*/ 518 w 1036"/>
              <a:gd name="T73" fmla="*/ 0 h 1038"/>
              <a:gd name="T74" fmla="*/ 469 w 1036"/>
              <a:gd name="T75" fmla="*/ 3 h 1038"/>
              <a:gd name="T76" fmla="*/ 370 w 1036"/>
              <a:gd name="T77" fmla="*/ 21 h 1038"/>
              <a:gd name="T78" fmla="*/ 277 w 1036"/>
              <a:gd name="T79" fmla="*/ 60 h 1038"/>
              <a:gd name="T80" fmla="*/ 190 w 1036"/>
              <a:gd name="T81" fmla="*/ 117 h 1038"/>
              <a:gd name="T82" fmla="*/ 151 w 1036"/>
              <a:gd name="T83" fmla="*/ 15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6" h="1038">
                <a:moveTo>
                  <a:pt x="151" y="153"/>
                </a:moveTo>
                <a:lnTo>
                  <a:pt x="115" y="192"/>
                </a:lnTo>
                <a:lnTo>
                  <a:pt x="57" y="279"/>
                </a:lnTo>
                <a:lnTo>
                  <a:pt x="19" y="372"/>
                </a:lnTo>
                <a:lnTo>
                  <a:pt x="0" y="470"/>
                </a:lnTo>
                <a:lnTo>
                  <a:pt x="0" y="570"/>
                </a:lnTo>
                <a:lnTo>
                  <a:pt x="19" y="669"/>
                </a:lnTo>
                <a:lnTo>
                  <a:pt x="57" y="762"/>
                </a:lnTo>
                <a:lnTo>
                  <a:pt x="115" y="849"/>
                </a:lnTo>
                <a:lnTo>
                  <a:pt x="151" y="888"/>
                </a:lnTo>
                <a:lnTo>
                  <a:pt x="151" y="888"/>
                </a:lnTo>
                <a:lnTo>
                  <a:pt x="190" y="924"/>
                </a:lnTo>
                <a:lnTo>
                  <a:pt x="277" y="981"/>
                </a:lnTo>
                <a:lnTo>
                  <a:pt x="370" y="1020"/>
                </a:lnTo>
                <a:lnTo>
                  <a:pt x="469" y="1038"/>
                </a:lnTo>
                <a:lnTo>
                  <a:pt x="569" y="1038"/>
                </a:lnTo>
                <a:lnTo>
                  <a:pt x="667" y="1020"/>
                </a:lnTo>
                <a:lnTo>
                  <a:pt x="760" y="981"/>
                </a:lnTo>
                <a:lnTo>
                  <a:pt x="847" y="924"/>
                </a:lnTo>
                <a:lnTo>
                  <a:pt x="886" y="888"/>
                </a:lnTo>
                <a:lnTo>
                  <a:pt x="886" y="888"/>
                </a:lnTo>
                <a:lnTo>
                  <a:pt x="922" y="849"/>
                </a:lnTo>
                <a:lnTo>
                  <a:pt x="979" y="762"/>
                </a:lnTo>
                <a:lnTo>
                  <a:pt x="1017" y="669"/>
                </a:lnTo>
                <a:lnTo>
                  <a:pt x="1036" y="570"/>
                </a:lnTo>
                <a:lnTo>
                  <a:pt x="1036" y="470"/>
                </a:lnTo>
                <a:lnTo>
                  <a:pt x="1017" y="372"/>
                </a:lnTo>
                <a:lnTo>
                  <a:pt x="979" y="279"/>
                </a:lnTo>
                <a:lnTo>
                  <a:pt x="922" y="192"/>
                </a:lnTo>
                <a:lnTo>
                  <a:pt x="886" y="153"/>
                </a:lnTo>
                <a:lnTo>
                  <a:pt x="886" y="153"/>
                </a:lnTo>
                <a:lnTo>
                  <a:pt x="847" y="117"/>
                </a:lnTo>
                <a:lnTo>
                  <a:pt x="760" y="60"/>
                </a:lnTo>
                <a:lnTo>
                  <a:pt x="667" y="21"/>
                </a:lnTo>
                <a:lnTo>
                  <a:pt x="569" y="3"/>
                </a:lnTo>
                <a:lnTo>
                  <a:pt x="518" y="0"/>
                </a:lnTo>
                <a:lnTo>
                  <a:pt x="518" y="0"/>
                </a:lnTo>
                <a:lnTo>
                  <a:pt x="469" y="3"/>
                </a:lnTo>
                <a:lnTo>
                  <a:pt x="370" y="21"/>
                </a:lnTo>
                <a:lnTo>
                  <a:pt x="277" y="60"/>
                </a:lnTo>
                <a:lnTo>
                  <a:pt x="190" y="117"/>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defRPr/>
            </a:pPr>
            <a:r>
              <a:rPr lang="en-US" sz="1200" b="1">
                <a:solidFill>
                  <a:prstClr val="black"/>
                </a:solidFill>
                <a:latin typeface="Calibri Light" panose="020F0302020204030204"/>
              </a:rPr>
              <a:t>Engage</a:t>
            </a:r>
          </a:p>
        </p:txBody>
      </p:sp>
      <p:sp>
        <p:nvSpPr>
          <p:cNvPr id="32" name="TextBox 31">
            <a:extLst>
              <a:ext uri="{FF2B5EF4-FFF2-40B4-BE49-F238E27FC236}">
                <a16:creationId xmlns:a16="http://schemas.microsoft.com/office/drawing/2014/main" id="{5FB0E92E-29DD-006C-3B8B-E13576DFB1EC}"/>
              </a:ext>
            </a:extLst>
          </p:cNvPr>
          <p:cNvSpPr txBox="1"/>
          <p:nvPr/>
        </p:nvSpPr>
        <p:spPr>
          <a:xfrm>
            <a:off x="3698235" y="4779832"/>
            <a:ext cx="1581465" cy="954107"/>
          </a:xfrm>
          <a:prstGeom prst="rect">
            <a:avLst/>
          </a:prstGeom>
          <a:noFill/>
        </p:spPr>
        <p:txBody>
          <a:bodyPr wrap="square" rtlCol="0">
            <a:spAutoFit/>
          </a:bodyPr>
          <a:lstStyle/>
          <a:p>
            <a:pPr algn="ctr"/>
            <a:r>
              <a:rPr lang="en-US" sz="1400">
                <a:solidFill>
                  <a:prstClr val="black"/>
                </a:solidFill>
                <a:latin typeface="Calibri" panose="020F0502020204030204"/>
              </a:rPr>
              <a:t>Project Initiation communications  to engage the business</a:t>
            </a:r>
          </a:p>
        </p:txBody>
      </p:sp>
      <p:sp>
        <p:nvSpPr>
          <p:cNvPr id="33" name="Freeform 9">
            <a:extLst>
              <a:ext uri="{FF2B5EF4-FFF2-40B4-BE49-F238E27FC236}">
                <a16:creationId xmlns:a16="http://schemas.microsoft.com/office/drawing/2014/main" id="{1764982F-3381-46C2-9828-2C8C6DC40C1B}"/>
              </a:ext>
              <a:ext uri="{C183D7F6-B498-43B3-948B-1728B52AA6E4}">
                <adec:decorative xmlns:adec="http://schemas.microsoft.com/office/drawing/2017/decorative" val="1"/>
              </a:ext>
            </a:extLst>
          </p:cNvPr>
          <p:cNvSpPr>
            <a:spLocks/>
          </p:cNvSpPr>
          <p:nvPr/>
        </p:nvSpPr>
        <p:spPr bwMode="auto">
          <a:xfrm rot="16200000">
            <a:off x="5431810" y="4237309"/>
            <a:ext cx="1028515" cy="1025883"/>
          </a:xfrm>
          <a:custGeom>
            <a:avLst/>
            <a:gdLst>
              <a:gd name="T0" fmla="*/ 1362 w 1562"/>
              <a:gd name="T1" fmla="*/ 259 h 1562"/>
              <a:gd name="T2" fmla="*/ 1461 w 1562"/>
              <a:gd name="T3" fmla="*/ 396 h 1562"/>
              <a:gd name="T4" fmla="*/ 1525 w 1562"/>
              <a:gd name="T5" fmla="*/ 545 h 1562"/>
              <a:gd name="T6" fmla="*/ 1558 w 1562"/>
              <a:gd name="T7" fmla="*/ 704 h 1562"/>
              <a:gd name="T8" fmla="*/ 1560 w 1562"/>
              <a:gd name="T9" fmla="*/ 825 h 1562"/>
              <a:gd name="T10" fmla="*/ 1547 w 1562"/>
              <a:gd name="T11" fmla="*/ 928 h 1562"/>
              <a:gd name="T12" fmla="*/ 1509 w 1562"/>
              <a:gd name="T13" fmla="*/ 1063 h 1562"/>
              <a:gd name="T14" fmla="*/ 1446 w 1562"/>
              <a:gd name="T15" fmla="*/ 1190 h 1562"/>
              <a:gd name="T16" fmla="*/ 1358 w 1562"/>
              <a:gd name="T17" fmla="*/ 1306 h 1562"/>
              <a:gd name="T18" fmla="*/ 1306 w 1562"/>
              <a:gd name="T19" fmla="*/ 1359 h 1562"/>
              <a:gd name="T20" fmla="*/ 1190 w 1562"/>
              <a:gd name="T21" fmla="*/ 1446 h 1562"/>
              <a:gd name="T22" fmla="*/ 1063 w 1562"/>
              <a:gd name="T23" fmla="*/ 1510 h 1562"/>
              <a:gd name="T24" fmla="*/ 928 w 1562"/>
              <a:gd name="T25" fmla="*/ 1547 h 1562"/>
              <a:gd name="T26" fmla="*/ 825 w 1562"/>
              <a:gd name="T27" fmla="*/ 1560 h 1562"/>
              <a:gd name="T28" fmla="*/ 704 w 1562"/>
              <a:gd name="T29" fmla="*/ 1558 h 1562"/>
              <a:gd name="T30" fmla="*/ 546 w 1562"/>
              <a:gd name="T31" fmla="*/ 1527 h 1562"/>
              <a:gd name="T32" fmla="*/ 396 w 1562"/>
              <a:gd name="T33" fmla="*/ 1461 h 1562"/>
              <a:gd name="T34" fmla="*/ 259 w 1562"/>
              <a:gd name="T35" fmla="*/ 1363 h 1562"/>
              <a:gd name="T36" fmla="*/ 201 w 1562"/>
              <a:gd name="T37" fmla="*/ 1304 h 1562"/>
              <a:gd name="T38" fmla="*/ 107 w 1562"/>
              <a:gd name="T39" fmla="*/ 1178 h 1562"/>
              <a:gd name="T40" fmla="*/ 43 w 1562"/>
              <a:gd name="T41" fmla="*/ 1039 h 1562"/>
              <a:gd name="T42" fmla="*/ 8 w 1562"/>
              <a:gd name="T43" fmla="*/ 893 h 1562"/>
              <a:gd name="T44" fmla="*/ 0 w 1562"/>
              <a:gd name="T45" fmla="*/ 744 h 1562"/>
              <a:gd name="T46" fmla="*/ 22 w 1562"/>
              <a:gd name="T47" fmla="*/ 595 h 1562"/>
              <a:gd name="T48" fmla="*/ 71 w 1562"/>
              <a:gd name="T49" fmla="*/ 452 h 1562"/>
              <a:gd name="T50" fmla="*/ 150 w 1562"/>
              <a:gd name="T51" fmla="*/ 319 h 1562"/>
              <a:gd name="T52" fmla="*/ 228 w 1562"/>
              <a:gd name="T53" fmla="*/ 228 h 1562"/>
              <a:gd name="T54" fmla="*/ 319 w 1562"/>
              <a:gd name="T55" fmla="*/ 150 h 1562"/>
              <a:gd name="T56" fmla="*/ 451 w 1562"/>
              <a:gd name="T57" fmla="*/ 72 h 1562"/>
              <a:gd name="T58" fmla="*/ 595 w 1562"/>
              <a:gd name="T59" fmla="*/ 22 h 1562"/>
              <a:gd name="T60" fmla="*/ 743 w 1562"/>
              <a:gd name="T61" fmla="*/ 0 h 1562"/>
              <a:gd name="T62" fmla="*/ 893 w 1562"/>
              <a:gd name="T63" fmla="*/ 8 h 1562"/>
              <a:gd name="T64" fmla="*/ 1039 w 1562"/>
              <a:gd name="T65" fmla="*/ 44 h 1562"/>
              <a:gd name="T66" fmla="*/ 1177 w 1562"/>
              <a:gd name="T67" fmla="*/ 107 h 1562"/>
              <a:gd name="T68" fmla="*/ 1304 w 1562"/>
              <a:gd name="T69" fmla="*/ 201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62" h="1562">
                <a:moveTo>
                  <a:pt x="1332" y="228"/>
                </a:moveTo>
                <a:lnTo>
                  <a:pt x="1362" y="259"/>
                </a:lnTo>
                <a:lnTo>
                  <a:pt x="1415" y="326"/>
                </a:lnTo>
                <a:lnTo>
                  <a:pt x="1461" y="396"/>
                </a:lnTo>
                <a:lnTo>
                  <a:pt x="1497" y="470"/>
                </a:lnTo>
                <a:lnTo>
                  <a:pt x="1525" y="545"/>
                </a:lnTo>
                <a:lnTo>
                  <a:pt x="1546" y="625"/>
                </a:lnTo>
                <a:lnTo>
                  <a:pt x="1558" y="704"/>
                </a:lnTo>
                <a:lnTo>
                  <a:pt x="1562" y="785"/>
                </a:lnTo>
                <a:lnTo>
                  <a:pt x="1560" y="825"/>
                </a:lnTo>
                <a:lnTo>
                  <a:pt x="1558" y="859"/>
                </a:lnTo>
                <a:lnTo>
                  <a:pt x="1547" y="928"/>
                </a:lnTo>
                <a:lnTo>
                  <a:pt x="1532" y="997"/>
                </a:lnTo>
                <a:lnTo>
                  <a:pt x="1509" y="1063"/>
                </a:lnTo>
                <a:lnTo>
                  <a:pt x="1480" y="1127"/>
                </a:lnTo>
                <a:lnTo>
                  <a:pt x="1446" y="1190"/>
                </a:lnTo>
                <a:lnTo>
                  <a:pt x="1405" y="1249"/>
                </a:lnTo>
                <a:lnTo>
                  <a:pt x="1358" y="1306"/>
                </a:lnTo>
                <a:lnTo>
                  <a:pt x="1332" y="1334"/>
                </a:lnTo>
                <a:lnTo>
                  <a:pt x="1306" y="1359"/>
                </a:lnTo>
                <a:lnTo>
                  <a:pt x="1249" y="1406"/>
                </a:lnTo>
                <a:lnTo>
                  <a:pt x="1190" y="1446"/>
                </a:lnTo>
                <a:lnTo>
                  <a:pt x="1127" y="1481"/>
                </a:lnTo>
                <a:lnTo>
                  <a:pt x="1063" y="1510"/>
                </a:lnTo>
                <a:lnTo>
                  <a:pt x="997" y="1532"/>
                </a:lnTo>
                <a:lnTo>
                  <a:pt x="928" y="1547"/>
                </a:lnTo>
                <a:lnTo>
                  <a:pt x="859" y="1558"/>
                </a:lnTo>
                <a:lnTo>
                  <a:pt x="825" y="1560"/>
                </a:lnTo>
                <a:lnTo>
                  <a:pt x="784" y="1562"/>
                </a:lnTo>
                <a:lnTo>
                  <a:pt x="704" y="1558"/>
                </a:lnTo>
                <a:lnTo>
                  <a:pt x="625" y="1546"/>
                </a:lnTo>
                <a:lnTo>
                  <a:pt x="546" y="1527"/>
                </a:lnTo>
                <a:lnTo>
                  <a:pt x="469" y="1498"/>
                </a:lnTo>
                <a:lnTo>
                  <a:pt x="396" y="1461"/>
                </a:lnTo>
                <a:lnTo>
                  <a:pt x="325" y="1416"/>
                </a:lnTo>
                <a:lnTo>
                  <a:pt x="259" y="1363"/>
                </a:lnTo>
                <a:lnTo>
                  <a:pt x="228" y="1334"/>
                </a:lnTo>
                <a:lnTo>
                  <a:pt x="201" y="1304"/>
                </a:lnTo>
                <a:lnTo>
                  <a:pt x="150" y="1243"/>
                </a:lnTo>
                <a:lnTo>
                  <a:pt x="107" y="1178"/>
                </a:lnTo>
                <a:lnTo>
                  <a:pt x="71" y="1109"/>
                </a:lnTo>
                <a:lnTo>
                  <a:pt x="43" y="1039"/>
                </a:lnTo>
                <a:lnTo>
                  <a:pt x="22" y="967"/>
                </a:lnTo>
                <a:lnTo>
                  <a:pt x="8" y="893"/>
                </a:lnTo>
                <a:lnTo>
                  <a:pt x="0" y="818"/>
                </a:lnTo>
                <a:lnTo>
                  <a:pt x="0" y="744"/>
                </a:lnTo>
                <a:lnTo>
                  <a:pt x="8" y="669"/>
                </a:lnTo>
                <a:lnTo>
                  <a:pt x="22" y="595"/>
                </a:lnTo>
                <a:lnTo>
                  <a:pt x="43" y="522"/>
                </a:lnTo>
                <a:lnTo>
                  <a:pt x="71" y="452"/>
                </a:lnTo>
                <a:lnTo>
                  <a:pt x="107" y="383"/>
                </a:lnTo>
                <a:lnTo>
                  <a:pt x="150" y="319"/>
                </a:lnTo>
                <a:lnTo>
                  <a:pt x="201" y="258"/>
                </a:lnTo>
                <a:lnTo>
                  <a:pt x="228" y="228"/>
                </a:lnTo>
                <a:lnTo>
                  <a:pt x="258" y="201"/>
                </a:lnTo>
                <a:lnTo>
                  <a:pt x="319" y="150"/>
                </a:lnTo>
                <a:lnTo>
                  <a:pt x="384" y="107"/>
                </a:lnTo>
                <a:lnTo>
                  <a:pt x="451" y="72"/>
                </a:lnTo>
                <a:lnTo>
                  <a:pt x="522" y="44"/>
                </a:lnTo>
                <a:lnTo>
                  <a:pt x="595" y="22"/>
                </a:lnTo>
                <a:lnTo>
                  <a:pt x="669" y="8"/>
                </a:lnTo>
                <a:lnTo>
                  <a:pt x="743" y="0"/>
                </a:lnTo>
                <a:lnTo>
                  <a:pt x="818" y="0"/>
                </a:lnTo>
                <a:lnTo>
                  <a:pt x="893" y="8"/>
                </a:lnTo>
                <a:lnTo>
                  <a:pt x="967" y="22"/>
                </a:lnTo>
                <a:lnTo>
                  <a:pt x="1039" y="44"/>
                </a:lnTo>
                <a:lnTo>
                  <a:pt x="1109" y="72"/>
                </a:lnTo>
                <a:lnTo>
                  <a:pt x="1177" y="107"/>
                </a:lnTo>
                <a:lnTo>
                  <a:pt x="1243" y="150"/>
                </a:lnTo>
                <a:lnTo>
                  <a:pt x="1304" y="201"/>
                </a:lnTo>
                <a:lnTo>
                  <a:pt x="1332" y="228"/>
                </a:lnTo>
                <a:close/>
              </a:path>
            </a:pathLst>
          </a:custGeom>
          <a:solidFill>
            <a:srgbClr val="00BFBF"/>
          </a:solidFill>
          <a:ln>
            <a:noFill/>
          </a:ln>
        </p:spPr>
        <p:txBody>
          <a:bodyPr vert="horz" wrap="square" lIns="91440" tIns="45720" rIns="91440" bIns="45720" numCol="1" anchor="t" anchorCtr="0" compatLnSpc="1">
            <a:prstTxWarp prst="textNoShape">
              <a:avLst/>
            </a:prstTxWarp>
          </a:bodyPr>
          <a:lstStyle/>
          <a:p>
            <a:pPr algn="ctr">
              <a:defRPr/>
            </a:pPr>
            <a:endParaRPr lang="en-US">
              <a:solidFill>
                <a:prstClr val="black"/>
              </a:solidFill>
              <a:latin typeface="Calibri" panose="020F0502020204030204"/>
            </a:endParaRPr>
          </a:p>
        </p:txBody>
      </p:sp>
      <p:sp>
        <p:nvSpPr>
          <p:cNvPr id="34" name="Freeform 11">
            <a:extLst>
              <a:ext uri="{FF2B5EF4-FFF2-40B4-BE49-F238E27FC236}">
                <a16:creationId xmlns:a16="http://schemas.microsoft.com/office/drawing/2014/main" id="{6763F9A7-E10B-B6EE-71B4-27F4102FB175}"/>
              </a:ext>
              <a:ext uri="{C183D7F6-B498-43B3-948B-1728B52AA6E4}">
                <adec:decorative xmlns:adec="http://schemas.microsoft.com/office/drawing/2017/decorative" val="0"/>
              </a:ext>
            </a:extLst>
          </p:cNvPr>
          <p:cNvSpPr>
            <a:spLocks/>
          </p:cNvSpPr>
          <p:nvPr/>
        </p:nvSpPr>
        <p:spPr bwMode="auto">
          <a:xfrm>
            <a:off x="5605421" y="4408292"/>
            <a:ext cx="681292" cy="683921"/>
          </a:xfrm>
          <a:custGeom>
            <a:avLst/>
            <a:gdLst>
              <a:gd name="T0" fmla="*/ 151 w 1037"/>
              <a:gd name="T1" fmla="*/ 153 h 1039"/>
              <a:gd name="T2" fmla="*/ 115 w 1037"/>
              <a:gd name="T3" fmla="*/ 192 h 1039"/>
              <a:gd name="T4" fmla="*/ 57 w 1037"/>
              <a:gd name="T5" fmla="*/ 279 h 1039"/>
              <a:gd name="T6" fmla="*/ 19 w 1037"/>
              <a:gd name="T7" fmla="*/ 372 h 1039"/>
              <a:gd name="T8" fmla="*/ 0 w 1037"/>
              <a:gd name="T9" fmla="*/ 471 h 1039"/>
              <a:gd name="T10" fmla="*/ 0 w 1037"/>
              <a:gd name="T11" fmla="*/ 571 h 1039"/>
              <a:gd name="T12" fmla="*/ 19 w 1037"/>
              <a:gd name="T13" fmla="*/ 669 h 1039"/>
              <a:gd name="T14" fmla="*/ 57 w 1037"/>
              <a:gd name="T15" fmla="*/ 762 h 1039"/>
              <a:gd name="T16" fmla="*/ 115 w 1037"/>
              <a:gd name="T17" fmla="*/ 849 h 1039"/>
              <a:gd name="T18" fmla="*/ 151 w 1037"/>
              <a:gd name="T19" fmla="*/ 888 h 1039"/>
              <a:gd name="T20" fmla="*/ 151 w 1037"/>
              <a:gd name="T21" fmla="*/ 888 h 1039"/>
              <a:gd name="T22" fmla="*/ 190 w 1037"/>
              <a:gd name="T23" fmla="*/ 924 h 1039"/>
              <a:gd name="T24" fmla="*/ 277 w 1037"/>
              <a:gd name="T25" fmla="*/ 981 h 1039"/>
              <a:gd name="T26" fmla="*/ 370 w 1037"/>
              <a:gd name="T27" fmla="*/ 1020 h 1039"/>
              <a:gd name="T28" fmla="*/ 469 w 1037"/>
              <a:gd name="T29" fmla="*/ 1039 h 1039"/>
              <a:gd name="T30" fmla="*/ 569 w 1037"/>
              <a:gd name="T31" fmla="*/ 1039 h 1039"/>
              <a:gd name="T32" fmla="*/ 667 w 1037"/>
              <a:gd name="T33" fmla="*/ 1020 h 1039"/>
              <a:gd name="T34" fmla="*/ 761 w 1037"/>
              <a:gd name="T35" fmla="*/ 981 h 1039"/>
              <a:gd name="T36" fmla="*/ 847 w 1037"/>
              <a:gd name="T37" fmla="*/ 924 h 1039"/>
              <a:gd name="T38" fmla="*/ 886 w 1037"/>
              <a:gd name="T39" fmla="*/ 888 h 1039"/>
              <a:gd name="T40" fmla="*/ 886 w 1037"/>
              <a:gd name="T41" fmla="*/ 888 h 1039"/>
              <a:gd name="T42" fmla="*/ 923 w 1037"/>
              <a:gd name="T43" fmla="*/ 849 h 1039"/>
              <a:gd name="T44" fmla="*/ 980 w 1037"/>
              <a:gd name="T45" fmla="*/ 762 h 1039"/>
              <a:gd name="T46" fmla="*/ 1017 w 1037"/>
              <a:gd name="T47" fmla="*/ 669 h 1039"/>
              <a:gd name="T48" fmla="*/ 1037 w 1037"/>
              <a:gd name="T49" fmla="*/ 571 h 1039"/>
              <a:gd name="T50" fmla="*/ 1037 w 1037"/>
              <a:gd name="T51" fmla="*/ 471 h 1039"/>
              <a:gd name="T52" fmla="*/ 1017 w 1037"/>
              <a:gd name="T53" fmla="*/ 372 h 1039"/>
              <a:gd name="T54" fmla="*/ 980 w 1037"/>
              <a:gd name="T55" fmla="*/ 279 h 1039"/>
              <a:gd name="T56" fmla="*/ 923 w 1037"/>
              <a:gd name="T57" fmla="*/ 192 h 1039"/>
              <a:gd name="T58" fmla="*/ 886 w 1037"/>
              <a:gd name="T59" fmla="*/ 153 h 1039"/>
              <a:gd name="T60" fmla="*/ 886 w 1037"/>
              <a:gd name="T61" fmla="*/ 153 h 1039"/>
              <a:gd name="T62" fmla="*/ 847 w 1037"/>
              <a:gd name="T63" fmla="*/ 117 h 1039"/>
              <a:gd name="T64" fmla="*/ 761 w 1037"/>
              <a:gd name="T65" fmla="*/ 60 h 1039"/>
              <a:gd name="T66" fmla="*/ 667 w 1037"/>
              <a:gd name="T67" fmla="*/ 21 h 1039"/>
              <a:gd name="T68" fmla="*/ 569 w 1037"/>
              <a:gd name="T69" fmla="*/ 3 h 1039"/>
              <a:gd name="T70" fmla="*/ 518 w 1037"/>
              <a:gd name="T71" fmla="*/ 0 h 1039"/>
              <a:gd name="T72" fmla="*/ 518 w 1037"/>
              <a:gd name="T73" fmla="*/ 0 h 1039"/>
              <a:gd name="T74" fmla="*/ 469 w 1037"/>
              <a:gd name="T75" fmla="*/ 3 h 1039"/>
              <a:gd name="T76" fmla="*/ 370 w 1037"/>
              <a:gd name="T77" fmla="*/ 21 h 1039"/>
              <a:gd name="T78" fmla="*/ 277 w 1037"/>
              <a:gd name="T79" fmla="*/ 60 h 1039"/>
              <a:gd name="T80" fmla="*/ 190 w 1037"/>
              <a:gd name="T81" fmla="*/ 117 h 1039"/>
              <a:gd name="T82" fmla="*/ 151 w 1037"/>
              <a:gd name="T83" fmla="*/ 153 h 10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7" h="1039">
                <a:moveTo>
                  <a:pt x="151" y="153"/>
                </a:moveTo>
                <a:lnTo>
                  <a:pt x="115" y="192"/>
                </a:lnTo>
                <a:lnTo>
                  <a:pt x="57" y="279"/>
                </a:lnTo>
                <a:lnTo>
                  <a:pt x="19" y="372"/>
                </a:lnTo>
                <a:lnTo>
                  <a:pt x="0" y="471"/>
                </a:lnTo>
                <a:lnTo>
                  <a:pt x="0" y="571"/>
                </a:lnTo>
                <a:lnTo>
                  <a:pt x="19" y="669"/>
                </a:lnTo>
                <a:lnTo>
                  <a:pt x="57" y="762"/>
                </a:lnTo>
                <a:lnTo>
                  <a:pt x="115" y="849"/>
                </a:lnTo>
                <a:lnTo>
                  <a:pt x="151" y="888"/>
                </a:lnTo>
                <a:lnTo>
                  <a:pt x="151" y="888"/>
                </a:lnTo>
                <a:lnTo>
                  <a:pt x="190" y="924"/>
                </a:lnTo>
                <a:lnTo>
                  <a:pt x="277" y="981"/>
                </a:lnTo>
                <a:lnTo>
                  <a:pt x="370" y="1020"/>
                </a:lnTo>
                <a:lnTo>
                  <a:pt x="469" y="1039"/>
                </a:lnTo>
                <a:lnTo>
                  <a:pt x="569" y="1039"/>
                </a:lnTo>
                <a:lnTo>
                  <a:pt x="667" y="1020"/>
                </a:lnTo>
                <a:lnTo>
                  <a:pt x="761" y="981"/>
                </a:lnTo>
                <a:lnTo>
                  <a:pt x="847" y="924"/>
                </a:lnTo>
                <a:lnTo>
                  <a:pt x="886" y="888"/>
                </a:lnTo>
                <a:lnTo>
                  <a:pt x="886" y="888"/>
                </a:lnTo>
                <a:lnTo>
                  <a:pt x="923" y="849"/>
                </a:lnTo>
                <a:lnTo>
                  <a:pt x="980" y="762"/>
                </a:lnTo>
                <a:lnTo>
                  <a:pt x="1017" y="669"/>
                </a:lnTo>
                <a:lnTo>
                  <a:pt x="1037" y="571"/>
                </a:lnTo>
                <a:lnTo>
                  <a:pt x="1037" y="471"/>
                </a:lnTo>
                <a:lnTo>
                  <a:pt x="1017" y="372"/>
                </a:lnTo>
                <a:lnTo>
                  <a:pt x="980" y="279"/>
                </a:lnTo>
                <a:lnTo>
                  <a:pt x="923" y="192"/>
                </a:lnTo>
                <a:lnTo>
                  <a:pt x="886" y="153"/>
                </a:lnTo>
                <a:lnTo>
                  <a:pt x="886" y="153"/>
                </a:lnTo>
                <a:lnTo>
                  <a:pt x="847" y="117"/>
                </a:lnTo>
                <a:lnTo>
                  <a:pt x="761" y="60"/>
                </a:lnTo>
                <a:lnTo>
                  <a:pt x="667" y="21"/>
                </a:lnTo>
                <a:lnTo>
                  <a:pt x="569" y="3"/>
                </a:lnTo>
                <a:lnTo>
                  <a:pt x="518" y="0"/>
                </a:lnTo>
                <a:lnTo>
                  <a:pt x="518" y="0"/>
                </a:lnTo>
                <a:lnTo>
                  <a:pt x="469" y="3"/>
                </a:lnTo>
                <a:lnTo>
                  <a:pt x="370" y="21"/>
                </a:lnTo>
                <a:lnTo>
                  <a:pt x="277" y="60"/>
                </a:lnTo>
                <a:lnTo>
                  <a:pt x="190" y="117"/>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defRPr/>
            </a:pPr>
            <a:r>
              <a:rPr lang="en-US" sz="1600" b="1">
                <a:solidFill>
                  <a:prstClr val="black"/>
                </a:solidFill>
                <a:latin typeface="Calibri Light" panose="020F0302020204030204"/>
              </a:rPr>
              <a:t>Check Ins</a:t>
            </a:r>
          </a:p>
        </p:txBody>
      </p:sp>
      <p:sp>
        <p:nvSpPr>
          <p:cNvPr id="35" name="TextBox 34">
            <a:extLst>
              <a:ext uri="{FF2B5EF4-FFF2-40B4-BE49-F238E27FC236}">
                <a16:creationId xmlns:a16="http://schemas.microsoft.com/office/drawing/2014/main" id="{11FBA4A7-F544-CA7C-D5F6-74BDC1C7549C}"/>
              </a:ext>
            </a:extLst>
          </p:cNvPr>
          <p:cNvSpPr txBox="1"/>
          <p:nvPr/>
        </p:nvSpPr>
        <p:spPr>
          <a:xfrm>
            <a:off x="5030353" y="3336513"/>
            <a:ext cx="1816761" cy="738664"/>
          </a:xfrm>
          <a:prstGeom prst="rect">
            <a:avLst/>
          </a:prstGeom>
          <a:noFill/>
        </p:spPr>
        <p:txBody>
          <a:bodyPr wrap="square" rtlCol="0" anchor="b">
            <a:spAutoFit/>
          </a:bodyPr>
          <a:lstStyle/>
          <a:p>
            <a:pPr algn="ctr"/>
            <a:r>
              <a:rPr lang="en-US" sz="1400">
                <a:solidFill>
                  <a:prstClr val="black"/>
                </a:solidFill>
                <a:latin typeface="Calibri" panose="020F0502020204030204"/>
              </a:rPr>
              <a:t>Monitor Progress with business</a:t>
            </a:r>
          </a:p>
          <a:p>
            <a:pPr algn="ctr"/>
            <a:r>
              <a:rPr lang="en-US" sz="1400" i="1">
                <a:solidFill>
                  <a:prstClr val="black"/>
                </a:solidFill>
                <a:latin typeface="Calibri" panose="020F0502020204030204"/>
              </a:rPr>
              <a:t>Weekly</a:t>
            </a:r>
          </a:p>
        </p:txBody>
      </p:sp>
      <p:sp>
        <p:nvSpPr>
          <p:cNvPr id="36" name="Freeform 596">
            <a:extLst>
              <a:ext uri="{FF2B5EF4-FFF2-40B4-BE49-F238E27FC236}">
                <a16:creationId xmlns:a16="http://schemas.microsoft.com/office/drawing/2014/main" id="{ADF78E97-6133-5D81-DAC3-F6955425333C}"/>
              </a:ext>
              <a:ext uri="{C183D7F6-B498-43B3-948B-1728B52AA6E4}">
                <adec:decorative xmlns:adec="http://schemas.microsoft.com/office/drawing/2017/decorative" val="1"/>
              </a:ext>
            </a:extLst>
          </p:cNvPr>
          <p:cNvSpPr>
            <a:spLocks/>
          </p:cNvSpPr>
          <p:nvPr/>
        </p:nvSpPr>
        <p:spPr bwMode="auto">
          <a:xfrm rot="16200000">
            <a:off x="6861897" y="3686792"/>
            <a:ext cx="1028515" cy="1025883"/>
          </a:xfrm>
          <a:custGeom>
            <a:avLst/>
            <a:gdLst>
              <a:gd name="T0" fmla="*/ 1362 w 1562"/>
              <a:gd name="T1" fmla="*/ 259 h 1562"/>
              <a:gd name="T2" fmla="*/ 1460 w 1562"/>
              <a:gd name="T3" fmla="*/ 395 h 1562"/>
              <a:gd name="T4" fmla="*/ 1525 w 1562"/>
              <a:gd name="T5" fmla="*/ 546 h 1562"/>
              <a:gd name="T6" fmla="*/ 1558 w 1562"/>
              <a:gd name="T7" fmla="*/ 704 h 1562"/>
              <a:gd name="T8" fmla="*/ 1560 w 1562"/>
              <a:gd name="T9" fmla="*/ 824 h 1562"/>
              <a:gd name="T10" fmla="*/ 1547 w 1562"/>
              <a:gd name="T11" fmla="*/ 928 h 1562"/>
              <a:gd name="T12" fmla="*/ 1508 w 1562"/>
              <a:gd name="T13" fmla="*/ 1063 h 1562"/>
              <a:gd name="T14" fmla="*/ 1446 w 1562"/>
              <a:gd name="T15" fmla="*/ 1190 h 1562"/>
              <a:gd name="T16" fmla="*/ 1358 w 1562"/>
              <a:gd name="T17" fmla="*/ 1305 h 1562"/>
              <a:gd name="T18" fmla="*/ 1306 w 1562"/>
              <a:gd name="T19" fmla="*/ 1358 h 1562"/>
              <a:gd name="T20" fmla="*/ 1190 w 1562"/>
              <a:gd name="T21" fmla="*/ 1447 h 1562"/>
              <a:gd name="T22" fmla="*/ 1063 w 1562"/>
              <a:gd name="T23" fmla="*/ 1509 h 1562"/>
              <a:gd name="T24" fmla="*/ 928 w 1562"/>
              <a:gd name="T25" fmla="*/ 1548 h 1562"/>
              <a:gd name="T26" fmla="*/ 825 w 1562"/>
              <a:gd name="T27" fmla="*/ 1561 h 1562"/>
              <a:gd name="T28" fmla="*/ 704 w 1562"/>
              <a:gd name="T29" fmla="*/ 1558 h 1562"/>
              <a:gd name="T30" fmla="*/ 545 w 1562"/>
              <a:gd name="T31" fmla="*/ 1526 h 1562"/>
              <a:gd name="T32" fmla="*/ 396 w 1562"/>
              <a:gd name="T33" fmla="*/ 1461 h 1562"/>
              <a:gd name="T34" fmla="*/ 259 w 1562"/>
              <a:gd name="T35" fmla="*/ 1362 h 1562"/>
              <a:gd name="T36" fmla="*/ 201 w 1562"/>
              <a:gd name="T37" fmla="*/ 1304 h 1562"/>
              <a:gd name="T38" fmla="*/ 107 w 1562"/>
              <a:gd name="T39" fmla="*/ 1177 h 1562"/>
              <a:gd name="T40" fmla="*/ 43 w 1562"/>
              <a:gd name="T41" fmla="*/ 1038 h 1562"/>
              <a:gd name="T42" fmla="*/ 8 w 1562"/>
              <a:gd name="T43" fmla="*/ 893 h 1562"/>
              <a:gd name="T44" fmla="*/ 0 w 1562"/>
              <a:gd name="T45" fmla="*/ 743 h 1562"/>
              <a:gd name="T46" fmla="*/ 22 w 1562"/>
              <a:gd name="T47" fmla="*/ 595 h 1562"/>
              <a:gd name="T48" fmla="*/ 71 w 1562"/>
              <a:gd name="T49" fmla="*/ 451 h 1562"/>
              <a:gd name="T50" fmla="*/ 150 w 1562"/>
              <a:gd name="T51" fmla="*/ 319 h 1562"/>
              <a:gd name="T52" fmla="*/ 228 w 1562"/>
              <a:gd name="T53" fmla="*/ 228 h 1562"/>
              <a:gd name="T54" fmla="*/ 319 w 1562"/>
              <a:gd name="T55" fmla="*/ 150 h 1562"/>
              <a:gd name="T56" fmla="*/ 451 w 1562"/>
              <a:gd name="T57" fmla="*/ 71 h 1562"/>
              <a:gd name="T58" fmla="*/ 595 w 1562"/>
              <a:gd name="T59" fmla="*/ 22 h 1562"/>
              <a:gd name="T60" fmla="*/ 742 w 1562"/>
              <a:gd name="T61" fmla="*/ 0 h 1562"/>
              <a:gd name="T62" fmla="*/ 893 w 1562"/>
              <a:gd name="T63" fmla="*/ 8 h 1562"/>
              <a:gd name="T64" fmla="*/ 1039 w 1562"/>
              <a:gd name="T65" fmla="*/ 43 h 1562"/>
              <a:gd name="T66" fmla="*/ 1177 w 1562"/>
              <a:gd name="T67" fmla="*/ 108 h 1562"/>
              <a:gd name="T68" fmla="*/ 1304 w 1562"/>
              <a:gd name="T69" fmla="*/ 200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62" h="1562">
                <a:moveTo>
                  <a:pt x="1332" y="228"/>
                </a:moveTo>
                <a:lnTo>
                  <a:pt x="1362" y="259"/>
                </a:lnTo>
                <a:lnTo>
                  <a:pt x="1415" y="325"/>
                </a:lnTo>
                <a:lnTo>
                  <a:pt x="1460" y="395"/>
                </a:lnTo>
                <a:lnTo>
                  <a:pt x="1497" y="469"/>
                </a:lnTo>
                <a:lnTo>
                  <a:pt x="1525" y="546"/>
                </a:lnTo>
                <a:lnTo>
                  <a:pt x="1546" y="625"/>
                </a:lnTo>
                <a:lnTo>
                  <a:pt x="1558" y="704"/>
                </a:lnTo>
                <a:lnTo>
                  <a:pt x="1562" y="784"/>
                </a:lnTo>
                <a:lnTo>
                  <a:pt x="1560" y="824"/>
                </a:lnTo>
                <a:lnTo>
                  <a:pt x="1558" y="859"/>
                </a:lnTo>
                <a:lnTo>
                  <a:pt x="1547" y="928"/>
                </a:lnTo>
                <a:lnTo>
                  <a:pt x="1532" y="996"/>
                </a:lnTo>
                <a:lnTo>
                  <a:pt x="1508" y="1063"/>
                </a:lnTo>
                <a:lnTo>
                  <a:pt x="1480" y="1128"/>
                </a:lnTo>
                <a:lnTo>
                  <a:pt x="1446" y="1190"/>
                </a:lnTo>
                <a:lnTo>
                  <a:pt x="1405" y="1250"/>
                </a:lnTo>
                <a:lnTo>
                  <a:pt x="1358" y="1305"/>
                </a:lnTo>
                <a:lnTo>
                  <a:pt x="1332" y="1333"/>
                </a:lnTo>
                <a:lnTo>
                  <a:pt x="1306" y="1358"/>
                </a:lnTo>
                <a:lnTo>
                  <a:pt x="1249" y="1405"/>
                </a:lnTo>
                <a:lnTo>
                  <a:pt x="1190" y="1447"/>
                </a:lnTo>
                <a:lnTo>
                  <a:pt x="1127" y="1480"/>
                </a:lnTo>
                <a:lnTo>
                  <a:pt x="1063" y="1509"/>
                </a:lnTo>
                <a:lnTo>
                  <a:pt x="996" y="1531"/>
                </a:lnTo>
                <a:lnTo>
                  <a:pt x="928" y="1548"/>
                </a:lnTo>
                <a:lnTo>
                  <a:pt x="859" y="1558"/>
                </a:lnTo>
                <a:lnTo>
                  <a:pt x="825" y="1561"/>
                </a:lnTo>
                <a:lnTo>
                  <a:pt x="784" y="1562"/>
                </a:lnTo>
                <a:lnTo>
                  <a:pt x="704" y="1558"/>
                </a:lnTo>
                <a:lnTo>
                  <a:pt x="624" y="1546"/>
                </a:lnTo>
                <a:lnTo>
                  <a:pt x="545" y="1526"/>
                </a:lnTo>
                <a:lnTo>
                  <a:pt x="469" y="1497"/>
                </a:lnTo>
                <a:lnTo>
                  <a:pt x="396" y="1461"/>
                </a:lnTo>
                <a:lnTo>
                  <a:pt x="325" y="1415"/>
                </a:lnTo>
                <a:lnTo>
                  <a:pt x="259" y="1362"/>
                </a:lnTo>
                <a:lnTo>
                  <a:pt x="228" y="1333"/>
                </a:lnTo>
                <a:lnTo>
                  <a:pt x="201" y="1304"/>
                </a:lnTo>
                <a:lnTo>
                  <a:pt x="150" y="1242"/>
                </a:lnTo>
                <a:lnTo>
                  <a:pt x="107" y="1177"/>
                </a:lnTo>
                <a:lnTo>
                  <a:pt x="71" y="1110"/>
                </a:lnTo>
                <a:lnTo>
                  <a:pt x="43" y="1038"/>
                </a:lnTo>
                <a:lnTo>
                  <a:pt x="22" y="967"/>
                </a:lnTo>
                <a:lnTo>
                  <a:pt x="8" y="893"/>
                </a:lnTo>
                <a:lnTo>
                  <a:pt x="0" y="818"/>
                </a:lnTo>
                <a:lnTo>
                  <a:pt x="0" y="743"/>
                </a:lnTo>
                <a:lnTo>
                  <a:pt x="8" y="669"/>
                </a:lnTo>
                <a:lnTo>
                  <a:pt x="22" y="595"/>
                </a:lnTo>
                <a:lnTo>
                  <a:pt x="43" y="522"/>
                </a:lnTo>
                <a:lnTo>
                  <a:pt x="71" y="451"/>
                </a:lnTo>
                <a:lnTo>
                  <a:pt x="107" y="384"/>
                </a:lnTo>
                <a:lnTo>
                  <a:pt x="150" y="319"/>
                </a:lnTo>
                <a:lnTo>
                  <a:pt x="201" y="257"/>
                </a:lnTo>
                <a:lnTo>
                  <a:pt x="228" y="228"/>
                </a:lnTo>
                <a:lnTo>
                  <a:pt x="258" y="200"/>
                </a:lnTo>
                <a:lnTo>
                  <a:pt x="319" y="150"/>
                </a:lnTo>
                <a:lnTo>
                  <a:pt x="383" y="108"/>
                </a:lnTo>
                <a:lnTo>
                  <a:pt x="451" y="71"/>
                </a:lnTo>
                <a:lnTo>
                  <a:pt x="522" y="43"/>
                </a:lnTo>
                <a:lnTo>
                  <a:pt x="595" y="22"/>
                </a:lnTo>
                <a:lnTo>
                  <a:pt x="669" y="8"/>
                </a:lnTo>
                <a:lnTo>
                  <a:pt x="742" y="0"/>
                </a:lnTo>
                <a:lnTo>
                  <a:pt x="818" y="0"/>
                </a:lnTo>
                <a:lnTo>
                  <a:pt x="893" y="8"/>
                </a:lnTo>
                <a:lnTo>
                  <a:pt x="967" y="22"/>
                </a:lnTo>
                <a:lnTo>
                  <a:pt x="1039" y="43"/>
                </a:lnTo>
                <a:lnTo>
                  <a:pt x="1109" y="71"/>
                </a:lnTo>
                <a:lnTo>
                  <a:pt x="1177" y="108"/>
                </a:lnTo>
                <a:lnTo>
                  <a:pt x="1243" y="150"/>
                </a:lnTo>
                <a:lnTo>
                  <a:pt x="1304" y="200"/>
                </a:lnTo>
                <a:lnTo>
                  <a:pt x="1332" y="228"/>
                </a:lnTo>
                <a:close/>
              </a:path>
            </a:pathLst>
          </a:custGeom>
          <a:solidFill>
            <a:srgbClr val="00929B"/>
          </a:solidFill>
          <a:ln>
            <a:noFill/>
          </a:ln>
        </p:spPr>
        <p:txBody>
          <a:bodyPr vert="horz" wrap="square" lIns="91440" tIns="45720" rIns="91440" bIns="45720" numCol="1" anchor="t" anchorCtr="0" compatLnSpc="1">
            <a:prstTxWarp prst="textNoShape">
              <a:avLst/>
            </a:prstTxWarp>
          </a:bodyPr>
          <a:lstStyle/>
          <a:p>
            <a:pPr algn="ctr">
              <a:defRPr/>
            </a:pPr>
            <a:endParaRPr lang="en-US">
              <a:solidFill>
                <a:prstClr val="black"/>
              </a:solidFill>
              <a:latin typeface="Calibri" panose="020F0502020204030204"/>
            </a:endParaRPr>
          </a:p>
        </p:txBody>
      </p:sp>
      <p:sp>
        <p:nvSpPr>
          <p:cNvPr id="37" name="Freeform 598">
            <a:extLst>
              <a:ext uri="{FF2B5EF4-FFF2-40B4-BE49-F238E27FC236}">
                <a16:creationId xmlns:a16="http://schemas.microsoft.com/office/drawing/2014/main" id="{AE8919D5-5F46-AC2E-87FC-284F165CAC93}"/>
              </a:ext>
              <a:ext uri="{C183D7F6-B498-43B3-948B-1728B52AA6E4}">
                <adec:decorative xmlns:adec="http://schemas.microsoft.com/office/drawing/2017/decorative" val="0"/>
              </a:ext>
            </a:extLst>
          </p:cNvPr>
          <p:cNvSpPr>
            <a:spLocks/>
          </p:cNvSpPr>
          <p:nvPr/>
        </p:nvSpPr>
        <p:spPr bwMode="auto">
          <a:xfrm>
            <a:off x="7035508" y="3857770"/>
            <a:ext cx="681292" cy="683921"/>
          </a:xfrm>
          <a:custGeom>
            <a:avLst/>
            <a:gdLst>
              <a:gd name="T0" fmla="*/ 151 w 1036"/>
              <a:gd name="T1" fmla="*/ 153 h 1038"/>
              <a:gd name="T2" fmla="*/ 115 w 1036"/>
              <a:gd name="T3" fmla="*/ 191 h 1038"/>
              <a:gd name="T4" fmla="*/ 57 w 1036"/>
              <a:gd name="T5" fmla="*/ 277 h 1038"/>
              <a:gd name="T6" fmla="*/ 19 w 1036"/>
              <a:gd name="T7" fmla="*/ 372 h 1038"/>
              <a:gd name="T8" fmla="*/ 0 w 1036"/>
              <a:gd name="T9" fmla="*/ 470 h 1038"/>
              <a:gd name="T10" fmla="*/ 0 w 1036"/>
              <a:gd name="T11" fmla="*/ 570 h 1038"/>
              <a:gd name="T12" fmla="*/ 19 w 1036"/>
              <a:gd name="T13" fmla="*/ 667 h 1038"/>
              <a:gd name="T14" fmla="*/ 57 w 1036"/>
              <a:gd name="T15" fmla="*/ 762 h 1038"/>
              <a:gd name="T16" fmla="*/ 115 w 1036"/>
              <a:gd name="T17" fmla="*/ 849 h 1038"/>
              <a:gd name="T18" fmla="*/ 151 w 1036"/>
              <a:gd name="T19" fmla="*/ 887 h 1038"/>
              <a:gd name="T20" fmla="*/ 151 w 1036"/>
              <a:gd name="T21" fmla="*/ 887 h 1038"/>
              <a:gd name="T22" fmla="*/ 190 w 1036"/>
              <a:gd name="T23" fmla="*/ 924 h 1038"/>
              <a:gd name="T24" fmla="*/ 277 w 1036"/>
              <a:gd name="T25" fmla="*/ 981 h 1038"/>
              <a:gd name="T26" fmla="*/ 370 w 1036"/>
              <a:gd name="T27" fmla="*/ 1018 h 1038"/>
              <a:gd name="T28" fmla="*/ 469 w 1036"/>
              <a:gd name="T29" fmla="*/ 1038 h 1038"/>
              <a:gd name="T30" fmla="*/ 569 w 1036"/>
              <a:gd name="T31" fmla="*/ 1038 h 1038"/>
              <a:gd name="T32" fmla="*/ 667 w 1036"/>
              <a:gd name="T33" fmla="*/ 1018 h 1038"/>
              <a:gd name="T34" fmla="*/ 760 w 1036"/>
              <a:gd name="T35" fmla="*/ 981 h 1038"/>
              <a:gd name="T36" fmla="*/ 847 w 1036"/>
              <a:gd name="T37" fmla="*/ 924 h 1038"/>
              <a:gd name="T38" fmla="*/ 886 w 1036"/>
              <a:gd name="T39" fmla="*/ 887 h 1038"/>
              <a:gd name="T40" fmla="*/ 886 w 1036"/>
              <a:gd name="T41" fmla="*/ 887 h 1038"/>
              <a:gd name="T42" fmla="*/ 922 w 1036"/>
              <a:gd name="T43" fmla="*/ 849 h 1038"/>
              <a:gd name="T44" fmla="*/ 979 w 1036"/>
              <a:gd name="T45" fmla="*/ 762 h 1038"/>
              <a:gd name="T46" fmla="*/ 1017 w 1036"/>
              <a:gd name="T47" fmla="*/ 667 h 1038"/>
              <a:gd name="T48" fmla="*/ 1036 w 1036"/>
              <a:gd name="T49" fmla="*/ 570 h 1038"/>
              <a:gd name="T50" fmla="*/ 1036 w 1036"/>
              <a:gd name="T51" fmla="*/ 470 h 1038"/>
              <a:gd name="T52" fmla="*/ 1017 w 1036"/>
              <a:gd name="T53" fmla="*/ 372 h 1038"/>
              <a:gd name="T54" fmla="*/ 979 w 1036"/>
              <a:gd name="T55" fmla="*/ 277 h 1038"/>
              <a:gd name="T56" fmla="*/ 922 w 1036"/>
              <a:gd name="T57" fmla="*/ 191 h 1038"/>
              <a:gd name="T58" fmla="*/ 886 w 1036"/>
              <a:gd name="T59" fmla="*/ 153 h 1038"/>
              <a:gd name="T60" fmla="*/ 886 w 1036"/>
              <a:gd name="T61" fmla="*/ 153 h 1038"/>
              <a:gd name="T62" fmla="*/ 847 w 1036"/>
              <a:gd name="T63" fmla="*/ 115 h 1038"/>
              <a:gd name="T64" fmla="*/ 760 w 1036"/>
              <a:gd name="T65" fmla="*/ 58 h 1038"/>
              <a:gd name="T66" fmla="*/ 667 w 1036"/>
              <a:gd name="T67" fmla="*/ 20 h 1038"/>
              <a:gd name="T68" fmla="*/ 569 w 1036"/>
              <a:gd name="T69" fmla="*/ 1 h 1038"/>
              <a:gd name="T70" fmla="*/ 518 w 1036"/>
              <a:gd name="T71" fmla="*/ 0 h 1038"/>
              <a:gd name="T72" fmla="*/ 518 w 1036"/>
              <a:gd name="T73" fmla="*/ 0 h 1038"/>
              <a:gd name="T74" fmla="*/ 469 w 1036"/>
              <a:gd name="T75" fmla="*/ 1 h 1038"/>
              <a:gd name="T76" fmla="*/ 370 w 1036"/>
              <a:gd name="T77" fmla="*/ 20 h 1038"/>
              <a:gd name="T78" fmla="*/ 277 w 1036"/>
              <a:gd name="T79" fmla="*/ 58 h 1038"/>
              <a:gd name="T80" fmla="*/ 190 w 1036"/>
              <a:gd name="T81" fmla="*/ 115 h 1038"/>
              <a:gd name="T82" fmla="*/ 151 w 1036"/>
              <a:gd name="T83" fmla="*/ 15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6" h="1038">
                <a:moveTo>
                  <a:pt x="151" y="153"/>
                </a:moveTo>
                <a:lnTo>
                  <a:pt x="115" y="191"/>
                </a:lnTo>
                <a:lnTo>
                  <a:pt x="57" y="277"/>
                </a:lnTo>
                <a:lnTo>
                  <a:pt x="19" y="372"/>
                </a:lnTo>
                <a:lnTo>
                  <a:pt x="0" y="470"/>
                </a:lnTo>
                <a:lnTo>
                  <a:pt x="0" y="570"/>
                </a:lnTo>
                <a:lnTo>
                  <a:pt x="19" y="667"/>
                </a:lnTo>
                <a:lnTo>
                  <a:pt x="57" y="762"/>
                </a:lnTo>
                <a:lnTo>
                  <a:pt x="115" y="849"/>
                </a:lnTo>
                <a:lnTo>
                  <a:pt x="151" y="887"/>
                </a:lnTo>
                <a:lnTo>
                  <a:pt x="151" y="887"/>
                </a:lnTo>
                <a:lnTo>
                  <a:pt x="190" y="924"/>
                </a:lnTo>
                <a:lnTo>
                  <a:pt x="277" y="981"/>
                </a:lnTo>
                <a:lnTo>
                  <a:pt x="370" y="1018"/>
                </a:lnTo>
                <a:lnTo>
                  <a:pt x="469" y="1038"/>
                </a:lnTo>
                <a:lnTo>
                  <a:pt x="569" y="1038"/>
                </a:lnTo>
                <a:lnTo>
                  <a:pt x="667" y="1018"/>
                </a:lnTo>
                <a:lnTo>
                  <a:pt x="760" y="981"/>
                </a:lnTo>
                <a:lnTo>
                  <a:pt x="847" y="924"/>
                </a:lnTo>
                <a:lnTo>
                  <a:pt x="886" y="887"/>
                </a:lnTo>
                <a:lnTo>
                  <a:pt x="886" y="887"/>
                </a:lnTo>
                <a:lnTo>
                  <a:pt x="922" y="849"/>
                </a:lnTo>
                <a:lnTo>
                  <a:pt x="979" y="762"/>
                </a:lnTo>
                <a:lnTo>
                  <a:pt x="1017" y="667"/>
                </a:lnTo>
                <a:lnTo>
                  <a:pt x="1036" y="570"/>
                </a:lnTo>
                <a:lnTo>
                  <a:pt x="1036" y="470"/>
                </a:lnTo>
                <a:lnTo>
                  <a:pt x="1017" y="372"/>
                </a:lnTo>
                <a:lnTo>
                  <a:pt x="979" y="277"/>
                </a:lnTo>
                <a:lnTo>
                  <a:pt x="922" y="191"/>
                </a:lnTo>
                <a:lnTo>
                  <a:pt x="886" y="153"/>
                </a:lnTo>
                <a:lnTo>
                  <a:pt x="886" y="153"/>
                </a:lnTo>
                <a:lnTo>
                  <a:pt x="847" y="115"/>
                </a:lnTo>
                <a:lnTo>
                  <a:pt x="760" y="58"/>
                </a:lnTo>
                <a:lnTo>
                  <a:pt x="667" y="20"/>
                </a:lnTo>
                <a:lnTo>
                  <a:pt x="569" y="1"/>
                </a:lnTo>
                <a:lnTo>
                  <a:pt x="518" y="0"/>
                </a:lnTo>
                <a:lnTo>
                  <a:pt x="518" y="0"/>
                </a:lnTo>
                <a:lnTo>
                  <a:pt x="469" y="1"/>
                </a:lnTo>
                <a:lnTo>
                  <a:pt x="370" y="20"/>
                </a:lnTo>
                <a:lnTo>
                  <a:pt x="277" y="58"/>
                </a:lnTo>
                <a:lnTo>
                  <a:pt x="190" y="115"/>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defRPr/>
            </a:pPr>
            <a:r>
              <a:rPr lang="en-US" sz="1100" b="1">
                <a:solidFill>
                  <a:prstClr val="black"/>
                </a:solidFill>
                <a:latin typeface="Calibri Light" panose="020F0302020204030204"/>
              </a:rPr>
              <a:t>Updates</a:t>
            </a:r>
          </a:p>
        </p:txBody>
      </p:sp>
      <p:sp>
        <p:nvSpPr>
          <p:cNvPr id="38" name="TextBox 37">
            <a:extLst>
              <a:ext uri="{FF2B5EF4-FFF2-40B4-BE49-F238E27FC236}">
                <a16:creationId xmlns:a16="http://schemas.microsoft.com/office/drawing/2014/main" id="{ED416809-65A9-6BF0-AA35-5E2D8FF9C657}"/>
              </a:ext>
            </a:extLst>
          </p:cNvPr>
          <p:cNvSpPr txBox="1"/>
          <p:nvPr/>
        </p:nvSpPr>
        <p:spPr>
          <a:xfrm>
            <a:off x="6735620" y="4760083"/>
            <a:ext cx="1257792" cy="1384995"/>
          </a:xfrm>
          <a:prstGeom prst="rect">
            <a:avLst/>
          </a:prstGeom>
          <a:noFill/>
        </p:spPr>
        <p:txBody>
          <a:bodyPr wrap="square" rtlCol="0">
            <a:spAutoFit/>
          </a:bodyPr>
          <a:lstStyle/>
          <a:p>
            <a:pPr algn="ctr"/>
            <a:r>
              <a:rPr lang="en-US" sz="1400">
                <a:solidFill>
                  <a:prstClr val="black"/>
                </a:solidFill>
                <a:latin typeface="Calibri" panose="020F0502020204030204"/>
              </a:rPr>
              <a:t>Regular comms out to business areas (e.g. All Hands calls)</a:t>
            </a:r>
          </a:p>
          <a:p>
            <a:pPr algn="ctr"/>
            <a:r>
              <a:rPr lang="en-US" sz="1400" i="1">
                <a:solidFill>
                  <a:prstClr val="black"/>
                </a:solidFill>
                <a:latin typeface="Calibri" panose="020F0502020204030204"/>
              </a:rPr>
              <a:t>Ongoing</a:t>
            </a:r>
          </a:p>
        </p:txBody>
      </p:sp>
      <p:sp>
        <p:nvSpPr>
          <p:cNvPr id="39" name="Freeform 596">
            <a:extLst>
              <a:ext uri="{FF2B5EF4-FFF2-40B4-BE49-F238E27FC236}">
                <a16:creationId xmlns:a16="http://schemas.microsoft.com/office/drawing/2014/main" id="{44C4C803-45AB-D03D-37B6-9C84D771B249}"/>
              </a:ext>
              <a:ext uri="{C183D7F6-B498-43B3-948B-1728B52AA6E4}">
                <adec:decorative xmlns:adec="http://schemas.microsoft.com/office/drawing/2017/decorative" val="1"/>
              </a:ext>
            </a:extLst>
          </p:cNvPr>
          <p:cNvSpPr>
            <a:spLocks/>
          </p:cNvSpPr>
          <p:nvPr/>
        </p:nvSpPr>
        <p:spPr bwMode="auto">
          <a:xfrm rot="16200000">
            <a:off x="8291984" y="4237309"/>
            <a:ext cx="1028515" cy="1025883"/>
          </a:xfrm>
          <a:custGeom>
            <a:avLst/>
            <a:gdLst>
              <a:gd name="T0" fmla="*/ 1362 w 1562"/>
              <a:gd name="T1" fmla="*/ 259 h 1562"/>
              <a:gd name="T2" fmla="*/ 1460 w 1562"/>
              <a:gd name="T3" fmla="*/ 395 h 1562"/>
              <a:gd name="T4" fmla="*/ 1525 w 1562"/>
              <a:gd name="T5" fmla="*/ 546 h 1562"/>
              <a:gd name="T6" fmla="*/ 1558 w 1562"/>
              <a:gd name="T7" fmla="*/ 704 h 1562"/>
              <a:gd name="T8" fmla="*/ 1560 w 1562"/>
              <a:gd name="T9" fmla="*/ 824 h 1562"/>
              <a:gd name="T10" fmla="*/ 1547 w 1562"/>
              <a:gd name="T11" fmla="*/ 928 h 1562"/>
              <a:gd name="T12" fmla="*/ 1508 w 1562"/>
              <a:gd name="T13" fmla="*/ 1063 h 1562"/>
              <a:gd name="T14" fmla="*/ 1446 w 1562"/>
              <a:gd name="T15" fmla="*/ 1190 h 1562"/>
              <a:gd name="T16" fmla="*/ 1358 w 1562"/>
              <a:gd name="T17" fmla="*/ 1305 h 1562"/>
              <a:gd name="T18" fmla="*/ 1306 w 1562"/>
              <a:gd name="T19" fmla="*/ 1358 h 1562"/>
              <a:gd name="T20" fmla="*/ 1190 w 1562"/>
              <a:gd name="T21" fmla="*/ 1447 h 1562"/>
              <a:gd name="T22" fmla="*/ 1063 w 1562"/>
              <a:gd name="T23" fmla="*/ 1509 h 1562"/>
              <a:gd name="T24" fmla="*/ 928 w 1562"/>
              <a:gd name="T25" fmla="*/ 1548 h 1562"/>
              <a:gd name="T26" fmla="*/ 825 w 1562"/>
              <a:gd name="T27" fmla="*/ 1561 h 1562"/>
              <a:gd name="T28" fmla="*/ 704 w 1562"/>
              <a:gd name="T29" fmla="*/ 1558 h 1562"/>
              <a:gd name="T30" fmla="*/ 545 w 1562"/>
              <a:gd name="T31" fmla="*/ 1526 h 1562"/>
              <a:gd name="T32" fmla="*/ 396 w 1562"/>
              <a:gd name="T33" fmla="*/ 1461 h 1562"/>
              <a:gd name="T34" fmla="*/ 259 w 1562"/>
              <a:gd name="T35" fmla="*/ 1362 h 1562"/>
              <a:gd name="T36" fmla="*/ 201 w 1562"/>
              <a:gd name="T37" fmla="*/ 1304 h 1562"/>
              <a:gd name="T38" fmla="*/ 107 w 1562"/>
              <a:gd name="T39" fmla="*/ 1177 h 1562"/>
              <a:gd name="T40" fmla="*/ 43 w 1562"/>
              <a:gd name="T41" fmla="*/ 1038 h 1562"/>
              <a:gd name="T42" fmla="*/ 8 w 1562"/>
              <a:gd name="T43" fmla="*/ 893 h 1562"/>
              <a:gd name="T44" fmla="*/ 0 w 1562"/>
              <a:gd name="T45" fmla="*/ 743 h 1562"/>
              <a:gd name="T46" fmla="*/ 22 w 1562"/>
              <a:gd name="T47" fmla="*/ 595 h 1562"/>
              <a:gd name="T48" fmla="*/ 71 w 1562"/>
              <a:gd name="T49" fmla="*/ 451 h 1562"/>
              <a:gd name="T50" fmla="*/ 150 w 1562"/>
              <a:gd name="T51" fmla="*/ 319 h 1562"/>
              <a:gd name="T52" fmla="*/ 228 w 1562"/>
              <a:gd name="T53" fmla="*/ 228 h 1562"/>
              <a:gd name="T54" fmla="*/ 319 w 1562"/>
              <a:gd name="T55" fmla="*/ 150 h 1562"/>
              <a:gd name="T56" fmla="*/ 451 w 1562"/>
              <a:gd name="T57" fmla="*/ 71 h 1562"/>
              <a:gd name="T58" fmla="*/ 595 w 1562"/>
              <a:gd name="T59" fmla="*/ 22 h 1562"/>
              <a:gd name="T60" fmla="*/ 742 w 1562"/>
              <a:gd name="T61" fmla="*/ 0 h 1562"/>
              <a:gd name="T62" fmla="*/ 893 w 1562"/>
              <a:gd name="T63" fmla="*/ 8 h 1562"/>
              <a:gd name="T64" fmla="*/ 1039 w 1562"/>
              <a:gd name="T65" fmla="*/ 43 h 1562"/>
              <a:gd name="T66" fmla="*/ 1177 w 1562"/>
              <a:gd name="T67" fmla="*/ 108 h 1562"/>
              <a:gd name="T68" fmla="*/ 1304 w 1562"/>
              <a:gd name="T69" fmla="*/ 200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62" h="1562">
                <a:moveTo>
                  <a:pt x="1332" y="228"/>
                </a:moveTo>
                <a:lnTo>
                  <a:pt x="1362" y="259"/>
                </a:lnTo>
                <a:lnTo>
                  <a:pt x="1415" y="325"/>
                </a:lnTo>
                <a:lnTo>
                  <a:pt x="1460" y="395"/>
                </a:lnTo>
                <a:lnTo>
                  <a:pt x="1497" y="469"/>
                </a:lnTo>
                <a:lnTo>
                  <a:pt x="1525" y="546"/>
                </a:lnTo>
                <a:lnTo>
                  <a:pt x="1546" y="625"/>
                </a:lnTo>
                <a:lnTo>
                  <a:pt x="1558" y="704"/>
                </a:lnTo>
                <a:lnTo>
                  <a:pt x="1562" y="784"/>
                </a:lnTo>
                <a:lnTo>
                  <a:pt x="1560" y="824"/>
                </a:lnTo>
                <a:lnTo>
                  <a:pt x="1558" y="859"/>
                </a:lnTo>
                <a:lnTo>
                  <a:pt x="1547" y="928"/>
                </a:lnTo>
                <a:lnTo>
                  <a:pt x="1532" y="996"/>
                </a:lnTo>
                <a:lnTo>
                  <a:pt x="1508" y="1063"/>
                </a:lnTo>
                <a:lnTo>
                  <a:pt x="1480" y="1128"/>
                </a:lnTo>
                <a:lnTo>
                  <a:pt x="1446" y="1190"/>
                </a:lnTo>
                <a:lnTo>
                  <a:pt x="1405" y="1250"/>
                </a:lnTo>
                <a:lnTo>
                  <a:pt x="1358" y="1305"/>
                </a:lnTo>
                <a:lnTo>
                  <a:pt x="1332" y="1333"/>
                </a:lnTo>
                <a:lnTo>
                  <a:pt x="1306" y="1358"/>
                </a:lnTo>
                <a:lnTo>
                  <a:pt x="1249" y="1405"/>
                </a:lnTo>
                <a:lnTo>
                  <a:pt x="1190" y="1447"/>
                </a:lnTo>
                <a:lnTo>
                  <a:pt x="1127" y="1480"/>
                </a:lnTo>
                <a:lnTo>
                  <a:pt x="1063" y="1509"/>
                </a:lnTo>
                <a:lnTo>
                  <a:pt x="996" y="1531"/>
                </a:lnTo>
                <a:lnTo>
                  <a:pt x="928" y="1548"/>
                </a:lnTo>
                <a:lnTo>
                  <a:pt x="859" y="1558"/>
                </a:lnTo>
                <a:lnTo>
                  <a:pt x="825" y="1561"/>
                </a:lnTo>
                <a:lnTo>
                  <a:pt x="784" y="1562"/>
                </a:lnTo>
                <a:lnTo>
                  <a:pt x="704" y="1558"/>
                </a:lnTo>
                <a:lnTo>
                  <a:pt x="624" y="1546"/>
                </a:lnTo>
                <a:lnTo>
                  <a:pt x="545" y="1526"/>
                </a:lnTo>
                <a:lnTo>
                  <a:pt x="469" y="1497"/>
                </a:lnTo>
                <a:lnTo>
                  <a:pt x="396" y="1461"/>
                </a:lnTo>
                <a:lnTo>
                  <a:pt x="325" y="1415"/>
                </a:lnTo>
                <a:lnTo>
                  <a:pt x="259" y="1362"/>
                </a:lnTo>
                <a:lnTo>
                  <a:pt x="228" y="1333"/>
                </a:lnTo>
                <a:lnTo>
                  <a:pt x="201" y="1304"/>
                </a:lnTo>
                <a:lnTo>
                  <a:pt x="150" y="1242"/>
                </a:lnTo>
                <a:lnTo>
                  <a:pt x="107" y="1177"/>
                </a:lnTo>
                <a:lnTo>
                  <a:pt x="71" y="1110"/>
                </a:lnTo>
                <a:lnTo>
                  <a:pt x="43" y="1038"/>
                </a:lnTo>
                <a:lnTo>
                  <a:pt x="22" y="967"/>
                </a:lnTo>
                <a:lnTo>
                  <a:pt x="8" y="893"/>
                </a:lnTo>
                <a:lnTo>
                  <a:pt x="0" y="818"/>
                </a:lnTo>
                <a:lnTo>
                  <a:pt x="0" y="743"/>
                </a:lnTo>
                <a:lnTo>
                  <a:pt x="8" y="669"/>
                </a:lnTo>
                <a:lnTo>
                  <a:pt x="22" y="595"/>
                </a:lnTo>
                <a:lnTo>
                  <a:pt x="43" y="522"/>
                </a:lnTo>
                <a:lnTo>
                  <a:pt x="71" y="451"/>
                </a:lnTo>
                <a:lnTo>
                  <a:pt x="107" y="384"/>
                </a:lnTo>
                <a:lnTo>
                  <a:pt x="150" y="319"/>
                </a:lnTo>
                <a:lnTo>
                  <a:pt x="201" y="257"/>
                </a:lnTo>
                <a:lnTo>
                  <a:pt x="228" y="228"/>
                </a:lnTo>
                <a:lnTo>
                  <a:pt x="258" y="200"/>
                </a:lnTo>
                <a:lnTo>
                  <a:pt x="319" y="150"/>
                </a:lnTo>
                <a:lnTo>
                  <a:pt x="383" y="108"/>
                </a:lnTo>
                <a:lnTo>
                  <a:pt x="451" y="71"/>
                </a:lnTo>
                <a:lnTo>
                  <a:pt x="522" y="43"/>
                </a:lnTo>
                <a:lnTo>
                  <a:pt x="595" y="22"/>
                </a:lnTo>
                <a:lnTo>
                  <a:pt x="669" y="8"/>
                </a:lnTo>
                <a:lnTo>
                  <a:pt x="742" y="0"/>
                </a:lnTo>
                <a:lnTo>
                  <a:pt x="818" y="0"/>
                </a:lnTo>
                <a:lnTo>
                  <a:pt x="893" y="8"/>
                </a:lnTo>
                <a:lnTo>
                  <a:pt x="967" y="22"/>
                </a:lnTo>
                <a:lnTo>
                  <a:pt x="1039" y="43"/>
                </a:lnTo>
                <a:lnTo>
                  <a:pt x="1109" y="71"/>
                </a:lnTo>
                <a:lnTo>
                  <a:pt x="1177" y="108"/>
                </a:lnTo>
                <a:lnTo>
                  <a:pt x="1243" y="150"/>
                </a:lnTo>
                <a:lnTo>
                  <a:pt x="1304" y="200"/>
                </a:lnTo>
                <a:lnTo>
                  <a:pt x="1332" y="228"/>
                </a:lnTo>
                <a:close/>
              </a:path>
            </a:pathLst>
          </a:custGeom>
          <a:solidFill>
            <a:srgbClr val="007D74"/>
          </a:solidFill>
          <a:ln>
            <a:noFill/>
          </a:ln>
        </p:spPr>
        <p:txBody>
          <a:bodyPr vert="horz" wrap="square" lIns="91440" tIns="45720" rIns="91440" bIns="45720" numCol="1" anchor="t" anchorCtr="0" compatLnSpc="1">
            <a:prstTxWarp prst="textNoShape">
              <a:avLst/>
            </a:prstTxWarp>
          </a:bodyPr>
          <a:lstStyle/>
          <a:p>
            <a:pPr algn="ctr">
              <a:defRPr/>
            </a:pPr>
            <a:endParaRPr lang="en-US">
              <a:solidFill>
                <a:prstClr val="black"/>
              </a:solidFill>
              <a:latin typeface="Calibri" panose="020F0502020204030204"/>
            </a:endParaRPr>
          </a:p>
        </p:txBody>
      </p:sp>
      <p:sp>
        <p:nvSpPr>
          <p:cNvPr id="40" name="Freeform 598">
            <a:extLst>
              <a:ext uri="{FF2B5EF4-FFF2-40B4-BE49-F238E27FC236}">
                <a16:creationId xmlns:a16="http://schemas.microsoft.com/office/drawing/2014/main" id="{177601E0-B58B-7EA0-D052-79361B5E63E1}"/>
              </a:ext>
              <a:ext uri="{C183D7F6-B498-43B3-948B-1728B52AA6E4}">
                <adec:decorative xmlns:adec="http://schemas.microsoft.com/office/drawing/2017/decorative" val="0"/>
              </a:ext>
            </a:extLst>
          </p:cNvPr>
          <p:cNvSpPr>
            <a:spLocks/>
          </p:cNvSpPr>
          <p:nvPr/>
        </p:nvSpPr>
        <p:spPr bwMode="auto">
          <a:xfrm>
            <a:off x="8465595" y="4408287"/>
            <a:ext cx="710046" cy="698298"/>
          </a:xfrm>
          <a:custGeom>
            <a:avLst/>
            <a:gdLst>
              <a:gd name="T0" fmla="*/ 151 w 1036"/>
              <a:gd name="T1" fmla="*/ 153 h 1038"/>
              <a:gd name="T2" fmla="*/ 115 w 1036"/>
              <a:gd name="T3" fmla="*/ 191 h 1038"/>
              <a:gd name="T4" fmla="*/ 57 w 1036"/>
              <a:gd name="T5" fmla="*/ 277 h 1038"/>
              <a:gd name="T6" fmla="*/ 19 w 1036"/>
              <a:gd name="T7" fmla="*/ 372 h 1038"/>
              <a:gd name="T8" fmla="*/ 0 w 1036"/>
              <a:gd name="T9" fmla="*/ 470 h 1038"/>
              <a:gd name="T10" fmla="*/ 0 w 1036"/>
              <a:gd name="T11" fmla="*/ 570 h 1038"/>
              <a:gd name="T12" fmla="*/ 19 w 1036"/>
              <a:gd name="T13" fmla="*/ 667 h 1038"/>
              <a:gd name="T14" fmla="*/ 57 w 1036"/>
              <a:gd name="T15" fmla="*/ 762 h 1038"/>
              <a:gd name="T16" fmla="*/ 115 w 1036"/>
              <a:gd name="T17" fmla="*/ 849 h 1038"/>
              <a:gd name="T18" fmla="*/ 151 w 1036"/>
              <a:gd name="T19" fmla="*/ 887 h 1038"/>
              <a:gd name="T20" fmla="*/ 151 w 1036"/>
              <a:gd name="T21" fmla="*/ 887 h 1038"/>
              <a:gd name="T22" fmla="*/ 190 w 1036"/>
              <a:gd name="T23" fmla="*/ 924 h 1038"/>
              <a:gd name="T24" fmla="*/ 277 w 1036"/>
              <a:gd name="T25" fmla="*/ 981 h 1038"/>
              <a:gd name="T26" fmla="*/ 370 w 1036"/>
              <a:gd name="T27" fmla="*/ 1018 h 1038"/>
              <a:gd name="T28" fmla="*/ 469 w 1036"/>
              <a:gd name="T29" fmla="*/ 1038 h 1038"/>
              <a:gd name="T30" fmla="*/ 569 w 1036"/>
              <a:gd name="T31" fmla="*/ 1038 h 1038"/>
              <a:gd name="T32" fmla="*/ 667 w 1036"/>
              <a:gd name="T33" fmla="*/ 1018 h 1038"/>
              <a:gd name="T34" fmla="*/ 760 w 1036"/>
              <a:gd name="T35" fmla="*/ 981 h 1038"/>
              <a:gd name="T36" fmla="*/ 847 w 1036"/>
              <a:gd name="T37" fmla="*/ 924 h 1038"/>
              <a:gd name="T38" fmla="*/ 886 w 1036"/>
              <a:gd name="T39" fmla="*/ 887 h 1038"/>
              <a:gd name="T40" fmla="*/ 886 w 1036"/>
              <a:gd name="T41" fmla="*/ 887 h 1038"/>
              <a:gd name="T42" fmla="*/ 922 w 1036"/>
              <a:gd name="T43" fmla="*/ 849 h 1038"/>
              <a:gd name="T44" fmla="*/ 979 w 1036"/>
              <a:gd name="T45" fmla="*/ 762 h 1038"/>
              <a:gd name="T46" fmla="*/ 1017 w 1036"/>
              <a:gd name="T47" fmla="*/ 667 h 1038"/>
              <a:gd name="T48" fmla="*/ 1036 w 1036"/>
              <a:gd name="T49" fmla="*/ 570 h 1038"/>
              <a:gd name="T50" fmla="*/ 1036 w 1036"/>
              <a:gd name="T51" fmla="*/ 470 h 1038"/>
              <a:gd name="T52" fmla="*/ 1017 w 1036"/>
              <a:gd name="T53" fmla="*/ 372 h 1038"/>
              <a:gd name="T54" fmla="*/ 979 w 1036"/>
              <a:gd name="T55" fmla="*/ 277 h 1038"/>
              <a:gd name="T56" fmla="*/ 922 w 1036"/>
              <a:gd name="T57" fmla="*/ 191 h 1038"/>
              <a:gd name="T58" fmla="*/ 886 w 1036"/>
              <a:gd name="T59" fmla="*/ 153 h 1038"/>
              <a:gd name="T60" fmla="*/ 886 w 1036"/>
              <a:gd name="T61" fmla="*/ 153 h 1038"/>
              <a:gd name="T62" fmla="*/ 847 w 1036"/>
              <a:gd name="T63" fmla="*/ 115 h 1038"/>
              <a:gd name="T64" fmla="*/ 760 w 1036"/>
              <a:gd name="T65" fmla="*/ 58 h 1038"/>
              <a:gd name="T66" fmla="*/ 667 w 1036"/>
              <a:gd name="T67" fmla="*/ 20 h 1038"/>
              <a:gd name="T68" fmla="*/ 569 w 1036"/>
              <a:gd name="T69" fmla="*/ 1 h 1038"/>
              <a:gd name="T70" fmla="*/ 518 w 1036"/>
              <a:gd name="T71" fmla="*/ 0 h 1038"/>
              <a:gd name="T72" fmla="*/ 518 w 1036"/>
              <a:gd name="T73" fmla="*/ 0 h 1038"/>
              <a:gd name="T74" fmla="*/ 469 w 1036"/>
              <a:gd name="T75" fmla="*/ 1 h 1038"/>
              <a:gd name="T76" fmla="*/ 370 w 1036"/>
              <a:gd name="T77" fmla="*/ 20 h 1038"/>
              <a:gd name="T78" fmla="*/ 277 w 1036"/>
              <a:gd name="T79" fmla="*/ 58 h 1038"/>
              <a:gd name="T80" fmla="*/ 190 w 1036"/>
              <a:gd name="T81" fmla="*/ 115 h 1038"/>
              <a:gd name="T82" fmla="*/ 151 w 1036"/>
              <a:gd name="T83" fmla="*/ 15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6" h="1038">
                <a:moveTo>
                  <a:pt x="151" y="153"/>
                </a:moveTo>
                <a:lnTo>
                  <a:pt x="115" y="191"/>
                </a:lnTo>
                <a:lnTo>
                  <a:pt x="57" y="277"/>
                </a:lnTo>
                <a:lnTo>
                  <a:pt x="19" y="372"/>
                </a:lnTo>
                <a:lnTo>
                  <a:pt x="0" y="470"/>
                </a:lnTo>
                <a:lnTo>
                  <a:pt x="0" y="570"/>
                </a:lnTo>
                <a:lnTo>
                  <a:pt x="19" y="667"/>
                </a:lnTo>
                <a:lnTo>
                  <a:pt x="57" y="762"/>
                </a:lnTo>
                <a:lnTo>
                  <a:pt x="115" y="849"/>
                </a:lnTo>
                <a:lnTo>
                  <a:pt x="151" y="887"/>
                </a:lnTo>
                <a:lnTo>
                  <a:pt x="151" y="887"/>
                </a:lnTo>
                <a:lnTo>
                  <a:pt x="190" y="924"/>
                </a:lnTo>
                <a:lnTo>
                  <a:pt x="277" y="981"/>
                </a:lnTo>
                <a:lnTo>
                  <a:pt x="370" y="1018"/>
                </a:lnTo>
                <a:lnTo>
                  <a:pt x="469" y="1038"/>
                </a:lnTo>
                <a:lnTo>
                  <a:pt x="569" y="1038"/>
                </a:lnTo>
                <a:lnTo>
                  <a:pt x="667" y="1018"/>
                </a:lnTo>
                <a:lnTo>
                  <a:pt x="760" y="981"/>
                </a:lnTo>
                <a:lnTo>
                  <a:pt x="847" y="924"/>
                </a:lnTo>
                <a:lnTo>
                  <a:pt x="886" y="887"/>
                </a:lnTo>
                <a:lnTo>
                  <a:pt x="886" y="887"/>
                </a:lnTo>
                <a:lnTo>
                  <a:pt x="922" y="849"/>
                </a:lnTo>
                <a:lnTo>
                  <a:pt x="979" y="762"/>
                </a:lnTo>
                <a:lnTo>
                  <a:pt x="1017" y="667"/>
                </a:lnTo>
                <a:lnTo>
                  <a:pt x="1036" y="570"/>
                </a:lnTo>
                <a:lnTo>
                  <a:pt x="1036" y="470"/>
                </a:lnTo>
                <a:lnTo>
                  <a:pt x="1017" y="372"/>
                </a:lnTo>
                <a:lnTo>
                  <a:pt x="979" y="277"/>
                </a:lnTo>
                <a:lnTo>
                  <a:pt x="922" y="191"/>
                </a:lnTo>
                <a:lnTo>
                  <a:pt x="886" y="153"/>
                </a:lnTo>
                <a:lnTo>
                  <a:pt x="886" y="153"/>
                </a:lnTo>
                <a:lnTo>
                  <a:pt x="847" y="115"/>
                </a:lnTo>
                <a:lnTo>
                  <a:pt x="760" y="58"/>
                </a:lnTo>
                <a:lnTo>
                  <a:pt x="667" y="20"/>
                </a:lnTo>
                <a:lnTo>
                  <a:pt x="569" y="1"/>
                </a:lnTo>
                <a:lnTo>
                  <a:pt x="518" y="0"/>
                </a:lnTo>
                <a:lnTo>
                  <a:pt x="518" y="0"/>
                </a:lnTo>
                <a:lnTo>
                  <a:pt x="469" y="1"/>
                </a:lnTo>
                <a:lnTo>
                  <a:pt x="370" y="20"/>
                </a:lnTo>
                <a:lnTo>
                  <a:pt x="277" y="58"/>
                </a:lnTo>
                <a:lnTo>
                  <a:pt x="190" y="115"/>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defRPr/>
            </a:pPr>
            <a:r>
              <a:rPr lang="en-US" sz="1100" b="1">
                <a:solidFill>
                  <a:prstClr val="black"/>
                </a:solidFill>
                <a:latin typeface="Calibri Light" panose="020F0302020204030204"/>
              </a:rPr>
              <a:t>Podcasts</a:t>
            </a:r>
            <a:endParaRPr lang="en-US" sz="1600" b="1">
              <a:solidFill>
                <a:prstClr val="black"/>
              </a:solidFill>
              <a:latin typeface="Calibri Light" panose="020F0302020204030204"/>
            </a:endParaRPr>
          </a:p>
        </p:txBody>
      </p:sp>
      <p:sp>
        <p:nvSpPr>
          <p:cNvPr id="41" name="TextBox 40">
            <a:extLst>
              <a:ext uri="{FF2B5EF4-FFF2-40B4-BE49-F238E27FC236}">
                <a16:creationId xmlns:a16="http://schemas.microsoft.com/office/drawing/2014/main" id="{C954D54E-56FB-A8F7-33B8-40988C71CA2B}"/>
              </a:ext>
            </a:extLst>
          </p:cNvPr>
          <p:cNvSpPr txBox="1"/>
          <p:nvPr/>
        </p:nvSpPr>
        <p:spPr>
          <a:xfrm>
            <a:off x="8229501" y="3583856"/>
            <a:ext cx="1277822" cy="523220"/>
          </a:xfrm>
          <a:prstGeom prst="rect">
            <a:avLst/>
          </a:prstGeom>
          <a:noFill/>
        </p:spPr>
        <p:txBody>
          <a:bodyPr wrap="square" rtlCol="0" anchor="b">
            <a:spAutoFit/>
          </a:bodyPr>
          <a:lstStyle/>
          <a:p>
            <a:pPr algn="ctr"/>
            <a:r>
              <a:rPr lang="en-US" sz="1400">
                <a:solidFill>
                  <a:prstClr val="black"/>
                </a:solidFill>
                <a:latin typeface="Calibri" panose="020F0502020204030204"/>
              </a:rPr>
              <a:t>Senior updates</a:t>
            </a:r>
          </a:p>
          <a:p>
            <a:pPr algn="ctr"/>
            <a:r>
              <a:rPr lang="en-US" sz="1400" i="1">
                <a:solidFill>
                  <a:prstClr val="black"/>
                </a:solidFill>
                <a:latin typeface="Calibri" panose="020F0502020204030204"/>
              </a:rPr>
              <a:t>Ongoing</a:t>
            </a:r>
          </a:p>
        </p:txBody>
      </p:sp>
      <p:sp>
        <p:nvSpPr>
          <p:cNvPr id="42" name="Freeform 596">
            <a:extLst>
              <a:ext uri="{FF2B5EF4-FFF2-40B4-BE49-F238E27FC236}">
                <a16:creationId xmlns:a16="http://schemas.microsoft.com/office/drawing/2014/main" id="{2EEEDEA4-C22B-A027-D1A1-F9ADADD71DA9}"/>
              </a:ext>
              <a:ext uri="{C183D7F6-B498-43B3-948B-1728B52AA6E4}">
                <adec:decorative xmlns:adec="http://schemas.microsoft.com/office/drawing/2017/decorative" val="1"/>
              </a:ext>
            </a:extLst>
          </p:cNvPr>
          <p:cNvSpPr>
            <a:spLocks/>
          </p:cNvSpPr>
          <p:nvPr/>
        </p:nvSpPr>
        <p:spPr bwMode="auto">
          <a:xfrm rot="16200000">
            <a:off x="2548391" y="4241964"/>
            <a:ext cx="1028515" cy="1025883"/>
          </a:xfrm>
          <a:custGeom>
            <a:avLst/>
            <a:gdLst>
              <a:gd name="T0" fmla="*/ 1362 w 1562"/>
              <a:gd name="T1" fmla="*/ 259 h 1562"/>
              <a:gd name="T2" fmla="*/ 1460 w 1562"/>
              <a:gd name="T3" fmla="*/ 395 h 1562"/>
              <a:gd name="T4" fmla="*/ 1525 w 1562"/>
              <a:gd name="T5" fmla="*/ 546 h 1562"/>
              <a:gd name="T6" fmla="*/ 1558 w 1562"/>
              <a:gd name="T7" fmla="*/ 704 h 1562"/>
              <a:gd name="T8" fmla="*/ 1560 w 1562"/>
              <a:gd name="T9" fmla="*/ 824 h 1562"/>
              <a:gd name="T10" fmla="*/ 1547 w 1562"/>
              <a:gd name="T11" fmla="*/ 928 h 1562"/>
              <a:gd name="T12" fmla="*/ 1508 w 1562"/>
              <a:gd name="T13" fmla="*/ 1063 h 1562"/>
              <a:gd name="T14" fmla="*/ 1446 w 1562"/>
              <a:gd name="T15" fmla="*/ 1190 h 1562"/>
              <a:gd name="T16" fmla="*/ 1358 w 1562"/>
              <a:gd name="T17" fmla="*/ 1305 h 1562"/>
              <a:gd name="T18" fmla="*/ 1306 w 1562"/>
              <a:gd name="T19" fmla="*/ 1358 h 1562"/>
              <a:gd name="T20" fmla="*/ 1190 w 1562"/>
              <a:gd name="T21" fmla="*/ 1447 h 1562"/>
              <a:gd name="T22" fmla="*/ 1063 w 1562"/>
              <a:gd name="T23" fmla="*/ 1509 h 1562"/>
              <a:gd name="T24" fmla="*/ 928 w 1562"/>
              <a:gd name="T25" fmla="*/ 1548 h 1562"/>
              <a:gd name="T26" fmla="*/ 825 w 1562"/>
              <a:gd name="T27" fmla="*/ 1561 h 1562"/>
              <a:gd name="T28" fmla="*/ 704 w 1562"/>
              <a:gd name="T29" fmla="*/ 1558 h 1562"/>
              <a:gd name="T30" fmla="*/ 545 w 1562"/>
              <a:gd name="T31" fmla="*/ 1526 h 1562"/>
              <a:gd name="T32" fmla="*/ 396 w 1562"/>
              <a:gd name="T33" fmla="*/ 1461 h 1562"/>
              <a:gd name="T34" fmla="*/ 259 w 1562"/>
              <a:gd name="T35" fmla="*/ 1362 h 1562"/>
              <a:gd name="T36" fmla="*/ 201 w 1562"/>
              <a:gd name="T37" fmla="*/ 1304 h 1562"/>
              <a:gd name="T38" fmla="*/ 107 w 1562"/>
              <a:gd name="T39" fmla="*/ 1177 h 1562"/>
              <a:gd name="T40" fmla="*/ 43 w 1562"/>
              <a:gd name="T41" fmla="*/ 1038 h 1562"/>
              <a:gd name="T42" fmla="*/ 8 w 1562"/>
              <a:gd name="T43" fmla="*/ 893 h 1562"/>
              <a:gd name="T44" fmla="*/ 0 w 1562"/>
              <a:gd name="T45" fmla="*/ 743 h 1562"/>
              <a:gd name="T46" fmla="*/ 22 w 1562"/>
              <a:gd name="T47" fmla="*/ 595 h 1562"/>
              <a:gd name="T48" fmla="*/ 71 w 1562"/>
              <a:gd name="T49" fmla="*/ 451 h 1562"/>
              <a:gd name="T50" fmla="*/ 150 w 1562"/>
              <a:gd name="T51" fmla="*/ 319 h 1562"/>
              <a:gd name="T52" fmla="*/ 228 w 1562"/>
              <a:gd name="T53" fmla="*/ 228 h 1562"/>
              <a:gd name="T54" fmla="*/ 319 w 1562"/>
              <a:gd name="T55" fmla="*/ 150 h 1562"/>
              <a:gd name="T56" fmla="*/ 451 w 1562"/>
              <a:gd name="T57" fmla="*/ 71 h 1562"/>
              <a:gd name="T58" fmla="*/ 595 w 1562"/>
              <a:gd name="T59" fmla="*/ 22 h 1562"/>
              <a:gd name="T60" fmla="*/ 742 w 1562"/>
              <a:gd name="T61" fmla="*/ 0 h 1562"/>
              <a:gd name="T62" fmla="*/ 893 w 1562"/>
              <a:gd name="T63" fmla="*/ 8 h 1562"/>
              <a:gd name="T64" fmla="*/ 1039 w 1562"/>
              <a:gd name="T65" fmla="*/ 43 h 1562"/>
              <a:gd name="T66" fmla="*/ 1177 w 1562"/>
              <a:gd name="T67" fmla="*/ 108 h 1562"/>
              <a:gd name="T68" fmla="*/ 1304 w 1562"/>
              <a:gd name="T69" fmla="*/ 200 h 1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62" h="1562">
                <a:moveTo>
                  <a:pt x="1332" y="228"/>
                </a:moveTo>
                <a:lnTo>
                  <a:pt x="1362" y="259"/>
                </a:lnTo>
                <a:lnTo>
                  <a:pt x="1415" y="325"/>
                </a:lnTo>
                <a:lnTo>
                  <a:pt x="1460" y="395"/>
                </a:lnTo>
                <a:lnTo>
                  <a:pt x="1497" y="469"/>
                </a:lnTo>
                <a:lnTo>
                  <a:pt x="1525" y="546"/>
                </a:lnTo>
                <a:lnTo>
                  <a:pt x="1546" y="625"/>
                </a:lnTo>
                <a:lnTo>
                  <a:pt x="1558" y="704"/>
                </a:lnTo>
                <a:lnTo>
                  <a:pt x="1562" y="784"/>
                </a:lnTo>
                <a:lnTo>
                  <a:pt x="1560" y="824"/>
                </a:lnTo>
                <a:lnTo>
                  <a:pt x="1558" y="859"/>
                </a:lnTo>
                <a:lnTo>
                  <a:pt x="1547" y="928"/>
                </a:lnTo>
                <a:lnTo>
                  <a:pt x="1532" y="996"/>
                </a:lnTo>
                <a:lnTo>
                  <a:pt x="1508" y="1063"/>
                </a:lnTo>
                <a:lnTo>
                  <a:pt x="1480" y="1128"/>
                </a:lnTo>
                <a:lnTo>
                  <a:pt x="1446" y="1190"/>
                </a:lnTo>
                <a:lnTo>
                  <a:pt x="1405" y="1250"/>
                </a:lnTo>
                <a:lnTo>
                  <a:pt x="1358" y="1305"/>
                </a:lnTo>
                <a:lnTo>
                  <a:pt x="1332" y="1333"/>
                </a:lnTo>
                <a:lnTo>
                  <a:pt x="1306" y="1358"/>
                </a:lnTo>
                <a:lnTo>
                  <a:pt x="1249" y="1405"/>
                </a:lnTo>
                <a:lnTo>
                  <a:pt x="1190" y="1447"/>
                </a:lnTo>
                <a:lnTo>
                  <a:pt x="1127" y="1480"/>
                </a:lnTo>
                <a:lnTo>
                  <a:pt x="1063" y="1509"/>
                </a:lnTo>
                <a:lnTo>
                  <a:pt x="996" y="1531"/>
                </a:lnTo>
                <a:lnTo>
                  <a:pt x="928" y="1548"/>
                </a:lnTo>
                <a:lnTo>
                  <a:pt x="859" y="1558"/>
                </a:lnTo>
                <a:lnTo>
                  <a:pt x="825" y="1561"/>
                </a:lnTo>
                <a:lnTo>
                  <a:pt x="784" y="1562"/>
                </a:lnTo>
                <a:lnTo>
                  <a:pt x="704" y="1558"/>
                </a:lnTo>
                <a:lnTo>
                  <a:pt x="624" y="1546"/>
                </a:lnTo>
                <a:lnTo>
                  <a:pt x="545" y="1526"/>
                </a:lnTo>
                <a:lnTo>
                  <a:pt x="469" y="1497"/>
                </a:lnTo>
                <a:lnTo>
                  <a:pt x="396" y="1461"/>
                </a:lnTo>
                <a:lnTo>
                  <a:pt x="325" y="1415"/>
                </a:lnTo>
                <a:lnTo>
                  <a:pt x="259" y="1362"/>
                </a:lnTo>
                <a:lnTo>
                  <a:pt x="228" y="1333"/>
                </a:lnTo>
                <a:lnTo>
                  <a:pt x="201" y="1304"/>
                </a:lnTo>
                <a:lnTo>
                  <a:pt x="150" y="1242"/>
                </a:lnTo>
                <a:lnTo>
                  <a:pt x="107" y="1177"/>
                </a:lnTo>
                <a:lnTo>
                  <a:pt x="71" y="1110"/>
                </a:lnTo>
                <a:lnTo>
                  <a:pt x="43" y="1038"/>
                </a:lnTo>
                <a:lnTo>
                  <a:pt x="22" y="967"/>
                </a:lnTo>
                <a:lnTo>
                  <a:pt x="8" y="893"/>
                </a:lnTo>
                <a:lnTo>
                  <a:pt x="0" y="818"/>
                </a:lnTo>
                <a:lnTo>
                  <a:pt x="0" y="743"/>
                </a:lnTo>
                <a:lnTo>
                  <a:pt x="8" y="669"/>
                </a:lnTo>
                <a:lnTo>
                  <a:pt x="22" y="595"/>
                </a:lnTo>
                <a:lnTo>
                  <a:pt x="43" y="522"/>
                </a:lnTo>
                <a:lnTo>
                  <a:pt x="71" y="451"/>
                </a:lnTo>
                <a:lnTo>
                  <a:pt x="107" y="384"/>
                </a:lnTo>
                <a:lnTo>
                  <a:pt x="150" y="319"/>
                </a:lnTo>
                <a:lnTo>
                  <a:pt x="201" y="257"/>
                </a:lnTo>
                <a:lnTo>
                  <a:pt x="228" y="228"/>
                </a:lnTo>
                <a:lnTo>
                  <a:pt x="258" y="200"/>
                </a:lnTo>
                <a:lnTo>
                  <a:pt x="319" y="150"/>
                </a:lnTo>
                <a:lnTo>
                  <a:pt x="383" y="108"/>
                </a:lnTo>
                <a:lnTo>
                  <a:pt x="451" y="71"/>
                </a:lnTo>
                <a:lnTo>
                  <a:pt x="522" y="43"/>
                </a:lnTo>
                <a:lnTo>
                  <a:pt x="595" y="22"/>
                </a:lnTo>
                <a:lnTo>
                  <a:pt x="669" y="8"/>
                </a:lnTo>
                <a:lnTo>
                  <a:pt x="742" y="0"/>
                </a:lnTo>
                <a:lnTo>
                  <a:pt x="818" y="0"/>
                </a:lnTo>
                <a:lnTo>
                  <a:pt x="893" y="8"/>
                </a:lnTo>
                <a:lnTo>
                  <a:pt x="967" y="22"/>
                </a:lnTo>
                <a:lnTo>
                  <a:pt x="1039" y="43"/>
                </a:lnTo>
                <a:lnTo>
                  <a:pt x="1109" y="71"/>
                </a:lnTo>
                <a:lnTo>
                  <a:pt x="1177" y="108"/>
                </a:lnTo>
                <a:lnTo>
                  <a:pt x="1243" y="150"/>
                </a:lnTo>
                <a:lnTo>
                  <a:pt x="1304" y="200"/>
                </a:lnTo>
                <a:lnTo>
                  <a:pt x="1332" y="228"/>
                </a:lnTo>
                <a:close/>
              </a:path>
            </a:pathLst>
          </a:custGeom>
          <a:solidFill>
            <a:srgbClr val="00B2A2"/>
          </a:solidFill>
          <a:ln>
            <a:noFill/>
          </a:ln>
        </p:spPr>
        <p:txBody>
          <a:bodyPr vert="horz" wrap="square" lIns="91440" tIns="45720" rIns="91440" bIns="45720" numCol="1" anchor="t" anchorCtr="0" compatLnSpc="1">
            <a:prstTxWarp prst="textNoShape">
              <a:avLst/>
            </a:prstTxWarp>
          </a:bodyPr>
          <a:lstStyle/>
          <a:p>
            <a:pPr algn="ctr">
              <a:defRPr/>
            </a:pPr>
            <a:endParaRPr lang="en-US">
              <a:solidFill>
                <a:prstClr val="black"/>
              </a:solidFill>
              <a:latin typeface="Calibri" panose="020F0502020204030204"/>
            </a:endParaRPr>
          </a:p>
        </p:txBody>
      </p:sp>
      <p:sp>
        <p:nvSpPr>
          <p:cNvPr id="43" name="Freeform 598">
            <a:extLst>
              <a:ext uri="{FF2B5EF4-FFF2-40B4-BE49-F238E27FC236}">
                <a16:creationId xmlns:a16="http://schemas.microsoft.com/office/drawing/2014/main" id="{34C7CC8B-B597-2A65-5DD6-8E417E859D5B}"/>
              </a:ext>
              <a:ext uri="{C183D7F6-B498-43B3-948B-1728B52AA6E4}">
                <adec:decorative xmlns:adec="http://schemas.microsoft.com/office/drawing/2017/decorative" val="0"/>
              </a:ext>
            </a:extLst>
          </p:cNvPr>
          <p:cNvSpPr>
            <a:spLocks/>
          </p:cNvSpPr>
          <p:nvPr/>
        </p:nvSpPr>
        <p:spPr bwMode="auto">
          <a:xfrm>
            <a:off x="2722002" y="4412942"/>
            <a:ext cx="681292" cy="683921"/>
          </a:xfrm>
          <a:custGeom>
            <a:avLst/>
            <a:gdLst>
              <a:gd name="T0" fmla="*/ 151 w 1036"/>
              <a:gd name="T1" fmla="*/ 153 h 1038"/>
              <a:gd name="T2" fmla="*/ 115 w 1036"/>
              <a:gd name="T3" fmla="*/ 191 h 1038"/>
              <a:gd name="T4" fmla="*/ 57 w 1036"/>
              <a:gd name="T5" fmla="*/ 277 h 1038"/>
              <a:gd name="T6" fmla="*/ 19 w 1036"/>
              <a:gd name="T7" fmla="*/ 372 h 1038"/>
              <a:gd name="T8" fmla="*/ 0 w 1036"/>
              <a:gd name="T9" fmla="*/ 470 h 1038"/>
              <a:gd name="T10" fmla="*/ 0 w 1036"/>
              <a:gd name="T11" fmla="*/ 570 h 1038"/>
              <a:gd name="T12" fmla="*/ 19 w 1036"/>
              <a:gd name="T13" fmla="*/ 667 h 1038"/>
              <a:gd name="T14" fmla="*/ 57 w 1036"/>
              <a:gd name="T15" fmla="*/ 762 h 1038"/>
              <a:gd name="T16" fmla="*/ 115 w 1036"/>
              <a:gd name="T17" fmla="*/ 849 h 1038"/>
              <a:gd name="T18" fmla="*/ 151 w 1036"/>
              <a:gd name="T19" fmla="*/ 887 h 1038"/>
              <a:gd name="T20" fmla="*/ 151 w 1036"/>
              <a:gd name="T21" fmla="*/ 887 h 1038"/>
              <a:gd name="T22" fmla="*/ 190 w 1036"/>
              <a:gd name="T23" fmla="*/ 924 h 1038"/>
              <a:gd name="T24" fmla="*/ 277 w 1036"/>
              <a:gd name="T25" fmla="*/ 981 h 1038"/>
              <a:gd name="T26" fmla="*/ 370 w 1036"/>
              <a:gd name="T27" fmla="*/ 1018 h 1038"/>
              <a:gd name="T28" fmla="*/ 469 w 1036"/>
              <a:gd name="T29" fmla="*/ 1038 h 1038"/>
              <a:gd name="T30" fmla="*/ 569 w 1036"/>
              <a:gd name="T31" fmla="*/ 1038 h 1038"/>
              <a:gd name="T32" fmla="*/ 667 w 1036"/>
              <a:gd name="T33" fmla="*/ 1018 h 1038"/>
              <a:gd name="T34" fmla="*/ 760 w 1036"/>
              <a:gd name="T35" fmla="*/ 981 h 1038"/>
              <a:gd name="T36" fmla="*/ 847 w 1036"/>
              <a:gd name="T37" fmla="*/ 924 h 1038"/>
              <a:gd name="T38" fmla="*/ 886 w 1036"/>
              <a:gd name="T39" fmla="*/ 887 h 1038"/>
              <a:gd name="T40" fmla="*/ 886 w 1036"/>
              <a:gd name="T41" fmla="*/ 887 h 1038"/>
              <a:gd name="T42" fmla="*/ 922 w 1036"/>
              <a:gd name="T43" fmla="*/ 849 h 1038"/>
              <a:gd name="T44" fmla="*/ 979 w 1036"/>
              <a:gd name="T45" fmla="*/ 762 h 1038"/>
              <a:gd name="T46" fmla="*/ 1017 w 1036"/>
              <a:gd name="T47" fmla="*/ 667 h 1038"/>
              <a:gd name="T48" fmla="*/ 1036 w 1036"/>
              <a:gd name="T49" fmla="*/ 570 h 1038"/>
              <a:gd name="T50" fmla="*/ 1036 w 1036"/>
              <a:gd name="T51" fmla="*/ 470 h 1038"/>
              <a:gd name="T52" fmla="*/ 1017 w 1036"/>
              <a:gd name="T53" fmla="*/ 372 h 1038"/>
              <a:gd name="T54" fmla="*/ 979 w 1036"/>
              <a:gd name="T55" fmla="*/ 277 h 1038"/>
              <a:gd name="T56" fmla="*/ 922 w 1036"/>
              <a:gd name="T57" fmla="*/ 191 h 1038"/>
              <a:gd name="T58" fmla="*/ 886 w 1036"/>
              <a:gd name="T59" fmla="*/ 153 h 1038"/>
              <a:gd name="T60" fmla="*/ 886 w 1036"/>
              <a:gd name="T61" fmla="*/ 153 h 1038"/>
              <a:gd name="T62" fmla="*/ 847 w 1036"/>
              <a:gd name="T63" fmla="*/ 115 h 1038"/>
              <a:gd name="T64" fmla="*/ 760 w 1036"/>
              <a:gd name="T65" fmla="*/ 58 h 1038"/>
              <a:gd name="T66" fmla="*/ 667 w 1036"/>
              <a:gd name="T67" fmla="*/ 20 h 1038"/>
              <a:gd name="T68" fmla="*/ 569 w 1036"/>
              <a:gd name="T69" fmla="*/ 1 h 1038"/>
              <a:gd name="T70" fmla="*/ 518 w 1036"/>
              <a:gd name="T71" fmla="*/ 0 h 1038"/>
              <a:gd name="T72" fmla="*/ 518 w 1036"/>
              <a:gd name="T73" fmla="*/ 0 h 1038"/>
              <a:gd name="T74" fmla="*/ 469 w 1036"/>
              <a:gd name="T75" fmla="*/ 1 h 1038"/>
              <a:gd name="T76" fmla="*/ 370 w 1036"/>
              <a:gd name="T77" fmla="*/ 20 h 1038"/>
              <a:gd name="T78" fmla="*/ 277 w 1036"/>
              <a:gd name="T79" fmla="*/ 58 h 1038"/>
              <a:gd name="T80" fmla="*/ 190 w 1036"/>
              <a:gd name="T81" fmla="*/ 115 h 1038"/>
              <a:gd name="T82" fmla="*/ 151 w 1036"/>
              <a:gd name="T83" fmla="*/ 153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036" h="1038">
                <a:moveTo>
                  <a:pt x="151" y="153"/>
                </a:moveTo>
                <a:lnTo>
                  <a:pt x="115" y="191"/>
                </a:lnTo>
                <a:lnTo>
                  <a:pt x="57" y="277"/>
                </a:lnTo>
                <a:lnTo>
                  <a:pt x="19" y="372"/>
                </a:lnTo>
                <a:lnTo>
                  <a:pt x="0" y="470"/>
                </a:lnTo>
                <a:lnTo>
                  <a:pt x="0" y="570"/>
                </a:lnTo>
                <a:lnTo>
                  <a:pt x="19" y="667"/>
                </a:lnTo>
                <a:lnTo>
                  <a:pt x="57" y="762"/>
                </a:lnTo>
                <a:lnTo>
                  <a:pt x="115" y="849"/>
                </a:lnTo>
                <a:lnTo>
                  <a:pt x="151" y="887"/>
                </a:lnTo>
                <a:lnTo>
                  <a:pt x="151" y="887"/>
                </a:lnTo>
                <a:lnTo>
                  <a:pt x="190" y="924"/>
                </a:lnTo>
                <a:lnTo>
                  <a:pt x="277" y="981"/>
                </a:lnTo>
                <a:lnTo>
                  <a:pt x="370" y="1018"/>
                </a:lnTo>
                <a:lnTo>
                  <a:pt x="469" y="1038"/>
                </a:lnTo>
                <a:lnTo>
                  <a:pt x="569" y="1038"/>
                </a:lnTo>
                <a:lnTo>
                  <a:pt x="667" y="1018"/>
                </a:lnTo>
                <a:lnTo>
                  <a:pt x="760" y="981"/>
                </a:lnTo>
                <a:lnTo>
                  <a:pt x="847" y="924"/>
                </a:lnTo>
                <a:lnTo>
                  <a:pt x="886" y="887"/>
                </a:lnTo>
                <a:lnTo>
                  <a:pt x="886" y="887"/>
                </a:lnTo>
                <a:lnTo>
                  <a:pt x="922" y="849"/>
                </a:lnTo>
                <a:lnTo>
                  <a:pt x="979" y="762"/>
                </a:lnTo>
                <a:lnTo>
                  <a:pt x="1017" y="667"/>
                </a:lnTo>
                <a:lnTo>
                  <a:pt x="1036" y="570"/>
                </a:lnTo>
                <a:lnTo>
                  <a:pt x="1036" y="470"/>
                </a:lnTo>
                <a:lnTo>
                  <a:pt x="1017" y="372"/>
                </a:lnTo>
                <a:lnTo>
                  <a:pt x="979" y="277"/>
                </a:lnTo>
                <a:lnTo>
                  <a:pt x="922" y="191"/>
                </a:lnTo>
                <a:lnTo>
                  <a:pt x="886" y="153"/>
                </a:lnTo>
                <a:lnTo>
                  <a:pt x="886" y="153"/>
                </a:lnTo>
                <a:lnTo>
                  <a:pt x="847" y="115"/>
                </a:lnTo>
                <a:lnTo>
                  <a:pt x="760" y="58"/>
                </a:lnTo>
                <a:lnTo>
                  <a:pt x="667" y="20"/>
                </a:lnTo>
                <a:lnTo>
                  <a:pt x="569" y="1"/>
                </a:lnTo>
                <a:lnTo>
                  <a:pt x="518" y="0"/>
                </a:lnTo>
                <a:lnTo>
                  <a:pt x="518" y="0"/>
                </a:lnTo>
                <a:lnTo>
                  <a:pt x="469" y="1"/>
                </a:lnTo>
                <a:lnTo>
                  <a:pt x="370" y="20"/>
                </a:lnTo>
                <a:lnTo>
                  <a:pt x="277" y="58"/>
                </a:lnTo>
                <a:lnTo>
                  <a:pt x="190" y="115"/>
                </a:lnTo>
                <a:lnTo>
                  <a:pt x="151" y="153"/>
                </a:lnTo>
                <a:close/>
              </a:path>
            </a:pathLst>
          </a:custGeom>
          <a:solidFill>
            <a:srgbClr val="E8E9E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algn="ctr">
              <a:defRPr/>
            </a:pPr>
            <a:r>
              <a:rPr lang="en-US" sz="1600" b="1">
                <a:solidFill>
                  <a:prstClr val="black"/>
                </a:solidFill>
                <a:latin typeface="Calibri Light" panose="020F0302020204030204"/>
              </a:rPr>
              <a:t>ASE</a:t>
            </a:r>
          </a:p>
        </p:txBody>
      </p:sp>
      <p:sp>
        <p:nvSpPr>
          <p:cNvPr id="44" name="TextBox 43">
            <a:extLst>
              <a:ext uri="{FF2B5EF4-FFF2-40B4-BE49-F238E27FC236}">
                <a16:creationId xmlns:a16="http://schemas.microsoft.com/office/drawing/2014/main" id="{C08C0E83-40C0-139B-8B88-3D28D8190436}"/>
              </a:ext>
            </a:extLst>
          </p:cNvPr>
          <p:cNvSpPr txBox="1"/>
          <p:nvPr/>
        </p:nvSpPr>
        <p:spPr>
          <a:xfrm>
            <a:off x="2318200" y="3466308"/>
            <a:ext cx="1421248" cy="523220"/>
          </a:xfrm>
          <a:prstGeom prst="rect">
            <a:avLst/>
          </a:prstGeom>
          <a:noFill/>
        </p:spPr>
        <p:txBody>
          <a:bodyPr wrap="square" rtlCol="0">
            <a:spAutoFit/>
          </a:bodyPr>
          <a:lstStyle/>
          <a:p>
            <a:pPr algn="ctr"/>
            <a:r>
              <a:rPr lang="en-US" sz="1400">
                <a:solidFill>
                  <a:prstClr val="black"/>
                </a:solidFill>
                <a:latin typeface="Calibri" panose="020F0502020204030204"/>
              </a:rPr>
              <a:t>Kick off and Alignment</a:t>
            </a:r>
          </a:p>
        </p:txBody>
      </p:sp>
      <p:sp>
        <p:nvSpPr>
          <p:cNvPr id="45" name="TextBox 44">
            <a:extLst>
              <a:ext uri="{FF2B5EF4-FFF2-40B4-BE49-F238E27FC236}">
                <a16:creationId xmlns:a16="http://schemas.microsoft.com/office/drawing/2014/main" id="{9FECB40D-C7EA-CD52-FD02-5C7096BEF2BE}"/>
              </a:ext>
            </a:extLst>
          </p:cNvPr>
          <p:cNvSpPr txBox="1"/>
          <p:nvPr/>
        </p:nvSpPr>
        <p:spPr>
          <a:xfrm>
            <a:off x="226326" y="1371084"/>
            <a:ext cx="11399617" cy="1477328"/>
          </a:xfrm>
          <a:prstGeom prst="rect">
            <a:avLst/>
          </a:prstGeom>
          <a:noFill/>
        </p:spPr>
        <p:txBody>
          <a:bodyPr wrap="square" rtlCol="0">
            <a:spAutoFit/>
          </a:bodyPr>
          <a:lstStyle/>
          <a:p>
            <a:pPr marL="285750" indent="-285750">
              <a:buFont typeface="Arial" panose="020B0604020202020204" pitchFamily="34" charset="0"/>
              <a:buChar char="•"/>
            </a:pPr>
            <a:r>
              <a:rPr lang="en-US">
                <a:solidFill>
                  <a:prstClr val="black"/>
                </a:solidFill>
                <a:latin typeface="Calibri" panose="020F0502020204030204"/>
              </a:rPr>
              <a:t>Communications will clarify our objectives and goals for all key stakeholders</a:t>
            </a:r>
          </a:p>
          <a:p>
            <a:pPr marL="285750" indent="-285750">
              <a:buFont typeface="Arial" panose="020B0604020202020204" pitchFamily="34" charset="0"/>
              <a:buChar char="•"/>
            </a:pPr>
            <a:r>
              <a:rPr lang="en-US">
                <a:solidFill>
                  <a:prstClr val="black"/>
                </a:solidFill>
                <a:latin typeface="Calibri" panose="020F0502020204030204"/>
              </a:rPr>
              <a:t>Communications will be driven by Beazley to ensure regular alignment and insight</a:t>
            </a:r>
          </a:p>
          <a:p>
            <a:pPr marL="285750" indent="-285750">
              <a:buFont typeface="Arial" panose="020B0604020202020204" pitchFamily="34" charset="0"/>
              <a:buChar char="•"/>
            </a:pPr>
            <a:r>
              <a:rPr lang="en-US">
                <a:solidFill>
                  <a:prstClr val="black"/>
                </a:solidFill>
                <a:latin typeface="Calibri" panose="020F0502020204030204"/>
              </a:rPr>
              <a:t>The end-to-end communications plan will be written as input to readiness for the Discovery phase</a:t>
            </a:r>
          </a:p>
          <a:p>
            <a:pPr marL="285750" indent="-285750">
              <a:buFont typeface="Arial" panose="020B0604020202020204" pitchFamily="34" charset="0"/>
              <a:buChar char="•"/>
            </a:pPr>
            <a:r>
              <a:rPr lang="en-US">
                <a:solidFill>
                  <a:prstClr val="black"/>
                </a:solidFill>
                <a:latin typeface="Calibri" panose="020F0502020204030204"/>
              </a:rPr>
              <a:t>A proposed structure/flow is shown below</a:t>
            </a:r>
          </a:p>
          <a:p>
            <a:pPr marL="285750" indent="-285750">
              <a:buFont typeface="Arial" panose="020B0604020202020204" pitchFamily="34" charset="0"/>
              <a:buChar char="•"/>
            </a:pPr>
            <a:r>
              <a:rPr lang="en-US">
                <a:solidFill>
                  <a:prstClr val="black"/>
                </a:solidFill>
                <a:latin typeface="Calibri" panose="020F0502020204030204"/>
              </a:rPr>
              <a:t>NOTE: Beazley are developing a set of templates to be used for </a:t>
            </a:r>
            <a:r>
              <a:rPr lang="en-US" err="1">
                <a:solidFill>
                  <a:prstClr val="black"/>
                </a:solidFill>
                <a:latin typeface="Calibri" panose="020F0502020204030204"/>
              </a:rPr>
              <a:t>programme</a:t>
            </a:r>
            <a:r>
              <a:rPr lang="en-US">
                <a:solidFill>
                  <a:prstClr val="black"/>
                </a:solidFill>
                <a:latin typeface="Calibri" panose="020F0502020204030204"/>
              </a:rPr>
              <a:t> communications </a:t>
            </a:r>
          </a:p>
        </p:txBody>
      </p:sp>
      <p:sp>
        <p:nvSpPr>
          <p:cNvPr id="46" name="Title 1">
            <a:extLst>
              <a:ext uri="{FF2B5EF4-FFF2-40B4-BE49-F238E27FC236}">
                <a16:creationId xmlns:a16="http://schemas.microsoft.com/office/drawing/2014/main" id="{5E93D34E-AB33-9D72-90AE-E5C739E6186F}"/>
              </a:ext>
            </a:extLst>
          </p:cNvPr>
          <p:cNvSpPr txBox="1">
            <a:spLocks/>
          </p:cNvSpPr>
          <p:nvPr/>
        </p:nvSpPr>
        <p:spPr>
          <a:xfrm>
            <a:off x="184150" y="175419"/>
            <a:ext cx="10515600" cy="365127"/>
          </a:xfrm>
          <a:prstGeom prst="rect">
            <a:avLst/>
          </a:prstGeom>
        </p:spPr>
        <p:txBody>
          <a:bodyPr vert="horz" lIns="0" tIns="0" rIns="0" bIns="0" rtlCol="0" anchor="ctr">
            <a:normAutofit fontScale="97500"/>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a:lstStyle>
          <a:p>
            <a:r>
              <a:rPr lang="en-GB"/>
              <a:t>Programme Communication</a:t>
            </a:r>
          </a:p>
        </p:txBody>
      </p:sp>
    </p:spTree>
    <p:extLst>
      <p:ext uri="{BB962C8B-B14F-4D97-AF65-F5344CB8AC3E}">
        <p14:creationId xmlns:p14="http://schemas.microsoft.com/office/powerpoint/2010/main" val="685347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669EC078-54DD-11F4-2508-68DF33D4E719}"/>
              </a:ext>
            </a:extLst>
          </p:cNvPr>
          <p:cNvSpPr/>
          <p:nvPr/>
        </p:nvSpPr>
        <p:spPr>
          <a:xfrm>
            <a:off x="1" y="0"/>
            <a:ext cx="3910988"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1" i="0" u="none" strike="noStrike" kern="1200" cap="none" spc="0" normalizeH="0" baseline="0" noProof="0">
              <a:ln>
                <a:noFill/>
              </a:ln>
              <a:solidFill>
                <a:srgbClr val="FFFFFF"/>
              </a:solidFill>
              <a:effectLst/>
              <a:uLnTx/>
              <a:uFillTx/>
              <a:latin typeface="Ubuntu"/>
              <a:ea typeface="+mn-ea"/>
              <a:cs typeface="+mn-cs"/>
            </a:endParaRPr>
          </a:p>
        </p:txBody>
      </p:sp>
      <p:sp>
        <p:nvSpPr>
          <p:cNvPr id="19" name="TextBox 18">
            <a:extLst>
              <a:ext uri="{FF2B5EF4-FFF2-40B4-BE49-F238E27FC236}">
                <a16:creationId xmlns:a16="http://schemas.microsoft.com/office/drawing/2014/main" id="{FC0F2C3C-A796-BA35-99CF-0A0479F7F534}"/>
              </a:ext>
            </a:extLst>
          </p:cNvPr>
          <p:cNvSpPr txBox="1"/>
          <p:nvPr/>
        </p:nvSpPr>
        <p:spPr>
          <a:xfrm>
            <a:off x="4255359" y="550816"/>
            <a:ext cx="7633466" cy="40011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2600" b="0" i="0" u="none" strike="noStrike" kern="1200" cap="all" spc="0" normalizeH="0" baseline="0" noProof="0">
                <a:ln>
                  <a:noFill/>
                </a:ln>
                <a:solidFill>
                  <a:srgbClr val="272936"/>
                </a:solidFill>
                <a:effectLst/>
                <a:uLnTx/>
                <a:uFillTx/>
                <a:latin typeface="Ubuntu Medium"/>
                <a:ea typeface="+mn-ea"/>
                <a:cs typeface="+mn-cs"/>
              </a:rPr>
              <a:t>Roles &amp; Scrum team view</a:t>
            </a:r>
            <a:r>
              <a:rPr kumimoji="0" lang="en-GB" sz="2000" b="1" i="0" u="none" strike="noStrike" kern="1200" cap="none" spc="0" normalizeH="0" baseline="0" noProof="0">
                <a:ln>
                  <a:noFill/>
                </a:ln>
                <a:solidFill>
                  <a:srgbClr val="0070AD"/>
                </a:solidFill>
                <a:effectLst/>
                <a:uLnTx/>
                <a:uFillTx/>
                <a:latin typeface="Ubuntu"/>
                <a:ea typeface="+mn-ea"/>
                <a:cs typeface="+mn-cs"/>
              </a:rPr>
              <a:t> </a:t>
            </a:r>
          </a:p>
        </p:txBody>
      </p:sp>
      <p:sp>
        <p:nvSpPr>
          <p:cNvPr id="38" name="Google Shape;1376;g1bb0ecdc7bc_0_306">
            <a:extLst>
              <a:ext uri="{FF2B5EF4-FFF2-40B4-BE49-F238E27FC236}">
                <a16:creationId xmlns:a16="http://schemas.microsoft.com/office/drawing/2014/main" id="{E4041D71-C03B-FE8D-B05D-19DEF0733D2B}"/>
              </a:ext>
            </a:extLst>
          </p:cNvPr>
          <p:cNvSpPr/>
          <p:nvPr/>
        </p:nvSpPr>
        <p:spPr>
          <a:xfrm>
            <a:off x="4008794" y="2041266"/>
            <a:ext cx="1458355" cy="1638297"/>
          </a:xfrm>
          <a:prstGeom prst="rect">
            <a:avLst/>
          </a:prstGeom>
          <a:solidFill>
            <a:schemeClr val="accent2">
              <a:lumMod val="50000"/>
            </a:schemeClr>
          </a:solidFill>
          <a:ln w="9525" cap="flat" cmpd="sng">
            <a:solidFill>
              <a:srgbClr val="09566D"/>
            </a:solidFill>
            <a:prstDash val="solid"/>
            <a:round/>
            <a:headEnd type="none" w="sm" len="sm"/>
            <a:tailEnd type="none" w="sm" len="sm"/>
          </a:ln>
        </p:spPr>
        <p:txBody>
          <a:bodyPr spcFirstLastPara="1" wrap="square" lIns="396000" tIns="91425" rIns="36000" bIns="91425" anchor="ctr" anchorCtr="0">
            <a:noAutofit/>
          </a:bodyPr>
          <a:lstStyle/>
          <a:p>
            <a:pPr marL="0" marR="0" lvl="0" indent="0" algn="l" defTabSz="914400" rtl="0" eaLnBrk="1" fontAlgn="auto" latinLnBrk="0" hangingPunct="1">
              <a:lnSpc>
                <a:spcPct val="114285"/>
              </a:lnSpc>
              <a:spcBef>
                <a:spcPts val="600"/>
              </a:spcBef>
              <a:spcAft>
                <a:spcPts val="0"/>
              </a:spcAft>
              <a:buClr>
                <a:srgbClr val="000000"/>
              </a:buClr>
              <a:buSzPts val="1400"/>
              <a:buFont typeface="Arial"/>
              <a:buNone/>
              <a:tabLst/>
              <a:defRPr/>
            </a:pPr>
            <a:r>
              <a:rPr kumimoji="0" lang="en-GB" sz="1200" b="1" i="0" u="none" strike="noStrike" kern="0" cap="none" spc="0" normalizeH="0" baseline="0" noProof="0">
                <a:ln>
                  <a:noFill/>
                </a:ln>
                <a:solidFill>
                  <a:srgbClr val="FFFFFF"/>
                </a:solidFill>
                <a:effectLst/>
                <a:uLnTx/>
                <a:uFillTx/>
                <a:latin typeface="Ubuntu"/>
                <a:ea typeface="Arial"/>
                <a:cs typeface="Arial"/>
                <a:sym typeface="Arial"/>
              </a:rPr>
              <a:t>Inception</a:t>
            </a:r>
            <a:endParaRPr kumimoji="0" lang="pl-PL" sz="1200" b="1" i="0" u="none" strike="noStrike" kern="0" cap="none" spc="0" normalizeH="0" baseline="0" noProof="0">
              <a:ln>
                <a:noFill/>
              </a:ln>
              <a:solidFill>
                <a:srgbClr val="FFFFFF"/>
              </a:solidFill>
              <a:effectLst/>
              <a:uLnTx/>
              <a:uFillTx/>
              <a:latin typeface="Ubuntu"/>
              <a:ea typeface="Arial"/>
              <a:cs typeface="Arial"/>
              <a:sym typeface="Arial"/>
            </a:endParaRPr>
          </a:p>
        </p:txBody>
      </p:sp>
      <p:sp>
        <p:nvSpPr>
          <p:cNvPr id="42" name="Google Shape;1376;g1bb0ecdc7bc_0_306">
            <a:extLst>
              <a:ext uri="{FF2B5EF4-FFF2-40B4-BE49-F238E27FC236}">
                <a16:creationId xmlns:a16="http://schemas.microsoft.com/office/drawing/2014/main" id="{C05CEED9-AD2B-12AF-FD2D-CF1BF88E453D}"/>
              </a:ext>
            </a:extLst>
          </p:cNvPr>
          <p:cNvSpPr/>
          <p:nvPr/>
        </p:nvSpPr>
        <p:spPr>
          <a:xfrm>
            <a:off x="5515013" y="2079367"/>
            <a:ext cx="6306085" cy="1600196"/>
          </a:xfrm>
          <a:prstGeom prst="rect">
            <a:avLst/>
          </a:prstGeom>
          <a:solidFill>
            <a:srgbClr val="F2F2F2"/>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14285"/>
              </a:lnSpc>
              <a:spcBef>
                <a:spcPts val="60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FFFFFF"/>
              </a:solidFill>
              <a:effectLst/>
              <a:uLnTx/>
              <a:uFillTx/>
              <a:latin typeface="Ubuntu"/>
              <a:ea typeface="Arial"/>
              <a:cs typeface="Arial"/>
              <a:sym typeface="Arial"/>
            </a:endParaRPr>
          </a:p>
        </p:txBody>
      </p:sp>
      <p:sp>
        <p:nvSpPr>
          <p:cNvPr id="47" name="TextBox 46">
            <a:extLst>
              <a:ext uri="{FF2B5EF4-FFF2-40B4-BE49-F238E27FC236}">
                <a16:creationId xmlns:a16="http://schemas.microsoft.com/office/drawing/2014/main" id="{2FE6F999-320C-FAF5-041A-B85DCE591D0F}"/>
              </a:ext>
            </a:extLst>
          </p:cNvPr>
          <p:cNvSpPr txBox="1"/>
          <p:nvPr/>
        </p:nvSpPr>
        <p:spPr>
          <a:xfrm>
            <a:off x="5602925" y="2202703"/>
            <a:ext cx="2952374" cy="1489379"/>
          </a:xfrm>
          <a:prstGeom prst="rect">
            <a:avLst/>
          </a:prstGeom>
          <a:noFill/>
        </p:spPr>
        <p:txBody>
          <a:bodyPr wrap="square" lIns="0" tIns="0" rIns="0" bIns="0" numCol="2" spcCol="108000" anchor="t">
            <a:noAutofit/>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Owners (Policy, Billing, Integrations)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Business SMEs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E2E Programme Lead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E2E Programme Test Lead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Architects</a:t>
            </a:r>
          </a:p>
        </p:txBody>
      </p:sp>
      <p:sp>
        <p:nvSpPr>
          <p:cNvPr id="49" name="Google Shape;1376;g1bb0ecdc7bc_0_306">
            <a:extLst>
              <a:ext uri="{FF2B5EF4-FFF2-40B4-BE49-F238E27FC236}">
                <a16:creationId xmlns:a16="http://schemas.microsoft.com/office/drawing/2014/main" id="{47D78003-46DF-703F-B3C0-DC07B7F25256}"/>
              </a:ext>
            </a:extLst>
          </p:cNvPr>
          <p:cNvSpPr/>
          <p:nvPr/>
        </p:nvSpPr>
        <p:spPr>
          <a:xfrm>
            <a:off x="4008794" y="3812667"/>
            <a:ext cx="1458355" cy="2144027"/>
          </a:xfrm>
          <a:prstGeom prst="rect">
            <a:avLst/>
          </a:prstGeom>
          <a:solidFill>
            <a:schemeClr val="accent2">
              <a:lumMod val="50000"/>
            </a:schemeClr>
          </a:solidFill>
          <a:ln w="9525" cap="flat" cmpd="sng">
            <a:solidFill>
              <a:srgbClr val="09566D"/>
            </a:solidFill>
            <a:prstDash val="solid"/>
            <a:round/>
            <a:headEnd type="none" w="sm" len="sm"/>
            <a:tailEnd type="none" w="sm" len="sm"/>
          </a:ln>
        </p:spPr>
        <p:txBody>
          <a:bodyPr spcFirstLastPara="1" wrap="square" lIns="396000" tIns="91425" rIns="36000" bIns="91425" anchor="ctr"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400"/>
              <a:buFontTx/>
              <a:buNone/>
              <a:tabLst/>
              <a:defRPr/>
            </a:pPr>
            <a:r>
              <a:rPr kumimoji="0" lang="en-GB" sz="1200" b="1" i="0" u="none" strike="noStrike" kern="0" cap="none" spc="0" normalizeH="0" baseline="0" noProof="0">
                <a:ln>
                  <a:noFill/>
                </a:ln>
                <a:solidFill>
                  <a:srgbClr val="FFFFFF"/>
                </a:solidFill>
                <a:effectLst/>
                <a:uLnTx/>
                <a:uFillTx/>
                <a:latin typeface="Ubuntu"/>
                <a:ea typeface="Arial"/>
                <a:cs typeface="Arial"/>
                <a:sym typeface="Arial"/>
              </a:rPr>
              <a:t>Foundation Release</a:t>
            </a:r>
            <a:endParaRPr kumimoji="0" lang="pl-PL" sz="1200" b="1" i="0" u="none" strike="noStrike" kern="0" cap="none" spc="0" normalizeH="0" baseline="0" noProof="0">
              <a:ln>
                <a:noFill/>
              </a:ln>
              <a:solidFill>
                <a:srgbClr val="FFFFFF"/>
              </a:solidFill>
              <a:effectLst/>
              <a:uLnTx/>
              <a:uFillTx/>
              <a:latin typeface="Ubuntu"/>
              <a:ea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Pts val="1400"/>
              <a:buFont typeface="Arial"/>
              <a:buNone/>
              <a:tabLst/>
              <a:defRPr/>
            </a:pPr>
            <a:endParaRPr kumimoji="0" lang="pl-PL" sz="1200" b="1" i="0" u="none" strike="noStrike" kern="0" cap="none" spc="0" normalizeH="0" baseline="0" noProof="0">
              <a:ln>
                <a:noFill/>
              </a:ln>
              <a:solidFill>
                <a:srgbClr val="FFFFFF"/>
              </a:solidFill>
              <a:effectLst/>
              <a:uLnTx/>
              <a:uFillTx/>
              <a:latin typeface="Ubuntu"/>
              <a:ea typeface="Arial"/>
              <a:cs typeface="Arial"/>
              <a:sym typeface="Arial"/>
            </a:endParaRPr>
          </a:p>
        </p:txBody>
      </p:sp>
      <p:sp>
        <p:nvSpPr>
          <p:cNvPr id="52" name="Google Shape;1376;g1bb0ecdc7bc_0_306">
            <a:extLst>
              <a:ext uri="{FF2B5EF4-FFF2-40B4-BE49-F238E27FC236}">
                <a16:creationId xmlns:a16="http://schemas.microsoft.com/office/drawing/2014/main" id="{1E88CD01-CF4A-2FB2-FD37-FDD788F913B5}"/>
              </a:ext>
            </a:extLst>
          </p:cNvPr>
          <p:cNvSpPr/>
          <p:nvPr/>
        </p:nvSpPr>
        <p:spPr>
          <a:xfrm>
            <a:off x="5515013" y="3810972"/>
            <a:ext cx="6306085" cy="2145328"/>
          </a:xfrm>
          <a:prstGeom prst="rect">
            <a:avLst/>
          </a:prstGeom>
          <a:solidFill>
            <a:srgbClr val="F2F2F2"/>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rtl="0" eaLnBrk="1" fontAlgn="auto" latinLnBrk="0" hangingPunct="1">
              <a:lnSpc>
                <a:spcPct val="114285"/>
              </a:lnSpc>
              <a:spcBef>
                <a:spcPts val="600"/>
              </a:spcBef>
              <a:spcAft>
                <a:spcPts val="0"/>
              </a:spcAft>
              <a:buClr>
                <a:srgbClr val="000000"/>
              </a:buClr>
              <a:buSzPts val="1400"/>
              <a:buFont typeface="Arial"/>
              <a:buNone/>
              <a:tabLst/>
              <a:defRPr/>
            </a:pPr>
            <a:endParaRPr kumimoji="0" sz="1400" b="1" i="0" u="none" strike="noStrike" kern="0" cap="none" spc="0" normalizeH="0" baseline="0" noProof="0">
              <a:ln>
                <a:noFill/>
              </a:ln>
              <a:solidFill>
                <a:srgbClr val="FFFFFF"/>
              </a:solidFill>
              <a:effectLst/>
              <a:uLnTx/>
              <a:uFillTx/>
              <a:latin typeface="Ubuntu"/>
              <a:ea typeface="Arial"/>
              <a:cs typeface="Arial"/>
              <a:sym typeface="Arial"/>
            </a:endParaRPr>
          </a:p>
        </p:txBody>
      </p:sp>
      <p:grpSp>
        <p:nvGrpSpPr>
          <p:cNvPr id="65" name="Groupe 522">
            <a:extLst>
              <a:ext uri="{FF2B5EF4-FFF2-40B4-BE49-F238E27FC236}">
                <a16:creationId xmlns:a16="http://schemas.microsoft.com/office/drawing/2014/main" id="{B9E2128C-AA50-8A98-A0F7-9EA94AA9D455}"/>
              </a:ext>
            </a:extLst>
          </p:cNvPr>
          <p:cNvGrpSpPr/>
          <p:nvPr/>
        </p:nvGrpSpPr>
        <p:grpSpPr>
          <a:xfrm>
            <a:off x="4075751" y="2844800"/>
            <a:ext cx="306912" cy="238028"/>
            <a:chOff x="6630988" y="5624513"/>
            <a:chExt cx="520700" cy="474663"/>
          </a:xfrm>
          <a:solidFill>
            <a:srgbClr val="FFFFFF"/>
          </a:solidFill>
        </p:grpSpPr>
        <p:sp>
          <p:nvSpPr>
            <p:cNvPr id="66" name="Freeform 384">
              <a:extLst>
                <a:ext uri="{FF2B5EF4-FFF2-40B4-BE49-F238E27FC236}">
                  <a16:creationId xmlns:a16="http://schemas.microsoft.com/office/drawing/2014/main" id="{59A88B0A-87F6-D699-325A-B31F6C866CD5}"/>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67" name="Freeform 385">
              <a:extLst>
                <a:ext uri="{FF2B5EF4-FFF2-40B4-BE49-F238E27FC236}">
                  <a16:creationId xmlns:a16="http://schemas.microsoft.com/office/drawing/2014/main" id="{286A6E13-2EBF-079E-CEE3-B365CB44B7A2}"/>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68" name="Freeform 386">
              <a:extLst>
                <a:ext uri="{FF2B5EF4-FFF2-40B4-BE49-F238E27FC236}">
                  <a16:creationId xmlns:a16="http://schemas.microsoft.com/office/drawing/2014/main" id="{8C3E796E-A8C9-A7F0-21AF-72733468894F}"/>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69" name="Freeform 387">
              <a:extLst>
                <a:ext uri="{FF2B5EF4-FFF2-40B4-BE49-F238E27FC236}">
                  <a16:creationId xmlns:a16="http://schemas.microsoft.com/office/drawing/2014/main" id="{F778515F-5407-C2FF-E9FA-D882733C1D93}"/>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0" name="Freeform 388">
              <a:extLst>
                <a:ext uri="{FF2B5EF4-FFF2-40B4-BE49-F238E27FC236}">
                  <a16:creationId xmlns:a16="http://schemas.microsoft.com/office/drawing/2014/main" id="{FDE17DA9-A896-5C6D-03DC-830106DE032C}"/>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1" name="Freeform 389">
              <a:extLst>
                <a:ext uri="{FF2B5EF4-FFF2-40B4-BE49-F238E27FC236}">
                  <a16:creationId xmlns:a16="http://schemas.microsoft.com/office/drawing/2014/main" id="{574374EB-57BD-235B-7B54-B16F824D8BDD}"/>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72" name="Groupe 547">
            <a:extLst>
              <a:ext uri="{FF2B5EF4-FFF2-40B4-BE49-F238E27FC236}">
                <a16:creationId xmlns:a16="http://schemas.microsoft.com/office/drawing/2014/main" id="{B172B45E-D511-5DBD-9158-7AB0B19DAAA5}"/>
              </a:ext>
            </a:extLst>
          </p:cNvPr>
          <p:cNvGrpSpPr/>
          <p:nvPr/>
        </p:nvGrpSpPr>
        <p:grpSpPr>
          <a:xfrm>
            <a:off x="4033962" y="4292599"/>
            <a:ext cx="474537" cy="214031"/>
            <a:chOff x="7621588" y="1962150"/>
            <a:chExt cx="622300" cy="414337"/>
          </a:xfrm>
          <a:solidFill>
            <a:srgbClr val="FFFFFF"/>
          </a:solidFill>
        </p:grpSpPr>
        <p:sp>
          <p:nvSpPr>
            <p:cNvPr id="73" name="Freeform 199">
              <a:extLst>
                <a:ext uri="{FF2B5EF4-FFF2-40B4-BE49-F238E27FC236}">
                  <a16:creationId xmlns:a16="http://schemas.microsoft.com/office/drawing/2014/main" id="{8D0A51A6-FB3F-F4C5-4107-10631A38044A}"/>
                </a:ext>
              </a:extLst>
            </p:cNvPr>
            <p:cNvSpPr>
              <a:spLocks noEditPoints="1"/>
            </p:cNvSpPr>
            <p:nvPr/>
          </p:nvSpPr>
          <p:spPr bwMode="auto">
            <a:xfrm>
              <a:off x="7748588" y="1973262"/>
              <a:ext cx="495300" cy="403225"/>
            </a:xfrm>
            <a:custGeom>
              <a:avLst/>
              <a:gdLst>
                <a:gd name="T0" fmla="*/ 108 w 132"/>
                <a:gd name="T1" fmla="*/ 60 h 107"/>
                <a:gd name="T2" fmla="*/ 99 w 132"/>
                <a:gd name="T3" fmla="*/ 64 h 107"/>
                <a:gd name="T4" fmla="*/ 67 w 132"/>
                <a:gd name="T5" fmla="*/ 33 h 107"/>
                <a:gd name="T6" fmla="*/ 52 w 132"/>
                <a:gd name="T7" fmla="*/ 28 h 107"/>
                <a:gd name="T8" fmla="*/ 43 w 132"/>
                <a:gd name="T9" fmla="*/ 29 h 107"/>
                <a:gd name="T10" fmla="*/ 17 w 132"/>
                <a:gd name="T11" fmla="*/ 34 h 107"/>
                <a:gd name="T12" fmla="*/ 32 w 132"/>
                <a:gd name="T13" fmla="*/ 16 h 107"/>
                <a:gd name="T14" fmla="*/ 60 w 132"/>
                <a:gd name="T15" fmla="*/ 6 h 107"/>
                <a:gd name="T16" fmla="*/ 87 w 132"/>
                <a:gd name="T17" fmla="*/ 12 h 107"/>
                <a:gd name="T18" fmla="*/ 108 w 132"/>
                <a:gd name="T19" fmla="*/ 60 h 107"/>
                <a:gd name="T20" fmla="*/ 46 w 132"/>
                <a:gd name="T21" fmla="*/ 87 h 107"/>
                <a:gd name="T22" fmla="*/ 38 w 132"/>
                <a:gd name="T23" fmla="*/ 95 h 107"/>
                <a:gd name="T24" fmla="*/ 38 w 132"/>
                <a:gd name="T25" fmla="*/ 105 h 107"/>
                <a:gd name="T26" fmla="*/ 38 w 132"/>
                <a:gd name="T27" fmla="*/ 105 h 107"/>
                <a:gd name="T28" fmla="*/ 47 w 132"/>
                <a:gd name="T29" fmla="*/ 105 h 107"/>
                <a:gd name="T30" fmla="*/ 55 w 132"/>
                <a:gd name="T31" fmla="*/ 97 h 107"/>
                <a:gd name="T32" fmla="*/ 55 w 132"/>
                <a:gd name="T33" fmla="*/ 87 h 107"/>
                <a:gd name="T34" fmla="*/ 55 w 132"/>
                <a:gd name="T35" fmla="*/ 87 h 107"/>
                <a:gd name="T36" fmla="*/ 46 w 132"/>
                <a:gd name="T37" fmla="*/ 87 h 107"/>
                <a:gd name="T38" fmla="*/ 18 w 132"/>
                <a:gd name="T39" fmla="*/ 59 h 107"/>
                <a:gd name="T40" fmla="*/ 18 w 132"/>
                <a:gd name="T41" fmla="*/ 59 h 107"/>
                <a:gd name="T42" fmla="*/ 18 w 132"/>
                <a:gd name="T43" fmla="*/ 69 h 107"/>
                <a:gd name="T44" fmla="*/ 7 w 132"/>
                <a:gd name="T45" fmla="*/ 79 h 107"/>
                <a:gd name="T46" fmla="*/ 0 w 132"/>
                <a:gd name="T47" fmla="*/ 76 h 107"/>
                <a:gd name="T48" fmla="*/ 0 w 132"/>
                <a:gd name="T49" fmla="*/ 76 h 107"/>
                <a:gd name="T50" fmla="*/ 7 w 132"/>
                <a:gd name="T51" fmla="*/ 60 h 107"/>
                <a:gd name="T52" fmla="*/ 8 w 132"/>
                <a:gd name="T53" fmla="*/ 59 h 107"/>
                <a:gd name="T54" fmla="*/ 18 w 132"/>
                <a:gd name="T55" fmla="*/ 59 h 107"/>
                <a:gd name="T56" fmla="*/ 44 w 132"/>
                <a:gd name="T57" fmla="*/ 77 h 107"/>
                <a:gd name="T58" fmla="*/ 44 w 132"/>
                <a:gd name="T59" fmla="*/ 77 h 107"/>
                <a:gd name="T60" fmla="*/ 44 w 132"/>
                <a:gd name="T61" fmla="*/ 87 h 107"/>
                <a:gd name="T62" fmla="*/ 34 w 132"/>
                <a:gd name="T63" fmla="*/ 97 h 107"/>
                <a:gd name="T64" fmla="*/ 24 w 132"/>
                <a:gd name="T65" fmla="*/ 97 h 107"/>
                <a:gd name="T66" fmla="*/ 24 w 132"/>
                <a:gd name="T67" fmla="*/ 97 h 107"/>
                <a:gd name="T68" fmla="*/ 24 w 132"/>
                <a:gd name="T69" fmla="*/ 87 h 107"/>
                <a:gd name="T70" fmla="*/ 34 w 132"/>
                <a:gd name="T71" fmla="*/ 77 h 107"/>
                <a:gd name="T72" fmla="*/ 44 w 132"/>
                <a:gd name="T73" fmla="*/ 77 h 107"/>
                <a:gd name="T74" fmla="*/ 31 w 132"/>
                <a:gd name="T75" fmla="*/ 68 h 107"/>
                <a:gd name="T76" fmla="*/ 31 w 132"/>
                <a:gd name="T77" fmla="*/ 68 h 107"/>
                <a:gd name="T78" fmla="*/ 31 w 132"/>
                <a:gd name="T79" fmla="*/ 78 h 107"/>
                <a:gd name="T80" fmla="*/ 29 w 132"/>
                <a:gd name="T81" fmla="*/ 80 h 107"/>
                <a:gd name="T82" fmla="*/ 12 w 132"/>
                <a:gd name="T83" fmla="*/ 86 h 107"/>
                <a:gd name="T84" fmla="*/ 12 w 132"/>
                <a:gd name="T85" fmla="*/ 86 h 107"/>
                <a:gd name="T86" fmla="*/ 10 w 132"/>
                <a:gd name="T87" fmla="*/ 80 h 107"/>
                <a:gd name="T88" fmla="*/ 24 w 132"/>
                <a:gd name="T89" fmla="*/ 65 h 107"/>
                <a:gd name="T90" fmla="*/ 31 w 132"/>
                <a:gd name="T91" fmla="*/ 68 h 107"/>
                <a:gd name="T92" fmla="*/ 89 w 132"/>
                <a:gd name="T93" fmla="*/ 8 h 107"/>
                <a:gd name="T94" fmla="*/ 112 w 132"/>
                <a:gd name="T95" fmla="*/ 63 h 107"/>
                <a:gd name="T96" fmla="*/ 132 w 132"/>
                <a:gd name="T97" fmla="*/ 58 h 107"/>
                <a:gd name="T98" fmla="*/ 111 w 132"/>
                <a:gd name="T99" fmla="*/ 8 h 107"/>
                <a:gd name="T100" fmla="*/ 97 w 132"/>
                <a:gd name="T101" fmla="*/ 4 h 107"/>
                <a:gd name="T102" fmla="*/ 89 w 132"/>
                <a:gd name="T103" fmla="*/ 8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2" h="107">
                  <a:moveTo>
                    <a:pt x="108" y="60"/>
                  </a:moveTo>
                  <a:cubicBezTo>
                    <a:pt x="99" y="64"/>
                    <a:pt x="99" y="64"/>
                    <a:pt x="99" y="64"/>
                  </a:cubicBezTo>
                  <a:cubicBezTo>
                    <a:pt x="67" y="33"/>
                    <a:pt x="67" y="33"/>
                    <a:pt x="67" y="33"/>
                  </a:cubicBezTo>
                  <a:cubicBezTo>
                    <a:pt x="52" y="28"/>
                    <a:pt x="52" y="28"/>
                    <a:pt x="52" y="28"/>
                  </a:cubicBezTo>
                  <a:cubicBezTo>
                    <a:pt x="43" y="29"/>
                    <a:pt x="43" y="29"/>
                    <a:pt x="43" y="29"/>
                  </a:cubicBezTo>
                  <a:cubicBezTo>
                    <a:pt x="43" y="29"/>
                    <a:pt x="29" y="42"/>
                    <a:pt x="17" y="34"/>
                  </a:cubicBezTo>
                  <a:cubicBezTo>
                    <a:pt x="20" y="30"/>
                    <a:pt x="27" y="22"/>
                    <a:pt x="32" y="16"/>
                  </a:cubicBezTo>
                  <a:cubicBezTo>
                    <a:pt x="38" y="13"/>
                    <a:pt x="50" y="8"/>
                    <a:pt x="60" y="6"/>
                  </a:cubicBezTo>
                  <a:cubicBezTo>
                    <a:pt x="65" y="5"/>
                    <a:pt x="87" y="12"/>
                    <a:pt x="87" y="12"/>
                  </a:cubicBezTo>
                  <a:lnTo>
                    <a:pt x="108" y="60"/>
                  </a:lnTo>
                  <a:close/>
                  <a:moveTo>
                    <a:pt x="46" y="87"/>
                  </a:moveTo>
                  <a:cubicBezTo>
                    <a:pt x="38" y="95"/>
                    <a:pt x="38" y="95"/>
                    <a:pt x="38" y="95"/>
                  </a:cubicBezTo>
                  <a:cubicBezTo>
                    <a:pt x="35" y="98"/>
                    <a:pt x="35" y="102"/>
                    <a:pt x="38" y="105"/>
                  </a:cubicBezTo>
                  <a:cubicBezTo>
                    <a:pt x="38" y="105"/>
                    <a:pt x="38" y="105"/>
                    <a:pt x="38" y="105"/>
                  </a:cubicBezTo>
                  <a:cubicBezTo>
                    <a:pt x="40" y="107"/>
                    <a:pt x="45" y="107"/>
                    <a:pt x="47" y="105"/>
                  </a:cubicBezTo>
                  <a:cubicBezTo>
                    <a:pt x="55" y="97"/>
                    <a:pt x="55" y="97"/>
                    <a:pt x="55" y="97"/>
                  </a:cubicBezTo>
                  <a:cubicBezTo>
                    <a:pt x="58" y="94"/>
                    <a:pt x="58" y="90"/>
                    <a:pt x="55" y="87"/>
                  </a:cubicBezTo>
                  <a:cubicBezTo>
                    <a:pt x="55" y="87"/>
                    <a:pt x="55" y="87"/>
                    <a:pt x="55" y="87"/>
                  </a:cubicBezTo>
                  <a:cubicBezTo>
                    <a:pt x="53" y="85"/>
                    <a:pt x="48" y="85"/>
                    <a:pt x="46" y="87"/>
                  </a:cubicBezTo>
                  <a:close/>
                  <a:moveTo>
                    <a:pt x="18" y="59"/>
                  </a:moveTo>
                  <a:cubicBezTo>
                    <a:pt x="18" y="59"/>
                    <a:pt x="18" y="59"/>
                    <a:pt x="18" y="59"/>
                  </a:cubicBezTo>
                  <a:cubicBezTo>
                    <a:pt x="21" y="62"/>
                    <a:pt x="21" y="66"/>
                    <a:pt x="18" y="69"/>
                  </a:cubicBezTo>
                  <a:cubicBezTo>
                    <a:pt x="7" y="79"/>
                    <a:pt x="7" y="79"/>
                    <a:pt x="7" y="79"/>
                  </a:cubicBezTo>
                  <a:cubicBezTo>
                    <a:pt x="5" y="82"/>
                    <a:pt x="0" y="80"/>
                    <a:pt x="0" y="76"/>
                  </a:cubicBezTo>
                  <a:cubicBezTo>
                    <a:pt x="0" y="76"/>
                    <a:pt x="0" y="76"/>
                    <a:pt x="0" y="76"/>
                  </a:cubicBezTo>
                  <a:cubicBezTo>
                    <a:pt x="0" y="71"/>
                    <a:pt x="4" y="64"/>
                    <a:pt x="7" y="60"/>
                  </a:cubicBezTo>
                  <a:cubicBezTo>
                    <a:pt x="8" y="59"/>
                    <a:pt x="8" y="59"/>
                    <a:pt x="8" y="59"/>
                  </a:cubicBezTo>
                  <a:cubicBezTo>
                    <a:pt x="11" y="56"/>
                    <a:pt x="15" y="56"/>
                    <a:pt x="18" y="59"/>
                  </a:cubicBezTo>
                  <a:close/>
                  <a:moveTo>
                    <a:pt x="44" y="77"/>
                  </a:moveTo>
                  <a:cubicBezTo>
                    <a:pt x="44" y="77"/>
                    <a:pt x="44" y="77"/>
                    <a:pt x="44" y="77"/>
                  </a:cubicBezTo>
                  <a:cubicBezTo>
                    <a:pt x="46" y="80"/>
                    <a:pt x="46" y="84"/>
                    <a:pt x="44" y="87"/>
                  </a:cubicBezTo>
                  <a:cubicBezTo>
                    <a:pt x="34" y="97"/>
                    <a:pt x="34" y="97"/>
                    <a:pt x="34" y="97"/>
                  </a:cubicBezTo>
                  <a:cubicBezTo>
                    <a:pt x="31" y="99"/>
                    <a:pt x="27" y="99"/>
                    <a:pt x="24" y="97"/>
                  </a:cubicBezTo>
                  <a:cubicBezTo>
                    <a:pt x="24" y="97"/>
                    <a:pt x="24" y="97"/>
                    <a:pt x="24" y="97"/>
                  </a:cubicBezTo>
                  <a:cubicBezTo>
                    <a:pt x="21" y="94"/>
                    <a:pt x="21" y="90"/>
                    <a:pt x="24" y="87"/>
                  </a:cubicBezTo>
                  <a:cubicBezTo>
                    <a:pt x="34" y="77"/>
                    <a:pt x="34" y="77"/>
                    <a:pt x="34" y="77"/>
                  </a:cubicBezTo>
                  <a:cubicBezTo>
                    <a:pt x="37" y="74"/>
                    <a:pt x="41" y="74"/>
                    <a:pt x="44" y="77"/>
                  </a:cubicBezTo>
                  <a:close/>
                  <a:moveTo>
                    <a:pt x="31" y="68"/>
                  </a:moveTo>
                  <a:cubicBezTo>
                    <a:pt x="31" y="68"/>
                    <a:pt x="31" y="68"/>
                    <a:pt x="31" y="68"/>
                  </a:cubicBezTo>
                  <a:cubicBezTo>
                    <a:pt x="34" y="71"/>
                    <a:pt x="34" y="75"/>
                    <a:pt x="31" y="78"/>
                  </a:cubicBezTo>
                  <a:cubicBezTo>
                    <a:pt x="29" y="80"/>
                    <a:pt x="29" y="80"/>
                    <a:pt x="29" y="80"/>
                  </a:cubicBezTo>
                  <a:cubicBezTo>
                    <a:pt x="25" y="83"/>
                    <a:pt x="18" y="86"/>
                    <a:pt x="12" y="86"/>
                  </a:cubicBezTo>
                  <a:cubicBezTo>
                    <a:pt x="12" y="86"/>
                    <a:pt x="12" y="86"/>
                    <a:pt x="12" y="86"/>
                  </a:cubicBezTo>
                  <a:cubicBezTo>
                    <a:pt x="9" y="86"/>
                    <a:pt x="7" y="82"/>
                    <a:pt x="10" y="80"/>
                  </a:cubicBezTo>
                  <a:cubicBezTo>
                    <a:pt x="24" y="65"/>
                    <a:pt x="24" y="65"/>
                    <a:pt x="24" y="65"/>
                  </a:cubicBezTo>
                  <a:cubicBezTo>
                    <a:pt x="27" y="63"/>
                    <a:pt x="31" y="64"/>
                    <a:pt x="31" y="68"/>
                  </a:cubicBezTo>
                  <a:close/>
                  <a:moveTo>
                    <a:pt x="89" y="8"/>
                  </a:moveTo>
                  <a:cubicBezTo>
                    <a:pt x="112" y="63"/>
                    <a:pt x="112" y="63"/>
                    <a:pt x="112" y="63"/>
                  </a:cubicBezTo>
                  <a:cubicBezTo>
                    <a:pt x="132" y="58"/>
                    <a:pt x="132" y="58"/>
                    <a:pt x="132" y="58"/>
                  </a:cubicBezTo>
                  <a:cubicBezTo>
                    <a:pt x="111" y="8"/>
                    <a:pt x="111" y="8"/>
                    <a:pt x="111" y="8"/>
                  </a:cubicBezTo>
                  <a:cubicBezTo>
                    <a:pt x="109" y="3"/>
                    <a:pt x="102" y="0"/>
                    <a:pt x="97" y="4"/>
                  </a:cubicBezTo>
                  <a:lnTo>
                    <a:pt x="89"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4" name="Freeform 200">
              <a:extLst>
                <a:ext uri="{FF2B5EF4-FFF2-40B4-BE49-F238E27FC236}">
                  <a16:creationId xmlns:a16="http://schemas.microsoft.com/office/drawing/2014/main" id="{3938A29B-6B0D-39A9-A050-A835ECE2968A}"/>
                </a:ext>
              </a:extLst>
            </p:cNvPr>
            <p:cNvSpPr>
              <a:spLocks noEditPoints="1"/>
            </p:cNvSpPr>
            <p:nvPr/>
          </p:nvSpPr>
          <p:spPr bwMode="auto">
            <a:xfrm>
              <a:off x="7621588" y="1962150"/>
              <a:ext cx="506412" cy="403225"/>
            </a:xfrm>
            <a:custGeom>
              <a:avLst/>
              <a:gdLst>
                <a:gd name="T0" fmla="*/ 100 w 135"/>
                <a:gd name="T1" fmla="*/ 100 h 107"/>
                <a:gd name="T2" fmla="*/ 86 w 135"/>
                <a:gd name="T3" fmla="*/ 107 h 107"/>
                <a:gd name="T4" fmla="*/ 92 w 135"/>
                <a:gd name="T5" fmla="*/ 101 h 107"/>
                <a:gd name="T6" fmla="*/ 94 w 135"/>
                <a:gd name="T7" fmla="*/ 95 h 107"/>
                <a:gd name="T8" fmla="*/ 94 w 135"/>
                <a:gd name="T9" fmla="*/ 95 h 107"/>
                <a:gd name="T10" fmla="*/ 100 w 135"/>
                <a:gd name="T11" fmla="*/ 100 h 107"/>
                <a:gd name="T12" fmla="*/ 132 w 135"/>
                <a:gd name="T13" fmla="*/ 70 h 107"/>
                <a:gd name="T14" fmla="*/ 132 w 135"/>
                <a:gd name="T15" fmla="*/ 70 h 107"/>
                <a:gd name="T16" fmla="*/ 99 w 135"/>
                <a:gd name="T17" fmla="*/ 38 h 107"/>
                <a:gd name="T18" fmla="*/ 86 w 135"/>
                <a:gd name="T19" fmla="*/ 34 h 107"/>
                <a:gd name="T20" fmla="*/ 78 w 135"/>
                <a:gd name="T21" fmla="*/ 34 h 107"/>
                <a:gd name="T22" fmla="*/ 59 w 135"/>
                <a:gd name="T23" fmla="*/ 42 h 107"/>
                <a:gd name="T24" fmla="*/ 50 w 135"/>
                <a:gd name="T25" fmla="*/ 39 h 107"/>
                <a:gd name="T26" fmla="*/ 48 w 135"/>
                <a:gd name="T27" fmla="*/ 38 h 107"/>
                <a:gd name="T28" fmla="*/ 49 w 135"/>
                <a:gd name="T29" fmla="*/ 36 h 107"/>
                <a:gd name="T30" fmla="*/ 65 w 135"/>
                <a:gd name="T31" fmla="*/ 17 h 107"/>
                <a:gd name="T32" fmla="*/ 65 w 135"/>
                <a:gd name="T33" fmla="*/ 16 h 107"/>
                <a:gd name="T34" fmla="*/ 78 w 135"/>
                <a:gd name="T35" fmla="*/ 11 h 107"/>
                <a:gd name="T36" fmla="*/ 63 w 135"/>
                <a:gd name="T37" fmla="*/ 8 h 107"/>
                <a:gd name="T38" fmla="*/ 43 w 135"/>
                <a:gd name="T39" fmla="*/ 15 h 107"/>
                <a:gd name="T40" fmla="*/ 23 w 135"/>
                <a:gd name="T41" fmla="*/ 64 h 107"/>
                <a:gd name="T42" fmla="*/ 31 w 135"/>
                <a:gd name="T43" fmla="*/ 69 h 107"/>
                <a:gd name="T44" fmla="*/ 33 w 135"/>
                <a:gd name="T45" fmla="*/ 68 h 107"/>
                <a:gd name="T46" fmla="*/ 40 w 135"/>
                <a:gd name="T47" fmla="*/ 60 h 107"/>
                <a:gd name="T48" fmla="*/ 46 w 135"/>
                <a:gd name="T49" fmla="*/ 57 h 107"/>
                <a:gd name="T50" fmla="*/ 54 w 135"/>
                <a:gd name="T51" fmla="*/ 60 h 107"/>
                <a:gd name="T52" fmla="*/ 57 w 135"/>
                <a:gd name="T53" fmla="*/ 67 h 107"/>
                <a:gd name="T54" fmla="*/ 57 w 135"/>
                <a:gd name="T55" fmla="*/ 67 h 107"/>
                <a:gd name="T56" fmla="*/ 60 w 135"/>
                <a:gd name="T57" fmla="*/ 66 h 107"/>
                <a:gd name="T58" fmla="*/ 67 w 135"/>
                <a:gd name="T59" fmla="*/ 69 h 107"/>
                <a:gd name="T60" fmla="*/ 70 w 135"/>
                <a:gd name="T61" fmla="*/ 76 h 107"/>
                <a:gd name="T62" fmla="*/ 73 w 135"/>
                <a:gd name="T63" fmla="*/ 75 h 107"/>
                <a:gd name="T64" fmla="*/ 80 w 135"/>
                <a:gd name="T65" fmla="*/ 78 h 107"/>
                <a:gd name="T66" fmla="*/ 82 w 135"/>
                <a:gd name="T67" fmla="*/ 86 h 107"/>
                <a:gd name="T68" fmla="*/ 85 w 135"/>
                <a:gd name="T69" fmla="*/ 86 h 107"/>
                <a:gd name="T70" fmla="*/ 90 w 135"/>
                <a:gd name="T71" fmla="*/ 87 h 107"/>
                <a:gd name="T72" fmla="*/ 90 w 135"/>
                <a:gd name="T73" fmla="*/ 88 h 107"/>
                <a:gd name="T74" fmla="*/ 92 w 135"/>
                <a:gd name="T75" fmla="*/ 89 h 107"/>
                <a:gd name="T76" fmla="*/ 102 w 135"/>
                <a:gd name="T77" fmla="*/ 99 h 107"/>
                <a:gd name="T78" fmla="*/ 110 w 135"/>
                <a:gd name="T79" fmla="*/ 92 h 107"/>
                <a:gd name="T80" fmla="*/ 89 w 135"/>
                <a:gd name="T81" fmla="*/ 70 h 107"/>
                <a:gd name="T82" fmla="*/ 89 w 135"/>
                <a:gd name="T83" fmla="*/ 68 h 107"/>
                <a:gd name="T84" fmla="*/ 91 w 135"/>
                <a:gd name="T85" fmla="*/ 68 h 107"/>
                <a:gd name="T86" fmla="*/ 112 w 135"/>
                <a:gd name="T87" fmla="*/ 90 h 107"/>
                <a:gd name="T88" fmla="*/ 121 w 135"/>
                <a:gd name="T89" fmla="*/ 81 h 107"/>
                <a:gd name="T90" fmla="*/ 100 w 135"/>
                <a:gd name="T91" fmla="*/ 60 h 107"/>
                <a:gd name="T92" fmla="*/ 100 w 135"/>
                <a:gd name="T93" fmla="*/ 58 h 107"/>
                <a:gd name="T94" fmla="*/ 102 w 135"/>
                <a:gd name="T95" fmla="*/ 58 h 107"/>
                <a:gd name="T96" fmla="*/ 124 w 135"/>
                <a:gd name="T97" fmla="*/ 80 h 107"/>
                <a:gd name="T98" fmla="*/ 132 w 135"/>
                <a:gd name="T99" fmla="*/ 70 h 107"/>
                <a:gd name="T100" fmla="*/ 24 w 135"/>
                <a:gd name="T101" fmla="*/ 0 h 107"/>
                <a:gd name="T102" fmla="*/ 2 w 135"/>
                <a:gd name="T103" fmla="*/ 52 h 107"/>
                <a:gd name="T104" fmla="*/ 8 w 135"/>
                <a:gd name="T105" fmla="*/ 63 h 107"/>
                <a:gd name="T106" fmla="*/ 19 w 135"/>
                <a:gd name="T107" fmla="*/ 66 h 107"/>
                <a:gd name="T108" fmla="*/ 41 w 135"/>
                <a:gd name="T109" fmla="*/ 11 h 107"/>
                <a:gd name="T110" fmla="*/ 24 w 135"/>
                <a:gd name="T111" fmla="*/ 0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35" h="107">
                  <a:moveTo>
                    <a:pt x="100" y="100"/>
                  </a:moveTo>
                  <a:cubicBezTo>
                    <a:pt x="96" y="107"/>
                    <a:pt x="88" y="107"/>
                    <a:pt x="86" y="107"/>
                  </a:cubicBezTo>
                  <a:cubicBezTo>
                    <a:pt x="92" y="101"/>
                    <a:pt x="92" y="101"/>
                    <a:pt x="92" y="101"/>
                  </a:cubicBezTo>
                  <a:cubicBezTo>
                    <a:pt x="93" y="100"/>
                    <a:pt x="94" y="97"/>
                    <a:pt x="94" y="95"/>
                  </a:cubicBezTo>
                  <a:cubicBezTo>
                    <a:pt x="94" y="95"/>
                    <a:pt x="94" y="95"/>
                    <a:pt x="94" y="95"/>
                  </a:cubicBezTo>
                  <a:lnTo>
                    <a:pt x="100" y="100"/>
                  </a:lnTo>
                  <a:close/>
                  <a:moveTo>
                    <a:pt x="132" y="70"/>
                  </a:moveTo>
                  <a:cubicBezTo>
                    <a:pt x="132" y="70"/>
                    <a:pt x="132" y="70"/>
                    <a:pt x="132" y="70"/>
                  </a:cubicBezTo>
                  <a:cubicBezTo>
                    <a:pt x="99" y="38"/>
                    <a:pt x="99" y="38"/>
                    <a:pt x="99" y="38"/>
                  </a:cubicBezTo>
                  <a:cubicBezTo>
                    <a:pt x="86" y="34"/>
                    <a:pt x="86" y="34"/>
                    <a:pt x="86" y="34"/>
                  </a:cubicBezTo>
                  <a:cubicBezTo>
                    <a:pt x="78" y="34"/>
                    <a:pt x="78" y="34"/>
                    <a:pt x="78" y="34"/>
                  </a:cubicBezTo>
                  <a:cubicBezTo>
                    <a:pt x="76" y="36"/>
                    <a:pt x="68" y="42"/>
                    <a:pt x="59" y="42"/>
                  </a:cubicBezTo>
                  <a:cubicBezTo>
                    <a:pt x="56" y="42"/>
                    <a:pt x="53" y="41"/>
                    <a:pt x="50" y="39"/>
                  </a:cubicBezTo>
                  <a:cubicBezTo>
                    <a:pt x="48" y="38"/>
                    <a:pt x="48" y="38"/>
                    <a:pt x="48" y="38"/>
                  </a:cubicBezTo>
                  <a:cubicBezTo>
                    <a:pt x="49" y="36"/>
                    <a:pt x="49" y="36"/>
                    <a:pt x="49" y="36"/>
                  </a:cubicBezTo>
                  <a:cubicBezTo>
                    <a:pt x="51" y="31"/>
                    <a:pt x="65" y="17"/>
                    <a:pt x="65" y="17"/>
                  </a:cubicBezTo>
                  <a:cubicBezTo>
                    <a:pt x="65" y="16"/>
                    <a:pt x="65" y="16"/>
                    <a:pt x="65" y="16"/>
                  </a:cubicBezTo>
                  <a:cubicBezTo>
                    <a:pt x="67" y="16"/>
                    <a:pt x="72" y="13"/>
                    <a:pt x="78" y="11"/>
                  </a:cubicBezTo>
                  <a:cubicBezTo>
                    <a:pt x="72" y="9"/>
                    <a:pt x="66" y="8"/>
                    <a:pt x="63" y="8"/>
                  </a:cubicBezTo>
                  <a:cubicBezTo>
                    <a:pt x="60" y="8"/>
                    <a:pt x="43" y="15"/>
                    <a:pt x="43" y="15"/>
                  </a:cubicBezTo>
                  <a:cubicBezTo>
                    <a:pt x="23" y="64"/>
                    <a:pt x="23" y="64"/>
                    <a:pt x="23" y="64"/>
                  </a:cubicBezTo>
                  <a:cubicBezTo>
                    <a:pt x="31" y="69"/>
                    <a:pt x="31" y="69"/>
                    <a:pt x="31" y="69"/>
                  </a:cubicBezTo>
                  <a:cubicBezTo>
                    <a:pt x="32" y="69"/>
                    <a:pt x="32" y="68"/>
                    <a:pt x="33" y="68"/>
                  </a:cubicBezTo>
                  <a:cubicBezTo>
                    <a:pt x="40" y="60"/>
                    <a:pt x="40" y="60"/>
                    <a:pt x="40" y="60"/>
                  </a:cubicBezTo>
                  <a:cubicBezTo>
                    <a:pt x="42" y="59"/>
                    <a:pt x="44" y="58"/>
                    <a:pt x="46" y="57"/>
                  </a:cubicBezTo>
                  <a:cubicBezTo>
                    <a:pt x="49" y="57"/>
                    <a:pt x="52" y="58"/>
                    <a:pt x="54" y="60"/>
                  </a:cubicBezTo>
                  <a:cubicBezTo>
                    <a:pt x="56" y="62"/>
                    <a:pt x="57" y="64"/>
                    <a:pt x="57" y="67"/>
                  </a:cubicBezTo>
                  <a:cubicBezTo>
                    <a:pt x="57" y="67"/>
                    <a:pt x="57" y="67"/>
                    <a:pt x="57" y="67"/>
                  </a:cubicBezTo>
                  <a:cubicBezTo>
                    <a:pt x="58" y="66"/>
                    <a:pt x="59" y="66"/>
                    <a:pt x="60" y="66"/>
                  </a:cubicBezTo>
                  <a:cubicBezTo>
                    <a:pt x="63" y="66"/>
                    <a:pt x="65" y="67"/>
                    <a:pt x="67" y="69"/>
                  </a:cubicBezTo>
                  <a:cubicBezTo>
                    <a:pt x="69" y="71"/>
                    <a:pt x="70" y="73"/>
                    <a:pt x="70" y="76"/>
                  </a:cubicBezTo>
                  <a:cubicBezTo>
                    <a:pt x="71" y="76"/>
                    <a:pt x="72" y="75"/>
                    <a:pt x="73" y="75"/>
                  </a:cubicBezTo>
                  <a:cubicBezTo>
                    <a:pt x="75" y="75"/>
                    <a:pt x="78" y="76"/>
                    <a:pt x="80" y="78"/>
                  </a:cubicBezTo>
                  <a:cubicBezTo>
                    <a:pt x="82" y="80"/>
                    <a:pt x="83" y="83"/>
                    <a:pt x="82" y="86"/>
                  </a:cubicBezTo>
                  <a:cubicBezTo>
                    <a:pt x="83" y="86"/>
                    <a:pt x="84" y="86"/>
                    <a:pt x="85" y="86"/>
                  </a:cubicBezTo>
                  <a:cubicBezTo>
                    <a:pt x="87" y="86"/>
                    <a:pt x="89" y="86"/>
                    <a:pt x="90" y="87"/>
                  </a:cubicBezTo>
                  <a:cubicBezTo>
                    <a:pt x="90" y="87"/>
                    <a:pt x="90" y="87"/>
                    <a:pt x="90" y="88"/>
                  </a:cubicBezTo>
                  <a:cubicBezTo>
                    <a:pt x="91" y="88"/>
                    <a:pt x="92" y="89"/>
                    <a:pt x="92" y="89"/>
                  </a:cubicBezTo>
                  <a:cubicBezTo>
                    <a:pt x="102" y="99"/>
                    <a:pt x="102" y="99"/>
                    <a:pt x="102" y="99"/>
                  </a:cubicBezTo>
                  <a:cubicBezTo>
                    <a:pt x="105" y="99"/>
                    <a:pt x="110" y="96"/>
                    <a:pt x="110" y="92"/>
                  </a:cubicBezTo>
                  <a:cubicBezTo>
                    <a:pt x="89" y="70"/>
                    <a:pt x="89" y="70"/>
                    <a:pt x="89" y="70"/>
                  </a:cubicBezTo>
                  <a:cubicBezTo>
                    <a:pt x="88" y="70"/>
                    <a:pt x="88" y="69"/>
                    <a:pt x="89" y="68"/>
                  </a:cubicBezTo>
                  <a:cubicBezTo>
                    <a:pt x="89" y="68"/>
                    <a:pt x="90" y="68"/>
                    <a:pt x="91" y="68"/>
                  </a:cubicBezTo>
                  <a:cubicBezTo>
                    <a:pt x="112" y="90"/>
                    <a:pt x="112" y="90"/>
                    <a:pt x="112" y="90"/>
                  </a:cubicBezTo>
                  <a:cubicBezTo>
                    <a:pt x="116" y="90"/>
                    <a:pt x="122" y="86"/>
                    <a:pt x="121" y="81"/>
                  </a:cubicBezTo>
                  <a:cubicBezTo>
                    <a:pt x="100" y="60"/>
                    <a:pt x="100" y="60"/>
                    <a:pt x="100" y="60"/>
                  </a:cubicBezTo>
                  <a:cubicBezTo>
                    <a:pt x="99" y="59"/>
                    <a:pt x="99" y="58"/>
                    <a:pt x="100" y="58"/>
                  </a:cubicBezTo>
                  <a:cubicBezTo>
                    <a:pt x="100" y="57"/>
                    <a:pt x="101" y="57"/>
                    <a:pt x="102" y="58"/>
                  </a:cubicBezTo>
                  <a:cubicBezTo>
                    <a:pt x="124" y="80"/>
                    <a:pt x="124" y="80"/>
                    <a:pt x="124" y="80"/>
                  </a:cubicBezTo>
                  <a:cubicBezTo>
                    <a:pt x="129" y="80"/>
                    <a:pt x="135" y="76"/>
                    <a:pt x="132" y="70"/>
                  </a:cubicBezTo>
                  <a:close/>
                  <a:moveTo>
                    <a:pt x="24" y="0"/>
                  </a:moveTo>
                  <a:cubicBezTo>
                    <a:pt x="2" y="52"/>
                    <a:pt x="2" y="52"/>
                    <a:pt x="2" y="52"/>
                  </a:cubicBezTo>
                  <a:cubicBezTo>
                    <a:pt x="0" y="57"/>
                    <a:pt x="3" y="62"/>
                    <a:pt x="8" y="63"/>
                  </a:cubicBezTo>
                  <a:cubicBezTo>
                    <a:pt x="19" y="66"/>
                    <a:pt x="19" y="66"/>
                    <a:pt x="19" y="66"/>
                  </a:cubicBezTo>
                  <a:cubicBezTo>
                    <a:pt x="41" y="11"/>
                    <a:pt x="41" y="11"/>
                    <a:pt x="41" y="11"/>
                  </a:cubicBezTo>
                  <a:lnTo>
                    <a:pt x="2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6" name="Title 5">
            <a:extLst>
              <a:ext uri="{FF2B5EF4-FFF2-40B4-BE49-F238E27FC236}">
                <a16:creationId xmlns:a16="http://schemas.microsoft.com/office/drawing/2014/main" id="{CD7C519C-387E-6C24-DC38-EE65726DE521}"/>
              </a:ext>
            </a:extLst>
          </p:cNvPr>
          <p:cNvSpPr>
            <a:spLocks noGrp="1"/>
          </p:cNvSpPr>
          <p:nvPr>
            <p:ph type="title"/>
          </p:nvPr>
        </p:nvSpPr>
        <p:spPr>
          <a:xfrm>
            <a:off x="404813" y="392516"/>
            <a:ext cx="3448536" cy="716711"/>
          </a:xfrm>
        </p:spPr>
        <p:txBody>
          <a:bodyPr/>
          <a:lstStyle/>
          <a:p>
            <a:r>
              <a:rPr lang="en-GB">
                <a:solidFill>
                  <a:schemeClr val="bg1"/>
                </a:solidFill>
              </a:rPr>
              <a:t>Inception &amp; Foundation Release </a:t>
            </a:r>
          </a:p>
        </p:txBody>
      </p:sp>
      <p:sp>
        <p:nvSpPr>
          <p:cNvPr id="2" name="TextBox 1">
            <a:extLst>
              <a:ext uri="{FF2B5EF4-FFF2-40B4-BE49-F238E27FC236}">
                <a16:creationId xmlns:a16="http://schemas.microsoft.com/office/drawing/2014/main" id="{CCB8D6F0-2664-0067-053F-54B319F656AC}"/>
              </a:ext>
            </a:extLst>
          </p:cNvPr>
          <p:cNvSpPr txBox="1"/>
          <p:nvPr/>
        </p:nvSpPr>
        <p:spPr>
          <a:xfrm>
            <a:off x="7697436" y="2175497"/>
            <a:ext cx="2926693" cy="1341961"/>
          </a:xfrm>
          <a:prstGeom prst="rect">
            <a:avLst/>
          </a:prstGeom>
          <a:noFill/>
        </p:spPr>
        <p:txBody>
          <a:bodyPr wrap="square" lIns="0" tIns="0" rIns="0" bIns="0" numCol="2" spcCol="108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Programme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Delivery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Architect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Business Analysts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Workstream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Programme Test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Lead Dev Engineer</a:t>
            </a:r>
          </a:p>
        </p:txBody>
      </p:sp>
      <p:sp>
        <p:nvSpPr>
          <p:cNvPr id="3" name="Google Shape;1376;g1bb0ecdc7bc_0_306">
            <a:extLst>
              <a:ext uri="{FF2B5EF4-FFF2-40B4-BE49-F238E27FC236}">
                <a16:creationId xmlns:a16="http://schemas.microsoft.com/office/drawing/2014/main" id="{46AF14E5-88EF-AE00-CA97-A0A80EF42A5E}"/>
              </a:ext>
            </a:extLst>
          </p:cNvPr>
          <p:cNvSpPr/>
          <p:nvPr/>
        </p:nvSpPr>
        <p:spPr>
          <a:xfrm>
            <a:off x="5576374" y="1517038"/>
            <a:ext cx="1353819" cy="437246"/>
          </a:xfrm>
          <a:prstGeom prst="rect">
            <a:avLst/>
          </a:prstGeom>
          <a:solidFill>
            <a:schemeClr val="accent2">
              <a:lumMod val="50000"/>
            </a:schemeClr>
          </a:solidFill>
          <a:ln w="9525" cap="flat" cmpd="sng">
            <a:solidFill>
              <a:srgbClr val="09566D"/>
            </a:solidFill>
            <a:prstDash val="solid"/>
            <a:round/>
            <a:headEnd type="none" w="sm" len="sm"/>
            <a:tailEnd type="none" w="sm" len="sm"/>
          </a:ln>
        </p:spPr>
        <p:txBody>
          <a:bodyPr spcFirstLastPara="1" wrap="square" lIns="396000" tIns="91425" rIns="36000" bIns="91425" anchor="ctr" anchorCtr="0">
            <a:noAutofit/>
          </a:bodyPr>
          <a:lstStyle/>
          <a:p>
            <a:pPr marL="0" marR="0" lvl="0" indent="0" algn="l" defTabSz="914400" rtl="0" eaLnBrk="1" fontAlgn="auto" latinLnBrk="0" hangingPunct="1">
              <a:lnSpc>
                <a:spcPct val="114285"/>
              </a:lnSpc>
              <a:spcBef>
                <a:spcPts val="600"/>
              </a:spcBef>
              <a:spcAft>
                <a:spcPts val="0"/>
              </a:spcAft>
              <a:buClr>
                <a:srgbClr val="000000"/>
              </a:buClr>
              <a:buSzPts val="1400"/>
              <a:buFont typeface="Arial"/>
              <a:buNone/>
              <a:tabLst/>
              <a:defRPr/>
            </a:pPr>
            <a:r>
              <a:rPr kumimoji="0" lang="en-GB" sz="1200" b="1" i="0" u="none" strike="noStrike" kern="0" cap="none" spc="0" normalizeH="0" baseline="0" noProof="0">
                <a:ln>
                  <a:noFill/>
                </a:ln>
                <a:solidFill>
                  <a:srgbClr val="FFFFFF"/>
                </a:solidFill>
                <a:effectLst/>
                <a:uLnTx/>
                <a:uFillTx/>
                <a:latin typeface="Ubuntu"/>
                <a:ea typeface="Arial"/>
                <a:cs typeface="Arial"/>
                <a:sym typeface="Arial"/>
              </a:rPr>
              <a:t>Beazley</a:t>
            </a:r>
            <a:endParaRPr kumimoji="0" lang="pl-PL" sz="1200" b="1" i="0" u="none" strike="noStrike" kern="0" cap="none" spc="0" normalizeH="0" baseline="0" noProof="0">
              <a:ln>
                <a:noFill/>
              </a:ln>
              <a:solidFill>
                <a:srgbClr val="FFFFFF"/>
              </a:solidFill>
              <a:effectLst/>
              <a:uLnTx/>
              <a:uFillTx/>
              <a:latin typeface="Ubuntu"/>
              <a:ea typeface="Arial"/>
              <a:cs typeface="Arial"/>
              <a:sym typeface="Arial"/>
            </a:endParaRPr>
          </a:p>
        </p:txBody>
      </p:sp>
      <p:sp>
        <p:nvSpPr>
          <p:cNvPr id="5" name="Google Shape;1376;g1bb0ecdc7bc_0_306">
            <a:extLst>
              <a:ext uri="{FF2B5EF4-FFF2-40B4-BE49-F238E27FC236}">
                <a16:creationId xmlns:a16="http://schemas.microsoft.com/office/drawing/2014/main" id="{BEBBCED6-21D5-1016-1FD8-35ACC859FF53}"/>
              </a:ext>
            </a:extLst>
          </p:cNvPr>
          <p:cNvSpPr/>
          <p:nvPr/>
        </p:nvSpPr>
        <p:spPr>
          <a:xfrm>
            <a:off x="7684574" y="1529738"/>
            <a:ext cx="1353819" cy="437246"/>
          </a:xfrm>
          <a:prstGeom prst="rect">
            <a:avLst/>
          </a:prstGeom>
          <a:solidFill>
            <a:schemeClr val="accent2">
              <a:lumMod val="50000"/>
            </a:schemeClr>
          </a:solidFill>
          <a:ln w="9525" cap="flat" cmpd="sng">
            <a:solidFill>
              <a:srgbClr val="09566D"/>
            </a:solidFill>
            <a:prstDash val="solid"/>
            <a:round/>
            <a:headEnd type="none" w="sm" len="sm"/>
            <a:tailEnd type="none" w="sm" len="sm"/>
          </a:ln>
        </p:spPr>
        <p:txBody>
          <a:bodyPr spcFirstLastPara="1" wrap="square" lIns="396000" tIns="91425" rIns="36000" bIns="91425" anchor="ctr" anchorCtr="0">
            <a:noAutofit/>
          </a:bodyPr>
          <a:lstStyle/>
          <a:p>
            <a:pPr marL="0" marR="0" lvl="0" indent="0" algn="l" defTabSz="914400" rtl="0" eaLnBrk="1" fontAlgn="auto" latinLnBrk="0" hangingPunct="1">
              <a:lnSpc>
                <a:spcPct val="114285"/>
              </a:lnSpc>
              <a:spcBef>
                <a:spcPts val="600"/>
              </a:spcBef>
              <a:spcAft>
                <a:spcPts val="0"/>
              </a:spcAft>
              <a:buClr>
                <a:srgbClr val="000000"/>
              </a:buClr>
              <a:buSzPts val="1400"/>
              <a:buFont typeface="Arial"/>
              <a:buNone/>
              <a:tabLst/>
              <a:defRPr/>
            </a:pPr>
            <a:r>
              <a:rPr kumimoji="0" lang="en-GB" sz="1200" b="1" i="0" u="none" strike="noStrike" kern="0" cap="none" spc="0" normalizeH="0" baseline="0" noProof="0">
                <a:ln>
                  <a:noFill/>
                </a:ln>
                <a:solidFill>
                  <a:srgbClr val="FFFFFF"/>
                </a:solidFill>
                <a:effectLst/>
                <a:uLnTx/>
                <a:uFillTx/>
                <a:latin typeface="Ubuntu"/>
                <a:ea typeface="Arial"/>
                <a:cs typeface="Arial"/>
                <a:sym typeface="Arial"/>
              </a:rPr>
              <a:t>Capgemini</a:t>
            </a:r>
            <a:endParaRPr kumimoji="0" lang="pl-PL" sz="1200" b="1" i="0" u="none" strike="noStrike" kern="0" cap="none" spc="0" normalizeH="0" baseline="0" noProof="0">
              <a:ln>
                <a:noFill/>
              </a:ln>
              <a:solidFill>
                <a:srgbClr val="FFFFFF"/>
              </a:solidFill>
              <a:effectLst/>
              <a:uLnTx/>
              <a:uFillTx/>
              <a:latin typeface="Ubuntu"/>
              <a:ea typeface="Arial"/>
              <a:cs typeface="Arial"/>
              <a:sym typeface="Arial"/>
            </a:endParaRPr>
          </a:p>
        </p:txBody>
      </p:sp>
      <p:sp>
        <p:nvSpPr>
          <p:cNvPr id="7" name="Google Shape;1376;g1bb0ecdc7bc_0_306">
            <a:extLst>
              <a:ext uri="{FF2B5EF4-FFF2-40B4-BE49-F238E27FC236}">
                <a16:creationId xmlns:a16="http://schemas.microsoft.com/office/drawing/2014/main" id="{2E8E5C8B-1981-1326-BAA5-28EFED275F19}"/>
              </a:ext>
            </a:extLst>
          </p:cNvPr>
          <p:cNvSpPr/>
          <p:nvPr/>
        </p:nvSpPr>
        <p:spPr>
          <a:xfrm>
            <a:off x="9678474" y="1542438"/>
            <a:ext cx="1353819" cy="437246"/>
          </a:xfrm>
          <a:prstGeom prst="rect">
            <a:avLst/>
          </a:prstGeom>
          <a:solidFill>
            <a:schemeClr val="accent2">
              <a:lumMod val="50000"/>
            </a:schemeClr>
          </a:solidFill>
          <a:ln w="9525" cap="flat" cmpd="sng">
            <a:solidFill>
              <a:srgbClr val="09566D"/>
            </a:solidFill>
            <a:prstDash val="solid"/>
            <a:round/>
            <a:headEnd type="none" w="sm" len="sm"/>
            <a:tailEnd type="none" w="sm" len="sm"/>
          </a:ln>
        </p:spPr>
        <p:txBody>
          <a:bodyPr spcFirstLastPara="1" wrap="square" lIns="396000" tIns="91425" rIns="36000" bIns="91425" anchor="ctr" anchorCtr="0">
            <a:noAutofit/>
          </a:bodyPr>
          <a:lstStyle/>
          <a:p>
            <a:pPr marL="0" marR="0" lvl="0" indent="0" algn="l" defTabSz="914400" rtl="0" eaLnBrk="1" fontAlgn="auto" latinLnBrk="0" hangingPunct="1">
              <a:lnSpc>
                <a:spcPct val="114285"/>
              </a:lnSpc>
              <a:spcBef>
                <a:spcPts val="600"/>
              </a:spcBef>
              <a:spcAft>
                <a:spcPts val="0"/>
              </a:spcAft>
              <a:buClr>
                <a:srgbClr val="000000"/>
              </a:buClr>
              <a:buSzPts val="1400"/>
              <a:buFont typeface="Arial"/>
              <a:buNone/>
              <a:tabLst/>
              <a:defRPr/>
            </a:pPr>
            <a:r>
              <a:rPr kumimoji="0" lang="en-GB" sz="1200" b="1" i="0" u="none" strike="noStrike" kern="0" cap="none" spc="0" normalizeH="0" baseline="0" noProof="0">
                <a:ln>
                  <a:noFill/>
                </a:ln>
                <a:solidFill>
                  <a:srgbClr val="FFFFFF"/>
                </a:solidFill>
                <a:effectLst/>
                <a:uLnTx/>
                <a:uFillTx/>
                <a:latin typeface="Ubuntu"/>
                <a:ea typeface="Arial"/>
                <a:cs typeface="Arial"/>
                <a:sym typeface="Arial"/>
              </a:rPr>
              <a:t>Guidewire</a:t>
            </a:r>
            <a:endParaRPr kumimoji="0" lang="pl-PL" sz="1200" b="1" i="0" u="none" strike="noStrike" kern="0" cap="none" spc="0" normalizeH="0" baseline="0" noProof="0">
              <a:ln>
                <a:noFill/>
              </a:ln>
              <a:solidFill>
                <a:srgbClr val="FFFFFF"/>
              </a:solidFill>
              <a:effectLst/>
              <a:uLnTx/>
              <a:uFillTx/>
              <a:latin typeface="Ubuntu"/>
              <a:ea typeface="Arial"/>
              <a:cs typeface="Arial"/>
              <a:sym typeface="Arial"/>
            </a:endParaRPr>
          </a:p>
        </p:txBody>
      </p:sp>
      <p:sp>
        <p:nvSpPr>
          <p:cNvPr id="8" name="TextBox 7">
            <a:extLst>
              <a:ext uri="{FF2B5EF4-FFF2-40B4-BE49-F238E27FC236}">
                <a16:creationId xmlns:a16="http://schemas.microsoft.com/office/drawing/2014/main" id="{77928FAC-1C4D-3FED-D1E9-348292F321A5}"/>
              </a:ext>
            </a:extLst>
          </p:cNvPr>
          <p:cNvSpPr txBox="1"/>
          <p:nvPr/>
        </p:nvSpPr>
        <p:spPr>
          <a:xfrm>
            <a:off x="9765312" y="2137532"/>
            <a:ext cx="2426688" cy="1135502"/>
          </a:xfrm>
          <a:prstGeom prst="rect">
            <a:avLst/>
          </a:prstGeom>
          <a:noFill/>
        </p:spPr>
        <p:txBody>
          <a:bodyPr wrap="square" lIns="0" tIns="0" rIns="0" bIns="0" numCol="2" spcCol="108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Engagement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Assurance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Assurance Architect</a:t>
            </a:r>
          </a:p>
        </p:txBody>
      </p:sp>
      <p:sp>
        <p:nvSpPr>
          <p:cNvPr id="9" name="TextBox 8">
            <a:extLst>
              <a:ext uri="{FF2B5EF4-FFF2-40B4-BE49-F238E27FC236}">
                <a16:creationId xmlns:a16="http://schemas.microsoft.com/office/drawing/2014/main" id="{2EC7B6B5-57A2-0473-7FEE-A557A85C7229}"/>
              </a:ext>
            </a:extLst>
          </p:cNvPr>
          <p:cNvSpPr txBox="1"/>
          <p:nvPr/>
        </p:nvSpPr>
        <p:spPr>
          <a:xfrm>
            <a:off x="5589161" y="3899871"/>
            <a:ext cx="3041822" cy="1763568"/>
          </a:xfrm>
          <a:prstGeom prst="rect">
            <a:avLst/>
          </a:prstGeom>
          <a:noFill/>
        </p:spPr>
        <p:txBody>
          <a:bodyPr wrap="square" lIns="0" tIns="0" rIns="0" bIns="0" numCol="2" spcCol="108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Product Owners (Policy, Billing, Integrations)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Business SMEs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E2E Programme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E2E Programme Test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Architects</a:t>
            </a:r>
          </a:p>
        </p:txBody>
      </p:sp>
      <p:sp>
        <p:nvSpPr>
          <p:cNvPr id="10" name="TextBox 9">
            <a:extLst>
              <a:ext uri="{FF2B5EF4-FFF2-40B4-BE49-F238E27FC236}">
                <a16:creationId xmlns:a16="http://schemas.microsoft.com/office/drawing/2014/main" id="{A437AC42-B93D-F1A2-93B0-07D4AD927013}"/>
              </a:ext>
            </a:extLst>
          </p:cNvPr>
          <p:cNvSpPr txBox="1"/>
          <p:nvPr/>
        </p:nvSpPr>
        <p:spPr>
          <a:xfrm>
            <a:off x="7657992" y="3887169"/>
            <a:ext cx="3041822" cy="1955777"/>
          </a:xfrm>
          <a:prstGeom prst="rect">
            <a:avLst/>
          </a:prstGeom>
          <a:noFill/>
        </p:spPr>
        <p:txBody>
          <a:bodyPr wrap="square" lIns="0" tIns="0" rIns="0" bIns="0" numCol="2" spcCol="108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Programme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Delivery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Architect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Functional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Business Analysts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Workstream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Programme Test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Scrum Master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Lead Dev Engineer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Dev Engineer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Test Engineer</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DevOps</a:t>
            </a:r>
          </a:p>
        </p:txBody>
      </p:sp>
      <p:sp>
        <p:nvSpPr>
          <p:cNvPr id="11" name="TextBox 10">
            <a:extLst>
              <a:ext uri="{FF2B5EF4-FFF2-40B4-BE49-F238E27FC236}">
                <a16:creationId xmlns:a16="http://schemas.microsoft.com/office/drawing/2014/main" id="{2C220D8B-6F0C-BF93-AC1E-D9D257482910}"/>
              </a:ext>
            </a:extLst>
          </p:cNvPr>
          <p:cNvSpPr txBox="1"/>
          <p:nvPr/>
        </p:nvSpPr>
        <p:spPr>
          <a:xfrm>
            <a:off x="9725868" y="3934889"/>
            <a:ext cx="2555032" cy="1410355"/>
          </a:xfrm>
          <a:prstGeom prst="rect">
            <a:avLst/>
          </a:prstGeom>
          <a:noFill/>
        </p:spPr>
        <p:txBody>
          <a:bodyPr wrap="square" lIns="0" tIns="0" rIns="0" bIns="0" numCol="2" spcCol="10800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Engagement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Assurance Lead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000" b="0" i="0" u="none" strike="noStrike" kern="1200" cap="none" spc="0" normalizeH="0" baseline="0" noProof="0">
                <a:ln>
                  <a:noFill/>
                </a:ln>
                <a:solidFill>
                  <a:prstClr val="black"/>
                </a:solidFill>
                <a:effectLst/>
                <a:uLnTx/>
                <a:uFillTx/>
                <a:latin typeface="Ubuntu"/>
                <a:ea typeface="+mn-ea"/>
                <a:cs typeface="+mn-cs"/>
              </a:rPr>
              <a:t>Assurance Architect</a:t>
            </a:r>
          </a:p>
        </p:txBody>
      </p:sp>
      <p:sp>
        <p:nvSpPr>
          <p:cNvPr id="12" name="TextBox 11">
            <a:extLst>
              <a:ext uri="{FF2B5EF4-FFF2-40B4-BE49-F238E27FC236}">
                <a16:creationId xmlns:a16="http://schemas.microsoft.com/office/drawing/2014/main" id="{CBDDB40E-E5C1-7F87-1F99-2D1C36D24626}"/>
              </a:ext>
            </a:extLst>
          </p:cNvPr>
          <p:cNvSpPr txBox="1"/>
          <p:nvPr/>
        </p:nvSpPr>
        <p:spPr>
          <a:xfrm>
            <a:off x="214546" y="1886572"/>
            <a:ext cx="3475036" cy="307777"/>
          </a:xfrm>
          <a:prstGeom prst="rect">
            <a:avLst/>
          </a:prstGeom>
          <a:noFill/>
        </p:spPr>
        <p:txBody>
          <a:bodyPr wrap="square"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400" b="1" i="0" u="none" strike="noStrike" kern="1200" cap="none" spc="0" normalizeH="0" baseline="0" noProof="0">
                <a:ln>
                  <a:noFill/>
                </a:ln>
                <a:solidFill>
                  <a:srgbClr val="FFFFFF"/>
                </a:solidFill>
                <a:effectLst/>
                <a:uLnTx/>
                <a:uFillTx/>
                <a:latin typeface="Ubuntu"/>
                <a:ea typeface="+mn-ea"/>
                <a:cs typeface="+mn-cs"/>
              </a:rPr>
              <a:t>Scrum Teams</a:t>
            </a:r>
          </a:p>
        </p:txBody>
      </p:sp>
      <p:sp>
        <p:nvSpPr>
          <p:cNvPr id="88" name="Google Shape;1459;g1c259a0db2d_0_7">
            <a:extLst>
              <a:ext uri="{FF2B5EF4-FFF2-40B4-BE49-F238E27FC236}">
                <a16:creationId xmlns:a16="http://schemas.microsoft.com/office/drawing/2014/main" id="{B683A911-0AAF-077B-8D86-E3F634BD7162}"/>
              </a:ext>
            </a:extLst>
          </p:cNvPr>
          <p:cNvSpPr/>
          <p:nvPr/>
        </p:nvSpPr>
        <p:spPr>
          <a:xfrm>
            <a:off x="760414" y="2511644"/>
            <a:ext cx="1097755" cy="465618"/>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1200" b="0" i="0" u="none" strike="noStrike" kern="1200" cap="none" spc="0" normalizeH="0" baseline="0" noProof="0" err="1">
                <a:ln>
                  <a:noFill/>
                </a:ln>
                <a:solidFill>
                  <a:srgbClr val="FFFFFF"/>
                </a:solidFill>
                <a:effectLst/>
                <a:uLnTx/>
                <a:uFillTx/>
                <a:latin typeface="Ubuntu"/>
                <a:ea typeface="Arial"/>
                <a:cs typeface="Arial"/>
                <a:sym typeface="Arial"/>
              </a:rPr>
              <a:t>PolicyCenter</a:t>
            </a:r>
          </a:p>
        </p:txBody>
      </p:sp>
      <p:sp>
        <p:nvSpPr>
          <p:cNvPr id="89" name="Google Shape;1460;g1c259a0db2d_0_7">
            <a:extLst>
              <a:ext uri="{FF2B5EF4-FFF2-40B4-BE49-F238E27FC236}">
                <a16:creationId xmlns:a16="http://schemas.microsoft.com/office/drawing/2014/main" id="{646C9901-8088-1D36-C594-CFE8C29BA1F5}"/>
              </a:ext>
            </a:extLst>
          </p:cNvPr>
          <p:cNvSpPr/>
          <p:nvPr/>
        </p:nvSpPr>
        <p:spPr>
          <a:xfrm>
            <a:off x="1948589" y="2511644"/>
            <a:ext cx="1097755" cy="465618"/>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1200" b="0" i="0" u="none" strike="noStrike" kern="1200" cap="none" spc="0" normalizeH="0" baseline="0" noProof="0" err="1">
                <a:ln>
                  <a:noFill/>
                </a:ln>
                <a:solidFill>
                  <a:srgbClr val="FFFFFF"/>
                </a:solidFill>
                <a:effectLst/>
                <a:uLnTx/>
                <a:uFillTx/>
                <a:latin typeface="Ubuntu"/>
                <a:ea typeface="Arial"/>
                <a:cs typeface="Arial"/>
                <a:sym typeface="Arial"/>
              </a:rPr>
              <a:t>BillingCenter</a:t>
            </a:r>
          </a:p>
        </p:txBody>
      </p:sp>
      <p:sp>
        <p:nvSpPr>
          <p:cNvPr id="91" name="Google Shape;1471;g1c259a0db2d_0_7">
            <a:extLst>
              <a:ext uri="{FF2B5EF4-FFF2-40B4-BE49-F238E27FC236}">
                <a16:creationId xmlns:a16="http://schemas.microsoft.com/office/drawing/2014/main" id="{194FA602-62A8-A59A-9F91-984D99B82F02}"/>
              </a:ext>
            </a:extLst>
          </p:cNvPr>
          <p:cNvSpPr/>
          <p:nvPr/>
        </p:nvSpPr>
        <p:spPr>
          <a:xfrm>
            <a:off x="760414" y="3051840"/>
            <a:ext cx="1098687" cy="465618"/>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1200" b="0" i="0" u="none" strike="noStrike" kern="1200" cap="none" spc="0" normalizeH="0" baseline="0" noProof="0">
                <a:ln>
                  <a:noFill/>
                </a:ln>
                <a:solidFill>
                  <a:srgbClr val="FFFFFF"/>
                </a:solidFill>
                <a:effectLst/>
                <a:uLnTx/>
                <a:uFillTx/>
                <a:latin typeface="Ubuntu"/>
                <a:ea typeface="Arial"/>
                <a:cs typeface="Arial"/>
                <a:sym typeface="Arial"/>
              </a:rPr>
              <a:t>GPAS &amp; Billing INT for UWWB</a:t>
            </a:r>
            <a:endParaRPr kumimoji="0" sz="1200" b="0" i="0" u="none" strike="noStrike" kern="1200" cap="none" spc="0" normalizeH="0" baseline="0" noProof="0">
              <a:ln>
                <a:noFill/>
              </a:ln>
              <a:solidFill>
                <a:srgbClr val="FFFFFF"/>
              </a:solidFill>
              <a:effectLst/>
              <a:uLnTx/>
              <a:uFillTx/>
              <a:latin typeface="Ubuntu"/>
              <a:ea typeface="Arial"/>
              <a:cs typeface="Arial"/>
              <a:sym typeface="Arial"/>
            </a:endParaRPr>
          </a:p>
        </p:txBody>
      </p:sp>
      <p:sp>
        <p:nvSpPr>
          <p:cNvPr id="93" name="Google Shape;1482;g1c259a0db2d_0_7">
            <a:extLst>
              <a:ext uri="{FF2B5EF4-FFF2-40B4-BE49-F238E27FC236}">
                <a16:creationId xmlns:a16="http://schemas.microsoft.com/office/drawing/2014/main" id="{99ACC8A8-387A-77B4-B21A-421C2FB5181B}"/>
              </a:ext>
            </a:extLst>
          </p:cNvPr>
          <p:cNvSpPr/>
          <p:nvPr/>
        </p:nvSpPr>
        <p:spPr>
          <a:xfrm>
            <a:off x="1948588" y="3051840"/>
            <a:ext cx="1098687" cy="465618"/>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1200" b="0" i="0" u="none" strike="noStrike" kern="1200" cap="none" spc="0" normalizeH="0" baseline="0" noProof="0">
                <a:ln>
                  <a:noFill/>
                </a:ln>
                <a:solidFill>
                  <a:srgbClr val="FFFFFF"/>
                </a:solidFill>
                <a:effectLst/>
                <a:uLnTx/>
                <a:uFillTx/>
                <a:latin typeface="Ubuntu"/>
                <a:ea typeface="Arial"/>
                <a:cs typeface="Arial"/>
                <a:sym typeface="Arial"/>
              </a:rPr>
              <a:t>Rest of Integrations</a:t>
            </a:r>
            <a:endParaRPr kumimoji="0" sz="1200" b="0" i="0" u="none" strike="noStrike" kern="1200" cap="none" spc="0" normalizeH="0" baseline="0" noProof="0">
              <a:ln>
                <a:noFill/>
              </a:ln>
              <a:solidFill>
                <a:srgbClr val="FFFFFF"/>
              </a:solidFill>
              <a:effectLst/>
              <a:uLnTx/>
              <a:uFillTx/>
              <a:latin typeface="Ubuntu"/>
              <a:ea typeface="Arial"/>
              <a:cs typeface="Arial"/>
              <a:sym typeface="Arial"/>
            </a:endParaRPr>
          </a:p>
        </p:txBody>
      </p:sp>
      <p:sp>
        <p:nvSpPr>
          <p:cNvPr id="95" name="Google Shape;1468;g1c259a0db2d_0_7">
            <a:extLst>
              <a:ext uri="{FF2B5EF4-FFF2-40B4-BE49-F238E27FC236}">
                <a16:creationId xmlns:a16="http://schemas.microsoft.com/office/drawing/2014/main" id="{10D0E375-B592-E91E-065B-BEA03CD98EB9}"/>
              </a:ext>
            </a:extLst>
          </p:cNvPr>
          <p:cNvSpPr/>
          <p:nvPr/>
        </p:nvSpPr>
        <p:spPr>
          <a:xfrm>
            <a:off x="1948589" y="3592035"/>
            <a:ext cx="1098687" cy="465618"/>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1200" b="0" i="0" u="none" strike="noStrike" kern="1200" cap="none" spc="0" normalizeH="0" baseline="0" noProof="0">
                <a:ln>
                  <a:noFill/>
                </a:ln>
                <a:solidFill>
                  <a:srgbClr val="FFFFFF"/>
                </a:solidFill>
                <a:effectLst/>
                <a:uLnTx/>
                <a:uFillTx/>
                <a:latin typeface="Ubuntu"/>
                <a:ea typeface="Arial"/>
                <a:cs typeface="Arial"/>
                <a:sym typeface="Arial"/>
              </a:rPr>
              <a:t>Migration</a:t>
            </a:r>
            <a:endParaRPr kumimoji="0" sz="1200" b="0" i="0" u="none" strike="noStrike" kern="1200" cap="none" spc="0" normalizeH="0" baseline="0" noProof="0">
              <a:ln>
                <a:noFill/>
              </a:ln>
              <a:solidFill>
                <a:srgbClr val="FFFFFF"/>
              </a:solidFill>
              <a:effectLst/>
              <a:uLnTx/>
              <a:uFillTx/>
              <a:latin typeface="Ubuntu"/>
              <a:ea typeface="Arial"/>
              <a:cs typeface="Arial"/>
              <a:sym typeface="Arial"/>
            </a:endParaRPr>
          </a:p>
        </p:txBody>
      </p:sp>
      <p:sp>
        <p:nvSpPr>
          <p:cNvPr id="96" name="Google Shape;1486;g1c259a0db2d_0_7">
            <a:extLst>
              <a:ext uri="{FF2B5EF4-FFF2-40B4-BE49-F238E27FC236}">
                <a16:creationId xmlns:a16="http://schemas.microsoft.com/office/drawing/2014/main" id="{E8DD7DB0-D511-06E2-7AD2-210ADD94034B}"/>
              </a:ext>
            </a:extLst>
          </p:cNvPr>
          <p:cNvSpPr/>
          <p:nvPr/>
        </p:nvSpPr>
        <p:spPr>
          <a:xfrm>
            <a:off x="760414" y="3592035"/>
            <a:ext cx="1098687" cy="465618"/>
          </a:xfrm>
          <a:prstGeom prst="rect">
            <a:avLst/>
          </a:prstGeom>
          <a:noFill/>
          <a:ln w="9525" cap="flat" cmpd="sng">
            <a:noFill/>
            <a:prstDash val="solid"/>
            <a:round/>
            <a:headEnd type="none" w="sm" len="sm"/>
            <a:tailEnd type="none" w="sm" len="sm"/>
          </a:ln>
        </p:spPr>
        <p:txBody>
          <a:bodyPr spcFirstLastPara="1" wrap="square" lIns="0" tIns="0" rIns="0" bIns="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900"/>
              <a:buFont typeface="Arial"/>
              <a:buNone/>
              <a:tabLst/>
              <a:defRPr/>
            </a:pPr>
            <a:r>
              <a:rPr kumimoji="0" lang="en-US" sz="1200" b="0" i="0" u="none" strike="noStrike" kern="1200" cap="none" spc="0" normalizeH="0" baseline="0" noProof="0">
                <a:ln>
                  <a:noFill/>
                </a:ln>
                <a:solidFill>
                  <a:srgbClr val="FFFFFF"/>
                </a:solidFill>
                <a:effectLst/>
                <a:uLnTx/>
                <a:uFillTx/>
                <a:latin typeface="Ubuntu"/>
                <a:ea typeface="Arial"/>
                <a:cs typeface="Arial"/>
                <a:sym typeface="Arial"/>
              </a:rPr>
              <a:t>Product</a:t>
            </a:r>
            <a:endParaRPr kumimoji="0" sz="1200" b="0" i="0" u="none" strike="noStrike" kern="1200" cap="none" spc="0" normalizeH="0" baseline="0" noProof="0">
              <a:ln>
                <a:noFill/>
              </a:ln>
              <a:solidFill>
                <a:srgbClr val="FFFFFF"/>
              </a:solidFill>
              <a:effectLst/>
              <a:uLnTx/>
              <a:uFillTx/>
              <a:latin typeface="Ubuntu"/>
              <a:ea typeface="Arial"/>
              <a:cs typeface="Arial"/>
              <a:sym typeface="Arial"/>
            </a:endParaRPr>
          </a:p>
        </p:txBody>
      </p:sp>
      <p:cxnSp>
        <p:nvCxnSpPr>
          <p:cNvPr id="98" name="Straight Connector 97">
            <a:extLst>
              <a:ext uri="{FF2B5EF4-FFF2-40B4-BE49-F238E27FC236}">
                <a16:creationId xmlns:a16="http://schemas.microsoft.com/office/drawing/2014/main" id="{0EA20205-6D9B-8FFD-B9A6-4361D14A64FF}"/>
              </a:ext>
            </a:extLst>
          </p:cNvPr>
          <p:cNvCxnSpPr>
            <a:cxnSpLocks/>
          </p:cNvCxnSpPr>
          <p:nvPr/>
        </p:nvCxnSpPr>
        <p:spPr>
          <a:xfrm>
            <a:off x="1903379" y="2511644"/>
            <a:ext cx="0" cy="465618"/>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0" name="Straight Connector 99">
            <a:extLst>
              <a:ext uri="{FF2B5EF4-FFF2-40B4-BE49-F238E27FC236}">
                <a16:creationId xmlns:a16="http://schemas.microsoft.com/office/drawing/2014/main" id="{865AAA2C-B782-4511-5562-5B2628D9B399}"/>
              </a:ext>
            </a:extLst>
          </p:cNvPr>
          <p:cNvCxnSpPr>
            <a:cxnSpLocks/>
          </p:cNvCxnSpPr>
          <p:nvPr/>
        </p:nvCxnSpPr>
        <p:spPr>
          <a:xfrm>
            <a:off x="1903379" y="3051840"/>
            <a:ext cx="0" cy="465618"/>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2" name="Straight Connector 101">
            <a:extLst>
              <a:ext uri="{FF2B5EF4-FFF2-40B4-BE49-F238E27FC236}">
                <a16:creationId xmlns:a16="http://schemas.microsoft.com/office/drawing/2014/main" id="{78F2D076-BA7F-B309-8889-2808D4EF0736}"/>
              </a:ext>
            </a:extLst>
          </p:cNvPr>
          <p:cNvCxnSpPr>
            <a:cxnSpLocks/>
          </p:cNvCxnSpPr>
          <p:nvPr/>
        </p:nvCxnSpPr>
        <p:spPr>
          <a:xfrm>
            <a:off x="1903379" y="3592035"/>
            <a:ext cx="0" cy="465618"/>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AB0D4461-7F72-85AD-04E4-837D9DDCDC55}"/>
              </a:ext>
            </a:extLst>
          </p:cNvPr>
          <p:cNvCxnSpPr>
            <a:cxnSpLocks/>
          </p:cNvCxnSpPr>
          <p:nvPr/>
        </p:nvCxnSpPr>
        <p:spPr>
          <a:xfrm rot="5400000">
            <a:off x="1309292" y="2465673"/>
            <a:ext cx="0" cy="1097755"/>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4" name="Straight Connector 103">
            <a:extLst>
              <a:ext uri="{FF2B5EF4-FFF2-40B4-BE49-F238E27FC236}">
                <a16:creationId xmlns:a16="http://schemas.microsoft.com/office/drawing/2014/main" id="{E62CC46E-FE0E-D5A2-82AE-C1DDBEA16FEE}"/>
              </a:ext>
            </a:extLst>
          </p:cNvPr>
          <p:cNvCxnSpPr>
            <a:cxnSpLocks/>
          </p:cNvCxnSpPr>
          <p:nvPr/>
        </p:nvCxnSpPr>
        <p:spPr>
          <a:xfrm rot="5400000">
            <a:off x="1309292" y="3005869"/>
            <a:ext cx="0" cy="1097755"/>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5" name="Straight Connector 104">
            <a:extLst>
              <a:ext uri="{FF2B5EF4-FFF2-40B4-BE49-F238E27FC236}">
                <a16:creationId xmlns:a16="http://schemas.microsoft.com/office/drawing/2014/main" id="{A5524364-4D15-A88A-8C90-21A9E3D2E16A}"/>
              </a:ext>
            </a:extLst>
          </p:cNvPr>
          <p:cNvCxnSpPr>
            <a:cxnSpLocks/>
          </p:cNvCxnSpPr>
          <p:nvPr/>
        </p:nvCxnSpPr>
        <p:spPr>
          <a:xfrm rot="5400000">
            <a:off x="2498397" y="2465674"/>
            <a:ext cx="0" cy="1097755"/>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E5208389-D23E-FF20-65CE-D92D038B33B7}"/>
              </a:ext>
            </a:extLst>
          </p:cNvPr>
          <p:cNvCxnSpPr>
            <a:cxnSpLocks/>
          </p:cNvCxnSpPr>
          <p:nvPr/>
        </p:nvCxnSpPr>
        <p:spPr>
          <a:xfrm rot="5400000">
            <a:off x="2498397" y="3005870"/>
            <a:ext cx="0" cy="1097755"/>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D0747734-6763-6C1D-AB9B-43C326BB99D0}"/>
              </a:ext>
            </a:extLst>
          </p:cNvPr>
          <p:cNvCxnSpPr>
            <a:cxnSpLocks/>
          </p:cNvCxnSpPr>
          <p:nvPr/>
        </p:nvCxnSpPr>
        <p:spPr>
          <a:xfrm rot="5400000">
            <a:off x="1308360" y="3526234"/>
            <a:ext cx="0" cy="1097755"/>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EEAA661A-6419-208A-2A6A-6FC84AD09520}"/>
              </a:ext>
            </a:extLst>
          </p:cNvPr>
          <p:cNvCxnSpPr>
            <a:cxnSpLocks/>
          </p:cNvCxnSpPr>
          <p:nvPr/>
        </p:nvCxnSpPr>
        <p:spPr>
          <a:xfrm rot="5400000">
            <a:off x="2497465" y="3526235"/>
            <a:ext cx="0" cy="1097755"/>
          </a:xfrm>
          <a:prstGeom prst="line">
            <a:avLst/>
          </a:prstGeom>
          <a:ln w="3175">
            <a:solidFill>
              <a:schemeClr val="bg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667558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sp>
        <p:nvSpPr>
          <p:cNvPr id="212" name="TextBox 211">
            <a:extLst>
              <a:ext uri="{FF2B5EF4-FFF2-40B4-BE49-F238E27FC236}">
                <a16:creationId xmlns:a16="http://schemas.microsoft.com/office/drawing/2014/main" id="{E9E9EF0F-AF07-BFD0-050D-40D1F632CE4D}"/>
              </a:ext>
            </a:extLst>
          </p:cNvPr>
          <p:cNvSpPr txBox="1"/>
          <p:nvPr/>
        </p:nvSpPr>
        <p:spPr>
          <a:xfrm>
            <a:off x="8291949" y="25816"/>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7" name="Table 3">
            <a:extLst>
              <a:ext uri="{FF2B5EF4-FFF2-40B4-BE49-F238E27FC236}">
                <a16:creationId xmlns:a16="http://schemas.microsoft.com/office/drawing/2014/main" id="{F09AD3DE-54A7-DD92-2123-3432F75CB9A8}"/>
              </a:ext>
            </a:extLst>
          </p:cNvPr>
          <p:cNvGraphicFramePr>
            <a:graphicFrameLocks noGrp="1"/>
          </p:cNvGraphicFramePr>
          <p:nvPr>
            <p:extLst>
              <p:ext uri="{D42A27DB-BD31-4B8C-83A1-F6EECF244321}">
                <p14:modId xmlns:p14="http://schemas.microsoft.com/office/powerpoint/2010/main" val="3112554685"/>
              </p:ext>
            </p:extLst>
          </p:nvPr>
        </p:nvGraphicFramePr>
        <p:xfrm>
          <a:off x="1" y="1565609"/>
          <a:ext cx="12191999" cy="5516880"/>
        </p:xfrm>
        <a:graphic>
          <a:graphicData uri="http://schemas.openxmlformats.org/drawingml/2006/table">
            <a:tbl>
              <a:tblPr firstRow="1" bandRow="1">
                <a:tableStyleId>{7DF18680-E054-41AD-8BC1-D1AEF772440D}</a:tableStyleId>
              </a:tblPr>
              <a:tblGrid>
                <a:gridCol w="2547185">
                  <a:extLst>
                    <a:ext uri="{9D8B030D-6E8A-4147-A177-3AD203B41FA5}">
                      <a16:colId xmlns:a16="http://schemas.microsoft.com/office/drawing/2014/main" val="2939084461"/>
                    </a:ext>
                  </a:extLst>
                </a:gridCol>
                <a:gridCol w="5085362">
                  <a:extLst>
                    <a:ext uri="{9D8B030D-6E8A-4147-A177-3AD203B41FA5}">
                      <a16:colId xmlns:a16="http://schemas.microsoft.com/office/drawing/2014/main" val="3726267601"/>
                    </a:ext>
                  </a:extLst>
                </a:gridCol>
                <a:gridCol w="1732972">
                  <a:extLst>
                    <a:ext uri="{9D8B030D-6E8A-4147-A177-3AD203B41FA5}">
                      <a16:colId xmlns:a16="http://schemas.microsoft.com/office/drawing/2014/main" val="757065967"/>
                    </a:ext>
                  </a:extLst>
                </a:gridCol>
                <a:gridCol w="2826480">
                  <a:extLst>
                    <a:ext uri="{9D8B030D-6E8A-4147-A177-3AD203B41FA5}">
                      <a16:colId xmlns:a16="http://schemas.microsoft.com/office/drawing/2014/main" val="397007781"/>
                    </a:ext>
                  </a:extLst>
                </a:gridCol>
              </a:tblGrid>
              <a:tr h="200583">
                <a:tc>
                  <a:txBody>
                    <a:bodyPr/>
                    <a:lstStyle/>
                    <a:p>
                      <a:r>
                        <a:rPr lang="en-GB" sz="1400"/>
                        <a:t>Deliverable Names</a:t>
                      </a:r>
                    </a:p>
                  </a:txBody>
                  <a:tcPr/>
                </a:tc>
                <a:tc>
                  <a:txBody>
                    <a:bodyPr/>
                    <a:lstStyle/>
                    <a:p>
                      <a:r>
                        <a:rPr lang="en-GB" sz="1400"/>
                        <a:t>High level Description and Expectation</a:t>
                      </a:r>
                    </a:p>
                  </a:txBody>
                  <a:tcPr/>
                </a:tc>
                <a:tc>
                  <a:txBody>
                    <a:bodyPr/>
                    <a:lstStyle/>
                    <a:p>
                      <a:r>
                        <a:rPr lang="en-GB" sz="1400"/>
                        <a:t>Responsible</a:t>
                      </a:r>
                    </a:p>
                  </a:txBody>
                  <a:tcPr/>
                </a:tc>
                <a:tc>
                  <a:txBody>
                    <a:bodyPr/>
                    <a:lstStyle/>
                    <a:p>
                      <a:r>
                        <a:rPr lang="en-GB" sz="1400"/>
                        <a:t>Sign Off</a:t>
                      </a:r>
                    </a:p>
                  </a:txBody>
                  <a:tcPr/>
                </a:tc>
                <a:extLst>
                  <a:ext uri="{0D108BD9-81ED-4DB2-BD59-A6C34878D82A}">
                    <a16:rowId xmlns:a16="http://schemas.microsoft.com/office/drawing/2014/main" val="2887758253"/>
                  </a:ext>
                </a:extLst>
              </a:tr>
              <a:tr h="415726">
                <a:tc>
                  <a:txBody>
                    <a:bodyPr/>
                    <a:lstStyle/>
                    <a:p>
                      <a:r>
                        <a:rPr lang="en-GB" sz="1400">
                          <a:latin typeface="+mn-lt"/>
                        </a:rPr>
                        <a:t>PD1: High Level Foundation release scope definition </a:t>
                      </a:r>
                    </a:p>
                  </a:txBody>
                  <a:tcPr/>
                </a:tc>
                <a:tc>
                  <a:txBody>
                    <a:bodyPr/>
                    <a:lstStyle/>
                    <a:p>
                      <a:r>
                        <a:rPr lang="en-GB" sz="1400" kern="1200">
                          <a:solidFill>
                            <a:schemeClr val="dk1"/>
                          </a:solidFill>
                          <a:latin typeface="+mn-lt"/>
                          <a:ea typeface="+mn-ea"/>
                          <a:cs typeface="+mn-cs"/>
                        </a:rPr>
                        <a:t>Release Roadmap and confirmed Release 1 scope </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CG, SFPS, TRV</a:t>
                      </a:r>
                    </a:p>
                  </a:txBody>
                  <a:tcPr/>
                </a:tc>
                <a:tc>
                  <a:txBody>
                    <a:bodyPr/>
                    <a:lstStyle/>
                    <a:p>
                      <a:r>
                        <a:rPr lang="en-GB" sz="1400">
                          <a:latin typeface="+mn-lt"/>
                        </a:rPr>
                        <a:t>Christian Kitchen</a:t>
                      </a:r>
                    </a:p>
                    <a:p>
                      <a:r>
                        <a:rPr lang="en-GB" sz="1400">
                          <a:latin typeface="+mn-lt"/>
                        </a:rPr>
                        <a:t>Bill Devine</a:t>
                      </a:r>
                    </a:p>
                    <a:p>
                      <a:r>
                        <a:rPr lang="en-GB" sz="1400">
                          <a:latin typeface="+mn-lt"/>
                        </a:rPr>
                        <a:t>Michael Lawton</a:t>
                      </a:r>
                    </a:p>
                  </a:txBody>
                  <a:tcPr/>
                </a:tc>
                <a:extLst>
                  <a:ext uri="{0D108BD9-81ED-4DB2-BD59-A6C34878D82A}">
                    <a16:rowId xmlns:a16="http://schemas.microsoft.com/office/drawing/2014/main" val="1722306551"/>
                  </a:ext>
                </a:extLst>
              </a:tr>
              <a:tr h="294473">
                <a:tc>
                  <a:txBody>
                    <a:bodyPr/>
                    <a:lstStyle/>
                    <a:p>
                      <a:r>
                        <a:rPr lang="en-GB" sz="1400">
                          <a:latin typeface="+mn-lt"/>
                        </a:rPr>
                        <a:t>PD2: Ways of working for Discovery</a:t>
                      </a:r>
                    </a:p>
                  </a:txBody>
                  <a:tcPr/>
                </a:tc>
                <a:tc>
                  <a:txBody>
                    <a:bodyPr/>
                    <a:lstStyle/>
                    <a:p>
                      <a:r>
                        <a:rPr lang="en-GB" sz="1400">
                          <a:latin typeface="+mn-lt"/>
                        </a:rPr>
                        <a:t>Defined and agreed governance, roles/responsibilities, structure and comms for Discovery phase</a:t>
                      </a:r>
                    </a:p>
                  </a:txBody>
                  <a:tcPr/>
                </a:tc>
                <a:tc>
                  <a:txBody>
                    <a:bodyPr/>
                    <a:lstStyle/>
                    <a:p>
                      <a:r>
                        <a:rPr lang="en-GB" sz="1400">
                          <a:latin typeface="+mn-lt"/>
                        </a:rPr>
                        <a:t>CG, SFPS, TRV</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Programme Leadership Team</a:t>
                      </a:r>
                    </a:p>
                    <a:p>
                      <a:endParaRPr lang="en-GB" sz="1400">
                        <a:latin typeface="+mn-lt"/>
                      </a:endParaRPr>
                    </a:p>
                  </a:txBody>
                  <a:tcPr/>
                </a:tc>
                <a:extLst>
                  <a:ext uri="{0D108BD9-81ED-4DB2-BD59-A6C34878D82A}">
                    <a16:rowId xmlns:a16="http://schemas.microsoft.com/office/drawing/2014/main" val="632069045"/>
                  </a:ext>
                </a:extLst>
              </a:tr>
              <a:tr h="415726">
                <a:tc>
                  <a:txBody>
                    <a:bodyPr/>
                    <a:lstStyle/>
                    <a:p>
                      <a:r>
                        <a:rPr lang="en-GB" sz="1400">
                          <a:latin typeface="+mn-lt"/>
                        </a:rPr>
                        <a:t>PD3: Rationalised product set for foundation release </a:t>
                      </a:r>
                    </a:p>
                  </a:txBody>
                  <a:tcPr/>
                </a:tc>
                <a:tc>
                  <a:txBody>
                    <a:bodyPr/>
                    <a:lstStyle/>
                    <a:p>
                      <a:r>
                        <a:rPr lang="en-GB" sz="1400">
                          <a:latin typeface="+mn-lt"/>
                        </a:rPr>
                        <a:t>Identification of outlier products or gaps in product sets requiring more analysis, driving key decision papers where required</a:t>
                      </a:r>
                    </a:p>
                  </a:txBody>
                  <a:tcPr/>
                </a:tc>
                <a:tc>
                  <a:txBody>
                    <a:bodyPr/>
                    <a:lstStyle/>
                    <a:p>
                      <a:r>
                        <a:rPr lang="en-GB" sz="1400">
                          <a:latin typeface="+mn-lt"/>
                        </a:rPr>
                        <a:t>Lead Business Architect, Senior Product Owner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Kieran O’Grady</a:t>
                      </a:r>
                    </a:p>
                    <a:p>
                      <a:endParaRPr lang="en-GB" sz="1400">
                        <a:latin typeface="+mn-lt"/>
                      </a:endParaRPr>
                    </a:p>
                  </a:txBody>
                  <a:tcPr/>
                </a:tc>
                <a:extLst>
                  <a:ext uri="{0D108BD9-81ED-4DB2-BD59-A6C34878D82A}">
                    <a16:rowId xmlns:a16="http://schemas.microsoft.com/office/drawing/2014/main" val="3312199651"/>
                  </a:ext>
                </a:extLst>
              </a:tr>
              <a:tr h="294473">
                <a:tc>
                  <a:txBody>
                    <a:bodyPr/>
                    <a:lstStyle/>
                    <a:p>
                      <a:r>
                        <a:rPr lang="en-GB" sz="1400">
                          <a:latin typeface="+mn-lt"/>
                        </a:rPr>
                        <a:t>PD4: Architecture Decision &amp; Principles (Draft) </a:t>
                      </a:r>
                    </a:p>
                  </a:txBody>
                  <a:tcPr/>
                </a:tc>
                <a:tc>
                  <a:txBody>
                    <a:bodyPr/>
                    <a:lstStyle/>
                    <a:p>
                      <a:r>
                        <a:rPr lang="en-GB" sz="1400">
                          <a:latin typeface="+mn-lt"/>
                        </a:rPr>
                        <a:t>Draft approach to solution design, agreed principles and design patterns.  </a:t>
                      </a:r>
                    </a:p>
                  </a:txBody>
                  <a:tcPr/>
                </a:tc>
                <a:tc>
                  <a:txBody>
                    <a:bodyPr/>
                    <a:lstStyle/>
                    <a:p>
                      <a:r>
                        <a:rPr lang="en-GB" sz="1400">
                          <a:latin typeface="+mn-lt"/>
                        </a:rPr>
                        <a:t>CG, SFPS TRV</a:t>
                      </a:r>
                    </a:p>
                  </a:txBody>
                  <a:tcPr/>
                </a:tc>
                <a:tc>
                  <a:txBody>
                    <a:bodyPr/>
                    <a:lstStyle/>
                    <a:p>
                      <a:r>
                        <a:rPr lang="en-GB" sz="1400" kern="1200">
                          <a:solidFill>
                            <a:schemeClr val="dk1"/>
                          </a:solidFill>
                          <a:latin typeface="+mn-lt"/>
                          <a:ea typeface="+mn-ea"/>
                          <a:cs typeface="+mn-cs"/>
                        </a:rPr>
                        <a:t>Sam Kesseli</a:t>
                      </a:r>
                      <a:endParaRPr lang="en-GB" sz="1400" kern="1200" err="1">
                        <a:solidFill>
                          <a:schemeClr val="dk1"/>
                        </a:solidFill>
                        <a:latin typeface="+mn-lt"/>
                        <a:ea typeface="+mn-ea"/>
                        <a:cs typeface="+mn-cs"/>
                      </a:endParaRPr>
                    </a:p>
                  </a:txBody>
                  <a:tcPr/>
                </a:tc>
                <a:extLst>
                  <a:ext uri="{0D108BD9-81ED-4DB2-BD59-A6C34878D82A}">
                    <a16:rowId xmlns:a16="http://schemas.microsoft.com/office/drawing/2014/main" val="3447769189"/>
                  </a:ext>
                </a:extLst>
              </a:tr>
              <a:tr h="294473">
                <a:tc>
                  <a:txBody>
                    <a:bodyPr/>
                    <a:lstStyle/>
                    <a:p>
                      <a:r>
                        <a:rPr lang="en-GB" sz="1400">
                          <a:latin typeface="+mn-lt"/>
                        </a:rPr>
                        <a:t>PD5: Application Architecture Blueprint (Draft)</a:t>
                      </a:r>
                    </a:p>
                  </a:txBody>
                  <a:tcPr/>
                </a:tc>
                <a:tc>
                  <a:txBody>
                    <a:bodyPr/>
                    <a:lstStyle/>
                    <a:p>
                      <a:r>
                        <a:rPr lang="en-GB" sz="1400">
                          <a:latin typeface="+mn-lt"/>
                        </a:rPr>
                        <a:t>Draft set of in-scope applications and components</a:t>
                      </a:r>
                    </a:p>
                  </a:txBody>
                  <a:tcPr/>
                </a:tc>
                <a:tc>
                  <a:txBody>
                    <a:bodyPr/>
                    <a:lstStyle/>
                    <a:p>
                      <a:r>
                        <a:rPr lang="en-GB" sz="1400">
                          <a:latin typeface="+mn-lt"/>
                        </a:rPr>
                        <a:t>CG, SFPS TRV</a:t>
                      </a:r>
                    </a:p>
                  </a:txBody>
                  <a:tcPr/>
                </a:tc>
                <a:tc>
                  <a:txBody>
                    <a:bodyPr/>
                    <a:lstStyle/>
                    <a:p>
                      <a:r>
                        <a:rPr lang="en-GB" sz="1400" kern="1200">
                          <a:solidFill>
                            <a:schemeClr val="dk1"/>
                          </a:solidFill>
                          <a:latin typeface="+mn-lt"/>
                          <a:ea typeface="+mn-ea"/>
                          <a:cs typeface="+mn-cs"/>
                        </a:rPr>
                        <a:t>Sam Kesseli</a:t>
                      </a:r>
                      <a:endParaRPr lang="en-GB" sz="1400" kern="1200" err="1">
                        <a:solidFill>
                          <a:schemeClr val="dk1"/>
                        </a:solidFill>
                        <a:latin typeface="+mn-lt"/>
                        <a:ea typeface="+mn-ea"/>
                        <a:cs typeface="+mn-cs"/>
                      </a:endParaRPr>
                    </a:p>
                  </a:txBody>
                  <a:tcPr/>
                </a:tc>
                <a:extLst>
                  <a:ext uri="{0D108BD9-81ED-4DB2-BD59-A6C34878D82A}">
                    <a16:rowId xmlns:a16="http://schemas.microsoft.com/office/drawing/2014/main" val="34138585"/>
                  </a:ext>
                </a:extLst>
              </a:tr>
              <a:tr h="415726">
                <a:tc>
                  <a:txBody>
                    <a:bodyPr/>
                    <a:lstStyle/>
                    <a:p>
                      <a:r>
                        <a:rPr lang="en-GB" sz="1400">
                          <a:latin typeface="+mn-lt"/>
                        </a:rPr>
                        <a:t>PD6: High Level Product backlog</a:t>
                      </a:r>
                    </a:p>
                  </a:txBody>
                  <a:tcPr/>
                </a:tc>
                <a:tc>
                  <a:txBody>
                    <a:bodyPr/>
                    <a:lstStyle/>
                    <a:p>
                      <a:r>
                        <a:rPr lang="en-GB" sz="1400">
                          <a:latin typeface="+mn-lt"/>
                        </a:rPr>
                        <a:t>High level Epic/Feature list confirmed for Release 1 scope</a:t>
                      </a:r>
                    </a:p>
                  </a:txBody>
                  <a:tcPr/>
                </a:tc>
                <a:tc>
                  <a:txBody>
                    <a:bodyPr/>
                    <a:lstStyle/>
                    <a:p>
                      <a:r>
                        <a:rPr lang="en-GB" sz="1400">
                          <a:latin typeface="+mn-lt"/>
                        </a:rPr>
                        <a:t>Lead Business Architect, Senior Product Owner</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Kieran O’Grady</a:t>
                      </a:r>
                    </a:p>
                  </a:txBody>
                  <a:tcPr/>
                </a:tc>
                <a:extLst>
                  <a:ext uri="{0D108BD9-81ED-4DB2-BD59-A6C34878D82A}">
                    <a16:rowId xmlns:a16="http://schemas.microsoft.com/office/drawing/2014/main" val="105283812"/>
                  </a:ext>
                </a:extLst>
              </a:tr>
              <a:tr h="381361">
                <a:tc>
                  <a:txBody>
                    <a:bodyPr/>
                    <a:lstStyle/>
                    <a:p>
                      <a:pPr algn="l"/>
                      <a:r>
                        <a:rPr lang="en-GB" sz="1400">
                          <a:latin typeface="+mn-lt"/>
                        </a:rPr>
                        <a:t>PD7: e2e project plan</a:t>
                      </a:r>
                    </a:p>
                  </a:txBody>
                  <a:tcPr/>
                </a:tc>
                <a:tc>
                  <a:txBody>
                    <a:bodyPr/>
                    <a:lstStyle/>
                    <a:p>
                      <a:r>
                        <a:rPr lang="en-GB" sz="1400">
                          <a:latin typeface="+mn-lt"/>
                        </a:rPr>
                        <a:t>Pre-Inception and Discovery plan; and high level draft end to end plan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CG, SFPS TRV</a:t>
                      </a:r>
                    </a:p>
                  </a:txBody>
                  <a:tcPr/>
                </a:tc>
                <a:tc>
                  <a:txBody>
                    <a:bodyPr/>
                    <a:lstStyle/>
                    <a:p>
                      <a:r>
                        <a:rPr lang="en-GB" sz="1400" kern="1200">
                          <a:solidFill>
                            <a:schemeClr val="dk1"/>
                          </a:solidFill>
                          <a:latin typeface="+mn-lt"/>
                          <a:ea typeface="+mn-ea"/>
                          <a:cs typeface="+mn-cs"/>
                        </a:rPr>
                        <a:t>DeAnna Dobosz</a:t>
                      </a:r>
                    </a:p>
                    <a:p>
                      <a:r>
                        <a:rPr lang="en-GB" sz="1400" kern="1200">
                          <a:solidFill>
                            <a:schemeClr val="dk1"/>
                          </a:solidFill>
                          <a:latin typeface="+mn-lt"/>
                          <a:ea typeface="+mn-ea"/>
                          <a:cs typeface="+mn-cs"/>
                        </a:rPr>
                        <a:t>Barry Houston</a:t>
                      </a:r>
                    </a:p>
                  </a:txBody>
                  <a:tcPr/>
                </a:tc>
                <a:extLst>
                  <a:ext uri="{0D108BD9-81ED-4DB2-BD59-A6C34878D82A}">
                    <a16:rowId xmlns:a16="http://schemas.microsoft.com/office/drawing/2014/main" val="485944377"/>
                  </a:ext>
                </a:extLst>
              </a:tr>
              <a:tr h="415726">
                <a:tc>
                  <a:txBody>
                    <a:bodyPr/>
                    <a:lstStyle/>
                    <a:p>
                      <a:r>
                        <a:rPr lang="en-GB" sz="1400">
                          <a:latin typeface="+mn-lt"/>
                        </a:rPr>
                        <a:t>PD8: Capability map approved</a:t>
                      </a:r>
                    </a:p>
                  </a:txBody>
                  <a:tcPr/>
                </a:tc>
                <a:tc>
                  <a:txBody>
                    <a:bodyPr/>
                    <a:lstStyle/>
                    <a:p>
                      <a:r>
                        <a:rPr lang="en-GB" sz="1400">
                          <a:latin typeface="+mn-lt"/>
                        </a:rPr>
                        <a:t>Confirmed capability map aligned to Release 1 scope – This includes the visual capability map on a page and the supporting excel workbook</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TRV</a:t>
                      </a:r>
                    </a:p>
                  </a:txBody>
                  <a:tcPr/>
                </a:tc>
                <a:tc>
                  <a:txBody>
                    <a:bodyPr/>
                    <a:lstStyle/>
                    <a:p>
                      <a:r>
                        <a:rPr lang="en-GB" sz="1400">
                          <a:latin typeface="+mn-lt"/>
                        </a:rPr>
                        <a:t>Kieran O’Grady</a:t>
                      </a:r>
                    </a:p>
                    <a:p>
                      <a:r>
                        <a:rPr lang="en-GB" sz="1400">
                          <a:latin typeface="+mn-lt"/>
                        </a:rPr>
                        <a:t>Rob Harwood</a:t>
                      </a:r>
                    </a:p>
                  </a:txBody>
                  <a:tcPr/>
                </a:tc>
                <a:extLst>
                  <a:ext uri="{0D108BD9-81ED-4DB2-BD59-A6C34878D82A}">
                    <a16:rowId xmlns:a16="http://schemas.microsoft.com/office/drawing/2014/main" val="3371086448"/>
                  </a:ext>
                </a:extLst>
              </a:tr>
            </a:tbl>
          </a:graphicData>
        </a:graphic>
      </p:graphicFrame>
      <p:sp>
        <p:nvSpPr>
          <p:cNvPr id="8" name="Rectangle 7">
            <a:extLst>
              <a:ext uri="{FF2B5EF4-FFF2-40B4-BE49-F238E27FC236}">
                <a16:creationId xmlns:a16="http://schemas.microsoft.com/office/drawing/2014/main" id="{0FC11A24-1C94-770E-AEE9-EAB1535A997B}"/>
              </a:ext>
            </a:extLst>
          </p:cNvPr>
          <p:cNvSpPr/>
          <p:nvPr/>
        </p:nvSpPr>
        <p:spPr>
          <a:xfrm>
            <a:off x="182633" y="954867"/>
            <a:ext cx="1167912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effectLst/>
                <a:uLnTx/>
                <a:uFillTx/>
                <a:ea typeface="Verdana" panose="020B0604030504040204" pitchFamily="34" charset="0"/>
                <a:cs typeface="Calibri" panose="020F0502020204030204" pitchFamily="34" charset="0"/>
              </a:rPr>
              <a:t>Deliverables to be produced during Pre-Inception, ready for review and response feedback loop from Week 7 into Week 8 (end of Pre-Inception).  All deliverables to have a wider review distribution which will be confirmed on the deliverable itself.</a:t>
            </a:r>
          </a:p>
        </p:txBody>
      </p:sp>
    </p:spTree>
    <p:extLst>
      <p:ext uri="{BB962C8B-B14F-4D97-AF65-F5344CB8AC3E}">
        <p14:creationId xmlns:p14="http://schemas.microsoft.com/office/powerpoint/2010/main" val="121370517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Inception programme deliverable outputs</a:t>
            </a:r>
          </a:p>
        </p:txBody>
      </p:sp>
      <p:sp>
        <p:nvSpPr>
          <p:cNvPr id="212" name="TextBox 211">
            <a:extLst>
              <a:ext uri="{FF2B5EF4-FFF2-40B4-BE49-F238E27FC236}">
                <a16:creationId xmlns:a16="http://schemas.microsoft.com/office/drawing/2014/main" id="{E9E9EF0F-AF07-BFD0-050D-40D1F632CE4D}"/>
              </a:ext>
            </a:extLst>
          </p:cNvPr>
          <p:cNvSpPr txBox="1"/>
          <p:nvPr/>
        </p:nvSpPr>
        <p:spPr>
          <a:xfrm>
            <a:off x="8291949" y="25816"/>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cxnSp>
        <p:nvCxnSpPr>
          <p:cNvPr id="4" name="Straight Connector 3">
            <a:extLst>
              <a:ext uri="{FF2B5EF4-FFF2-40B4-BE49-F238E27FC236}">
                <a16:creationId xmlns:a16="http://schemas.microsoft.com/office/drawing/2014/main" id="{3150330C-0B66-4D17-AC79-A7B9E4C63D42}"/>
              </a:ext>
              <a:ext uri="{C183D7F6-B498-43B3-948B-1728B52AA6E4}">
                <adec:decorative xmlns:adec="http://schemas.microsoft.com/office/drawing/2017/decorative" val="1"/>
              </a:ext>
            </a:extLst>
          </p:cNvPr>
          <p:cNvCxnSpPr>
            <a:cxnSpLocks/>
          </p:cNvCxnSpPr>
          <p:nvPr/>
        </p:nvCxnSpPr>
        <p:spPr>
          <a:xfrm>
            <a:off x="6095206" y="1318260"/>
            <a:ext cx="0" cy="16113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id="{119FFD17-A2DA-F74E-9057-89572F4F0F7C}"/>
              </a:ext>
            </a:extLst>
          </p:cNvPr>
          <p:cNvSpPr/>
          <p:nvPr/>
        </p:nvSpPr>
        <p:spPr>
          <a:xfrm>
            <a:off x="6132891" y="1117327"/>
            <a:ext cx="5691187" cy="1384995"/>
          </a:xfrm>
          <a:prstGeom prst="rect">
            <a:avLst/>
          </a:prstGeom>
        </p:spPr>
        <p:txBody>
          <a:bodyPr wrap="square">
            <a:spAutoFit/>
          </a:bodyPr>
          <a:lstStyle/>
          <a:p>
            <a:pPr lvl="0" algn="ctr">
              <a:spcAft>
                <a:spcPts val="1200"/>
              </a:spcAft>
              <a:defRPr/>
            </a:pPr>
            <a:r>
              <a:rPr lang="en-GB">
                <a:solidFill>
                  <a:schemeClr val="bg1"/>
                </a:solidFill>
                <a:latin typeface="Ubuntu" panose="020B0504030602030204" pitchFamily="34" charset="0"/>
              </a:rPr>
              <a:t>Functional Activities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 understanding of in scope functional areas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Obtain and understanding of as is current processes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Receive demos of current systems</a:t>
            </a:r>
          </a:p>
          <a:p>
            <a:pPr marL="285750" lvl="0" indent="-285750" algn="ctr">
              <a:buFont typeface="Arial" panose="020B0604020202020204" pitchFamily="34" charset="0"/>
              <a:buChar char="•"/>
              <a:defRPr/>
            </a:pPr>
            <a:r>
              <a:rPr lang="en-GB" sz="1400">
                <a:solidFill>
                  <a:schemeClr val="bg1"/>
                </a:solidFill>
                <a:latin typeface="Ubuntu" panose="020B0504030602030204" pitchFamily="34" charset="0"/>
              </a:rPr>
              <a:t>Review the existing capability map and identify any gaps</a:t>
            </a:r>
          </a:p>
        </p:txBody>
      </p:sp>
      <p:sp>
        <p:nvSpPr>
          <p:cNvPr id="6" name="Subtitle 2">
            <a:extLst>
              <a:ext uri="{FF2B5EF4-FFF2-40B4-BE49-F238E27FC236}">
                <a16:creationId xmlns:a16="http://schemas.microsoft.com/office/drawing/2014/main" id="{1AA4EF79-6D30-40E2-BB3E-32E2007B1FFD}"/>
              </a:ext>
            </a:extLst>
          </p:cNvPr>
          <p:cNvSpPr txBox="1">
            <a:spLocks/>
          </p:cNvSpPr>
          <p:nvPr/>
        </p:nvSpPr>
        <p:spPr>
          <a:xfrm>
            <a:off x="182633" y="578349"/>
            <a:ext cx="11603845" cy="408760"/>
          </a:xfrm>
          <a:prstGeom prst="rect">
            <a:avLst/>
          </a:prstGeom>
        </p:spPr>
        <p:txBody>
          <a:bodyPr>
            <a:norm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a:latin typeface="+mn-lt"/>
              </a:rPr>
              <a:t>Deliverables at programme level &amp; expected signatories</a:t>
            </a:r>
          </a:p>
        </p:txBody>
      </p:sp>
      <p:graphicFrame>
        <p:nvGraphicFramePr>
          <p:cNvPr id="2" name="Table 3">
            <a:extLst>
              <a:ext uri="{FF2B5EF4-FFF2-40B4-BE49-F238E27FC236}">
                <a16:creationId xmlns:a16="http://schemas.microsoft.com/office/drawing/2014/main" id="{42CF93B9-C784-7E13-276D-B1E923BEDE02}"/>
              </a:ext>
            </a:extLst>
          </p:cNvPr>
          <p:cNvGraphicFramePr>
            <a:graphicFrameLocks noGrp="1"/>
          </p:cNvGraphicFramePr>
          <p:nvPr>
            <p:extLst>
              <p:ext uri="{D42A27DB-BD31-4B8C-83A1-F6EECF244321}">
                <p14:modId xmlns:p14="http://schemas.microsoft.com/office/powerpoint/2010/main" val="1246010122"/>
              </p:ext>
            </p:extLst>
          </p:nvPr>
        </p:nvGraphicFramePr>
        <p:xfrm>
          <a:off x="36891" y="1750402"/>
          <a:ext cx="12191999" cy="4048760"/>
        </p:xfrm>
        <a:graphic>
          <a:graphicData uri="http://schemas.openxmlformats.org/drawingml/2006/table">
            <a:tbl>
              <a:tblPr firstRow="1" bandRow="1">
                <a:tableStyleId>{7DF18680-E054-41AD-8BC1-D1AEF772440D}</a:tableStyleId>
              </a:tblPr>
              <a:tblGrid>
                <a:gridCol w="2547185">
                  <a:extLst>
                    <a:ext uri="{9D8B030D-6E8A-4147-A177-3AD203B41FA5}">
                      <a16:colId xmlns:a16="http://schemas.microsoft.com/office/drawing/2014/main" val="2939084461"/>
                    </a:ext>
                  </a:extLst>
                </a:gridCol>
                <a:gridCol w="6281128">
                  <a:extLst>
                    <a:ext uri="{9D8B030D-6E8A-4147-A177-3AD203B41FA5}">
                      <a16:colId xmlns:a16="http://schemas.microsoft.com/office/drawing/2014/main" val="3726267601"/>
                    </a:ext>
                  </a:extLst>
                </a:gridCol>
                <a:gridCol w="1763486">
                  <a:extLst>
                    <a:ext uri="{9D8B030D-6E8A-4147-A177-3AD203B41FA5}">
                      <a16:colId xmlns:a16="http://schemas.microsoft.com/office/drawing/2014/main" val="757065967"/>
                    </a:ext>
                  </a:extLst>
                </a:gridCol>
                <a:gridCol w="1600200">
                  <a:extLst>
                    <a:ext uri="{9D8B030D-6E8A-4147-A177-3AD203B41FA5}">
                      <a16:colId xmlns:a16="http://schemas.microsoft.com/office/drawing/2014/main" val="397007781"/>
                    </a:ext>
                  </a:extLst>
                </a:gridCol>
              </a:tblGrid>
              <a:tr h="145298">
                <a:tc>
                  <a:txBody>
                    <a:bodyPr/>
                    <a:lstStyle/>
                    <a:p>
                      <a:r>
                        <a:rPr lang="en-GB" sz="1400">
                          <a:latin typeface="+mn-lt"/>
                        </a:rPr>
                        <a:t>Deliverable Names</a:t>
                      </a:r>
                    </a:p>
                  </a:txBody>
                  <a:tcPr/>
                </a:tc>
                <a:tc>
                  <a:txBody>
                    <a:bodyPr/>
                    <a:lstStyle/>
                    <a:p>
                      <a:r>
                        <a:rPr lang="en-GB" sz="1400">
                          <a:latin typeface="+mn-lt"/>
                        </a:rPr>
                        <a:t>High level Description and Expectation</a:t>
                      </a:r>
                    </a:p>
                  </a:txBody>
                  <a:tcPr/>
                </a:tc>
                <a:tc>
                  <a:txBody>
                    <a:bodyPr/>
                    <a:lstStyle/>
                    <a:p>
                      <a:r>
                        <a:rPr lang="en-GB" sz="1400">
                          <a:latin typeface="+mn-lt"/>
                        </a:rPr>
                        <a:t>Responsible</a:t>
                      </a:r>
                    </a:p>
                  </a:txBody>
                  <a:tcPr/>
                </a:tc>
                <a:tc>
                  <a:txBody>
                    <a:bodyPr/>
                    <a:lstStyle/>
                    <a:p>
                      <a:r>
                        <a:rPr lang="en-GB" sz="1400">
                          <a:latin typeface="+mn-lt"/>
                        </a:rPr>
                        <a:t>Sign Off</a:t>
                      </a:r>
                    </a:p>
                  </a:txBody>
                  <a:tcPr/>
                </a:tc>
                <a:extLst>
                  <a:ext uri="{0D108BD9-81ED-4DB2-BD59-A6C34878D82A}">
                    <a16:rowId xmlns:a16="http://schemas.microsoft.com/office/drawing/2014/main" val="624776066"/>
                  </a:ext>
                </a:extLst>
              </a:tr>
              <a:tr h="190005">
                <a:tc>
                  <a:txBody>
                    <a:bodyPr/>
                    <a:lstStyle/>
                    <a:p>
                      <a:pPr marL="0" indent="0"/>
                      <a:r>
                        <a:rPr lang="en-GB" sz="1400">
                          <a:latin typeface="+mn-lt"/>
                        </a:rPr>
                        <a:t>PD9: Communications plan</a:t>
                      </a:r>
                    </a:p>
                  </a:txBody>
                  <a:tcPr/>
                </a:tc>
                <a:tc>
                  <a:txBody>
                    <a:bodyPr/>
                    <a:lstStyle/>
                    <a:p>
                      <a:r>
                        <a:rPr lang="en-GB" sz="1400">
                          <a:latin typeface="+mn-lt"/>
                        </a:rPr>
                        <a:t>Reporting, frequency, expected audience and business comms required for FOS programme</a:t>
                      </a:r>
                    </a:p>
                  </a:txBody>
                  <a:tcPr/>
                </a:tc>
                <a:tc>
                  <a:txBody>
                    <a:bodyPr/>
                    <a:lstStyle/>
                    <a:p>
                      <a:r>
                        <a:rPr lang="en-GB" sz="1400">
                          <a:latin typeface="+mn-lt"/>
                        </a:rPr>
                        <a:t>CG, SFPS, TRV</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a:latin typeface="+mn-lt"/>
                        </a:rPr>
                        <a:t>DeAnna Dobosz</a:t>
                      </a:r>
                    </a:p>
                  </a:txBody>
                  <a:tcPr/>
                </a:tc>
                <a:extLst>
                  <a:ext uri="{0D108BD9-81ED-4DB2-BD59-A6C34878D82A}">
                    <a16:rowId xmlns:a16="http://schemas.microsoft.com/office/drawing/2014/main" val="3467608403"/>
                  </a:ext>
                </a:extLst>
              </a:tr>
              <a:tr h="228504">
                <a:tc>
                  <a:txBody>
                    <a:bodyPr/>
                    <a:lstStyle/>
                    <a:p>
                      <a:pPr marL="86995" indent="0" algn="l" rtl="0" fontAlgn="ctr"/>
                      <a:r>
                        <a:rPr lang="en-GB" sz="1400" b="0" i="0" u="none" strike="noStrike">
                          <a:solidFill>
                            <a:srgbClr val="000000"/>
                          </a:solidFill>
                          <a:effectLst/>
                          <a:latin typeface="+mn-lt"/>
                        </a:rPr>
                        <a:t>PD10: Functional workshop plan for Discovery </a:t>
                      </a:r>
                    </a:p>
                  </a:txBody>
                  <a:tcPr marL="6350" marR="6350" marT="6350" marB="0" anchor="ctr"/>
                </a:tc>
                <a:tc>
                  <a:txBody>
                    <a:bodyPr/>
                    <a:lstStyle/>
                    <a:p>
                      <a:pPr algn="l" rtl="0" fontAlgn="ctr"/>
                      <a:r>
                        <a:rPr lang="en-GB" sz="1400" b="0" i="0" u="none" strike="noStrike">
                          <a:solidFill>
                            <a:srgbClr val="000000"/>
                          </a:solidFill>
                          <a:effectLst/>
                          <a:latin typeface="+mn-lt"/>
                        </a:rPr>
                        <a:t>Functional workshop plan for high level requirement gathering</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a:latin typeface="+mn-lt"/>
                        </a:rPr>
                        <a:t>CG, SFPS, TRV</a:t>
                      </a:r>
                    </a:p>
                    <a:p>
                      <a:pPr algn="l" rtl="0" fontAlgn="ctr"/>
                      <a:endParaRPr lang="en-GB" sz="1400" b="0" i="0" u="none" strike="noStrike">
                        <a:solidFill>
                          <a:srgbClr val="000000"/>
                        </a:solidFill>
                        <a:effectLst/>
                        <a:latin typeface="+mn-lt"/>
                      </a:endParaRPr>
                    </a:p>
                  </a:txBody>
                  <a:tcPr marL="6350" marR="6350" marT="6350" marB="0" anchor="ctr"/>
                </a:tc>
                <a:tc>
                  <a:txBody>
                    <a:bodyPr/>
                    <a:lstStyle/>
                    <a:p>
                      <a:pPr algn="l" rtl="0" fontAlgn="ctr"/>
                      <a:r>
                        <a:rPr lang="en-GB" sz="1400" b="0" i="0" u="none" strike="noStrike">
                          <a:solidFill>
                            <a:srgbClr val="000000"/>
                          </a:solidFill>
                          <a:effectLst/>
                          <a:latin typeface="+mn-lt"/>
                        </a:rPr>
                        <a:t>Kieran O’Grady</a:t>
                      </a:r>
                    </a:p>
                  </a:txBody>
                  <a:tcPr marL="6350" marR="6350" marT="6350" marB="0" anchor="ctr"/>
                </a:tc>
                <a:extLst>
                  <a:ext uri="{0D108BD9-81ED-4DB2-BD59-A6C34878D82A}">
                    <a16:rowId xmlns:a16="http://schemas.microsoft.com/office/drawing/2014/main" val="1722306551"/>
                  </a:ext>
                </a:extLst>
              </a:tr>
              <a:tr h="169246">
                <a:tc>
                  <a:txBody>
                    <a:bodyPr/>
                    <a:lstStyle/>
                    <a:p>
                      <a:pPr marL="86995" indent="0" algn="l" rtl="0" fontAlgn="ctr"/>
                      <a:r>
                        <a:rPr lang="en-GB" sz="1400" b="0" i="0" u="none" strike="noStrike">
                          <a:solidFill>
                            <a:srgbClr val="000000"/>
                          </a:solidFill>
                          <a:effectLst/>
                          <a:latin typeface="+mn-lt"/>
                        </a:rPr>
                        <a:t>PD11: Initial version of Integration Manifest</a:t>
                      </a:r>
                    </a:p>
                  </a:txBody>
                  <a:tcPr marL="6350" marR="6350" marT="6350" marB="0" anchor="ctr"/>
                </a:tc>
                <a:tc>
                  <a:txBody>
                    <a:bodyPr/>
                    <a:lstStyle/>
                    <a:p>
                      <a:pPr algn="l" rtl="0" fontAlgn="ctr"/>
                      <a:r>
                        <a:rPr lang="en-GB" sz="1400" b="0" i="0" u="none" strike="noStrike">
                          <a:solidFill>
                            <a:srgbClr val="000000"/>
                          </a:solidFill>
                          <a:effectLst/>
                          <a:latin typeface="+mn-lt"/>
                        </a:rPr>
                        <a:t>Inventory of any integrations and intermediary services including definitions, ownership, high level design etc </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a:latin typeface="+mn-lt"/>
                        </a:rPr>
                        <a:t>CG, SFPS, TRV</a:t>
                      </a:r>
                    </a:p>
                    <a:p>
                      <a:pPr algn="l" rtl="0" fontAlgn="ctr"/>
                      <a:endParaRPr lang="en-GB" sz="1400" b="0" i="0" u="none" strike="noStrike">
                        <a:solidFill>
                          <a:srgbClr val="000000"/>
                        </a:solidFill>
                        <a:effectLst/>
                        <a:latin typeface="+mn-lt"/>
                      </a:endParaRPr>
                    </a:p>
                  </a:txBody>
                  <a:tcPr marL="6350" marR="6350" marT="6350" marB="0" anchor="ctr"/>
                </a:tc>
                <a:tc>
                  <a:txBody>
                    <a:bodyPr/>
                    <a:lstStyle/>
                    <a:p>
                      <a:pPr algn="l" rtl="0" fontAlgn="ctr"/>
                      <a:r>
                        <a:rPr lang="en-GB" sz="1400" b="0" i="0" u="none" strike="noStrike">
                          <a:solidFill>
                            <a:srgbClr val="000000"/>
                          </a:solidFill>
                          <a:effectLst/>
                          <a:latin typeface="+mn-lt"/>
                        </a:rPr>
                        <a:t>Sam Kesseli</a:t>
                      </a:r>
                      <a:endParaRPr lang="en-GB" sz="1400" b="0" i="0" u="none" strike="noStrike" err="1">
                        <a:solidFill>
                          <a:srgbClr val="000000"/>
                        </a:solidFill>
                        <a:effectLst/>
                        <a:latin typeface="+mn-lt"/>
                      </a:endParaRPr>
                    </a:p>
                  </a:txBody>
                  <a:tcPr marL="6350" marR="6350" marT="6350" marB="0" anchor="ctr"/>
                </a:tc>
                <a:extLst>
                  <a:ext uri="{0D108BD9-81ED-4DB2-BD59-A6C34878D82A}">
                    <a16:rowId xmlns:a16="http://schemas.microsoft.com/office/drawing/2014/main" val="632069045"/>
                  </a:ext>
                </a:extLst>
              </a:tr>
              <a:tr h="226872">
                <a:tc>
                  <a:txBody>
                    <a:bodyPr/>
                    <a:lstStyle/>
                    <a:p>
                      <a:pPr marL="86995" indent="0" algn="l" rtl="0" fontAlgn="ctr"/>
                      <a:r>
                        <a:rPr lang="en-GB" sz="1400" b="0" i="0" u="none" strike="noStrike">
                          <a:solidFill>
                            <a:srgbClr val="000000"/>
                          </a:solidFill>
                          <a:effectLst/>
                          <a:latin typeface="+mn-lt"/>
                        </a:rPr>
                        <a:t>PD12: Technical Workshop plan </a:t>
                      </a:r>
                    </a:p>
                  </a:txBody>
                  <a:tcPr marL="6350" marR="6350" marT="6350" marB="0" anchor="ctr"/>
                </a:tc>
                <a:tc>
                  <a:txBody>
                    <a:bodyPr/>
                    <a:lstStyle/>
                    <a:p>
                      <a:pPr algn="l" rtl="0" fontAlgn="ctr"/>
                      <a:r>
                        <a:rPr lang="en-GB" sz="1400" b="0" i="0" u="none" strike="noStrike">
                          <a:solidFill>
                            <a:srgbClr val="000000"/>
                          </a:solidFill>
                          <a:effectLst/>
                          <a:latin typeface="+mn-lt"/>
                        </a:rPr>
                        <a:t>Technical workshop plan to gather and define integration requirements</a:t>
                      </a:r>
                    </a:p>
                  </a:txBody>
                  <a:tcPr marL="6350" marR="6350" marT="6350" marB="0" anchor="ct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GB" sz="1400">
                          <a:latin typeface="+mn-lt"/>
                        </a:rPr>
                        <a:t>CG, SFPS, TRV</a:t>
                      </a:r>
                    </a:p>
                    <a:p>
                      <a:pPr algn="l" rtl="0" fontAlgn="ctr"/>
                      <a:endParaRPr lang="en-GB" sz="1400" b="0" i="0" u="none" strike="noStrike">
                        <a:solidFill>
                          <a:srgbClr val="000000"/>
                        </a:solidFill>
                        <a:effectLst/>
                        <a:latin typeface="+mn-lt"/>
                      </a:endParaRPr>
                    </a:p>
                  </a:txBody>
                  <a:tcPr marL="6350" marR="6350" marT="6350" marB="0" anchor="ctr"/>
                </a:tc>
                <a:tc>
                  <a:txBody>
                    <a:bodyPr/>
                    <a:lstStyle/>
                    <a:p>
                      <a:pPr algn="l" rtl="0" fontAlgn="ctr"/>
                      <a:r>
                        <a:rPr lang="en-GB" sz="1400" b="0" i="0" u="none" strike="noStrike">
                          <a:solidFill>
                            <a:srgbClr val="000000"/>
                          </a:solidFill>
                          <a:effectLst/>
                          <a:latin typeface="+mn-lt"/>
                        </a:rPr>
                        <a:t>DeAnna </a:t>
                      </a:r>
                      <a:r>
                        <a:rPr lang="en-GB" sz="1400" b="0" i="0" u="none" strike="noStrike" err="1">
                          <a:solidFill>
                            <a:srgbClr val="000000"/>
                          </a:solidFill>
                          <a:effectLst/>
                          <a:latin typeface="+mn-lt"/>
                        </a:rPr>
                        <a:t>Debosz</a:t>
                      </a:r>
                      <a:br>
                        <a:rPr lang="en-GB" sz="1400" b="0" i="0" u="none" strike="noStrike">
                          <a:solidFill>
                            <a:srgbClr val="000000"/>
                          </a:solidFill>
                          <a:effectLst/>
                          <a:latin typeface="+mn-lt"/>
                        </a:rPr>
                      </a:br>
                      <a:r>
                        <a:rPr lang="en-GB" sz="1400" b="0" i="0" u="none" strike="noStrike">
                          <a:solidFill>
                            <a:srgbClr val="000000"/>
                          </a:solidFill>
                          <a:effectLst/>
                          <a:latin typeface="+mn-lt"/>
                        </a:rPr>
                        <a:t>Barry Houston</a:t>
                      </a:r>
                      <a:br>
                        <a:rPr lang="en-GB" sz="1400" b="0" i="0" u="none" strike="noStrike">
                          <a:solidFill>
                            <a:srgbClr val="000000"/>
                          </a:solidFill>
                          <a:effectLst/>
                          <a:latin typeface="+mn-lt"/>
                        </a:rPr>
                      </a:br>
                      <a:r>
                        <a:rPr lang="en-GB" sz="1400" b="0" i="0" u="none" strike="noStrike">
                          <a:solidFill>
                            <a:srgbClr val="000000"/>
                          </a:solidFill>
                          <a:effectLst/>
                          <a:latin typeface="+mn-lt"/>
                        </a:rPr>
                        <a:t>Rob Harwood</a:t>
                      </a:r>
                    </a:p>
                  </a:txBody>
                  <a:tcPr marL="6350" marR="6350" marT="6350" marB="0" anchor="ctr"/>
                </a:tc>
                <a:extLst>
                  <a:ext uri="{0D108BD9-81ED-4DB2-BD59-A6C34878D82A}">
                    <a16:rowId xmlns:a16="http://schemas.microsoft.com/office/drawing/2014/main" val="3312199651"/>
                  </a:ext>
                </a:extLst>
              </a:tr>
              <a:tr h="471753">
                <a:tc>
                  <a:txBody>
                    <a:bodyPr/>
                    <a:lstStyle/>
                    <a:p>
                      <a:pPr marL="86995" indent="0" algn="l" rtl="0" fontAlgn="ctr"/>
                      <a:r>
                        <a:rPr lang="en-GB" sz="1400" b="0" i="0" u="none" strike="noStrike">
                          <a:solidFill>
                            <a:srgbClr val="000000"/>
                          </a:solidFill>
                          <a:effectLst/>
                          <a:latin typeface="+mn-lt"/>
                        </a:rPr>
                        <a:t>PD13: High-level end to end customer journey map</a:t>
                      </a:r>
                    </a:p>
                  </a:txBody>
                  <a:tcPr marL="6350" marR="6350" marT="6350" marB="0" anchor="ctr"/>
                </a:tc>
                <a:tc>
                  <a:txBody>
                    <a:bodyPr/>
                    <a:lstStyle/>
                    <a:p>
                      <a:pPr algn="l" rtl="0" fontAlgn="ctr"/>
                      <a:r>
                        <a:rPr lang="en-GB" sz="1400" b="0" i="0" u="none" strike="noStrike">
                          <a:solidFill>
                            <a:srgbClr val="000000"/>
                          </a:solidFill>
                          <a:effectLst/>
                          <a:latin typeface="+mn-lt"/>
                        </a:rPr>
                        <a:t>The high-level future state processes and end-to-end journey for the identified personas. The journey map will highlight the key touchpoints for the identified personas across the customer lifecycle and will be an input to the Capability Map and product backlog. Refinement of the future state Blueprint and Wireframes to be conducted during Discovery.</a:t>
                      </a:r>
                      <a:br>
                        <a:rPr lang="en-GB" sz="1400" b="0" i="0" u="none" strike="noStrike">
                          <a:solidFill>
                            <a:srgbClr val="000000"/>
                          </a:solidFill>
                          <a:effectLst/>
                          <a:latin typeface="+mn-lt"/>
                        </a:rPr>
                      </a:br>
                      <a:br>
                        <a:rPr lang="en-GB" sz="1400" b="0" i="0" u="none" strike="noStrike">
                          <a:solidFill>
                            <a:srgbClr val="000000"/>
                          </a:solidFill>
                          <a:effectLst/>
                          <a:latin typeface="+mn-lt"/>
                        </a:rPr>
                      </a:br>
                      <a:r>
                        <a:rPr lang="en-GB" sz="1400" b="0" i="0" u="none" strike="noStrike">
                          <a:solidFill>
                            <a:srgbClr val="000000"/>
                          </a:solidFill>
                          <a:effectLst/>
                          <a:latin typeface="+mn-lt"/>
                        </a:rPr>
                        <a:t>Document describing how the capabilities from the e2e customer journey map will be delivered through the Application </a:t>
                      </a:r>
                    </a:p>
                  </a:txBody>
                  <a:tcPr marL="6350" marR="6350" marT="6350" marB="0" anchor="ctr"/>
                </a:tc>
                <a:tc>
                  <a:txBody>
                    <a:bodyPr/>
                    <a:lstStyle/>
                    <a:p>
                      <a:pPr algn="l" rtl="0" fontAlgn="ctr"/>
                      <a:r>
                        <a:rPr lang="en-GB" sz="1400" b="0" i="0" u="none" strike="noStrike">
                          <a:solidFill>
                            <a:srgbClr val="000000"/>
                          </a:solidFill>
                          <a:effectLst/>
                          <a:latin typeface="+mn-lt"/>
                        </a:rPr>
                        <a:t>SFPS, TRV</a:t>
                      </a:r>
                    </a:p>
                  </a:txBody>
                  <a:tcPr marL="6350" marR="6350" marT="6350" marB="0" anchor="ctr"/>
                </a:tc>
                <a:tc>
                  <a:txBody>
                    <a:bodyPr/>
                    <a:lstStyle/>
                    <a:p>
                      <a:pPr algn="l" rtl="0" fontAlgn="ctr"/>
                      <a:r>
                        <a:rPr lang="en-GB" sz="1400" b="0" i="0" u="none" strike="noStrike">
                          <a:solidFill>
                            <a:srgbClr val="000000"/>
                          </a:solidFill>
                          <a:effectLst/>
                          <a:latin typeface="+mn-lt"/>
                        </a:rPr>
                        <a:t>Mark Wright</a:t>
                      </a:r>
                      <a:br>
                        <a:rPr lang="en-GB" sz="1400" b="0" i="0" u="none" strike="noStrike">
                          <a:solidFill>
                            <a:srgbClr val="000000"/>
                          </a:solidFill>
                          <a:effectLst/>
                          <a:latin typeface="+mn-lt"/>
                        </a:rPr>
                      </a:br>
                      <a:r>
                        <a:rPr lang="en-GB" sz="1400" b="0" i="0" u="none" strike="noStrike">
                          <a:solidFill>
                            <a:srgbClr val="000000"/>
                          </a:solidFill>
                          <a:effectLst/>
                          <a:latin typeface="+mn-lt"/>
                        </a:rPr>
                        <a:t>Kieran O'Grady</a:t>
                      </a:r>
                    </a:p>
                  </a:txBody>
                  <a:tcPr marL="6350" marR="6350" marT="6350" marB="0" anchor="ctr"/>
                </a:tc>
                <a:extLst>
                  <a:ext uri="{0D108BD9-81ED-4DB2-BD59-A6C34878D82A}">
                    <a16:rowId xmlns:a16="http://schemas.microsoft.com/office/drawing/2014/main" val="3447769189"/>
                  </a:ext>
                </a:extLst>
              </a:tr>
            </a:tbl>
          </a:graphicData>
        </a:graphic>
      </p:graphicFrame>
      <p:sp>
        <p:nvSpPr>
          <p:cNvPr id="9" name="Rectangle 8">
            <a:extLst>
              <a:ext uri="{FF2B5EF4-FFF2-40B4-BE49-F238E27FC236}">
                <a16:creationId xmlns:a16="http://schemas.microsoft.com/office/drawing/2014/main" id="{3D54C89B-1399-C1AC-A358-E4B00D566802}"/>
              </a:ext>
            </a:extLst>
          </p:cNvPr>
          <p:cNvSpPr/>
          <p:nvPr/>
        </p:nvSpPr>
        <p:spPr>
          <a:xfrm>
            <a:off x="182633" y="1126863"/>
            <a:ext cx="11825219" cy="584775"/>
          </a:xfrm>
          <a:prstGeom prst="rect">
            <a:avLst/>
          </a:prstGeom>
        </p:spPr>
        <p:txBody>
          <a:bodyPr wrap="square">
            <a:spAutoFit/>
          </a:bodyPr>
          <a:lstStyle/>
          <a:p>
            <a:pPr marL="0" marR="0" lvl="0" indent="0" algn="just" defTabSz="914400" eaLnBrk="1" fontAlgn="auto" latinLnBrk="0" hangingPunct="1">
              <a:lnSpc>
                <a:spcPct val="100000"/>
              </a:lnSpc>
              <a:spcBef>
                <a:spcPts val="0"/>
              </a:spcBef>
              <a:spcAft>
                <a:spcPts val="0"/>
              </a:spcAft>
              <a:buClrTx/>
              <a:buSzTx/>
              <a:buFontTx/>
              <a:buNone/>
              <a:tabLst/>
              <a:defRPr/>
            </a:pPr>
            <a:r>
              <a:rPr kumimoji="0" lang="en-US" sz="1600" i="0" u="none" strike="noStrike" kern="0" cap="none" spc="0" normalizeH="0" baseline="0" noProof="0">
                <a:ln>
                  <a:noFill/>
                </a:ln>
                <a:solidFill>
                  <a:prstClr val="black"/>
                </a:solidFill>
                <a:effectLst/>
                <a:uLnTx/>
                <a:uFillTx/>
                <a:ea typeface="Verdana" panose="020B0604030504040204" pitchFamily="34" charset="0"/>
                <a:cs typeface="Calibri" panose="020F0502020204030204" pitchFamily="34" charset="0"/>
              </a:rPr>
              <a:t>Deliverables to be produced during Pre-Inception, ready for review and response feedback loop from Week 7 into Week 8 (end of Pre-Inception).  All deliverables to have a wider review distribution which will be confirmed on the deliverable itself.</a:t>
            </a:r>
          </a:p>
        </p:txBody>
      </p:sp>
    </p:spTree>
    <p:extLst>
      <p:ext uri="{BB962C8B-B14F-4D97-AF65-F5344CB8AC3E}">
        <p14:creationId xmlns:p14="http://schemas.microsoft.com/office/powerpoint/2010/main" val="324295887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98629" y="28095"/>
            <a:ext cx="9776592" cy="716711"/>
          </a:xfrm>
        </p:spPr>
        <p:txBody>
          <a:bodyPr/>
          <a:lstStyle/>
          <a:p>
            <a:r>
              <a:rPr lang="en-GB"/>
              <a:t>TEAM STRUCTURE</a:t>
            </a:r>
          </a:p>
        </p:txBody>
      </p:sp>
      <p:sp>
        <p:nvSpPr>
          <p:cNvPr id="2" name="Rectangle 1">
            <a:extLst>
              <a:ext uri="{FF2B5EF4-FFF2-40B4-BE49-F238E27FC236}">
                <a16:creationId xmlns:a16="http://schemas.microsoft.com/office/drawing/2014/main" id="{50543BE8-19BE-6EFE-97EE-8E70FE6E527C}"/>
              </a:ext>
            </a:extLst>
          </p:cNvPr>
          <p:cNvSpPr/>
          <p:nvPr/>
        </p:nvSpPr>
        <p:spPr>
          <a:xfrm>
            <a:off x="3338978" y="3960398"/>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lang="en-GB" sz="918">
                <a:solidFill>
                  <a:srgbClr val="272936"/>
                </a:solidFill>
                <a:latin typeface="Arial" charset="0"/>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p:txBody>
      </p:sp>
      <p:sp>
        <p:nvSpPr>
          <p:cNvPr id="15" name="Rounded Rectangle 54">
            <a:extLst>
              <a:ext uri="{FF2B5EF4-FFF2-40B4-BE49-F238E27FC236}">
                <a16:creationId xmlns:a16="http://schemas.microsoft.com/office/drawing/2014/main" id="{84BE40A6-2B20-EF48-FF10-8FE654F2EDF2}"/>
              </a:ext>
            </a:extLst>
          </p:cNvPr>
          <p:cNvSpPr/>
          <p:nvPr/>
        </p:nvSpPr>
        <p:spPr>
          <a:xfrm>
            <a:off x="4460012" y="2929619"/>
            <a:ext cx="889367"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mn-cs"/>
            </a:endParaRPr>
          </a:p>
        </p:txBody>
      </p:sp>
      <p:sp>
        <p:nvSpPr>
          <p:cNvPr id="78" name="Rounded Rectangle 54">
            <a:extLst>
              <a:ext uri="{FF2B5EF4-FFF2-40B4-BE49-F238E27FC236}">
                <a16:creationId xmlns:a16="http://schemas.microsoft.com/office/drawing/2014/main" id="{71140F2D-9581-6B33-D723-68FF23A3D0DD}"/>
              </a:ext>
            </a:extLst>
          </p:cNvPr>
          <p:cNvSpPr/>
          <p:nvPr/>
        </p:nvSpPr>
        <p:spPr>
          <a:xfrm>
            <a:off x="3192716" y="2922077"/>
            <a:ext cx="998307"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mn-cs"/>
            </a:endParaRPr>
          </a:p>
        </p:txBody>
      </p:sp>
      <p:sp>
        <p:nvSpPr>
          <p:cNvPr id="81" name="Rounded Rectangle 54">
            <a:extLst>
              <a:ext uri="{FF2B5EF4-FFF2-40B4-BE49-F238E27FC236}">
                <a16:creationId xmlns:a16="http://schemas.microsoft.com/office/drawing/2014/main" id="{39EF14A7-68C6-D3B6-A2F8-E16CF3B11EC8}"/>
              </a:ext>
            </a:extLst>
          </p:cNvPr>
          <p:cNvSpPr/>
          <p:nvPr/>
        </p:nvSpPr>
        <p:spPr>
          <a:xfrm>
            <a:off x="5453624" y="2929619"/>
            <a:ext cx="1018978"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Test Lead</a:t>
            </a:r>
          </a:p>
        </p:txBody>
      </p:sp>
      <p:grpSp>
        <p:nvGrpSpPr>
          <p:cNvPr id="82" name="Group 81">
            <a:extLst>
              <a:ext uri="{FF2B5EF4-FFF2-40B4-BE49-F238E27FC236}">
                <a16:creationId xmlns:a16="http://schemas.microsoft.com/office/drawing/2014/main" id="{982C925D-980A-443A-EF7F-11E1A13663F6}"/>
              </a:ext>
            </a:extLst>
          </p:cNvPr>
          <p:cNvGrpSpPr/>
          <p:nvPr/>
        </p:nvGrpSpPr>
        <p:grpSpPr>
          <a:xfrm>
            <a:off x="1314950" y="4449574"/>
            <a:ext cx="322472" cy="477506"/>
            <a:chOff x="3459598" y="4464539"/>
            <a:chExt cx="808475" cy="888895"/>
          </a:xfrm>
        </p:grpSpPr>
        <p:pic>
          <p:nvPicPr>
            <p:cNvPr id="83" name="Picture 82">
              <a:extLst>
                <a:ext uri="{FF2B5EF4-FFF2-40B4-BE49-F238E27FC236}">
                  <a16:creationId xmlns:a16="http://schemas.microsoft.com/office/drawing/2014/main" id="{55AC59F7-8EEB-F798-D61F-5386CFC9F6F7}"/>
                </a:ext>
              </a:extLst>
            </p:cNvPr>
            <p:cNvPicPr>
              <a:picLocks noChangeAspect="1"/>
            </p:cNvPicPr>
            <p:nvPr/>
          </p:nvPicPr>
          <p:blipFill rotWithShape="1">
            <a:blip r:embed="rId3" cstate="print"/>
            <a:srcRect l="49706" t="1297" r="21417"/>
            <a:stretch/>
          </p:blipFill>
          <p:spPr>
            <a:xfrm>
              <a:off x="3459598" y="4464539"/>
              <a:ext cx="744967" cy="888895"/>
            </a:xfrm>
            <a:prstGeom prst="rect">
              <a:avLst/>
            </a:prstGeom>
            <a:solidFill>
              <a:schemeClr val="bg1"/>
            </a:solidFill>
            <a:ln>
              <a:noFill/>
            </a:ln>
            <a:effectLst/>
            <a:scene3d>
              <a:camera prst="orthographicFront">
                <a:rot lat="0" lon="0" rev="0"/>
              </a:camera>
              <a:lightRig rig="threePt" dir="t">
                <a:rot lat="0" lon="0" rev="1200000"/>
              </a:lightRig>
            </a:scene3d>
            <a:sp3d/>
          </p:spPr>
        </p:pic>
        <p:sp>
          <p:nvSpPr>
            <p:cNvPr id="84" name="Rectangle 83">
              <a:extLst>
                <a:ext uri="{FF2B5EF4-FFF2-40B4-BE49-F238E27FC236}">
                  <a16:creationId xmlns:a16="http://schemas.microsoft.com/office/drawing/2014/main" id="{05DA9511-343D-9F21-002E-613A7C208BCD}"/>
                </a:ext>
              </a:extLst>
            </p:cNvPr>
            <p:cNvSpPr/>
            <p:nvPr/>
          </p:nvSpPr>
          <p:spPr>
            <a:xfrm>
              <a:off x="3680750" y="5225414"/>
              <a:ext cx="240197" cy="93563"/>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FB217BBD-D011-0D31-816E-535A419C9205}"/>
                </a:ext>
              </a:extLst>
            </p:cNvPr>
            <p:cNvSpPr/>
            <p:nvPr/>
          </p:nvSpPr>
          <p:spPr>
            <a:xfrm>
              <a:off x="3680329" y="4896420"/>
              <a:ext cx="240197" cy="116973"/>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sp>
          <p:nvSpPr>
            <p:cNvPr id="86" name="Rectangle 85">
              <a:extLst>
                <a:ext uri="{FF2B5EF4-FFF2-40B4-BE49-F238E27FC236}">
                  <a16:creationId xmlns:a16="http://schemas.microsoft.com/office/drawing/2014/main" id="{242E738E-2AB6-B1CC-1A8A-6D74F76E7203}"/>
                </a:ext>
              </a:extLst>
            </p:cNvPr>
            <p:cNvSpPr/>
            <p:nvPr/>
          </p:nvSpPr>
          <p:spPr>
            <a:xfrm>
              <a:off x="3644659" y="4568070"/>
              <a:ext cx="118444" cy="113706"/>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sp>
          <p:nvSpPr>
            <p:cNvPr id="87" name="Rectangle 86">
              <a:extLst>
                <a:ext uri="{FF2B5EF4-FFF2-40B4-BE49-F238E27FC236}">
                  <a16:creationId xmlns:a16="http://schemas.microsoft.com/office/drawing/2014/main" id="{1B2CA04F-6088-C20F-BDDC-D8BA2BCAC47B}"/>
                </a:ext>
              </a:extLst>
            </p:cNvPr>
            <p:cNvSpPr/>
            <p:nvPr/>
          </p:nvSpPr>
          <p:spPr>
            <a:xfrm>
              <a:off x="4149629" y="4852703"/>
              <a:ext cx="118444" cy="113706"/>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grpSp>
      <p:sp>
        <p:nvSpPr>
          <p:cNvPr id="88" name="Rounded Rectangle 53">
            <a:extLst>
              <a:ext uri="{FF2B5EF4-FFF2-40B4-BE49-F238E27FC236}">
                <a16:creationId xmlns:a16="http://schemas.microsoft.com/office/drawing/2014/main" id="{0B42D45C-9B4B-1ADB-B9F5-5A80B3504D98}"/>
              </a:ext>
            </a:extLst>
          </p:cNvPr>
          <p:cNvSpPr/>
          <p:nvPr/>
        </p:nvSpPr>
        <p:spPr>
          <a:xfrm>
            <a:off x="9714449" y="2187060"/>
            <a:ext cx="1045151" cy="430792"/>
          </a:xfrm>
          <a:prstGeom prst="roundRect">
            <a:avLst/>
          </a:prstGeom>
          <a:solidFill>
            <a:srgbClr val="998C85"/>
          </a:solidFill>
          <a:ln w="15875" cap="flat" cmpd="sng" algn="ctr">
            <a:solidFill>
              <a:srgbClr val="998C85"/>
            </a:solidFill>
            <a:prstDash val="solid"/>
          </a:ln>
          <a:effectLst/>
        </p:spPr>
        <p:txBody>
          <a:bodyPr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Consultants</a:t>
            </a:r>
          </a:p>
        </p:txBody>
      </p:sp>
      <p:sp>
        <p:nvSpPr>
          <p:cNvPr id="89" name="Rounded Rectangle 54">
            <a:extLst>
              <a:ext uri="{FF2B5EF4-FFF2-40B4-BE49-F238E27FC236}">
                <a16:creationId xmlns:a16="http://schemas.microsoft.com/office/drawing/2014/main" id="{354EFE6E-37CF-9264-09F0-36887FF3F456}"/>
              </a:ext>
            </a:extLst>
          </p:cNvPr>
          <p:cNvSpPr/>
          <p:nvPr/>
        </p:nvSpPr>
        <p:spPr>
          <a:xfrm>
            <a:off x="6859583" y="2988202"/>
            <a:ext cx="1167429"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Test Lead</a:t>
            </a:r>
          </a:p>
        </p:txBody>
      </p:sp>
      <p:sp>
        <p:nvSpPr>
          <p:cNvPr id="90" name="TextBox 89">
            <a:extLst>
              <a:ext uri="{FF2B5EF4-FFF2-40B4-BE49-F238E27FC236}">
                <a16:creationId xmlns:a16="http://schemas.microsoft.com/office/drawing/2014/main" id="{EBE76C0C-C9B1-CB50-3106-D5EBF04E1C0D}"/>
              </a:ext>
            </a:extLst>
          </p:cNvPr>
          <p:cNvSpPr txBox="1">
            <a:spLocks/>
          </p:cNvSpPr>
          <p:nvPr/>
        </p:nvSpPr>
        <p:spPr>
          <a:xfrm>
            <a:off x="181144" y="1324865"/>
            <a:ext cx="920467" cy="66116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Arial"/>
                <a:ea typeface="+mn-ea"/>
                <a:cs typeface="+mn-cs"/>
              </a:rPr>
              <a:t>Executive Leadership</a:t>
            </a:r>
          </a:p>
        </p:txBody>
      </p:sp>
      <p:sp>
        <p:nvSpPr>
          <p:cNvPr id="91" name="TextBox 90">
            <a:extLst>
              <a:ext uri="{FF2B5EF4-FFF2-40B4-BE49-F238E27FC236}">
                <a16:creationId xmlns:a16="http://schemas.microsoft.com/office/drawing/2014/main" id="{2C1B6095-C1CC-AD7D-BA95-E7A1BD0693FF}"/>
              </a:ext>
            </a:extLst>
          </p:cNvPr>
          <p:cNvSpPr txBox="1">
            <a:spLocks/>
          </p:cNvSpPr>
          <p:nvPr/>
        </p:nvSpPr>
        <p:spPr>
          <a:xfrm>
            <a:off x="181144" y="2079503"/>
            <a:ext cx="920467" cy="66116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Arial"/>
                <a:ea typeface="+mn-ea"/>
                <a:cs typeface="+mn-cs"/>
              </a:rPr>
              <a:t>Program Leadership</a:t>
            </a:r>
          </a:p>
        </p:txBody>
      </p:sp>
      <p:sp>
        <p:nvSpPr>
          <p:cNvPr id="92" name="TextBox 91">
            <a:extLst>
              <a:ext uri="{FF2B5EF4-FFF2-40B4-BE49-F238E27FC236}">
                <a16:creationId xmlns:a16="http://schemas.microsoft.com/office/drawing/2014/main" id="{A4C3E0E1-B0F2-F019-8B67-69687554332F}"/>
              </a:ext>
            </a:extLst>
          </p:cNvPr>
          <p:cNvSpPr txBox="1">
            <a:spLocks/>
          </p:cNvSpPr>
          <p:nvPr/>
        </p:nvSpPr>
        <p:spPr>
          <a:xfrm>
            <a:off x="181144" y="4362982"/>
            <a:ext cx="920467" cy="2233651"/>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Arial"/>
                <a:ea typeface="+mn-ea"/>
                <a:cs typeface="+mn-cs"/>
              </a:rPr>
              <a:t>Delivery Teams</a:t>
            </a:r>
          </a:p>
        </p:txBody>
      </p:sp>
      <p:cxnSp>
        <p:nvCxnSpPr>
          <p:cNvPr id="93" name="Elbow Connector 36">
            <a:extLst>
              <a:ext uri="{FF2B5EF4-FFF2-40B4-BE49-F238E27FC236}">
                <a16:creationId xmlns:a16="http://schemas.microsoft.com/office/drawing/2014/main" id="{E6E8DD08-C8BD-9BA0-7525-661EDBEB7C23}"/>
              </a:ext>
            </a:extLst>
          </p:cNvPr>
          <p:cNvCxnSpPr>
            <a:cxnSpLocks noChangeShapeType="1"/>
            <a:stCxn id="133" idx="1"/>
            <a:endCxn id="134" idx="3"/>
          </p:cNvCxnSpPr>
          <p:nvPr/>
        </p:nvCxnSpPr>
        <p:spPr bwMode="auto">
          <a:xfrm flipV="1">
            <a:off x="4056075" y="2343873"/>
            <a:ext cx="1248001" cy="104359"/>
          </a:xfrm>
          <a:prstGeom prst="straightConnector1">
            <a:avLst/>
          </a:prstGeom>
          <a:noFill/>
          <a:ln w="12700" algn="ctr">
            <a:solidFill>
              <a:srgbClr val="998C85"/>
            </a:solidFill>
            <a:round/>
            <a:headEnd/>
            <a:tailEnd/>
          </a:ln>
        </p:spPr>
      </p:cxnSp>
      <p:sp>
        <p:nvSpPr>
          <p:cNvPr id="94" name="Rectangle 93">
            <a:extLst>
              <a:ext uri="{FF2B5EF4-FFF2-40B4-BE49-F238E27FC236}">
                <a16:creationId xmlns:a16="http://schemas.microsoft.com/office/drawing/2014/main" id="{21871C61-CA3E-0740-EEE3-2715DD7763F1}"/>
              </a:ext>
            </a:extLst>
          </p:cNvPr>
          <p:cNvSpPr/>
          <p:nvPr/>
        </p:nvSpPr>
        <p:spPr>
          <a:xfrm>
            <a:off x="4836787" y="4696197"/>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78BF1FCE-A2E0-5976-72CC-93B96E9FF949}"/>
              </a:ext>
            </a:extLst>
          </p:cNvPr>
          <p:cNvSpPr/>
          <p:nvPr/>
        </p:nvSpPr>
        <p:spPr>
          <a:xfrm>
            <a:off x="8405514" y="5753646"/>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Arial"/>
              <a:ea typeface="+mn-ea"/>
              <a:cs typeface="+mn-cs"/>
            </a:endParaRPr>
          </a:p>
        </p:txBody>
      </p:sp>
      <p:sp>
        <p:nvSpPr>
          <p:cNvPr id="128" name="Rounded Rectangle 79">
            <a:extLst>
              <a:ext uri="{FF2B5EF4-FFF2-40B4-BE49-F238E27FC236}">
                <a16:creationId xmlns:a16="http://schemas.microsoft.com/office/drawing/2014/main" id="{6C47947E-7341-1848-0401-E98FDAC64907}"/>
              </a:ext>
            </a:extLst>
          </p:cNvPr>
          <p:cNvSpPr/>
          <p:nvPr/>
        </p:nvSpPr>
        <p:spPr>
          <a:xfrm>
            <a:off x="6772974" y="2893562"/>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Test Manager</a:t>
            </a:r>
          </a:p>
        </p:txBody>
      </p:sp>
      <p:sp>
        <p:nvSpPr>
          <p:cNvPr id="129" name="Rounded Rectangle 81">
            <a:extLst>
              <a:ext uri="{FF2B5EF4-FFF2-40B4-BE49-F238E27FC236}">
                <a16:creationId xmlns:a16="http://schemas.microsoft.com/office/drawing/2014/main" id="{4C9A3C9D-C825-C4B0-4D1B-BBC97372EDD2}"/>
              </a:ext>
            </a:extLst>
          </p:cNvPr>
          <p:cNvSpPr/>
          <p:nvPr/>
        </p:nvSpPr>
        <p:spPr>
          <a:xfrm>
            <a:off x="5999219" y="2232836"/>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130" name="Rounded Rectangle 82">
            <a:extLst>
              <a:ext uri="{FF2B5EF4-FFF2-40B4-BE49-F238E27FC236}">
                <a16:creationId xmlns:a16="http://schemas.microsoft.com/office/drawing/2014/main" id="{04EA75CA-5F6D-2877-C59B-988A62F16E12}"/>
              </a:ext>
            </a:extLst>
          </p:cNvPr>
          <p:cNvSpPr/>
          <p:nvPr/>
        </p:nvSpPr>
        <p:spPr>
          <a:xfrm>
            <a:off x="1773372" y="2827437"/>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Functional Lead</a:t>
            </a:r>
          </a:p>
        </p:txBody>
      </p:sp>
      <p:sp>
        <p:nvSpPr>
          <p:cNvPr id="131" name="Rounded Rectangle 83">
            <a:extLst>
              <a:ext uri="{FF2B5EF4-FFF2-40B4-BE49-F238E27FC236}">
                <a16:creationId xmlns:a16="http://schemas.microsoft.com/office/drawing/2014/main" id="{91466A21-A73D-B668-A280-7D9DEB296751}"/>
              </a:ext>
            </a:extLst>
          </p:cNvPr>
          <p:cNvSpPr/>
          <p:nvPr/>
        </p:nvSpPr>
        <p:spPr>
          <a:xfrm>
            <a:off x="2125509" y="2232836"/>
            <a:ext cx="1167429"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PMO</a:t>
            </a:r>
          </a:p>
        </p:txBody>
      </p:sp>
      <p:sp>
        <p:nvSpPr>
          <p:cNvPr id="132" name="Rounded Rectangle 84">
            <a:extLst>
              <a:ext uri="{FF2B5EF4-FFF2-40B4-BE49-F238E27FC236}">
                <a16:creationId xmlns:a16="http://schemas.microsoft.com/office/drawing/2014/main" id="{41F77DE5-FCF4-7E98-BE9A-64A7C27B7D19}"/>
              </a:ext>
            </a:extLst>
          </p:cNvPr>
          <p:cNvSpPr/>
          <p:nvPr/>
        </p:nvSpPr>
        <p:spPr>
          <a:xfrm>
            <a:off x="2023290" y="2128477"/>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PMO</a:t>
            </a:r>
          </a:p>
        </p:txBody>
      </p:sp>
      <p:sp>
        <p:nvSpPr>
          <p:cNvPr id="133" name="Rounded Rectangle 85">
            <a:extLst>
              <a:ext uri="{FF2B5EF4-FFF2-40B4-BE49-F238E27FC236}">
                <a16:creationId xmlns:a16="http://schemas.microsoft.com/office/drawing/2014/main" id="{E9EFC2D7-B86C-0329-A5A4-61E310A64C58}"/>
              </a:ext>
            </a:extLst>
          </p:cNvPr>
          <p:cNvSpPr/>
          <p:nvPr/>
        </p:nvSpPr>
        <p:spPr>
          <a:xfrm>
            <a:off x="4056075" y="2232836"/>
            <a:ext cx="1355775" cy="430792"/>
          </a:xfrm>
          <a:prstGeom prst="roundRect">
            <a:avLst/>
          </a:prstGeom>
          <a:solidFill>
            <a:srgbClr val="002060"/>
          </a:solidFill>
          <a:ln w="3175" cap="flat" cmpd="sng" algn="ctr">
            <a:solidFill>
              <a:srgbClr val="272936"/>
            </a:solidFill>
            <a:prstDash val="solid"/>
          </a:ln>
          <a:effectLst/>
        </p:spPr>
        <p:txBody>
          <a:bodyPr lIns="0" rIns="0" rtlCol="0" anchor="ct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err="1">
                <a:ln>
                  <a:noFill/>
                </a:ln>
                <a:solidFill>
                  <a:prstClr val="white"/>
                </a:solidFill>
                <a:effectLst/>
                <a:uLnTx/>
                <a:uFillTx/>
                <a:latin typeface="Arial"/>
                <a:ea typeface="+mn-ea"/>
                <a:cs typeface="Arial" pitchFamily="34" charset="0"/>
              </a:rPr>
              <a:t>Programm</a:t>
            </a:r>
            <a:endParaRPr kumimoji="0" lang="en-GB" sz="918" b="1"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134" name="Rounded Rectangle 86">
            <a:extLst>
              <a:ext uri="{FF2B5EF4-FFF2-40B4-BE49-F238E27FC236}">
                <a16:creationId xmlns:a16="http://schemas.microsoft.com/office/drawing/2014/main" id="{197DBD37-4087-34BB-33B8-77CF4BBB841C}"/>
              </a:ext>
            </a:extLst>
          </p:cNvPr>
          <p:cNvSpPr/>
          <p:nvPr/>
        </p:nvSpPr>
        <p:spPr>
          <a:xfrm>
            <a:off x="3941107" y="2128477"/>
            <a:ext cx="136296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Programme / Delivery</a:t>
            </a:r>
          </a:p>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Management</a:t>
            </a:r>
          </a:p>
        </p:txBody>
      </p:sp>
      <p:sp>
        <p:nvSpPr>
          <p:cNvPr id="135" name="Rounded Rectangle 87">
            <a:extLst>
              <a:ext uri="{FF2B5EF4-FFF2-40B4-BE49-F238E27FC236}">
                <a16:creationId xmlns:a16="http://schemas.microsoft.com/office/drawing/2014/main" id="{1A9EE461-FC41-BDAE-0A5C-305D1BBE758D}"/>
              </a:ext>
            </a:extLst>
          </p:cNvPr>
          <p:cNvSpPr/>
          <p:nvPr/>
        </p:nvSpPr>
        <p:spPr>
          <a:xfrm>
            <a:off x="3761490" y="1450141"/>
            <a:ext cx="1412504"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Capgemini Exec Sponsor</a:t>
            </a:r>
          </a:p>
        </p:txBody>
      </p:sp>
      <p:sp>
        <p:nvSpPr>
          <p:cNvPr id="136" name="Rounded Rectangle 88">
            <a:extLst>
              <a:ext uri="{FF2B5EF4-FFF2-40B4-BE49-F238E27FC236}">
                <a16:creationId xmlns:a16="http://schemas.microsoft.com/office/drawing/2014/main" id="{2244E02E-AD45-B8FB-3AD2-9721659FC9B2}"/>
              </a:ext>
            </a:extLst>
          </p:cNvPr>
          <p:cNvSpPr/>
          <p:nvPr/>
        </p:nvSpPr>
        <p:spPr>
          <a:xfrm>
            <a:off x="5772784" y="1450141"/>
            <a:ext cx="1411710"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Steering Committee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Executive Sponsors</a:t>
            </a:r>
          </a:p>
        </p:txBody>
      </p:sp>
      <p:sp>
        <p:nvSpPr>
          <p:cNvPr id="137" name="Rounded Rectangle 89">
            <a:extLst>
              <a:ext uri="{FF2B5EF4-FFF2-40B4-BE49-F238E27FC236}">
                <a16:creationId xmlns:a16="http://schemas.microsoft.com/office/drawing/2014/main" id="{6F697118-FE42-5531-ED44-3AD7B67A0BE3}"/>
              </a:ext>
            </a:extLst>
          </p:cNvPr>
          <p:cNvSpPr/>
          <p:nvPr/>
        </p:nvSpPr>
        <p:spPr>
          <a:xfrm>
            <a:off x="8468921" y="2886020"/>
            <a:ext cx="967417"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Infrastructure Lead</a:t>
            </a:r>
          </a:p>
        </p:txBody>
      </p:sp>
      <p:sp>
        <p:nvSpPr>
          <p:cNvPr id="138" name="Rounded Rectangle 94">
            <a:extLst>
              <a:ext uri="{FF2B5EF4-FFF2-40B4-BE49-F238E27FC236}">
                <a16:creationId xmlns:a16="http://schemas.microsoft.com/office/drawing/2014/main" id="{F833B1BB-3886-AB1A-2D27-EDC6A2AC7015}"/>
              </a:ext>
            </a:extLst>
          </p:cNvPr>
          <p:cNvSpPr/>
          <p:nvPr/>
        </p:nvSpPr>
        <p:spPr>
          <a:xfrm>
            <a:off x="8468921" y="3679922"/>
            <a:ext cx="967416" cy="36731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UAT</a:t>
            </a:r>
          </a:p>
        </p:txBody>
      </p:sp>
      <p:sp>
        <p:nvSpPr>
          <p:cNvPr id="139" name="Rounded Rectangle 101">
            <a:extLst>
              <a:ext uri="{FF2B5EF4-FFF2-40B4-BE49-F238E27FC236}">
                <a16:creationId xmlns:a16="http://schemas.microsoft.com/office/drawing/2014/main" id="{145F195E-95F5-1E3E-C823-ACDDDEA207C5}"/>
              </a:ext>
            </a:extLst>
          </p:cNvPr>
          <p:cNvSpPr/>
          <p:nvPr/>
        </p:nvSpPr>
        <p:spPr>
          <a:xfrm>
            <a:off x="8354155" y="2187060"/>
            <a:ext cx="1196948"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Product Owner(s)</a:t>
            </a:r>
          </a:p>
        </p:txBody>
      </p:sp>
      <p:sp>
        <p:nvSpPr>
          <p:cNvPr id="140" name="Rectangle 139">
            <a:extLst>
              <a:ext uri="{FF2B5EF4-FFF2-40B4-BE49-F238E27FC236}">
                <a16:creationId xmlns:a16="http://schemas.microsoft.com/office/drawing/2014/main" id="{DB7EED99-9AF9-1A3B-E2F1-26547D66B263}"/>
              </a:ext>
            </a:extLst>
          </p:cNvPr>
          <p:cNvSpPr/>
          <p:nvPr/>
        </p:nvSpPr>
        <p:spPr>
          <a:xfrm>
            <a:off x="9117971" y="5211157"/>
            <a:ext cx="1573052" cy="913950"/>
          </a:xfrm>
          <a:prstGeom prst="rect">
            <a:avLst/>
          </a:prstGeom>
          <a:solidFill>
            <a:sysClr val="window" lastClr="FFFFFF"/>
          </a:solidFill>
          <a:ln w="3175" cap="flat" cmpd="sng" algn="ctr">
            <a:solidFill>
              <a:srgbClr val="00B0F0"/>
            </a:solidFill>
            <a:prstDash val="solid"/>
          </a:ln>
          <a:effectLst>
            <a:outerShdw blurRad="50800" dist="38100" dir="2700000" algn="tl" rotWithShape="0">
              <a:prstClr val="black">
                <a:alpha val="40000"/>
              </a:prstClr>
            </a:outerShdw>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0" i="0" u="none" strike="noStrike" kern="0" cap="none" spc="0" normalizeH="0" baseline="0" noProof="0">
              <a:ln>
                <a:noFill/>
              </a:ln>
              <a:solidFill>
                <a:srgbClr val="998C85">
                  <a:lumMod val="50000"/>
                </a:srgbClr>
              </a:solidFill>
              <a:effectLst/>
              <a:uLnTx/>
              <a:uFillTx/>
              <a:latin typeface="Arial"/>
              <a:ea typeface="+mn-ea"/>
              <a:cs typeface="+mn-cs"/>
            </a:endParaRPr>
          </a:p>
        </p:txBody>
      </p:sp>
      <p:sp>
        <p:nvSpPr>
          <p:cNvPr id="141" name="Rounded Rectangle 112">
            <a:extLst>
              <a:ext uri="{FF2B5EF4-FFF2-40B4-BE49-F238E27FC236}">
                <a16:creationId xmlns:a16="http://schemas.microsoft.com/office/drawing/2014/main" id="{4A0F2EB7-FD60-F2A9-0211-376C0277F394}"/>
              </a:ext>
            </a:extLst>
          </p:cNvPr>
          <p:cNvSpPr>
            <a:spLocks/>
          </p:cNvSpPr>
          <p:nvPr/>
        </p:nvSpPr>
        <p:spPr>
          <a:xfrm>
            <a:off x="9923904" y="5512230"/>
            <a:ext cx="716605" cy="252000"/>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Capgemini</a:t>
            </a:r>
          </a:p>
        </p:txBody>
      </p:sp>
      <p:sp>
        <p:nvSpPr>
          <p:cNvPr id="142" name="Rounded Rectangle 113">
            <a:extLst>
              <a:ext uri="{FF2B5EF4-FFF2-40B4-BE49-F238E27FC236}">
                <a16:creationId xmlns:a16="http://schemas.microsoft.com/office/drawing/2014/main" id="{3DD8148D-31D0-D2E3-25C8-D7E915F5599C}"/>
              </a:ext>
            </a:extLst>
          </p:cNvPr>
          <p:cNvSpPr/>
          <p:nvPr/>
        </p:nvSpPr>
        <p:spPr>
          <a:xfrm>
            <a:off x="9160522" y="5510950"/>
            <a:ext cx="716605" cy="252000"/>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Beazley</a:t>
            </a:r>
          </a:p>
        </p:txBody>
      </p:sp>
      <p:sp>
        <p:nvSpPr>
          <p:cNvPr id="143" name="TextBox 142">
            <a:extLst>
              <a:ext uri="{FF2B5EF4-FFF2-40B4-BE49-F238E27FC236}">
                <a16:creationId xmlns:a16="http://schemas.microsoft.com/office/drawing/2014/main" id="{45D8EC86-FBD9-CCE6-AE35-8954C8F0D342}"/>
              </a:ext>
            </a:extLst>
          </p:cNvPr>
          <p:cNvSpPr txBox="1"/>
          <p:nvPr/>
        </p:nvSpPr>
        <p:spPr>
          <a:xfrm>
            <a:off x="9548354" y="5258051"/>
            <a:ext cx="682357" cy="238335"/>
          </a:xfrm>
          <a:prstGeom prst="rect">
            <a:avLst/>
          </a:prstGeom>
          <a:noFill/>
        </p:spPr>
        <p:txBody>
          <a:bodyPr wrap="none" rtlCol="0">
            <a:spAutoFit/>
          </a:bodyPr>
          <a:lstStyle/>
          <a:p>
            <a:pPr marL="0" marR="0" lvl="0" indent="0" algn="l" defTabSz="977198" rtl="0" eaLnBrk="1" fontAlgn="auto" latinLnBrk="0" hangingPunct="1">
              <a:lnSpc>
                <a:spcPct val="100000"/>
              </a:lnSpc>
              <a:spcBef>
                <a:spcPts val="0"/>
              </a:spcBef>
              <a:spcAft>
                <a:spcPts val="0"/>
              </a:spcAft>
              <a:buClrTx/>
              <a:buSzTx/>
              <a:buFontTx/>
              <a:buNone/>
              <a:tabLst/>
              <a:defRPr/>
            </a:pPr>
            <a:r>
              <a:rPr kumimoji="0" lang="en-GB" sz="918" b="0" i="0" u="none" strike="noStrike" kern="1200" cap="none" spc="0" normalizeH="0" baseline="0" noProof="0">
                <a:ln>
                  <a:noFill/>
                </a:ln>
                <a:solidFill>
                  <a:srgbClr val="0070C0"/>
                </a:solidFill>
                <a:effectLst/>
                <a:uLnTx/>
                <a:uFillTx/>
                <a:latin typeface="Arial"/>
                <a:ea typeface="+mn-ea"/>
                <a:cs typeface="+mn-cs"/>
              </a:rPr>
              <a:t>LEGEND</a:t>
            </a:r>
          </a:p>
        </p:txBody>
      </p:sp>
      <p:sp>
        <p:nvSpPr>
          <p:cNvPr id="144" name="Rounded Rectangle 115">
            <a:extLst>
              <a:ext uri="{FF2B5EF4-FFF2-40B4-BE49-F238E27FC236}">
                <a16:creationId xmlns:a16="http://schemas.microsoft.com/office/drawing/2014/main" id="{1A5D59D0-F103-30E0-3490-C179541BCF88}"/>
              </a:ext>
            </a:extLst>
          </p:cNvPr>
          <p:cNvSpPr/>
          <p:nvPr/>
        </p:nvSpPr>
        <p:spPr>
          <a:xfrm>
            <a:off x="9172928" y="5803094"/>
            <a:ext cx="716605" cy="252000"/>
          </a:xfrm>
          <a:prstGeom prst="roundRect">
            <a:avLst/>
          </a:prstGeom>
          <a:solidFill>
            <a:srgbClr val="998C85"/>
          </a:solidFill>
          <a:ln w="15875" cap="flat" cmpd="sng" algn="ctr">
            <a:solidFill>
              <a:srgbClr val="998C85"/>
            </a:solidFill>
            <a:prstDash val="solid"/>
          </a:ln>
          <a:effectLst/>
        </p:spPr>
        <p:txBody>
          <a:bodyPr lIns="73462"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Sapiens</a:t>
            </a:r>
          </a:p>
        </p:txBody>
      </p:sp>
      <p:sp>
        <p:nvSpPr>
          <p:cNvPr id="145" name="Rectangle 144">
            <a:extLst>
              <a:ext uri="{FF2B5EF4-FFF2-40B4-BE49-F238E27FC236}">
                <a16:creationId xmlns:a16="http://schemas.microsoft.com/office/drawing/2014/main" id="{18C6833D-23E0-4019-8221-BE204451A8A4}"/>
              </a:ext>
            </a:extLst>
          </p:cNvPr>
          <p:cNvSpPr/>
          <p:nvPr/>
        </p:nvSpPr>
        <p:spPr>
          <a:xfrm>
            <a:off x="1753647" y="3960398"/>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 </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PC Conv Dev</a:t>
            </a:r>
          </a:p>
        </p:txBody>
      </p:sp>
      <p:sp>
        <p:nvSpPr>
          <p:cNvPr id="147" name="Rounded Rectangle 119">
            <a:extLst>
              <a:ext uri="{FF2B5EF4-FFF2-40B4-BE49-F238E27FC236}">
                <a16:creationId xmlns:a16="http://schemas.microsoft.com/office/drawing/2014/main" id="{CBC5BFFD-8506-6578-6FF9-ACBF804B2CF5}"/>
              </a:ext>
            </a:extLst>
          </p:cNvPr>
          <p:cNvSpPr>
            <a:spLocks/>
          </p:cNvSpPr>
          <p:nvPr/>
        </p:nvSpPr>
        <p:spPr>
          <a:xfrm>
            <a:off x="1797137"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Policy</a:t>
            </a:r>
          </a:p>
        </p:txBody>
      </p:sp>
      <p:cxnSp>
        <p:nvCxnSpPr>
          <p:cNvPr id="149" name="Straight Connector 148">
            <a:extLst>
              <a:ext uri="{FF2B5EF4-FFF2-40B4-BE49-F238E27FC236}">
                <a16:creationId xmlns:a16="http://schemas.microsoft.com/office/drawing/2014/main" id="{1918058F-58F7-7C66-CC17-BC25B3FFA8D9}"/>
              </a:ext>
            </a:extLst>
          </p:cNvPr>
          <p:cNvCxnSpPr/>
          <p:nvPr/>
        </p:nvCxnSpPr>
        <p:spPr>
          <a:xfrm>
            <a:off x="1682602" y="5080234"/>
            <a:ext cx="8267719" cy="0"/>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A9CBD0AA-A663-0A63-7D0F-201AF9420FAF}"/>
              </a:ext>
            </a:extLst>
          </p:cNvPr>
          <p:cNvSpPr/>
          <p:nvPr/>
        </p:nvSpPr>
        <p:spPr>
          <a:xfrm>
            <a:off x="1153503" y="4014127"/>
            <a:ext cx="564621" cy="233590"/>
          </a:xfrm>
          <a:prstGeom prst="rect">
            <a:avLst/>
          </a:prstGeom>
          <a:solidFill>
            <a:schemeClr val="accent1">
              <a:lumMod val="50000"/>
            </a:schemeClr>
          </a:solidFill>
        </p:spPr>
        <p:txBody>
          <a:bodyPr wrap="square" lIns="0" rIns="0">
            <a:sp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a:ln>
                  <a:noFill/>
                </a:ln>
                <a:solidFill>
                  <a:srgbClr val="FFFFFF"/>
                </a:solidFill>
                <a:effectLst/>
                <a:uLnTx/>
                <a:uFillTx/>
                <a:latin typeface="Arial"/>
                <a:ea typeface="+mn-ea"/>
                <a:cs typeface="+mn-cs"/>
              </a:rPr>
              <a:t>Onshore</a:t>
            </a:r>
            <a:endParaRPr kumimoji="0" lang="en-GB" sz="1837" b="0" i="0" u="none" strike="noStrike" kern="0" cap="none" spc="0" normalizeH="0" baseline="0" noProof="0">
              <a:ln>
                <a:noFill/>
              </a:ln>
              <a:solidFill>
                <a:srgbClr val="FFFFFF"/>
              </a:solidFill>
              <a:effectLst/>
              <a:uLnTx/>
              <a:uFillTx/>
              <a:latin typeface="Arial" charset="0"/>
              <a:ea typeface="+mn-ea"/>
              <a:cs typeface="+mn-cs"/>
            </a:endParaRPr>
          </a:p>
        </p:txBody>
      </p:sp>
      <p:sp>
        <p:nvSpPr>
          <p:cNvPr id="151" name="Rectangle 150">
            <a:extLst>
              <a:ext uri="{FF2B5EF4-FFF2-40B4-BE49-F238E27FC236}">
                <a16:creationId xmlns:a16="http://schemas.microsoft.com/office/drawing/2014/main" id="{10A8490B-D9F1-2B28-E5CA-F6A15152ECE0}"/>
              </a:ext>
            </a:extLst>
          </p:cNvPr>
          <p:cNvSpPr/>
          <p:nvPr/>
        </p:nvSpPr>
        <p:spPr>
          <a:xfrm>
            <a:off x="1165038" y="5532230"/>
            <a:ext cx="568671" cy="233590"/>
          </a:xfrm>
          <a:prstGeom prst="rect">
            <a:avLst/>
          </a:prstGeom>
          <a:solidFill>
            <a:schemeClr val="accent1">
              <a:lumMod val="50000"/>
            </a:schemeClr>
          </a:solidFill>
        </p:spPr>
        <p:txBody>
          <a:bodyPr wrap="square" lIns="0" rIns="0">
            <a:sp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a:ln>
                  <a:noFill/>
                </a:ln>
                <a:solidFill>
                  <a:srgbClr val="FFFFFF"/>
                </a:solidFill>
                <a:effectLst/>
                <a:uLnTx/>
                <a:uFillTx/>
                <a:latin typeface="Arial"/>
                <a:ea typeface="+mn-ea"/>
                <a:cs typeface="+mn-cs"/>
              </a:rPr>
              <a:t>Offshore</a:t>
            </a:r>
            <a:endParaRPr kumimoji="0" lang="en-GB" sz="1837" b="0" i="0" u="none" strike="noStrike" kern="0" cap="none" spc="0" normalizeH="0" baseline="0" noProof="0">
              <a:ln>
                <a:noFill/>
              </a:ln>
              <a:solidFill>
                <a:srgbClr val="FFFFFF"/>
              </a:solidFill>
              <a:effectLst/>
              <a:uLnTx/>
              <a:uFillTx/>
              <a:latin typeface="Arial" charset="0"/>
              <a:ea typeface="+mn-ea"/>
              <a:cs typeface="+mn-cs"/>
            </a:endParaRPr>
          </a:p>
        </p:txBody>
      </p:sp>
      <p:sp>
        <p:nvSpPr>
          <p:cNvPr id="152" name="Rounded Rectangle 142">
            <a:extLst>
              <a:ext uri="{FF2B5EF4-FFF2-40B4-BE49-F238E27FC236}">
                <a16:creationId xmlns:a16="http://schemas.microsoft.com/office/drawing/2014/main" id="{48D36285-9C8D-107D-F40D-5E397C00FCB7}"/>
              </a:ext>
            </a:extLst>
          </p:cNvPr>
          <p:cNvSpPr>
            <a:spLocks/>
          </p:cNvSpPr>
          <p:nvPr/>
        </p:nvSpPr>
        <p:spPr>
          <a:xfrm>
            <a:off x="9923904" y="5803094"/>
            <a:ext cx="716605" cy="252000"/>
          </a:xfrm>
          <a:prstGeom prst="roundRect">
            <a:avLst/>
          </a:prstGeom>
          <a:solidFill>
            <a:srgbClr val="E5E5E5"/>
          </a:solidFill>
          <a:ln w="3175" cap="flat" cmpd="sng" algn="ctr">
            <a:solidFill>
              <a:srgbClr val="000000"/>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000000"/>
                </a:solidFill>
                <a:effectLst/>
                <a:uLnTx/>
                <a:uFillTx/>
                <a:latin typeface="Arial"/>
                <a:ea typeface="+mn-ea"/>
                <a:cs typeface="Arial" pitchFamily="34" charset="0"/>
              </a:rPr>
              <a:t>Scrum Team</a:t>
            </a:r>
          </a:p>
        </p:txBody>
      </p:sp>
      <p:sp>
        <p:nvSpPr>
          <p:cNvPr id="153" name="Rounded Rectangle 145">
            <a:extLst>
              <a:ext uri="{FF2B5EF4-FFF2-40B4-BE49-F238E27FC236}">
                <a16:creationId xmlns:a16="http://schemas.microsoft.com/office/drawing/2014/main" id="{1D3E9285-B2A6-A89D-DFCE-60BD1ECAE22E}"/>
              </a:ext>
            </a:extLst>
          </p:cNvPr>
          <p:cNvSpPr/>
          <p:nvPr/>
        </p:nvSpPr>
        <p:spPr>
          <a:xfrm>
            <a:off x="3608718" y="5152574"/>
            <a:ext cx="1675064"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Offshore Delivery Lead</a:t>
            </a:r>
          </a:p>
        </p:txBody>
      </p:sp>
      <p:sp>
        <p:nvSpPr>
          <p:cNvPr id="156" name="Rounded Rectangle 185">
            <a:extLst>
              <a:ext uri="{FF2B5EF4-FFF2-40B4-BE49-F238E27FC236}">
                <a16:creationId xmlns:a16="http://schemas.microsoft.com/office/drawing/2014/main" id="{4DCF9669-DE90-407D-6770-D96EDC83063A}"/>
              </a:ext>
            </a:extLst>
          </p:cNvPr>
          <p:cNvSpPr/>
          <p:nvPr/>
        </p:nvSpPr>
        <p:spPr>
          <a:xfrm>
            <a:off x="3109565" y="2827437"/>
            <a:ext cx="998307"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Configuration Lead</a:t>
            </a:r>
          </a:p>
        </p:txBody>
      </p:sp>
      <p:sp>
        <p:nvSpPr>
          <p:cNvPr id="157" name="Rounded Rectangle 186">
            <a:extLst>
              <a:ext uri="{FF2B5EF4-FFF2-40B4-BE49-F238E27FC236}">
                <a16:creationId xmlns:a16="http://schemas.microsoft.com/office/drawing/2014/main" id="{FB81C576-4C3E-8978-B90A-EB9A3D862179}"/>
              </a:ext>
            </a:extLst>
          </p:cNvPr>
          <p:cNvSpPr/>
          <p:nvPr/>
        </p:nvSpPr>
        <p:spPr>
          <a:xfrm>
            <a:off x="4358658" y="2834979"/>
            <a:ext cx="889367"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Integration Lead</a:t>
            </a:r>
          </a:p>
        </p:txBody>
      </p:sp>
      <p:sp>
        <p:nvSpPr>
          <p:cNvPr id="160" name="Rounded Rectangle 188">
            <a:extLst>
              <a:ext uri="{FF2B5EF4-FFF2-40B4-BE49-F238E27FC236}">
                <a16:creationId xmlns:a16="http://schemas.microsoft.com/office/drawing/2014/main" id="{E0B37A83-DEA0-3B56-9EC3-3D4A21449FE5}"/>
              </a:ext>
            </a:extLst>
          </p:cNvPr>
          <p:cNvSpPr/>
          <p:nvPr/>
        </p:nvSpPr>
        <p:spPr>
          <a:xfrm>
            <a:off x="9753316" y="3679922"/>
            <a:ext cx="967416" cy="36731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Release Manager</a:t>
            </a:r>
          </a:p>
        </p:txBody>
      </p:sp>
      <p:sp>
        <p:nvSpPr>
          <p:cNvPr id="164" name="Rectangle 163">
            <a:extLst>
              <a:ext uri="{FF2B5EF4-FFF2-40B4-BE49-F238E27FC236}">
                <a16:creationId xmlns:a16="http://schemas.microsoft.com/office/drawing/2014/main" id="{78B207A2-08BE-4686-0E2C-BF9915AE3C4F}"/>
              </a:ext>
            </a:extLst>
          </p:cNvPr>
          <p:cNvSpPr/>
          <p:nvPr/>
        </p:nvSpPr>
        <p:spPr>
          <a:xfrm>
            <a:off x="1537873" y="3344407"/>
            <a:ext cx="2919389" cy="233590"/>
          </a:xfrm>
          <a:prstGeom prst="rect">
            <a:avLst/>
          </a:prstGeom>
        </p:spPr>
        <p:txBody>
          <a:bodyPr wrap="none">
            <a:spAutoFit/>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kumimoji="0" lang="en-US" sz="918" b="1" i="1" u="none" strike="noStrike" kern="0" cap="none" spc="0" normalizeH="0" baseline="0" noProof="0">
                <a:ln>
                  <a:noFill/>
                </a:ln>
                <a:solidFill>
                  <a:srgbClr val="0098C7"/>
                </a:solidFill>
                <a:effectLst/>
                <a:uLnTx/>
                <a:uFillTx/>
                <a:latin typeface="Arial"/>
                <a:ea typeface="+mn-ea"/>
                <a:cs typeface="+mn-cs"/>
              </a:rPr>
              <a:t>Leaders ensure alignment between Scrum teams</a:t>
            </a:r>
            <a:endParaRPr kumimoji="0" lang="en-GB" sz="918" b="1" i="1" u="none" strike="noStrike" kern="0" cap="none" spc="0" normalizeH="0" baseline="0" noProof="0">
              <a:ln>
                <a:noFill/>
              </a:ln>
              <a:solidFill>
                <a:srgbClr val="0098C7"/>
              </a:solidFill>
              <a:effectLst/>
              <a:uLnTx/>
              <a:uFillTx/>
              <a:latin typeface="Arial"/>
              <a:ea typeface="+mn-ea"/>
              <a:cs typeface="+mn-cs"/>
            </a:endParaRPr>
          </a:p>
        </p:txBody>
      </p:sp>
      <p:sp>
        <p:nvSpPr>
          <p:cNvPr id="168" name="Rounded Rectangle 186">
            <a:extLst>
              <a:ext uri="{FF2B5EF4-FFF2-40B4-BE49-F238E27FC236}">
                <a16:creationId xmlns:a16="http://schemas.microsoft.com/office/drawing/2014/main" id="{455B6FA4-5127-CD66-D5CF-F8E646FD8917}"/>
              </a:ext>
            </a:extLst>
          </p:cNvPr>
          <p:cNvSpPr/>
          <p:nvPr/>
        </p:nvSpPr>
        <p:spPr>
          <a:xfrm>
            <a:off x="5413107" y="2834979"/>
            <a:ext cx="969384"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Data Lead</a:t>
            </a:r>
          </a:p>
        </p:txBody>
      </p:sp>
      <p:sp>
        <p:nvSpPr>
          <p:cNvPr id="169" name="Rounded Rectangle 69">
            <a:extLst>
              <a:ext uri="{FF2B5EF4-FFF2-40B4-BE49-F238E27FC236}">
                <a16:creationId xmlns:a16="http://schemas.microsoft.com/office/drawing/2014/main" id="{09ACAC71-744C-D341-80CC-BF1E948E4348}"/>
              </a:ext>
            </a:extLst>
          </p:cNvPr>
          <p:cNvSpPr>
            <a:spLocks/>
          </p:cNvSpPr>
          <p:nvPr/>
        </p:nvSpPr>
        <p:spPr>
          <a:xfrm>
            <a:off x="5043417" y="3613241"/>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Integration</a:t>
            </a:r>
          </a:p>
        </p:txBody>
      </p:sp>
      <p:sp>
        <p:nvSpPr>
          <p:cNvPr id="170" name="Rectangle 169">
            <a:extLst>
              <a:ext uri="{FF2B5EF4-FFF2-40B4-BE49-F238E27FC236}">
                <a16:creationId xmlns:a16="http://schemas.microsoft.com/office/drawing/2014/main" id="{4D152F1C-0D48-85A5-3530-CEA8C39F0DE9}"/>
              </a:ext>
            </a:extLst>
          </p:cNvPr>
          <p:cNvSpPr/>
          <p:nvPr/>
        </p:nvSpPr>
        <p:spPr>
          <a:xfrm>
            <a:off x="5014004" y="3952300"/>
            <a:ext cx="1202466"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Integration Dev</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Integration Dev</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Mapping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p:txBody>
      </p:sp>
      <p:sp>
        <p:nvSpPr>
          <p:cNvPr id="171" name="Rounded Rectangle 80">
            <a:extLst>
              <a:ext uri="{FF2B5EF4-FFF2-40B4-BE49-F238E27FC236}">
                <a16:creationId xmlns:a16="http://schemas.microsoft.com/office/drawing/2014/main" id="{01C842EF-6766-AB3E-09B9-EA9134902255}"/>
              </a:ext>
            </a:extLst>
          </p:cNvPr>
          <p:cNvSpPr/>
          <p:nvPr/>
        </p:nvSpPr>
        <p:spPr>
          <a:xfrm>
            <a:off x="5886119" y="2128477"/>
            <a:ext cx="1167429"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Architects</a:t>
            </a:r>
          </a:p>
        </p:txBody>
      </p:sp>
      <p:sp>
        <p:nvSpPr>
          <p:cNvPr id="172" name="Rounded Rectangle 118">
            <a:extLst>
              <a:ext uri="{FF2B5EF4-FFF2-40B4-BE49-F238E27FC236}">
                <a16:creationId xmlns:a16="http://schemas.microsoft.com/office/drawing/2014/main" id="{5FE2AAF1-8D49-AFAB-B624-E7DF38603A12}"/>
              </a:ext>
            </a:extLst>
          </p:cNvPr>
          <p:cNvSpPr>
            <a:spLocks/>
          </p:cNvSpPr>
          <p:nvPr/>
        </p:nvSpPr>
        <p:spPr>
          <a:xfrm>
            <a:off x="3399032"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Billing</a:t>
            </a:r>
          </a:p>
        </p:txBody>
      </p:sp>
      <p:sp>
        <p:nvSpPr>
          <p:cNvPr id="173" name="Rounded Rectangle 145">
            <a:extLst>
              <a:ext uri="{FF2B5EF4-FFF2-40B4-BE49-F238E27FC236}">
                <a16:creationId xmlns:a16="http://schemas.microsoft.com/office/drawing/2014/main" id="{52BB02D2-F2E0-4E7C-A2A9-132AD6940096}"/>
              </a:ext>
            </a:extLst>
          </p:cNvPr>
          <p:cNvSpPr/>
          <p:nvPr/>
        </p:nvSpPr>
        <p:spPr>
          <a:xfrm>
            <a:off x="6889481" y="5232551"/>
            <a:ext cx="1168065"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Test Lead</a:t>
            </a:r>
          </a:p>
        </p:txBody>
      </p:sp>
      <p:sp>
        <p:nvSpPr>
          <p:cNvPr id="174" name="Rounded Rectangle 145">
            <a:extLst>
              <a:ext uri="{FF2B5EF4-FFF2-40B4-BE49-F238E27FC236}">
                <a16:creationId xmlns:a16="http://schemas.microsoft.com/office/drawing/2014/main" id="{56192267-FDF3-5BC7-D468-39B2CC0C9A8B}"/>
              </a:ext>
            </a:extLst>
          </p:cNvPr>
          <p:cNvSpPr/>
          <p:nvPr/>
        </p:nvSpPr>
        <p:spPr>
          <a:xfrm>
            <a:off x="1797137" y="6272714"/>
            <a:ext cx="6260409" cy="347011"/>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Automation Testers / Performance Testers</a:t>
            </a:r>
          </a:p>
        </p:txBody>
      </p:sp>
      <p:sp>
        <p:nvSpPr>
          <p:cNvPr id="175" name="Rounded Rectangle 145">
            <a:extLst>
              <a:ext uri="{FF2B5EF4-FFF2-40B4-BE49-F238E27FC236}">
                <a16:creationId xmlns:a16="http://schemas.microsoft.com/office/drawing/2014/main" id="{FE4EDA7E-86C3-7787-C476-E8A8A0642159}"/>
              </a:ext>
            </a:extLst>
          </p:cNvPr>
          <p:cNvSpPr/>
          <p:nvPr/>
        </p:nvSpPr>
        <p:spPr>
          <a:xfrm>
            <a:off x="6843157" y="3633218"/>
            <a:ext cx="1168065"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Test Leads</a:t>
            </a:r>
          </a:p>
        </p:txBody>
      </p:sp>
      <p:sp>
        <p:nvSpPr>
          <p:cNvPr id="176" name="Rounded Rectangle 189">
            <a:extLst>
              <a:ext uri="{FF2B5EF4-FFF2-40B4-BE49-F238E27FC236}">
                <a16:creationId xmlns:a16="http://schemas.microsoft.com/office/drawing/2014/main" id="{40251CC1-F7C9-52B4-0F03-06062978B782}"/>
              </a:ext>
            </a:extLst>
          </p:cNvPr>
          <p:cNvSpPr/>
          <p:nvPr/>
        </p:nvSpPr>
        <p:spPr>
          <a:xfrm>
            <a:off x="9830511" y="2980660"/>
            <a:ext cx="1045151"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mn-cs"/>
            </a:endParaRPr>
          </a:p>
        </p:txBody>
      </p:sp>
      <p:sp>
        <p:nvSpPr>
          <p:cNvPr id="180" name="Rounded Rectangle 79">
            <a:extLst>
              <a:ext uri="{FF2B5EF4-FFF2-40B4-BE49-F238E27FC236}">
                <a16:creationId xmlns:a16="http://schemas.microsoft.com/office/drawing/2014/main" id="{AD5E226D-8814-2B64-B7A8-B309411A0E4C}"/>
              </a:ext>
            </a:extLst>
          </p:cNvPr>
          <p:cNvSpPr/>
          <p:nvPr/>
        </p:nvSpPr>
        <p:spPr>
          <a:xfrm>
            <a:off x="9620835" y="2886020"/>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OCM Lead</a:t>
            </a:r>
          </a:p>
        </p:txBody>
      </p:sp>
      <p:sp>
        <p:nvSpPr>
          <p:cNvPr id="181" name="TextBox 180">
            <a:extLst>
              <a:ext uri="{FF2B5EF4-FFF2-40B4-BE49-F238E27FC236}">
                <a16:creationId xmlns:a16="http://schemas.microsoft.com/office/drawing/2014/main" id="{EAA48849-9EC4-253C-8523-9EC4A26B509B}"/>
              </a:ext>
            </a:extLst>
          </p:cNvPr>
          <p:cNvSpPr txBox="1"/>
          <p:nvPr/>
        </p:nvSpPr>
        <p:spPr>
          <a:xfrm>
            <a:off x="4936719" y="74816"/>
            <a:ext cx="2760486" cy="923330"/>
          </a:xfrm>
          <a:prstGeom prst="rect">
            <a:avLst/>
          </a:prstGeom>
          <a:solidFill>
            <a:schemeClr val="accent2"/>
          </a:solidFill>
        </p:spPr>
        <p:txBody>
          <a:bodyPr wrap="square" rtlCol="0">
            <a:spAutoFit/>
          </a:bodyPr>
          <a:lstStyle/>
          <a:p>
            <a:r>
              <a:rPr lang="en-GB"/>
              <a:t>ALTERNATIVE TO SLIDE 7 - Needs to be updated for </a:t>
            </a:r>
            <a:r>
              <a:rPr lang="en-GB" err="1"/>
              <a:t>beazley</a:t>
            </a:r>
            <a:r>
              <a:rPr lang="en-GB"/>
              <a:t> </a:t>
            </a:r>
          </a:p>
        </p:txBody>
      </p:sp>
      <p:sp>
        <p:nvSpPr>
          <p:cNvPr id="4" name="TextBox 3">
            <a:extLst>
              <a:ext uri="{FF2B5EF4-FFF2-40B4-BE49-F238E27FC236}">
                <a16:creationId xmlns:a16="http://schemas.microsoft.com/office/drawing/2014/main" id="{5696057E-3E16-19B2-A746-8EEB03A7BD0B}"/>
              </a:ext>
            </a:extLst>
          </p:cNvPr>
          <p:cNvSpPr txBox="1">
            <a:spLocks/>
          </p:cNvSpPr>
          <p:nvPr/>
        </p:nvSpPr>
        <p:spPr>
          <a:xfrm>
            <a:off x="181144" y="2853048"/>
            <a:ext cx="920467" cy="66116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lang="en-GB" sz="1100" b="1" kern="0">
                <a:solidFill>
                  <a:prstClr val="white"/>
                </a:solidFill>
                <a:latin typeface="Arial"/>
                <a:cs typeface="Arial"/>
              </a:rPr>
              <a:t>Functional</a:t>
            </a:r>
          </a:p>
          <a:p>
            <a:pPr algn="ctr" defTabSz="977198">
              <a:defRPr/>
            </a:pPr>
            <a:r>
              <a:rPr lang="en-GB" sz="1100" b="1" kern="0">
                <a:solidFill>
                  <a:prstClr val="white"/>
                </a:solidFill>
                <a:latin typeface="Arial"/>
                <a:cs typeface="Arial"/>
              </a:rPr>
              <a:t>Leads</a:t>
            </a:r>
          </a:p>
        </p:txBody>
      </p:sp>
      <p:sp>
        <p:nvSpPr>
          <p:cNvPr id="5" name="TextBox 4">
            <a:extLst>
              <a:ext uri="{FF2B5EF4-FFF2-40B4-BE49-F238E27FC236}">
                <a16:creationId xmlns:a16="http://schemas.microsoft.com/office/drawing/2014/main" id="{652742D7-9B73-1CF0-2EFC-545ECF437668}"/>
              </a:ext>
            </a:extLst>
          </p:cNvPr>
          <p:cNvSpPr txBox="1">
            <a:spLocks/>
          </p:cNvSpPr>
          <p:nvPr/>
        </p:nvSpPr>
        <p:spPr>
          <a:xfrm>
            <a:off x="181144" y="3603503"/>
            <a:ext cx="920467" cy="661162"/>
          </a:xfrm>
          <a:prstGeom prst="rect">
            <a:avLst/>
          </a:prstGeom>
          <a:solidFill>
            <a:schemeClr val="tx1"/>
          </a:solidFill>
        </p:spPr>
        <p:txBody>
          <a:bodyPr wrap="square" lIns="0" tIns="0" rIns="0" bIns="0" rtlCol="0" anchor="ctr">
            <a:noAutofit/>
          </a:bodyPr>
          <a:lstStyle/>
          <a:p>
            <a:pPr marL="0" marR="0" lvl="0" indent="0" algn="ctr" defTabSz="977198">
              <a:lnSpc>
                <a:spcPct val="100000"/>
              </a:lnSpc>
              <a:spcBef>
                <a:spcPts val="0"/>
              </a:spcBef>
              <a:spcAft>
                <a:spcPts val="0"/>
              </a:spcAft>
              <a:buNone/>
              <a:tabLst/>
              <a:defRPr/>
            </a:pPr>
            <a:r>
              <a:rPr lang="en-GB" sz="1100" b="1" kern="0">
                <a:solidFill>
                  <a:prstClr val="white"/>
                </a:solidFill>
                <a:latin typeface="Arial"/>
              </a:rPr>
              <a:t>Technical</a:t>
            </a:r>
          </a:p>
          <a:p>
            <a:pPr algn="ctr" defTabSz="977198">
              <a:defRPr/>
            </a:pPr>
            <a:r>
              <a:rPr lang="en-GB" sz="1100" b="1" kern="0">
                <a:solidFill>
                  <a:prstClr val="white"/>
                </a:solidFill>
                <a:latin typeface="Arial"/>
                <a:cs typeface="Arial"/>
              </a:rPr>
              <a:t>Leads</a:t>
            </a:r>
          </a:p>
        </p:txBody>
      </p:sp>
    </p:spTree>
    <p:extLst>
      <p:ext uri="{BB962C8B-B14F-4D97-AF65-F5344CB8AC3E}">
        <p14:creationId xmlns:p14="http://schemas.microsoft.com/office/powerpoint/2010/main" val="149379669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5919F0-CF74-0672-208A-AF105C584388}"/>
              </a:ext>
            </a:extLst>
          </p:cNvPr>
          <p:cNvSpPr>
            <a:spLocks noGrp="1"/>
          </p:cNvSpPr>
          <p:nvPr>
            <p:ph type="title"/>
          </p:nvPr>
        </p:nvSpPr>
        <p:spPr>
          <a:xfrm>
            <a:off x="244279" y="34641"/>
            <a:ext cx="9776592" cy="716711"/>
          </a:xfrm>
        </p:spPr>
        <p:txBody>
          <a:bodyPr/>
          <a:lstStyle/>
          <a:p>
            <a:r>
              <a:rPr lang="en-GB"/>
              <a:t>Team for inception</a:t>
            </a:r>
          </a:p>
        </p:txBody>
      </p:sp>
      <p:sp>
        <p:nvSpPr>
          <p:cNvPr id="212" name="TextBox 211">
            <a:extLst>
              <a:ext uri="{FF2B5EF4-FFF2-40B4-BE49-F238E27FC236}">
                <a16:creationId xmlns:a16="http://schemas.microsoft.com/office/drawing/2014/main" id="{E9E9EF0F-AF07-BFD0-050D-40D1F632CE4D}"/>
              </a:ext>
            </a:extLst>
          </p:cNvPr>
          <p:cNvSpPr txBox="1"/>
          <p:nvPr/>
        </p:nvSpPr>
        <p:spPr>
          <a:xfrm>
            <a:off x="5578566" y="34640"/>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sp>
        <p:nvSpPr>
          <p:cNvPr id="304" name="Rectangle: Rounded Corners 303">
            <a:extLst>
              <a:ext uri="{FF2B5EF4-FFF2-40B4-BE49-F238E27FC236}">
                <a16:creationId xmlns:a16="http://schemas.microsoft.com/office/drawing/2014/main" id="{D531E8A8-11CC-0521-B47A-D8884D53F6BF}"/>
              </a:ext>
            </a:extLst>
          </p:cNvPr>
          <p:cNvSpPr/>
          <p:nvPr/>
        </p:nvSpPr>
        <p:spPr>
          <a:xfrm>
            <a:off x="5202856" y="2593050"/>
            <a:ext cx="6910017" cy="1554077"/>
          </a:xfrm>
          <a:prstGeom prst="roundRect">
            <a:avLst/>
          </a:prstGeom>
          <a:solidFill>
            <a:srgbClr val="DBE8F5"/>
          </a:solidFill>
          <a:ln w="9525">
            <a:noFill/>
            <a:round/>
            <a:headEnd/>
            <a:tailEnd/>
          </a:ln>
        </p:spPr>
        <p:txBody>
          <a:bodyPr>
            <a:noAutofit/>
          </a:bodyPr>
          <a:lstStyle/>
          <a:p>
            <a:pPr>
              <a:spcAft>
                <a:spcPts val="300"/>
              </a:spcAft>
              <a:defRPr/>
            </a:pPr>
            <a:endParaRPr lang="en-GB" sz="1050">
              <a:solidFill>
                <a:prstClr val="black"/>
              </a:solidFill>
              <a:latin typeface="Calibri" panose="020F0502020204030204"/>
              <a:cs typeface="Calibri" panose="020F0502020204030204" pitchFamily="34" charset="0"/>
            </a:endParaRPr>
          </a:p>
        </p:txBody>
      </p:sp>
      <p:sp>
        <p:nvSpPr>
          <p:cNvPr id="305" name="Rectangle: Rounded Corners 304">
            <a:extLst>
              <a:ext uri="{FF2B5EF4-FFF2-40B4-BE49-F238E27FC236}">
                <a16:creationId xmlns:a16="http://schemas.microsoft.com/office/drawing/2014/main" id="{5D517C40-BDDC-8A3E-3966-1C81D21DAE4D}"/>
              </a:ext>
            </a:extLst>
          </p:cNvPr>
          <p:cNvSpPr/>
          <p:nvPr/>
        </p:nvSpPr>
        <p:spPr>
          <a:xfrm>
            <a:off x="64654" y="1016344"/>
            <a:ext cx="4736969" cy="2637246"/>
          </a:xfrm>
          <a:prstGeom prst="roundRect">
            <a:avLst/>
          </a:prstGeom>
          <a:solidFill>
            <a:srgbClr val="629DD1">
              <a:lumMod val="75000"/>
            </a:srgbClr>
          </a:solidFill>
          <a:ln w="9525">
            <a:noFill/>
            <a:round/>
            <a:headEnd/>
            <a:tailEnd/>
          </a:ln>
        </p:spPr>
        <p:txBody>
          <a:bodyPr>
            <a:noAutofit/>
          </a:bodyPr>
          <a:lstStyle/>
          <a:p>
            <a:pPr marL="0" marR="0" lvl="0" indent="0" defTabSz="914400" eaLnBrk="1" fontAlgn="auto" latinLnBrk="0" hangingPunct="1">
              <a:lnSpc>
                <a:spcPct val="100000"/>
              </a:lnSpc>
              <a:spcBef>
                <a:spcPts val="0"/>
              </a:spcBef>
              <a:spcAft>
                <a:spcPts val="300"/>
              </a:spcAft>
              <a:buClrTx/>
              <a:buSzTx/>
              <a:buFontTx/>
              <a:buNone/>
              <a:tabLst/>
              <a:defRPr/>
            </a:pPr>
            <a:endParaRPr kumimoji="0" lang="en-GB" sz="1050" b="0" i="0" u="none" strike="noStrike" kern="0" cap="none" spc="0" normalizeH="0" baseline="0" noProof="0">
              <a:ln>
                <a:noFill/>
              </a:ln>
              <a:solidFill>
                <a:prstClr val="black"/>
              </a:solidFill>
              <a:effectLst/>
              <a:uLnTx/>
              <a:uFillTx/>
              <a:latin typeface="Calibri" panose="020F0502020204030204"/>
              <a:cs typeface="Calibri" panose="020F0502020204030204" pitchFamily="34" charset="0"/>
            </a:endParaRPr>
          </a:p>
        </p:txBody>
      </p:sp>
      <p:sp>
        <p:nvSpPr>
          <p:cNvPr id="306" name="Rectangle: Rounded Corners 305">
            <a:extLst>
              <a:ext uri="{FF2B5EF4-FFF2-40B4-BE49-F238E27FC236}">
                <a16:creationId xmlns:a16="http://schemas.microsoft.com/office/drawing/2014/main" id="{024B0435-2CC7-DAB7-1515-8E41EED6E95F}"/>
              </a:ext>
            </a:extLst>
          </p:cNvPr>
          <p:cNvSpPr/>
          <p:nvPr/>
        </p:nvSpPr>
        <p:spPr>
          <a:xfrm>
            <a:off x="42359" y="4162119"/>
            <a:ext cx="12090401" cy="2653965"/>
          </a:xfrm>
          <a:prstGeom prst="roundRect">
            <a:avLst/>
          </a:prstGeom>
          <a:solidFill>
            <a:srgbClr val="A4B1B2"/>
          </a:solidFill>
          <a:ln w="12700" cap="flat" cmpd="sng" algn="ctr">
            <a:solidFill>
              <a:srgbClr val="9D90A0">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4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07" name="Rectangle: Rounded Corners 306">
            <a:extLst>
              <a:ext uri="{FF2B5EF4-FFF2-40B4-BE49-F238E27FC236}">
                <a16:creationId xmlns:a16="http://schemas.microsoft.com/office/drawing/2014/main" id="{81291CCB-B619-3A15-95AC-EC1696F0BCBB}"/>
              </a:ext>
            </a:extLst>
          </p:cNvPr>
          <p:cNvSpPr/>
          <p:nvPr/>
        </p:nvSpPr>
        <p:spPr>
          <a:xfrm>
            <a:off x="1865419" y="4196422"/>
            <a:ext cx="1440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Rob Harwood</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Technical Design Authority Lead</a:t>
            </a:r>
          </a:p>
        </p:txBody>
      </p:sp>
      <p:sp>
        <p:nvSpPr>
          <p:cNvPr id="308" name="TextBox 307">
            <a:extLst>
              <a:ext uri="{FF2B5EF4-FFF2-40B4-BE49-F238E27FC236}">
                <a16:creationId xmlns:a16="http://schemas.microsoft.com/office/drawing/2014/main" id="{29696E92-39D7-0B9D-FE70-9DD1279C33AA}"/>
              </a:ext>
            </a:extLst>
          </p:cNvPr>
          <p:cNvSpPr txBox="1"/>
          <p:nvPr/>
        </p:nvSpPr>
        <p:spPr>
          <a:xfrm>
            <a:off x="-167576" y="994677"/>
            <a:ext cx="5185682" cy="400110"/>
          </a:xfrm>
          <a:prstGeom prst="rect">
            <a:avLst/>
          </a:prstGeom>
          <a:noFill/>
        </p:spPr>
        <p:txBody>
          <a:bodyPr wrap="square">
            <a:spAutoFit/>
          </a:bodyPr>
          <a:lstStyle/>
          <a:p>
            <a:pPr algn="ctr">
              <a:defRPr/>
            </a:pPr>
            <a:r>
              <a:rPr lang="en-GB" sz="2000" b="1">
                <a:solidFill>
                  <a:prstClr val="white"/>
                </a:solidFill>
                <a:latin typeface="Calibri" panose="020F0502020204030204"/>
                <a:cs typeface="Calibri" panose="020F0502020204030204" pitchFamily="34" charset="0"/>
              </a:rPr>
              <a:t>Programme Leadership</a:t>
            </a:r>
          </a:p>
        </p:txBody>
      </p:sp>
      <p:sp>
        <p:nvSpPr>
          <p:cNvPr id="309" name="TextBox 308">
            <a:extLst>
              <a:ext uri="{FF2B5EF4-FFF2-40B4-BE49-F238E27FC236}">
                <a16:creationId xmlns:a16="http://schemas.microsoft.com/office/drawing/2014/main" id="{86925113-B4FA-1755-8341-C25923B70E63}"/>
              </a:ext>
            </a:extLst>
          </p:cNvPr>
          <p:cNvSpPr txBox="1"/>
          <p:nvPr/>
        </p:nvSpPr>
        <p:spPr>
          <a:xfrm>
            <a:off x="261710" y="4247966"/>
            <a:ext cx="1376148" cy="369332"/>
          </a:xfrm>
          <a:prstGeom prst="rect">
            <a:avLst/>
          </a:prstGeom>
          <a:noFill/>
        </p:spPr>
        <p:txBody>
          <a:bodyPr wrap="square">
            <a:spAutoFit/>
          </a:bodyPr>
          <a:lstStyle/>
          <a:p>
            <a:pPr algn="ctr">
              <a:defRPr/>
            </a:pPr>
            <a:r>
              <a:rPr lang="en-GB" b="1">
                <a:solidFill>
                  <a:prstClr val="black"/>
                </a:solidFill>
                <a:latin typeface="Calibri" panose="020F0502020204030204"/>
                <a:cs typeface="Calibri" panose="020F0502020204030204" pitchFamily="34" charset="0"/>
              </a:rPr>
              <a:t>Technology</a:t>
            </a:r>
          </a:p>
        </p:txBody>
      </p:sp>
      <p:sp>
        <p:nvSpPr>
          <p:cNvPr id="310" name="TextBox 309">
            <a:extLst>
              <a:ext uri="{FF2B5EF4-FFF2-40B4-BE49-F238E27FC236}">
                <a16:creationId xmlns:a16="http://schemas.microsoft.com/office/drawing/2014/main" id="{9F47040F-BE33-4531-1FA0-69D5348ACE61}"/>
              </a:ext>
            </a:extLst>
          </p:cNvPr>
          <p:cNvSpPr txBox="1"/>
          <p:nvPr/>
        </p:nvSpPr>
        <p:spPr>
          <a:xfrm>
            <a:off x="10434262" y="4236575"/>
            <a:ext cx="1409465" cy="369332"/>
          </a:xfrm>
          <a:prstGeom prst="rect">
            <a:avLst/>
          </a:prstGeom>
          <a:noFill/>
        </p:spPr>
        <p:txBody>
          <a:bodyPr wrap="square">
            <a:spAutoFit/>
          </a:bodyPr>
          <a:lstStyle/>
          <a:p>
            <a:pPr algn="ctr">
              <a:defRPr/>
            </a:pPr>
            <a:r>
              <a:rPr lang="en-GB" b="1">
                <a:solidFill>
                  <a:prstClr val="black"/>
                </a:solidFill>
                <a:latin typeface="Calibri" panose="020F0502020204030204"/>
                <a:cs typeface="Calibri" panose="020F0502020204030204" pitchFamily="34" charset="0"/>
              </a:rPr>
              <a:t>Business</a:t>
            </a:r>
            <a:endParaRPr lang="en-GB" sz="1600" b="1">
              <a:solidFill>
                <a:prstClr val="black"/>
              </a:solidFill>
              <a:latin typeface="Calibri" panose="020F0502020204030204"/>
              <a:cs typeface="Calibri" panose="020F0502020204030204" pitchFamily="34" charset="0"/>
            </a:endParaRPr>
          </a:p>
        </p:txBody>
      </p:sp>
      <p:sp>
        <p:nvSpPr>
          <p:cNvPr id="311" name="Rectangle: Rounded Corners 310">
            <a:extLst>
              <a:ext uri="{FF2B5EF4-FFF2-40B4-BE49-F238E27FC236}">
                <a16:creationId xmlns:a16="http://schemas.microsoft.com/office/drawing/2014/main" id="{BE6A4E8E-8504-AE07-D83E-29376A87F37B}"/>
              </a:ext>
            </a:extLst>
          </p:cNvPr>
          <p:cNvSpPr/>
          <p:nvPr/>
        </p:nvSpPr>
        <p:spPr>
          <a:xfrm>
            <a:off x="5202856" y="1953491"/>
            <a:ext cx="6901772" cy="589056"/>
          </a:xfrm>
          <a:prstGeom prst="roundRect">
            <a:avLst/>
          </a:prstGeom>
          <a:solidFill>
            <a:srgbClr val="DBE8F5"/>
          </a:solidFill>
          <a:ln w="12700" cap="flat" cmpd="sng" algn="ctr">
            <a:solidFill>
              <a:srgbClr val="5AA2AE">
                <a:lumMod val="20000"/>
                <a:lumOff val="80000"/>
              </a:srgbClr>
            </a:solid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Sponsor(s)</a:t>
            </a:r>
            <a:endParaRPr kumimoji="0" lang="en-GB" sz="1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12" name="Rectangle: Rounded Corners 311">
            <a:extLst>
              <a:ext uri="{FF2B5EF4-FFF2-40B4-BE49-F238E27FC236}">
                <a16:creationId xmlns:a16="http://schemas.microsoft.com/office/drawing/2014/main" id="{232A4FCE-86D4-3273-D5D8-FF219526B9B8}"/>
              </a:ext>
            </a:extLst>
          </p:cNvPr>
          <p:cNvSpPr/>
          <p:nvPr/>
        </p:nvSpPr>
        <p:spPr>
          <a:xfrm>
            <a:off x="5202856" y="916779"/>
            <a:ext cx="6919474" cy="1001510"/>
          </a:xfrm>
          <a:prstGeom prst="roundRect">
            <a:avLst/>
          </a:prstGeom>
          <a:solidFill>
            <a:srgbClr val="DBE8F5"/>
          </a:solidFill>
          <a:ln w="12700" cap="flat" cmpd="sng" algn="ctr">
            <a:solidFill>
              <a:srgbClr val="5AA2AE">
                <a:lumMod val="20000"/>
                <a:lumOff val="8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prstClr val="black"/>
              </a:solidFill>
              <a:effectLst/>
              <a:uLnTx/>
              <a:uFillTx/>
              <a:latin typeface="Calibri" panose="020F0502020204030204" pitchFamily="34" charset="0"/>
              <a:ea typeface="+mn-ea"/>
              <a:cs typeface="Calibri" panose="020F0502020204030204" pitchFamily="34" charset="0"/>
            </a:endParaRPr>
          </a:p>
        </p:txBody>
      </p:sp>
      <p:sp>
        <p:nvSpPr>
          <p:cNvPr id="313" name="Rectangle: Rounded Corners 312">
            <a:extLst>
              <a:ext uri="{FF2B5EF4-FFF2-40B4-BE49-F238E27FC236}">
                <a16:creationId xmlns:a16="http://schemas.microsoft.com/office/drawing/2014/main" id="{7E84DFEF-44AA-2982-525A-FFB76E28755C}"/>
              </a:ext>
            </a:extLst>
          </p:cNvPr>
          <p:cNvSpPr/>
          <p:nvPr/>
        </p:nvSpPr>
        <p:spPr>
          <a:xfrm>
            <a:off x="5481978" y="1256772"/>
            <a:ext cx="1430447" cy="570103"/>
          </a:xfrm>
          <a:prstGeom prst="roundRect">
            <a:avLst/>
          </a:prstGeom>
          <a:solidFill>
            <a:srgbClr val="B1D9E9"/>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Greg </a:t>
            </a:r>
            <a:r>
              <a:rPr kumimoji="0" lang="en-GB"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Toczydlowski</a:t>
            </a:r>
          </a:p>
        </p:txBody>
      </p:sp>
      <p:sp>
        <p:nvSpPr>
          <p:cNvPr id="314" name="TextBox 313">
            <a:extLst>
              <a:ext uri="{FF2B5EF4-FFF2-40B4-BE49-F238E27FC236}">
                <a16:creationId xmlns:a16="http://schemas.microsoft.com/office/drawing/2014/main" id="{477EA1C1-2AB3-E4E0-DC0C-CB04328C135C}"/>
              </a:ext>
            </a:extLst>
          </p:cNvPr>
          <p:cNvSpPr txBox="1"/>
          <p:nvPr/>
        </p:nvSpPr>
        <p:spPr>
          <a:xfrm>
            <a:off x="5202857" y="862965"/>
            <a:ext cx="6828908" cy="400110"/>
          </a:xfrm>
          <a:prstGeom prst="rect">
            <a:avLst/>
          </a:prstGeom>
          <a:noFill/>
        </p:spPr>
        <p:txBody>
          <a:bodyPr wrap="square">
            <a:spAutoFit/>
          </a:bodyPr>
          <a:lstStyle/>
          <a:p>
            <a:pPr algn="ctr">
              <a:defRPr/>
            </a:pPr>
            <a:r>
              <a:rPr lang="en-GB" sz="2000" b="1">
                <a:solidFill>
                  <a:prstClr val="black"/>
                </a:solidFill>
                <a:latin typeface="Calibri" panose="020F0502020204030204" pitchFamily="34" charset="0"/>
                <a:cs typeface="Calibri" panose="020F0502020204030204" pitchFamily="34" charset="0"/>
              </a:rPr>
              <a:t>Steering Committee</a:t>
            </a:r>
          </a:p>
        </p:txBody>
      </p:sp>
      <p:sp>
        <p:nvSpPr>
          <p:cNvPr id="315" name="Rectangle: Rounded Corners 314">
            <a:extLst>
              <a:ext uri="{FF2B5EF4-FFF2-40B4-BE49-F238E27FC236}">
                <a16:creationId xmlns:a16="http://schemas.microsoft.com/office/drawing/2014/main" id="{1892B16D-119C-1B48-05C7-FB9C98BA48DE}"/>
              </a:ext>
            </a:extLst>
          </p:cNvPr>
          <p:cNvSpPr/>
          <p:nvPr/>
        </p:nvSpPr>
        <p:spPr>
          <a:xfrm>
            <a:off x="8236113" y="3645320"/>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304815"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Maryellen </a:t>
            </a:r>
            <a:r>
              <a:rPr kumimoji="0" lang="en-GB"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Szwez</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Int’l </a:t>
            </a: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Lead</a:t>
            </a:r>
          </a:p>
        </p:txBody>
      </p:sp>
      <p:sp>
        <p:nvSpPr>
          <p:cNvPr id="316" name="Rectangle: Rounded Corners 315">
            <a:extLst>
              <a:ext uri="{FF2B5EF4-FFF2-40B4-BE49-F238E27FC236}">
                <a16:creationId xmlns:a16="http://schemas.microsoft.com/office/drawing/2014/main" id="{9D12E8A1-F290-2FDC-2424-8F09C251498F}"/>
              </a:ext>
            </a:extLst>
          </p:cNvPr>
          <p:cNvSpPr/>
          <p:nvPr/>
        </p:nvSpPr>
        <p:spPr>
          <a:xfrm>
            <a:off x="8236113" y="3141699"/>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304815"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Andrzej Kobus</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Ent </a:t>
            </a: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Archt</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&amp; Emerging Tech</a:t>
            </a:r>
          </a:p>
        </p:txBody>
      </p:sp>
      <p:sp>
        <p:nvSpPr>
          <p:cNvPr id="317" name="Rectangle: Rounded Corners 316">
            <a:extLst>
              <a:ext uri="{FF2B5EF4-FFF2-40B4-BE49-F238E27FC236}">
                <a16:creationId xmlns:a16="http://schemas.microsoft.com/office/drawing/2014/main" id="{CA0CD4EA-DA4B-F702-3ADE-41C5AC7B8108}"/>
              </a:ext>
            </a:extLst>
          </p:cNvPr>
          <p:cNvSpPr/>
          <p:nvPr/>
        </p:nvSpPr>
        <p:spPr>
          <a:xfrm>
            <a:off x="7996652" y="2038401"/>
            <a:ext cx="1271234" cy="461352"/>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46"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Bill Devine</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Business Capabilities, BI</a:t>
            </a:r>
          </a:p>
        </p:txBody>
      </p:sp>
      <p:sp>
        <p:nvSpPr>
          <p:cNvPr id="318" name="Rectangle: Rounded Corners 317">
            <a:extLst>
              <a:ext uri="{FF2B5EF4-FFF2-40B4-BE49-F238E27FC236}">
                <a16:creationId xmlns:a16="http://schemas.microsoft.com/office/drawing/2014/main" id="{B5465976-0509-C4BA-C2A0-058F58E5F794}"/>
              </a:ext>
            </a:extLst>
          </p:cNvPr>
          <p:cNvSpPr/>
          <p:nvPr/>
        </p:nvSpPr>
        <p:spPr>
          <a:xfrm>
            <a:off x="10739648" y="2647623"/>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Kevin De Sa</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Digital Enablement</a:t>
            </a:r>
          </a:p>
        </p:txBody>
      </p:sp>
      <p:sp>
        <p:nvSpPr>
          <p:cNvPr id="319" name="Rectangle: Rounded Corners 318">
            <a:extLst>
              <a:ext uri="{FF2B5EF4-FFF2-40B4-BE49-F238E27FC236}">
                <a16:creationId xmlns:a16="http://schemas.microsoft.com/office/drawing/2014/main" id="{2B3C3B9F-F17B-71DA-FC9D-22AF8F623149}"/>
              </a:ext>
            </a:extLst>
          </p:cNvPr>
          <p:cNvSpPr/>
          <p:nvPr/>
        </p:nvSpPr>
        <p:spPr>
          <a:xfrm>
            <a:off x="2528179" y="1416297"/>
            <a:ext cx="1554480" cy="457200"/>
          </a:xfrm>
          <a:prstGeom prst="roundRect">
            <a:avLst/>
          </a:prstGeom>
          <a:solidFill>
            <a:srgbClr val="9D90A0">
              <a:lumMod val="40000"/>
              <a:lumOff val="60000"/>
            </a:srgb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Christian Kitchen</a:t>
            </a:r>
          </a:p>
          <a:p>
            <a:pPr marL="0" marR="0" lvl="0" indent="0" algn="ctr" defTabSz="914400" eaLnBrk="1" fontAlgn="auto" latinLnBrk="0" hangingPunct="1">
              <a:lnSpc>
                <a:spcPct val="90000"/>
              </a:lnSpc>
              <a:spcBef>
                <a:spcPct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FOS EUR Programme Lead </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20" name="Rectangle: Rounded Corners 319">
            <a:extLst>
              <a:ext uri="{FF2B5EF4-FFF2-40B4-BE49-F238E27FC236}">
                <a16:creationId xmlns:a16="http://schemas.microsoft.com/office/drawing/2014/main" id="{8CA7E777-5187-B932-D11E-7836042EBC2D}"/>
              </a:ext>
            </a:extLst>
          </p:cNvPr>
          <p:cNvSpPr/>
          <p:nvPr/>
        </p:nvSpPr>
        <p:spPr>
          <a:xfrm>
            <a:off x="9487881" y="3141699"/>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Jane Marrison </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Information Management</a:t>
            </a:r>
          </a:p>
        </p:txBody>
      </p:sp>
      <p:sp>
        <p:nvSpPr>
          <p:cNvPr id="321" name="Rectangle: Rounded Corners 320">
            <a:extLst>
              <a:ext uri="{FF2B5EF4-FFF2-40B4-BE49-F238E27FC236}">
                <a16:creationId xmlns:a16="http://schemas.microsoft.com/office/drawing/2014/main" id="{36D14CF5-AF8D-C973-B1CC-9F6D05DA6037}"/>
              </a:ext>
            </a:extLst>
          </p:cNvPr>
          <p:cNvSpPr/>
          <p:nvPr/>
        </p:nvSpPr>
        <p:spPr>
          <a:xfrm>
            <a:off x="7156471" y="1256772"/>
            <a:ext cx="1430447" cy="570103"/>
          </a:xfrm>
          <a:prstGeom prst="roundRect">
            <a:avLst/>
          </a:prstGeom>
          <a:solidFill>
            <a:srgbClr val="B1D9E9"/>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Maria Olivo</a:t>
            </a:r>
          </a:p>
        </p:txBody>
      </p:sp>
      <p:sp>
        <p:nvSpPr>
          <p:cNvPr id="322" name="Rectangle: Rounded Corners 321">
            <a:extLst>
              <a:ext uri="{FF2B5EF4-FFF2-40B4-BE49-F238E27FC236}">
                <a16:creationId xmlns:a16="http://schemas.microsoft.com/office/drawing/2014/main" id="{3F61F620-7DA5-47E6-04EB-428C2A01E939}"/>
              </a:ext>
            </a:extLst>
          </p:cNvPr>
          <p:cNvSpPr/>
          <p:nvPr/>
        </p:nvSpPr>
        <p:spPr>
          <a:xfrm>
            <a:off x="8830964" y="1256772"/>
            <a:ext cx="1430447" cy="570103"/>
          </a:xfrm>
          <a:prstGeom prst="roundRect">
            <a:avLst/>
          </a:prstGeom>
          <a:solidFill>
            <a:srgbClr val="B1D9E9"/>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Mojgan Lefebvre</a:t>
            </a:r>
          </a:p>
        </p:txBody>
      </p:sp>
      <p:sp>
        <p:nvSpPr>
          <p:cNvPr id="323" name="Rectangle: Rounded Corners 322">
            <a:extLst>
              <a:ext uri="{FF2B5EF4-FFF2-40B4-BE49-F238E27FC236}">
                <a16:creationId xmlns:a16="http://schemas.microsoft.com/office/drawing/2014/main" id="{D27311F1-3CB0-5F94-CA66-356AB0F360E0}"/>
              </a:ext>
            </a:extLst>
          </p:cNvPr>
          <p:cNvSpPr/>
          <p:nvPr/>
        </p:nvSpPr>
        <p:spPr>
          <a:xfrm>
            <a:off x="6473719" y="2038401"/>
            <a:ext cx="1430447" cy="436536"/>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Matthew Wilson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FOS </a:t>
            </a: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Sponsor</a:t>
            </a:r>
          </a:p>
        </p:txBody>
      </p:sp>
      <p:sp>
        <p:nvSpPr>
          <p:cNvPr id="324" name="Rectangle: Rounded Corners 323">
            <a:extLst>
              <a:ext uri="{FF2B5EF4-FFF2-40B4-BE49-F238E27FC236}">
                <a16:creationId xmlns:a16="http://schemas.microsoft.com/office/drawing/2014/main" id="{B7B2190F-603E-9E83-A88F-4E9E6FE00A55}"/>
              </a:ext>
            </a:extLst>
          </p:cNvPr>
          <p:cNvSpPr/>
          <p:nvPr/>
        </p:nvSpPr>
        <p:spPr>
          <a:xfrm>
            <a:off x="3364499"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TBD</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Data Tech Lead</a:t>
            </a:r>
          </a:p>
        </p:txBody>
      </p:sp>
      <p:sp>
        <p:nvSpPr>
          <p:cNvPr id="325" name="Rectangle: Rounded Corners 324">
            <a:extLst>
              <a:ext uri="{FF2B5EF4-FFF2-40B4-BE49-F238E27FC236}">
                <a16:creationId xmlns:a16="http://schemas.microsoft.com/office/drawing/2014/main" id="{3C00649E-DE39-DCA3-09D6-99EF381F09CC}"/>
              </a:ext>
            </a:extLst>
          </p:cNvPr>
          <p:cNvSpPr/>
          <p:nvPr/>
        </p:nvSpPr>
        <p:spPr>
          <a:xfrm>
            <a:off x="637528"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t"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Sam </a:t>
            </a:r>
            <a:r>
              <a:rPr kumimoji="0" lang="en-GB"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Kesseli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Lead Architect</a:t>
            </a:r>
          </a:p>
        </p:txBody>
      </p:sp>
      <p:sp>
        <p:nvSpPr>
          <p:cNvPr id="326" name="Rectangle: Rounded Corners 325">
            <a:extLst>
              <a:ext uri="{FF2B5EF4-FFF2-40B4-BE49-F238E27FC236}">
                <a16:creationId xmlns:a16="http://schemas.microsoft.com/office/drawing/2014/main" id="{C67D6B05-9D27-4305-8FEB-B4EACA8646FC}"/>
              </a:ext>
            </a:extLst>
          </p:cNvPr>
          <p:cNvSpPr/>
          <p:nvPr/>
        </p:nvSpPr>
        <p:spPr>
          <a:xfrm>
            <a:off x="1993323"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Andy Wilkins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Software Engineering EUR</a:t>
            </a:r>
          </a:p>
        </p:txBody>
      </p:sp>
      <p:sp>
        <p:nvSpPr>
          <p:cNvPr id="327" name="Rectangle: Rounded Corners 326">
            <a:extLst>
              <a:ext uri="{FF2B5EF4-FFF2-40B4-BE49-F238E27FC236}">
                <a16:creationId xmlns:a16="http://schemas.microsoft.com/office/drawing/2014/main" id="{38E95529-DB80-590B-3FD1-FF4A004B4FBA}"/>
              </a:ext>
            </a:extLst>
          </p:cNvPr>
          <p:cNvSpPr/>
          <p:nvPr/>
        </p:nvSpPr>
        <p:spPr>
          <a:xfrm>
            <a:off x="3364499"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t"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Dean Martin​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Lead Architect EUR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28" name="Rectangle: Rounded Corners 327">
            <a:extLst>
              <a:ext uri="{FF2B5EF4-FFF2-40B4-BE49-F238E27FC236}">
                <a16:creationId xmlns:a16="http://schemas.microsoft.com/office/drawing/2014/main" id="{B2566398-7C2B-184F-0033-DB125E9ACA2D}"/>
              </a:ext>
            </a:extLst>
          </p:cNvPr>
          <p:cNvSpPr/>
          <p:nvPr/>
        </p:nvSpPr>
        <p:spPr>
          <a:xfrm>
            <a:off x="7905955" y="4206434"/>
            <a:ext cx="1440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Kieran O’Grady</a:t>
            </a:r>
            <a:endParaRPr kumimoji="0" lang="en-GB" sz="14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a:p>
            <a:pPr marL="0" marR="0" lvl="0" indent="0" algn="ctr" defTabSz="400050" eaLnBrk="1" fontAlgn="auto" latinLnBrk="0" hangingPunct="1">
              <a:lnSpc>
                <a:spcPct val="90000"/>
              </a:lnSpc>
              <a:spcBef>
                <a:spcPct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Business Design Authority Lead</a:t>
            </a:r>
          </a:p>
        </p:txBody>
      </p:sp>
      <p:sp>
        <p:nvSpPr>
          <p:cNvPr id="329" name="Rectangle: Rounded Corners 328">
            <a:extLst>
              <a:ext uri="{FF2B5EF4-FFF2-40B4-BE49-F238E27FC236}">
                <a16:creationId xmlns:a16="http://schemas.microsoft.com/office/drawing/2014/main" id="{9B30A15F-172B-1C46-3794-F0D95819D432}"/>
              </a:ext>
            </a:extLst>
          </p:cNvPr>
          <p:cNvSpPr/>
          <p:nvPr/>
        </p:nvSpPr>
        <p:spPr>
          <a:xfrm>
            <a:off x="10739648" y="3141699"/>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t"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Pete McConnell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Finance Europe</a:t>
            </a:r>
          </a:p>
        </p:txBody>
      </p:sp>
      <p:sp>
        <p:nvSpPr>
          <p:cNvPr id="330" name="Rectangle: Rounded Corners 329">
            <a:extLst>
              <a:ext uri="{FF2B5EF4-FFF2-40B4-BE49-F238E27FC236}">
                <a16:creationId xmlns:a16="http://schemas.microsoft.com/office/drawing/2014/main" id="{BD04655F-8A85-DC77-1C29-4F3D748E41E6}"/>
              </a:ext>
            </a:extLst>
          </p:cNvPr>
          <p:cNvSpPr/>
          <p:nvPr/>
        </p:nvSpPr>
        <p:spPr>
          <a:xfrm>
            <a:off x="6984345" y="2647623"/>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Chris Allison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BI Specialty</a:t>
            </a:r>
          </a:p>
        </p:txBody>
      </p:sp>
      <p:sp>
        <p:nvSpPr>
          <p:cNvPr id="331" name="Rectangle: Rounded Corners 330">
            <a:extLst>
              <a:ext uri="{FF2B5EF4-FFF2-40B4-BE49-F238E27FC236}">
                <a16:creationId xmlns:a16="http://schemas.microsoft.com/office/drawing/2014/main" id="{6CA81B2C-B3E1-2661-CAA6-0A0ED59B3417}"/>
              </a:ext>
            </a:extLst>
          </p:cNvPr>
          <p:cNvSpPr/>
          <p:nvPr/>
        </p:nvSpPr>
        <p:spPr>
          <a:xfrm>
            <a:off x="362321" y="1424646"/>
            <a:ext cx="1554480" cy="457200"/>
          </a:xfrm>
          <a:prstGeom prst="roundRect">
            <a:avLst/>
          </a:prstGeom>
          <a:solidFill>
            <a:srgbClr val="9D90A0">
              <a:lumMod val="40000"/>
              <a:lumOff val="60000"/>
            </a:srgb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Mike Lawton</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FOS Business Owner</a:t>
            </a:r>
          </a:p>
        </p:txBody>
      </p:sp>
      <p:sp>
        <p:nvSpPr>
          <p:cNvPr id="332" name="Rectangle: Rounded Corners 331">
            <a:extLst>
              <a:ext uri="{FF2B5EF4-FFF2-40B4-BE49-F238E27FC236}">
                <a16:creationId xmlns:a16="http://schemas.microsoft.com/office/drawing/2014/main" id="{718BDD80-4F97-0DC9-9EA3-2CD5DEA43354}"/>
              </a:ext>
            </a:extLst>
          </p:cNvPr>
          <p:cNvSpPr/>
          <p:nvPr/>
        </p:nvSpPr>
        <p:spPr>
          <a:xfrm>
            <a:off x="6984345" y="3146472"/>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Jon Davies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Bond &amp; SI International</a:t>
            </a:r>
          </a:p>
        </p:txBody>
      </p:sp>
      <p:sp>
        <p:nvSpPr>
          <p:cNvPr id="333" name="Rectangle: Rounded Corners 332">
            <a:extLst>
              <a:ext uri="{FF2B5EF4-FFF2-40B4-BE49-F238E27FC236}">
                <a16:creationId xmlns:a16="http://schemas.microsoft.com/office/drawing/2014/main" id="{D30F1FFF-6562-B09B-AC14-60FE73462B81}"/>
              </a:ext>
            </a:extLst>
          </p:cNvPr>
          <p:cNvSpPr/>
          <p:nvPr/>
        </p:nvSpPr>
        <p:spPr>
          <a:xfrm>
            <a:off x="9487881" y="2647623"/>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Mike Byam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B&amp;SI Project Manager</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34" name="Rectangle: Rounded Corners 333">
            <a:extLst>
              <a:ext uri="{FF2B5EF4-FFF2-40B4-BE49-F238E27FC236}">
                <a16:creationId xmlns:a16="http://schemas.microsoft.com/office/drawing/2014/main" id="{7C8DD2EA-80F4-BA66-1CCC-36E7DC1C552B}"/>
              </a:ext>
            </a:extLst>
          </p:cNvPr>
          <p:cNvSpPr/>
          <p:nvPr/>
        </p:nvSpPr>
        <p:spPr>
          <a:xfrm>
            <a:off x="10505458" y="1256772"/>
            <a:ext cx="1430447" cy="570103"/>
          </a:xfrm>
          <a:prstGeom prst="roundRect">
            <a:avLst/>
          </a:prstGeom>
          <a:solidFill>
            <a:srgbClr val="B1D9E9"/>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Jeff Klenk</a:t>
            </a:r>
          </a:p>
        </p:txBody>
      </p:sp>
      <p:sp>
        <p:nvSpPr>
          <p:cNvPr id="335" name="Rectangle: Rounded Corners 334">
            <a:extLst>
              <a:ext uri="{FF2B5EF4-FFF2-40B4-BE49-F238E27FC236}">
                <a16:creationId xmlns:a16="http://schemas.microsoft.com/office/drawing/2014/main" id="{66686A8F-9BAD-F191-49D6-B223C48A8809}"/>
              </a:ext>
            </a:extLst>
          </p:cNvPr>
          <p:cNvSpPr/>
          <p:nvPr/>
        </p:nvSpPr>
        <p:spPr>
          <a:xfrm>
            <a:off x="3380462" y="1978370"/>
            <a:ext cx="1113488" cy="430984"/>
          </a:xfrm>
          <a:prstGeom prst="roundRect">
            <a:avLst/>
          </a:prstGeom>
          <a:solidFill>
            <a:srgbClr val="629DD1">
              <a:lumMod val="40000"/>
              <a:lumOff val="60000"/>
            </a:srgb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Rob Harwood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Technical Lead</a:t>
            </a:r>
          </a:p>
        </p:txBody>
      </p:sp>
      <p:sp>
        <p:nvSpPr>
          <p:cNvPr id="336" name="Rectangle: Rounded Corners 335">
            <a:extLst>
              <a:ext uri="{FF2B5EF4-FFF2-40B4-BE49-F238E27FC236}">
                <a16:creationId xmlns:a16="http://schemas.microsoft.com/office/drawing/2014/main" id="{180A3F3E-7BC5-6FDB-1F7E-89C0EE2E51BE}"/>
              </a:ext>
            </a:extLst>
          </p:cNvPr>
          <p:cNvSpPr/>
          <p:nvPr/>
        </p:nvSpPr>
        <p:spPr>
          <a:xfrm>
            <a:off x="582817" y="1978370"/>
            <a:ext cx="1113488" cy="465832"/>
          </a:xfrm>
          <a:prstGeom prst="roundRect">
            <a:avLst/>
          </a:prstGeom>
          <a:solidFill>
            <a:srgbClr val="629DD1">
              <a:lumMod val="40000"/>
              <a:lumOff val="60000"/>
            </a:srgb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Kieran O’Grady</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Business Lead</a:t>
            </a:r>
          </a:p>
        </p:txBody>
      </p:sp>
      <p:sp>
        <p:nvSpPr>
          <p:cNvPr id="337" name="Rectangle: Rounded Corners 336">
            <a:extLst>
              <a:ext uri="{FF2B5EF4-FFF2-40B4-BE49-F238E27FC236}">
                <a16:creationId xmlns:a16="http://schemas.microsoft.com/office/drawing/2014/main" id="{5683796F-2F95-EE36-65BE-BCD77364D6E9}"/>
              </a:ext>
            </a:extLst>
          </p:cNvPr>
          <p:cNvSpPr/>
          <p:nvPr/>
        </p:nvSpPr>
        <p:spPr>
          <a:xfrm>
            <a:off x="2159448" y="1978370"/>
            <a:ext cx="1113488" cy="465832"/>
          </a:xfrm>
          <a:prstGeom prst="roundRect">
            <a:avLst/>
          </a:prstGeom>
          <a:solidFill>
            <a:srgbClr val="629DD1">
              <a:lumMod val="40000"/>
              <a:lumOff val="60000"/>
            </a:srgb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DeAnna Dobosz</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Director</a:t>
            </a:r>
          </a:p>
        </p:txBody>
      </p:sp>
      <p:sp>
        <p:nvSpPr>
          <p:cNvPr id="338" name="Rectangle: Rounded Corners 337">
            <a:extLst>
              <a:ext uri="{FF2B5EF4-FFF2-40B4-BE49-F238E27FC236}">
                <a16:creationId xmlns:a16="http://schemas.microsoft.com/office/drawing/2014/main" id="{67930093-C043-D06D-9393-61CC8DC1BF57}"/>
              </a:ext>
            </a:extLst>
          </p:cNvPr>
          <p:cNvSpPr/>
          <p:nvPr/>
        </p:nvSpPr>
        <p:spPr>
          <a:xfrm>
            <a:off x="9360372" y="2038401"/>
            <a:ext cx="1229983" cy="436536"/>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Bryan Bonadies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Intl CIO</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39" name="TextBox 338">
            <a:extLst>
              <a:ext uri="{FF2B5EF4-FFF2-40B4-BE49-F238E27FC236}">
                <a16:creationId xmlns:a16="http://schemas.microsoft.com/office/drawing/2014/main" id="{8D14C0F3-66FF-8066-E831-081D3B1D2C7E}"/>
              </a:ext>
            </a:extLst>
          </p:cNvPr>
          <p:cNvSpPr txBox="1"/>
          <p:nvPr/>
        </p:nvSpPr>
        <p:spPr>
          <a:xfrm>
            <a:off x="2728524" y="2534735"/>
            <a:ext cx="6817663" cy="369332"/>
          </a:xfrm>
          <a:prstGeom prst="rect">
            <a:avLst/>
          </a:prstGeom>
          <a:noFill/>
        </p:spPr>
        <p:txBody>
          <a:bodyPr wrap="square">
            <a:spAutoFit/>
          </a:bodyPr>
          <a:lstStyle/>
          <a:p>
            <a:pPr algn="ctr">
              <a:defRPr/>
            </a:pPr>
            <a:r>
              <a:rPr lang="en-GB" b="1">
                <a:solidFill>
                  <a:prstClr val="black"/>
                </a:solidFill>
                <a:latin typeface="Calibri" panose="020F0502020204030204"/>
                <a:cs typeface="Calibri" panose="020F0502020204030204" pitchFamily="34" charset="0"/>
              </a:rPr>
              <a:t>Key Stakeholders</a:t>
            </a:r>
          </a:p>
        </p:txBody>
      </p:sp>
      <p:sp>
        <p:nvSpPr>
          <p:cNvPr id="340" name="Rectangle: Rounded Corners 339">
            <a:extLst>
              <a:ext uri="{FF2B5EF4-FFF2-40B4-BE49-F238E27FC236}">
                <a16:creationId xmlns:a16="http://schemas.microsoft.com/office/drawing/2014/main" id="{E38E8FAC-8F91-98B1-A36A-A49F8D0C5E85}"/>
              </a:ext>
            </a:extLst>
          </p:cNvPr>
          <p:cNvSpPr/>
          <p:nvPr/>
        </p:nvSpPr>
        <p:spPr>
          <a:xfrm>
            <a:off x="6607983"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Specialty</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41" name="Rectangle: Rounded Corners 340">
            <a:extLst>
              <a:ext uri="{FF2B5EF4-FFF2-40B4-BE49-F238E27FC236}">
                <a16:creationId xmlns:a16="http://schemas.microsoft.com/office/drawing/2014/main" id="{D02DF3BF-E98A-E4DA-3C98-519AC48C8804}"/>
              </a:ext>
            </a:extLst>
          </p:cNvPr>
          <p:cNvSpPr/>
          <p:nvPr/>
        </p:nvSpPr>
        <p:spPr>
          <a:xfrm>
            <a:off x="1436578" y="3074291"/>
            <a:ext cx="1554480" cy="457200"/>
          </a:xfrm>
          <a:prstGeom prst="roundRect">
            <a:avLst/>
          </a:prstGeom>
          <a:solidFill>
            <a:srgbClr val="9D90A0">
              <a:lumMod val="40000"/>
              <a:lumOff val="60000"/>
            </a:srgbClr>
          </a:solidFill>
          <a:ln w="28575" cap="rnd" cmpd="sng" algn="ctr">
            <a:solidFill>
              <a:sysClr val="windowText" lastClr="000000"/>
            </a:solidFill>
            <a:prstDash val="sysDot"/>
            <a:miter lim="800000"/>
          </a:ln>
          <a:effectLst/>
        </p:spPr>
        <p:txBody>
          <a:bodyPr spcFirstLastPara="0" vert="horz" wrap="square" lIns="5715" tIns="5715" rIns="5715" bIns="54011" numCol="1" spcCol="1270" anchor="ctr" anchorCtr="0">
            <a:noAutofit/>
            <a:flatTx/>
          </a:bodyPr>
          <a:lstStyle/>
          <a:p>
            <a:pPr marL="0" marR="0" lvl="0" indent="0" algn="ctr" defTabSz="914446"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Bill Devine</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Execution Leadership Support</a:t>
            </a:r>
          </a:p>
        </p:txBody>
      </p:sp>
      <p:sp>
        <p:nvSpPr>
          <p:cNvPr id="342" name="Rectangle: Rounded Corners 341">
            <a:extLst>
              <a:ext uri="{FF2B5EF4-FFF2-40B4-BE49-F238E27FC236}">
                <a16:creationId xmlns:a16="http://schemas.microsoft.com/office/drawing/2014/main" id="{4BD46B2E-F866-286F-2816-CC84AE5D81F0}"/>
              </a:ext>
            </a:extLst>
          </p:cNvPr>
          <p:cNvSpPr/>
          <p:nvPr/>
        </p:nvSpPr>
        <p:spPr>
          <a:xfrm>
            <a:off x="7977955"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Underwriting &amp; Portfolio </a:t>
            </a:r>
            <a:r>
              <a:rPr kumimoji="0" lang="en-US"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Mngmnt</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43" name="Rectangle: Rounded Corners 342">
            <a:extLst>
              <a:ext uri="{FF2B5EF4-FFF2-40B4-BE49-F238E27FC236}">
                <a16:creationId xmlns:a16="http://schemas.microsoft.com/office/drawing/2014/main" id="{DACD6D1B-8B64-6112-1381-61CC7D5E8F5D}"/>
              </a:ext>
            </a:extLst>
          </p:cNvPr>
          <p:cNvSpPr/>
          <p:nvPr/>
        </p:nvSpPr>
        <p:spPr>
          <a:xfrm>
            <a:off x="9341418"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Operations</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44" name="Rectangle: Rounded Corners 343">
            <a:extLst>
              <a:ext uri="{FF2B5EF4-FFF2-40B4-BE49-F238E27FC236}">
                <a16:creationId xmlns:a16="http://schemas.microsoft.com/office/drawing/2014/main" id="{FA15AB65-512B-22B6-5821-72B61DAEC44E}"/>
              </a:ext>
            </a:extLst>
          </p:cNvPr>
          <p:cNvSpPr/>
          <p:nvPr/>
        </p:nvSpPr>
        <p:spPr>
          <a:xfrm>
            <a:off x="6605040"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Finance &amp; Reinsurance</a:t>
            </a:r>
          </a:p>
        </p:txBody>
      </p:sp>
      <p:sp>
        <p:nvSpPr>
          <p:cNvPr id="345" name="Rectangle: Rounded Corners 344">
            <a:extLst>
              <a:ext uri="{FF2B5EF4-FFF2-40B4-BE49-F238E27FC236}">
                <a16:creationId xmlns:a16="http://schemas.microsoft.com/office/drawing/2014/main" id="{F6DEA940-8F75-9D5A-19D5-300FA65C51BD}"/>
              </a:ext>
            </a:extLst>
          </p:cNvPr>
          <p:cNvSpPr/>
          <p:nvPr/>
        </p:nvSpPr>
        <p:spPr>
          <a:xfrm>
            <a:off x="7959053"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B&amp;SI</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46" name="Rectangle: Rounded Corners 345">
            <a:extLst>
              <a:ext uri="{FF2B5EF4-FFF2-40B4-BE49-F238E27FC236}">
                <a16:creationId xmlns:a16="http://schemas.microsoft.com/office/drawing/2014/main" id="{5DD8EF36-515C-BBCC-4175-8B8423CD1F91}"/>
              </a:ext>
            </a:extLst>
          </p:cNvPr>
          <p:cNvSpPr/>
          <p:nvPr/>
        </p:nvSpPr>
        <p:spPr>
          <a:xfrm>
            <a:off x="9329025"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Actuarial &amp; CAT</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47" name="Rectangle: Rounded Corners 346">
            <a:extLst>
              <a:ext uri="{FF2B5EF4-FFF2-40B4-BE49-F238E27FC236}">
                <a16:creationId xmlns:a16="http://schemas.microsoft.com/office/drawing/2014/main" id="{71A70792-79F5-2D3C-A533-B41050A2A523}"/>
              </a:ext>
            </a:extLst>
          </p:cNvPr>
          <p:cNvSpPr/>
          <p:nvPr/>
        </p:nvSpPr>
        <p:spPr>
          <a:xfrm>
            <a:off x="10682552"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Claim</a:t>
            </a:r>
          </a:p>
        </p:txBody>
      </p:sp>
      <p:sp>
        <p:nvSpPr>
          <p:cNvPr id="348" name="Rectangle: Rounded Corners 347">
            <a:extLst>
              <a:ext uri="{FF2B5EF4-FFF2-40B4-BE49-F238E27FC236}">
                <a16:creationId xmlns:a16="http://schemas.microsoft.com/office/drawing/2014/main" id="{F9F9AF14-5AFA-7D85-D083-91621E464CAB}"/>
              </a:ext>
            </a:extLst>
          </p:cNvPr>
          <p:cNvSpPr/>
          <p:nvPr/>
        </p:nvSpPr>
        <p:spPr>
          <a:xfrm>
            <a:off x="10682552" y="477419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Regulatory &amp; Compliance</a:t>
            </a:r>
          </a:p>
        </p:txBody>
      </p:sp>
      <p:sp>
        <p:nvSpPr>
          <p:cNvPr id="349" name="Rectangle: Rounded Corners 348">
            <a:extLst>
              <a:ext uri="{FF2B5EF4-FFF2-40B4-BE49-F238E27FC236}">
                <a16:creationId xmlns:a16="http://schemas.microsoft.com/office/drawing/2014/main" id="{E8856FD1-9ADC-C56F-D0B1-2E42E1404F0B}"/>
              </a:ext>
            </a:extLst>
          </p:cNvPr>
          <p:cNvSpPr/>
          <p:nvPr/>
        </p:nvSpPr>
        <p:spPr>
          <a:xfrm>
            <a:off x="6984345" y="3645320"/>
            <a:ext cx="1188720" cy="425843"/>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46"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Emma Scopino</a:t>
            </a:r>
          </a:p>
          <a:p>
            <a:pPr marL="0" marR="0" lvl="0" indent="0" algn="ctr" defTabSz="400050" eaLnBrk="1" fontAlgn="auto" latinLnBrk="0" hangingPunct="1">
              <a:lnSpc>
                <a:spcPct val="90000"/>
              </a:lnSpc>
              <a:spcBef>
                <a:spcPct val="0"/>
              </a:spcBef>
              <a:spcAft>
                <a:spcPct val="3500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SP&amp;E and CX BI</a:t>
            </a:r>
          </a:p>
        </p:txBody>
      </p:sp>
      <p:cxnSp>
        <p:nvCxnSpPr>
          <p:cNvPr id="350" name="Straight Connector 349">
            <a:extLst>
              <a:ext uri="{FF2B5EF4-FFF2-40B4-BE49-F238E27FC236}">
                <a16:creationId xmlns:a16="http://schemas.microsoft.com/office/drawing/2014/main" id="{2B05C5B3-45B2-15A7-6F15-C7F4EC432E08}"/>
              </a:ext>
            </a:extLst>
          </p:cNvPr>
          <p:cNvCxnSpPr>
            <a:cxnSpLocks/>
          </p:cNvCxnSpPr>
          <p:nvPr/>
        </p:nvCxnSpPr>
        <p:spPr>
          <a:xfrm>
            <a:off x="5057835" y="4271803"/>
            <a:ext cx="0" cy="2480686"/>
          </a:xfrm>
          <a:prstGeom prst="line">
            <a:avLst/>
          </a:prstGeom>
          <a:noFill/>
          <a:ln w="28575" cap="flat" cmpd="sng" algn="ctr">
            <a:solidFill>
              <a:sysClr val="windowText" lastClr="000000"/>
            </a:solidFill>
            <a:prstDash val="solid"/>
            <a:miter lim="800000"/>
          </a:ln>
          <a:effectLst/>
        </p:spPr>
      </p:cxnSp>
      <p:sp>
        <p:nvSpPr>
          <p:cNvPr id="351" name="Isosceles Triangle 350">
            <a:extLst>
              <a:ext uri="{FF2B5EF4-FFF2-40B4-BE49-F238E27FC236}">
                <a16:creationId xmlns:a16="http://schemas.microsoft.com/office/drawing/2014/main" id="{CEFE4048-69A9-56E4-B383-677C211AAC43}"/>
              </a:ext>
            </a:extLst>
          </p:cNvPr>
          <p:cNvSpPr/>
          <p:nvPr/>
        </p:nvSpPr>
        <p:spPr>
          <a:xfrm rot="5400000">
            <a:off x="4182488" y="2185750"/>
            <a:ext cx="1571846" cy="256946"/>
          </a:xfrm>
          <a:prstGeom prst="triangle">
            <a:avLst/>
          </a:prstGeom>
          <a:solidFill>
            <a:sysClr val="windowText" lastClr="00000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2" name="Isosceles Triangle 351">
            <a:extLst>
              <a:ext uri="{FF2B5EF4-FFF2-40B4-BE49-F238E27FC236}">
                <a16:creationId xmlns:a16="http://schemas.microsoft.com/office/drawing/2014/main" id="{C2EE40C4-3CDF-BC70-5C41-217B49653B40}"/>
              </a:ext>
            </a:extLst>
          </p:cNvPr>
          <p:cNvSpPr/>
          <p:nvPr/>
        </p:nvSpPr>
        <p:spPr>
          <a:xfrm rot="10800000">
            <a:off x="1637859" y="3797056"/>
            <a:ext cx="1571846" cy="256946"/>
          </a:xfrm>
          <a:prstGeom prst="triangle">
            <a:avLst/>
          </a:prstGeom>
          <a:solidFill>
            <a:sysClr val="windowText" lastClr="000000"/>
          </a:solidFill>
          <a:ln w="12700" cap="flat" cmpd="sng" algn="ctr">
            <a:solidFill>
              <a:srgbClr val="4A66AC">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Calibri" panose="020F0502020204030204"/>
              <a:ea typeface="+mn-ea"/>
              <a:cs typeface="+mn-cs"/>
            </a:endParaRPr>
          </a:p>
        </p:txBody>
      </p:sp>
      <p:sp>
        <p:nvSpPr>
          <p:cNvPr id="353" name="Rectangle: Rounded Corners 352">
            <a:extLst>
              <a:ext uri="{FF2B5EF4-FFF2-40B4-BE49-F238E27FC236}">
                <a16:creationId xmlns:a16="http://schemas.microsoft.com/office/drawing/2014/main" id="{FE453CFC-24CF-0E22-8BAA-6F0E3C6BA51F}"/>
              </a:ext>
            </a:extLst>
          </p:cNvPr>
          <p:cNvSpPr/>
          <p:nvPr/>
        </p:nvSpPr>
        <p:spPr>
          <a:xfrm>
            <a:off x="2506729" y="2490813"/>
            <a:ext cx="1113488" cy="465832"/>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James Dale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Capgemini </a:t>
            </a: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Manager </a:t>
            </a:r>
          </a:p>
        </p:txBody>
      </p:sp>
      <p:sp>
        <p:nvSpPr>
          <p:cNvPr id="354" name="Rectangle: Rounded Corners 353">
            <a:extLst>
              <a:ext uri="{FF2B5EF4-FFF2-40B4-BE49-F238E27FC236}">
                <a16:creationId xmlns:a16="http://schemas.microsoft.com/office/drawing/2014/main" id="{0761662F-E5C1-B104-982D-25DE4B46C799}"/>
              </a:ext>
            </a:extLst>
          </p:cNvPr>
          <p:cNvSpPr/>
          <p:nvPr/>
        </p:nvSpPr>
        <p:spPr>
          <a:xfrm>
            <a:off x="3656088" y="2477258"/>
            <a:ext cx="1113488" cy="465832"/>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Mary Engdahl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Salesforce Engagement Lead</a:t>
            </a:r>
          </a:p>
        </p:txBody>
      </p:sp>
      <p:sp>
        <p:nvSpPr>
          <p:cNvPr id="355" name="Rectangle: Rounded Corners 354">
            <a:extLst>
              <a:ext uri="{FF2B5EF4-FFF2-40B4-BE49-F238E27FC236}">
                <a16:creationId xmlns:a16="http://schemas.microsoft.com/office/drawing/2014/main" id="{0DA7FE5B-FE29-DEA5-B2CC-EA4351DBA1EC}"/>
              </a:ext>
            </a:extLst>
          </p:cNvPr>
          <p:cNvSpPr/>
          <p:nvPr/>
        </p:nvSpPr>
        <p:spPr>
          <a:xfrm>
            <a:off x="97499" y="2485587"/>
            <a:ext cx="1113488" cy="465832"/>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Barry Houston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Capgemini </a:t>
            </a: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Director</a:t>
            </a:r>
          </a:p>
        </p:txBody>
      </p:sp>
      <p:sp>
        <p:nvSpPr>
          <p:cNvPr id="356" name="Rectangle: Rounded Corners 355">
            <a:extLst>
              <a:ext uri="{FF2B5EF4-FFF2-40B4-BE49-F238E27FC236}">
                <a16:creationId xmlns:a16="http://schemas.microsoft.com/office/drawing/2014/main" id="{5F8DFA1E-5471-01FE-28A9-E5109AD1DC3F}"/>
              </a:ext>
            </a:extLst>
          </p:cNvPr>
          <p:cNvSpPr/>
          <p:nvPr/>
        </p:nvSpPr>
        <p:spPr>
          <a:xfrm>
            <a:off x="637528"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Brett Fabian-Smith</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Lead Enterprise Architect</a:t>
            </a:r>
          </a:p>
        </p:txBody>
      </p:sp>
      <p:sp>
        <p:nvSpPr>
          <p:cNvPr id="357" name="Rectangle: Rounded Corners 356">
            <a:extLst>
              <a:ext uri="{FF2B5EF4-FFF2-40B4-BE49-F238E27FC236}">
                <a16:creationId xmlns:a16="http://schemas.microsoft.com/office/drawing/2014/main" id="{069E3F40-F8AD-0B9A-7DE5-3CDEEE6CF5A4}"/>
              </a:ext>
            </a:extLst>
          </p:cNvPr>
          <p:cNvSpPr/>
          <p:nvPr/>
        </p:nvSpPr>
        <p:spPr>
          <a:xfrm>
            <a:off x="5279894"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Peter Dixon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Business Architect</a:t>
            </a:r>
          </a:p>
        </p:txBody>
      </p:sp>
      <p:sp>
        <p:nvSpPr>
          <p:cNvPr id="358" name="Rectangle: Rounded Corners 357">
            <a:extLst>
              <a:ext uri="{FF2B5EF4-FFF2-40B4-BE49-F238E27FC236}">
                <a16:creationId xmlns:a16="http://schemas.microsoft.com/office/drawing/2014/main" id="{29F35CBD-1709-85F3-CBD0-684DAB0E0FBD}"/>
              </a:ext>
            </a:extLst>
          </p:cNvPr>
          <p:cNvSpPr/>
          <p:nvPr/>
        </p:nvSpPr>
        <p:spPr>
          <a:xfrm>
            <a:off x="637528" y="6312197"/>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Prasanna Kumar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Data Architect</a:t>
            </a:r>
          </a:p>
        </p:txBody>
      </p:sp>
      <p:sp>
        <p:nvSpPr>
          <p:cNvPr id="359" name="Rectangle: Rounded Corners 358">
            <a:extLst>
              <a:ext uri="{FF2B5EF4-FFF2-40B4-BE49-F238E27FC236}">
                <a16:creationId xmlns:a16="http://schemas.microsoft.com/office/drawing/2014/main" id="{B75ABA89-484E-031D-D096-F6D08B5B1C53}"/>
              </a:ext>
            </a:extLst>
          </p:cNvPr>
          <p:cNvSpPr/>
          <p:nvPr/>
        </p:nvSpPr>
        <p:spPr>
          <a:xfrm>
            <a:off x="1993323" y="6312197"/>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Vamshi 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Guidewire Architect</a:t>
            </a:r>
          </a:p>
        </p:txBody>
      </p:sp>
      <p:sp>
        <p:nvSpPr>
          <p:cNvPr id="360" name="Rectangle: Rounded Corners 359">
            <a:extLst>
              <a:ext uri="{FF2B5EF4-FFF2-40B4-BE49-F238E27FC236}">
                <a16:creationId xmlns:a16="http://schemas.microsoft.com/office/drawing/2014/main" id="{8C295281-78B4-BCEB-14EB-2B9ECE931E13}"/>
              </a:ext>
            </a:extLst>
          </p:cNvPr>
          <p:cNvSpPr/>
          <p:nvPr/>
        </p:nvSpPr>
        <p:spPr>
          <a:xfrm>
            <a:off x="3364499"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Aurobinda</a:t>
            </a: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Mahapatra</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Integration Architect</a:t>
            </a:r>
          </a:p>
        </p:txBody>
      </p:sp>
      <p:sp>
        <p:nvSpPr>
          <p:cNvPr id="361" name="Rectangle: Rounded Corners 360">
            <a:extLst>
              <a:ext uri="{FF2B5EF4-FFF2-40B4-BE49-F238E27FC236}">
                <a16:creationId xmlns:a16="http://schemas.microsoft.com/office/drawing/2014/main" id="{304A4CFE-D9B4-937E-68C1-B755C66D7880}"/>
              </a:ext>
            </a:extLst>
          </p:cNvPr>
          <p:cNvSpPr/>
          <p:nvPr/>
        </p:nvSpPr>
        <p:spPr>
          <a:xfrm>
            <a:off x="6622113"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Segun </a:t>
            </a:r>
            <a:r>
              <a:rPr kumimoji="0" lang="en-GB"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Odubiyi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PC Functional Lead</a:t>
            </a:r>
          </a:p>
        </p:txBody>
      </p:sp>
      <p:sp>
        <p:nvSpPr>
          <p:cNvPr id="362" name="Rectangle: Rounded Corners 361">
            <a:extLst>
              <a:ext uri="{FF2B5EF4-FFF2-40B4-BE49-F238E27FC236}">
                <a16:creationId xmlns:a16="http://schemas.microsoft.com/office/drawing/2014/main" id="{1C6DFC72-99C1-C2E5-56A9-EB4A34138EA5}"/>
              </a:ext>
            </a:extLst>
          </p:cNvPr>
          <p:cNvSpPr/>
          <p:nvPr/>
        </p:nvSpPr>
        <p:spPr>
          <a:xfrm>
            <a:off x="7977955"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Sriram Jagannathan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BC Functional Lead</a:t>
            </a:r>
          </a:p>
        </p:txBody>
      </p:sp>
      <p:sp>
        <p:nvSpPr>
          <p:cNvPr id="363" name="Rectangle: Rounded Corners 362">
            <a:extLst>
              <a:ext uri="{FF2B5EF4-FFF2-40B4-BE49-F238E27FC236}">
                <a16:creationId xmlns:a16="http://schemas.microsoft.com/office/drawing/2014/main" id="{B164B875-9C99-12D0-8C37-3A772D88B09C}"/>
              </a:ext>
            </a:extLst>
          </p:cNvPr>
          <p:cNvSpPr/>
          <p:nvPr/>
        </p:nvSpPr>
        <p:spPr>
          <a:xfrm>
            <a:off x="9320174"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Mark Conlan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SF User Experience</a:t>
            </a:r>
          </a:p>
        </p:txBody>
      </p:sp>
      <p:sp>
        <p:nvSpPr>
          <p:cNvPr id="364" name="Subtitle 2">
            <a:extLst>
              <a:ext uri="{FF2B5EF4-FFF2-40B4-BE49-F238E27FC236}">
                <a16:creationId xmlns:a16="http://schemas.microsoft.com/office/drawing/2014/main" id="{3F1F2CCA-8297-206F-0115-6ECBAB0D3A87}"/>
              </a:ext>
            </a:extLst>
          </p:cNvPr>
          <p:cNvSpPr txBox="1">
            <a:spLocks/>
          </p:cNvSpPr>
          <p:nvPr/>
        </p:nvSpPr>
        <p:spPr>
          <a:xfrm>
            <a:off x="210088" y="625892"/>
            <a:ext cx="9144000" cy="365125"/>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Arial" panose="020B0604020202020204" pitchFamily="34" charset="0"/>
              <a:buNone/>
              <a:defRPr sz="1800" kern="1200">
                <a:solidFill>
                  <a:schemeClr val="accent6">
                    <a:lumMod val="75000"/>
                  </a:schemeClr>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GB" sz="1800" b="0" i="0" u="none" strike="noStrike" kern="1200" cap="none" spc="0" normalizeH="0" baseline="0" noProof="0">
                <a:ln>
                  <a:noFill/>
                </a:ln>
                <a:solidFill>
                  <a:srgbClr val="9D90A0">
                    <a:lumMod val="75000"/>
                  </a:srgbClr>
                </a:solidFill>
                <a:effectLst/>
                <a:uLnTx/>
                <a:uFillTx/>
                <a:latin typeface="Calibri" panose="020F0502020204030204"/>
                <a:ea typeface="+mn-ea"/>
                <a:cs typeface="+mn-cs"/>
              </a:rPr>
              <a:t>High Level View – detailed project team chart to be found on next slide </a:t>
            </a:r>
          </a:p>
        </p:txBody>
      </p:sp>
      <p:sp>
        <p:nvSpPr>
          <p:cNvPr id="365" name="Rectangle: Rounded Corners 61">
            <a:extLst>
              <a:ext uri="{FF2B5EF4-FFF2-40B4-BE49-F238E27FC236}">
                <a16:creationId xmlns:a16="http://schemas.microsoft.com/office/drawing/2014/main" id="{9B13A606-4BB2-5FEA-8882-C10D72938487}"/>
              </a:ext>
            </a:extLst>
          </p:cNvPr>
          <p:cNvSpPr/>
          <p:nvPr/>
        </p:nvSpPr>
        <p:spPr>
          <a:xfrm>
            <a:off x="1993323"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Tim Warburton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Salesforce </a:t>
            </a:r>
            <a:r>
              <a:rPr kumimoji="0" lang="en-US" sz="800" b="0"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Programme</a:t>
            </a: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 Architect</a:t>
            </a:r>
          </a:p>
        </p:txBody>
      </p:sp>
      <p:sp>
        <p:nvSpPr>
          <p:cNvPr id="366" name="Rectangle: Rounded Corners 64">
            <a:extLst>
              <a:ext uri="{FF2B5EF4-FFF2-40B4-BE49-F238E27FC236}">
                <a16:creationId xmlns:a16="http://schemas.microsoft.com/office/drawing/2014/main" id="{991A8AA6-874E-27EE-C63C-F2A2560EF98F}"/>
              </a:ext>
            </a:extLst>
          </p:cNvPr>
          <p:cNvSpPr/>
          <p:nvPr/>
        </p:nvSpPr>
        <p:spPr>
          <a:xfrm>
            <a:off x="10686008" y="5800088"/>
            <a:ext cx="1296000" cy="468000"/>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Salman Sheikh</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Salesforce Solution Architect</a:t>
            </a:r>
          </a:p>
        </p:txBody>
      </p:sp>
      <p:sp>
        <p:nvSpPr>
          <p:cNvPr id="367" name="Rectangle: Rounded Corners 366">
            <a:extLst>
              <a:ext uri="{FF2B5EF4-FFF2-40B4-BE49-F238E27FC236}">
                <a16:creationId xmlns:a16="http://schemas.microsoft.com/office/drawing/2014/main" id="{7D419612-012C-110F-C881-681915685D95}"/>
              </a:ext>
            </a:extLst>
          </p:cNvPr>
          <p:cNvSpPr/>
          <p:nvPr/>
        </p:nvSpPr>
        <p:spPr>
          <a:xfrm>
            <a:off x="1246858" y="2490813"/>
            <a:ext cx="1224000" cy="465832"/>
          </a:xfrm>
          <a:prstGeom prst="roundRect">
            <a:avLst/>
          </a:prstGeom>
          <a:solidFill>
            <a:srgbClr val="5AA2AE">
              <a:lumMod val="40000"/>
              <a:lumOff val="60000"/>
            </a:srgbClr>
          </a:solidFill>
          <a:ln w="28575" cap="rnd" cmpd="sng" algn="ctr">
            <a:solidFill>
              <a:srgbClr val="5AA2AE"/>
            </a:solid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Brett Fabian-Smith</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Lead Enterprise Architect</a:t>
            </a:r>
          </a:p>
        </p:txBody>
      </p:sp>
      <p:sp>
        <p:nvSpPr>
          <p:cNvPr id="368" name="Rectangle: Rounded Corners 367">
            <a:extLst>
              <a:ext uri="{FF2B5EF4-FFF2-40B4-BE49-F238E27FC236}">
                <a16:creationId xmlns:a16="http://schemas.microsoft.com/office/drawing/2014/main" id="{C2D70FEF-F7B4-9282-9F16-57FD3FB10443}"/>
              </a:ext>
            </a:extLst>
          </p:cNvPr>
          <p:cNvSpPr/>
          <p:nvPr/>
        </p:nvSpPr>
        <p:spPr>
          <a:xfrm>
            <a:off x="5248760" y="5065826"/>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t"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Jamie Jones</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err="1">
                <a:ln>
                  <a:noFill/>
                </a:ln>
                <a:solidFill>
                  <a:prstClr val="black"/>
                </a:solidFill>
                <a:effectLst/>
                <a:uLnTx/>
                <a:uFillTx/>
                <a:latin typeface="Calibri" panose="020F0502020204030204"/>
                <a:ea typeface="+mn-ea"/>
                <a:cs typeface="+mn-cs"/>
              </a:rPr>
              <a:t>iHUB</a:t>
            </a:r>
            <a:r>
              <a:rPr kumimoji="0" lang="en-GB" sz="800" b="0" i="0" u="none" strike="noStrike" kern="0" cap="none" spc="0" normalizeH="0" baseline="0" noProof="0">
                <a:ln>
                  <a:noFill/>
                </a:ln>
                <a:solidFill>
                  <a:prstClr val="black"/>
                </a:solidFill>
                <a:effectLst/>
                <a:uLnTx/>
                <a:uFillTx/>
                <a:latin typeface="Calibri" panose="020F0502020204030204"/>
                <a:ea typeface="+mn-ea"/>
                <a:cs typeface="+mn-cs"/>
              </a:rPr>
              <a:t> Fos Circle Lead</a:t>
            </a:r>
            <a:endPar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1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69" name="Rectangle: Rounded Corners 368">
            <a:extLst>
              <a:ext uri="{FF2B5EF4-FFF2-40B4-BE49-F238E27FC236}">
                <a16:creationId xmlns:a16="http://schemas.microsoft.com/office/drawing/2014/main" id="{CC9233C1-E35D-2516-5742-767EC91C628B}"/>
              </a:ext>
            </a:extLst>
          </p:cNvPr>
          <p:cNvSpPr/>
          <p:nvPr/>
        </p:nvSpPr>
        <p:spPr>
          <a:xfrm>
            <a:off x="637528"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t"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Harsha Chinnam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err="1">
                <a:ln>
                  <a:noFill/>
                </a:ln>
                <a:solidFill>
                  <a:prstClr val="black"/>
                </a:solidFill>
                <a:effectLst/>
                <a:uLnTx/>
                <a:uFillTx/>
                <a:latin typeface="Calibri" panose="020F0502020204030204"/>
                <a:ea typeface="+mn-ea"/>
                <a:cs typeface="+mn-cs"/>
              </a:rPr>
              <a:t>iHUB</a:t>
            </a:r>
            <a:r>
              <a:rPr kumimoji="0" lang="en-GB" sz="800" b="0" i="0" u="none" strike="noStrike" kern="0" cap="none" spc="0" normalizeH="0" baseline="0" noProof="0">
                <a:ln>
                  <a:noFill/>
                </a:ln>
                <a:solidFill>
                  <a:prstClr val="black"/>
                </a:solidFill>
                <a:effectLst/>
                <a:uLnTx/>
                <a:uFillTx/>
                <a:latin typeface="Calibri" panose="020F0502020204030204"/>
                <a:ea typeface="+mn-ea"/>
                <a:cs typeface="+mn-cs"/>
              </a:rPr>
              <a:t> </a:t>
            </a:r>
            <a:r>
              <a:rPr kumimoji="0" lang="en-GB" sz="800" b="0" i="0" u="none" strike="noStrike" kern="0" cap="none" spc="0" normalizeH="0" baseline="0" noProof="0" err="1">
                <a:ln>
                  <a:noFill/>
                </a:ln>
                <a:solidFill>
                  <a:prstClr val="black"/>
                </a:solidFill>
                <a:effectLst/>
                <a:uLnTx/>
                <a:uFillTx/>
                <a:latin typeface="Calibri" panose="020F0502020204030204"/>
                <a:ea typeface="+mn-ea"/>
                <a:cs typeface="+mn-cs"/>
              </a:rPr>
              <a:t>FoS</a:t>
            </a:r>
            <a:r>
              <a:rPr kumimoji="0" lang="en-GB" sz="800" b="0" i="0" u="none" strike="noStrike" kern="0" cap="none" spc="0" normalizeH="0" baseline="0" noProof="0">
                <a:ln>
                  <a:noFill/>
                </a:ln>
                <a:solidFill>
                  <a:prstClr val="black"/>
                </a:solidFill>
                <a:effectLst/>
                <a:uLnTx/>
                <a:uFillTx/>
                <a:latin typeface="Calibri" panose="020F0502020204030204"/>
                <a:ea typeface="+mn-ea"/>
                <a:cs typeface="+mn-cs"/>
              </a:rPr>
              <a:t> Tech Lead</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70" name="Rectangle: Rounded Corners 369">
            <a:extLst>
              <a:ext uri="{FF2B5EF4-FFF2-40B4-BE49-F238E27FC236}">
                <a16:creationId xmlns:a16="http://schemas.microsoft.com/office/drawing/2014/main" id="{9C1EBCD9-5E2C-A8BB-9230-4DC050F75CFD}"/>
              </a:ext>
            </a:extLst>
          </p:cNvPr>
          <p:cNvSpPr/>
          <p:nvPr/>
        </p:nvSpPr>
        <p:spPr>
          <a:xfrm>
            <a:off x="1993323" y="5281435"/>
            <a:ext cx="1296000" cy="468000"/>
          </a:xfrm>
          <a:prstGeom prst="roundRect">
            <a:avLst/>
          </a:prstGeom>
          <a:solidFill>
            <a:srgbClr val="D2D7D8"/>
          </a:solidFill>
          <a:ln w="28575" cap="rnd" cmpd="sng" algn="ctr">
            <a:noFill/>
            <a:prstDash val="solid"/>
            <a:miter lim="800000"/>
          </a:ln>
          <a:effectLst/>
        </p:spPr>
        <p:txBody>
          <a:bodyPr spcFirstLastPara="0" vert="horz" wrap="square" lIns="5715" tIns="5715" rIns="5715" bIns="54011" numCol="1" spcCol="1270" anchor="t"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mn-cs"/>
              </a:rPr>
              <a:t>Bradley Todd</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Calibri" panose="020F0502020204030204"/>
                <a:ea typeface="+mn-ea"/>
                <a:cs typeface="+mn-cs"/>
              </a:rPr>
              <a:t>Int’l Info Architect</a:t>
            </a:r>
            <a:endPar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endParaRPr>
          </a:p>
        </p:txBody>
      </p:sp>
      <p:sp>
        <p:nvSpPr>
          <p:cNvPr id="371" name="Rectangle: Rounded Corners 370">
            <a:extLst>
              <a:ext uri="{FF2B5EF4-FFF2-40B4-BE49-F238E27FC236}">
                <a16:creationId xmlns:a16="http://schemas.microsoft.com/office/drawing/2014/main" id="{C73E3A3B-E864-CD7A-2B4B-3612C8D64138}"/>
              </a:ext>
            </a:extLst>
          </p:cNvPr>
          <p:cNvSpPr/>
          <p:nvPr/>
        </p:nvSpPr>
        <p:spPr>
          <a:xfrm>
            <a:off x="8236113" y="2647623"/>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Heather Batchelor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CUO, BI</a:t>
            </a:r>
          </a:p>
        </p:txBody>
      </p:sp>
      <p:sp>
        <p:nvSpPr>
          <p:cNvPr id="372" name="Rectangle: Rounded Corners 371">
            <a:extLst>
              <a:ext uri="{FF2B5EF4-FFF2-40B4-BE49-F238E27FC236}">
                <a16:creationId xmlns:a16="http://schemas.microsoft.com/office/drawing/2014/main" id="{98946D77-EE29-1803-0EEB-6B4F4A1E44C5}"/>
              </a:ext>
            </a:extLst>
          </p:cNvPr>
          <p:cNvSpPr/>
          <p:nvPr/>
        </p:nvSpPr>
        <p:spPr>
          <a:xfrm>
            <a:off x="9487881" y="3645320"/>
            <a:ext cx="1188720" cy="457200"/>
          </a:xfrm>
          <a:prstGeom prst="roundRect">
            <a:avLst/>
          </a:prstGeom>
          <a:solidFill>
            <a:sysClr val="window" lastClr="FFFFFF">
              <a:lumMod val="85000"/>
            </a:sysClr>
          </a:solidFill>
          <a:ln w="28575" cap="rnd" cmpd="sng" algn="ctr">
            <a:noFill/>
            <a:prstDash val="solid"/>
            <a:miter lim="800000"/>
          </a:ln>
          <a:effectLst/>
        </p:spPr>
        <p:txBody>
          <a:bodyPr spcFirstLastPara="0" vert="horz" wrap="square" lIns="5715" tIns="5715" rIns="5715" bIns="54011" numCol="1" spcCol="1270" anchor="ctr" anchorCtr="0">
            <a:noAutofit/>
            <a:flatTx/>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Greg </a:t>
            </a:r>
            <a:r>
              <a:rPr kumimoji="0" lang="en-GB" sz="1200" b="1" i="0" u="none" strike="noStrike" kern="0" cap="none" spc="0" normalizeH="0" baseline="0" noProof="0" err="1">
                <a:ln>
                  <a:noFill/>
                </a:ln>
                <a:solidFill>
                  <a:prstClr val="black"/>
                </a:solidFill>
                <a:effectLst/>
                <a:uLnTx/>
                <a:uFillTx/>
                <a:latin typeface="Calibri" panose="020F0502020204030204"/>
                <a:ea typeface="+mn-ea"/>
                <a:cs typeface="Calibri" panose="020F0502020204030204" pitchFamily="34" charset="0"/>
              </a:rPr>
              <a:t>Toczydlowski</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800" b="0" i="0" u="none" strike="noStrike" kern="0" cap="none" spc="0" normalizeH="0" baseline="0" noProof="0">
                <a:ln>
                  <a:noFill/>
                </a:ln>
                <a:solidFill>
                  <a:prstClr val="black"/>
                </a:solidFill>
                <a:effectLst/>
                <a:uLnTx/>
                <a:uFillTx/>
                <a:latin typeface="Calibri" panose="020F0502020204030204"/>
                <a:ea typeface="+mn-ea"/>
                <a:cs typeface="Calibri" panose="020F0502020204030204" pitchFamily="34" charset="0"/>
              </a:rPr>
              <a:t>President, BI</a:t>
            </a:r>
          </a:p>
        </p:txBody>
      </p:sp>
      <p:sp>
        <p:nvSpPr>
          <p:cNvPr id="373" name="Rectangle 372">
            <a:extLst>
              <a:ext uri="{FF2B5EF4-FFF2-40B4-BE49-F238E27FC236}">
                <a16:creationId xmlns:a16="http://schemas.microsoft.com/office/drawing/2014/main" id="{010A4934-742F-E863-B9F0-213562248504}"/>
              </a:ext>
            </a:extLst>
          </p:cNvPr>
          <p:cNvSpPr/>
          <p:nvPr/>
        </p:nvSpPr>
        <p:spPr>
          <a:xfrm>
            <a:off x="3770931" y="4274089"/>
            <a:ext cx="2240831" cy="31510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ysClr val="windowText" lastClr="000000"/>
                </a:solidFill>
                <a:effectLst/>
                <a:uLnTx/>
                <a:uFillTx/>
                <a:latin typeface="Calibri" panose="020F0502020204030204"/>
                <a:ea typeface="+mn-ea"/>
                <a:cs typeface="+mn-cs"/>
              </a:rPr>
              <a:t>Design Authorities</a:t>
            </a:r>
          </a:p>
        </p:txBody>
      </p:sp>
    </p:spTree>
    <p:extLst>
      <p:ext uri="{BB962C8B-B14F-4D97-AF65-F5344CB8AC3E}">
        <p14:creationId xmlns:p14="http://schemas.microsoft.com/office/powerpoint/2010/main" val="35239456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68" name="Rectangle 367">
            <a:extLst>
              <a:ext uri="{FF2B5EF4-FFF2-40B4-BE49-F238E27FC236}">
                <a16:creationId xmlns:a16="http://schemas.microsoft.com/office/drawing/2014/main" id="{0BB6580F-0DDA-F971-F297-DBADCA388D0B}"/>
              </a:ext>
            </a:extLst>
          </p:cNvPr>
          <p:cNvSpPr/>
          <p:nvPr/>
        </p:nvSpPr>
        <p:spPr>
          <a:xfrm>
            <a:off x="1337106" y="3237384"/>
            <a:ext cx="10552642" cy="323909"/>
          </a:xfrm>
          <a:prstGeom prst="rect">
            <a:avLst/>
          </a:prstGeom>
          <a:solidFill>
            <a:srgbClr val="E8F6CF"/>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600" kern="0" spc="300">
              <a:solidFill>
                <a:prstClr val="white"/>
              </a:solidFill>
              <a:latin typeface="Calibri" panose="020F0502020204030204"/>
              <a:cs typeface="Calibri" panose="020F0502020204030204" pitchFamily="34" charset="0"/>
            </a:endParaRPr>
          </a:p>
        </p:txBody>
      </p:sp>
      <p:sp>
        <p:nvSpPr>
          <p:cNvPr id="369" name="Rectangle 368">
            <a:extLst>
              <a:ext uri="{FF2B5EF4-FFF2-40B4-BE49-F238E27FC236}">
                <a16:creationId xmlns:a16="http://schemas.microsoft.com/office/drawing/2014/main" id="{C38CF5E4-7381-BD09-557D-2A852E99237F}"/>
              </a:ext>
            </a:extLst>
          </p:cNvPr>
          <p:cNvSpPr/>
          <p:nvPr/>
        </p:nvSpPr>
        <p:spPr bwMode="gray">
          <a:xfrm>
            <a:off x="1348071" y="3269774"/>
            <a:ext cx="710552" cy="259128"/>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600" b="1" kern="0">
                <a:solidFill>
                  <a:prstClr val="black"/>
                </a:solidFill>
                <a:latin typeface="Calibri" panose="020F0502020204030204"/>
                <a:ea typeface="Open Sans Light" panose="020B0306030504020204" pitchFamily="34" charset="0"/>
                <a:cs typeface="Calibri" panose="020F0502020204030204" pitchFamily="34" charset="0"/>
              </a:rPr>
              <a:t>Integration Design / BA</a:t>
            </a:r>
          </a:p>
        </p:txBody>
      </p:sp>
      <p:sp>
        <p:nvSpPr>
          <p:cNvPr id="370" name="Rectangle 369">
            <a:extLst>
              <a:ext uri="{FF2B5EF4-FFF2-40B4-BE49-F238E27FC236}">
                <a16:creationId xmlns:a16="http://schemas.microsoft.com/office/drawing/2014/main" id="{4403F058-1247-85E2-4EBD-E5D8CE620470}"/>
              </a:ext>
            </a:extLst>
          </p:cNvPr>
          <p:cNvSpPr/>
          <p:nvPr/>
        </p:nvSpPr>
        <p:spPr>
          <a:xfrm>
            <a:off x="1935171" y="3258649"/>
            <a:ext cx="1483899" cy="255344"/>
          </a:xfrm>
          <a:prstGeom prst="rect">
            <a:avLst/>
          </a:prstGeom>
          <a:solidFill>
            <a:srgbClr val="E8F6CF"/>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Aurobinda Mahapatra (S) – </a:t>
            </a:r>
            <a:r>
              <a:rPr lang="en-GB" sz="600" kern="0">
                <a:solidFill>
                  <a:srgbClr val="000000"/>
                </a:solidFill>
                <a:latin typeface="Calibri" panose="020F0502020204030204"/>
                <a:cs typeface="Calibri" panose="020F0502020204030204" pitchFamily="34" charset="0"/>
              </a:rPr>
              <a:t>Integration Lead</a:t>
            </a:r>
          </a:p>
        </p:txBody>
      </p:sp>
      <p:sp>
        <p:nvSpPr>
          <p:cNvPr id="371" name="Rectangle 370">
            <a:extLst>
              <a:ext uri="{FF2B5EF4-FFF2-40B4-BE49-F238E27FC236}">
                <a16:creationId xmlns:a16="http://schemas.microsoft.com/office/drawing/2014/main" id="{1C549C0D-7248-2E0E-D420-C445BE83A48E}"/>
              </a:ext>
            </a:extLst>
          </p:cNvPr>
          <p:cNvSpPr/>
          <p:nvPr/>
        </p:nvSpPr>
        <p:spPr>
          <a:xfrm>
            <a:off x="511806" y="2039833"/>
            <a:ext cx="11377943" cy="350012"/>
          </a:xfrm>
          <a:prstGeom prst="rect">
            <a:avLst/>
          </a:prstGeom>
          <a:solidFill>
            <a:srgbClr val="44546A">
              <a:alpha val="29000"/>
            </a:srgbClr>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72" name="Rectangle 371">
            <a:extLst>
              <a:ext uri="{FF2B5EF4-FFF2-40B4-BE49-F238E27FC236}">
                <a16:creationId xmlns:a16="http://schemas.microsoft.com/office/drawing/2014/main" id="{82298F40-CCDF-3835-CF91-E7E8D99A8D63}"/>
              </a:ext>
            </a:extLst>
          </p:cNvPr>
          <p:cNvSpPr/>
          <p:nvPr/>
        </p:nvSpPr>
        <p:spPr bwMode="gray">
          <a:xfrm>
            <a:off x="278527" y="333883"/>
            <a:ext cx="11598302" cy="1471221"/>
          </a:xfrm>
          <a:prstGeom prst="rect">
            <a:avLst/>
          </a:prstGeom>
          <a:solidFill>
            <a:srgbClr val="86BC25">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b="1" kern="0">
              <a:solidFill>
                <a:prstClr val="black"/>
              </a:solidFill>
              <a:latin typeface="Calibri" panose="020F0502020204030204"/>
              <a:cs typeface="Calibri" panose="020F0502020204030204" pitchFamily="34" charset="0"/>
            </a:endParaRPr>
          </a:p>
        </p:txBody>
      </p:sp>
      <p:sp>
        <p:nvSpPr>
          <p:cNvPr id="373" name="Rectangle 372">
            <a:extLst>
              <a:ext uri="{FF2B5EF4-FFF2-40B4-BE49-F238E27FC236}">
                <a16:creationId xmlns:a16="http://schemas.microsoft.com/office/drawing/2014/main" id="{8F2273CE-D4BF-0B6B-3582-05EDFD8535EB}"/>
              </a:ext>
            </a:extLst>
          </p:cNvPr>
          <p:cNvSpPr/>
          <p:nvPr/>
        </p:nvSpPr>
        <p:spPr>
          <a:xfrm>
            <a:off x="477460" y="194920"/>
            <a:ext cx="1105947" cy="124618"/>
          </a:xfrm>
          <a:prstGeom prst="rect">
            <a:avLst/>
          </a:prstGeom>
          <a:solidFill>
            <a:srgbClr val="86BC25"/>
          </a:solidFill>
          <a:ln w="9525" cap="flat" cmpd="sng" algn="ctr">
            <a:solidFill>
              <a:srgbClr val="86BC25"/>
            </a:solid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r>
              <a:rPr lang="en-GB" sz="800" b="1" kern="0">
                <a:solidFill>
                  <a:prstClr val="white"/>
                </a:solidFill>
                <a:latin typeface="Calibri" panose="020F0502020204030204"/>
                <a:cs typeface="Calibri" panose="020F0502020204030204" pitchFamily="34" charset="0"/>
              </a:rPr>
              <a:t>Delivery Management</a:t>
            </a:r>
          </a:p>
        </p:txBody>
      </p:sp>
      <p:sp>
        <p:nvSpPr>
          <p:cNvPr id="374" name="Rectangle 373">
            <a:extLst>
              <a:ext uri="{FF2B5EF4-FFF2-40B4-BE49-F238E27FC236}">
                <a16:creationId xmlns:a16="http://schemas.microsoft.com/office/drawing/2014/main" id="{E232E775-E87E-580E-0E11-4F856AEC77CA}"/>
              </a:ext>
            </a:extLst>
          </p:cNvPr>
          <p:cNvSpPr/>
          <p:nvPr/>
        </p:nvSpPr>
        <p:spPr>
          <a:xfrm>
            <a:off x="662193" y="392321"/>
            <a:ext cx="11108472" cy="393926"/>
          </a:xfrm>
          <a:prstGeom prst="rect">
            <a:avLst/>
          </a:prstGeom>
          <a:solidFill>
            <a:srgbClr val="86BC25">
              <a:lumMod val="60000"/>
              <a:lumOff val="40000"/>
            </a:srgbClr>
          </a:solidFill>
          <a:ln w="9525" cap="flat" cmpd="sng" algn="ctr">
            <a:solidFill>
              <a:srgbClr val="86BC25"/>
            </a:solidFill>
            <a:prstDash val="solid"/>
            <a:miter lim="800000"/>
          </a:ln>
          <a:effectLst/>
        </p:spPr>
        <p:txBody>
          <a:bodyPr lIns="0" tIns="1800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r>
              <a:rPr lang="en-GB" sz="800" b="1" kern="0">
                <a:solidFill>
                  <a:srgbClr val="000000"/>
                </a:solidFill>
                <a:latin typeface="Calibri" panose="020F0502020204030204"/>
                <a:cs typeface="Calibri" panose="020F0502020204030204" pitchFamily="34" charset="0"/>
              </a:rPr>
              <a:t>Programme Sponsorship</a:t>
            </a:r>
          </a:p>
        </p:txBody>
      </p:sp>
      <p:sp>
        <p:nvSpPr>
          <p:cNvPr id="375" name="Rectangle 374">
            <a:extLst>
              <a:ext uri="{FF2B5EF4-FFF2-40B4-BE49-F238E27FC236}">
                <a16:creationId xmlns:a16="http://schemas.microsoft.com/office/drawing/2014/main" id="{E91412D5-BF32-F7F2-1601-53BAC6F51EEB}"/>
              </a:ext>
            </a:extLst>
          </p:cNvPr>
          <p:cNvSpPr/>
          <p:nvPr/>
        </p:nvSpPr>
        <p:spPr bwMode="gray">
          <a:xfrm>
            <a:off x="454264" y="2090016"/>
            <a:ext cx="1143175" cy="235655"/>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Business Architecture, Functional Design and User experience</a:t>
            </a:r>
          </a:p>
        </p:txBody>
      </p:sp>
      <p:sp>
        <p:nvSpPr>
          <p:cNvPr id="376" name="Rectangle 375">
            <a:extLst>
              <a:ext uri="{FF2B5EF4-FFF2-40B4-BE49-F238E27FC236}">
                <a16:creationId xmlns:a16="http://schemas.microsoft.com/office/drawing/2014/main" id="{8DDB9040-801C-ED6B-BC70-DC991227056F}"/>
              </a:ext>
            </a:extLst>
          </p:cNvPr>
          <p:cNvSpPr/>
          <p:nvPr/>
        </p:nvSpPr>
        <p:spPr>
          <a:xfrm rot="16200000">
            <a:off x="-1031977" y="3385823"/>
            <a:ext cx="2815354" cy="194346"/>
          </a:xfrm>
          <a:prstGeom prst="rect">
            <a:avLst/>
          </a:prstGeom>
          <a:solidFill>
            <a:srgbClr val="86BC25"/>
          </a:solidFill>
          <a:ln w="9525" cap="flat" cmpd="sng" algn="ctr">
            <a:solidFill>
              <a:srgbClr val="86BC25"/>
            </a:solid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r>
              <a:rPr lang="en-GB" sz="450" b="1" kern="0">
                <a:solidFill>
                  <a:prstClr val="white"/>
                </a:solidFill>
                <a:latin typeface="Calibri" panose="020F0502020204030204"/>
                <a:cs typeface="Calibri" panose="020F0502020204030204" pitchFamily="34" charset="0"/>
              </a:rPr>
              <a:t>Capability Guilds</a:t>
            </a:r>
          </a:p>
        </p:txBody>
      </p:sp>
      <p:sp>
        <p:nvSpPr>
          <p:cNvPr id="377" name="Rectangle 376">
            <a:extLst>
              <a:ext uri="{FF2B5EF4-FFF2-40B4-BE49-F238E27FC236}">
                <a16:creationId xmlns:a16="http://schemas.microsoft.com/office/drawing/2014/main" id="{DB21F8CF-D758-1CB4-24FB-D8567309C132}"/>
              </a:ext>
            </a:extLst>
          </p:cNvPr>
          <p:cNvSpPr/>
          <p:nvPr/>
        </p:nvSpPr>
        <p:spPr>
          <a:xfrm rot="16200000">
            <a:off x="-559155" y="3674125"/>
            <a:ext cx="2287511" cy="145582"/>
          </a:xfrm>
          <a:prstGeom prst="rect">
            <a:avLst/>
          </a:prstGeom>
          <a:solidFill>
            <a:srgbClr val="012169"/>
          </a:solidFill>
          <a:ln w="9525" cap="flat" cmpd="sng" algn="ctr">
            <a:solidFill>
              <a:srgbClr val="012169"/>
            </a:solidFill>
            <a:prstDash val="solid"/>
            <a:miter lim="800000"/>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r>
              <a:rPr lang="en-GB" sz="450" b="1" kern="0">
                <a:solidFill>
                  <a:prstClr val="white"/>
                </a:solidFill>
                <a:latin typeface="Calibri" panose="020F0502020204030204"/>
                <a:cs typeface="Calibri" panose="020F0502020204030204" pitchFamily="34" charset="0"/>
              </a:rPr>
              <a:t>Technology and Data</a:t>
            </a:r>
          </a:p>
        </p:txBody>
      </p:sp>
      <p:sp>
        <p:nvSpPr>
          <p:cNvPr id="378" name="Rectangle 377">
            <a:extLst>
              <a:ext uri="{FF2B5EF4-FFF2-40B4-BE49-F238E27FC236}">
                <a16:creationId xmlns:a16="http://schemas.microsoft.com/office/drawing/2014/main" id="{A10E9FFD-EFA8-AB29-31E9-019C0AE61EE1}"/>
              </a:ext>
            </a:extLst>
          </p:cNvPr>
          <p:cNvSpPr/>
          <p:nvPr/>
        </p:nvSpPr>
        <p:spPr>
          <a:xfrm rot="16200000">
            <a:off x="-347587" y="5651283"/>
            <a:ext cx="1640882" cy="388654"/>
          </a:xfrm>
          <a:prstGeom prst="rect">
            <a:avLst/>
          </a:prstGeom>
          <a:solidFill>
            <a:srgbClr val="00A3E0"/>
          </a:solidFill>
          <a:ln w="9525" cap="flat" cmpd="sng" algn="ctr">
            <a:solidFill>
              <a:srgbClr val="00A3E0"/>
            </a:solidFill>
            <a:prstDash val="solid"/>
            <a:miter lim="800000"/>
            <a:headEnd type="none" w="med" len="med"/>
            <a:tailEnd type="none" w="med" len="med"/>
          </a:ln>
          <a:effectLst/>
        </p:spPr>
        <p:txBody>
          <a:bodyPr lIns="0" tIns="0" rIns="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r>
              <a:rPr lang="en-GB" sz="450" b="1" kern="0">
                <a:solidFill>
                  <a:prstClr val="white"/>
                </a:solidFill>
                <a:latin typeface="Calibri" panose="020F0502020204030204"/>
                <a:cs typeface="Calibri" panose="020F0502020204030204" pitchFamily="34" charset="0"/>
              </a:rPr>
              <a:t>Business Subject Matter Experts</a:t>
            </a:r>
          </a:p>
        </p:txBody>
      </p:sp>
      <p:sp>
        <p:nvSpPr>
          <p:cNvPr id="379" name="Rectangle 378">
            <a:extLst>
              <a:ext uri="{FF2B5EF4-FFF2-40B4-BE49-F238E27FC236}">
                <a16:creationId xmlns:a16="http://schemas.microsoft.com/office/drawing/2014/main" id="{D3BE154A-D978-0389-FFF2-7079716A63B5}"/>
              </a:ext>
            </a:extLst>
          </p:cNvPr>
          <p:cNvSpPr/>
          <p:nvPr/>
        </p:nvSpPr>
        <p:spPr>
          <a:xfrm>
            <a:off x="702788" y="5310841"/>
            <a:ext cx="11186959" cy="249910"/>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80" name="Rectangle 379">
            <a:extLst>
              <a:ext uri="{FF2B5EF4-FFF2-40B4-BE49-F238E27FC236}">
                <a16:creationId xmlns:a16="http://schemas.microsoft.com/office/drawing/2014/main" id="{83CEA563-FFF2-1974-EA05-64F011E9D5FC}"/>
              </a:ext>
            </a:extLst>
          </p:cNvPr>
          <p:cNvSpPr/>
          <p:nvPr/>
        </p:nvSpPr>
        <p:spPr bwMode="gray">
          <a:xfrm>
            <a:off x="673848" y="5331692"/>
            <a:ext cx="1125164" cy="199926"/>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Underwriting, RI and Portfolio Mgmt</a:t>
            </a:r>
          </a:p>
        </p:txBody>
      </p:sp>
      <p:sp>
        <p:nvSpPr>
          <p:cNvPr id="381" name="Rectangle 380">
            <a:extLst>
              <a:ext uri="{FF2B5EF4-FFF2-40B4-BE49-F238E27FC236}">
                <a16:creationId xmlns:a16="http://schemas.microsoft.com/office/drawing/2014/main" id="{153B80F2-A07E-8F33-E213-BE667DF9EC60}"/>
              </a:ext>
            </a:extLst>
          </p:cNvPr>
          <p:cNvSpPr/>
          <p:nvPr/>
        </p:nvSpPr>
        <p:spPr>
          <a:xfrm>
            <a:off x="702788" y="5587165"/>
            <a:ext cx="11186959" cy="249910"/>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82" name="Rectangle 381">
            <a:extLst>
              <a:ext uri="{FF2B5EF4-FFF2-40B4-BE49-F238E27FC236}">
                <a16:creationId xmlns:a16="http://schemas.microsoft.com/office/drawing/2014/main" id="{B54450F6-3464-7904-7341-3BF321D9848C}"/>
              </a:ext>
            </a:extLst>
          </p:cNvPr>
          <p:cNvSpPr/>
          <p:nvPr/>
        </p:nvSpPr>
        <p:spPr bwMode="gray">
          <a:xfrm>
            <a:off x="673848" y="5615362"/>
            <a:ext cx="927546" cy="199927"/>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Pricing</a:t>
            </a:r>
          </a:p>
        </p:txBody>
      </p:sp>
      <p:sp>
        <p:nvSpPr>
          <p:cNvPr id="383" name="Rectangle 382">
            <a:extLst>
              <a:ext uri="{FF2B5EF4-FFF2-40B4-BE49-F238E27FC236}">
                <a16:creationId xmlns:a16="http://schemas.microsoft.com/office/drawing/2014/main" id="{9C84768E-E419-DD61-D33B-7BCE0B06976B}"/>
              </a:ext>
            </a:extLst>
          </p:cNvPr>
          <p:cNvSpPr/>
          <p:nvPr/>
        </p:nvSpPr>
        <p:spPr>
          <a:xfrm>
            <a:off x="702788" y="5863488"/>
            <a:ext cx="11186959" cy="249910"/>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84" name="Rectangle 383">
            <a:extLst>
              <a:ext uri="{FF2B5EF4-FFF2-40B4-BE49-F238E27FC236}">
                <a16:creationId xmlns:a16="http://schemas.microsoft.com/office/drawing/2014/main" id="{A5124BE1-C38D-61EC-6B90-4C99F87001C6}"/>
              </a:ext>
            </a:extLst>
          </p:cNvPr>
          <p:cNvSpPr/>
          <p:nvPr/>
        </p:nvSpPr>
        <p:spPr bwMode="gray">
          <a:xfrm>
            <a:off x="673848" y="5891686"/>
            <a:ext cx="927546" cy="199927"/>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Operations</a:t>
            </a:r>
          </a:p>
        </p:txBody>
      </p:sp>
      <p:sp>
        <p:nvSpPr>
          <p:cNvPr id="385" name="Rectangle 384">
            <a:extLst>
              <a:ext uri="{FF2B5EF4-FFF2-40B4-BE49-F238E27FC236}">
                <a16:creationId xmlns:a16="http://schemas.microsoft.com/office/drawing/2014/main" id="{F98A017C-E296-83E5-C89C-E51E720B9FCB}"/>
              </a:ext>
            </a:extLst>
          </p:cNvPr>
          <p:cNvSpPr/>
          <p:nvPr/>
        </p:nvSpPr>
        <p:spPr>
          <a:xfrm>
            <a:off x="702788" y="6139813"/>
            <a:ext cx="11186959" cy="249910"/>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86" name="Rectangle 385">
            <a:extLst>
              <a:ext uri="{FF2B5EF4-FFF2-40B4-BE49-F238E27FC236}">
                <a16:creationId xmlns:a16="http://schemas.microsoft.com/office/drawing/2014/main" id="{51891EC5-5E8A-43FB-E0B0-C720718BB388}"/>
              </a:ext>
            </a:extLst>
          </p:cNvPr>
          <p:cNvSpPr/>
          <p:nvPr/>
        </p:nvSpPr>
        <p:spPr bwMode="gray">
          <a:xfrm>
            <a:off x="673848" y="6168011"/>
            <a:ext cx="927546" cy="199927"/>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Finance</a:t>
            </a:r>
          </a:p>
        </p:txBody>
      </p:sp>
      <p:sp>
        <p:nvSpPr>
          <p:cNvPr id="387" name="Rectangle 386">
            <a:extLst>
              <a:ext uri="{FF2B5EF4-FFF2-40B4-BE49-F238E27FC236}">
                <a16:creationId xmlns:a16="http://schemas.microsoft.com/office/drawing/2014/main" id="{1C43BB9D-9611-D2CD-AFF9-A614F49BEF6D}"/>
              </a:ext>
            </a:extLst>
          </p:cNvPr>
          <p:cNvSpPr/>
          <p:nvPr/>
        </p:nvSpPr>
        <p:spPr>
          <a:xfrm>
            <a:off x="702787" y="6416139"/>
            <a:ext cx="11186958" cy="249910"/>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88" name="Rectangle 387">
            <a:extLst>
              <a:ext uri="{FF2B5EF4-FFF2-40B4-BE49-F238E27FC236}">
                <a16:creationId xmlns:a16="http://schemas.microsoft.com/office/drawing/2014/main" id="{A8C6B05E-7842-6B4E-5FC1-2D1DB4A8DC07}"/>
              </a:ext>
            </a:extLst>
          </p:cNvPr>
          <p:cNvSpPr/>
          <p:nvPr/>
        </p:nvSpPr>
        <p:spPr bwMode="gray">
          <a:xfrm>
            <a:off x="673848" y="6444336"/>
            <a:ext cx="927546" cy="199927"/>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Claims</a:t>
            </a:r>
          </a:p>
        </p:txBody>
      </p:sp>
      <p:sp>
        <p:nvSpPr>
          <p:cNvPr id="389" name="Rectangle 388">
            <a:extLst>
              <a:ext uri="{FF2B5EF4-FFF2-40B4-BE49-F238E27FC236}">
                <a16:creationId xmlns:a16="http://schemas.microsoft.com/office/drawing/2014/main" id="{28C5E0EE-7683-6B80-9836-C1BADC30AB3C}"/>
              </a:ext>
            </a:extLst>
          </p:cNvPr>
          <p:cNvSpPr/>
          <p:nvPr/>
        </p:nvSpPr>
        <p:spPr>
          <a:xfrm>
            <a:off x="702788" y="5034517"/>
            <a:ext cx="11186959" cy="249910"/>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latin typeface="Calibri" panose="020F0502020204030204"/>
              <a:cs typeface="Calibri" panose="020F0502020204030204" pitchFamily="34" charset="0"/>
            </a:endParaRPr>
          </a:p>
        </p:txBody>
      </p:sp>
      <p:sp>
        <p:nvSpPr>
          <p:cNvPr id="390" name="Rectangle 389">
            <a:extLst>
              <a:ext uri="{FF2B5EF4-FFF2-40B4-BE49-F238E27FC236}">
                <a16:creationId xmlns:a16="http://schemas.microsoft.com/office/drawing/2014/main" id="{0902CE16-D088-8BE0-2647-66B77F1A3619}"/>
              </a:ext>
            </a:extLst>
          </p:cNvPr>
          <p:cNvSpPr/>
          <p:nvPr/>
        </p:nvSpPr>
        <p:spPr bwMode="gray">
          <a:xfrm>
            <a:off x="673848" y="5062714"/>
            <a:ext cx="1230577" cy="199926"/>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a:solidFill>
                  <a:prstClr val="black"/>
                </a:solidFill>
                <a:latin typeface="Calibri" panose="020F0502020204030204"/>
                <a:ea typeface="Open Sans Light" panose="020B0306030504020204" pitchFamily="34" charset="0"/>
                <a:cs typeface="Calibri" panose="020F0502020204030204" pitchFamily="34" charset="0"/>
              </a:rPr>
              <a:t>Distribution / Customer</a:t>
            </a:r>
          </a:p>
        </p:txBody>
      </p:sp>
      <p:sp>
        <p:nvSpPr>
          <p:cNvPr id="391" name="Rectangle 390">
            <a:extLst>
              <a:ext uri="{FF2B5EF4-FFF2-40B4-BE49-F238E27FC236}">
                <a16:creationId xmlns:a16="http://schemas.microsoft.com/office/drawing/2014/main" id="{E9F4C4F1-7404-6A95-0D4F-EF0BCD7E33DE}"/>
              </a:ext>
            </a:extLst>
          </p:cNvPr>
          <p:cNvSpPr/>
          <p:nvPr/>
        </p:nvSpPr>
        <p:spPr>
          <a:xfrm>
            <a:off x="1400687" y="2075088"/>
            <a:ext cx="1331317" cy="278050"/>
          </a:xfrm>
          <a:prstGeom prst="rect">
            <a:avLst/>
          </a:prstGeom>
          <a:solidFill>
            <a:srgbClr val="C9CDD4"/>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Peter Dixon (C)</a:t>
            </a:r>
            <a:r>
              <a:rPr lang="en-GB" sz="600" b="1" kern="0">
                <a:solidFill>
                  <a:srgbClr val="FF0000"/>
                </a:solidFill>
                <a:latin typeface="Calibri" panose="020F0502020204030204"/>
                <a:cs typeface="Calibri" panose="020F0502020204030204" pitchFamily="34" charset="0"/>
              </a:rPr>
              <a:t> </a:t>
            </a:r>
            <a:r>
              <a:rPr lang="en-GB" sz="600" kern="0">
                <a:solidFill>
                  <a:srgbClr val="000000"/>
                </a:solidFill>
                <a:latin typeface="Calibri" panose="020F0502020204030204"/>
                <a:cs typeface="Calibri" panose="020F0502020204030204" pitchFamily="34" charset="0"/>
              </a:rPr>
              <a:t>– Lead Business Architect</a:t>
            </a:r>
          </a:p>
          <a:p>
            <a:pPr defTabSz="426770">
              <a:defRPr/>
            </a:pPr>
            <a:r>
              <a:rPr lang="en-GB" sz="600" b="1" kern="0">
                <a:solidFill>
                  <a:srgbClr val="000000"/>
                </a:solidFill>
                <a:latin typeface="Calibri" panose="020F0502020204030204"/>
                <a:cs typeface="Calibri" panose="020F0502020204030204" pitchFamily="34" charset="0"/>
              </a:rPr>
              <a:t>James Simpson</a:t>
            </a:r>
            <a:r>
              <a:rPr lang="en-GB" sz="600" kern="0">
                <a:solidFill>
                  <a:srgbClr val="000000"/>
                </a:solidFill>
                <a:latin typeface="Calibri" panose="020F0502020204030204"/>
                <a:cs typeface="Calibri" panose="020F0502020204030204" pitchFamily="34" charset="0"/>
              </a:rPr>
              <a:t> - Senior Business Architect</a:t>
            </a:r>
          </a:p>
          <a:p>
            <a:pPr defTabSz="426770">
              <a:defRPr/>
            </a:pPr>
            <a:r>
              <a:rPr lang="en-GB" sz="600" b="1" kern="0">
                <a:solidFill>
                  <a:srgbClr val="000000"/>
                </a:solidFill>
                <a:latin typeface="Calibri" panose="020F0502020204030204"/>
                <a:cs typeface="Calibri" panose="020F0502020204030204" pitchFamily="34" charset="0"/>
              </a:rPr>
              <a:t>Colin Small – </a:t>
            </a:r>
            <a:r>
              <a:rPr lang="en-GB" sz="600" kern="0">
                <a:solidFill>
                  <a:srgbClr val="000000"/>
                </a:solidFill>
                <a:latin typeface="Calibri" panose="020F0502020204030204"/>
                <a:cs typeface="Calibri" panose="020F0502020204030204" pitchFamily="34" charset="0"/>
              </a:rPr>
              <a:t>Business Architect</a:t>
            </a:r>
          </a:p>
          <a:p>
            <a:pPr defTabSz="426770">
              <a:defRPr/>
            </a:pPr>
            <a:r>
              <a:rPr lang="en-GB" sz="600" b="1" kern="0">
                <a:solidFill>
                  <a:srgbClr val="000000"/>
                </a:solidFill>
                <a:latin typeface="Calibri" panose="020F0502020204030204"/>
                <a:cs typeface="Calibri" panose="020F0502020204030204" pitchFamily="34" charset="0"/>
              </a:rPr>
              <a:t>Mark Wright </a:t>
            </a:r>
            <a:r>
              <a:rPr lang="en-GB" sz="600" kern="0">
                <a:solidFill>
                  <a:srgbClr val="000000"/>
                </a:solidFill>
                <a:latin typeface="Calibri" panose="020F0502020204030204"/>
                <a:cs typeface="Calibri" panose="020F0502020204030204" pitchFamily="34" charset="0"/>
              </a:rPr>
              <a:t>– UX Lead</a:t>
            </a:r>
          </a:p>
        </p:txBody>
      </p:sp>
      <p:sp>
        <p:nvSpPr>
          <p:cNvPr id="392" name="Rectangle 391">
            <a:extLst>
              <a:ext uri="{FF2B5EF4-FFF2-40B4-BE49-F238E27FC236}">
                <a16:creationId xmlns:a16="http://schemas.microsoft.com/office/drawing/2014/main" id="{18BF75F9-60AA-D975-9B04-8B4637D3FE0B}"/>
              </a:ext>
            </a:extLst>
          </p:cNvPr>
          <p:cNvSpPr/>
          <p:nvPr/>
        </p:nvSpPr>
        <p:spPr>
          <a:xfrm>
            <a:off x="673848" y="2603162"/>
            <a:ext cx="627181" cy="2305962"/>
          </a:xfrm>
          <a:prstGeom prst="rect">
            <a:avLst/>
          </a:prstGeom>
          <a:solidFill>
            <a:srgbClr val="62B5E5">
              <a:lumMod val="20000"/>
              <a:lumOff val="80000"/>
            </a:srgbClr>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700" b="1" kern="0">
                <a:solidFill>
                  <a:srgbClr val="000000"/>
                </a:solidFill>
                <a:latin typeface="Calibri" panose="020F0502020204030204"/>
                <a:cs typeface="Calibri" panose="020F0502020204030204" pitchFamily="34" charset="0"/>
              </a:rPr>
              <a:t>Rob Harwood </a:t>
            </a:r>
            <a:r>
              <a:rPr lang="en-GB" sz="700" kern="0">
                <a:solidFill>
                  <a:srgbClr val="000000"/>
                </a:solidFill>
                <a:latin typeface="Calibri" panose="020F0502020204030204"/>
                <a:cs typeface="Calibri" panose="020F0502020204030204" pitchFamily="34" charset="0"/>
              </a:rPr>
              <a:t>Programme Technology Lead</a:t>
            </a:r>
          </a:p>
          <a:p>
            <a:pPr defTabSz="426770">
              <a:defRPr/>
            </a:pPr>
            <a:endParaRPr lang="en-GB" sz="300" kern="0">
              <a:solidFill>
                <a:srgbClr val="000000"/>
              </a:solidFill>
              <a:latin typeface="Calibri" panose="020F0502020204030204"/>
              <a:cs typeface="Calibri" panose="020F0502020204030204" pitchFamily="34" charset="0"/>
            </a:endParaRPr>
          </a:p>
          <a:p>
            <a:pPr defTabSz="426770">
              <a:defRPr/>
            </a:pPr>
            <a:r>
              <a:rPr lang="en-GB" sz="700" kern="0">
                <a:solidFill>
                  <a:srgbClr val="000000"/>
                </a:solidFill>
                <a:latin typeface="Calibri" panose="020F0502020204030204"/>
                <a:cs typeface="Calibri" panose="020F0502020204030204" pitchFamily="34" charset="0"/>
              </a:rPr>
              <a:t>- </a:t>
            </a:r>
            <a:r>
              <a:rPr lang="en-GB" sz="700" b="1" kern="0">
                <a:solidFill>
                  <a:srgbClr val="000000"/>
                </a:solidFill>
                <a:latin typeface="Calibri" panose="020F0502020204030204"/>
                <a:cs typeface="Calibri" panose="020F0502020204030204" pitchFamily="34" charset="0"/>
              </a:rPr>
              <a:t>Sam </a:t>
            </a:r>
            <a:r>
              <a:rPr lang="en-GB" sz="700" b="1" kern="0" err="1">
                <a:solidFill>
                  <a:srgbClr val="000000"/>
                </a:solidFill>
                <a:latin typeface="Calibri" panose="020F0502020204030204"/>
                <a:cs typeface="Calibri" panose="020F0502020204030204" pitchFamily="34" charset="0"/>
              </a:rPr>
              <a:t>Kesseli</a:t>
            </a:r>
            <a:endParaRPr lang="en-GB" sz="700" kern="0">
              <a:solidFill>
                <a:srgbClr val="000000"/>
              </a:solidFill>
              <a:latin typeface="Calibri" panose="020F0502020204030204"/>
              <a:cs typeface="Calibri" panose="020F0502020204030204" pitchFamily="34" charset="0"/>
            </a:endParaRPr>
          </a:p>
          <a:p>
            <a:pPr defTabSz="426770">
              <a:defRPr/>
            </a:pPr>
            <a:r>
              <a:rPr lang="en-GB" sz="700" kern="0">
                <a:solidFill>
                  <a:srgbClr val="000000"/>
                </a:solidFill>
                <a:latin typeface="Calibri" panose="020F0502020204030204"/>
                <a:cs typeface="Calibri" panose="020F0502020204030204" pitchFamily="34" charset="0"/>
              </a:rPr>
              <a:t> Intl Lead Architect</a:t>
            </a:r>
          </a:p>
          <a:p>
            <a:pPr defTabSz="426770">
              <a:defRPr/>
            </a:pPr>
            <a:endParaRPr lang="en-GB" sz="300" kern="0">
              <a:solidFill>
                <a:srgbClr val="000000"/>
              </a:solidFill>
              <a:latin typeface="Calibri" panose="020F0502020204030204"/>
              <a:cs typeface="Calibri" panose="020F0502020204030204" pitchFamily="34" charset="0"/>
            </a:endParaRPr>
          </a:p>
          <a:p>
            <a:pPr defTabSz="426770">
              <a:defRPr/>
            </a:pPr>
            <a:r>
              <a:rPr lang="en-GB" sz="700" b="1" kern="0">
                <a:solidFill>
                  <a:srgbClr val="000000"/>
                </a:solidFill>
                <a:highlight>
                  <a:srgbClr val="FFFF00"/>
                </a:highlight>
                <a:latin typeface="Calibri" panose="020F0502020204030204"/>
                <a:cs typeface="Calibri" panose="020F0502020204030204" pitchFamily="34" charset="0"/>
              </a:rPr>
              <a:t>- Stephen Campling</a:t>
            </a:r>
            <a:r>
              <a:rPr lang="en-GB" sz="700" kern="0">
                <a:solidFill>
                  <a:srgbClr val="000000"/>
                </a:solidFill>
                <a:highlight>
                  <a:srgbClr val="FFFF00"/>
                </a:highlight>
                <a:latin typeface="Calibri" panose="020F0502020204030204"/>
                <a:cs typeface="Calibri" panose="020F0502020204030204" pitchFamily="34" charset="0"/>
              </a:rPr>
              <a:t> (C) Programme Solution Architect</a:t>
            </a:r>
          </a:p>
          <a:p>
            <a:pPr defTabSz="426770">
              <a:defRPr/>
            </a:pPr>
            <a:endParaRPr lang="en-GB" sz="300" kern="0">
              <a:solidFill>
                <a:srgbClr val="000000"/>
              </a:solidFill>
              <a:highlight>
                <a:srgbClr val="FFFF00"/>
              </a:highlight>
              <a:latin typeface="Calibri" panose="020F0502020204030204"/>
              <a:cs typeface="Calibri" panose="020F0502020204030204" pitchFamily="34" charset="0"/>
            </a:endParaRPr>
          </a:p>
          <a:p>
            <a:pPr defTabSz="426770">
              <a:defRPr/>
            </a:pPr>
            <a:r>
              <a:rPr lang="en-GB" sz="700" b="1" kern="0">
                <a:solidFill>
                  <a:srgbClr val="000000"/>
                </a:solidFill>
                <a:highlight>
                  <a:srgbClr val="FFFF00"/>
                </a:highlight>
                <a:latin typeface="Calibri" panose="020F0502020204030204"/>
                <a:cs typeface="Calibri" panose="020F0502020204030204" pitchFamily="34" charset="0"/>
              </a:rPr>
              <a:t>- TBC (C) </a:t>
            </a:r>
            <a:r>
              <a:rPr lang="en-GB" sz="700" kern="0">
                <a:solidFill>
                  <a:srgbClr val="000000"/>
                </a:solidFill>
                <a:highlight>
                  <a:srgbClr val="FFFF00"/>
                </a:highlight>
                <a:latin typeface="Calibri" panose="020F0502020204030204"/>
                <a:cs typeface="Calibri" panose="020F0502020204030204" pitchFamily="34" charset="0"/>
              </a:rPr>
              <a:t>Programme Data Architect</a:t>
            </a:r>
          </a:p>
          <a:p>
            <a:pPr defTabSz="426770">
              <a:defRPr/>
            </a:pPr>
            <a:endParaRPr lang="en-GB" sz="300" kern="0">
              <a:solidFill>
                <a:srgbClr val="000000"/>
              </a:solidFill>
              <a:highlight>
                <a:srgbClr val="FFFF00"/>
              </a:highlight>
              <a:latin typeface="Calibri" panose="020F0502020204030204"/>
              <a:cs typeface="Calibri" panose="020F0502020204030204" pitchFamily="34" charset="0"/>
            </a:endParaRPr>
          </a:p>
        </p:txBody>
      </p:sp>
      <p:grpSp>
        <p:nvGrpSpPr>
          <p:cNvPr id="393" name="Group 392">
            <a:extLst>
              <a:ext uri="{FF2B5EF4-FFF2-40B4-BE49-F238E27FC236}">
                <a16:creationId xmlns:a16="http://schemas.microsoft.com/office/drawing/2014/main" id="{CB9F8139-A3D9-4329-74C6-6256EF2963A4}"/>
              </a:ext>
            </a:extLst>
          </p:cNvPr>
          <p:cNvGrpSpPr/>
          <p:nvPr/>
        </p:nvGrpSpPr>
        <p:grpSpPr>
          <a:xfrm>
            <a:off x="452294" y="2399788"/>
            <a:ext cx="11439737" cy="171141"/>
            <a:chOff x="386445" y="2761011"/>
            <a:chExt cx="11381530" cy="282413"/>
          </a:xfrm>
        </p:grpSpPr>
        <p:sp>
          <p:nvSpPr>
            <p:cNvPr id="394" name="Rectangle 393">
              <a:extLst>
                <a:ext uri="{FF2B5EF4-FFF2-40B4-BE49-F238E27FC236}">
                  <a16:creationId xmlns:a16="http://schemas.microsoft.com/office/drawing/2014/main" id="{FD4D9FD4-9EDC-1C98-3699-0C99DE9D662F}"/>
                </a:ext>
              </a:extLst>
            </p:cNvPr>
            <p:cNvSpPr/>
            <p:nvPr/>
          </p:nvSpPr>
          <p:spPr>
            <a:xfrm>
              <a:off x="447928" y="2761011"/>
              <a:ext cx="11320047" cy="282413"/>
            </a:xfrm>
            <a:prstGeom prst="rect">
              <a:avLst/>
            </a:prstGeom>
            <a:solidFill>
              <a:srgbClr val="046A38">
                <a:alpha val="29000"/>
              </a:srgbClr>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450" kern="0" spc="300">
                <a:solidFill>
                  <a:prstClr val="white"/>
                </a:solidFill>
                <a:highlight>
                  <a:srgbClr val="FFFF00"/>
                </a:highlight>
                <a:latin typeface="Calibri" panose="020F0502020204030204"/>
                <a:cs typeface="Calibri" panose="020F0502020204030204" pitchFamily="34" charset="0"/>
              </a:endParaRPr>
            </a:p>
          </p:txBody>
        </p:sp>
        <p:sp>
          <p:nvSpPr>
            <p:cNvPr id="395" name="Rectangle 394">
              <a:extLst>
                <a:ext uri="{FF2B5EF4-FFF2-40B4-BE49-F238E27FC236}">
                  <a16:creationId xmlns:a16="http://schemas.microsoft.com/office/drawing/2014/main" id="{6996F5DC-C6D7-AE9B-83AD-FF7EEC027823}"/>
                </a:ext>
              </a:extLst>
            </p:cNvPr>
            <p:cNvSpPr/>
            <p:nvPr/>
          </p:nvSpPr>
          <p:spPr bwMode="gray">
            <a:xfrm>
              <a:off x="386445" y="2783620"/>
              <a:ext cx="1191404" cy="222371"/>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700" b="1" kern="0">
                  <a:solidFill>
                    <a:prstClr val="black"/>
                  </a:solidFill>
                  <a:latin typeface="Calibri" panose="020F0502020204030204"/>
                  <a:ea typeface="Open Sans Light" panose="020B0306030504020204" pitchFamily="34" charset="0"/>
                  <a:cs typeface="Calibri" panose="020F0502020204030204" pitchFamily="34" charset="0"/>
                </a:rPr>
                <a:t>People, Change &amp; Culture</a:t>
              </a:r>
            </a:p>
          </p:txBody>
        </p:sp>
        <p:sp>
          <p:nvSpPr>
            <p:cNvPr id="396" name="Rectangle 395">
              <a:extLst>
                <a:ext uri="{FF2B5EF4-FFF2-40B4-BE49-F238E27FC236}">
                  <a16:creationId xmlns:a16="http://schemas.microsoft.com/office/drawing/2014/main" id="{4A59A475-C75A-C124-9C3D-4BAE063A8C12}"/>
                </a:ext>
              </a:extLst>
            </p:cNvPr>
            <p:cNvSpPr/>
            <p:nvPr/>
          </p:nvSpPr>
          <p:spPr>
            <a:xfrm>
              <a:off x="2415887" y="2776156"/>
              <a:ext cx="1110935" cy="265720"/>
            </a:xfrm>
            <a:prstGeom prst="rect">
              <a:avLst/>
            </a:prstGeom>
            <a:solidFill>
              <a:srgbClr val="B6D4C5"/>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Steve Chatwin - </a:t>
              </a:r>
              <a:r>
                <a:rPr lang="en-GB" sz="600" kern="0">
                  <a:solidFill>
                    <a:srgbClr val="000000"/>
                  </a:solidFill>
                  <a:latin typeface="Calibri" panose="020F0502020204030204"/>
                  <a:cs typeface="Calibri" panose="020F0502020204030204" pitchFamily="34" charset="0"/>
                </a:rPr>
                <a:t>Training Lead</a:t>
              </a:r>
            </a:p>
          </p:txBody>
        </p:sp>
      </p:grpSp>
      <p:sp>
        <p:nvSpPr>
          <p:cNvPr id="397" name="Rectangle 396">
            <a:extLst>
              <a:ext uri="{FF2B5EF4-FFF2-40B4-BE49-F238E27FC236}">
                <a16:creationId xmlns:a16="http://schemas.microsoft.com/office/drawing/2014/main" id="{486754BB-AF83-C268-A5E9-6F917E426DF6}"/>
              </a:ext>
            </a:extLst>
          </p:cNvPr>
          <p:cNvSpPr/>
          <p:nvPr/>
        </p:nvSpPr>
        <p:spPr>
          <a:xfrm>
            <a:off x="1671237" y="5071164"/>
            <a:ext cx="1923953" cy="183027"/>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Steve McKenna – </a:t>
            </a:r>
            <a:r>
              <a:rPr lang="en-GB" sz="600" kern="0">
                <a:solidFill>
                  <a:srgbClr val="000000"/>
                </a:solidFill>
                <a:latin typeface="Calibri" panose="020F0502020204030204"/>
                <a:cs typeface="Calibri" panose="020F0502020204030204" pitchFamily="34" charset="0"/>
              </a:rPr>
              <a:t>Distribution Lead</a:t>
            </a:r>
          </a:p>
          <a:p>
            <a:pPr defTabSz="426770">
              <a:defRPr/>
            </a:pPr>
            <a:r>
              <a:rPr lang="en-GB" sz="600" b="1" kern="0">
                <a:solidFill>
                  <a:srgbClr val="000000"/>
                </a:solidFill>
                <a:latin typeface="Calibri" panose="020F0502020204030204"/>
                <a:cs typeface="Calibri" panose="020F0502020204030204" pitchFamily="34" charset="0"/>
              </a:rPr>
              <a:t>Graham Taylor – </a:t>
            </a:r>
            <a:r>
              <a:rPr lang="en-GB" sz="600" kern="0">
                <a:solidFill>
                  <a:srgbClr val="000000"/>
                </a:solidFill>
                <a:latin typeface="Calibri" panose="020F0502020204030204"/>
                <a:cs typeface="Calibri" panose="020F0502020204030204" pitchFamily="34" charset="0"/>
              </a:rPr>
              <a:t> CRM (BI Retail) Lead</a:t>
            </a:r>
          </a:p>
        </p:txBody>
      </p:sp>
      <p:sp>
        <p:nvSpPr>
          <p:cNvPr id="398" name="Rectangle 397">
            <a:extLst>
              <a:ext uri="{FF2B5EF4-FFF2-40B4-BE49-F238E27FC236}">
                <a16:creationId xmlns:a16="http://schemas.microsoft.com/office/drawing/2014/main" id="{AF89A991-2ADC-507A-AEFD-A8D0EE36F895}"/>
              </a:ext>
            </a:extLst>
          </p:cNvPr>
          <p:cNvSpPr/>
          <p:nvPr/>
        </p:nvSpPr>
        <p:spPr>
          <a:xfrm>
            <a:off x="1671237" y="5343365"/>
            <a:ext cx="1894202" cy="197848"/>
          </a:xfrm>
          <a:prstGeom prst="rect">
            <a:avLst/>
          </a:prstGeom>
          <a:noFill/>
          <a:ln w="28575" cap="rnd" cmpd="sng" algn="ctr">
            <a:noFill/>
            <a:prstDash val="solid"/>
            <a:miter lim="800000"/>
          </a:ln>
          <a:effectLst/>
        </p:spPr>
        <p:txBody>
          <a:bodyPr spcFirstLastPara="0" vert="horz" wrap="square" lIns="3600" tIns="3600" rIns="3600" bIns="3600" numCol="2"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Shanda Davis– </a:t>
            </a:r>
            <a:r>
              <a:rPr lang="en-GB" sz="600" kern="0">
                <a:solidFill>
                  <a:srgbClr val="000000"/>
                </a:solidFill>
                <a:latin typeface="Calibri" panose="020F0502020204030204"/>
                <a:cs typeface="Calibri" panose="020F0502020204030204" pitchFamily="34" charset="0"/>
              </a:rPr>
              <a:t>BSI UW Lead</a:t>
            </a:r>
          </a:p>
          <a:p>
            <a:pPr defTabSz="426770">
              <a:defRPr/>
            </a:pPr>
            <a:r>
              <a:rPr lang="en-GB" sz="600" b="1" kern="0">
                <a:solidFill>
                  <a:srgbClr val="000000"/>
                </a:solidFill>
                <a:latin typeface="Calibri" panose="020F0502020204030204"/>
                <a:cs typeface="Calibri" panose="020F0502020204030204" pitchFamily="34" charset="0"/>
              </a:rPr>
              <a:t>Vanessa Hill – </a:t>
            </a:r>
            <a:r>
              <a:rPr lang="en-GB" sz="600" kern="0">
                <a:solidFill>
                  <a:srgbClr val="000000"/>
                </a:solidFill>
                <a:latin typeface="Calibri" panose="020F0502020204030204"/>
                <a:cs typeface="Calibri" panose="020F0502020204030204" pitchFamily="34" charset="0"/>
              </a:rPr>
              <a:t>BI UW Lead</a:t>
            </a:r>
            <a:endParaRPr lang="en-GB" sz="600" b="1" kern="0">
              <a:solidFill>
                <a:srgbClr val="000000"/>
              </a:solidFill>
              <a:latin typeface="Calibri" panose="020F0502020204030204"/>
              <a:cs typeface="Calibri" panose="020F0502020204030204" pitchFamily="34" charset="0"/>
            </a:endParaRPr>
          </a:p>
          <a:p>
            <a:pPr defTabSz="426770">
              <a:defRPr/>
            </a:pPr>
            <a:r>
              <a:rPr lang="en-GB" sz="600" b="1" kern="0">
                <a:solidFill>
                  <a:srgbClr val="000000"/>
                </a:solidFill>
                <a:latin typeface="Calibri" panose="020F0502020204030204"/>
                <a:cs typeface="Calibri" panose="020F0502020204030204" pitchFamily="34" charset="0"/>
              </a:rPr>
              <a:t>Callum Rainy-Brown  - </a:t>
            </a:r>
            <a:r>
              <a:rPr lang="en-GB" sz="600" kern="0">
                <a:solidFill>
                  <a:srgbClr val="000000"/>
                </a:solidFill>
                <a:latin typeface="Calibri" panose="020F0502020204030204"/>
                <a:cs typeface="Calibri" panose="020F0502020204030204" pitchFamily="34" charset="0"/>
              </a:rPr>
              <a:t>RI</a:t>
            </a:r>
          </a:p>
          <a:p>
            <a:pPr defTabSz="426770">
              <a:defRPr/>
            </a:pPr>
            <a:r>
              <a:rPr lang="en-GB" sz="600" b="1" kern="0">
                <a:solidFill>
                  <a:srgbClr val="000000"/>
                </a:solidFill>
                <a:latin typeface="Calibri" panose="020F0502020204030204"/>
                <a:cs typeface="Calibri" panose="020F0502020204030204" pitchFamily="34" charset="0"/>
              </a:rPr>
              <a:t>Elio Buffa </a:t>
            </a:r>
            <a:r>
              <a:rPr lang="en-GB" sz="600" kern="0">
                <a:solidFill>
                  <a:srgbClr val="000000"/>
                </a:solidFill>
                <a:latin typeface="Calibri" panose="020F0502020204030204"/>
                <a:cs typeface="Calibri" panose="020F0502020204030204" pitchFamily="34" charset="0"/>
              </a:rPr>
              <a:t>-Portfolio </a:t>
            </a:r>
            <a:r>
              <a:rPr lang="en-GB" sz="600" kern="0" err="1">
                <a:solidFill>
                  <a:srgbClr val="000000"/>
                </a:solidFill>
                <a:latin typeface="Calibri" panose="020F0502020204030204"/>
                <a:cs typeface="Calibri" panose="020F0502020204030204" pitchFamily="34" charset="0"/>
              </a:rPr>
              <a:t>Mgmt</a:t>
            </a:r>
            <a:endParaRPr lang="en-GB" sz="600" kern="0">
              <a:solidFill>
                <a:srgbClr val="000000"/>
              </a:solidFill>
              <a:latin typeface="Calibri" panose="020F0502020204030204"/>
              <a:cs typeface="Calibri" panose="020F0502020204030204" pitchFamily="34" charset="0"/>
            </a:endParaRPr>
          </a:p>
          <a:p>
            <a:pPr defTabSz="426770">
              <a:defRPr/>
            </a:pPr>
            <a:r>
              <a:rPr lang="en-GB" sz="600" b="1" kern="0">
                <a:solidFill>
                  <a:prstClr val="black"/>
                </a:solidFill>
                <a:latin typeface="Calibri" panose="020F0502020204030204"/>
                <a:cs typeface="Calibri" panose="020F0502020204030204" pitchFamily="34" charset="0"/>
              </a:rPr>
              <a:t>Owain Lloyd</a:t>
            </a:r>
            <a:r>
              <a:rPr lang="en-GB" sz="600" kern="0">
                <a:solidFill>
                  <a:prstClr val="black"/>
                </a:solidFill>
                <a:latin typeface="Calibri" panose="020F0502020204030204"/>
                <a:cs typeface="Calibri" panose="020F0502020204030204" pitchFamily="34" charset="0"/>
              </a:rPr>
              <a:t> – Catastrophe Management</a:t>
            </a:r>
          </a:p>
        </p:txBody>
      </p:sp>
      <p:sp>
        <p:nvSpPr>
          <p:cNvPr id="399" name="Rectangle 398">
            <a:extLst>
              <a:ext uri="{FF2B5EF4-FFF2-40B4-BE49-F238E27FC236}">
                <a16:creationId xmlns:a16="http://schemas.microsoft.com/office/drawing/2014/main" id="{66A1ED83-B84F-3860-B5B7-727753993924}"/>
              </a:ext>
            </a:extLst>
          </p:cNvPr>
          <p:cNvSpPr/>
          <p:nvPr/>
        </p:nvSpPr>
        <p:spPr>
          <a:xfrm>
            <a:off x="1671237" y="6173254"/>
            <a:ext cx="1818177" cy="183027"/>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Paul Colin – </a:t>
            </a:r>
            <a:r>
              <a:rPr lang="en-GB" sz="600" kern="0">
                <a:solidFill>
                  <a:srgbClr val="000000"/>
                </a:solidFill>
                <a:latin typeface="Calibri" panose="020F0502020204030204"/>
                <a:cs typeface="Calibri" panose="020F0502020204030204" pitchFamily="34" charset="0"/>
              </a:rPr>
              <a:t>Billing and Settlement Product Owner</a:t>
            </a:r>
          </a:p>
        </p:txBody>
      </p:sp>
      <p:sp>
        <p:nvSpPr>
          <p:cNvPr id="400" name="Rectangle 399">
            <a:extLst>
              <a:ext uri="{FF2B5EF4-FFF2-40B4-BE49-F238E27FC236}">
                <a16:creationId xmlns:a16="http://schemas.microsoft.com/office/drawing/2014/main" id="{F0A1BFA1-D100-A775-FE16-81F71C938410}"/>
              </a:ext>
            </a:extLst>
          </p:cNvPr>
          <p:cNvSpPr/>
          <p:nvPr/>
        </p:nvSpPr>
        <p:spPr>
          <a:xfrm>
            <a:off x="1671237" y="6449986"/>
            <a:ext cx="1818177" cy="183027"/>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Judy O’Neill – </a:t>
            </a:r>
            <a:r>
              <a:rPr lang="en-GB" sz="600" kern="0">
                <a:solidFill>
                  <a:srgbClr val="000000"/>
                </a:solidFill>
                <a:latin typeface="Calibri" panose="020F0502020204030204"/>
                <a:cs typeface="Calibri" panose="020F0502020204030204" pitchFamily="34" charset="0"/>
              </a:rPr>
              <a:t>Claims Product Owner</a:t>
            </a:r>
          </a:p>
        </p:txBody>
      </p:sp>
      <p:sp>
        <p:nvSpPr>
          <p:cNvPr id="401" name="Rectangle 400">
            <a:extLst>
              <a:ext uri="{FF2B5EF4-FFF2-40B4-BE49-F238E27FC236}">
                <a16:creationId xmlns:a16="http://schemas.microsoft.com/office/drawing/2014/main" id="{34907CDB-6CFF-110B-C69B-771CF41D39CF}"/>
              </a:ext>
            </a:extLst>
          </p:cNvPr>
          <p:cNvSpPr/>
          <p:nvPr/>
        </p:nvSpPr>
        <p:spPr>
          <a:xfrm>
            <a:off x="1671237" y="5898274"/>
            <a:ext cx="1818177" cy="183027"/>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Nelly Grelet </a:t>
            </a:r>
            <a:r>
              <a:rPr lang="en-GB" sz="600" kern="0">
                <a:solidFill>
                  <a:srgbClr val="000000"/>
                </a:solidFill>
                <a:latin typeface="Calibri" panose="020F0502020204030204"/>
                <a:cs typeface="Calibri" panose="020F0502020204030204" pitchFamily="34" charset="0"/>
              </a:rPr>
              <a:t>– Operation - Post Bind / PAS / Servicing Product Owner</a:t>
            </a:r>
          </a:p>
        </p:txBody>
      </p:sp>
      <p:sp>
        <p:nvSpPr>
          <p:cNvPr id="402" name="Rectangle 401">
            <a:extLst>
              <a:ext uri="{FF2B5EF4-FFF2-40B4-BE49-F238E27FC236}">
                <a16:creationId xmlns:a16="http://schemas.microsoft.com/office/drawing/2014/main" id="{9576AFA8-875F-D850-CEB0-82D8931D19F8}"/>
              </a:ext>
            </a:extLst>
          </p:cNvPr>
          <p:cNvSpPr/>
          <p:nvPr/>
        </p:nvSpPr>
        <p:spPr>
          <a:xfrm>
            <a:off x="1671237" y="5611212"/>
            <a:ext cx="1818177" cy="183027"/>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Tom Goddard </a:t>
            </a:r>
            <a:r>
              <a:rPr lang="en-GB" sz="600" kern="0">
                <a:solidFill>
                  <a:srgbClr val="000000"/>
                </a:solidFill>
                <a:latin typeface="Calibri" panose="020F0502020204030204"/>
                <a:cs typeface="Calibri" panose="020F0502020204030204" pitchFamily="34" charset="0"/>
              </a:rPr>
              <a:t>– Product Owner</a:t>
            </a:r>
          </a:p>
        </p:txBody>
      </p:sp>
      <p:grpSp>
        <p:nvGrpSpPr>
          <p:cNvPr id="403" name="Group 402">
            <a:extLst>
              <a:ext uri="{FF2B5EF4-FFF2-40B4-BE49-F238E27FC236}">
                <a16:creationId xmlns:a16="http://schemas.microsoft.com/office/drawing/2014/main" id="{5C899C15-3BEE-A130-F05E-98508DFBD76A}"/>
              </a:ext>
            </a:extLst>
          </p:cNvPr>
          <p:cNvGrpSpPr/>
          <p:nvPr/>
        </p:nvGrpSpPr>
        <p:grpSpPr>
          <a:xfrm>
            <a:off x="7081675" y="866999"/>
            <a:ext cx="2698187" cy="711002"/>
            <a:chOff x="8586651" y="1314450"/>
            <a:chExt cx="2734491" cy="670924"/>
          </a:xfrm>
        </p:grpSpPr>
        <p:sp>
          <p:nvSpPr>
            <p:cNvPr id="404" name="Rectangle 403">
              <a:extLst>
                <a:ext uri="{FF2B5EF4-FFF2-40B4-BE49-F238E27FC236}">
                  <a16:creationId xmlns:a16="http://schemas.microsoft.com/office/drawing/2014/main" id="{0B664E20-F1D3-5352-DD8D-560A619F26DB}"/>
                </a:ext>
              </a:extLst>
            </p:cNvPr>
            <p:cNvSpPr/>
            <p:nvPr/>
          </p:nvSpPr>
          <p:spPr>
            <a:xfrm>
              <a:off x="8586651" y="1314450"/>
              <a:ext cx="2734491" cy="670924"/>
            </a:xfrm>
            <a:prstGeom prst="rect">
              <a:avLst/>
            </a:prstGeom>
            <a:solidFill>
              <a:srgbClr val="012169">
                <a:lumMod val="20000"/>
                <a:lumOff val="80000"/>
              </a:srgbClr>
            </a:solidFill>
            <a:ln w="12700"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450" b="1" kern="0">
                  <a:solidFill>
                    <a:prstClr val="black"/>
                  </a:solidFill>
                  <a:latin typeface="Calibri" panose="020F0502020204030204"/>
                  <a:cs typeface="Calibri" panose="020F0502020204030204" pitchFamily="34" charset="0"/>
                </a:rPr>
                <a:t>Transformation Delivery Office</a:t>
              </a:r>
            </a:p>
          </p:txBody>
        </p:sp>
        <p:sp>
          <p:nvSpPr>
            <p:cNvPr id="405" name="Rectangle 404">
              <a:extLst>
                <a:ext uri="{FF2B5EF4-FFF2-40B4-BE49-F238E27FC236}">
                  <a16:creationId xmlns:a16="http://schemas.microsoft.com/office/drawing/2014/main" id="{21A04B6D-4FDB-A25F-E93E-2BBA1725B2C8}"/>
                </a:ext>
              </a:extLst>
            </p:cNvPr>
            <p:cNvSpPr/>
            <p:nvPr/>
          </p:nvSpPr>
          <p:spPr>
            <a:xfrm>
              <a:off x="8610316" y="1524109"/>
              <a:ext cx="2678270" cy="398421"/>
            </a:xfrm>
            <a:prstGeom prst="rect">
              <a:avLst/>
            </a:prstGeom>
            <a:solidFill>
              <a:srgbClr val="FFFFFF"/>
            </a:solidFill>
            <a:ln w="28575" cap="rnd" cmpd="sng" algn="ctr">
              <a:noFill/>
              <a:prstDash val="solid"/>
              <a:miter lim="800000"/>
            </a:ln>
            <a:effectLst/>
          </p:spPr>
          <p:txBody>
            <a:bodyPr spcFirstLastPara="0" vert="horz" wrap="square" lIns="8001" tIns="8001" rIns="8001" bIns="7200" numCol="2"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50" b="1" kern="0">
                  <a:solidFill>
                    <a:srgbClr val="000000"/>
                  </a:solidFill>
                  <a:latin typeface="Calibri" panose="020F0502020204030204"/>
                  <a:cs typeface="Calibri" panose="020F0502020204030204" pitchFamily="34" charset="0"/>
                </a:rPr>
                <a:t>- Richard Kelley - </a:t>
              </a:r>
              <a:r>
                <a:rPr lang="en-GB" sz="650" kern="0">
                  <a:solidFill>
                    <a:srgbClr val="000000"/>
                  </a:solidFill>
                  <a:latin typeface="Calibri" panose="020F0502020204030204"/>
                  <a:cs typeface="Calibri" panose="020F0502020204030204" pitchFamily="34" charset="0"/>
                </a:rPr>
                <a:t>Business Benefits</a:t>
              </a:r>
            </a:p>
            <a:p>
              <a:pPr defTabSz="426770">
                <a:defRPr/>
              </a:pPr>
              <a:r>
                <a:rPr lang="en-GB" sz="650" b="1" kern="0">
                  <a:solidFill>
                    <a:srgbClr val="000000"/>
                  </a:solidFill>
                  <a:latin typeface="Calibri" panose="020F0502020204030204"/>
                  <a:cs typeface="Calibri" panose="020F0502020204030204" pitchFamily="34" charset="0"/>
                </a:rPr>
                <a:t>- Denise Cunningham - </a:t>
              </a:r>
              <a:r>
                <a:rPr lang="en-GB" sz="650" kern="0">
                  <a:solidFill>
                    <a:srgbClr val="000000"/>
                  </a:solidFill>
                  <a:latin typeface="Calibri" panose="020F0502020204030204"/>
                  <a:cs typeface="Calibri" panose="020F0502020204030204" pitchFamily="34" charset="0"/>
                </a:rPr>
                <a:t>Comms Lead</a:t>
              </a:r>
            </a:p>
            <a:p>
              <a:pPr defTabSz="426770">
                <a:defRPr/>
              </a:pPr>
              <a:r>
                <a:rPr lang="en-GB" sz="650" b="1" kern="0">
                  <a:solidFill>
                    <a:srgbClr val="000000"/>
                  </a:solidFill>
                  <a:latin typeface="Calibri" panose="020F0502020204030204"/>
                  <a:cs typeface="Calibri" panose="020F0502020204030204" pitchFamily="34" charset="0"/>
                </a:rPr>
                <a:t>- Pete McConnell – </a:t>
              </a:r>
              <a:r>
                <a:rPr lang="en-GB" sz="650" kern="0">
                  <a:solidFill>
                    <a:srgbClr val="000000"/>
                  </a:solidFill>
                  <a:latin typeface="Calibri" panose="020F0502020204030204"/>
                  <a:cs typeface="Calibri" panose="020F0502020204030204" pitchFamily="34" charset="0"/>
                </a:rPr>
                <a:t>Finance</a:t>
              </a:r>
              <a:br>
                <a:rPr lang="en-GB" sz="650" kern="0">
                  <a:solidFill>
                    <a:srgbClr val="000000"/>
                  </a:solidFill>
                  <a:latin typeface="Calibri" panose="020F0502020204030204"/>
                  <a:cs typeface="Calibri" panose="020F0502020204030204" pitchFamily="34" charset="0"/>
                </a:rPr>
              </a:br>
              <a:r>
                <a:rPr lang="en-GB" sz="650" kern="0">
                  <a:solidFill>
                    <a:srgbClr val="000000"/>
                  </a:solidFill>
                  <a:latin typeface="Calibri" panose="020F0502020204030204"/>
                  <a:cs typeface="Calibri" panose="020F0502020204030204" pitchFamily="34" charset="0"/>
                </a:rPr>
                <a:t>- </a:t>
              </a:r>
              <a:r>
                <a:rPr lang="en-GB" sz="650" b="1" kern="0">
                  <a:solidFill>
                    <a:srgbClr val="000000"/>
                  </a:solidFill>
                  <a:latin typeface="Calibri" panose="020F0502020204030204"/>
                  <a:cs typeface="Calibri" panose="020F0502020204030204" pitchFamily="34" charset="0"/>
                </a:rPr>
                <a:t>Ben Cagne – </a:t>
              </a:r>
              <a:r>
                <a:rPr lang="en-GB" sz="650" kern="0">
                  <a:solidFill>
                    <a:srgbClr val="000000"/>
                  </a:solidFill>
                  <a:latin typeface="Calibri" panose="020F0502020204030204"/>
                  <a:cs typeface="Calibri" panose="020F0502020204030204" pitchFamily="34" charset="0"/>
                </a:rPr>
                <a:t>Procurement</a:t>
              </a:r>
              <a:br>
                <a:rPr lang="en-GB" sz="650" kern="0">
                  <a:solidFill>
                    <a:srgbClr val="000000"/>
                  </a:solidFill>
                  <a:latin typeface="Calibri" panose="020F0502020204030204"/>
                  <a:cs typeface="Calibri" panose="020F0502020204030204" pitchFamily="34" charset="0"/>
                </a:rPr>
              </a:br>
              <a:r>
                <a:rPr lang="en-GB" sz="650" kern="0">
                  <a:solidFill>
                    <a:srgbClr val="000000"/>
                  </a:solidFill>
                  <a:latin typeface="Calibri" panose="020F0502020204030204"/>
                  <a:cs typeface="Calibri" panose="020F0502020204030204" pitchFamily="34" charset="0"/>
                </a:rPr>
                <a:t>- </a:t>
              </a:r>
              <a:r>
                <a:rPr lang="en-GB" sz="650" b="1" kern="0">
                  <a:solidFill>
                    <a:srgbClr val="000000"/>
                  </a:solidFill>
                  <a:latin typeface="Calibri" panose="020F0502020204030204"/>
                  <a:cs typeface="Calibri" panose="020F0502020204030204" pitchFamily="34" charset="0"/>
                </a:rPr>
                <a:t>Julie Foster - </a:t>
              </a:r>
              <a:r>
                <a:rPr lang="en-GB" sz="650" kern="0">
                  <a:solidFill>
                    <a:srgbClr val="000000"/>
                  </a:solidFill>
                  <a:latin typeface="Calibri" panose="020F0502020204030204"/>
                  <a:cs typeface="Calibri" panose="020F0502020204030204" pitchFamily="34" charset="0"/>
                </a:rPr>
                <a:t>Human Resources</a:t>
              </a:r>
            </a:p>
            <a:p>
              <a:pPr defTabSz="426770">
                <a:defRPr/>
              </a:pPr>
              <a:r>
                <a:rPr lang="en-GB" sz="650" kern="0">
                  <a:solidFill>
                    <a:srgbClr val="000000"/>
                  </a:solidFill>
                  <a:latin typeface="Calibri" panose="020F0502020204030204"/>
                  <a:cs typeface="Calibri" panose="020F0502020204030204" pitchFamily="34" charset="0"/>
                </a:rPr>
                <a:t>- </a:t>
              </a:r>
              <a:r>
                <a:rPr lang="en-GB" sz="650" b="1" kern="0">
                  <a:solidFill>
                    <a:srgbClr val="000000"/>
                  </a:solidFill>
                  <a:latin typeface="Calibri" panose="020F0502020204030204"/>
                  <a:cs typeface="Calibri" panose="020F0502020204030204" pitchFamily="34" charset="0"/>
                </a:rPr>
                <a:t>Imran Shah</a:t>
              </a:r>
              <a:r>
                <a:rPr lang="en-GB" sz="650" kern="0">
                  <a:solidFill>
                    <a:srgbClr val="000000"/>
                  </a:solidFill>
                  <a:latin typeface="Calibri" panose="020F0502020204030204"/>
                  <a:cs typeface="Calibri" panose="020F0502020204030204" pitchFamily="34" charset="0"/>
                </a:rPr>
                <a:t> - Risk &amp; Compliance</a:t>
              </a:r>
            </a:p>
          </p:txBody>
        </p:sp>
      </p:grpSp>
      <p:grpSp>
        <p:nvGrpSpPr>
          <p:cNvPr id="406" name="Group 405">
            <a:extLst>
              <a:ext uri="{FF2B5EF4-FFF2-40B4-BE49-F238E27FC236}">
                <a16:creationId xmlns:a16="http://schemas.microsoft.com/office/drawing/2014/main" id="{A3766647-03C5-C689-26BE-9F495ADAB99B}"/>
              </a:ext>
            </a:extLst>
          </p:cNvPr>
          <p:cNvGrpSpPr/>
          <p:nvPr/>
        </p:nvGrpSpPr>
        <p:grpSpPr>
          <a:xfrm>
            <a:off x="906952" y="558082"/>
            <a:ext cx="10386208" cy="178004"/>
            <a:chOff x="-6592325" y="296134"/>
            <a:chExt cx="19079282" cy="424852"/>
          </a:xfrm>
        </p:grpSpPr>
        <p:sp>
          <p:nvSpPr>
            <p:cNvPr id="407" name="Rectangle 406">
              <a:extLst>
                <a:ext uri="{FF2B5EF4-FFF2-40B4-BE49-F238E27FC236}">
                  <a16:creationId xmlns:a16="http://schemas.microsoft.com/office/drawing/2014/main" id="{404F8F59-CC95-5EEC-B325-884BEEC17EB2}"/>
                </a:ext>
              </a:extLst>
            </p:cNvPr>
            <p:cNvSpPr/>
            <p:nvPr/>
          </p:nvSpPr>
          <p:spPr>
            <a:xfrm>
              <a:off x="-2652523" y="299050"/>
              <a:ext cx="3591887" cy="413107"/>
            </a:xfrm>
            <a:prstGeom prst="rect">
              <a:avLst/>
            </a:prstGeom>
            <a:solidFill>
              <a:srgbClr val="86BC25">
                <a:lumMod val="75000"/>
              </a:srgbClr>
            </a:solidFill>
            <a:ln w="9525" cap="flat" cmpd="sng" algn="ctr">
              <a:noFill/>
              <a:prstDash val="solid"/>
              <a:miter lim="800000"/>
            </a:ln>
            <a:effectLst/>
          </p:spPr>
          <p:txBody>
            <a:bodyPr lIns="7200" tIns="7200" rIns="7200" bIns="72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80308">
                <a:defRPr/>
              </a:pPr>
              <a:r>
                <a:rPr lang="en-GB" sz="800" b="1" kern="0">
                  <a:solidFill>
                    <a:srgbClr val="FFFFFF"/>
                  </a:solidFill>
                  <a:latin typeface="Calibri" panose="020F0502020204030204"/>
                  <a:cs typeface="Calibri" panose="020F0502020204030204" pitchFamily="34" charset="0"/>
                </a:rPr>
                <a:t>Steering Committee</a:t>
              </a:r>
            </a:p>
          </p:txBody>
        </p:sp>
        <p:sp>
          <p:nvSpPr>
            <p:cNvPr id="408" name="Rectangle 407">
              <a:extLst>
                <a:ext uri="{FF2B5EF4-FFF2-40B4-BE49-F238E27FC236}">
                  <a16:creationId xmlns:a16="http://schemas.microsoft.com/office/drawing/2014/main" id="{F6D18262-6304-4EF3-8528-A7EE0A42CD3A}"/>
                </a:ext>
              </a:extLst>
            </p:cNvPr>
            <p:cNvSpPr/>
            <p:nvPr/>
          </p:nvSpPr>
          <p:spPr>
            <a:xfrm>
              <a:off x="-6592325" y="299053"/>
              <a:ext cx="3591887" cy="417513"/>
            </a:xfrm>
            <a:prstGeom prst="rect">
              <a:avLst/>
            </a:prstGeom>
            <a:solidFill>
              <a:srgbClr val="0097A9">
                <a:lumMod val="75000"/>
              </a:srgbClr>
            </a:solidFill>
            <a:ln w="9525" cap="flat" cmpd="sng" algn="ctr">
              <a:noFill/>
              <a:prstDash val="solid"/>
              <a:miter lim="800000"/>
            </a:ln>
            <a:effectLst/>
          </p:spPr>
          <p:txBody>
            <a:bodyPr lIns="7200" tIns="7200" rIns="7200" bIns="7200" rtlCol="0" anchor="ctr" anchorCtr="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80308">
                <a:defRPr/>
              </a:pPr>
              <a:r>
                <a:rPr lang="en-GB" sz="800" b="1" kern="0">
                  <a:solidFill>
                    <a:srgbClr val="FFFFFF"/>
                  </a:solidFill>
                  <a:latin typeface="Calibri" panose="020F0502020204030204"/>
                  <a:cs typeface="Calibri" panose="020F0502020204030204" pitchFamily="34" charset="0"/>
                </a:rPr>
                <a:t>Matthew Wilson – FOS </a:t>
              </a:r>
              <a:r>
                <a:rPr lang="en-GB" sz="800" kern="0">
                  <a:solidFill>
                    <a:srgbClr val="FFFFFF"/>
                  </a:solidFill>
                  <a:latin typeface="Calibri" panose="020F0502020204030204"/>
                  <a:cs typeface="Calibri" panose="020F0502020204030204" pitchFamily="34" charset="0"/>
                </a:rPr>
                <a:t>Programme Sponsor</a:t>
              </a:r>
            </a:p>
          </p:txBody>
        </p:sp>
        <p:sp>
          <p:nvSpPr>
            <p:cNvPr id="409" name="Rectangle 408">
              <a:extLst>
                <a:ext uri="{FF2B5EF4-FFF2-40B4-BE49-F238E27FC236}">
                  <a16:creationId xmlns:a16="http://schemas.microsoft.com/office/drawing/2014/main" id="{2AFCCAF2-F258-B1F4-CA0A-9CF0CD5BB89B}"/>
                </a:ext>
              </a:extLst>
            </p:cNvPr>
            <p:cNvSpPr/>
            <p:nvPr/>
          </p:nvSpPr>
          <p:spPr>
            <a:xfrm>
              <a:off x="1274778" y="296134"/>
              <a:ext cx="3591887" cy="422501"/>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800" b="1" kern="0">
                  <a:solidFill>
                    <a:prstClr val="black"/>
                  </a:solidFill>
                  <a:latin typeface="Calibri" panose="020F0502020204030204"/>
                  <a:cs typeface="Calibri" panose="020F0502020204030204" pitchFamily="34" charset="0"/>
                </a:rPr>
                <a:t>Bill Devine - </a:t>
              </a:r>
              <a:r>
                <a:rPr lang="en-GB" sz="800" kern="0">
                  <a:solidFill>
                    <a:prstClr val="black"/>
                  </a:solidFill>
                  <a:latin typeface="Calibri" panose="020F0502020204030204"/>
                  <a:cs typeface="Calibri" panose="020F0502020204030204" pitchFamily="34" charset="0"/>
                </a:rPr>
                <a:t>Executive Leadership Support</a:t>
              </a:r>
              <a:endParaRPr lang="en-US" sz="800" kern="0">
                <a:solidFill>
                  <a:prstClr val="black"/>
                </a:solidFill>
                <a:latin typeface="Calibri" panose="020F0502020204030204"/>
                <a:cs typeface="Calibri" panose="020F0502020204030204" pitchFamily="34" charset="0"/>
              </a:endParaRPr>
            </a:p>
          </p:txBody>
        </p:sp>
        <p:sp>
          <p:nvSpPr>
            <p:cNvPr id="410" name="Rectangle 409">
              <a:extLst>
                <a:ext uri="{FF2B5EF4-FFF2-40B4-BE49-F238E27FC236}">
                  <a16:creationId xmlns:a16="http://schemas.microsoft.com/office/drawing/2014/main" id="{3E3BB3C9-8DD2-A7CE-41F4-0BB525EFA888}"/>
                </a:ext>
              </a:extLst>
            </p:cNvPr>
            <p:cNvSpPr/>
            <p:nvPr/>
          </p:nvSpPr>
          <p:spPr>
            <a:xfrm>
              <a:off x="8895070" y="298485"/>
              <a:ext cx="3591887" cy="422501"/>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80244">
                <a:defRPr/>
              </a:pPr>
              <a:r>
                <a:rPr lang="en-GB" sz="800" b="1" kern="0">
                  <a:solidFill>
                    <a:prstClr val="black"/>
                  </a:solidFill>
                  <a:latin typeface="Calibri" panose="020F0502020204030204"/>
                  <a:cs typeface="Calibri" panose="020F0502020204030204" pitchFamily="34" charset="0"/>
                </a:rPr>
                <a:t>Michael Lawton - </a:t>
              </a:r>
              <a:r>
                <a:rPr lang="en-GB" sz="800" kern="0">
                  <a:solidFill>
                    <a:prstClr val="black"/>
                  </a:solidFill>
                  <a:latin typeface="Calibri" panose="020F0502020204030204"/>
                  <a:cs typeface="Calibri" panose="020F0502020204030204" pitchFamily="34" charset="0"/>
                </a:rPr>
                <a:t>FOS Business Owner</a:t>
              </a:r>
              <a:endParaRPr lang="en-US" sz="800" kern="0">
                <a:solidFill>
                  <a:prstClr val="black"/>
                </a:solidFill>
                <a:latin typeface="Calibri" panose="020F0502020204030204"/>
                <a:cs typeface="Calibri" panose="020F0502020204030204" pitchFamily="34" charset="0"/>
              </a:endParaRPr>
            </a:p>
          </p:txBody>
        </p:sp>
        <p:sp>
          <p:nvSpPr>
            <p:cNvPr id="411" name="Rectangle 410">
              <a:extLst>
                <a:ext uri="{FF2B5EF4-FFF2-40B4-BE49-F238E27FC236}">
                  <a16:creationId xmlns:a16="http://schemas.microsoft.com/office/drawing/2014/main" id="{1655FFE8-3D89-9B66-00BF-88A8A7E3AFF5}"/>
                </a:ext>
              </a:extLst>
            </p:cNvPr>
            <p:cNvSpPr/>
            <p:nvPr/>
          </p:nvSpPr>
          <p:spPr>
            <a:xfrm>
              <a:off x="5084924" y="296134"/>
              <a:ext cx="3591887" cy="422501"/>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1280244">
                <a:defRPr/>
              </a:pPr>
              <a:r>
                <a:rPr lang="en-GB" sz="800" b="1" kern="0">
                  <a:solidFill>
                    <a:prstClr val="black"/>
                  </a:solidFill>
                  <a:latin typeface="Calibri" panose="020F0502020204030204"/>
                  <a:cs typeface="Calibri" panose="020F0502020204030204" pitchFamily="34" charset="0"/>
                </a:rPr>
                <a:t>Christian Kitchen - </a:t>
              </a:r>
              <a:r>
                <a:rPr lang="en-GB" sz="800" kern="0">
                  <a:solidFill>
                    <a:prstClr val="black"/>
                  </a:solidFill>
                  <a:latin typeface="Calibri" panose="020F0502020204030204"/>
                  <a:cs typeface="Calibri" panose="020F0502020204030204" pitchFamily="34" charset="0"/>
                </a:rPr>
                <a:t>EUR Programme Lead</a:t>
              </a:r>
              <a:endParaRPr lang="en-US" sz="800" kern="0">
                <a:solidFill>
                  <a:prstClr val="black"/>
                </a:solidFill>
                <a:latin typeface="Calibri" panose="020F0502020204030204"/>
                <a:cs typeface="Calibri" panose="020F0502020204030204" pitchFamily="34" charset="0"/>
              </a:endParaRPr>
            </a:p>
          </p:txBody>
        </p:sp>
      </p:grpSp>
      <p:sp>
        <p:nvSpPr>
          <p:cNvPr id="412" name="Rectangle 411">
            <a:extLst>
              <a:ext uri="{FF2B5EF4-FFF2-40B4-BE49-F238E27FC236}">
                <a16:creationId xmlns:a16="http://schemas.microsoft.com/office/drawing/2014/main" id="{2984A489-6C8C-038F-2B1D-0389EEE86BB8}"/>
              </a:ext>
            </a:extLst>
          </p:cNvPr>
          <p:cNvSpPr/>
          <p:nvPr/>
        </p:nvSpPr>
        <p:spPr bwMode="gray">
          <a:xfrm>
            <a:off x="3597153" y="1631596"/>
            <a:ext cx="849321"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Sales and Distribution</a:t>
            </a:r>
          </a:p>
        </p:txBody>
      </p:sp>
      <p:sp>
        <p:nvSpPr>
          <p:cNvPr id="413" name="Rectangle 412">
            <a:extLst>
              <a:ext uri="{FF2B5EF4-FFF2-40B4-BE49-F238E27FC236}">
                <a16:creationId xmlns:a16="http://schemas.microsoft.com/office/drawing/2014/main" id="{F5C25640-C171-7067-B9A5-1D85FAA611A2}"/>
              </a:ext>
            </a:extLst>
          </p:cNvPr>
          <p:cNvSpPr/>
          <p:nvPr/>
        </p:nvSpPr>
        <p:spPr bwMode="gray">
          <a:xfrm>
            <a:off x="4514585" y="1631596"/>
            <a:ext cx="882005"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Pre-Bind Underwriting</a:t>
            </a:r>
            <a:endParaRPr lang="en-AU" sz="600" b="1" kern="0">
              <a:solidFill>
                <a:prstClr val="black"/>
              </a:solidFill>
              <a:latin typeface="Calibri" panose="020F0502020204030204"/>
              <a:cs typeface="Calibri" panose="020F0502020204030204" pitchFamily="34" charset="0"/>
            </a:endParaRPr>
          </a:p>
        </p:txBody>
      </p:sp>
      <p:sp>
        <p:nvSpPr>
          <p:cNvPr id="414" name="Rectangle 413">
            <a:extLst>
              <a:ext uri="{FF2B5EF4-FFF2-40B4-BE49-F238E27FC236}">
                <a16:creationId xmlns:a16="http://schemas.microsoft.com/office/drawing/2014/main" id="{8A1373A4-5AAC-65E2-C442-1C614EFDA58D}"/>
              </a:ext>
            </a:extLst>
          </p:cNvPr>
          <p:cNvSpPr/>
          <p:nvPr/>
        </p:nvSpPr>
        <p:spPr bwMode="gray">
          <a:xfrm>
            <a:off x="6349450" y="1631596"/>
            <a:ext cx="956395"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Post Bind/PAS/Servicing</a:t>
            </a:r>
            <a:endParaRPr lang="en-AU" sz="600" b="1" kern="0">
              <a:solidFill>
                <a:prstClr val="black"/>
              </a:solidFill>
              <a:latin typeface="Calibri" panose="020F0502020204030204"/>
              <a:cs typeface="Calibri" panose="020F0502020204030204" pitchFamily="34" charset="0"/>
            </a:endParaRPr>
          </a:p>
        </p:txBody>
      </p:sp>
      <p:sp>
        <p:nvSpPr>
          <p:cNvPr id="415" name="Rectangle 414">
            <a:extLst>
              <a:ext uri="{FF2B5EF4-FFF2-40B4-BE49-F238E27FC236}">
                <a16:creationId xmlns:a16="http://schemas.microsoft.com/office/drawing/2014/main" id="{A99D32DD-991B-A2AB-E13A-16F000ED5830}"/>
              </a:ext>
            </a:extLst>
          </p:cNvPr>
          <p:cNvSpPr/>
          <p:nvPr/>
        </p:nvSpPr>
        <p:spPr bwMode="gray">
          <a:xfrm>
            <a:off x="7266884" y="1631596"/>
            <a:ext cx="917430"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Billing and Settlement</a:t>
            </a:r>
            <a:endParaRPr lang="en-AU" sz="600" b="1" kern="0">
              <a:solidFill>
                <a:prstClr val="black"/>
              </a:solidFill>
              <a:latin typeface="Calibri" panose="020F0502020204030204"/>
              <a:cs typeface="Calibri" panose="020F0502020204030204" pitchFamily="34" charset="0"/>
            </a:endParaRPr>
          </a:p>
        </p:txBody>
      </p:sp>
      <p:sp>
        <p:nvSpPr>
          <p:cNvPr id="416" name="Rectangle 415">
            <a:extLst>
              <a:ext uri="{FF2B5EF4-FFF2-40B4-BE49-F238E27FC236}">
                <a16:creationId xmlns:a16="http://schemas.microsoft.com/office/drawing/2014/main" id="{5C2DDD4E-176A-4730-2C56-079E91AD2997}"/>
              </a:ext>
            </a:extLst>
          </p:cNvPr>
          <p:cNvSpPr/>
          <p:nvPr/>
        </p:nvSpPr>
        <p:spPr bwMode="gray">
          <a:xfrm>
            <a:off x="8184316" y="1631596"/>
            <a:ext cx="830884"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Claims</a:t>
            </a:r>
          </a:p>
        </p:txBody>
      </p:sp>
      <p:sp>
        <p:nvSpPr>
          <p:cNvPr id="417" name="Rectangle 416">
            <a:extLst>
              <a:ext uri="{FF2B5EF4-FFF2-40B4-BE49-F238E27FC236}">
                <a16:creationId xmlns:a16="http://schemas.microsoft.com/office/drawing/2014/main" id="{67F091C4-159F-2941-AA4F-320828BEDC1E}"/>
              </a:ext>
            </a:extLst>
          </p:cNvPr>
          <p:cNvSpPr/>
          <p:nvPr/>
        </p:nvSpPr>
        <p:spPr bwMode="gray">
          <a:xfrm>
            <a:off x="9015201" y="1631596"/>
            <a:ext cx="1016294"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Accounting Rules / Sub L.</a:t>
            </a:r>
          </a:p>
        </p:txBody>
      </p:sp>
      <p:sp>
        <p:nvSpPr>
          <p:cNvPr id="418" name="Rectangle 417">
            <a:extLst>
              <a:ext uri="{FF2B5EF4-FFF2-40B4-BE49-F238E27FC236}">
                <a16:creationId xmlns:a16="http://schemas.microsoft.com/office/drawing/2014/main" id="{FD726092-9527-9F0E-7A04-46657A73ACEA}"/>
              </a:ext>
            </a:extLst>
          </p:cNvPr>
          <p:cNvSpPr/>
          <p:nvPr/>
        </p:nvSpPr>
        <p:spPr bwMode="gray">
          <a:xfrm>
            <a:off x="5432018" y="1631596"/>
            <a:ext cx="830884"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Rating and Pricing</a:t>
            </a:r>
          </a:p>
        </p:txBody>
      </p:sp>
      <p:pic>
        <p:nvPicPr>
          <p:cNvPr id="419" name="Picture 418" descr="Check Mark Vector SVG Icon (30) - SVG Repo">
            <a:extLst>
              <a:ext uri="{FF2B5EF4-FFF2-40B4-BE49-F238E27FC236}">
                <a16:creationId xmlns:a16="http://schemas.microsoft.com/office/drawing/2014/main" id="{E1CA28D0-280D-2D68-7EE9-7ABA0911F1E5}"/>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503282" y="590563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0" name="Picture 419" descr="Check Mark Vector SVG Icon (30) - SVG Repo">
            <a:extLst>
              <a:ext uri="{FF2B5EF4-FFF2-40B4-BE49-F238E27FC236}">
                <a16:creationId xmlns:a16="http://schemas.microsoft.com/office/drawing/2014/main" id="{17449AD2-1A4F-3DE0-963E-8F45233B0D34}"/>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503282" y="6179739"/>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1" name="Picture 420" descr="Check Mark Vector SVG Icon (30) - SVG Repo">
            <a:extLst>
              <a:ext uri="{FF2B5EF4-FFF2-40B4-BE49-F238E27FC236}">
                <a16:creationId xmlns:a16="http://schemas.microsoft.com/office/drawing/2014/main" id="{80659222-CF5F-E861-D7D3-CDBE028BA5B1}"/>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503282" y="6473978"/>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2" name="Picture 421" descr="Check Mark Vector SVG Icon (30) - SVG Repo">
            <a:extLst>
              <a:ext uri="{FF2B5EF4-FFF2-40B4-BE49-F238E27FC236}">
                <a16:creationId xmlns:a16="http://schemas.microsoft.com/office/drawing/2014/main" id="{A9692DFB-5D56-EE0E-B3D8-9D54342D9BF0}"/>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8503282" y="5087654"/>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3" name="Picture 422" descr="Check Mark Vector SVG Icon (30) - SVG Repo">
            <a:extLst>
              <a:ext uri="{FF2B5EF4-FFF2-40B4-BE49-F238E27FC236}">
                <a16:creationId xmlns:a16="http://schemas.microsoft.com/office/drawing/2014/main" id="{1FEBEDEA-E439-C833-7331-33B885DC4BC9}"/>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7604052" y="5096391"/>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4" name="Picture 423" descr="Check Mark Vector SVG Icon (30) - SVG Repo">
            <a:extLst>
              <a:ext uri="{FF2B5EF4-FFF2-40B4-BE49-F238E27FC236}">
                <a16:creationId xmlns:a16="http://schemas.microsoft.com/office/drawing/2014/main" id="{E121341B-7928-7D06-C88F-F334D3D6EF50}"/>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7600493" y="590563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5" name="Picture 424" descr="Check Mark Vector SVG Icon (30) - SVG Repo">
            <a:extLst>
              <a:ext uri="{FF2B5EF4-FFF2-40B4-BE49-F238E27FC236}">
                <a16:creationId xmlns:a16="http://schemas.microsoft.com/office/drawing/2014/main" id="{4150AB02-750C-3E92-BAF2-0F9282E64FA8}"/>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7600493" y="6179739"/>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6" name="Picture 425" descr="Check Mark Vector SVG Icon (30) - SVG Repo">
            <a:extLst>
              <a:ext uri="{FF2B5EF4-FFF2-40B4-BE49-F238E27FC236}">
                <a16:creationId xmlns:a16="http://schemas.microsoft.com/office/drawing/2014/main" id="{87E2387C-6B9E-DD8B-AC1D-5E01AC54438A}"/>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7600493" y="6473978"/>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7" name="Picture 426" descr="Check Mark Vector SVG Icon (30) - SVG Repo">
            <a:extLst>
              <a:ext uri="{FF2B5EF4-FFF2-40B4-BE49-F238E27FC236}">
                <a16:creationId xmlns:a16="http://schemas.microsoft.com/office/drawing/2014/main" id="{9F35933F-AC98-048A-0DCC-3157AD07E296}"/>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693482" y="590563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8" name="Picture 427" descr="Check Mark Vector SVG Icon (30) - SVG Repo">
            <a:extLst>
              <a:ext uri="{FF2B5EF4-FFF2-40B4-BE49-F238E27FC236}">
                <a16:creationId xmlns:a16="http://schemas.microsoft.com/office/drawing/2014/main" id="{8140699B-95DC-DEC4-FFA5-CAC4F2C8C45F}"/>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693482" y="534131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29" name="Picture 428" descr="Check Mark Vector SVG Icon (30) - SVG Repo">
            <a:extLst>
              <a:ext uri="{FF2B5EF4-FFF2-40B4-BE49-F238E27FC236}">
                <a16:creationId xmlns:a16="http://schemas.microsoft.com/office/drawing/2014/main" id="{F18818C4-8DBD-72EB-8CD8-20FF16D41E92}"/>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771982" y="534131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0" name="Picture 429" descr="Check Mark Vector SVG Icon (30) - SVG Repo">
            <a:extLst>
              <a:ext uri="{FF2B5EF4-FFF2-40B4-BE49-F238E27FC236}">
                <a16:creationId xmlns:a16="http://schemas.microsoft.com/office/drawing/2014/main" id="{1030EA72-18C3-0E78-C9B7-05588D65FEE0}"/>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5771982" y="5624181"/>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1" name="Picture 430" descr="Check Mark Vector SVG Icon (30) - SVG Repo">
            <a:extLst>
              <a:ext uri="{FF2B5EF4-FFF2-40B4-BE49-F238E27FC236}">
                <a16:creationId xmlns:a16="http://schemas.microsoft.com/office/drawing/2014/main" id="{CC193EFD-15C4-97CE-948B-9021A9CCF87A}"/>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4853652" y="591830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2" name="Picture 431" descr="Check Mark Vector SVG Icon (30) - SVG Repo">
            <a:extLst>
              <a:ext uri="{FF2B5EF4-FFF2-40B4-BE49-F238E27FC236}">
                <a16:creationId xmlns:a16="http://schemas.microsoft.com/office/drawing/2014/main" id="{60E2E811-962F-908B-927B-E0330A99B36E}"/>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4853652" y="5084123"/>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3" name="Picture 432" descr="Check Mark Vector SVG Icon (30) - SVG Repo">
            <a:extLst>
              <a:ext uri="{FF2B5EF4-FFF2-40B4-BE49-F238E27FC236}">
                <a16:creationId xmlns:a16="http://schemas.microsoft.com/office/drawing/2014/main" id="{FA32CBBA-45E2-4806-76AC-B24C8C1CD247}"/>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4853652" y="534131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4" name="Picture 433" descr="Check Mark Vector SVG Icon (30) - SVG Repo">
            <a:extLst>
              <a:ext uri="{FF2B5EF4-FFF2-40B4-BE49-F238E27FC236}">
                <a16:creationId xmlns:a16="http://schemas.microsoft.com/office/drawing/2014/main" id="{BADDB5BD-8553-0235-8CDC-1C38D5817A71}"/>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4853652" y="5611212"/>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5" name="Picture 434" descr="Check Mark Vector SVG Icon (30) - SVG Repo">
            <a:extLst>
              <a:ext uri="{FF2B5EF4-FFF2-40B4-BE49-F238E27FC236}">
                <a16:creationId xmlns:a16="http://schemas.microsoft.com/office/drawing/2014/main" id="{B8ACEDAD-D15B-D91D-D349-5A915E000AED}"/>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3939222" y="534131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36" name="Picture 435" descr="Check Mark Vector SVG Icon (30) - SVG Repo">
            <a:extLst>
              <a:ext uri="{FF2B5EF4-FFF2-40B4-BE49-F238E27FC236}">
                <a16:creationId xmlns:a16="http://schemas.microsoft.com/office/drawing/2014/main" id="{5796CB7C-B6FC-102D-BD1D-CA1AFFAC8AAA}"/>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3939222" y="5070068"/>
            <a:ext cx="142821" cy="170058"/>
          </a:xfrm>
          <a:prstGeom prst="rect">
            <a:avLst/>
          </a:prstGeom>
          <a:noFill/>
          <a:extLst>
            <a:ext uri="{909E8E84-426E-40DD-AFC4-6F175D3DCCD1}">
              <a14:hiddenFill xmlns:a14="http://schemas.microsoft.com/office/drawing/2010/main">
                <a:solidFill>
                  <a:srgbClr val="FFFFFF"/>
                </a:solidFill>
              </a14:hiddenFill>
            </a:ext>
          </a:extLst>
        </p:spPr>
      </p:pic>
      <p:sp>
        <p:nvSpPr>
          <p:cNvPr id="437" name="Rectangle 436">
            <a:extLst>
              <a:ext uri="{FF2B5EF4-FFF2-40B4-BE49-F238E27FC236}">
                <a16:creationId xmlns:a16="http://schemas.microsoft.com/office/drawing/2014/main" id="{2C889563-DFF7-5EF3-57F7-95E48834F783}"/>
              </a:ext>
            </a:extLst>
          </p:cNvPr>
          <p:cNvSpPr/>
          <p:nvPr/>
        </p:nvSpPr>
        <p:spPr bwMode="gray">
          <a:xfrm>
            <a:off x="10031498" y="1631596"/>
            <a:ext cx="830884"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Outwards RI</a:t>
            </a:r>
          </a:p>
        </p:txBody>
      </p:sp>
      <p:sp>
        <p:nvSpPr>
          <p:cNvPr id="438" name="Rectangle 437">
            <a:extLst>
              <a:ext uri="{FF2B5EF4-FFF2-40B4-BE49-F238E27FC236}">
                <a16:creationId xmlns:a16="http://schemas.microsoft.com/office/drawing/2014/main" id="{4A1732A1-1F38-DE50-F796-EE4FBE29B0FC}"/>
              </a:ext>
            </a:extLst>
          </p:cNvPr>
          <p:cNvSpPr/>
          <p:nvPr/>
        </p:nvSpPr>
        <p:spPr bwMode="gray">
          <a:xfrm>
            <a:off x="10948930" y="1631596"/>
            <a:ext cx="830884" cy="353409"/>
          </a:xfrm>
          <a:prstGeom prst="rect">
            <a:avLst/>
          </a:prstGeom>
          <a:solidFill>
            <a:srgbClr val="046A38">
              <a:lumMod val="20000"/>
              <a:lumOff val="80000"/>
            </a:srgbClr>
          </a:solidFill>
          <a:ln w="9525"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Data Migration</a:t>
            </a:r>
          </a:p>
        </p:txBody>
      </p:sp>
      <p:pic>
        <p:nvPicPr>
          <p:cNvPr id="439" name="Picture 438" descr="Check Mark Vector SVG Icon (30) - SVG Repo">
            <a:extLst>
              <a:ext uri="{FF2B5EF4-FFF2-40B4-BE49-F238E27FC236}">
                <a16:creationId xmlns:a16="http://schemas.microsoft.com/office/drawing/2014/main" id="{5D9730D4-F17A-26B0-64C4-209ED63BB754}"/>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1289836" y="5371156"/>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0" name="Picture 439" descr="Check Mark Vector SVG Icon (30) - SVG Repo">
            <a:extLst>
              <a:ext uri="{FF2B5EF4-FFF2-40B4-BE49-F238E27FC236}">
                <a16:creationId xmlns:a16="http://schemas.microsoft.com/office/drawing/2014/main" id="{BD5775B5-9EA0-CF55-B6C8-6CC684A93772}"/>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1289836" y="591830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1" name="Picture 440" descr="Check Mark Vector SVG Icon (30) - SVG Repo">
            <a:extLst>
              <a:ext uri="{FF2B5EF4-FFF2-40B4-BE49-F238E27FC236}">
                <a16:creationId xmlns:a16="http://schemas.microsoft.com/office/drawing/2014/main" id="{6B76F266-2F97-943A-2691-1D0099EF62FE}"/>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1289836" y="5644730"/>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2" name="Picture 441" descr="Check Mark Vector SVG Icon (30) - SVG Repo">
            <a:extLst>
              <a:ext uri="{FF2B5EF4-FFF2-40B4-BE49-F238E27FC236}">
                <a16:creationId xmlns:a16="http://schemas.microsoft.com/office/drawing/2014/main" id="{5CB3579D-D3CE-9655-F2A2-E49908769980}"/>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1289836" y="6191880"/>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3" name="Picture 442" descr="Check Mark Vector SVG Icon (30) - SVG Repo">
            <a:extLst>
              <a:ext uri="{FF2B5EF4-FFF2-40B4-BE49-F238E27FC236}">
                <a16:creationId xmlns:a16="http://schemas.microsoft.com/office/drawing/2014/main" id="{331BB139-635E-7299-F5EB-38284F611531}"/>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1289836" y="6465457"/>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4" name="Picture 443" descr="Check Mark Vector SVG Icon (30) - SVG Repo">
            <a:extLst>
              <a:ext uri="{FF2B5EF4-FFF2-40B4-BE49-F238E27FC236}">
                <a16:creationId xmlns:a16="http://schemas.microsoft.com/office/drawing/2014/main" id="{44C3FC17-001A-40B9-9000-14A036538E95}"/>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1289836" y="5084123"/>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5" name="Picture 444" descr="Check Mark Vector SVG Icon (30) - SVG Repo">
            <a:extLst>
              <a:ext uri="{FF2B5EF4-FFF2-40B4-BE49-F238E27FC236}">
                <a16:creationId xmlns:a16="http://schemas.microsoft.com/office/drawing/2014/main" id="{B27B688C-D7DC-FB50-7A1C-39FAD7C32191}"/>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693482" y="5096391"/>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6" name="Picture 445" descr="Check Mark Vector SVG Icon (30) - SVG Repo">
            <a:extLst>
              <a:ext uri="{FF2B5EF4-FFF2-40B4-BE49-F238E27FC236}">
                <a16:creationId xmlns:a16="http://schemas.microsoft.com/office/drawing/2014/main" id="{2A113FE8-768D-E530-5B67-778302F6888F}"/>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9426198" y="6179739"/>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7" name="Picture 446" descr="Check Mark Vector SVG Icon (30) - SVG Repo">
            <a:extLst>
              <a:ext uri="{FF2B5EF4-FFF2-40B4-BE49-F238E27FC236}">
                <a16:creationId xmlns:a16="http://schemas.microsoft.com/office/drawing/2014/main" id="{7F17CF64-309E-C229-973E-C7CC2282E48F}"/>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9415395" y="591830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8" name="Picture 447" descr="Check Mark Vector SVG Icon (30) - SVG Repo">
            <a:extLst>
              <a:ext uri="{FF2B5EF4-FFF2-40B4-BE49-F238E27FC236}">
                <a16:creationId xmlns:a16="http://schemas.microsoft.com/office/drawing/2014/main" id="{BA98BCC5-C025-B320-5AFE-37F5404DE930}"/>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401306" y="5918305"/>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49" name="Picture 448" descr="Check Mark Vector SVG Icon (30) - SVG Repo">
            <a:extLst>
              <a:ext uri="{FF2B5EF4-FFF2-40B4-BE49-F238E27FC236}">
                <a16:creationId xmlns:a16="http://schemas.microsoft.com/office/drawing/2014/main" id="{4D372F54-A2D4-1416-3477-2BB1730972F8}"/>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401306" y="5644730"/>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50" name="Picture 449" descr="Check Mark Vector SVG Icon (30) - SVG Repo">
            <a:extLst>
              <a:ext uri="{FF2B5EF4-FFF2-40B4-BE49-F238E27FC236}">
                <a16:creationId xmlns:a16="http://schemas.microsoft.com/office/drawing/2014/main" id="{AF6D0312-CA73-8573-6239-910E489A6D8A}"/>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401306" y="6191880"/>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51" name="Picture 450" descr="Check Mark Vector SVG Icon (30) - SVG Repo">
            <a:extLst>
              <a:ext uri="{FF2B5EF4-FFF2-40B4-BE49-F238E27FC236}">
                <a16:creationId xmlns:a16="http://schemas.microsoft.com/office/drawing/2014/main" id="{AE215CF2-BCA9-1F96-6617-246F3851349C}"/>
              </a:ext>
            </a:extLst>
          </p:cNvPr>
          <p:cNvPicPr>
            <a:picLocks noChangeAspect="1" noChangeArrowheads="1"/>
          </p:cNvPicPr>
          <p:nvPr/>
        </p:nvPicPr>
        <p:blipFill>
          <a:blip r:embed="rId3" cstate="print">
            <a:clrChange>
              <a:clrFrom>
                <a:srgbClr val="FFFFFF"/>
              </a:clrFrom>
              <a:clrTo>
                <a:srgbClr val="FFFFFF">
                  <a:alpha val="0"/>
                </a:srgbClr>
              </a:clrTo>
            </a:clrChange>
            <a:duotone>
              <a:srgbClr val="E7E6E6">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401306" y="6465457"/>
            <a:ext cx="142821" cy="170058"/>
          </a:xfrm>
          <a:prstGeom prst="rect">
            <a:avLst/>
          </a:prstGeom>
          <a:noFill/>
          <a:extLst>
            <a:ext uri="{909E8E84-426E-40DD-AFC4-6F175D3DCCD1}">
              <a14:hiddenFill xmlns:a14="http://schemas.microsoft.com/office/drawing/2010/main">
                <a:solidFill>
                  <a:srgbClr val="FFFFFF"/>
                </a:solidFill>
              </a14:hiddenFill>
            </a:ext>
          </a:extLst>
        </p:spPr>
      </p:pic>
      <p:pic>
        <p:nvPicPr>
          <p:cNvPr id="452" name="Picture 451" descr="Check Mark Vector SVG Icon (30) - SVG Repo">
            <a:extLst>
              <a:ext uri="{FF2B5EF4-FFF2-40B4-BE49-F238E27FC236}">
                <a16:creationId xmlns:a16="http://schemas.microsoft.com/office/drawing/2014/main" id="{1D0747A0-33CC-1CA9-4399-CC829BE13E94}"/>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0375528" y="5341315"/>
            <a:ext cx="142821" cy="170058"/>
          </a:xfrm>
          <a:prstGeom prst="rect">
            <a:avLst/>
          </a:prstGeom>
          <a:noFill/>
          <a:extLst>
            <a:ext uri="{909E8E84-426E-40DD-AFC4-6F175D3DCCD1}">
              <a14:hiddenFill xmlns:a14="http://schemas.microsoft.com/office/drawing/2010/main">
                <a:solidFill>
                  <a:srgbClr val="FFFFFF"/>
                </a:solidFill>
              </a14:hiddenFill>
            </a:ext>
          </a:extLst>
        </p:spPr>
      </p:pic>
      <p:sp>
        <p:nvSpPr>
          <p:cNvPr id="453" name="Rectangle 452">
            <a:extLst>
              <a:ext uri="{FF2B5EF4-FFF2-40B4-BE49-F238E27FC236}">
                <a16:creationId xmlns:a16="http://schemas.microsoft.com/office/drawing/2014/main" id="{FCCA557C-D247-C32A-2F7B-0B574AE1F1E5}"/>
              </a:ext>
            </a:extLst>
          </p:cNvPr>
          <p:cNvSpPr/>
          <p:nvPr/>
        </p:nvSpPr>
        <p:spPr>
          <a:xfrm>
            <a:off x="1063277" y="896319"/>
            <a:ext cx="5677369" cy="706622"/>
          </a:xfrm>
          <a:prstGeom prst="rect">
            <a:avLst/>
          </a:prstGeom>
          <a:solidFill>
            <a:srgbClr val="86BC25">
              <a:lumMod val="40000"/>
              <a:lumOff val="60000"/>
            </a:srgbClr>
          </a:solidFill>
          <a:ln w="9525" cap="flat" cmpd="sng" algn="ctr">
            <a:solidFill>
              <a:srgbClr val="86BC25"/>
            </a:solidFill>
            <a:prstDash val="solid"/>
            <a:miter lim="800000"/>
          </a:ln>
          <a:effectLst/>
        </p:spPr>
        <p:txBody>
          <a:bodyPr lIns="0" tIns="0" rIns="0" bIns="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r>
              <a:rPr lang="en-GB" sz="450" b="1" kern="0">
                <a:solidFill>
                  <a:srgbClr val="000000"/>
                </a:solidFill>
                <a:latin typeface="Calibri" panose="020F0502020204030204"/>
                <a:cs typeface="Calibri" panose="020F0502020204030204" pitchFamily="34" charset="0"/>
              </a:rPr>
              <a:t>Delivery Leadership</a:t>
            </a:r>
          </a:p>
        </p:txBody>
      </p:sp>
      <p:sp>
        <p:nvSpPr>
          <p:cNvPr id="454" name="Rectangle 453">
            <a:extLst>
              <a:ext uri="{FF2B5EF4-FFF2-40B4-BE49-F238E27FC236}">
                <a16:creationId xmlns:a16="http://schemas.microsoft.com/office/drawing/2014/main" id="{892793A3-A9B2-9B8A-5257-A23AC74415BC}"/>
              </a:ext>
            </a:extLst>
          </p:cNvPr>
          <p:cNvSpPr/>
          <p:nvPr/>
        </p:nvSpPr>
        <p:spPr>
          <a:xfrm>
            <a:off x="1161619" y="1002603"/>
            <a:ext cx="5237999" cy="135927"/>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DeAnna Dobosz - </a:t>
            </a:r>
            <a:r>
              <a:rPr lang="en-GB" sz="500" kern="0">
                <a:solidFill>
                  <a:prstClr val="black"/>
                </a:solidFill>
                <a:latin typeface="Calibri" panose="020F0502020204030204"/>
                <a:cs typeface="Calibri" panose="020F0502020204030204" pitchFamily="34" charset="0"/>
              </a:rPr>
              <a:t>Programme Director</a:t>
            </a:r>
            <a:endParaRPr lang="en-GB" sz="700" kern="0">
              <a:solidFill>
                <a:prstClr val="black"/>
              </a:solidFill>
              <a:latin typeface="Calibri" panose="020F0502020204030204"/>
              <a:cs typeface="Calibri" panose="020F0502020204030204" pitchFamily="34" charset="0"/>
            </a:endParaRPr>
          </a:p>
        </p:txBody>
      </p:sp>
      <p:sp>
        <p:nvSpPr>
          <p:cNvPr id="455" name="Rectangle 454">
            <a:extLst>
              <a:ext uri="{FF2B5EF4-FFF2-40B4-BE49-F238E27FC236}">
                <a16:creationId xmlns:a16="http://schemas.microsoft.com/office/drawing/2014/main" id="{FAB7461D-7E98-D037-A110-C5B7C4CF8DDE}"/>
              </a:ext>
            </a:extLst>
          </p:cNvPr>
          <p:cNvSpPr/>
          <p:nvPr/>
        </p:nvSpPr>
        <p:spPr>
          <a:xfrm>
            <a:off x="3534485" y="1172398"/>
            <a:ext cx="1016652" cy="175492"/>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Kieran O’Grady</a:t>
            </a:r>
          </a:p>
          <a:p>
            <a:pPr algn="ctr" defTabSz="426770">
              <a:defRPr/>
            </a:pPr>
            <a:r>
              <a:rPr lang="en-GB" sz="500" kern="0">
                <a:solidFill>
                  <a:prstClr val="black"/>
                </a:solidFill>
                <a:latin typeface="Calibri" panose="020F0502020204030204"/>
                <a:cs typeface="Calibri" panose="020F0502020204030204" pitchFamily="34" charset="0"/>
              </a:rPr>
              <a:t>Programme Business Lead</a:t>
            </a:r>
          </a:p>
        </p:txBody>
      </p:sp>
      <p:sp>
        <p:nvSpPr>
          <p:cNvPr id="456" name="Rectangle 455">
            <a:extLst>
              <a:ext uri="{FF2B5EF4-FFF2-40B4-BE49-F238E27FC236}">
                <a16:creationId xmlns:a16="http://schemas.microsoft.com/office/drawing/2014/main" id="{7A70322A-9873-C058-963D-39CAAA3018F5}"/>
              </a:ext>
            </a:extLst>
          </p:cNvPr>
          <p:cNvSpPr/>
          <p:nvPr/>
        </p:nvSpPr>
        <p:spPr>
          <a:xfrm>
            <a:off x="4716492" y="1392044"/>
            <a:ext cx="1016652" cy="169043"/>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Alida Liebenberg</a:t>
            </a:r>
          </a:p>
          <a:p>
            <a:pPr algn="ctr" defTabSz="426770">
              <a:defRPr/>
            </a:pPr>
            <a:r>
              <a:rPr lang="en-GB" sz="400" kern="0">
                <a:solidFill>
                  <a:prstClr val="black"/>
                </a:solidFill>
                <a:latin typeface="Calibri" panose="020F0502020204030204"/>
                <a:cs typeface="Calibri" panose="020F0502020204030204" pitchFamily="34" charset="0"/>
              </a:rPr>
              <a:t>Senior Product Manager</a:t>
            </a:r>
          </a:p>
        </p:txBody>
      </p:sp>
      <p:sp>
        <p:nvSpPr>
          <p:cNvPr id="457" name="Rectangle 456">
            <a:extLst>
              <a:ext uri="{FF2B5EF4-FFF2-40B4-BE49-F238E27FC236}">
                <a16:creationId xmlns:a16="http://schemas.microsoft.com/office/drawing/2014/main" id="{0C509C0C-2BF6-DC00-8E97-8091D4775C39}"/>
              </a:ext>
            </a:extLst>
          </p:cNvPr>
          <p:cNvSpPr/>
          <p:nvPr/>
        </p:nvSpPr>
        <p:spPr>
          <a:xfrm>
            <a:off x="1167313" y="1172398"/>
            <a:ext cx="1063644" cy="175492"/>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srgbClr val="000000"/>
                </a:solidFill>
                <a:latin typeface="Calibri" panose="020F0502020204030204"/>
                <a:cs typeface="Calibri" panose="020F0502020204030204" pitchFamily="34" charset="0"/>
              </a:rPr>
              <a:t>Barry Houston( C)</a:t>
            </a:r>
          </a:p>
          <a:p>
            <a:pPr algn="ctr" defTabSz="426770">
              <a:defRPr/>
            </a:pPr>
            <a:r>
              <a:rPr lang="en-GB" sz="500" kern="0">
                <a:solidFill>
                  <a:prstClr val="black"/>
                </a:solidFill>
                <a:latin typeface="Calibri" panose="020F0502020204030204"/>
                <a:cs typeface="Calibri" panose="020F0502020204030204" pitchFamily="34" charset="0"/>
              </a:rPr>
              <a:t>Programme Director</a:t>
            </a:r>
          </a:p>
        </p:txBody>
      </p:sp>
      <p:sp>
        <p:nvSpPr>
          <p:cNvPr id="458" name="Rectangle 457">
            <a:extLst>
              <a:ext uri="{FF2B5EF4-FFF2-40B4-BE49-F238E27FC236}">
                <a16:creationId xmlns:a16="http://schemas.microsoft.com/office/drawing/2014/main" id="{EA1A06B4-8B74-D70A-E44F-2F2F2394EF67}"/>
              </a:ext>
            </a:extLst>
          </p:cNvPr>
          <p:cNvSpPr/>
          <p:nvPr/>
        </p:nvSpPr>
        <p:spPr>
          <a:xfrm>
            <a:off x="4660489" y="1172398"/>
            <a:ext cx="767131" cy="166256"/>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highlight>
                  <a:srgbClr val="FFFF00"/>
                </a:highlight>
                <a:latin typeface="Calibri" panose="020F0502020204030204"/>
                <a:cs typeface="Calibri" panose="020F0502020204030204" pitchFamily="34" charset="0"/>
              </a:rPr>
              <a:t>Surya Malladi (C)</a:t>
            </a:r>
          </a:p>
          <a:p>
            <a:pPr algn="ctr" defTabSz="426770">
              <a:defRPr/>
            </a:pPr>
            <a:r>
              <a:rPr lang="en-GB" sz="500" kern="0">
                <a:solidFill>
                  <a:prstClr val="black"/>
                </a:solidFill>
                <a:highlight>
                  <a:srgbClr val="FFFF00"/>
                </a:highlight>
                <a:latin typeface="Calibri" panose="020F0502020204030204"/>
                <a:cs typeface="Calibri" panose="020F0502020204030204" pitchFamily="34" charset="0"/>
              </a:rPr>
              <a:t>Senior Product Manager</a:t>
            </a:r>
          </a:p>
        </p:txBody>
      </p:sp>
      <p:grpSp>
        <p:nvGrpSpPr>
          <p:cNvPr id="459" name="Group 458">
            <a:extLst>
              <a:ext uri="{FF2B5EF4-FFF2-40B4-BE49-F238E27FC236}">
                <a16:creationId xmlns:a16="http://schemas.microsoft.com/office/drawing/2014/main" id="{CD0DB756-0009-CF7D-7FA4-F18CE4BBEBF2}"/>
              </a:ext>
            </a:extLst>
          </p:cNvPr>
          <p:cNvGrpSpPr/>
          <p:nvPr/>
        </p:nvGrpSpPr>
        <p:grpSpPr>
          <a:xfrm>
            <a:off x="9932632" y="868113"/>
            <a:ext cx="1838033" cy="699262"/>
            <a:chOff x="8586651" y="1372050"/>
            <a:chExt cx="2734491" cy="603297"/>
          </a:xfrm>
        </p:grpSpPr>
        <p:sp>
          <p:nvSpPr>
            <p:cNvPr id="460" name="Rectangle 459">
              <a:extLst>
                <a:ext uri="{FF2B5EF4-FFF2-40B4-BE49-F238E27FC236}">
                  <a16:creationId xmlns:a16="http://schemas.microsoft.com/office/drawing/2014/main" id="{355636A7-BC3B-B1E5-843D-347D54B5DE63}"/>
                </a:ext>
              </a:extLst>
            </p:cNvPr>
            <p:cNvSpPr/>
            <p:nvPr/>
          </p:nvSpPr>
          <p:spPr>
            <a:xfrm>
              <a:off x="8586651" y="1372050"/>
              <a:ext cx="2734491" cy="603297"/>
            </a:xfrm>
            <a:prstGeom prst="rect">
              <a:avLst/>
            </a:prstGeom>
            <a:solidFill>
              <a:srgbClr val="012169">
                <a:lumMod val="20000"/>
                <a:lumOff val="80000"/>
              </a:srgbClr>
            </a:solidFill>
            <a:ln w="12700" cap="flat" cmpd="sng" algn="ctr">
              <a:solidFill>
                <a:srgbClr val="046A38">
                  <a:shade val="50000"/>
                </a:srgbClr>
              </a:solidFill>
              <a:prstDash val="solid"/>
              <a:miter lim="800000"/>
            </a:ln>
            <a:effectLst/>
          </p:spPr>
          <p:txBody>
            <a:bodyPr lIns="73152" tIns="73152" rIns="73152" bIns="73152"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450" b="1" kern="0">
                  <a:solidFill>
                    <a:prstClr val="black"/>
                  </a:solidFill>
                  <a:latin typeface="Calibri" panose="020F0502020204030204"/>
                  <a:cs typeface="Calibri" panose="020F0502020204030204" pitchFamily="34" charset="0"/>
                </a:rPr>
                <a:t>Vendor Representation</a:t>
              </a:r>
            </a:p>
          </p:txBody>
        </p:sp>
        <p:sp>
          <p:nvSpPr>
            <p:cNvPr id="461" name="Rectangle 460">
              <a:extLst>
                <a:ext uri="{FF2B5EF4-FFF2-40B4-BE49-F238E27FC236}">
                  <a16:creationId xmlns:a16="http://schemas.microsoft.com/office/drawing/2014/main" id="{23D6F801-543A-FCF7-D657-4A7623BC4CD1}"/>
                </a:ext>
              </a:extLst>
            </p:cNvPr>
            <p:cNvSpPr/>
            <p:nvPr/>
          </p:nvSpPr>
          <p:spPr>
            <a:xfrm>
              <a:off x="8655226" y="1578022"/>
              <a:ext cx="2587108" cy="344508"/>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92075" indent="-92075" defTabSz="426770">
                <a:buFontTx/>
                <a:buChar char="-"/>
                <a:defRPr/>
              </a:pPr>
              <a:r>
                <a:rPr lang="fr-FR" sz="700" b="1" kern="0">
                  <a:solidFill>
                    <a:srgbClr val="000000"/>
                  </a:solidFill>
                  <a:latin typeface="Calibri" panose="020F0502020204030204"/>
                  <a:cs typeface="Calibri" panose="020F0502020204030204" pitchFamily="34" charset="0"/>
                </a:rPr>
                <a:t>Vishala Ravipati – </a:t>
              </a:r>
              <a:r>
                <a:rPr lang="fr-FR" sz="700" kern="0">
                  <a:solidFill>
                    <a:srgbClr val="000000"/>
                  </a:solidFill>
                  <a:latin typeface="Calibri" panose="020F0502020204030204"/>
                  <a:cs typeface="Calibri" panose="020F0502020204030204" pitchFamily="34" charset="0"/>
                </a:rPr>
                <a:t>Capgemini</a:t>
              </a:r>
            </a:p>
            <a:p>
              <a:pPr marL="92075" indent="-92075" defTabSz="426770">
                <a:buFontTx/>
                <a:buChar char="-"/>
                <a:defRPr/>
              </a:pPr>
              <a:r>
                <a:rPr lang="fr-FR" sz="700" b="1" kern="0">
                  <a:solidFill>
                    <a:srgbClr val="000000"/>
                  </a:solidFill>
                  <a:latin typeface="Calibri" panose="020F0502020204030204"/>
                  <a:cs typeface="Calibri" panose="020F0502020204030204" pitchFamily="34" charset="0"/>
                </a:rPr>
                <a:t>Simon Woolrych – </a:t>
              </a:r>
              <a:r>
                <a:rPr lang="fr-FR" sz="700" kern="0">
                  <a:solidFill>
                    <a:srgbClr val="000000"/>
                  </a:solidFill>
                  <a:latin typeface="Calibri" panose="020F0502020204030204"/>
                  <a:cs typeface="Calibri" panose="020F0502020204030204" pitchFamily="34" charset="0"/>
                </a:rPr>
                <a:t>Salesforce</a:t>
              </a:r>
              <a:r>
                <a:rPr lang="fr-FR" sz="700" b="1" kern="0">
                  <a:solidFill>
                    <a:srgbClr val="000000"/>
                  </a:solidFill>
                  <a:latin typeface="Calibri" panose="020F0502020204030204"/>
                  <a:cs typeface="Calibri" panose="020F0502020204030204" pitchFamily="34" charset="0"/>
                </a:rPr>
                <a:t> </a:t>
              </a:r>
            </a:p>
            <a:p>
              <a:pPr marL="92075" indent="-92075" defTabSz="426770">
                <a:buFontTx/>
                <a:buChar char="-"/>
                <a:defRPr/>
              </a:pPr>
              <a:r>
                <a:rPr lang="fr-FR" sz="700" b="1" kern="0">
                  <a:solidFill>
                    <a:srgbClr val="000000"/>
                  </a:solidFill>
                  <a:latin typeface="Calibri" panose="020F0502020204030204"/>
                  <a:cs typeface="Calibri" panose="020F0502020204030204" pitchFamily="34" charset="0"/>
                </a:rPr>
                <a:t>Jamie McDonnell – </a:t>
              </a:r>
              <a:r>
                <a:rPr lang="fr-FR" sz="700" kern="0">
                  <a:solidFill>
                    <a:srgbClr val="000000"/>
                  </a:solidFill>
                  <a:latin typeface="Calibri" panose="020F0502020204030204"/>
                  <a:cs typeface="Calibri" panose="020F0502020204030204" pitchFamily="34" charset="0"/>
                </a:rPr>
                <a:t>Guidewire</a:t>
              </a:r>
            </a:p>
          </p:txBody>
        </p:sp>
      </p:grpSp>
      <p:sp>
        <p:nvSpPr>
          <p:cNvPr id="462" name="Rectangle 461">
            <a:extLst>
              <a:ext uri="{FF2B5EF4-FFF2-40B4-BE49-F238E27FC236}">
                <a16:creationId xmlns:a16="http://schemas.microsoft.com/office/drawing/2014/main" id="{532E48B6-F18F-57C2-B96D-588FA1ACD33E}"/>
              </a:ext>
            </a:extLst>
          </p:cNvPr>
          <p:cNvSpPr/>
          <p:nvPr/>
        </p:nvSpPr>
        <p:spPr>
          <a:xfrm>
            <a:off x="1344643" y="4749722"/>
            <a:ext cx="10545104" cy="159402"/>
          </a:xfrm>
          <a:prstGeom prst="rect">
            <a:avLst/>
          </a:prstGeom>
          <a:solidFill>
            <a:srgbClr val="DDE8FF"/>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600" kern="0" spc="300">
              <a:solidFill>
                <a:prstClr val="white"/>
              </a:solidFill>
              <a:latin typeface="Calibri" panose="020F0502020204030204"/>
              <a:cs typeface="Calibri" panose="020F0502020204030204" pitchFamily="34" charset="0"/>
            </a:endParaRPr>
          </a:p>
        </p:txBody>
      </p:sp>
      <p:sp>
        <p:nvSpPr>
          <p:cNvPr id="463" name="Rectangle 462">
            <a:extLst>
              <a:ext uri="{FF2B5EF4-FFF2-40B4-BE49-F238E27FC236}">
                <a16:creationId xmlns:a16="http://schemas.microsoft.com/office/drawing/2014/main" id="{5EAF3DD2-F0E7-1199-9C15-15B1CD1C8781}"/>
              </a:ext>
            </a:extLst>
          </p:cNvPr>
          <p:cNvSpPr/>
          <p:nvPr/>
        </p:nvSpPr>
        <p:spPr bwMode="gray">
          <a:xfrm>
            <a:off x="1341280" y="4765662"/>
            <a:ext cx="889676" cy="127522"/>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600" b="1">
                <a:solidFill>
                  <a:prstClr val="black"/>
                </a:solidFill>
                <a:latin typeface="Calibri" panose="020F0502020204030204"/>
                <a:ea typeface="Open Sans Light" panose="020B0306030504020204" pitchFamily="34" charset="0"/>
                <a:cs typeface="Calibri" panose="020F0502020204030204" pitchFamily="34" charset="0"/>
              </a:rPr>
              <a:t>Testing</a:t>
            </a:r>
          </a:p>
        </p:txBody>
      </p:sp>
      <p:sp>
        <p:nvSpPr>
          <p:cNvPr id="464" name="Rectangle 463">
            <a:extLst>
              <a:ext uri="{FF2B5EF4-FFF2-40B4-BE49-F238E27FC236}">
                <a16:creationId xmlns:a16="http://schemas.microsoft.com/office/drawing/2014/main" id="{11738A4F-7912-48ED-1D5F-8B78B4B33243}"/>
              </a:ext>
            </a:extLst>
          </p:cNvPr>
          <p:cNvSpPr/>
          <p:nvPr/>
        </p:nvSpPr>
        <p:spPr>
          <a:xfrm>
            <a:off x="2023464" y="4764337"/>
            <a:ext cx="1189747" cy="125660"/>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i="1" kern="0">
                <a:solidFill>
                  <a:srgbClr val="000000"/>
                </a:solidFill>
                <a:highlight>
                  <a:srgbClr val="FFFF00"/>
                </a:highlight>
                <a:latin typeface="Calibri" panose="020F0502020204030204"/>
                <a:cs typeface="Calibri" panose="020F0502020204030204" pitchFamily="34" charset="0"/>
              </a:rPr>
              <a:t>Discovery onwards - TBC</a:t>
            </a:r>
            <a:endParaRPr lang="en-GB" sz="600" i="1" kern="0">
              <a:solidFill>
                <a:srgbClr val="000000"/>
              </a:solidFill>
              <a:highlight>
                <a:srgbClr val="FFFF00"/>
              </a:highlight>
              <a:latin typeface="Calibri" panose="020F0502020204030204"/>
              <a:cs typeface="Calibri" panose="020F0502020204030204" pitchFamily="34" charset="0"/>
            </a:endParaRPr>
          </a:p>
        </p:txBody>
      </p:sp>
      <p:cxnSp>
        <p:nvCxnSpPr>
          <p:cNvPr id="465" name="Straight Arrow Connector 464">
            <a:extLst>
              <a:ext uri="{FF2B5EF4-FFF2-40B4-BE49-F238E27FC236}">
                <a16:creationId xmlns:a16="http://schemas.microsoft.com/office/drawing/2014/main" id="{CB838F02-CD71-43CE-E89F-5C6E6E69AF48}"/>
              </a:ext>
            </a:extLst>
          </p:cNvPr>
          <p:cNvCxnSpPr>
            <a:cxnSpLocks/>
          </p:cNvCxnSpPr>
          <p:nvPr/>
        </p:nvCxnSpPr>
        <p:spPr>
          <a:xfrm>
            <a:off x="4028097"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cxnSp>
        <p:nvCxnSpPr>
          <p:cNvPr id="466" name="Straight Arrow Connector 465">
            <a:extLst>
              <a:ext uri="{FF2B5EF4-FFF2-40B4-BE49-F238E27FC236}">
                <a16:creationId xmlns:a16="http://schemas.microsoft.com/office/drawing/2014/main" id="{23A46CC3-433A-30BA-7372-F0DB1B6E6C12}"/>
              </a:ext>
            </a:extLst>
          </p:cNvPr>
          <p:cNvCxnSpPr>
            <a:cxnSpLocks/>
          </p:cNvCxnSpPr>
          <p:nvPr/>
        </p:nvCxnSpPr>
        <p:spPr>
          <a:xfrm>
            <a:off x="4908278"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cxnSp>
        <p:nvCxnSpPr>
          <p:cNvPr id="467" name="Straight Arrow Connector 466">
            <a:extLst>
              <a:ext uri="{FF2B5EF4-FFF2-40B4-BE49-F238E27FC236}">
                <a16:creationId xmlns:a16="http://schemas.microsoft.com/office/drawing/2014/main" id="{A67E75A2-538B-0564-4101-989BF37C45B9}"/>
              </a:ext>
            </a:extLst>
          </p:cNvPr>
          <p:cNvCxnSpPr>
            <a:cxnSpLocks/>
          </p:cNvCxnSpPr>
          <p:nvPr/>
        </p:nvCxnSpPr>
        <p:spPr>
          <a:xfrm>
            <a:off x="5831755"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cxnSp>
        <p:nvCxnSpPr>
          <p:cNvPr id="468" name="Straight Arrow Connector 467">
            <a:extLst>
              <a:ext uri="{FF2B5EF4-FFF2-40B4-BE49-F238E27FC236}">
                <a16:creationId xmlns:a16="http://schemas.microsoft.com/office/drawing/2014/main" id="{D566C4E0-E502-DA24-3640-94B991B6AF09}"/>
              </a:ext>
            </a:extLst>
          </p:cNvPr>
          <p:cNvCxnSpPr>
            <a:cxnSpLocks/>
          </p:cNvCxnSpPr>
          <p:nvPr/>
        </p:nvCxnSpPr>
        <p:spPr>
          <a:xfrm>
            <a:off x="6756606"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cxnSp>
        <p:nvCxnSpPr>
          <p:cNvPr id="469" name="Straight Arrow Connector 468">
            <a:extLst>
              <a:ext uri="{FF2B5EF4-FFF2-40B4-BE49-F238E27FC236}">
                <a16:creationId xmlns:a16="http://schemas.microsoft.com/office/drawing/2014/main" id="{7D2017C0-B865-EB38-22E7-BE434B8BF0E5}"/>
              </a:ext>
            </a:extLst>
          </p:cNvPr>
          <p:cNvCxnSpPr>
            <a:cxnSpLocks/>
          </p:cNvCxnSpPr>
          <p:nvPr/>
        </p:nvCxnSpPr>
        <p:spPr>
          <a:xfrm>
            <a:off x="7675462"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cxnSp>
        <p:nvCxnSpPr>
          <p:cNvPr id="470" name="Straight Arrow Connector 469">
            <a:extLst>
              <a:ext uri="{FF2B5EF4-FFF2-40B4-BE49-F238E27FC236}">
                <a16:creationId xmlns:a16="http://schemas.microsoft.com/office/drawing/2014/main" id="{4EDE4853-049F-B93C-B10D-A29BAB63B1B5}"/>
              </a:ext>
            </a:extLst>
          </p:cNvPr>
          <p:cNvCxnSpPr>
            <a:cxnSpLocks/>
          </p:cNvCxnSpPr>
          <p:nvPr/>
        </p:nvCxnSpPr>
        <p:spPr>
          <a:xfrm>
            <a:off x="8584613"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sp>
        <p:nvSpPr>
          <p:cNvPr id="471" name="Rectangle 470">
            <a:extLst>
              <a:ext uri="{FF2B5EF4-FFF2-40B4-BE49-F238E27FC236}">
                <a16:creationId xmlns:a16="http://schemas.microsoft.com/office/drawing/2014/main" id="{0AC50DBA-0E81-4C5A-3450-E502A4493988}"/>
              </a:ext>
            </a:extLst>
          </p:cNvPr>
          <p:cNvSpPr/>
          <p:nvPr/>
        </p:nvSpPr>
        <p:spPr>
          <a:xfrm>
            <a:off x="1344643" y="3991091"/>
            <a:ext cx="10545104" cy="344612"/>
          </a:xfrm>
          <a:prstGeom prst="rect">
            <a:avLst/>
          </a:prstGeom>
          <a:solidFill>
            <a:srgbClr val="DDEFE8"/>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600" kern="0" spc="300">
              <a:solidFill>
                <a:prstClr val="white"/>
              </a:solidFill>
              <a:latin typeface="Calibri" panose="020F0502020204030204"/>
              <a:cs typeface="Calibri" panose="020F0502020204030204" pitchFamily="34" charset="0"/>
            </a:endParaRPr>
          </a:p>
        </p:txBody>
      </p:sp>
      <p:sp>
        <p:nvSpPr>
          <p:cNvPr id="472" name="Rectangle 471">
            <a:extLst>
              <a:ext uri="{FF2B5EF4-FFF2-40B4-BE49-F238E27FC236}">
                <a16:creationId xmlns:a16="http://schemas.microsoft.com/office/drawing/2014/main" id="{6B4C8C22-410B-BBC2-52FD-B268F96F448E}"/>
              </a:ext>
            </a:extLst>
          </p:cNvPr>
          <p:cNvSpPr/>
          <p:nvPr/>
        </p:nvSpPr>
        <p:spPr bwMode="gray">
          <a:xfrm>
            <a:off x="1318421" y="4025551"/>
            <a:ext cx="809842" cy="275690"/>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600" b="1">
                <a:solidFill>
                  <a:prstClr val="black"/>
                </a:solidFill>
                <a:latin typeface="Calibri" panose="020F0502020204030204"/>
                <a:ea typeface="Open Sans Light" panose="020B0306030504020204" pitchFamily="34" charset="0"/>
                <a:cs typeface="Calibri" panose="020F0502020204030204" pitchFamily="34" charset="0"/>
              </a:rPr>
              <a:t>Beazley Tech Design &amp; Delivery (+downstream)</a:t>
            </a:r>
          </a:p>
        </p:txBody>
      </p:sp>
      <p:sp>
        <p:nvSpPr>
          <p:cNvPr id="473" name="Rectangle 472">
            <a:extLst>
              <a:ext uri="{FF2B5EF4-FFF2-40B4-BE49-F238E27FC236}">
                <a16:creationId xmlns:a16="http://schemas.microsoft.com/office/drawing/2014/main" id="{6BAF8F18-A448-8536-337B-FD19F1395AC4}"/>
              </a:ext>
            </a:extLst>
          </p:cNvPr>
          <p:cNvSpPr/>
          <p:nvPr/>
        </p:nvSpPr>
        <p:spPr>
          <a:xfrm>
            <a:off x="1344643" y="4371022"/>
            <a:ext cx="10545104" cy="344612"/>
          </a:xfrm>
          <a:prstGeom prst="rect">
            <a:avLst/>
          </a:prstGeom>
          <a:solidFill>
            <a:srgbClr val="F2F2F2"/>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600" kern="0" spc="300">
              <a:solidFill>
                <a:prstClr val="white"/>
              </a:solidFill>
              <a:latin typeface="Calibri" panose="020F0502020204030204"/>
              <a:cs typeface="Calibri" panose="020F0502020204030204" pitchFamily="34" charset="0"/>
            </a:endParaRPr>
          </a:p>
        </p:txBody>
      </p:sp>
      <p:sp>
        <p:nvSpPr>
          <p:cNvPr id="474" name="Rectangle 473">
            <a:extLst>
              <a:ext uri="{FF2B5EF4-FFF2-40B4-BE49-F238E27FC236}">
                <a16:creationId xmlns:a16="http://schemas.microsoft.com/office/drawing/2014/main" id="{53CB27CE-BEA5-AE34-5402-23A4DBB98A3D}"/>
              </a:ext>
            </a:extLst>
          </p:cNvPr>
          <p:cNvSpPr/>
          <p:nvPr/>
        </p:nvSpPr>
        <p:spPr bwMode="gray">
          <a:xfrm>
            <a:off x="1345669" y="4409906"/>
            <a:ext cx="809842" cy="275690"/>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600" b="1">
                <a:solidFill>
                  <a:prstClr val="black"/>
                </a:solidFill>
                <a:latin typeface="Calibri" panose="020F0502020204030204"/>
                <a:ea typeface="Open Sans Light" panose="020B0306030504020204" pitchFamily="34" charset="0"/>
                <a:cs typeface="Calibri" panose="020F0502020204030204" pitchFamily="34" charset="0"/>
              </a:rPr>
              <a:t>Data, MI and analytics</a:t>
            </a:r>
          </a:p>
        </p:txBody>
      </p:sp>
      <p:sp>
        <p:nvSpPr>
          <p:cNvPr id="475" name="Rectangle 474">
            <a:extLst>
              <a:ext uri="{FF2B5EF4-FFF2-40B4-BE49-F238E27FC236}">
                <a16:creationId xmlns:a16="http://schemas.microsoft.com/office/drawing/2014/main" id="{A290661D-BF73-E4E9-23AA-030366D3F76D}"/>
              </a:ext>
            </a:extLst>
          </p:cNvPr>
          <p:cNvSpPr/>
          <p:nvPr/>
        </p:nvSpPr>
        <p:spPr>
          <a:xfrm>
            <a:off x="2014080" y="4023039"/>
            <a:ext cx="1583073" cy="271664"/>
          </a:xfrm>
          <a:prstGeom prst="rect">
            <a:avLst/>
          </a:prstGeom>
          <a:solidFill>
            <a:srgbClr val="DDEFE8"/>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prstClr val="black"/>
                </a:solidFill>
                <a:latin typeface="Calibri" panose="020F0502020204030204"/>
                <a:cs typeface="Calibri" panose="020F0502020204030204" pitchFamily="34" charset="0"/>
              </a:rPr>
              <a:t>Andy Wilkins</a:t>
            </a:r>
            <a:r>
              <a:rPr lang="en-GB" sz="600" kern="0">
                <a:solidFill>
                  <a:prstClr val="black"/>
                </a:solidFill>
                <a:latin typeface="Calibri" panose="020F0502020204030204"/>
                <a:cs typeface="Calibri" panose="020F0502020204030204" pitchFamily="34" charset="0"/>
              </a:rPr>
              <a:t> – Engineering Lead</a:t>
            </a:r>
          </a:p>
          <a:p>
            <a:pPr defTabSz="426770">
              <a:defRPr/>
            </a:pPr>
            <a:r>
              <a:rPr lang="en-GB" sz="600" b="1" kern="0">
                <a:solidFill>
                  <a:prstClr val="black"/>
                </a:solidFill>
                <a:latin typeface="Calibri" panose="020F0502020204030204"/>
                <a:cs typeface="Calibri" panose="020F0502020204030204" pitchFamily="34" charset="0"/>
              </a:rPr>
              <a:t>Vijay Srinivasan – </a:t>
            </a:r>
            <a:r>
              <a:rPr lang="en-GB" sz="600" kern="0">
                <a:solidFill>
                  <a:prstClr val="black"/>
                </a:solidFill>
                <a:latin typeface="Calibri" panose="020F0502020204030204"/>
                <a:cs typeface="Calibri" panose="020F0502020204030204" pitchFamily="34" charset="0"/>
              </a:rPr>
              <a:t>Platform Architect (incl. SF)</a:t>
            </a:r>
          </a:p>
          <a:p>
            <a:pPr defTabSz="426770">
              <a:defRPr/>
            </a:pPr>
            <a:r>
              <a:rPr lang="en-GB" sz="600" b="1" kern="0">
                <a:solidFill>
                  <a:prstClr val="black"/>
                </a:solidFill>
                <a:latin typeface="Calibri" panose="020F0502020204030204"/>
                <a:cs typeface="Calibri" panose="020F0502020204030204" pitchFamily="34" charset="0"/>
              </a:rPr>
              <a:t>TBC - </a:t>
            </a:r>
            <a:r>
              <a:rPr lang="en-GB" sz="600" kern="0">
                <a:solidFill>
                  <a:prstClr val="black"/>
                </a:solidFill>
                <a:latin typeface="Calibri" panose="020F0502020204030204"/>
                <a:cs typeface="Calibri" panose="020F0502020204030204" pitchFamily="34" charset="0"/>
              </a:rPr>
              <a:t>Infrastructure Architect</a:t>
            </a:r>
          </a:p>
        </p:txBody>
      </p:sp>
      <p:sp>
        <p:nvSpPr>
          <p:cNvPr id="476" name="Rectangle 475">
            <a:extLst>
              <a:ext uri="{FF2B5EF4-FFF2-40B4-BE49-F238E27FC236}">
                <a16:creationId xmlns:a16="http://schemas.microsoft.com/office/drawing/2014/main" id="{AC62B098-2398-DAF1-237A-011AFE6924B1}"/>
              </a:ext>
            </a:extLst>
          </p:cNvPr>
          <p:cNvSpPr/>
          <p:nvPr/>
        </p:nvSpPr>
        <p:spPr>
          <a:xfrm>
            <a:off x="4595820"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77" name="Rectangle 476">
            <a:extLst>
              <a:ext uri="{FF2B5EF4-FFF2-40B4-BE49-F238E27FC236}">
                <a16:creationId xmlns:a16="http://schemas.microsoft.com/office/drawing/2014/main" id="{D8E36EE3-ECDA-F3AE-BC94-EA3D84ECD821}"/>
              </a:ext>
            </a:extLst>
          </p:cNvPr>
          <p:cNvSpPr/>
          <p:nvPr/>
        </p:nvSpPr>
        <p:spPr>
          <a:xfrm>
            <a:off x="7389269"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78" name="Rectangle 477">
            <a:extLst>
              <a:ext uri="{FF2B5EF4-FFF2-40B4-BE49-F238E27FC236}">
                <a16:creationId xmlns:a16="http://schemas.microsoft.com/office/drawing/2014/main" id="{E8D15D36-084C-865F-98A1-FA277D83B4DB}"/>
              </a:ext>
            </a:extLst>
          </p:cNvPr>
          <p:cNvSpPr/>
          <p:nvPr/>
        </p:nvSpPr>
        <p:spPr>
          <a:xfrm>
            <a:off x="8291558"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79" name="Rectangle 478">
            <a:extLst>
              <a:ext uri="{FF2B5EF4-FFF2-40B4-BE49-F238E27FC236}">
                <a16:creationId xmlns:a16="http://schemas.microsoft.com/office/drawing/2014/main" id="{14A730A0-BB18-1750-CBEF-45BDB6379900}"/>
              </a:ext>
            </a:extLst>
          </p:cNvPr>
          <p:cNvSpPr/>
          <p:nvPr/>
        </p:nvSpPr>
        <p:spPr>
          <a:xfrm>
            <a:off x="5531037"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0" name="Rectangle 479">
            <a:extLst>
              <a:ext uri="{FF2B5EF4-FFF2-40B4-BE49-F238E27FC236}">
                <a16:creationId xmlns:a16="http://schemas.microsoft.com/office/drawing/2014/main" id="{5AC2FF1A-6E5E-4915-CA78-81154D20631E}"/>
              </a:ext>
            </a:extLst>
          </p:cNvPr>
          <p:cNvSpPr/>
          <p:nvPr/>
        </p:nvSpPr>
        <p:spPr>
          <a:xfrm>
            <a:off x="3735041"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1" name="Rectangle 480">
            <a:extLst>
              <a:ext uri="{FF2B5EF4-FFF2-40B4-BE49-F238E27FC236}">
                <a16:creationId xmlns:a16="http://schemas.microsoft.com/office/drawing/2014/main" id="{23FF5223-A96B-70AD-9B57-F0394C81A424}"/>
              </a:ext>
            </a:extLst>
          </p:cNvPr>
          <p:cNvSpPr/>
          <p:nvPr/>
        </p:nvSpPr>
        <p:spPr>
          <a:xfrm>
            <a:off x="9204552"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2" name="Rectangle 481">
            <a:extLst>
              <a:ext uri="{FF2B5EF4-FFF2-40B4-BE49-F238E27FC236}">
                <a16:creationId xmlns:a16="http://schemas.microsoft.com/office/drawing/2014/main" id="{B1940CE6-775D-9156-D650-B73D1C4B6C93}"/>
              </a:ext>
            </a:extLst>
          </p:cNvPr>
          <p:cNvSpPr/>
          <p:nvPr/>
        </p:nvSpPr>
        <p:spPr>
          <a:xfrm>
            <a:off x="6456480"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3" name="Rectangle 482">
            <a:extLst>
              <a:ext uri="{FF2B5EF4-FFF2-40B4-BE49-F238E27FC236}">
                <a16:creationId xmlns:a16="http://schemas.microsoft.com/office/drawing/2014/main" id="{C49A5E08-2369-388E-E437-796067623024}"/>
              </a:ext>
            </a:extLst>
          </p:cNvPr>
          <p:cNvSpPr/>
          <p:nvPr/>
        </p:nvSpPr>
        <p:spPr>
          <a:xfrm>
            <a:off x="4595820" y="4405788"/>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4" name="Rectangle 483">
            <a:extLst>
              <a:ext uri="{FF2B5EF4-FFF2-40B4-BE49-F238E27FC236}">
                <a16:creationId xmlns:a16="http://schemas.microsoft.com/office/drawing/2014/main" id="{1DED2C9C-943F-ED47-BD16-F1F37D4350A5}"/>
              </a:ext>
            </a:extLst>
          </p:cNvPr>
          <p:cNvSpPr/>
          <p:nvPr/>
        </p:nvSpPr>
        <p:spPr>
          <a:xfrm>
            <a:off x="8291558" y="4405788"/>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5" name="Rectangle 484">
            <a:extLst>
              <a:ext uri="{FF2B5EF4-FFF2-40B4-BE49-F238E27FC236}">
                <a16:creationId xmlns:a16="http://schemas.microsoft.com/office/drawing/2014/main" id="{F13A74BC-84F4-679E-711A-1CBEA6D7018D}"/>
              </a:ext>
            </a:extLst>
          </p:cNvPr>
          <p:cNvSpPr/>
          <p:nvPr/>
        </p:nvSpPr>
        <p:spPr>
          <a:xfrm>
            <a:off x="5531037" y="4405788"/>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6" name="Rectangle 485">
            <a:extLst>
              <a:ext uri="{FF2B5EF4-FFF2-40B4-BE49-F238E27FC236}">
                <a16:creationId xmlns:a16="http://schemas.microsoft.com/office/drawing/2014/main" id="{35D0065D-E2AB-743E-5AD9-2B724801F168}"/>
              </a:ext>
            </a:extLst>
          </p:cNvPr>
          <p:cNvSpPr/>
          <p:nvPr/>
        </p:nvSpPr>
        <p:spPr>
          <a:xfrm>
            <a:off x="3735041" y="4405788"/>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7" name="Rectangle 486">
            <a:extLst>
              <a:ext uri="{FF2B5EF4-FFF2-40B4-BE49-F238E27FC236}">
                <a16:creationId xmlns:a16="http://schemas.microsoft.com/office/drawing/2014/main" id="{24AB78A2-3503-0A8C-995F-1BA83A7E3DBD}"/>
              </a:ext>
            </a:extLst>
          </p:cNvPr>
          <p:cNvSpPr/>
          <p:nvPr/>
        </p:nvSpPr>
        <p:spPr>
          <a:xfrm>
            <a:off x="9204552" y="4405788"/>
            <a:ext cx="586112" cy="222520"/>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endParaRPr lang="en-GB" sz="600" b="1" kern="0">
              <a:solidFill>
                <a:srgbClr val="FF0000"/>
              </a:solidFill>
              <a:latin typeface="Calibri" panose="020F0502020204030204"/>
              <a:cs typeface="Calibri" panose="020F0502020204030204" pitchFamily="34" charset="0"/>
            </a:endParaRPr>
          </a:p>
          <a:p>
            <a:pPr algn="ctr" defTabSz="426770">
              <a:defRPr/>
            </a:pPr>
            <a:endParaRPr lang="en-GB" sz="600" kern="0">
              <a:solidFill>
                <a:srgbClr val="000000"/>
              </a:solidFill>
              <a:latin typeface="Calibri" panose="020F0502020204030204"/>
              <a:cs typeface="Calibri" panose="020F0502020204030204" pitchFamily="34" charset="0"/>
            </a:endParaRPr>
          </a:p>
        </p:txBody>
      </p:sp>
      <p:sp>
        <p:nvSpPr>
          <p:cNvPr id="488" name="Rectangle 487">
            <a:extLst>
              <a:ext uri="{FF2B5EF4-FFF2-40B4-BE49-F238E27FC236}">
                <a16:creationId xmlns:a16="http://schemas.microsoft.com/office/drawing/2014/main" id="{50DFD4E0-9BE5-E5B6-46AB-0DC0B65FA45F}"/>
              </a:ext>
            </a:extLst>
          </p:cNvPr>
          <p:cNvSpPr/>
          <p:nvPr/>
        </p:nvSpPr>
        <p:spPr>
          <a:xfrm>
            <a:off x="6456480" y="4405788"/>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89" name="Rectangle 488">
            <a:extLst>
              <a:ext uri="{FF2B5EF4-FFF2-40B4-BE49-F238E27FC236}">
                <a16:creationId xmlns:a16="http://schemas.microsoft.com/office/drawing/2014/main" id="{C54A599A-F937-B8F9-682F-3E5C1AF11167}"/>
              </a:ext>
            </a:extLst>
          </p:cNvPr>
          <p:cNvSpPr/>
          <p:nvPr/>
        </p:nvSpPr>
        <p:spPr>
          <a:xfrm>
            <a:off x="7305846" y="4405788"/>
            <a:ext cx="752959" cy="9681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t"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90" name="Rectangle 489">
            <a:extLst>
              <a:ext uri="{FF2B5EF4-FFF2-40B4-BE49-F238E27FC236}">
                <a16:creationId xmlns:a16="http://schemas.microsoft.com/office/drawing/2014/main" id="{F4F3E41C-AFE1-916D-1FA6-A4DB438234F4}"/>
              </a:ext>
            </a:extLst>
          </p:cNvPr>
          <p:cNvSpPr/>
          <p:nvPr/>
        </p:nvSpPr>
        <p:spPr>
          <a:xfrm>
            <a:off x="1337106" y="2603161"/>
            <a:ext cx="10552642" cy="598055"/>
          </a:xfrm>
          <a:prstGeom prst="rect">
            <a:avLst/>
          </a:prstGeom>
          <a:solidFill>
            <a:srgbClr val="012169">
              <a:alpha val="29000"/>
            </a:srgbClr>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600" kern="0" spc="300">
              <a:solidFill>
                <a:prstClr val="white"/>
              </a:solidFill>
              <a:latin typeface="Calibri" panose="020F0502020204030204"/>
              <a:cs typeface="Calibri" panose="020F0502020204030204" pitchFamily="34" charset="0"/>
            </a:endParaRPr>
          </a:p>
        </p:txBody>
      </p:sp>
      <p:sp>
        <p:nvSpPr>
          <p:cNvPr id="491" name="Rectangle 490">
            <a:extLst>
              <a:ext uri="{FF2B5EF4-FFF2-40B4-BE49-F238E27FC236}">
                <a16:creationId xmlns:a16="http://schemas.microsoft.com/office/drawing/2014/main" id="{4C5A4F6F-638C-6F17-DFAF-DC608419D21C}"/>
              </a:ext>
            </a:extLst>
          </p:cNvPr>
          <p:cNvSpPr/>
          <p:nvPr/>
        </p:nvSpPr>
        <p:spPr bwMode="gray">
          <a:xfrm>
            <a:off x="1340286" y="2767936"/>
            <a:ext cx="632672" cy="275690"/>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600" b="1">
                <a:solidFill>
                  <a:prstClr val="black"/>
                </a:solidFill>
                <a:latin typeface="Calibri" panose="020F0502020204030204"/>
                <a:ea typeface="Open Sans Light" panose="020B0306030504020204" pitchFamily="34" charset="0"/>
                <a:cs typeface="Calibri" panose="020F0502020204030204" pitchFamily="34" charset="0"/>
              </a:rPr>
              <a:t>Salesforce inc SF Design / BA</a:t>
            </a:r>
          </a:p>
        </p:txBody>
      </p:sp>
      <p:sp>
        <p:nvSpPr>
          <p:cNvPr id="492" name="Rectangle 491">
            <a:extLst>
              <a:ext uri="{FF2B5EF4-FFF2-40B4-BE49-F238E27FC236}">
                <a16:creationId xmlns:a16="http://schemas.microsoft.com/office/drawing/2014/main" id="{D9E99FF6-DD1A-6082-E3D8-ABF9E9486A78}"/>
              </a:ext>
            </a:extLst>
          </p:cNvPr>
          <p:cNvSpPr/>
          <p:nvPr/>
        </p:nvSpPr>
        <p:spPr>
          <a:xfrm>
            <a:off x="1939597" y="2625733"/>
            <a:ext cx="1679754" cy="590272"/>
          </a:xfrm>
          <a:prstGeom prst="rect">
            <a:avLst/>
          </a:prstGeom>
          <a:no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Angie Rios</a:t>
            </a:r>
            <a:r>
              <a:rPr lang="en-GB" sz="600" kern="0">
                <a:solidFill>
                  <a:srgbClr val="000000"/>
                </a:solidFill>
                <a:latin typeface="Calibri" panose="020F0502020204030204"/>
                <a:cs typeface="Calibri" panose="020F0502020204030204" pitchFamily="34" charset="0"/>
              </a:rPr>
              <a:t> – SF Product Owner + </a:t>
            </a:r>
          </a:p>
          <a:p>
            <a:pPr defTabSz="426770">
              <a:defRPr/>
            </a:pPr>
            <a:r>
              <a:rPr lang="en-GB" sz="600" b="1" kern="0">
                <a:solidFill>
                  <a:srgbClr val="000000"/>
                </a:solidFill>
                <a:latin typeface="Calibri" panose="020F0502020204030204"/>
                <a:cs typeface="Calibri" panose="020F0502020204030204" pitchFamily="34" charset="0"/>
              </a:rPr>
              <a:t>Sudheer Sura – </a:t>
            </a:r>
            <a:r>
              <a:rPr lang="en-GB" sz="600" kern="0">
                <a:solidFill>
                  <a:srgbClr val="000000"/>
                </a:solidFill>
                <a:latin typeface="Calibri" panose="020F0502020204030204"/>
                <a:cs typeface="Calibri" panose="020F0502020204030204" pitchFamily="34" charset="0"/>
              </a:rPr>
              <a:t>Salesforce Platform (Tech) Lead</a:t>
            </a:r>
          </a:p>
          <a:p>
            <a:pPr defTabSz="426770">
              <a:defRPr/>
            </a:pPr>
            <a:r>
              <a:rPr lang="en-GB" sz="600" b="1" kern="0">
                <a:solidFill>
                  <a:srgbClr val="000000"/>
                </a:solidFill>
                <a:latin typeface="Calibri" panose="020F0502020204030204"/>
                <a:cs typeface="Calibri" panose="020F0502020204030204" pitchFamily="34" charset="0"/>
              </a:rPr>
              <a:t>Mary Engdahl (S) </a:t>
            </a:r>
            <a:r>
              <a:rPr lang="en-GB" sz="600" kern="0">
                <a:solidFill>
                  <a:srgbClr val="000000"/>
                </a:solidFill>
                <a:latin typeface="Calibri" panose="020F0502020204030204"/>
                <a:cs typeface="Calibri" panose="020F0502020204030204" pitchFamily="34" charset="0"/>
              </a:rPr>
              <a:t>– Engagement Lead</a:t>
            </a:r>
          </a:p>
          <a:p>
            <a:pPr defTabSz="426770">
              <a:defRPr/>
            </a:pPr>
            <a:r>
              <a:rPr lang="en-GB" sz="600" b="1" kern="0">
                <a:solidFill>
                  <a:srgbClr val="000000"/>
                </a:solidFill>
                <a:latin typeface="Calibri" panose="020F0502020204030204"/>
                <a:cs typeface="Calibri" panose="020F0502020204030204" pitchFamily="34" charset="0"/>
              </a:rPr>
              <a:t>Benjamin Fairclough (S) </a:t>
            </a:r>
            <a:r>
              <a:rPr lang="en-GB" sz="600" kern="0">
                <a:solidFill>
                  <a:srgbClr val="000000"/>
                </a:solidFill>
                <a:latin typeface="Calibri" panose="020F0502020204030204"/>
                <a:cs typeface="Calibri" panose="020F0502020204030204" pitchFamily="34" charset="0"/>
              </a:rPr>
              <a:t>– Senior Project Manager</a:t>
            </a:r>
          </a:p>
          <a:p>
            <a:pPr defTabSz="426770">
              <a:defRPr/>
            </a:pPr>
            <a:r>
              <a:rPr lang="en-GB" sz="600" b="1" kern="0">
                <a:solidFill>
                  <a:srgbClr val="000000"/>
                </a:solidFill>
                <a:latin typeface="Calibri" panose="020F0502020204030204"/>
                <a:cs typeface="Calibri" panose="020F0502020204030204" pitchFamily="34" charset="0"/>
              </a:rPr>
              <a:t>Tim Warburton (S) </a:t>
            </a:r>
            <a:r>
              <a:rPr lang="en-GB" sz="600" kern="0">
                <a:solidFill>
                  <a:srgbClr val="000000"/>
                </a:solidFill>
                <a:latin typeface="Calibri" panose="020F0502020204030204"/>
                <a:cs typeface="Calibri" panose="020F0502020204030204" pitchFamily="34" charset="0"/>
              </a:rPr>
              <a:t>– Salesforce Programme Architect</a:t>
            </a:r>
          </a:p>
        </p:txBody>
      </p:sp>
      <p:sp>
        <p:nvSpPr>
          <p:cNvPr id="493" name="Rectangle 492">
            <a:extLst>
              <a:ext uri="{FF2B5EF4-FFF2-40B4-BE49-F238E27FC236}">
                <a16:creationId xmlns:a16="http://schemas.microsoft.com/office/drawing/2014/main" id="{06956FEE-1AC6-D1AE-2ED4-436638373117}"/>
              </a:ext>
            </a:extLst>
          </p:cNvPr>
          <p:cNvSpPr/>
          <p:nvPr/>
        </p:nvSpPr>
        <p:spPr>
          <a:xfrm>
            <a:off x="4601707" y="2666905"/>
            <a:ext cx="586112" cy="222520"/>
          </a:xfrm>
          <a:prstGeom prst="rect">
            <a:avLst/>
          </a:prstGeom>
          <a:no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kern="0">
                <a:solidFill>
                  <a:srgbClr val="000000"/>
                </a:solidFill>
                <a:latin typeface="Calibri" panose="020F0502020204030204"/>
                <a:cs typeface="Calibri" panose="020F0502020204030204" pitchFamily="34" charset="0"/>
              </a:rPr>
              <a:t>Ad-hoc Support</a:t>
            </a:r>
          </a:p>
        </p:txBody>
      </p:sp>
      <p:sp>
        <p:nvSpPr>
          <p:cNvPr id="494" name="Rectangle 493">
            <a:extLst>
              <a:ext uri="{FF2B5EF4-FFF2-40B4-BE49-F238E27FC236}">
                <a16:creationId xmlns:a16="http://schemas.microsoft.com/office/drawing/2014/main" id="{B453F4CE-3D68-0D02-F20D-75DD0F23EE9B}"/>
              </a:ext>
            </a:extLst>
          </p:cNvPr>
          <p:cNvSpPr/>
          <p:nvPr/>
        </p:nvSpPr>
        <p:spPr>
          <a:xfrm>
            <a:off x="11068190" y="2666905"/>
            <a:ext cx="586112" cy="222520"/>
          </a:xfrm>
          <a:prstGeom prst="rect">
            <a:avLst/>
          </a:prstGeom>
          <a:no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kern="0">
                <a:solidFill>
                  <a:srgbClr val="000000"/>
                </a:solidFill>
                <a:latin typeface="Calibri" panose="020F0502020204030204"/>
                <a:cs typeface="Calibri" panose="020F0502020204030204" pitchFamily="34" charset="0"/>
              </a:rPr>
              <a:t>Covered by wider team in Pre-Inception</a:t>
            </a:r>
          </a:p>
        </p:txBody>
      </p:sp>
      <p:sp>
        <p:nvSpPr>
          <p:cNvPr id="495" name="Rectangle 494">
            <a:extLst>
              <a:ext uri="{FF2B5EF4-FFF2-40B4-BE49-F238E27FC236}">
                <a16:creationId xmlns:a16="http://schemas.microsoft.com/office/drawing/2014/main" id="{31D56180-18BC-6EFD-62A5-58C4AA3D3750}"/>
              </a:ext>
            </a:extLst>
          </p:cNvPr>
          <p:cNvSpPr/>
          <p:nvPr/>
        </p:nvSpPr>
        <p:spPr>
          <a:xfrm>
            <a:off x="3717576" y="2651377"/>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96" name="Rectangle 495">
            <a:extLst>
              <a:ext uri="{FF2B5EF4-FFF2-40B4-BE49-F238E27FC236}">
                <a16:creationId xmlns:a16="http://schemas.microsoft.com/office/drawing/2014/main" id="{A93CA9D5-F758-64B0-417B-402987B90001}"/>
              </a:ext>
            </a:extLst>
          </p:cNvPr>
          <p:cNvSpPr/>
          <p:nvPr/>
        </p:nvSpPr>
        <p:spPr>
          <a:xfrm>
            <a:off x="4627196" y="2651377"/>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97" name="Rectangle 496">
            <a:extLst>
              <a:ext uri="{FF2B5EF4-FFF2-40B4-BE49-F238E27FC236}">
                <a16:creationId xmlns:a16="http://schemas.microsoft.com/office/drawing/2014/main" id="{2C647E84-ABD5-A061-E371-D941AAEF5F70}"/>
              </a:ext>
            </a:extLst>
          </p:cNvPr>
          <p:cNvSpPr/>
          <p:nvPr/>
        </p:nvSpPr>
        <p:spPr>
          <a:xfrm>
            <a:off x="6460825" y="2651377"/>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98" name="Rectangle 497">
            <a:extLst>
              <a:ext uri="{FF2B5EF4-FFF2-40B4-BE49-F238E27FC236}">
                <a16:creationId xmlns:a16="http://schemas.microsoft.com/office/drawing/2014/main" id="{8E0F2F86-E6FA-BFFA-C219-3A70EB3C1401}"/>
              </a:ext>
            </a:extLst>
          </p:cNvPr>
          <p:cNvSpPr/>
          <p:nvPr/>
        </p:nvSpPr>
        <p:spPr>
          <a:xfrm>
            <a:off x="8291557" y="2651377"/>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499" name="Rectangle 498">
            <a:extLst>
              <a:ext uri="{FF2B5EF4-FFF2-40B4-BE49-F238E27FC236}">
                <a16:creationId xmlns:a16="http://schemas.microsoft.com/office/drawing/2014/main" id="{BCF02601-2D14-4617-26EE-FC066B9C8638}"/>
              </a:ext>
            </a:extLst>
          </p:cNvPr>
          <p:cNvSpPr/>
          <p:nvPr/>
        </p:nvSpPr>
        <p:spPr>
          <a:xfrm>
            <a:off x="10138739"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00" name="Rectangle 499">
            <a:extLst>
              <a:ext uri="{FF2B5EF4-FFF2-40B4-BE49-F238E27FC236}">
                <a16:creationId xmlns:a16="http://schemas.microsoft.com/office/drawing/2014/main" id="{4D55BA42-DA49-E44F-4018-3414E2AFCB14}"/>
              </a:ext>
            </a:extLst>
          </p:cNvPr>
          <p:cNvSpPr/>
          <p:nvPr/>
        </p:nvSpPr>
        <p:spPr>
          <a:xfrm>
            <a:off x="11051734" y="40232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01" name="Rectangle 500">
            <a:extLst>
              <a:ext uri="{FF2B5EF4-FFF2-40B4-BE49-F238E27FC236}">
                <a16:creationId xmlns:a16="http://schemas.microsoft.com/office/drawing/2014/main" id="{BDB34E23-D216-4545-904C-FB3D4805C56F}"/>
              </a:ext>
            </a:extLst>
          </p:cNvPr>
          <p:cNvSpPr/>
          <p:nvPr/>
        </p:nvSpPr>
        <p:spPr>
          <a:xfrm>
            <a:off x="10138739" y="4405788"/>
            <a:ext cx="586112" cy="222520"/>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endParaRPr lang="en-GB" sz="600" b="1" kern="0">
              <a:solidFill>
                <a:srgbClr val="FF0000"/>
              </a:solidFill>
              <a:latin typeface="Calibri" panose="020F0502020204030204"/>
              <a:cs typeface="Calibri" panose="020F0502020204030204" pitchFamily="34" charset="0"/>
            </a:endParaRPr>
          </a:p>
          <a:p>
            <a:pPr algn="ctr" defTabSz="426770">
              <a:defRPr/>
            </a:pPr>
            <a:endParaRPr lang="en-GB" sz="600" kern="0">
              <a:solidFill>
                <a:srgbClr val="000000"/>
              </a:solidFill>
              <a:latin typeface="Calibri" panose="020F0502020204030204"/>
              <a:cs typeface="Calibri" panose="020F0502020204030204" pitchFamily="34" charset="0"/>
            </a:endParaRPr>
          </a:p>
        </p:txBody>
      </p:sp>
      <p:sp>
        <p:nvSpPr>
          <p:cNvPr id="502" name="Rectangle 501">
            <a:extLst>
              <a:ext uri="{FF2B5EF4-FFF2-40B4-BE49-F238E27FC236}">
                <a16:creationId xmlns:a16="http://schemas.microsoft.com/office/drawing/2014/main" id="{C95E8860-EA36-BFA8-246F-A0022D275411}"/>
              </a:ext>
            </a:extLst>
          </p:cNvPr>
          <p:cNvSpPr/>
          <p:nvPr/>
        </p:nvSpPr>
        <p:spPr>
          <a:xfrm>
            <a:off x="11051734" y="4405788"/>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03" name="Rectangle 502">
            <a:extLst>
              <a:ext uri="{FF2B5EF4-FFF2-40B4-BE49-F238E27FC236}">
                <a16:creationId xmlns:a16="http://schemas.microsoft.com/office/drawing/2014/main" id="{AAF9809A-8A57-AED9-1A32-C368C3C9E5F9}"/>
              </a:ext>
            </a:extLst>
          </p:cNvPr>
          <p:cNvSpPr/>
          <p:nvPr/>
        </p:nvSpPr>
        <p:spPr>
          <a:xfrm>
            <a:off x="1337104" y="3605850"/>
            <a:ext cx="10552644" cy="344612"/>
          </a:xfrm>
          <a:prstGeom prst="rect">
            <a:avLst/>
          </a:prstGeom>
          <a:solidFill>
            <a:srgbClr val="62B5E5">
              <a:alpha val="29000"/>
            </a:srgbClr>
          </a:solidFill>
          <a:ln w="12700" cap="flat" cmpd="sng" algn="ctr">
            <a:noFill/>
            <a:prstDash val="solid"/>
            <a:miter lim="800000"/>
          </a:ln>
          <a:effectLst/>
        </p:spPr>
        <p:txBody>
          <a:bodyPr lIns="72000" tIns="0" rIns="72000" bIns="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935830">
              <a:spcAft>
                <a:spcPts val="900"/>
              </a:spcAft>
              <a:defRPr/>
            </a:pPr>
            <a:endParaRPr lang="en-GB" sz="600" kern="0" spc="300">
              <a:solidFill>
                <a:prstClr val="white"/>
              </a:solidFill>
              <a:latin typeface="Calibri" panose="020F0502020204030204"/>
              <a:cs typeface="Calibri" panose="020F0502020204030204" pitchFamily="34" charset="0"/>
            </a:endParaRPr>
          </a:p>
        </p:txBody>
      </p:sp>
      <p:sp>
        <p:nvSpPr>
          <p:cNvPr id="504" name="Rectangle 503">
            <a:extLst>
              <a:ext uri="{FF2B5EF4-FFF2-40B4-BE49-F238E27FC236}">
                <a16:creationId xmlns:a16="http://schemas.microsoft.com/office/drawing/2014/main" id="{4508B96F-DB59-C234-1AA1-D3EA470B2BB1}"/>
              </a:ext>
            </a:extLst>
          </p:cNvPr>
          <p:cNvSpPr/>
          <p:nvPr/>
        </p:nvSpPr>
        <p:spPr bwMode="gray">
          <a:xfrm>
            <a:off x="1341280" y="3640310"/>
            <a:ext cx="725066" cy="275690"/>
          </a:xfrm>
          <a:prstGeom prst="rect">
            <a:avLst/>
          </a:prstGeom>
          <a:noFill/>
          <a:ln w="19050" algn="ctr">
            <a:noFill/>
            <a:miter lim="800000"/>
            <a:headEnd/>
            <a:tailEnd/>
          </a:ln>
        </p:spPr>
        <p:txBody>
          <a:bodyPr wrap="square" lIns="720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06000"/>
              </a:lnSpc>
              <a:buFont typeface="Wingdings 2" pitchFamily="18" charset="2"/>
              <a:buNone/>
              <a:defRPr/>
            </a:pPr>
            <a:r>
              <a:rPr lang="en-AU" sz="600" b="1">
                <a:solidFill>
                  <a:prstClr val="black"/>
                </a:solidFill>
                <a:latin typeface="Calibri" panose="020F0502020204030204"/>
                <a:ea typeface="Open Sans Light" panose="020B0306030504020204" pitchFamily="34" charset="0"/>
                <a:cs typeface="Calibri" panose="020F0502020204030204" pitchFamily="34" charset="0"/>
              </a:rPr>
              <a:t>Guidewire inc GW Design / BA</a:t>
            </a:r>
          </a:p>
        </p:txBody>
      </p:sp>
      <p:sp>
        <p:nvSpPr>
          <p:cNvPr id="505" name="Rectangle 504">
            <a:extLst>
              <a:ext uri="{FF2B5EF4-FFF2-40B4-BE49-F238E27FC236}">
                <a16:creationId xmlns:a16="http://schemas.microsoft.com/office/drawing/2014/main" id="{19DDE29F-E98A-57E0-405A-D55A03443395}"/>
              </a:ext>
            </a:extLst>
          </p:cNvPr>
          <p:cNvSpPr/>
          <p:nvPr/>
        </p:nvSpPr>
        <p:spPr>
          <a:xfrm>
            <a:off x="1987929" y="3614443"/>
            <a:ext cx="1650476" cy="316518"/>
          </a:xfrm>
          <a:prstGeom prst="rect">
            <a:avLst/>
          </a:prstGeom>
          <a:solidFill>
            <a:srgbClr val="D1EAF7"/>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Lorraine </a:t>
            </a:r>
            <a:r>
              <a:rPr lang="en-GB" sz="600" b="1" kern="0" err="1">
                <a:solidFill>
                  <a:srgbClr val="000000"/>
                </a:solidFill>
                <a:latin typeface="Calibri" panose="020F0502020204030204"/>
                <a:cs typeface="Calibri" panose="020F0502020204030204" pitchFamily="34" charset="0"/>
              </a:rPr>
              <a:t>Shakesheff</a:t>
            </a:r>
            <a:r>
              <a:rPr lang="en-GB" sz="600" b="1" kern="0">
                <a:solidFill>
                  <a:srgbClr val="000000"/>
                </a:solidFill>
                <a:latin typeface="Calibri" panose="020F0502020204030204"/>
                <a:cs typeface="Calibri" panose="020F0502020204030204" pitchFamily="34" charset="0"/>
              </a:rPr>
              <a:t> (C) – </a:t>
            </a:r>
            <a:r>
              <a:rPr lang="en-GB" sz="600" kern="0">
                <a:solidFill>
                  <a:srgbClr val="000000"/>
                </a:solidFill>
                <a:latin typeface="Calibri" panose="020F0502020204030204"/>
                <a:cs typeface="Calibri" panose="020F0502020204030204" pitchFamily="34" charset="0"/>
              </a:rPr>
              <a:t>Guidewire</a:t>
            </a:r>
            <a:r>
              <a:rPr lang="en-GB" sz="600" b="1" kern="0">
                <a:solidFill>
                  <a:srgbClr val="000000"/>
                </a:solidFill>
                <a:latin typeface="Calibri" panose="020F0502020204030204"/>
                <a:cs typeface="Calibri" panose="020F0502020204030204" pitchFamily="34" charset="0"/>
              </a:rPr>
              <a:t> </a:t>
            </a:r>
            <a:r>
              <a:rPr lang="en-GB" sz="600" kern="0">
                <a:solidFill>
                  <a:srgbClr val="000000"/>
                </a:solidFill>
                <a:latin typeface="Calibri" panose="020F0502020204030204"/>
                <a:cs typeface="Calibri" panose="020F0502020204030204" pitchFamily="34" charset="0"/>
              </a:rPr>
              <a:t>Delivery Lead</a:t>
            </a:r>
          </a:p>
          <a:p>
            <a:pPr defTabSz="426770">
              <a:defRPr/>
            </a:pPr>
            <a:r>
              <a:rPr lang="en-GB" sz="600" b="1" kern="0">
                <a:solidFill>
                  <a:srgbClr val="000000"/>
                </a:solidFill>
                <a:latin typeface="Calibri" panose="020F0502020204030204"/>
                <a:cs typeface="Calibri" panose="020F0502020204030204" pitchFamily="34" charset="0"/>
              </a:rPr>
              <a:t>Denise Wood – </a:t>
            </a:r>
            <a:r>
              <a:rPr lang="en-GB" sz="600" kern="0">
                <a:solidFill>
                  <a:srgbClr val="000000"/>
                </a:solidFill>
                <a:latin typeface="Calibri" panose="020F0502020204030204"/>
                <a:cs typeface="Calibri" panose="020F0502020204030204" pitchFamily="34" charset="0"/>
              </a:rPr>
              <a:t>Guidewire Platform Owner</a:t>
            </a:r>
            <a:endParaRPr lang="en-GB" sz="600" b="1" kern="0">
              <a:solidFill>
                <a:srgbClr val="000000"/>
              </a:solidFill>
              <a:latin typeface="Calibri" panose="020F0502020204030204"/>
              <a:cs typeface="Calibri" panose="020F0502020204030204" pitchFamily="34" charset="0"/>
            </a:endParaRPr>
          </a:p>
          <a:p>
            <a:pPr defTabSz="426770">
              <a:defRPr/>
            </a:pPr>
            <a:r>
              <a:rPr lang="en-GB" sz="600" b="1" kern="0">
                <a:solidFill>
                  <a:srgbClr val="000000"/>
                </a:solidFill>
                <a:highlight>
                  <a:srgbClr val="FFFF00"/>
                </a:highlight>
                <a:latin typeface="Calibri" panose="020F0502020204030204"/>
                <a:cs typeface="Calibri" panose="020F0502020204030204" pitchFamily="34" charset="0"/>
              </a:rPr>
              <a:t>Vamshi </a:t>
            </a:r>
            <a:r>
              <a:rPr lang="en-GB" sz="600" b="1" err="1">
                <a:solidFill>
                  <a:srgbClr val="242424"/>
                </a:solidFill>
                <a:highlight>
                  <a:srgbClr val="FFFF00"/>
                </a:highlight>
                <a:latin typeface="Calibri" panose="020F0502020204030204"/>
              </a:rPr>
              <a:t>Chennamadhavuni</a:t>
            </a:r>
            <a:r>
              <a:rPr lang="en-GB" sz="600" b="1" kern="0">
                <a:solidFill>
                  <a:srgbClr val="000000"/>
                </a:solidFill>
                <a:highlight>
                  <a:srgbClr val="FFFF00"/>
                </a:highlight>
                <a:latin typeface="Calibri" panose="020F0502020204030204"/>
                <a:cs typeface="Calibri" panose="020F0502020204030204" pitchFamily="34" charset="0"/>
              </a:rPr>
              <a:t> (C) – </a:t>
            </a:r>
            <a:r>
              <a:rPr lang="en-GB" sz="600" kern="0">
                <a:solidFill>
                  <a:srgbClr val="000000"/>
                </a:solidFill>
                <a:highlight>
                  <a:srgbClr val="FFFF00"/>
                </a:highlight>
                <a:latin typeface="Calibri" panose="020F0502020204030204"/>
                <a:cs typeface="Calibri" panose="020F0502020204030204" pitchFamily="34" charset="0"/>
              </a:rPr>
              <a:t>Guidewire Enterprise Architect</a:t>
            </a:r>
          </a:p>
        </p:txBody>
      </p:sp>
      <p:sp>
        <p:nvSpPr>
          <p:cNvPr id="506" name="Rectangle 505">
            <a:extLst>
              <a:ext uri="{FF2B5EF4-FFF2-40B4-BE49-F238E27FC236}">
                <a16:creationId xmlns:a16="http://schemas.microsoft.com/office/drawing/2014/main" id="{A56BA048-5B52-D8D3-3339-92D1631BC11F}"/>
              </a:ext>
            </a:extLst>
          </p:cNvPr>
          <p:cNvSpPr/>
          <p:nvPr/>
        </p:nvSpPr>
        <p:spPr>
          <a:xfrm>
            <a:off x="11072753" y="3666065"/>
            <a:ext cx="586112" cy="222520"/>
          </a:xfrm>
          <a:prstGeom prst="rect">
            <a:avLst/>
          </a:prstGeom>
          <a:no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kern="0">
                <a:solidFill>
                  <a:srgbClr val="000000"/>
                </a:solidFill>
                <a:latin typeface="Calibri" panose="020F0502020204030204"/>
                <a:cs typeface="Calibri" panose="020F0502020204030204" pitchFamily="34" charset="0"/>
              </a:rPr>
              <a:t>Covered by wider team in Pre-Inception</a:t>
            </a:r>
          </a:p>
        </p:txBody>
      </p:sp>
      <p:pic>
        <p:nvPicPr>
          <p:cNvPr id="507" name="Picture 506" descr="Check Mark Vector SVG Icon (30) - SVG Repo">
            <a:extLst>
              <a:ext uri="{FF2B5EF4-FFF2-40B4-BE49-F238E27FC236}">
                <a16:creationId xmlns:a16="http://schemas.microsoft.com/office/drawing/2014/main" id="{74BEAC4E-AB35-B775-5744-3ED2BF8A80BF}"/>
              </a:ext>
            </a:extLst>
          </p:cNvPr>
          <p:cNvPicPr>
            <a:picLocks noChangeAspect="1" noChangeArrowheads="1"/>
          </p:cNvPicPr>
          <p:nvPr/>
        </p:nvPicPr>
        <p:blipFill>
          <a:blip r:embed="rId3" cstate="print">
            <a:clrChange>
              <a:clrFrom>
                <a:srgbClr val="FFFFFF"/>
              </a:clrFrom>
              <a:clrTo>
                <a:srgbClr val="FFFFFF">
                  <a:alpha val="0"/>
                </a:srgbClr>
              </a:clrTo>
            </a:clrChange>
            <a:duotone>
              <a:srgbClr val="86BC25">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6693482" y="6179739"/>
            <a:ext cx="142821" cy="170058"/>
          </a:xfrm>
          <a:prstGeom prst="rect">
            <a:avLst/>
          </a:prstGeom>
          <a:noFill/>
          <a:extLst>
            <a:ext uri="{909E8E84-426E-40DD-AFC4-6F175D3DCCD1}">
              <a14:hiddenFill xmlns:a14="http://schemas.microsoft.com/office/drawing/2010/main">
                <a:solidFill>
                  <a:srgbClr val="FFFFFF"/>
                </a:solidFill>
              </a14:hiddenFill>
            </a:ext>
          </a:extLst>
        </p:spPr>
      </p:pic>
      <p:sp>
        <p:nvSpPr>
          <p:cNvPr id="508" name="Rectangle 507">
            <a:extLst>
              <a:ext uri="{FF2B5EF4-FFF2-40B4-BE49-F238E27FC236}">
                <a16:creationId xmlns:a16="http://schemas.microsoft.com/office/drawing/2014/main" id="{B4200E81-487B-7B2B-30CC-074F0E650728}"/>
              </a:ext>
            </a:extLst>
          </p:cNvPr>
          <p:cNvSpPr/>
          <p:nvPr/>
        </p:nvSpPr>
        <p:spPr>
          <a:xfrm>
            <a:off x="9136570" y="4405788"/>
            <a:ext cx="752959" cy="9681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t"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09" name="Rectangle 508">
            <a:extLst>
              <a:ext uri="{FF2B5EF4-FFF2-40B4-BE49-F238E27FC236}">
                <a16:creationId xmlns:a16="http://schemas.microsoft.com/office/drawing/2014/main" id="{F3A1E4FC-901C-65D2-119F-56D22885219E}"/>
              </a:ext>
            </a:extLst>
          </p:cNvPr>
          <p:cNvSpPr/>
          <p:nvPr/>
        </p:nvSpPr>
        <p:spPr>
          <a:xfrm>
            <a:off x="10070459" y="4405788"/>
            <a:ext cx="752959" cy="9681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t"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10" name="Rectangle 509">
            <a:extLst>
              <a:ext uri="{FF2B5EF4-FFF2-40B4-BE49-F238E27FC236}">
                <a16:creationId xmlns:a16="http://schemas.microsoft.com/office/drawing/2014/main" id="{97596206-5A0D-6FDB-EFAD-EA6B398EF2CC}"/>
              </a:ext>
            </a:extLst>
          </p:cNvPr>
          <p:cNvSpPr/>
          <p:nvPr/>
        </p:nvSpPr>
        <p:spPr>
          <a:xfrm>
            <a:off x="1923376" y="4405788"/>
            <a:ext cx="1650476" cy="271664"/>
          </a:xfrm>
          <a:prstGeom prst="rect">
            <a:avLst/>
          </a:prstGeom>
          <a:solidFill>
            <a:srgbClr val="F2F2F2"/>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Jamie Jones - </a:t>
            </a:r>
            <a:r>
              <a:rPr lang="en-GB" sz="600" kern="0">
                <a:solidFill>
                  <a:srgbClr val="000000"/>
                </a:solidFill>
                <a:latin typeface="Calibri" panose="020F0502020204030204"/>
                <a:cs typeface="Calibri" panose="020F0502020204030204" pitchFamily="34" charset="0"/>
              </a:rPr>
              <a:t>Data, MI and Analytics Lead</a:t>
            </a:r>
          </a:p>
          <a:p>
            <a:pPr defTabSz="426770">
              <a:defRPr/>
            </a:pPr>
            <a:r>
              <a:rPr lang="en-GB" sz="600" b="1" kern="0">
                <a:solidFill>
                  <a:srgbClr val="000000"/>
                </a:solidFill>
                <a:latin typeface="Calibri" panose="020F0502020204030204"/>
                <a:cs typeface="Calibri" panose="020F0502020204030204" pitchFamily="34" charset="0"/>
              </a:rPr>
              <a:t> Harsha Vardhan Chinnam – </a:t>
            </a:r>
            <a:r>
              <a:rPr lang="en-GB" sz="600" kern="0">
                <a:solidFill>
                  <a:srgbClr val="000000"/>
                </a:solidFill>
                <a:latin typeface="Calibri" panose="020F0502020204030204"/>
                <a:cs typeface="Calibri" panose="020F0502020204030204" pitchFamily="34" charset="0"/>
              </a:rPr>
              <a:t>Data Technology Lead</a:t>
            </a:r>
          </a:p>
          <a:p>
            <a:pPr defTabSz="426770">
              <a:defRPr/>
            </a:pPr>
            <a:r>
              <a:rPr lang="it-IT" sz="600" b="1" kern="0" err="1">
                <a:solidFill>
                  <a:srgbClr val="000000"/>
                </a:solidFill>
                <a:latin typeface="Calibri" panose="020F0502020204030204"/>
                <a:cs typeface="Calibri" panose="020F0502020204030204" pitchFamily="34" charset="0"/>
              </a:rPr>
              <a:t>Venkata</a:t>
            </a:r>
            <a:r>
              <a:rPr lang="it-IT" sz="600" b="1" kern="0">
                <a:solidFill>
                  <a:srgbClr val="000000"/>
                </a:solidFill>
                <a:latin typeface="Calibri" panose="020F0502020204030204"/>
                <a:cs typeface="Calibri" panose="020F0502020204030204" pitchFamily="34" charset="0"/>
              </a:rPr>
              <a:t> </a:t>
            </a:r>
            <a:r>
              <a:rPr lang="it-IT" sz="600" b="1" kern="0" err="1">
                <a:solidFill>
                  <a:srgbClr val="000000"/>
                </a:solidFill>
                <a:latin typeface="Calibri" panose="020F0502020204030204"/>
                <a:cs typeface="Calibri" panose="020F0502020204030204" pitchFamily="34" charset="0"/>
              </a:rPr>
              <a:t>Konda</a:t>
            </a:r>
            <a:r>
              <a:rPr lang="it-IT" sz="600" b="1" kern="0">
                <a:solidFill>
                  <a:srgbClr val="000000"/>
                </a:solidFill>
                <a:latin typeface="Calibri" panose="020F0502020204030204"/>
                <a:cs typeface="Calibri" panose="020F0502020204030204" pitchFamily="34" charset="0"/>
              </a:rPr>
              <a:t> - </a:t>
            </a:r>
            <a:r>
              <a:rPr lang="it-IT" sz="600" kern="0">
                <a:solidFill>
                  <a:srgbClr val="000000"/>
                </a:solidFill>
                <a:latin typeface="Calibri" panose="020F0502020204030204"/>
                <a:cs typeface="Calibri" panose="020F0502020204030204" pitchFamily="34" charset="0"/>
              </a:rPr>
              <a:t>Data Governance Lead</a:t>
            </a:r>
          </a:p>
          <a:p>
            <a:pPr defTabSz="426770">
              <a:defRPr/>
            </a:pPr>
            <a:r>
              <a:rPr lang="it-IT" sz="600" b="1" kern="0" err="1">
                <a:solidFill>
                  <a:srgbClr val="000000"/>
                </a:solidFill>
                <a:latin typeface="Calibri" panose="020F0502020204030204"/>
                <a:cs typeface="Calibri" panose="020F0502020204030204" pitchFamily="34" charset="0"/>
              </a:rPr>
              <a:t>Pee</a:t>
            </a:r>
            <a:r>
              <a:rPr lang="it-IT" sz="600" b="1" kern="0">
                <a:solidFill>
                  <a:srgbClr val="000000"/>
                </a:solidFill>
                <a:latin typeface="Calibri" panose="020F0502020204030204"/>
                <a:cs typeface="Calibri" panose="020F0502020204030204" pitchFamily="34" charset="0"/>
              </a:rPr>
              <a:t> T. Lim </a:t>
            </a:r>
            <a:r>
              <a:rPr lang="it-IT" sz="600" kern="0">
                <a:solidFill>
                  <a:srgbClr val="000000"/>
                </a:solidFill>
                <a:latin typeface="Calibri" panose="020F0502020204030204"/>
                <a:cs typeface="Calibri" panose="020F0502020204030204" pitchFamily="34" charset="0"/>
              </a:rPr>
              <a:t>– Data </a:t>
            </a:r>
            <a:r>
              <a:rPr lang="it-IT" sz="600" kern="0" err="1">
                <a:solidFill>
                  <a:srgbClr val="000000"/>
                </a:solidFill>
                <a:latin typeface="Calibri" panose="020F0502020204030204"/>
                <a:cs typeface="Calibri" panose="020F0502020204030204" pitchFamily="34" charset="0"/>
              </a:rPr>
              <a:t>Architetct</a:t>
            </a:r>
            <a:r>
              <a:rPr lang="it-IT" sz="600" kern="0">
                <a:solidFill>
                  <a:srgbClr val="000000"/>
                </a:solidFill>
                <a:latin typeface="Calibri" panose="020F0502020204030204"/>
                <a:cs typeface="Calibri" panose="020F0502020204030204" pitchFamily="34" charset="0"/>
              </a:rPr>
              <a:t> INTERIM</a:t>
            </a:r>
          </a:p>
        </p:txBody>
      </p:sp>
      <p:sp>
        <p:nvSpPr>
          <p:cNvPr id="511" name="Rectangle 510">
            <a:extLst>
              <a:ext uri="{FF2B5EF4-FFF2-40B4-BE49-F238E27FC236}">
                <a16:creationId xmlns:a16="http://schemas.microsoft.com/office/drawing/2014/main" id="{481D0247-2B23-3097-D040-708C54638A88}"/>
              </a:ext>
            </a:extLst>
          </p:cNvPr>
          <p:cNvSpPr/>
          <p:nvPr/>
        </p:nvSpPr>
        <p:spPr bwMode="gray">
          <a:xfrm>
            <a:off x="3597154"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2" name="Rectangle 511">
            <a:extLst>
              <a:ext uri="{FF2B5EF4-FFF2-40B4-BE49-F238E27FC236}">
                <a16:creationId xmlns:a16="http://schemas.microsoft.com/office/drawing/2014/main" id="{F4E71DB4-9AD8-BB1A-6CAE-3DF6A95086EC}"/>
              </a:ext>
            </a:extLst>
          </p:cNvPr>
          <p:cNvSpPr/>
          <p:nvPr/>
        </p:nvSpPr>
        <p:spPr bwMode="gray">
          <a:xfrm>
            <a:off x="4514587"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3" name="Rectangle 512">
            <a:extLst>
              <a:ext uri="{FF2B5EF4-FFF2-40B4-BE49-F238E27FC236}">
                <a16:creationId xmlns:a16="http://schemas.microsoft.com/office/drawing/2014/main" id="{5BAC1D4C-EE5D-1890-F6AF-C29C1DA94292}"/>
              </a:ext>
            </a:extLst>
          </p:cNvPr>
          <p:cNvSpPr/>
          <p:nvPr/>
        </p:nvSpPr>
        <p:spPr bwMode="gray">
          <a:xfrm>
            <a:off x="6349451"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4" name="Rectangle 513">
            <a:extLst>
              <a:ext uri="{FF2B5EF4-FFF2-40B4-BE49-F238E27FC236}">
                <a16:creationId xmlns:a16="http://schemas.microsoft.com/office/drawing/2014/main" id="{9BE46C50-2C4A-D05D-6251-AD9C46667528}"/>
              </a:ext>
            </a:extLst>
          </p:cNvPr>
          <p:cNvSpPr/>
          <p:nvPr/>
        </p:nvSpPr>
        <p:spPr bwMode="gray">
          <a:xfrm>
            <a:off x="7266884"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5" name="Rectangle 514">
            <a:extLst>
              <a:ext uri="{FF2B5EF4-FFF2-40B4-BE49-F238E27FC236}">
                <a16:creationId xmlns:a16="http://schemas.microsoft.com/office/drawing/2014/main" id="{C5DE6AE0-D668-FBF9-1B7E-47A1840504B4}"/>
              </a:ext>
            </a:extLst>
          </p:cNvPr>
          <p:cNvSpPr/>
          <p:nvPr/>
        </p:nvSpPr>
        <p:spPr bwMode="gray">
          <a:xfrm>
            <a:off x="8184316"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6" name="Rectangle 515">
            <a:extLst>
              <a:ext uri="{FF2B5EF4-FFF2-40B4-BE49-F238E27FC236}">
                <a16:creationId xmlns:a16="http://schemas.microsoft.com/office/drawing/2014/main" id="{DC05C5F5-C48A-1AD3-AD0D-3D40A1FE7131}"/>
              </a:ext>
            </a:extLst>
          </p:cNvPr>
          <p:cNvSpPr/>
          <p:nvPr/>
        </p:nvSpPr>
        <p:spPr bwMode="gray">
          <a:xfrm>
            <a:off x="9101748"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7" name="Rectangle 516">
            <a:extLst>
              <a:ext uri="{FF2B5EF4-FFF2-40B4-BE49-F238E27FC236}">
                <a16:creationId xmlns:a16="http://schemas.microsoft.com/office/drawing/2014/main" id="{115A6A61-781B-00DE-B158-4DC1FD312E58}"/>
              </a:ext>
            </a:extLst>
          </p:cNvPr>
          <p:cNvSpPr/>
          <p:nvPr/>
        </p:nvSpPr>
        <p:spPr bwMode="gray">
          <a:xfrm>
            <a:off x="5432018"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8" name="Rectangle 517">
            <a:extLst>
              <a:ext uri="{FF2B5EF4-FFF2-40B4-BE49-F238E27FC236}">
                <a16:creationId xmlns:a16="http://schemas.microsoft.com/office/drawing/2014/main" id="{30F86E4B-9177-F970-D089-0F01E8DB3B65}"/>
              </a:ext>
            </a:extLst>
          </p:cNvPr>
          <p:cNvSpPr/>
          <p:nvPr/>
        </p:nvSpPr>
        <p:spPr bwMode="gray">
          <a:xfrm>
            <a:off x="10031497"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19" name="Rectangle 518">
            <a:extLst>
              <a:ext uri="{FF2B5EF4-FFF2-40B4-BE49-F238E27FC236}">
                <a16:creationId xmlns:a16="http://schemas.microsoft.com/office/drawing/2014/main" id="{468B41C3-F697-332B-7A3E-A004F358C196}"/>
              </a:ext>
            </a:extLst>
          </p:cNvPr>
          <p:cNvSpPr/>
          <p:nvPr/>
        </p:nvSpPr>
        <p:spPr bwMode="gray">
          <a:xfrm>
            <a:off x="10948930" y="1983103"/>
            <a:ext cx="830884" cy="4803693"/>
          </a:xfrm>
          <a:prstGeom prst="rect">
            <a:avLst/>
          </a:prstGeom>
          <a:noFill/>
          <a:ln w="9525" cap="flat" cmpd="sng" algn="ctr">
            <a:solidFill>
              <a:srgbClr val="046A38">
                <a:shade val="50000"/>
              </a:srgbClr>
            </a:solidFill>
            <a:prstDash val="solid"/>
            <a:miter lim="800000"/>
          </a:ln>
          <a:effectLst/>
        </p:spPr>
        <p:txBody>
          <a:bodyPr lIns="18000" tIns="18000" rIns="18000" bIns="18000" rtlCol="0" anchor="t"/>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AU" sz="450" i="1" kern="0">
              <a:solidFill>
                <a:prstClr val="black"/>
              </a:solidFill>
              <a:highlight>
                <a:srgbClr val="FFFF00"/>
              </a:highlight>
              <a:latin typeface="Calibri" panose="020F0502020204030204"/>
              <a:cs typeface="Calibri" panose="020F0502020204030204" pitchFamily="34" charset="0"/>
            </a:endParaRPr>
          </a:p>
        </p:txBody>
      </p:sp>
      <p:sp>
        <p:nvSpPr>
          <p:cNvPr id="520" name="Rectangle 519">
            <a:extLst>
              <a:ext uri="{FF2B5EF4-FFF2-40B4-BE49-F238E27FC236}">
                <a16:creationId xmlns:a16="http://schemas.microsoft.com/office/drawing/2014/main" id="{94F8C2B5-0666-2732-03BB-295AC62D11AC}"/>
              </a:ext>
            </a:extLst>
          </p:cNvPr>
          <p:cNvSpPr/>
          <p:nvPr/>
        </p:nvSpPr>
        <p:spPr>
          <a:xfrm>
            <a:off x="5503886"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Tom Goddard</a:t>
            </a: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1" name="Rectangle 520">
            <a:extLst>
              <a:ext uri="{FF2B5EF4-FFF2-40B4-BE49-F238E27FC236}">
                <a16:creationId xmlns:a16="http://schemas.microsoft.com/office/drawing/2014/main" id="{A505E7AA-73A4-4DB8-2177-7912FE9F4DCC}"/>
              </a:ext>
            </a:extLst>
          </p:cNvPr>
          <p:cNvSpPr/>
          <p:nvPr/>
        </p:nvSpPr>
        <p:spPr>
          <a:xfrm>
            <a:off x="6406673"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Nelly </a:t>
            </a:r>
            <a:r>
              <a:rPr lang="en-GB" sz="600" b="1" kern="0" err="1">
                <a:solidFill>
                  <a:srgbClr val="000000"/>
                </a:solidFill>
                <a:latin typeface="Calibri" panose="020F0502020204030204"/>
                <a:cs typeface="Calibri" panose="020F0502020204030204" pitchFamily="34" charset="0"/>
              </a:rPr>
              <a:t>Grelet</a:t>
            </a: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2" name="Rectangle 521">
            <a:extLst>
              <a:ext uri="{FF2B5EF4-FFF2-40B4-BE49-F238E27FC236}">
                <a16:creationId xmlns:a16="http://schemas.microsoft.com/office/drawing/2014/main" id="{22DB8F6E-D187-8EF5-295D-29C3BD453C3A}"/>
              </a:ext>
            </a:extLst>
          </p:cNvPr>
          <p:cNvSpPr/>
          <p:nvPr/>
        </p:nvSpPr>
        <p:spPr>
          <a:xfrm>
            <a:off x="7331304"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Paul Colin</a:t>
            </a: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3" name="Rectangle 522">
            <a:extLst>
              <a:ext uri="{FF2B5EF4-FFF2-40B4-BE49-F238E27FC236}">
                <a16:creationId xmlns:a16="http://schemas.microsoft.com/office/drawing/2014/main" id="{50963CA5-E286-1B91-6C20-5E0A518F4F6D}"/>
              </a:ext>
            </a:extLst>
          </p:cNvPr>
          <p:cNvSpPr/>
          <p:nvPr/>
        </p:nvSpPr>
        <p:spPr>
          <a:xfrm>
            <a:off x="8243214"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Judy O’Neill</a:t>
            </a: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4" name="Rectangle 523">
            <a:extLst>
              <a:ext uri="{FF2B5EF4-FFF2-40B4-BE49-F238E27FC236}">
                <a16:creationId xmlns:a16="http://schemas.microsoft.com/office/drawing/2014/main" id="{D0A8557B-08C5-8389-00F3-7E9097B2EFAD}"/>
              </a:ext>
            </a:extLst>
          </p:cNvPr>
          <p:cNvSpPr/>
          <p:nvPr/>
        </p:nvSpPr>
        <p:spPr>
          <a:xfrm>
            <a:off x="4565697"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Vanessa Hill</a:t>
            </a: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5" name="Rectangle 524">
            <a:extLst>
              <a:ext uri="{FF2B5EF4-FFF2-40B4-BE49-F238E27FC236}">
                <a16:creationId xmlns:a16="http://schemas.microsoft.com/office/drawing/2014/main" id="{8353C642-F58E-0076-A14F-FE738661F422}"/>
              </a:ext>
            </a:extLst>
          </p:cNvPr>
          <p:cNvSpPr/>
          <p:nvPr/>
        </p:nvSpPr>
        <p:spPr>
          <a:xfrm>
            <a:off x="3661778"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a:solidFill>
                  <a:srgbClr val="000000"/>
                </a:solidFill>
                <a:latin typeface="Calibri" panose="020F0502020204030204"/>
                <a:cs typeface="Calibri" panose="020F0502020204030204" pitchFamily="34" charset="0"/>
              </a:rPr>
              <a:t>Stephen McKenna</a:t>
            </a:r>
            <a:endParaRPr lang="en-GB" sz="600" b="1" kern="0">
              <a:solidFill>
                <a:srgbClr val="FF0000"/>
              </a:solidFill>
              <a:latin typeface="Calibri" panose="020F0502020204030204"/>
              <a:cs typeface="Calibri" panose="020F0502020204030204" pitchFamily="34" charset="0"/>
            </a:endParaRP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6" name="Rectangle 525">
            <a:extLst>
              <a:ext uri="{FF2B5EF4-FFF2-40B4-BE49-F238E27FC236}">
                <a16:creationId xmlns:a16="http://schemas.microsoft.com/office/drawing/2014/main" id="{68524742-41AA-E7E8-9ED1-0E50E4F99B60}"/>
              </a:ext>
            </a:extLst>
          </p:cNvPr>
          <p:cNvSpPr/>
          <p:nvPr/>
        </p:nvSpPr>
        <p:spPr>
          <a:xfrm>
            <a:off x="9150870"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Paul Colin</a:t>
            </a:r>
            <a:endParaRPr lang="en-GB" sz="600" b="1" kern="0">
              <a:solidFill>
                <a:srgbClr val="FF0000"/>
              </a:solidFill>
              <a:latin typeface="Calibri" panose="020F0502020204030204"/>
              <a:cs typeface="Calibri" panose="020F0502020204030204" pitchFamily="34" charset="0"/>
            </a:endParaRP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7" name="Rectangle 526">
            <a:extLst>
              <a:ext uri="{FF2B5EF4-FFF2-40B4-BE49-F238E27FC236}">
                <a16:creationId xmlns:a16="http://schemas.microsoft.com/office/drawing/2014/main" id="{D189ED96-0F23-1DF1-2DA7-A9369D07C759}"/>
              </a:ext>
            </a:extLst>
          </p:cNvPr>
          <p:cNvSpPr/>
          <p:nvPr/>
        </p:nvSpPr>
        <p:spPr>
          <a:xfrm>
            <a:off x="10082618"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Callum Rainy-Brown</a:t>
            </a:r>
          </a:p>
          <a:p>
            <a:pPr algn="ctr" defTabSz="426770">
              <a:defRPr/>
            </a:pPr>
            <a:r>
              <a:rPr lang="en-GB" sz="600" kern="0">
                <a:solidFill>
                  <a:srgbClr val="000000"/>
                </a:solidFill>
                <a:latin typeface="Calibri" panose="020F0502020204030204"/>
                <a:cs typeface="Calibri" panose="020F0502020204030204" pitchFamily="34" charset="0"/>
              </a:rPr>
              <a:t>Product Owner</a:t>
            </a:r>
          </a:p>
        </p:txBody>
      </p:sp>
      <p:sp>
        <p:nvSpPr>
          <p:cNvPr id="528" name="Rectangle 527">
            <a:extLst>
              <a:ext uri="{FF2B5EF4-FFF2-40B4-BE49-F238E27FC236}">
                <a16:creationId xmlns:a16="http://schemas.microsoft.com/office/drawing/2014/main" id="{5AA15B04-8AA0-5F10-3CB2-8F1425E37C0A}"/>
              </a:ext>
            </a:extLst>
          </p:cNvPr>
          <p:cNvSpPr/>
          <p:nvPr/>
        </p:nvSpPr>
        <p:spPr>
          <a:xfrm>
            <a:off x="10998051" y="1831518"/>
            <a:ext cx="698353" cy="190207"/>
          </a:xfrm>
          <a:prstGeom prst="rect">
            <a:avLst/>
          </a:prstGeom>
          <a:solidFill>
            <a:srgbClr val="5B9BD5">
              <a:lumMod val="20000"/>
              <a:lumOff val="80000"/>
            </a:srgbClr>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TBC (C)</a:t>
            </a:r>
          </a:p>
          <a:p>
            <a:pPr algn="ctr" defTabSz="426770">
              <a:defRPr/>
            </a:pPr>
            <a:r>
              <a:rPr lang="en-GB" sz="600" kern="0">
                <a:solidFill>
                  <a:srgbClr val="000000"/>
                </a:solidFill>
                <a:latin typeface="Calibri" panose="020F0502020204030204"/>
                <a:cs typeface="Calibri" panose="020F0502020204030204" pitchFamily="34" charset="0"/>
              </a:rPr>
              <a:t>Data Mig. Lead</a:t>
            </a:r>
          </a:p>
        </p:txBody>
      </p:sp>
      <p:cxnSp>
        <p:nvCxnSpPr>
          <p:cNvPr id="529" name="Straight Arrow Connector 528">
            <a:extLst>
              <a:ext uri="{FF2B5EF4-FFF2-40B4-BE49-F238E27FC236}">
                <a16:creationId xmlns:a16="http://schemas.microsoft.com/office/drawing/2014/main" id="{B38B4D45-DDE2-6FF7-E487-83A8AAF71BC0}"/>
              </a:ext>
            </a:extLst>
          </p:cNvPr>
          <p:cNvCxnSpPr>
            <a:cxnSpLocks/>
          </p:cNvCxnSpPr>
          <p:nvPr/>
        </p:nvCxnSpPr>
        <p:spPr>
          <a:xfrm>
            <a:off x="9486805"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cxnSp>
        <p:nvCxnSpPr>
          <p:cNvPr id="530" name="Straight Arrow Connector 529">
            <a:extLst>
              <a:ext uri="{FF2B5EF4-FFF2-40B4-BE49-F238E27FC236}">
                <a16:creationId xmlns:a16="http://schemas.microsoft.com/office/drawing/2014/main" id="{84C230A6-06F8-2710-BE9C-50FFA7D32BDA}"/>
              </a:ext>
            </a:extLst>
          </p:cNvPr>
          <p:cNvCxnSpPr>
            <a:cxnSpLocks/>
          </p:cNvCxnSpPr>
          <p:nvPr/>
        </p:nvCxnSpPr>
        <p:spPr>
          <a:xfrm>
            <a:off x="10446939" y="2021725"/>
            <a:ext cx="0" cy="133013"/>
          </a:xfrm>
          <a:prstGeom prst="straightConnector1">
            <a:avLst/>
          </a:prstGeom>
          <a:noFill/>
          <a:ln w="6350" cap="flat" cmpd="sng" algn="ctr">
            <a:solidFill>
              <a:srgbClr val="86BC25"/>
            </a:solidFill>
            <a:prstDash val="solid"/>
            <a:miter lim="800000"/>
            <a:headEnd type="triangle" w="sm" len="sm"/>
            <a:tailEnd type="triangle" w="sm" len="sm"/>
          </a:ln>
          <a:effectLst/>
        </p:spPr>
      </p:cxnSp>
      <p:sp>
        <p:nvSpPr>
          <p:cNvPr id="531" name="Rectangle 530">
            <a:extLst>
              <a:ext uri="{FF2B5EF4-FFF2-40B4-BE49-F238E27FC236}">
                <a16:creationId xmlns:a16="http://schemas.microsoft.com/office/drawing/2014/main" id="{2000311E-63B1-B4F6-20F6-313464979293}"/>
              </a:ext>
            </a:extLst>
          </p:cNvPr>
          <p:cNvSpPr/>
          <p:nvPr/>
        </p:nvSpPr>
        <p:spPr>
          <a:xfrm>
            <a:off x="3731694" y="2145866"/>
            <a:ext cx="2447236" cy="252000"/>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highlight>
                  <a:srgbClr val="FFFF00"/>
                </a:highlight>
                <a:latin typeface="Calibri" panose="020F0502020204030204"/>
                <a:cs typeface="Calibri" panose="020F0502020204030204" pitchFamily="34" charset="0"/>
              </a:rPr>
              <a:t>Rajeev Jindal (C) - </a:t>
            </a:r>
            <a:r>
              <a:rPr lang="en-GB" sz="600" kern="0">
                <a:solidFill>
                  <a:srgbClr val="000000"/>
                </a:solidFill>
                <a:highlight>
                  <a:srgbClr val="FFFF00"/>
                </a:highlight>
                <a:latin typeface="Calibri" panose="020F0502020204030204"/>
                <a:cs typeface="Calibri" panose="020F0502020204030204" pitchFamily="34" charset="0"/>
              </a:rPr>
              <a:t>Functional Lead </a:t>
            </a:r>
            <a:r>
              <a:rPr lang="en-GB" sz="600" kern="0">
                <a:solidFill>
                  <a:srgbClr val="000000"/>
                </a:solidFill>
                <a:latin typeface="Calibri" panose="020F0502020204030204"/>
                <a:cs typeface="Calibri" panose="020F0502020204030204" pitchFamily="34" charset="0"/>
              </a:rPr>
              <a:t>– Sales, Distribution, UW and Pricing</a:t>
            </a:r>
          </a:p>
          <a:p>
            <a:pPr algn="ctr" defTabSz="426770">
              <a:defRPr/>
            </a:pPr>
            <a:r>
              <a:rPr lang="en-GB" sz="600" b="1" kern="0">
                <a:solidFill>
                  <a:srgbClr val="000000"/>
                </a:solidFill>
                <a:latin typeface="Calibri" panose="020F0502020204030204"/>
                <a:cs typeface="Calibri" panose="020F0502020204030204" pitchFamily="34" charset="0"/>
              </a:rPr>
              <a:t>Halim Mahah</a:t>
            </a:r>
            <a:r>
              <a:rPr lang="en-GB" sz="600" kern="0">
                <a:solidFill>
                  <a:srgbClr val="000000"/>
                </a:solidFill>
                <a:latin typeface="Calibri" panose="020F0502020204030204"/>
                <a:cs typeface="Calibri" panose="020F0502020204030204" pitchFamily="34" charset="0"/>
              </a:rPr>
              <a:t> (C)- Business Analyst 1</a:t>
            </a:r>
          </a:p>
        </p:txBody>
      </p:sp>
      <p:sp>
        <p:nvSpPr>
          <p:cNvPr id="532" name="Rectangle 531">
            <a:extLst>
              <a:ext uri="{FF2B5EF4-FFF2-40B4-BE49-F238E27FC236}">
                <a16:creationId xmlns:a16="http://schemas.microsoft.com/office/drawing/2014/main" id="{970E523A-EF13-DE4E-CF4C-BC2C5AB7663E}"/>
              </a:ext>
            </a:extLst>
          </p:cNvPr>
          <p:cNvSpPr/>
          <p:nvPr/>
        </p:nvSpPr>
        <p:spPr>
          <a:xfrm>
            <a:off x="6361767" y="2131190"/>
            <a:ext cx="2630045" cy="252000"/>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Sriram </a:t>
            </a:r>
            <a:r>
              <a:rPr lang="en-GB" sz="600" b="1">
                <a:solidFill>
                  <a:srgbClr val="252424"/>
                </a:solidFill>
                <a:latin typeface="Calibri" panose="020F0502020204030204"/>
              </a:rPr>
              <a:t>Jagannathan</a:t>
            </a:r>
          </a:p>
          <a:p>
            <a:pPr algn="ctr" defTabSz="426770">
              <a:defRPr/>
            </a:pPr>
            <a:r>
              <a:rPr lang="en-GB" sz="600" b="1" kern="0">
                <a:solidFill>
                  <a:srgbClr val="000000"/>
                </a:solidFill>
                <a:latin typeface="Calibri" panose="020F0502020204030204"/>
                <a:cs typeface="Calibri" panose="020F0502020204030204" pitchFamily="34" charset="0"/>
              </a:rPr>
              <a:t> (C) -</a:t>
            </a:r>
            <a:r>
              <a:rPr lang="en-GB" sz="600" b="1" kern="0">
                <a:solidFill>
                  <a:srgbClr val="FF0000"/>
                </a:solidFill>
                <a:latin typeface="Calibri" panose="020F0502020204030204"/>
                <a:cs typeface="Calibri" panose="020F0502020204030204" pitchFamily="34" charset="0"/>
              </a:rPr>
              <a:t> </a:t>
            </a:r>
            <a:r>
              <a:rPr lang="en-GB" sz="600" kern="0">
                <a:solidFill>
                  <a:srgbClr val="000000"/>
                </a:solidFill>
                <a:latin typeface="Calibri" panose="020F0502020204030204"/>
                <a:cs typeface="Calibri" panose="020F0502020204030204" pitchFamily="34" charset="0"/>
              </a:rPr>
              <a:t>Business Design Lead – Policy Admin, Servicing, Billing and Claims</a:t>
            </a:r>
          </a:p>
          <a:p>
            <a:pPr algn="ctr" defTabSz="426770">
              <a:defRPr/>
            </a:pPr>
            <a:r>
              <a:rPr lang="en-GB" sz="600" b="1" kern="0">
                <a:solidFill>
                  <a:srgbClr val="000000"/>
                </a:solidFill>
                <a:highlight>
                  <a:srgbClr val="FFFF00"/>
                </a:highlight>
                <a:latin typeface="Calibri" panose="020F0502020204030204"/>
                <a:cs typeface="Calibri" panose="020F0502020204030204" pitchFamily="34" charset="0"/>
              </a:rPr>
              <a:t>TBC (C) </a:t>
            </a:r>
            <a:r>
              <a:rPr lang="en-GB" sz="600" kern="0">
                <a:solidFill>
                  <a:srgbClr val="000000"/>
                </a:solidFill>
                <a:highlight>
                  <a:srgbClr val="FFFF00"/>
                </a:highlight>
                <a:latin typeface="Calibri" panose="020F0502020204030204"/>
                <a:cs typeface="Calibri" panose="020F0502020204030204" pitchFamily="34" charset="0"/>
              </a:rPr>
              <a:t>- Business Analyst 1</a:t>
            </a:r>
          </a:p>
        </p:txBody>
      </p:sp>
      <p:sp>
        <p:nvSpPr>
          <p:cNvPr id="533" name="Rectangle 532">
            <a:extLst>
              <a:ext uri="{FF2B5EF4-FFF2-40B4-BE49-F238E27FC236}">
                <a16:creationId xmlns:a16="http://schemas.microsoft.com/office/drawing/2014/main" id="{A726F186-EB61-5909-2CFA-2324396A4E5A}"/>
              </a:ext>
            </a:extLst>
          </p:cNvPr>
          <p:cNvSpPr/>
          <p:nvPr/>
        </p:nvSpPr>
        <p:spPr>
          <a:xfrm>
            <a:off x="9219027" y="2110398"/>
            <a:ext cx="1505823" cy="272792"/>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highlight>
                  <a:srgbClr val="FFFF00"/>
                </a:highlight>
                <a:latin typeface="Calibri" panose="020F0502020204030204"/>
                <a:cs typeface="Calibri" panose="020F0502020204030204" pitchFamily="34" charset="0"/>
              </a:rPr>
              <a:t>TBC (C) -</a:t>
            </a:r>
            <a:r>
              <a:rPr lang="en-GB" sz="600" b="1" kern="0">
                <a:solidFill>
                  <a:srgbClr val="FF0000"/>
                </a:solidFill>
                <a:highlight>
                  <a:srgbClr val="FFFF00"/>
                </a:highlight>
                <a:latin typeface="Calibri" panose="020F0502020204030204"/>
                <a:cs typeface="Calibri" panose="020F0502020204030204" pitchFamily="34" charset="0"/>
              </a:rPr>
              <a:t>  </a:t>
            </a:r>
            <a:r>
              <a:rPr lang="en-GB" sz="600" kern="0">
                <a:solidFill>
                  <a:srgbClr val="000000"/>
                </a:solidFill>
                <a:highlight>
                  <a:srgbClr val="FFFF00"/>
                </a:highlight>
                <a:latin typeface="Calibri" panose="020F0502020204030204"/>
                <a:cs typeface="Calibri" panose="020F0502020204030204" pitchFamily="34" charset="0"/>
              </a:rPr>
              <a:t>Business</a:t>
            </a:r>
            <a:r>
              <a:rPr lang="en-GB" sz="600" b="1" kern="0">
                <a:solidFill>
                  <a:srgbClr val="FF0000"/>
                </a:solidFill>
                <a:highlight>
                  <a:srgbClr val="FFFF00"/>
                </a:highlight>
                <a:latin typeface="Calibri" panose="020F0502020204030204"/>
                <a:cs typeface="Calibri" panose="020F0502020204030204" pitchFamily="34" charset="0"/>
              </a:rPr>
              <a:t> </a:t>
            </a:r>
            <a:r>
              <a:rPr lang="en-GB" sz="600" kern="0">
                <a:solidFill>
                  <a:srgbClr val="000000"/>
                </a:solidFill>
                <a:highlight>
                  <a:srgbClr val="FFFF00"/>
                </a:highlight>
                <a:latin typeface="Calibri" panose="020F0502020204030204"/>
                <a:cs typeface="Calibri" panose="020F0502020204030204" pitchFamily="34" charset="0"/>
              </a:rPr>
              <a:t>Design Lead – Accounting Rules and Outwards RI</a:t>
            </a:r>
          </a:p>
          <a:p>
            <a:pPr algn="ctr" defTabSz="426770">
              <a:defRPr/>
            </a:pPr>
            <a:r>
              <a:rPr lang="en-GB" sz="600" b="1" kern="0">
                <a:solidFill>
                  <a:srgbClr val="000000"/>
                </a:solidFill>
                <a:highlight>
                  <a:srgbClr val="FFFF00"/>
                </a:highlight>
                <a:latin typeface="Calibri" panose="020F0502020204030204"/>
                <a:cs typeface="Calibri" panose="020F0502020204030204" pitchFamily="34" charset="0"/>
              </a:rPr>
              <a:t>Arun Kumar (C) </a:t>
            </a:r>
            <a:r>
              <a:rPr lang="en-GB" sz="600" kern="0">
                <a:solidFill>
                  <a:srgbClr val="000000"/>
                </a:solidFill>
                <a:highlight>
                  <a:srgbClr val="FFFF00"/>
                </a:highlight>
                <a:latin typeface="Calibri" panose="020F0502020204030204"/>
                <a:cs typeface="Calibri" panose="020F0502020204030204" pitchFamily="34" charset="0"/>
              </a:rPr>
              <a:t>- Business Analyst 1</a:t>
            </a:r>
          </a:p>
        </p:txBody>
      </p:sp>
      <p:sp>
        <p:nvSpPr>
          <p:cNvPr id="534" name="Rectangle 533">
            <a:extLst>
              <a:ext uri="{FF2B5EF4-FFF2-40B4-BE49-F238E27FC236}">
                <a16:creationId xmlns:a16="http://schemas.microsoft.com/office/drawing/2014/main" id="{CAE0762E-ABDA-919A-5858-4F72596A3D86}"/>
              </a:ext>
            </a:extLst>
          </p:cNvPr>
          <p:cNvSpPr/>
          <p:nvPr/>
        </p:nvSpPr>
        <p:spPr>
          <a:xfrm>
            <a:off x="7223705" y="3601766"/>
            <a:ext cx="941932" cy="338485"/>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highlight>
                  <a:srgbClr val="FFFF00"/>
                </a:highlight>
                <a:latin typeface="Calibri" panose="020F0502020204030204"/>
                <a:cs typeface="Calibri" panose="020F0502020204030204" pitchFamily="34" charset="0"/>
              </a:rPr>
              <a:t>Rupesh </a:t>
            </a:r>
            <a:r>
              <a:rPr lang="en-GB" sz="600" b="1" kern="0" err="1">
                <a:solidFill>
                  <a:srgbClr val="000000"/>
                </a:solidFill>
                <a:highlight>
                  <a:srgbClr val="FFFF00"/>
                </a:highlight>
                <a:latin typeface="Calibri" panose="020F0502020204030204"/>
                <a:cs typeface="Calibri" panose="020F0502020204030204" pitchFamily="34" charset="0"/>
              </a:rPr>
              <a:t>Gutula</a:t>
            </a:r>
            <a:r>
              <a:rPr lang="en-GB" sz="600" b="1" kern="0">
                <a:solidFill>
                  <a:srgbClr val="000000"/>
                </a:solidFill>
                <a:highlight>
                  <a:srgbClr val="FFFF00"/>
                </a:highlight>
                <a:latin typeface="Calibri" panose="020F0502020204030204"/>
                <a:cs typeface="Calibri" panose="020F0502020204030204" pitchFamily="34" charset="0"/>
              </a:rPr>
              <a:t> (C) </a:t>
            </a:r>
            <a:r>
              <a:rPr lang="en-GB" sz="500" b="1" kern="0">
                <a:solidFill>
                  <a:srgbClr val="000000"/>
                </a:solidFill>
                <a:highlight>
                  <a:srgbClr val="FFFF00"/>
                </a:highlight>
                <a:latin typeface="Calibri" panose="020F0502020204030204"/>
                <a:cs typeface="Calibri" panose="020F0502020204030204" pitchFamily="34" charset="0"/>
              </a:rPr>
              <a:t>– </a:t>
            </a:r>
            <a:r>
              <a:rPr lang="en-GB" sz="500" kern="0" err="1">
                <a:solidFill>
                  <a:srgbClr val="000000"/>
                </a:solidFill>
                <a:highlight>
                  <a:srgbClr val="FFFF00"/>
                </a:highlight>
                <a:latin typeface="Calibri" panose="020F0502020204030204"/>
                <a:cs typeface="Calibri" panose="020F0502020204030204" pitchFamily="34" charset="0"/>
              </a:rPr>
              <a:t>BillingCenter</a:t>
            </a:r>
            <a:r>
              <a:rPr lang="en-GB" sz="500" kern="0">
                <a:solidFill>
                  <a:srgbClr val="000000"/>
                </a:solidFill>
                <a:highlight>
                  <a:srgbClr val="FFFF00"/>
                </a:highlight>
                <a:latin typeface="Calibri" panose="020F0502020204030204"/>
                <a:cs typeface="Calibri" panose="020F0502020204030204" pitchFamily="34" charset="0"/>
              </a:rPr>
              <a:t> Functional Lead</a:t>
            </a:r>
          </a:p>
          <a:p>
            <a:pPr algn="ctr" defTabSz="426770">
              <a:defRPr/>
            </a:pPr>
            <a:r>
              <a:rPr lang="en-GB" sz="600" b="1" kern="0">
                <a:solidFill>
                  <a:srgbClr val="000000"/>
                </a:solidFill>
                <a:latin typeface="Calibri" panose="020F0502020204030204"/>
                <a:cs typeface="Calibri" panose="020F0502020204030204" pitchFamily="34" charset="0"/>
              </a:rPr>
              <a:t>KV Balaji (C) </a:t>
            </a:r>
            <a:r>
              <a:rPr lang="en-GB" sz="500" kern="0">
                <a:solidFill>
                  <a:srgbClr val="000000"/>
                </a:solidFill>
                <a:latin typeface="Calibri" panose="020F0502020204030204"/>
                <a:cs typeface="Calibri" panose="020F0502020204030204" pitchFamily="34" charset="0"/>
              </a:rPr>
              <a:t>– </a:t>
            </a:r>
            <a:r>
              <a:rPr lang="en-GB" sz="500" kern="0" err="1">
                <a:solidFill>
                  <a:srgbClr val="000000"/>
                </a:solidFill>
                <a:latin typeface="Calibri" panose="020F0502020204030204"/>
                <a:cs typeface="Calibri" panose="020F0502020204030204" pitchFamily="34" charset="0"/>
              </a:rPr>
              <a:t>BillingCenter</a:t>
            </a:r>
            <a:r>
              <a:rPr lang="en-GB" sz="500" kern="0">
                <a:solidFill>
                  <a:srgbClr val="000000"/>
                </a:solidFill>
                <a:latin typeface="Calibri" panose="020F0502020204030204"/>
                <a:cs typeface="Calibri" panose="020F0502020204030204" pitchFamily="34" charset="0"/>
              </a:rPr>
              <a:t> Technical Lead</a:t>
            </a:r>
            <a:endParaRPr lang="en-GB" sz="600" kern="0">
              <a:solidFill>
                <a:srgbClr val="000000"/>
              </a:solidFill>
              <a:latin typeface="Calibri" panose="020F0502020204030204"/>
              <a:cs typeface="Calibri" panose="020F0502020204030204" pitchFamily="34" charset="0"/>
            </a:endParaRPr>
          </a:p>
        </p:txBody>
      </p:sp>
      <p:sp>
        <p:nvSpPr>
          <p:cNvPr id="535" name="Rectangle 534">
            <a:extLst>
              <a:ext uri="{FF2B5EF4-FFF2-40B4-BE49-F238E27FC236}">
                <a16:creationId xmlns:a16="http://schemas.microsoft.com/office/drawing/2014/main" id="{147F0212-4089-9B8E-7E32-EC57247BAC9C}"/>
              </a:ext>
            </a:extLst>
          </p:cNvPr>
          <p:cNvSpPr/>
          <p:nvPr/>
        </p:nvSpPr>
        <p:spPr>
          <a:xfrm>
            <a:off x="3717576" y="3636748"/>
            <a:ext cx="3333490" cy="245720"/>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b="1" kern="0">
                <a:solidFill>
                  <a:srgbClr val="000000"/>
                </a:solidFill>
                <a:latin typeface="Calibri" panose="020F0502020204030204"/>
                <a:cs typeface="Calibri" panose="020F0502020204030204" pitchFamily="34" charset="0"/>
              </a:rPr>
              <a:t>Segun </a:t>
            </a:r>
            <a:r>
              <a:rPr lang="en-GB" sz="600" b="1" kern="0" err="1">
                <a:solidFill>
                  <a:srgbClr val="000000"/>
                </a:solidFill>
                <a:latin typeface="Calibri" panose="020F0502020204030204"/>
                <a:cs typeface="Calibri" panose="020F0502020204030204" pitchFamily="34" charset="0"/>
              </a:rPr>
              <a:t>Odubiyi</a:t>
            </a:r>
            <a:r>
              <a:rPr lang="en-GB" sz="600" b="1" kern="0">
                <a:solidFill>
                  <a:srgbClr val="000000"/>
                </a:solidFill>
                <a:latin typeface="Calibri" panose="020F0502020204030204"/>
                <a:cs typeface="Calibri" panose="020F0502020204030204" pitchFamily="34" charset="0"/>
              </a:rPr>
              <a:t> (C) – </a:t>
            </a:r>
            <a:r>
              <a:rPr lang="en-GB" sz="600" kern="0" err="1">
                <a:solidFill>
                  <a:srgbClr val="000000"/>
                </a:solidFill>
                <a:latin typeface="Calibri" panose="020F0502020204030204"/>
                <a:cs typeface="Calibri" panose="020F0502020204030204" pitchFamily="34" charset="0"/>
              </a:rPr>
              <a:t>PolicyCenter</a:t>
            </a:r>
            <a:r>
              <a:rPr lang="en-GB" sz="600" kern="0">
                <a:solidFill>
                  <a:srgbClr val="000000"/>
                </a:solidFill>
                <a:latin typeface="Calibri" panose="020F0502020204030204"/>
                <a:cs typeface="Calibri" panose="020F0502020204030204" pitchFamily="34" charset="0"/>
              </a:rPr>
              <a:t> Functional Lead</a:t>
            </a:r>
          </a:p>
          <a:p>
            <a:pPr algn="ctr" defTabSz="426770">
              <a:defRPr/>
            </a:pPr>
            <a:r>
              <a:rPr lang="en-GB" sz="600" b="1" kern="0">
                <a:solidFill>
                  <a:srgbClr val="000000"/>
                </a:solidFill>
                <a:latin typeface="Calibri" panose="020F0502020204030204"/>
                <a:cs typeface="Calibri" panose="020F0502020204030204" pitchFamily="34" charset="0"/>
              </a:rPr>
              <a:t>Arun </a:t>
            </a:r>
            <a:r>
              <a:rPr lang="en-GB" sz="600" b="1" kern="0" err="1">
                <a:solidFill>
                  <a:srgbClr val="000000"/>
                </a:solidFill>
                <a:latin typeface="Calibri" panose="020F0502020204030204"/>
                <a:cs typeface="Calibri" panose="020F0502020204030204" pitchFamily="34" charset="0"/>
              </a:rPr>
              <a:t>Showry</a:t>
            </a:r>
            <a:r>
              <a:rPr lang="en-GB" sz="600" b="1" kern="0">
                <a:solidFill>
                  <a:srgbClr val="000000"/>
                </a:solidFill>
                <a:latin typeface="Calibri" panose="020F0502020204030204"/>
                <a:cs typeface="Calibri" panose="020F0502020204030204" pitchFamily="34" charset="0"/>
              </a:rPr>
              <a:t> </a:t>
            </a:r>
            <a:r>
              <a:rPr lang="en-GB" sz="600" b="1" kern="0" err="1">
                <a:solidFill>
                  <a:srgbClr val="000000"/>
                </a:solidFill>
                <a:latin typeface="Calibri" panose="020F0502020204030204"/>
                <a:cs typeface="Calibri" panose="020F0502020204030204" pitchFamily="34" charset="0"/>
              </a:rPr>
              <a:t>Pudhota</a:t>
            </a:r>
            <a:r>
              <a:rPr lang="en-GB" sz="600" b="1" kern="0">
                <a:solidFill>
                  <a:srgbClr val="000000"/>
                </a:solidFill>
                <a:latin typeface="Calibri" panose="020F0502020204030204"/>
                <a:cs typeface="Calibri" panose="020F0502020204030204" pitchFamily="34" charset="0"/>
              </a:rPr>
              <a:t> (C) </a:t>
            </a:r>
            <a:r>
              <a:rPr lang="en-GB" sz="600" kern="0">
                <a:solidFill>
                  <a:srgbClr val="000000"/>
                </a:solidFill>
                <a:latin typeface="Calibri" panose="020F0502020204030204"/>
                <a:cs typeface="Calibri" panose="020F0502020204030204" pitchFamily="34" charset="0"/>
              </a:rPr>
              <a:t>– </a:t>
            </a:r>
            <a:r>
              <a:rPr lang="en-GB" sz="600" kern="0" err="1">
                <a:solidFill>
                  <a:srgbClr val="000000"/>
                </a:solidFill>
                <a:latin typeface="Calibri" panose="020F0502020204030204"/>
                <a:cs typeface="Calibri" panose="020F0502020204030204" pitchFamily="34" charset="0"/>
              </a:rPr>
              <a:t>PolicyCenter</a:t>
            </a:r>
            <a:r>
              <a:rPr lang="en-GB" sz="600" kern="0">
                <a:solidFill>
                  <a:srgbClr val="000000"/>
                </a:solidFill>
                <a:latin typeface="Calibri" panose="020F0502020204030204"/>
                <a:cs typeface="Calibri" panose="020F0502020204030204" pitchFamily="34" charset="0"/>
              </a:rPr>
              <a:t> Technical Lead – Sales &amp; D, Pre-Bind UW</a:t>
            </a:r>
          </a:p>
          <a:p>
            <a:pPr algn="ctr" defTabSz="426770">
              <a:defRPr/>
            </a:pPr>
            <a:r>
              <a:rPr lang="en-GB" sz="600" b="1" kern="0">
                <a:solidFill>
                  <a:srgbClr val="000000"/>
                </a:solidFill>
                <a:highlight>
                  <a:srgbClr val="FFFF00"/>
                </a:highlight>
                <a:latin typeface="Calibri" panose="020F0502020204030204"/>
                <a:cs typeface="Calibri" panose="020F0502020204030204" pitchFamily="34" charset="0"/>
              </a:rPr>
              <a:t>TBC (C) </a:t>
            </a:r>
            <a:r>
              <a:rPr lang="en-GB" sz="600" kern="0">
                <a:solidFill>
                  <a:srgbClr val="000000"/>
                </a:solidFill>
                <a:highlight>
                  <a:srgbClr val="FFFF00"/>
                </a:highlight>
                <a:latin typeface="Calibri" panose="020F0502020204030204"/>
                <a:cs typeface="Calibri" panose="020F0502020204030204" pitchFamily="34" charset="0"/>
              </a:rPr>
              <a:t>– </a:t>
            </a:r>
            <a:r>
              <a:rPr lang="en-GB" sz="600" kern="0" err="1">
                <a:solidFill>
                  <a:srgbClr val="000000"/>
                </a:solidFill>
                <a:highlight>
                  <a:srgbClr val="FFFF00"/>
                </a:highlight>
                <a:latin typeface="Calibri" panose="020F0502020204030204"/>
                <a:cs typeface="Calibri" panose="020F0502020204030204" pitchFamily="34" charset="0"/>
              </a:rPr>
              <a:t>PolicyCenter</a:t>
            </a:r>
            <a:r>
              <a:rPr lang="en-GB" sz="600" kern="0">
                <a:solidFill>
                  <a:srgbClr val="000000"/>
                </a:solidFill>
                <a:highlight>
                  <a:srgbClr val="FFFF00"/>
                </a:highlight>
                <a:latin typeface="Calibri" panose="020F0502020204030204"/>
                <a:cs typeface="Calibri" panose="020F0502020204030204" pitchFamily="34" charset="0"/>
              </a:rPr>
              <a:t> Technical Lead – Rating &amp; P, Post Bind/PAS / Servicing</a:t>
            </a:r>
          </a:p>
        </p:txBody>
      </p:sp>
      <p:sp>
        <p:nvSpPr>
          <p:cNvPr id="536" name="Rectangle 535">
            <a:extLst>
              <a:ext uri="{FF2B5EF4-FFF2-40B4-BE49-F238E27FC236}">
                <a16:creationId xmlns:a16="http://schemas.microsoft.com/office/drawing/2014/main" id="{B2BC4E37-51E9-390D-C463-320005ACF0AD}"/>
              </a:ext>
            </a:extLst>
          </p:cNvPr>
          <p:cNvSpPr/>
          <p:nvPr/>
        </p:nvSpPr>
        <p:spPr>
          <a:xfrm>
            <a:off x="3735041" y="4085981"/>
            <a:ext cx="7902805" cy="201882"/>
          </a:xfrm>
          <a:prstGeom prst="rect">
            <a:avLst/>
          </a:prstGeom>
          <a:solidFill>
            <a:srgbClr val="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endParaRPr lang="en-GB" sz="600" kern="0">
              <a:solidFill>
                <a:srgbClr val="000000"/>
              </a:solidFill>
              <a:latin typeface="Calibri" panose="020F0502020204030204"/>
              <a:cs typeface="Calibri" panose="020F0502020204030204" pitchFamily="34" charset="0"/>
            </a:endParaRPr>
          </a:p>
        </p:txBody>
      </p:sp>
      <p:sp>
        <p:nvSpPr>
          <p:cNvPr id="537" name="Rectangle 536">
            <a:extLst>
              <a:ext uri="{FF2B5EF4-FFF2-40B4-BE49-F238E27FC236}">
                <a16:creationId xmlns:a16="http://schemas.microsoft.com/office/drawing/2014/main" id="{5B88D2C9-1ED5-77A9-E982-9F83F036D4E0}"/>
              </a:ext>
            </a:extLst>
          </p:cNvPr>
          <p:cNvSpPr/>
          <p:nvPr/>
        </p:nvSpPr>
        <p:spPr>
          <a:xfrm>
            <a:off x="3735041" y="4480374"/>
            <a:ext cx="7919261" cy="189995"/>
          </a:xfrm>
          <a:prstGeom prst="rect">
            <a:avLst/>
          </a:prstGeom>
          <a:solidFill>
            <a:srgbClr val="FFFFFF"/>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endParaRPr lang="en-GB" sz="600" b="1" kern="0">
              <a:solidFill>
                <a:srgbClr val="000000"/>
              </a:solidFill>
              <a:latin typeface="Calibri" panose="020F0502020204030204"/>
              <a:cs typeface="Calibri" panose="020F0502020204030204" pitchFamily="34" charset="0"/>
            </a:endParaRPr>
          </a:p>
        </p:txBody>
      </p:sp>
      <p:sp>
        <p:nvSpPr>
          <p:cNvPr id="538" name="TextBox 1111">
            <a:extLst>
              <a:ext uri="{FF2B5EF4-FFF2-40B4-BE49-F238E27FC236}">
                <a16:creationId xmlns:a16="http://schemas.microsoft.com/office/drawing/2014/main" id="{3C46D745-CCB2-22DE-BE73-585CF0A26BE1}"/>
              </a:ext>
            </a:extLst>
          </p:cNvPr>
          <p:cNvSpPr txBox="1"/>
          <p:nvPr/>
        </p:nvSpPr>
        <p:spPr>
          <a:xfrm>
            <a:off x="4257414" y="4492871"/>
            <a:ext cx="6810776" cy="173753"/>
          </a:xfrm>
          <a:prstGeom prst="rect">
            <a:avLst/>
          </a:prstGeom>
          <a:noFill/>
        </p:spPr>
        <p:txBody>
          <a:bodyPr wrap="square" numCol="4">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a:solidFill>
                  <a:srgbClr val="000000"/>
                </a:solidFill>
                <a:latin typeface="Calibri" panose="020F0502020204030204"/>
                <a:cs typeface="Calibri" panose="020F0502020204030204" pitchFamily="34" charset="0"/>
              </a:rPr>
              <a:t>TBC (C)</a:t>
            </a:r>
            <a:r>
              <a:rPr lang="en-GB" sz="600">
                <a:solidFill>
                  <a:srgbClr val="000000"/>
                </a:solidFill>
                <a:latin typeface="Calibri" panose="020F0502020204030204"/>
                <a:cs typeface="Calibri" panose="020F0502020204030204" pitchFamily="34" charset="0"/>
              </a:rPr>
              <a:t> –Data Lead</a:t>
            </a:r>
          </a:p>
          <a:p>
            <a:pPr defTabSz="426770">
              <a:defRPr/>
            </a:pPr>
            <a:endParaRPr lang="en-GB" sz="600">
              <a:solidFill>
                <a:srgbClr val="000000"/>
              </a:solidFill>
              <a:latin typeface="Calibri" panose="020F0502020204030204"/>
              <a:cs typeface="Calibri" panose="020F0502020204030204" pitchFamily="34" charset="0"/>
            </a:endParaRPr>
          </a:p>
          <a:p>
            <a:pPr defTabSz="426770">
              <a:defRPr/>
            </a:pPr>
            <a:r>
              <a:rPr lang="en-GB" sz="600" b="1">
                <a:solidFill>
                  <a:srgbClr val="000000"/>
                </a:solidFill>
                <a:latin typeface="Calibri" panose="020F0502020204030204"/>
                <a:cs typeface="Calibri" panose="020F0502020204030204" pitchFamily="34" charset="0"/>
              </a:rPr>
              <a:t>Tony Lewis – </a:t>
            </a:r>
            <a:r>
              <a:rPr lang="en-GB" sz="600">
                <a:solidFill>
                  <a:srgbClr val="000000"/>
                </a:solidFill>
                <a:latin typeface="Calibri" panose="020F0502020204030204"/>
                <a:cs typeface="Calibri" panose="020F0502020204030204" pitchFamily="34" charset="0"/>
              </a:rPr>
              <a:t>MI &amp; Analytics Lead</a:t>
            </a:r>
          </a:p>
          <a:p>
            <a:pPr defTabSz="426770">
              <a:defRPr/>
            </a:pPr>
            <a:endParaRPr lang="en-GB" sz="600">
              <a:solidFill>
                <a:srgbClr val="000000"/>
              </a:solidFill>
              <a:latin typeface="Calibri" panose="020F0502020204030204"/>
              <a:cs typeface="Calibri" panose="020F0502020204030204" pitchFamily="34" charset="0"/>
            </a:endParaRPr>
          </a:p>
          <a:p>
            <a:pPr defTabSz="426770">
              <a:defRPr/>
            </a:pPr>
            <a:r>
              <a:rPr lang="en-GB" sz="600" b="1">
                <a:solidFill>
                  <a:srgbClr val="000000"/>
                </a:solidFill>
                <a:latin typeface="Calibri" panose="020F0502020204030204"/>
                <a:cs typeface="Calibri" panose="020F0502020204030204" pitchFamily="34" charset="0"/>
              </a:rPr>
              <a:t>Bradley Todd -</a:t>
            </a:r>
            <a:r>
              <a:rPr lang="en-GB" sz="600">
                <a:solidFill>
                  <a:srgbClr val="000000"/>
                </a:solidFill>
                <a:latin typeface="Calibri" panose="020F0502020204030204"/>
                <a:cs typeface="Calibri" panose="020F0502020204030204" pitchFamily="34" charset="0"/>
              </a:rPr>
              <a:t> Information Architect</a:t>
            </a:r>
          </a:p>
          <a:p>
            <a:pPr defTabSz="426770">
              <a:defRPr/>
            </a:pPr>
            <a:endParaRPr lang="en-GB" sz="600" b="1">
              <a:solidFill>
                <a:srgbClr val="000000"/>
              </a:solidFill>
              <a:latin typeface="Calibri" panose="020F0502020204030204"/>
              <a:cs typeface="Calibri" panose="020F0502020204030204" pitchFamily="34" charset="0"/>
            </a:endParaRPr>
          </a:p>
          <a:p>
            <a:pPr defTabSz="426770">
              <a:defRPr/>
            </a:pPr>
            <a:r>
              <a:rPr lang="en-GB" sz="600" b="1" kern="0">
                <a:solidFill>
                  <a:prstClr val="black"/>
                </a:solidFill>
                <a:latin typeface="Calibri" panose="020F0502020204030204"/>
                <a:cs typeface="Calibri" panose="020F0502020204030204" pitchFamily="34" charset="0"/>
              </a:rPr>
              <a:t>TBC</a:t>
            </a:r>
            <a:r>
              <a:rPr lang="en-GB" sz="600" kern="0">
                <a:solidFill>
                  <a:srgbClr val="000000"/>
                </a:solidFill>
                <a:latin typeface="Calibri" panose="020F0502020204030204"/>
                <a:cs typeface="Calibri" panose="020F0502020204030204" pitchFamily="34" charset="0"/>
              </a:rPr>
              <a:t> – Finance Data Lead</a:t>
            </a:r>
          </a:p>
          <a:p>
            <a:pPr defTabSz="426770">
              <a:defRPr/>
            </a:pPr>
            <a:endParaRPr lang="en-GB" sz="600" b="1">
              <a:solidFill>
                <a:srgbClr val="000000"/>
              </a:solidFill>
              <a:latin typeface="Calibri" panose="020F0502020204030204"/>
              <a:cs typeface="Calibri" panose="020F0502020204030204" pitchFamily="34" charset="0"/>
            </a:endParaRPr>
          </a:p>
        </p:txBody>
      </p:sp>
      <p:sp>
        <p:nvSpPr>
          <p:cNvPr id="539" name="Rectangle 538">
            <a:extLst>
              <a:ext uri="{FF2B5EF4-FFF2-40B4-BE49-F238E27FC236}">
                <a16:creationId xmlns:a16="http://schemas.microsoft.com/office/drawing/2014/main" id="{8843D91D-B8E1-7622-8301-F7274A8F4BC3}"/>
              </a:ext>
            </a:extLst>
          </p:cNvPr>
          <p:cNvSpPr/>
          <p:nvPr/>
        </p:nvSpPr>
        <p:spPr>
          <a:xfrm>
            <a:off x="8281636" y="3666065"/>
            <a:ext cx="586112" cy="222520"/>
          </a:xfrm>
          <a:prstGeom prst="rect">
            <a:avLst/>
          </a:prstGeom>
          <a:no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kern="0">
                <a:solidFill>
                  <a:srgbClr val="000000"/>
                </a:solidFill>
                <a:latin typeface="Calibri" panose="020F0502020204030204"/>
                <a:cs typeface="Calibri" panose="020F0502020204030204" pitchFamily="34" charset="0"/>
              </a:rPr>
              <a:t>Covered by wider team in Pre-Inception</a:t>
            </a:r>
          </a:p>
        </p:txBody>
      </p:sp>
      <p:sp>
        <p:nvSpPr>
          <p:cNvPr id="540" name="Rectangle 539">
            <a:extLst>
              <a:ext uri="{FF2B5EF4-FFF2-40B4-BE49-F238E27FC236}">
                <a16:creationId xmlns:a16="http://schemas.microsoft.com/office/drawing/2014/main" id="{5AC7089B-5951-7E1E-771F-08353D4D4295}"/>
              </a:ext>
            </a:extLst>
          </p:cNvPr>
          <p:cNvSpPr/>
          <p:nvPr/>
        </p:nvSpPr>
        <p:spPr>
          <a:xfrm>
            <a:off x="5540848" y="2651377"/>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41" name="Flowchart: Process 540">
            <a:extLst>
              <a:ext uri="{FF2B5EF4-FFF2-40B4-BE49-F238E27FC236}">
                <a16:creationId xmlns:a16="http://schemas.microsoft.com/office/drawing/2014/main" id="{E14BB279-12CD-364D-D6AB-123628B18E5E}"/>
              </a:ext>
            </a:extLst>
          </p:cNvPr>
          <p:cNvSpPr/>
          <p:nvPr/>
        </p:nvSpPr>
        <p:spPr>
          <a:xfrm>
            <a:off x="194798" y="1859716"/>
            <a:ext cx="3355975" cy="3096401"/>
          </a:xfrm>
          <a:prstGeom prst="flowChartProcess">
            <a:avLst/>
          </a:prstGeom>
          <a:noFill/>
          <a:ln w="12700" cap="flat" cmpd="sng" algn="ctr">
            <a:solidFill>
              <a:srgbClr val="86BC25"/>
            </a:solidFill>
            <a:prstDash val="dash"/>
            <a:miter lim="800000"/>
          </a:ln>
          <a:effectLst/>
        </p:spPr>
        <p:txBody>
          <a:bodyPr lIns="73152" tIns="73152" rIns="73152" bIns="73152"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en-GB" sz="450" kern="0">
              <a:solidFill>
                <a:prstClr val="black"/>
              </a:solidFill>
              <a:latin typeface="Calibri" panose="020F0502020204030204"/>
              <a:cs typeface="Calibri" panose="020F0502020204030204" pitchFamily="34" charset="0"/>
            </a:endParaRPr>
          </a:p>
        </p:txBody>
      </p:sp>
      <p:cxnSp>
        <p:nvCxnSpPr>
          <p:cNvPr id="542" name="Straight Arrow Connector 90">
            <a:extLst>
              <a:ext uri="{FF2B5EF4-FFF2-40B4-BE49-F238E27FC236}">
                <a16:creationId xmlns:a16="http://schemas.microsoft.com/office/drawing/2014/main" id="{D76C892E-5DD7-30D2-EDF3-2013F6904AB2}"/>
              </a:ext>
            </a:extLst>
          </p:cNvPr>
          <p:cNvCxnSpPr>
            <a:cxnSpLocks/>
            <a:stCxn id="418" idx="0"/>
          </p:cNvCxnSpPr>
          <p:nvPr/>
        </p:nvCxnSpPr>
        <p:spPr>
          <a:xfrm rot="16200000" flipV="1">
            <a:off x="5716910" y="1501046"/>
            <a:ext cx="146784" cy="114316"/>
          </a:xfrm>
          <a:prstGeom prst="bentConnector3">
            <a:avLst>
              <a:gd name="adj1" fmla="val 101913"/>
            </a:avLst>
          </a:prstGeom>
          <a:noFill/>
          <a:ln w="9525" cap="flat" cmpd="sng" algn="ctr">
            <a:solidFill>
              <a:srgbClr val="62B5E5"/>
            </a:solidFill>
            <a:prstDash val="solid"/>
            <a:miter lim="800000"/>
            <a:headEnd type="none" w="med" len="med"/>
            <a:tailEnd type="triangle"/>
          </a:ln>
          <a:effectLst/>
        </p:spPr>
      </p:cxnSp>
      <p:sp>
        <p:nvSpPr>
          <p:cNvPr id="543" name="Rectangle 542">
            <a:extLst>
              <a:ext uri="{FF2B5EF4-FFF2-40B4-BE49-F238E27FC236}">
                <a16:creationId xmlns:a16="http://schemas.microsoft.com/office/drawing/2014/main" id="{A9286572-8DED-3851-17CC-81FF64162519}"/>
              </a:ext>
            </a:extLst>
          </p:cNvPr>
          <p:cNvSpPr/>
          <p:nvPr/>
        </p:nvSpPr>
        <p:spPr>
          <a:xfrm>
            <a:off x="5831086" y="1339148"/>
            <a:ext cx="909560" cy="276999"/>
          </a:xfrm>
          <a:prstGeom prst="rect">
            <a:avLst/>
          </a:prstGeom>
        </p:spPr>
        <p:txBody>
          <a:bodyPr wrap="square" lIns="0" rIns="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r>
              <a:rPr lang="en-GB" sz="600" b="1" kern="0">
                <a:solidFill>
                  <a:prstClr val="black"/>
                </a:solidFill>
                <a:latin typeface="Calibri" panose="020F0502020204030204"/>
                <a:cs typeface="Calibri" panose="020F0502020204030204" pitchFamily="34" charset="0"/>
              </a:rPr>
              <a:t>Product Owners report into Senior Product Manager</a:t>
            </a:r>
          </a:p>
        </p:txBody>
      </p:sp>
      <p:sp>
        <p:nvSpPr>
          <p:cNvPr id="544" name="Rectangle 543">
            <a:extLst>
              <a:ext uri="{FF2B5EF4-FFF2-40B4-BE49-F238E27FC236}">
                <a16:creationId xmlns:a16="http://schemas.microsoft.com/office/drawing/2014/main" id="{6E75B95B-02B1-0157-77D6-53016864E1F9}"/>
              </a:ext>
            </a:extLst>
          </p:cNvPr>
          <p:cNvSpPr/>
          <p:nvPr/>
        </p:nvSpPr>
        <p:spPr bwMode="gray">
          <a:xfrm>
            <a:off x="10862380" y="148326"/>
            <a:ext cx="1022821" cy="167720"/>
          </a:xfrm>
          <a:prstGeom prst="rect">
            <a:avLst/>
          </a:prstGeom>
          <a:solidFill>
            <a:srgbClr val="5AA2AE"/>
          </a:solidFill>
          <a:ln w="19050" algn="ctr">
            <a:solidFill>
              <a:sysClr val="window" lastClr="FFFFFF">
                <a:lumMod val="95000"/>
              </a:sysClr>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GB" sz="900" b="0" i="0" u="none" strike="noStrike" kern="1200" cap="none" spc="0" normalizeH="0" baseline="0" noProof="0">
                <a:ln>
                  <a:noFill/>
                </a:ln>
                <a:solidFill>
                  <a:prstClr val="white"/>
                </a:solidFill>
                <a:effectLst/>
                <a:uLnTx/>
                <a:uFillTx/>
                <a:latin typeface="Calibri" panose="020F0502020204030204"/>
                <a:ea typeface="+mn-ea"/>
                <a:cs typeface="Segoe UI" panose="020B0502040204020203" pitchFamily="34" charset="0"/>
              </a:rPr>
              <a:t>Team interfaces </a:t>
            </a:r>
          </a:p>
        </p:txBody>
      </p:sp>
      <p:sp>
        <p:nvSpPr>
          <p:cNvPr id="545" name="Rectangle 544">
            <a:extLst>
              <a:ext uri="{FF2B5EF4-FFF2-40B4-BE49-F238E27FC236}">
                <a16:creationId xmlns:a16="http://schemas.microsoft.com/office/drawing/2014/main" id="{84948ABF-6837-E159-F7DF-C00E505BB6F6}"/>
              </a:ext>
            </a:extLst>
          </p:cNvPr>
          <p:cNvSpPr/>
          <p:nvPr/>
        </p:nvSpPr>
        <p:spPr>
          <a:xfrm>
            <a:off x="3737369" y="2717654"/>
            <a:ext cx="5219076" cy="297164"/>
          </a:xfrm>
          <a:prstGeom prst="rect">
            <a:avLst/>
          </a:prstGeom>
          <a:solidFill>
            <a:srgbClr val="FFFFFF"/>
          </a:solidFill>
          <a:ln w="28575" cap="rnd" cmpd="sng" algn="ctr">
            <a:noFill/>
            <a:prstDash val="solid"/>
            <a:miter lim="800000"/>
          </a:ln>
          <a:effectLst/>
        </p:spPr>
        <p:txBody>
          <a:bodyPr spcFirstLastPara="0" vert="horz" wrap="square" lIns="8001" tIns="8001" rIns="8001" bIns="7200" numCol="4"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endParaRPr lang="en-GB" sz="600" b="1" kern="0">
              <a:solidFill>
                <a:srgbClr val="000000"/>
              </a:solidFill>
              <a:latin typeface="Calibri" panose="020F0502020204030204"/>
              <a:cs typeface="Calibri" panose="020F0502020204030204" pitchFamily="34" charset="0"/>
            </a:endParaRPr>
          </a:p>
        </p:txBody>
      </p:sp>
      <p:sp>
        <p:nvSpPr>
          <p:cNvPr id="546" name="Rectangle 545">
            <a:extLst>
              <a:ext uri="{FF2B5EF4-FFF2-40B4-BE49-F238E27FC236}">
                <a16:creationId xmlns:a16="http://schemas.microsoft.com/office/drawing/2014/main" id="{BB7201FA-F63D-3D9B-27EF-C102E9CB2D74}"/>
              </a:ext>
            </a:extLst>
          </p:cNvPr>
          <p:cNvSpPr/>
          <p:nvPr/>
        </p:nvSpPr>
        <p:spPr>
          <a:xfrm>
            <a:off x="1170745" y="1375980"/>
            <a:ext cx="1058172" cy="175492"/>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srgbClr val="000000"/>
                </a:solidFill>
                <a:latin typeface="Calibri" panose="020F0502020204030204"/>
                <a:cs typeface="Calibri" panose="020F0502020204030204" pitchFamily="34" charset="0"/>
              </a:rPr>
              <a:t>James Dale ( C)</a:t>
            </a:r>
          </a:p>
          <a:p>
            <a:pPr algn="ctr" defTabSz="426770">
              <a:defRPr/>
            </a:pPr>
            <a:r>
              <a:rPr lang="en-GB" sz="500" kern="0">
                <a:solidFill>
                  <a:prstClr val="black"/>
                </a:solidFill>
                <a:latin typeface="Calibri" panose="020F0502020204030204"/>
                <a:cs typeface="Calibri" panose="020F0502020204030204" pitchFamily="34" charset="0"/>
              </a:rPr>
              <a:t>Programme Manager</a:t>
            </a:r>
          </a:p>
        </p:txBody>
      </p:sp>
      <p:sp>
        <p:nvSpPr>
          <p:cNvPr id="547" name="Rectangle 546">
            <a:extLst>
              <a:ext uri="{FF2B5EF4-FFF2-40B4-BE49-F238E27FC236}">
                <a16:creationId xmlns:a16="http://schemas.microsoft.com/office/drawing/2014/main" id="{26654052-348F-A9EE-F868-89F23471E0FF}"/>
              </a:ext>
            </a:extLst>
          </p:cNvPr>
          <p:cNvSpPr/>
          <p:nvPr/>
        </p:nvSpPr>
        <p:spPr>
          <a:xfrm>
            <a:off x="2378915" y="1172398"/>
            <a:ext cx="1022326" cy="175492"/>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Rob Harwood</a:t>
            </a:r>
          </a:p>
          <a:p>
            <a:pPr algn="ctr" defTabSz="426770">
              <a:defRPr/>
            </a:pPr>
            <a:r>
              <a:rPr lang="en-GB" sz="500" kern="0">
                <a:solidFill>
                  <a:prstClr val="black"/>
                </a:solidFill>
                <a:latin typeface="Calibri" panose="020F0502020204030204"/>
                <a:cs typeface="Calibri" panose="020F0502020204030204" pitchFamily="34" charset="0"/>
              </a:rPr>
              <a:t>Programme Technology and Data Lead</a:t>
            </a:r>
          </a:p>
        </p:txBody>
      </p:sp>
      <p:sp>
        <p:nvSpPr>
          <p:cNvPr id="548" name="Rectangle 547">
            <a:extLst>
              <a:ext uri="{FF2B5EF4-FFF2-40B4-BE49-F238E27FC236}">
                <a16:creationId xmlns:a16="http://schemas.microsoft.com/office/drawing/2014/main" id="{C333A6E2-0FC6-2198-C2E7-4D9E2223ACDD}"/>
              </a:ext>
            </a:extLst>
          </p:cNvPr>
          <p:cNvSpPr/>
          <p:nvPr/>
        </p:nvSpPr>
        <p:spPr bwMode="gray">
          <a:xfrm>
            <a:off x="8852684" y="137772"/>
            <a:ext cx="1012526" cy="167720"/>
          </a:xfrm>
          <a:prstGeom prst="rect">
            <a:avLst/>
          </a:prstGeom>
          <a:solidFill>
            <a:sysClr val="window" lastClr="FFFFFF"/>
          </a:solidFill>
          <a:ln w="19050" algn="ctr">
            <a:solidFill>
              <a:sysClr val="window" lastClr="FFFFFF">
                <a:lumMod val="95000"/>
              </a:sysClr>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GB" sz="600" b="1" i="0" u="none" strike="noStrike" kern="1200" cap="none" spc="0" normalizeH="0" baseline="0" noProof="0">
                <a:ln>
                  <a:noFill/>
                </a:ln>
                <a:solidFill>
                  <a:prstClr val="black"/>
                </a:solidFill>
                <a:effectLst/>
                <a:uLnTx/>
                <a:uFillTx/>
                <a:latin typeface="Calibri" panose="020F0502020204030204"/>
                <a:ea typeface="+mn-ea"/>
                <a:cs typeface="Segoe UI" panose="020B0502040204020203" pitchFamily="34" charset="0"/>
              </a:rPr>
              <a:t>Capgemini resources (C)</a:t>
            </a:r>
          </a:p>
          <a:p>
            <a:pPr marL="0" marR="0" lvl="0" indent="0" algn="l"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GB" sz="600" b="1" i="0" u="none" strike="noStrike" kern="1200" cap="none" spc="0" normalizeH="0" baseline="0" noProof="0">
                <a:ln>
                  <a:noFill/>
                </a:ln>
                <a:solidFill>
                  <a:prstClr val="black"/>
                </a:solidFill>
                <a:effectLst/>
                <a:uLnTx/>
                <a:uFillTx/>
                <a:latin typeface="Calibri" panose="020F0502020204030204"/>
                <a:ea typeface="+mn-ea"/>
                <a:cs typeface="Segoe UI" panose="020B0502040204020203" pitchFamily="34" charset="0"/>
              </a:rPr>
              <a:t>Salesforce resources (S)</a:t>
            </a:r>
          </a:p>
        </p:txBody>
      </p:sp>
      <p:sp>
        <p:nvSpPr>
          <p:cNvPr id="549" name="Rectangle 548">
            <a:extLst>
              <a:ext uri="{FF2B5EF4-FFF2-40B4-BE49-F238E27FC236}">
                <a16:creationId xmlns:a16="http://schemas.microsoft.com/office/drawing/2014/main" id="{89693B0C-2659-C77E-7475-05409FB2EAC4}"/>
              </a:ext>
            </a:extLst>
          </p:cNvPr>
          <p:cNvSpPr/>
          <p:nvPr/>
        </p:nvSpPr>
        <p:spPr>
          <a:xfrm>
            <a:off x="11060785" y="2126131"/>
            <a:ext cx="586112" cy="222520"/>
          </a:xfrm>
          <a:prstGeom prst="rect">
            <a:avLst/>
          </a:prstGeom>
          <a:no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600" kern="0">
                <a:solidFill>
                  <a:srgbClr val="000000"/>
                </a:solidFill>
                <a:latin typeface="Calibri" panose="020F0502020204030204"/>
                <a:cs typeface="Calibri" panose="020F0502020204030204" pitchFamily="34" charset="0"/>
              </a:rPr>
              <a:t>Covered by wider team in Pre-Inception</a:t>
            </a:r>
          </a:p>
        </p:txBody>
      </p:sp>
      <p:cxnSp>
        <p:nvCxnSpPr>
          <p:cNvPr id="550" name="Straight Arrow Connector 243">
            <a:extLst>
              <a:ext uri="{FF2B5EF4-FFF2-40B4-BE49-F238E27FC236}">
                <a16:creationId xmlns:a16="http://schemas.microsoft.com/office/drawing/2014/main" id="{CBA77212-F5B8-BD5F-0094-86DBDE44667D}"/>
              </a:ext>
            </a:extLst>
          </p:cNvPr>
          <p:cNvCxnSpPr>
            <a:cxnSpLocks/>
            <a:endCxn id="454" idx="1"/>
          </p:cNvCxnSpPr>
          <p:nvPr/>
        </p:nvCxnSpPr>
        <p:spPr>
          <a:xfrm rot="16200000" flipV="1">
            <a:off x="1032404" y="1199783"/>
            <a:ext cx="941821" cy="683390"/>
          </a:xfrm>
          <a:prstGeom prst="bentConnector4">
            <a:avLst>
              <a:gd name="adj1" fmla="val 33447"/>
              <a:gd name="adj2" fmla="val 157663"/>
            </a:avLst>
          </a:prstGeom>
          <a:noFill/>
          <a:ln w="9525" cap="flat" cmpd="sng" algn="ctr">
            <a:solidFill>
              <a:srgbClr val="62B5E5"/>
            </a:solidFill>
            <a:prstDash val="solid"/>
            <a:miter lim="800000"/>
            <a:headEnd type="none" w="med" len="med"/>
            <a:tailEnd type="triangle"/>
          </a:ln>
          <a:effectLst/>
        </p:spPr>
      </p:cxnSp>
      <p:sp>
        <p:nvSpPr>
          <p:cNvPr id="551" name="Rectangle 550">
            <a:extLst>
              <a:ext uri="{FF2B5EF4-FFF2-40B4-BE49-F238E27FC236}">
                <a16:creationId xmlns:a16="http://schemas.microsoft.com/office/drawing/2014/main" id="{09CCB001-5243-760A-26F4-CDD75B9433B2}"/>
              </a:ext>
            </a:extLst>
          </p:cNvPr>
          <p:cNvSpPr/>
          <p:nvPr/>
        </p:nvSpPr>
        <p:spPr>
          <a:xfrm>
            <a:off x="2368283" y="1381503"/>
            <a:ext cx="1022326" cy="175492"/>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Brett Fabian-Smith ( C)</a:t>
            </a:r>
            <a:endParaRPr lang="en-GB" sz="500" kern="0">
              <a:solidFill>
                <a:prstClr val="black"/>
              </a:solidFill>
              <a:latin typeface="Calibri" panose="020F0502020204030204"/>
              <a:cs typeface="Calibri" panose="020F0502020204030204" pitchFamily="34" charset="0"/>
            </a:endParaRPr>
          </a:p>
          <a:p>
            <a:pPr algn="ctr" defTabSz="426770">
              <a:defRPr/>
            </a:pPr>
            <a:r>
              <a:rPr lang="en-GB" sz="500" kern="0">
                <a:solidFill>
                  <a:prstClr val="black"/>
                </a:solidFill>
                <a:latin typeface="Calibri" panose="020F0502020204030204"/>
                <a:cs typeface="Calibri" panose="020F0502020204030204" pitchFamily="34" charset="0"/>
              </a:rPr>
              <a:t>Lead Enterprise Architect</a:t>
            </a:r>
          </a:p>
        </p:txBody>
      </p:sp>
      <p:sp>
        <p:nvSpPr>
          <p:cNvPr id="552" name="Rectangle 551">
            <a:extLst>
              <a:ext uri="{FF2B5EF4-FFF2-40B4-BE49-F238E27FC236}">
                <a16:creationId xmlns:a16="http://schemas.microsoft.com/office/drawing/2014/main" id="{913F0439-13EF-8195-D531-FD72922BAEAA}"/>
              </a:ext>
            </a:extLst>
          </p:cNvPr>
          <p:cNvSpPr/>
          <p:nvPr/>
        </p:nvSpPr>
        <p:spPr>
          <a:xfrm>
            <a:off x="5510172" y="1177435"/>
            <a:ext cx="1105547" cy="166257"/>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TBC</a:t>
            </a:r>
          </a:p>
          <a:p>
            <a:pPr algn="ctr" defTabSz="426770">
              <a:defRPr/>
            </a:pPr>
            <a:r>
              <a:rPr lang="en-GB" sz="500" kern="0">
                <a:solidFill>
                  <a:prstClr val="black"/>
                </a:solidFill>
                <a:latin typeface="Calibri" panose="020F0502020204030204"/>
                <a:cs typeface="Calibri" panose="020F0502020204030204" pitchFamily="34" charset="0"/>
              </a:rPr>
              <a:t>Programme Management Office</a:t>
            </a:r>
          </a:p>
        </p:txBody>
      </p:sp>
      <p:sp>
        <p:nvSpPr>
          <p:cNvPr id="553" name="Rectangle 552">
            <a:extLst>
              <a:ext uri="{FF2B5EF4-FFF2-40B4-BE49-F238E27FC236}">
                <a16:creationId xmlns:a16="http://schemas.microsoft.com/office/drawing/2014/main" id="{753E9F61-6761-F598-42FB-E6A72B8CED39}"/>
              </a:ext>
            </a:extLst>
          </p:cNvPr>
          <p:cNvSpPr/>
          <p:nvPr/>
        </p:nvSpPr>
        <p:spPr>
          <a:xfrm>
            <a:off x="3529326" y="1385537"/>
            <a:ext cx="1016652" cy="169043"/>
          </a:xfrm>
          <a:prstGeom prst="rect">
            <a:avLst/>
          </a:prstGeom>
          <a:solidFill>
            <a:srgbClr val="0097A9">
              <a:lumMod val="20000"/>
              <a:lumOff val="80000"/>
            </a:srgbClr>
          </a:solidFill>
          <a:ln w="28575" cap="rnd" cmpd="sng" algn="ctr">
            <a:noFill/>
            <a:prstDash val="solid"/>
            <a:miter lim="800000"/>
          </a:ln>
          <a:effectLst/>
        </p:spPr>
        <p:txBody>
          <a:bodyPr spcFirstLastPara="0" vert="horz" wrap="square" lIns="7200" tIns="7200" rIns="7200"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defTabSz="426770">
              <a:defRPr/>
            </a:pPr>
            <a:r>
              <a:rPr lang="en-GB" sz="700" b="1" kern="0">
                <a:solidFill>
                  <a:prstClr val="black"/>
                </a:solidFill>
                <a:latin typeface="Calibri" panose="020F0502020204030204"/>
                <a:cs typeface="Calibri" panose="020F0502020204030204" pitchFamily="34" charset="0"/>
              </a:rPr>
              <a:t>Mary Engdahl (S)</a:t>
            </a:r>
          </a:p>
          <a:p>
            <a:pPr algn="ctr" defTabSz="426770">
              <a:defRPr/>
            </a:pPr>
            <a:r>
              <a:rPr lang="en-GB" sz="400" kern="0">
                <a:solidFill>
                  <a:prstClr val="black"/>
                </a:solidFill>
                <a:latin typeface="Calibri" panose="020F0502020204030204"/>
                <a:cs typeface="Calibri" panose="020F0502020204030204" pitchFamily="34" charset="0"/>
              </a:rPr>
              <a:t>Salesforce Engagement Lead</a:t>
            </a:r>
          </a:p>
        </p:txBody>
      </p:sp>
      <p:sp>
        <p:nvSpPr>
          <p:cNvPr id="554" name="Rectangle 553">
            <a:extLst>
              <a:ext uri="{FF2B5EF4-FFF2-40B4-BE49-F238E27FC236}">
                <a16:creationId xmlns:a16="http://schemas.microsoft.com/office/drawing/2014/main" id="{0DF248CC-31AA-CFD7-0098-F2CF63C6ED7C}"/>
              </a:ext>
            </a:extLst>
          </p:cNvPr>
          <p:cNvSpPr/>
          <p:nvPr/>
        </p:nvSpPr>
        <p:spPr bwMode="gray">
          <a:xfrm>
            <a:off x="9916501" y="151374"/>
            <a:ext cx="945879" cy="167720"/>
          </a:xfrm>
          <a:prstGeom prst="rect">
            <a:avLst/>
          </a:prstGeom>
          <a:solidFill>
            <a:srgbClr val="FFFF00"/>
          </a:solidFill>
          <a:ln w="19050" algn="ctr">
            <a:solidFill>
              <a:sysClr val="window" lastClr="FFFFFF">
                <a:lumMod val="95000"/>
              </a:sysClr>
            </a:solidFill>
            <a:miter lim="800000"/>
            <a:headEnd/>
            <a:tailEnd/>
          </a:ln>
        </p:spPr>
        <p:txBody>
          <a:bodyPr wrap="square" lIns="88900" tIns="88900" rIns="88900" bIns="88900"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1219170" rtl="0" eaLnBrk="1" fontAlgn="auto" latinLnBrk="0" hangingPunct="1">
              <a:lnSpc>
                <a:spcPct val="106000"/>
              </a:lnSpc>
              <a:spcBef>
                <a:spcPts val="0"/>
              </a:spcBef>
              <a:spcAft>
                <a:spcPts val="0"/>
              </a:spcAft>
              <a:buClrTx/>
              <a:buSzTx/>
              <a:buFont typeface="Wingdings 2" pitchFamily="18" charset="2"/>
              <a:buNone/>
              <a:tabLst/>
              <a:defRPr/>
            </a:pPr>
            <a:r>
              <a:rPr kumimoji="0" lang="en-GB" sz="600" b="0" i="0" u="none" strike="noStrike" kern="1200" cap="none" spc="0" normalizeH="0" baseline="0" noProof="0">
                <a:ln>
                  <a:noFill/>
                </a:ln>
                <a:solidFill>
                  <a:prstClr val="black"/>
                </a:solidFill>
                <a:effectLst/>
                <a:uLnTx/>
                <a:uFillTx/>
                <a:latin typeface="Calibri" panose="020F0502020204030204"/>
                <a:ea typeface="+mn-ea"/>
                <a:cs typeface="Segoe UI" panose="020B0502040204020203" pitchFamily="34" charset="0"/>
              </a:rPr>
              <a:t>Start in </a:t>
            </a:r>
            <a:r>
              <a:rPr kumimoji="0" lang="en-GB" sz="600" b="1" i="0" u="none" strike="noStrike" kern="1200" cap="none" spc="0" normalizeH="0" baseline="0" noProof="0">
                <a:ln>
                  <a:noFill/>
                </a:ln>
                <a:solidFill>
                  <a:prstClr val="black"/>
                </a:solidFill>
                <a:effectLst/>
                <a:uLnTx/>
                <a:uFillTx/>
                <a:latin typeface="Calibri" panose="020F0502020204030204"/>
                <a:ea typeface="+mn-ea"/>
                <a:cs typeface="Segoe UI" panose="020B0502040204020203" pitchFamily="34" charset="0"/>
              </a:rPr>
              <a:t>Discovery Phase</a:t>
            </a:r>
          </a:p>
        </p:txBody>
      </p:sp>
      <p:sp>
        <p:nvSpPr>
          <p:cNvPr id="555" name="Slide Number Placeholder 8">
            <a:extLst>
              <a:ext uri="{FF2B5EF4-FFF2-40B4-BE49-F238E27FC236}">
                <a16:creationId xmlns:a16="http://schemas.microsoft.com/office/drawing/2014/main" id="{50424356-7489-6248-7AA6-174DFD898962}"/>
              </a:ext>
            </a:extLst>
          </p:cNvPr>
          <p:cNvSpPr>
            <a:spLocks noGrp="1"/>
          </p:cNvSpPr>
          <p:nvPr/>
        </p:nvSpPr>
        <p:spPr>
          <a:xfrm>
            <a:off x="283698" y="6303844"/>
            <a:ext cx="457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16F9DC49-0254-4B70-B36F-E22A7B1585FA}" type="slidenum">
              <a:rPr lang="en-US" smtClean="0">
                <a:solidFill>
                  <a:prstClr val="black">
                    <a:tint val="75000"/>
                  </a:prstClr>
                </a:solidFill>
                <a:latin typeface="Calibri" panose="020F0502020204030204"/>
              </a:rPr>
              <a:pPr/>
              <a:t>32</a:t>
            </a:fld>
            <a:endParaRPr lang="en-US">
              <a:solidFill>
                <a:prstClr val="black">
                  <a:tint val="75000"/>
                </a:prstClr>
              </a:solidFill>
              <a:latin typeface="Calibri" panose="020F0502020204030204"/>
            </a:endParaRPr>
          </a:p>
        </p:txBody>
      </p:sp>
      <p:sp>
        <p:nvSpPr>
          <p:cNvPr id="556" name="Rectangle 555">
            <a:extLst>
              <a:ext uri="{FF2B5EF4-FFF2-40B4-BE49-F238E27FC236}">
                <a16:creationId xmlns:a16="http://schemas.microsoft.com/office/drawing/2014/main" id="{B1B87F6D-DD76-B5CA-6BC6-9732AD5F4601}"/>
              </a:ext>
            </a:extLst>
          </p:cNvPr>
          <p:cNvSpPr/>
          <p:nvPr/>
        </p:nvSpPr>
        <p:spPr>
          <a:xfrm>
            <a:off x="2753936" y="2071638"/>
            <a:ext cx="756669" cy="278050"/>
          </a:xfrm>
          <a:prstGeom prst="rect">
            <a:avLst/>
          </a:prstGeom>
          <a:solidFill>
            <a:srgbClr val="C9CDD4"/>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Clare </a:t>
            </a:r>
            <a:r>
              <a:rPr lang="en-GB" sz="600" b="1" kern="0" err="1">
                <a:solidFill>
                  <a:srgbClr val="000000"/>
                </a:solidFill>
                <a:latin typeface="Calibri" panose="020F0502020204030204"/>
                <a:cs typeface="Calibri" panose="020F0502020204030204" pitchFamily="34" charset="0"/>
              </a:rPr>
              <a:t>Bodrell</a:t>
            </a:r>
            <a:r>
              <a:rPr lang="en-GB" sz="600" b="1" kern="0">
                <a:solidFill>
                  <a:srgbClr val="000000"/>
                </a:solidFill>
                <a:latin typeface="Calibri" panose="020F0502020204030204"/>
                <a:cs typeface="Calibri" panose="020F0502020204030204" pitchFamily="34" charset="0"/>
              </a:rPr>
              <a:t> </a:t>
            </a:r>
            <a:r>
              <a:rPr lang="en-GB" sz="600" kern="0">
                <a:solidFill>
                  <a:srgbClr val="000000"/>
                </a:solidFill>
                <a:latin typeface="Calibri" panose="020F0502020204030204"/>
                <a:cs typeface="Calibri" panose="020F0502020204030204" pitchFamily="34" charset="0"/>
              </a:rPr>
              <a:t>– Business Analyst Manager</a:t>
            </a:r>
          </a:p>
          <a:p>
            <a:pPr defTabSz="426770">
              <a:defRPr/>
            </a:pPr>
            <a:r>
              <a:rPr lang="en-GB" sz="600" b="1" kern="0">
                <a:solidFill>
                  <a:srgbClr val="000000"/>
                </a:solidFill>
                <a:latin typeface="Calibri" panose="020F0502020204030204"/>
                <a:cs typeface="Calibri" panose="020F0502020204030204" pitchFamily="34" charset="0"/>
              </a:rPr>
              <a:t>Jamie Hawkins</a:t>
            </a:r>
            <a:r>
              <a:rPr lang="en-GB" sz="600" kern="0">
                <a:solidFill>
                  <a:srgbClr val="000000"/>
                </a:solidFill>
                <a:latin typeface="Calibri" panose="020F0502020204030204"/>
                <a:cs typeface="Calibri" panose="020F0502020204030204" pitchFamily="34" charset="0"/>
              </a:rPr>
              <a:t> –Senior Business Analyst</a:t>
            </a:r>
          </a:p>
        </p:txBody>
      </p:sp>
      <p:cxnSp>
        <p:nvCxnSpPr>
          <p:cNvPr id="557" name="Connector: Elbow 556">
            <a:extLst>
              <a:ext uri="{FF2B5EF4-FFF2-40B4-BE49-F238E27FC236}">
                <a16:creationId xmlns:a16="http://schemas.microsoft.com/office/drawing/2014/main" id="{304EC0D3-323A-58C9-5084-ADF86B50F5DF}"/>
              </a:ext>
            </a:extLst>
          </p:cNvPr>
          <p:cNvCxnSpPr>
            <a:cxnSpLocks/>
          </p:cNvCxnSpPr>
          <p:nvPr/>
        </p:nvCxnSpPr>
        <p:spPr>
          <a:xfrm rot="10800000">
            <a:off x="4542598" y="1307204"/>
            <a:ext cx="173895" cy="156522"/>
          </a:xfrm>
          <a:prstGeom prst="bentConnector3">
            <a:avLst/>
          </a:prstGeom>
          <a:noFill/>
          <a:ln w="6350" cap="flat" cmpd="sng" algn="ctr">
            <a:solidFill>
              <a:srgbClr val="4A66AC"/>
            </a:solidFill>
            <a:prstDash val="solid"/>
            <a:miter lim="800000"/>
          </a:ln>
          <a:effectLst/>
        </p:spPr>
      </p:cxnSp>
      <p:cxnSp>
        <p:nvCxnSpPr>
          <p:cNvPr id="558" name="Straight Connector 557">
            <a:extLst>
              <a:ext uri="{FF2B5EF4-FFF2-40B4-BE49-F238E27FC236}">
                <a16:creationId xmlns:a16="http://schemas.microsoft.com/office/drawing/2014/main" id="{E763201A-98D0-4C66-CE09-8E072881D019}"/>
              </a:ext>
            </a:extLst>
          </p:cNvPr>
          <p:cNvCxnSpPr>
            <a:endCxn id="455" idx="3"/>
          </p:cNvCxnSpPr>
          <p:nvPr/>
        </p:nvCxnSpPr>
        <p:spPr>
          <a:xfrm flipH="1">
            <a:off x="4551137" y="1260144"/>
            <a:ext cx="76059" cy="0"/>
          </a:xfrm>
          <a:prstGeom prst="line">
            <a:avLst/>
          </a:prstGeom>
          <a:noFill/>
          <a:ln w="6350" cap="flat" cmpd="sng" algn="ctr">
            <a:solidFill>
              <a:srgbClr val="4A66AC"/>
            </a:solidFill>
            <a:prstDash val="solid"/>
            <a:miter lim="800000"/>
          </a:ln>
          <a:effectLst/>
        </p:spPr>
      </p:cxnSp>
      <p:sp>
        <p:nvSpPr>
          <p:cNvPr id="559" name="Rectangle 558">
            <a:extLst>
              <a:ext uri="{FF2B5EF4-FFF2-40B4-BE49-F238E27FC236}">
                <a16:creationId xmlns:a16="http://schemas.microsoft.com/office/drawing/2014/main" id="{96AED540-3D3A-17D7-6A2A-879C4E11BBC7}"/>
              </a:ext>
            </a:extLst>
          </p:cNvPr>
          <p:cNvSpPr/>
          <p:nvPr/>
        </p:nvSpPr>
        <p:spPr>
          <a:xfrm>
            <a:off x="7396131" y="2725297"/>
            <a:ext cx="1358772" cy="369332"/>
          </a:xfrm>
          <a:prstGeom prst="rect">
            <a:avLst/>
          </a:prstGeom>
        </p:spPr>
        <p:txBody>
          <a:bodyPr wrap="square">
            <a:spAutoFit/>
          </a:bodyPr>
          <a:lstStyle/>
          <a:p>
            <a:pPr algn="ctr" defTabSz="426770">
              <a:defRPr/>
            </a:pPr>
            <a:r>
              <a:rPr lang="en-GB" sz="600" b="1" kern="0">
                <a:solidFill>
                  <a:srgbClr val="000000"/>
                </a:solidFill>
                <a:latin typeface="Calibri" panose="020F0502020204030204"/>
                <a:cs typeface="Calibri" panose="020F0502020204030204" pitchFamily="34" charset="0"/>
              </a:rPr>
              <a:t>Sindhu Talreja (S)</a:t>
            </a:r>
          </a:p>
          <a:p>
            <a:pPr algn="ctr" defTabSz="426770">
              <a:defRPr/>
            </a:pPr>
            <a:r>
              <a:rPr lang="en-GB" sz="600" b="1" kern="0">
                <a:solidFill>
                  <a:srgbClr val="000000"/>
                </a:solidFill>
                <a:latin typeface="Calibri" panose="020F0502020204030204"/>
                <a:cs typeface="Calibri" panose="020F0502020204030204" pitchFamily="34" charset="0"/>
              </a:rPr>
              <a:t> </a:t>
            </a:r>
            <a:r>
              <a:rPr lang="en-GB" sz="600" kern="0">
                <a:solidFill>
                  <a:srgbClr val="000000"/>
                </a:solidFill>
                <a:latin typeface="Calibri" panose="020F0502020204030204"/>
                <a:cs typeface="Calibri" panose="020F0502020204030204" pitchFamily="34" charset="0"/>
              </a:rPr>
              <a:t>Solution Consultant</a:t>
            </a:r>
          </a:p>
          <a:p>
            <a:pPr algn="ctr" defTabSz="426770">
              <a:defRPr/>
            </a:pPr>
            <a:endParaRPr lang="en-GB" sz="600" b="1" kern="0">
              <a:solidFill>
                <a:srgbClr val="000000"/>
              </a:solidFill>
              <a:latin typeface="Calibri" panose="020F0502020204030204"/>
              <a:cs typeface="Calibri" panose="020F0502020204030204" pitchFamily="34" charset="0"/>
            </a:endParaRPr>
          </a:p>
        </p:txBody>
      </p:sp>
      <p:sp>
        <p:nvSpPr>
          <p:cNvPr id="560" name="Rectangle 559">
            <a:extLst>
              <a:ext uri="{FF2B5EF4-FFF2-40B4-BE49-F238E27FC236}">
                <a16:creationId xmlns:a16="http://schemas.microsoft.com/office/drawing/2014/main" id="{7039D8FB-4FCC-1AA2-155C-4AAB0F420F7F}"/>
              </a:ext>
            </a:extLst>
          </p:cNvPr>
          <p:cNvSpPr/>
          <p:nvPr/>
        </p:nvSpPr>
        <p:spPr>
          <a:xfrm>
            <a:off x="5727435" y="2725297"/>
            <a:ext cx="1044026" cy="276999"/>
          </a:xfrm>
          <a:prstGeom prst="rect">
            <a:avLst/>
          </a:prstGeom>
        </p:spPr>
        <p:txBody>
          <a:bodyPr wrap="square">
            <a:spAutoFit/>
          </a:bodyPr>
          <a:lstStyle/>
          <a:p>
            <a:pPr algn="ctr" defTabSz="426770">
              <a:defRPr/>
            </a:pPr>
            <a:r>
              <a:rPr lang="en-GB" sz="600" b="1" kern="0">
                <a:solidFill>
                  <a:srgbClr val="000000"/>
                </a:solidFill>
                <a:latin typeface="Calibri" panose="020F0502020204030204"/>
                <a:cs typeface="Calibri" panose="020F0502020204030204" pitchFamily="34" charset="0"/>
              </a:rPr>
              <a:t>Mark Conlan (S) </a:t>
            </a:r>
            <a:r>
              <a:rPr lang="en-GB" sz="600" kern="0">
                <a:solidFill>
                  <a:srgbClr val="000000"/>
                </a:solidFill>
                <a:latin typeface="Calibri" panose="020F0502020204030204"/>
                <a:cs typeface="Calibri" panose="020F0502020204030204" pitchFamily="34" charset="0"/>
              </a:rPr>
              <a:t> </a:t>
            </a:r>
          </a:p>
          <a:p>
            <a:pPr algn="ctr" defTabSz="426770">
              <a:defRPr/>
            </a:pPr>
            <a:r>
              <a:rPr lang="en-GB" sz="600" kern="0">
                <a:solidFill>
                  <a:srgbClr val="000000"/>
                </a:solidFill>
                <a:latin typeface="Calibri" panose="020F0502020204030204"/>
                <a:cs typeface="Calibri" panose="020F0502020204030204" pitchFamily="34" charset="0"/>
              </a:rPr>
              <a:t>Senior Experience Architect</a:t>
            </a:r>
          </a:p>
        </p:txBody>
      </p:sp>
      <p:sp>
        <p:nvSpPr>
          <p:cNvPr id="561" name="Rectangle 560">
            <a:extLst>
              <a:ext uri="{FF2B5EF4-FFF2-40B4-BE49-F238E27FC236}">
                <a16:creationId xmlns:a16="http://schemas.microsoft.com/office/drawing/2014/main" id="{73D758C6-C924-7118-A2F8-B191ABAE6307}"/>
              </a:ext>
            </a:extLst>
          </p:cNvPr>
          <p:cNvSpPr/>
          <p:nvPr/>
        </p:nvSpPr>
        <p:spPr>
          <a:xfrm>
            <a:off x="4131633" y="2725297"/>
            <a:ext cx="971132" cy="369332"/>
          </a:xfrm>
          <a:prstGeom prst="rect">
            <a:avLst/>
          </a:prstGeom>
        </p:spPr>
        <p:txBody>
          <a:bodyPr wrap="square">
            <a:spAutoFit/>
          </a:bodyPr>
          <a:lstStyle/>
          <a:p>
            <a:pPr algn="ctr" defTabSz="426770">
              <a:defRPr/>
            </a:pPr>
            <a:r>
              <a:rPr lang="en-GB" sz="600" b="1" kern="0">
                <a:solidFill>
                  <a:srgbClr val="000000"/>
                </a:solidFill>
                <a:latin typeface="Calibri" panose="020F0502020204030204"/>
                <a:cs typeface="Calibri" panose="020F0502020204030204" pitchFamily="34" charset="0"/>
              </a:rPr>
              <a:t>Salman Sheikh (S)</a:t>
            </a:r>
          </a:p>
          <a:p>
            <a:pPr algn="ctr" defTabSz="426770">
              <a:defRPr/>
            </a:pPr>
            <a:r>
              <a:rPr lang="en-GB" sz="600" b="1" kern="0">
                <a:solidFill>
                  <a:srgbClr val="000000"/>
                </a:solidFill>
                <a:latin typeface="Calibri" panose="020F0502020204030204"/>
                <a:cs typeface="Calibri" panose="020F0502020204030204" pitchFamily="34" charset="0"/>
              </a:rPr>
              <a:t> </a:t>
            </a:r>
            <a:r>
              <a:rPr lang="en-GB" sz="600" kern="0">
                <a:solidFill>
                  <a:srgbClr val="000000"/>
                </a:solidFill>
                <a:latin typeface="Calibri" panose="020F0502020204030204"/>
                <a:cs typeface="Calibri" panose="020F0502020204030204" pitchFamily="34" charset="0"/>
              </a:rPr>
              <a:t>Solution Architect</a:t>
            </a:r>
          </a:p>
          <a:p>
            <a:pPr algn="ctr" defTabSz="426770">
              <a:defRPr/>
            </a:pPr>
            <a:endParaRPr lang="en-GB" sz="600" b="1" kern="0">
              <a:solidFill>
                <a:srgbClr val="000000"/>
              </a:solidFill>
              <a:latin typeface="Calibri" panose="020F0502020204030204"/>
              <a:cs typeface="Calibri" panose="020F0502020204030204" pitchFamily="34" charset="0"/>
            </a:endParaRPr>
          </a:p>
        </p:txBody>
      </p:sp>
      <p:sp>
        <p:nvSpPr>
          <p:cNvPr id="562" name="Rectangle 561">
            <a:extLst>
              <a:ext uri="{FF2B5EF4-FFF2-40B4-BE49-F238E27FC236}">
                <a16:creationId xmlns:a16="http://schemas.microsoft.com/office/drawing/2014/main" id="{39243ED9-A1D7-D13B-5A8B-ADAF9ABBBF86}"/>
              </a:ext>
            </a:extLst>
          </p:cNvPr>
          <p:cNvSpPr/>
          <p:nvPr/>
        </p:nvSpPr>
        <p:spPr>
          <a:xfrm>
            <a:off x="7416857" y="3236881"/>
            <a:ext cx="586112" cy="222520"/>
          </a:xfrm>
          <a:prstGeom prst="rect">
            <a:avLst/>
          </a:prstGeom>
          <a:solidFill>
            <a:srgbClr val="5AA2AE"/>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1" i="0" u="none" strike="noStrike" kern="0" cap="none" spc="0" normalizeH="0" baseline="0" noProof="0">
              <a:ln>
                <a:noFill/>
              </a:ln>
              <a:solidFill>
                <a:srgbClr val="FF0000"/>
              </a:solidFill>
              <a:effectLst/>
              <a:uLnTx/>
              <a:uFillTx/>
              <a:latin typeface="Calibri" panose="020F0502020204030204"/>
              <a:ea typeface="+mn-ea"/>
              <a:cs typeface="Calibri" panose="020F0502020204030204" pitchFamily="34" charset="0"/>
            </a:endParaRPr>
          </a:p>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3" name="Rectangle 562">
            <a:extLst>
              <a:ext uri="{FF2B5EF4-FFF2-40B4-BE49-F238E27FC236}">
                <a16:creationId xmlns:a16="http://schemas.microsoft.com/office/drawing/2014/main" id="{472C7F76-066E-4F27-28C6-F6B2A784409B}"/>
              </a:ext>
            </a:extLst>
          </p:cNvPr>
          <p:cNvSpPr/>
          <p:nvPr/>
        </p:nvSpPr>
        <p:spPr>
          <a:xfrm>
            <a:off x="3745164" y="3236881"/>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4" name="Rectangle 563">
            <a:extLst>
              <a:ext uri="{FF2B5EF4-FFF2-40B4-BE49-F238E27FC236}">
                <a16:creationId xmlns:a16="http://schemas.microsoft.com/office/drawing/2014/main" id="{212552CB-69AC-987A-4701-F03858D48449}"/>
              </a:ext>
            </a:extLst>
          </p:cNvPr>
          <p:cNvSpPr/>
          <p:nvPr/>
        </p:nvSpPr>
        <p:spPr>
          <a:xfrm>
            <a:off x="4654784" y="3236881"/>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5" name="Rectangle 564">
            <a:extLst>
              <a:ext uri="{FF2B5EF4-FFF2-40B4-BE49-F238E27FC236}">
                <a16:creationId xmlns:a16="http://schemas.microsoft.com/office/drawing/2014/main" id="{46D39E27-DC95-2D1C-68D2-DB1E507C115F}"/>
              </a:ext>
            </a:extLst>
          </p:cNvPr>
          <p:cNvSpPr/>
          <p:nvPr/>
        </p:nvSpPr>
        <p:spPr>
          <a:xfrm>
            <a:off x="6488413" y="3236881"/>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6" name="Rectangle 565">
            <a:extLst>
              <a:ext uri="{FF2B5EF4-FFF2-40B4-BE49-F238E27FC236}">
                <a16:creationId xmlns:a16="http://schemas.microsoft.com/office/drawing/2014/main" id="{E42D11C2-238B-8959-3830-FB3A71D1CB90}"/>
              </a:ext>
            </a:extLst>
          </p:cNvPr>
          <p:cNvSpPr/>
          <p:nvPr/>
        </p:nvSpPr>
        <p:spPr>
          <a:xfrm>
            <a:off x="8319145" y="3236881"/>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7" name="Rectangle 566">
            <a:extLst>
              <a:ext uri="{FF2B5EF4-FFF2-40B4-BE49-F238E27FC236}">
                <a16:creationId xmlns:a16="http://schemas.microsoft.com/office/drawing/2014/main" id="{47675E72-A0D7-7AC5-860C-ABE711F28C1B}"/>
              </a:ext>
            </a:extLst>
          </p:cNvPr>
          <p:cNvSpPr/>
          <p:nvPr/>
        </p:nvSpPr>
        <p:spPr>
          <a:xfrm>
            <a:off x="5568436" y="3236881"/>
            <a:ext cx="586113" cy="91264"/>
          </a:xfrm>
          <a:prstGeom prst="rect">
            <a:avLst/>
          </a:prstGeom>
          <a:solidFill>
            <a:srgbClr val="5AA2AE"/>
          </a:solidFill>
          <a:ln w="28575" cap="rnd" cmpd="sng" algn="ctr">
            <a:noFill/>
            <a:prstDash val="solid"/>
            <a:miter lim="800000"/>
          </a:ln>
          <a:effectLst/>
        </p:spPr>
        <p:txBody>
          <a:bodyPr spcFirstLastPara="0" vert="horz" wrap="square" lIns="8001" tIns="8001" rIns="8001" bIns="7200" numCol="3"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8" name="Rectangle 567">
            <a:extLst>
              <a:ext uri="{FF2B5EF4-FFF2-40B4-BE49-F238E27FC236}">
                <a16:creationId xmlns:a16="http://schemas.microsoft.com/office/drawing/2014/main" id="{82538010-5E19-FC0E-9BE6-F786B8AE416E}"/>
              </a:ext>
            </a:extLst>
          </p:cNvPr>
          <p:cNvSpPr/>
          <p:nvPr/>
        </p:nvSpPr>
        <p:spPr>
          <a:xfrm>
            <a:off x="3707773" y="3301788"/>
            <a:ext cx="5192283" cy="213039"/>
          </a:xfrm>
          <a:prstGeom prst="rect">
            <a:avLst/>
          </a:prstGeom>
          <a:solidFill>
            <a:sysClr val="window" lastClr="FFFFFF"/>
          </a:solidFill>
          <a:ln w="28575" cap="rnd" cmpd="sng" algn="ctr">
            <a:noFill/>
            <a:prstDash val="solid"/>
            <a:miter lim="800000"/>
          </a:ln>
          <a:effectLst/>
        </p:spPr>
        <p:txBody>
          <a:bodyPr spcFirstLastPara="0" vert="horz" wrap="square" lIns="8001" tIns="8001" rIns="8001" bIns="72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426770" rtl="0" eaLnBrk="1" fontAlgn="auto" latinLnBrk="0" hangingPunct="1">
              <a:lnSpc>
                <a:spcPct val="100000"/>
              </a:lnSpc>
              <a:spcBef>
                <a:spcPts val="0"/>
              </a:spcBef>
              <a:spcAft>
                <a:spcPts val="0"/>
              </a:spcAft>
              <a:buClrTx/>
              <a:buSzTx/>
              <a:buFontTx/>
              <a:buNone/>
              <a:tabLst/>
              <a:defRPr/>
            </a:pPr>
            <a:endParaRPr kumimoji="0" lang="en-GB" sz="600" b="0" i="0" u="none" strike="noStrike" kern="0" cap="none" spc="0" normalizeH="0" baseline="0" noProof="0">
              <a:ln>
                <a:noFill/>
              </a:ln>
              <a:solidFill>
                <a:srgbClr val="000000"/>
              </a:solidFill>
              <a:effectLst/>
              <a:uLnTx/>
              <a:uFillTx/>
              <a:latin typeface="Calibri" panose="020F0502020204030204"/>
              <a:ea typeface="+mn-ea"/>
              <a:cs typeface="Calibri" panose="020F0502020204030204" pitchFamily="34" charset="0"/>
            </a:endParaRPr>
          </a:p>
        </p:txBody>
      </p:sp>
      <p:sp>
        <p:nvSpPr>
          <p:cNvPr id="569" name="Rectangle 568">
            <a:extLst>
              <a:ext uri="{FF2B5EF4-FFF2-40B4-BE49-F238E27FC236}">
                <a16:creationId xmlns:a16="http://schemas.microsoft.com/office/drawing/2014/main" id="{696406C9-1C72-E4A9-6986-40A247004A0A}"/>
              </a:ext>
            </a:extLst>
          </p:cNvPr>
          <p:cNvSpPr/>
          <p:nvPr/>
        </p:nvSpPr>
        <p:spPr>
          <a:xfrm>
            <a:off x="1627529" y="2404935"/>
            <a:ext cx="693332" cy="161025"/>
          </a:xfrm>
          <a:prstGeom prst="rect">
            <a:avLst/>
          </a:prstGeom>
          <a:solidFill>
            <a:srgbClr val="B6D4C5"/>
          </a:solidFill>
          <a:ln w="28575" cap="rnd" cmpd="sng" algn="ctr">
            <a:noFill/>
            <a:prstDash val="solid"/>
            <a:miter lim="800000"/>
          </a:ln>
          <a:effectLst/>
        </p:spPr>
        <p:txBody>
          <a:bodyPr spcFirstLastPara="0" vert="horz" wrap="square" lIns="3600" tIns="3600" rIns="3600" bIns="3600" numCol="1" spcCol="1270" anchor="ctr" anchorCtr="0">
            <a:noAutofit/>
            <a:flatTx/>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426770">
              <a:defRPr/>
            </a:pPr>
            <a:r>
              <a:rPr lang="en-GB" sz="600" b="1" kern="0">
                <a:solidFill>
                  <a:srgbClr val="000000"/>
                </a:solidFill>
                <a:latin typeface="Calibri" panose="020F0502020204030204"/>
                <a:cs typeface="Calibri" panose="020F0502020204030204" pitchFamily="34" charset="0"/>
              </a:rPr>
              <a:t>TBC – </a:t>
            </a:r>
            <a:r>
              <a:rPr lang="en-GB" sz="600" kern="0">
                <a:solidFill>
                  <a:srgbClr val="000000"/>
                </a:solidFill>
                <a:latin typeface="Calibri" panose="020F0502020204030204"/>
                <a:cs typeface="Calibri" panose="020F0502020204030204" pitchFamily="34" charset="0"/>
              </a:rPr>
              <a:t>Change Lead</a:t>
            </a:r>
          </a:p>
        </p:txBody>
      </p:sp>
      <p:sp>
        <p:nvSpPr>
          <p:cNvPr id="212" name="TextBox 211">
            <a:extLst>
              <a:ext uri="{FF2B5EF4-FFF2-40B4-BE49-F238E27FC236}">
                <a16:creationId xmlns:a16="http://schemas.microsoft.com/office/drawing/2014/main" id="{E9E9EF0F-AF07-BFD0-050D-40D1F632CE4D}"/>
              </a:ext>
            </a:extLst>
          </p:cNvPr>
          <p:cNvSpPr txBox="1"/>
          <p:nvPr/>
        </p:nvSpPr>
        <p:spPr>
          <a:xfrm>
            <a:off x="4853652" y="-30016"/>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spTree>
    <p:extLst>
      <p:ext uri="{BB962C8B-B14F-4D97-AF65-F5344CB8AC3E}">
        <p14:creationId xmlns:p14="http://schemas.microsoft.com/office/powerpoint/2010/main" val="375317828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98629" y="28095"/>
            <a:ext cx="9776592" cy="716711"/>
          </a:xfrm>
        </p:spPr>
        <p:txBody>
          <a:bodyPr/>
          <a:lstStyle/>
          <a:p>
            <a:r>
              <a:rPr lang="en-GB"/>
              <a:t>TEAM STRUCTURE</a:t>
            </a:r>
          </a:p>
        </p:txBody>
      </p:sp>
      <p:sp>
        <p:nvSpPr>
          <p:cNvPr id="2" name="Rectangle 1">
            <a:extLst>
              <a:ext uri="{FF2B5EF4-FFF2-40B4-BE49-F238E27FC236}">
                <a16:creationId xmlns:a16="http://schemas.microsoft.com/office/drawing/2014/main" id="{50543BE8-19BE-6EFE-97EE-8E70FE6E527C}"/>
              </a:ext>
            </a:extLst>
          </p:cNvPr>
          <p:cNvSpPr/>
          <p:nvPr/>
        </p:nvSpPr>
        <p:spPr>
          <a:xfrm>
            <a:off x="3909249" y="3960398"/>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p:txBody>
      </p:sp>
      <p:sp>
        <p:nvSpPr>
          <p:cNvPr id="15" name="Rounded Rectangle 54">
            <a:extLst>
              <a:ext uri="{FF2B5EF4-FFF2-40B4-BE49-F238E27FC236}">
                <a16:creationId xmlns:a16="http://schemas.microsoft.com/office/drawing/2014/main" id="{84BE40A6-2B20-EF48-FF10-8FE654F2EDF2}"/>
              </a:ext>
            </a:extLst>
          </p:cNvPr>
          <p:cNvSpPr/>
          <p:nvPr/>
        </p:nvSpPr>
        <p:spPr>
          <a:xfrm>
            <a:off x="5126492" y="2922077"/>
            <a:ext cx="889367"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mn-cs"/>
            </a:endParaRPr>
          </a:p>
        </p:txBody>
      </p:sp>
      <p:sp>
        <p:nvSpPr>
          <p:cNvPr id="78" name="Rounded Rectangle 54">
            <a:extLst>
              <a:ext uri="{FF2B5EF4-FFF2-40B4-BE49-F238E27FC236}">
                <a16:creationId xmlns:a16="http://schemas.microsoft.com/office/drawing/2014/main" id="{71140F2D-9581-6B33-D723-68FF23A3D0DD}"/>
              </a:ext>
            </a:extLst>
          </p:cNvPr>
          <p:cNvSpPr/>
          <p:nvPr/>
        </p:nvSpPr>
        <p:spPr>
          <a:xfrm>
            <a:off x="3192716" y="2922077"/>
            <a:ext cx="998307"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mn-cs"/>
            </a:endParaRPr>
          </a:p>
        </p:txBody>
      </p:sp>
      <p:sp>
        <p:nvSpPr>
          <p:cNvPr id="81" name="Rounded Rectangle 54">
            <a:extLst>
              <a:ext uri="{FF2B5EF4-FFF2-40B4-BE49-F238E27FC236}">
                <a16:creationId xmlns:a16="http://schemas.microsoft.com/office/drawing/2014/main" id="{39EF14A7-68C6-D3B6-A2F8-E16CF3B11EC8}"/>
              </a:ext>
            </a:extLst>
          </p:cNvPr>
          <p:cNvSpPr/>
          <p:nvPr/>
        </p:nvSpPr>
        <p:spPr>
          <a:xfrm>
            <a:off x="6120104" y="2922077"/>
            <a:ext cx="1018978"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Test Lead</a:t>
            </a:r>
          </a:p>
        </p:txBody>
      </p:sp>
      <p:grpSp>
        <p:nvGrpSpPr>
          <p:cNvPr id="82" name="Group 81">
            <a:extLst>
              <a:ext uri="{FF2B5EF4-FFF2-40B4-BE49-F238E27FC236}">
                <a16:creationId xmlns:a16="http://schemas.microsoft.com/office/drawing/2014/main" id="{982C925D-980A-443A-EF7F-11E1A13663F6}"/>
              </a:ext>
            </a:extLst>
          </p:cNvPr>
          <p:cNvGrpSpPr/>
          <p:nvPr/>
        </p:nvGrpSpPr>
        <p:grpSpPr>
          <a:xfrm>
            <a:off x="1314950" y="4449574"/>
            <a:ext cx="322472" cy="477506"/>
            <a:chOff x="3459598" y="4464539"/>
            <a:chExt cx="808475" cy="888895"/>
          </a:xfrm>
        </p:grpSpPr>
        <p:pic>
          <p:nvPicPr>
            <p:cNvPr id="83" name="Picture 82">
              <a:extLst>
                <a:ext uri="{FF2B5EF4-FFF2-40B4-BE49-F238E27FC236}">
                  <a16:creationId xmlns:a16="http://schemas.microsoft.com/office/drawing/2014/main" id="{55AC59F7-8EEB-F798-D61F-5386CFC9F6F7}"/>
                </a:ext>
              </a:extLst>
            </p:cNvPr>
            <p:cNvPicPr>
              <a:picLocks noChangeAspect="1"/>
            </p:cNvPicPr>
            <p:nvPr/>
          </p:nvPicPr>
          <p:blipFill rotWithShape="1">
            <a:blip r:embed="rId3" cstate="print"/>
            <a:srcRect l="49706" t="1297" r="21417"/>
            <a:stretch/>
          </p:blipFill>
          <p:spPr>
            <a:xfrm>
              <a:off x="3459598" y="4464539"/>
              <a:ext cx="744967" cy="888895"/>
            </a:xfrm>
            <a:prstGeom prst="rect">
              <a:avLst/>
            </a:prstGeom>
            <a:solidFill>
              <a:schemeClr val="bg1"/>
            </a:solidFill>
            <a:ln>
              <a:noFill/>
            </a:ln>
            <a:effectLst/>
            <a:scene3d>
              <a:camera prst="orthographicFront">
                <a:rot lat="0" lon="0" rev="0"/>
              </a:camera>
              <a:lightRig rig="threePt" dir="t">
                <a:rot lat="0" lon="0" rev="1200000"/>
              </a:lightRig>
            </a:scene3d>
            <a:sp3d/>
          </p:spPr>
        </p:pic>
        <p:sp>
          <p:nvSpPr>
            <p:cNvPr id="84" name="Rectangle 83">
              <a:extLst>
                <a:ext uri="{FF2B5EF4-FFF2-40B4-BE49-F238E27FC236}">
                  <a16:creationId xmlns:a16="http://schemas.microsoft.com/office/drawing/2014/main" id="{05DA9511-343D-9F21-002E-613A7C208BCD}"/>
                </a:ext>
              </a:extLst>
            </p:cNvPr>
            <p:cNvSpPr/>
            <p:nvPr/>
          </p:nvSpPr>
          <p:spPr>
            <a:xfrm>
              <a:off x="3680750" y="5225414"/>
              <a:ext cx="240197" cy="93563"/>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sp>
          <p:nvSpPr>
            <p:cNvPr id="85" name="Rectangle 84">
              <a:extLst>
                <a:ext uri="{FF2B5EF4-FFF2-40B4-BE49-F238E27FC236}">
                  <a16:creationId xmlns:a16="http://schemas.microsoft.com/office/drawing/2014/main" id="{FB217BBD-D011-0D31-816E-535A419C9205}"/>
                </a:ext>
              </a:extLst>
            </p:cNvPr>
            <p:cNvSpPr/>
            <p:nvPr/>
          </p:nvSpPr>
          <p:spPr>
            <a:xfrm>
              <a:off x="3680329" y="4896420"/>
              <a:ext cx="240197" cy="116973"/>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sp>
          <p:nvSpPr>
            <p:cNvPr id="86" name="Rectangle 85">
              <a:extLst>
                <a:ext uri="{FF2B5EF4-FFF2-40B4-BE49-F238E27FC236}">
                  <a16:creationId xmlns:a16="http://schemas.microsoft.com/office/drawing/2014/main" id="{242E738E-2AB6-B1CC-1A8A-6D74F76E7203}"/>
                </a:ext>
              </a:extLst>
            </p:cNvPr>
            <p:cNvSpPr/>
            <p:nvPr/>
          </p:nvSpPr>
          <p:spPr>
            <a:xfrm>
              <a:off x="3644659" y="4568070"/>
              <a:ext cx="118444" cy="113706"/>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sp>
          <p:nvSpPr>
            <p:cNvPr id="87" name="Rectangle 86">
              <a:extLst>
                <a:ext uri="{FF2B5EF4-FFF2-40B4-BE49-F238E27FC236}">
                  <a16:creationId xmlns:a16="http://schemas.microsoft.com/office/drawing/2014/main" id="{1B2CA04F-6088-C20F-BDDC-D8BA2BCAC47B}"/>
                </a:ext>
              </a:extLst>
            </p:cNvPr>
            <p:cNvSpPr/>
            <p:nvPr/>
          </p:nvSpPr>
          <p:spPr>
            <a:xfrm>
              <a:off x="4149629" y="4852703"/>
              <a:ext cx="118444" cy="113706"/>
            </a:xfrm>
            <a:prstGeom prst="rect">
              <a:avLst/>
            </a:prstGeom>
            <a:solidFill>
              <a:schemeClr val="bg1"/>
            </a:solidFill>
            <a:ln>
              <a:noFill/>
            </a:ln>
            <a:effectLst/>
            <a:scene3d>
              <a:camera prst="orthographicFront">
                <a:rot lat="0" lon="0" rev="0"/>
              </a:camera>
              <a:lightRig rig="threePt" dir="t">
                <a:rot lat="0" lon="0" rev="1200000"/>
              </a:lightRig>
            </a:scene3d>
            <a:sp3d/>
          </p:spPr>
          <p:style>
            <a:lnRef idx="0">
              <a:schemeClr val="accent3"/>
            </a:lnRef>
            <a:fillRef idx="3">
              <a:schemeClr val="accent3"/>
            </a:fillRef>
            <a:effectRef idx="3">
              <a:schemeClr val="accent3"/>
            </a:effectRef>
            <a:fontRef idx="minor">
              <a:schemeClr val="lt1"/>
            </a:fontRef>
          </p:style>
          <p:txBody>
            <a:bodyPr rot="0" spcFirstLastPara="0" vertOverflow="overflow" horzOverflow="overflow" vert="horz" wrap="square" lIns="93297" tIns="46649" rIns="93297" bIns="46649" numCol="1" spcCol="0" rtlCol="0" fromWordArt="0" anchor="ctr" anchorCtr="0" forceAA="0" compatLnSpc="1">
              <a:prstTxWarp prst="textNoShape">
                <a:avLst/>
              </a:prstTxWarp>
              <a:normAutofit fontScale="25000" lnSpcReduction="20000"/>
            </a:bodyPr>
            <a:lstStyle/>
            <a:p>
              <a:pPr marL="0" marR="0" lvl="0" indent="0" algn="ctr" defTabSz="932962" rtl="0" eaLnBrk="1" fontAlgn="base" latinLnBrk="0" hangingPunct="1">
                <a:lnSpc>
                  <a:spcPct val="100000"/>
                </a:lnSpc>
                <a:spcBef>
                  <a:spcPct val="0"/>
                </a:spcBef>
                <a:spcAft>
                  <a:spcPct val="0"/>
                </a:spcAft>
                <a:buClrTx/>
                <a:buSzTx/>
                <a:buFontTx/>
                <a:buNone/>
                <a:tabLst/>
                <a:defRPr/>
              </a:pPr>
              <a:endParaRPr kumimoji="0" lang="en-GB" sz="2449" b="0" i="0" u="none" strike="noStrike" kern="1200" cap="none" spc="0" normalizeH="0" baseline="0" noProof="0">
                <a:ln>
                  <a:noFill/>
                </a:ln>
                <a:solidFill>
                  <a:srgbClr val="FFFFFF"/>
                </a:solidFill>
                <a:effectLst/>
                <a:uLnTx/>
                <a:uFillTx/>
                <a:latin typeface="Arial"/>
                <a:ea typeface="+mn-ea"/>
                <a:cs typeface="+mn-cs"/>
              </a:endParaRPr>
            </a:p>
          </p:txBody>
        </p:sp>
      </p:grpSp>
      <p:sp>
        <p:nvSpPr>
          <p:cNvPr id="88" name="Rounded Rectangle 53">
            <a:extLst>
              <a:ext uri="{FF2B5EF4-FFF2-40B4-BE49-F238E27FC236}">
                <a16:creationId xmlns:a16="http://schemas.microsoft.com/office/drawing/2014/main" id="{0B42D45C-9B4B-1ADB-B9F5-5A80B3504D98}"/>
              </a:ext>
            </a:extLst>
          </p:cNvPr>
          <p:cNvSpPr/>
          <p:nvPr/>
        </p:nvSpPr>
        <p:spPr>
          <a:xfrm>
            <a:off x="10937041" y="2128477"/>
            <a:ext cx="1045151" cy="430792"/>
          </a:xfrm>
          <a:prstGeom prst="roundRect">
            <a:avLst/>
          </a:prstGeom>
          <a:solidFill>
            <a:srgbClr val="998C85"/>
          </a:solidFill>
          <a:ln w="15875" cap="flat" cmpd="sng" algn="ctr">
            <a:solidFill>
              <a:srgbClr val="998C85"/>
            </a:solidFill>
            <a:prstDash val="solid"/>
          </a:ln>
          <a:effectLst/>
        </p:spPr>
        <p:txBody>
          <a:bodyPr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Consultants</a:t>
            </a:r>
          </a:p>
        </p:txBody>
      </p:sp>
      <p:sp>
        <p:nvSpPr>
          <p:cNvPr id="89" name="Rounded Rectangle 54">
            <a:extLst>
              <a:ext uri="{FF2B5EF4-FFF2-40B4-BE49-F238E27FC236}">
                <a16:creationId xmlns:a16="http://schemas.microsoft.com/office/drawing/2014/main" id="{354EFE6E-37CF-9264-09F0-36887FF3F456}"/>
              </a:ext>
            </a:extLst>
          </p:cNvPr>
          <p:cNvSpPr/>
          <p:nvPr/>
        </p:nvSpPr>
        <p:spPr>
          <a:xfrm>
            <a:off x="8333787" y="2922077"/>
            <a:ext cx="1167429"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Test Lead</a:t>
            </a:r>
          </a:p>
        </p:txBody>
      </p:sp>
      <p:sp>
        <p:nvSpPr>
          <p:cNvPr id="90" name="TextBox 89">
            <a:extLst>
              <a:ext uri="{FF2B5EF4-FFF2-40B4-BE49-F238E27FC236}">
                <a16:creationId xmlns:a16="http://schemas.microsoft.com/office/drawing/2014/main" id="{EBE76C0C-C9B1-CB50-3106-D5EBF04E1C0D}"/>
              </a:ext>
            </a:extLst>
          </p:cNvPr>
          <p:cNvSpPr txBox="1">
            <a:spLocks/>
          </p:cNvSpPr>
          <p:nvPr/>
        </p:nvSpPr>
        <p:spPr>
          <a:xfrm>
            <a:off x="181144" y="1324865"/>
            <a:ext cx="920467" cy="66116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Arial"/>
                <a:ea typeface="+mn-ea"/>
                <a:cs typeface="+mn-cs"/>
              </a:rPr>
              <a:t>Executive Leadership</a:t>
            </a:r>
          </a:p>
        </p:txBody>
      </p:sp>
      <p:sp>
        <p:nvSpPr>
          <p:cNvPr id="91" name="TextBox 90">
            <a:extLst>
              <a:ext uri="{FF2B5EF4-FFF2-40B4-BE49-F238E27FC236}">
                <a16:creationId xmlns:a16="http://schemas.microsoft.com/office/drawing/2014/main" id="{2C1B6095-C1CC-AD7D-BA95-E7A1BD0693FF}"/>
              </a:ext>
            </a:extLst>
          </p:cNvPr>
          <p:cNvSpPr txBox="1">
            <a:spLocks/>
          </p:cNvSpPr>
          <p:nvPr/>
        </p:nvSpPr>
        <p:spPr>
          <a:xfrm>
            <a:off x="181144" y="2079503"/>
            <a:ext cx="920467" cy="661162"/>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Arial"/>
                <a:ea typeface="+mn-ea"/>
                <a:cs typeface="+mn-cs"/>
              </a:rPr>
              <a:t>Program Leadership</a:t>
            </a:r>
          </a:p>
        </p:txBody>
      </p:sp>
      <p:sp>
        <p:nvSpPr>
          <p:cNvPr id="92" name="TextBox 91">
            <a:extLst>
              <a:ext uri="{FF2B5EF4-FFF2-40B4-BE49-F238E27FC236}">
                <a16:creationId xmlns:a16="http://schemas.microsoft.com/office/drawing/2014/main" id="{A4C3E0E1-B0F2-F019-8B67-69687554332F}"/>
              </a:ext>
            </a:extLst>
          </p:cNvPr>
          <p:cNvSpPr txBox="1">
            <a:spLocks/>
          </p:cNvSpPr>
          <p:nvPr/>
        </p:nvSpPr>
        <p:spPr>
          <a:xfrm>
            <a:off x="181144" y="2827437"/>
            <a:ext cx="920467" cy="3792287"/>
          </a:xfrm>
          <a:prstGeom prst="rect">
            <a:avLst/>
          </a:prstGeom>
          <a:solidFill>
            <a:schemeClr val="tx1"/>
          </a:solidFill>
        </p:spPr>
        <p:txBody>
          <a:bodyPr wrap="square" lIns="0" tIns="0" rIns="0" bIns="0" rtlCol="0" anchor="ctr">
            <a:noAutofit/>
          </a:bodyP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1122" b="1" i="0" u="none" strike="noStrike" kern="0" cap="none" spc="0" normalizeH="0" baseline="0" noProof="0">
                <a:ln>
                  <a:noFill/>
                </a:ln>
                <a:solidFill>
                  <a:prstClr val="white"/>
                </a:solidFill>
                <a:effectLst/>
                <a:uLnTx/>
                <a:uFillTx/>
                <a:latin typeface="Arial"/>
                <a:ea typeface="+mn-ea"/>
                <a:cs typeface="+mn-cs"/>
              </a:rPr>
              <a:t>Delivery Teams</a:t>
            </a:r>
          </a:p>
        </p:txBody>
      </p:sp>
      <p:cxnSp>
        <p:nvCxnSpPr>
          <p:cNvPr id="93" name="Elbow Connector 36">
            <a:extLst>
              <a:ext uri="{FF2B5EF4-FFF2-40B4-BE49-F238E27FC236}">
                <a16:creationId xmlns:a16="http://schemas.microsoft.com/office/drawing/2014/main" id="{E6E8DD08-C8BD-9BA0-7525-661EDBEB7C23}"/>
              </a:ext>
            </a:extLst>
          </p:cNvPr>
          <p:cNvCxnSpPr>
            <a:cxnSpLocks noChangeShapeType="1"/>
            <a:stCxn id="133" idx="1"/>
            <a:endCxn id="134" idx="3"/>
          </p:cNvCxnSpPr>
          <p:nvPr/>
        </p:nvCxnSpPr>
        <p:spPr bwMode="auto">
          <a:xfrm flipV="1">
            <a:off x="4056075" y="2343873"/>
            <a:ext cx="1248001" cy="104359"/>
          </a:xfrm>
          <a:prstGeom prst="straightConnector1">
            <a:avLst/>
          </a:prstGeom>
          <a:noFill/>
          <a:ln w="12700" algn="ctr">
            <a:solidFill>
              <a:srgbClr val="998C85"/>
            </a:solidFill>
            <a:round/>
            <a:headEnd/>
            <a:tailEnd/>
          </a:ln>
        </p:spPr>
      </p:cxnSp>
      <p:sp>
        <p:nvSpPr>
          <p:cNvPr id="94" name="Rectangle 93">
            <a:extLst>
              <a:ext uri="{FF2B5EF4-FFF2-40B4-BE49-F238E27FC236}">
                <a16:creationId xmlns:a16="http://schemas.microsoft.com/office/drawing/2014/main" id="{21871C61-CA3E-0740-EEE3-2715DD7763F1}"/>
              </a:ext>
            </a:extLst>
          </p:cNvPr>
          <p:cNvSpPr/>
          <p:nvPr/>
        </p:nvSpPr>
        <p:spPr>
          <a:xfrm>
            <a:off x="4836787" y="4696197"/>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Arial"/>
              <a:ea typeface="+mn-ea"/>
              <a:cs typeface="+mn-cs"/>
            </a:endParaRPr>
          </a:p>
        </p:txBody>
      </p:sp>
      <p:sp>
        <p:nvSpPr>
          <p:cNvPr id="95" name="Rectangle 94">
            <a:extLst>
              <a:ext uri="{FF2B5EF4-FFF2-40B4-BE49-F238E27FC236}">
                <a16:creationId xmlns:a16="http://schemas.microsoft.com/office/drawing/2014/main" id="{78BF1FCE-A2E0-5976-72CC-93B96E9FF949}"/>
              </a:ext>
            </a:extLst>
          </p:cNvPr>
          <p:cNvSpPr/>
          <p:nvPr/>
        </p:nvSpPr>
        <p:spPr>
          <a:xfrm>
            <a:off x="9628106" y="5695063"/>
            <a:ext cx="0" cy="0"/>
          </a:xfrm>
          <a:prstGeom prst="rect">
            <a:avLst/>
          </a:prstGeom>
          <a:noFill/>
          <a:ln w="25400" cap="flat" cmpd="sng" algn="ctr">
            <a:noFill/>
            <a:prstDash val="solid"/>
          </a:ln>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2449" b="0" i="0" u="none" strike="noStrike" kern="0" cap="none" spc="0" normalizeH="0" baseline="0" noProof="0">
              <a:ln>
                <a:noFill/>
              </a:ln>
              <a:solidFill>
                <a:srgbClr val="998C85">
                  <a:lumMod val="50000"/>
                </a:srgbClr>
              </a:solidFill>
              <a:effectLst/>
              <a:uLnTx/>
              <a:uFillTx/>
              <a:latin typeface="Arial"/>
              <a:ea typeface="+mn-ea"/>
              <a:cs typeface="+mn-cs"/>
            </a:endParaRPr>
          </a:p>
        </p:txBody>
      </p:sp>
      <p:sp>
        <p:nvSpPr>
          <p:cNvPr id="128" name="Rounded Rectangle 79">
            <a:extLst>
              <a:ext uri="{FF2B5EF4-FFF2-40B4-BE49-F238E27FC236}">
                <a16:creationId xmlns:a16="http://schemas.microsoft.com/office/drawing/2014/main" id="{6C47947E-7341-1848-0401-E98FDAC64907}"/>
              </a:ext>
            </a:extLst>
          </p:cNvPr>
          <p:cNvSpPr/>
          <p:nvPr/>
        </p:nvSpPr>
        <p:spPr>
          <a:xfrm>
            <a:off x="8247178" y="2827437"/>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Test Manager</a:t>
            </a:r>
          </a:p>
        </p:txBody>
      </p:sp>
      <p:sp>
        <p:nvSpPr>
          <p:cNvPr id="129" name="Rounded Rectangle 81">
            <a:extLst>
              <a:ext uri="{FF2B5EF4-FFF2-40B4-BE49-F238E27FC236}">
                <a16:creationId xmlns:a16="http://schemas.microsoft.com/office/drawing/2014/main" id="{4C9A3C9D-C825-C4B0-4D1B-BBC97372EDD2}"/>
              </a:ext>
            </a:extLst>
          </p:cNvPr>
          <p:cNvSpPr/>
          <p:nvPr/>
        </p:nvSpPr>
        <p:spPr>
          <a:xfrm>
            <a:off x="5999219" y="2232836"/>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130" name="Rounded Rectangle 82">
            <a:extLst>
              <a:ext uri="{FF2B5EF4-FFF2-40B4-BE49-F238E27FC236}">
                <a16:creationId xmlns:a16="http://schemas.microsoft.com/office/drawing/2014/main" id="{04EA75CA-5F6D-2877-C59B-988A62F16E12}"/>
              </a:ext>
            </a:extLst>
          </p:cNvPr>
          <p:cNvSpPr/>
          <p:nvPr/>
        </p:nvSpPr>
        <p:spPr>
          <a:xfrm>
            <a:off x="1773372" y="2827437"/>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Functional Lead</a:t>
            </a:r>
          </a:p>
        </p:txBody>
      </p:sp>
      <p:sp>
        <p:nvSpPr>
          <p:cNvPr id="131" name="Rounded Rectangle 83">
            <a:extLst>
              <a:ext uri="{FF2B5EF4-FFF2-40B4-BE49-F238E27FC236}">
                <a16:creationId xmlns:a16="http://schemas.microsoft.com/office/drawing/2014/main" id="{91466A21-A73D-B668-A280-7D9DEB296751}"/>
              </a:ext>
            </a:extLst>
          </p:cNvPr>
          <p:cNvSpPr/>
          <p:nvPr/>
        </p:nvSpPr>
        <p:spPr>
          <a:xfrm>
            <a:off x="2125509" y="2232836"/>
            <a:ext cx="1167429"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PMO</a:t>
            </a:r>
          </a:p>
        </p:txBody>
      </p:sp>
      <p:sp>
        <p:nvSpPr>
          <p:cNvPr id="132" name="Rounded Rectangle 84">
            <a:extLst>
              <a:ext uri="{FF2B5EF4-FFF2-40B4-BE49-F238E27FC236}">
                <a16:creationId xmlns:a16="http://schemas.microsoft.com/office/drawing/2014/main" id="{41F77DE5-FCF4-7E98-BE9A-64A7C27B7D19}"/>
              </a:ext>
            </a:extLst>
          </p:cNvPr>
          <p:cNvSpPr/>
          <p:nvPr/>
        </p:nvSpPr>
        <p:spPr>
          <a:xfrm>
            <a:off x="2023290" y="2128477"/>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PMO</a:t>
            </a:r>
          </a:p>
        </p:txBody>
      </p:sp>
      <p:sp>
        <p:nvSpPr>
          <p:cNvPr id="133" name="Rounded Rectangle 85">
            <a:extLst>
              <a:ext uri="{FF2B5EF4-FFF2-40B4-BE49-F238E27FC236}">
                <a16:creationId xmlns:a16="http://schemas.microsoft.com/office/drawing/2014/main" id="{E9EFC2D7-B86C-0329-A5A4-61E310A64C58}"/>
              </a:ext>
            </a:extLst>
          </p:cNvPr>
          <p:cNvSpPr/>
          <p:nvPr/>
        </p:nvSpPr>
        <p:spPr>
          <a:xfrm>
            <a:off x="4056075" y="2232836"/>
            <a:ext cx="1355775" cy="430792"/>
          </a:xfrm>
          <a:prstGeom prst="roundRect">
            <a:avLst/>
          </a:prstGeom>
          <a:solidFill>
            <a:srgbClr val="002060"/>
          </a:solidFill>
          <a:ln w="3175" cap="flat" cmpd="sng" algn="ctr">
            <a:solidFill>
              <a:srgbClr val="272936"/>
            </a:solidFill>
            <a:prstDash val="solid"/>
          </a:ln>
          <a:effectLst/>
        </p:spPr>
        <p:txBody>
          <a:bodyPr lIns="0" rIns="0" rtlCol="0" anchor="ct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err="1">
                <a:ln>
                  <a:noFill/>
                </a:ln>
                <a:solidFill>
                  <a:prstClr val="white"/>
                </a:solidFill>
                <a:effectLst/>
                <a:uLnTx/>
                <a:uFillTx/>
                <a:latin typeface="Arial"/>
                <a:ea typeface="+mn-ea"/>
                <a:cs typeface="Arial" pitchFamily="34" charset="0"/>
              </a:rPr>
              <a:t>Programm</a:t>
            </a:r>
            <a:endParaRPr kumimoji="0" lang="en-GB" sz="918" b="1" i="0" u="none" strike="noStrike" kern="0" cap="none" spc="0" normalizeH="0" baseline="0" noProof="0">
              <a:ln>
                <a:noFill/>
              </a:ln>
              <a:solidFill>
                <a:prstClr val="white"/>
              </a:solidFill>
              <a:effectLst/>
              <a:uLnTx/>
              <a:uFillTx/>
              <a:latin typeface="Arial"/>
              <a:ea typeface="+mn-ea"/>
              <a:cs typeface="Arial" pitchFamily="34" charset="0"/>
            </a:endParaRPr>
          </a:p>
        </p:txBody>
      </p:sp>
      <p:sp>
        <p:nvSpPr>
          <p:cNvPr id="134" name="Rounded Rectangle 86">
            <a:extLst>
              <a:ext uri="{FF2B5EF4-FFF2-40B4-BE49-F238E27FC236}">
                <a16:creationId xmlns:a16="http://schemas.microsoft.com/office/drawing/2014/main" id="{197DBD37-4087-34BB-33B8-77CF4BBB841C}"/>
              </a:ext>
            </a:extLst>
          </p:cNvPr>
          <p:cNvSpPr/>
          <p:nvPr/>
        </p:nvSpPr>
        <p:spPr>
          <a:xfrm>
            <a:off x="3941107" y="2128477"/>
            <a:ext cx="136296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Programme / Delivery</a:t>
            </a:r>
          </a:p>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Management</a:t>
            </a:r>
          </a:p>
        </p:txBody>
      </p:sp>
      <p:sp>
        <p:nvSpPr>
          <p:cNvPr id="135" name="Rounded Rectangle 87">
            <a:extLst>
              <a:ext uri="{FF2B5EF4-FFF2-40B4-BE49-F238E27FC236}">
                <a16:creationId xmlns:a16="http://schemas.microsoft.com/office/drawing/2014/main" id="{1A9EE461-FC41-BDAE-0A5C-305D1BBE758D}"/>
              </a:ext>
            </a:extLst>
          </p:cNvPr>
          <p:cNvSpPr/>
          <p:nvPr/>
        </p:nvSpPr>
        <p:spPr>
          <a:xfrm>
            <a:off x="3761490" y="1450141"/>
            <a:ext cx="1412504"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Capgemini Exec Sponsor</a:t>
            </a:r>
          </a:p>
        </p:txBody>
      </p:sp>
      <p:sp>
        <p:nvSpPr>
          <p:cNvPr id="136" name="Rounded Rectangle 88">
            <a:extLst>
              <a:ext uri="{FF2B5EF4-FFF2-40B4-BE49-F238E27FC236}">
                <a16:creationId xmlns:a16="http://schemas.microsoft.com/office/drawing/2014/main" id="{2244E02E-AD45-B8FB-3AD2-9721659FC9B2}"/>
              </a:ext>
            </a:extLst>
          </p:cNvPr>
          <p:cNvSpPr/>
          <p:nvPr/>
        </p:nvSpPr>
        <p:spPr>
          <a:xfrm>
            <a:off x="5772784" y="1450141"/>
            <a:ext cx="1411710"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Steering Committee</a:t>
            </a:r>
          </a:p>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Executive Sponsors</a:t>
            </a:r>
          </a:p>
        </p:txBody>
      </p:sp>
      <p:sp>
        <p:nvSpPr>
          <p:cNvPr id="137" name="Rounded Rectangle 89">
            <a:extLst>
              <a:ext uri="{FF2B5EF4-FFF2-40B4-BE49-F238E27FC236}">
                <a16:creationId xmlns:a16="http://schemas.microsoft.com/office/drawing/2014/main" id="{6F697118-FE42-5531-ED44-3AD7B67A0BE3}"/>
              </a:ext>
            </a:extLst>
          </p:cNvPr>
          <p:cNvSpPr/>
          <p:nvPr/>
        </p:nvSpPr>
        <p:spPr>
          <a:xfrm>
            <a:off x="9691513" y="2827437"/>
            <a:ext cx="967417"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Infrastructure Lead</a:t>
            </a:r>
          </a:p>
        </p:txBody>
      </p:sp>
      <p:sp>
        <p:nvSpPr>
          <p:cNvPr id="138" name="Rounded Rectangle 94">
            <a:extLst>
              <a:ext uri="{FF2B5EF4-FFF2-40B4-BE49-F238E27FC236}">
                <a16:creationId xmlns:a16="http://schemas.microsoft.com/office/drawing/2014/main" id="{F833B1BB-3886-AB1A-2D27-EDC6A2AC7015}"/>
              </a:ext>
            </a:extLst>
          </p:cNvPr>
          <p:cNvSpPr/>
          <p:nvPr/>
        </p:nvSpPr>
        <p:spPr>
          <a:xfrm>
            <a:off x="9691513" y="3621339"/>
            <a:ext cx="967416" cy="36731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UAT</a:t>
            </a:r>
          </a:p>
        </p:txBody>
      </p:sp>
      <p:sp>
        <p:nvSpPr>
          <p:cNvPr id="139" name="Rounded Rectangle 101">
            <a:extLst>
              <a:ext uri="{FF2B5EF4-FFF2-40B4-BE49-F238E27FC236}">
                <a16:creationId xmlns:a16="http://schemas.microsoft.com/office/drawing/2014/main" id="{145F195E-95F5-1E3E-C823-ACDDDEA207C5}"/>
              </a:ext>
            </a:extLst>
          </p:cNvPr>
          <p:cNvSpPr/>
          <p:nvPr/>
        </p:nvSpPr>
        <p:spPr>
          <a:xfrm>
            <a:off x="9576747" y="2128477"/>
            <a:ext cx="1196948"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Product Owner(s)</a:t>
            </a:r>
          </a:p>
        </p:txBody>
      </p:sp>
      <p:sp>
        <p:nvSpPr>
          <p:cNvPr id="140" name="Rectangle 139">
            <a:extLst>
              <a:ext uri="{FF2B5EF4-FFF2-40B4-BE49-F238E27FC236}">
                <a16:creationId xmlns:a16="http://schemas.microsoft.com/office/drawing/2014/main" id="{DB7EED99-9AF9-1A3B-E2F1-26547D66B263}"/>
              </a:ext>
            </a:extLst>
          </p:cNvPr>
          <p:cNvSpPr/>
          <p:nvPr/>
        </p:nvSpPr>
        <p:spPr>
          <a:xfrm>
            <a:off x="10340563" y="5152574"/>
            <a:ext cx="1573052" cy="913950"/>
          </a:xfrm>
          <a:prstGeom prst="rect">
            <a:avLst/>
          </a:prstGeom>
          <a:solidFill>
            <a:sysClr val="window" lastClr="FFFFFF"/>
          </a:solidFill>
          <a:ln w="3175" cap="flat" cmpd="sng" algn="ctr">
            <a:solidFill>
              <a:srgbClr val="00B0F0"/>
            </a:solidFill>
            <a:prstDash val="solid"/>
          </a:ln>
          <a:effectLst>
            <a:outerShdw blurRad="50800" dist="38100" dir="2700000" algn="tl" rotWithShape="0">
              <a:prstClr val="black">
                <a:alpha val="40000"/>
              </a:prstClr>
            </a:outerShdw>
          </a:effectLst>
        </p:spPr>
        <p:txBody>
          <a:bodyPr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0" i="0" u="none" strike="noStrike" kern="0" cap="none" spc="0" normalizeH="0" baseline="0" noProof="0">
              <a:ln>
                <a:noFill/>
              </a:ln>
              <a:solidFill>
                <a:srgbClr val="998C85">
                  <a:lumMod val="50000"/>
                </a:srgbClr>
              </a:solidFill>
              <a:effectLst/>
              <a:uLnTx/>
              <a:uFillTx/>
              <a:latin typeface="Arial"/>
              <a:ea typeface="+mn-ea"/>
              <a:cs typeface="+mn-cs"/>
            </a:endParaRPr>
          </a:p>
        </p:txBody>
      </p:sp>
      <p:sp>
        <p:nvSpPr>
          <p:cNvPr id="141" name="Rounded Rectangle 112">
            <a:extLst>
              <a:ext uri="{FF2B5EF4-FFF2-40B4-BE49-F238E27FC236}">
                <a16:creationId xmlns:a16="http://schemas.microsoft.com/office/drawing/2014/main" id="{4A0F2EB7-FD60-F2A9-0211-376C0277F394}"/>
              </a:ext>
            </a:extLst>
          </p:cNvPr>
          <p:cNvSpPr>
            <a:spLocks/>
          </p:cNvSpPr>
          <p:nvPr/>
        </p:nvSpPr>
        <p:spPr>
          <a:xfrm>
            <a:off x="11146496" y="5453647"/>
            <a:ext cx="716605" cy="252000"/>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Capgemini</a:t>
            </a:r>
          </a:p>
        </p:txBody>
      </p:sp>
      <p:sp>
        <p:nvSpPr>
          <p:cNvPr id="142" name="Rounded Rectangle 113">
            <a:extLst>
              <a:ext uri="{FF2B5EF4-FFF2-40B4-BE49-F238E27FC236}">
                <a16:creationId xmlns:a16="http://schemas.microsoft.com/office/drawing/2014/main" id="{3DD8148D-31D0-D2E3-25C8-D7E915F5599C}"/>
              </a:ext>
            </a:extLst>
          </p:cNvPr>
          <p:cNvSpPr/>
          <p:nvPr/>
        </p:nvSpPr>
        <p:spPr>
          <a:xfrm>
            <a:off x="10383114" y="5452367"/>
            <a:ext cx="716605" cy="252000"/>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Beazley</a:t>
            </a:r>
          </a:p>
        </p:txBody>
      </p:sp>
      <p:sp>
        <p:nvSpPr>
          <p:cNvPr id="143" name="TextBox 142">
            <a:extLst>
              <a:ext uri="{FF2B5EF4-FFF2-40B4-BE49-F238E27FC236}">
                <a16:creationId xmlns:a16="http://schemas.microsoft.com/office/drawing/2014/main" id="{45D8EC86-FBD9-CCE6-AE35-8954C8F0D342}"/>
              </a:ext>
            </a:extLst>
          </p:cNvPr>
          <p:cNvSpPr txBox="1"/>
          <p:nvPr/>
        </p:nvSpPr>
        <p:spPr>
          <a:xfrm>
            <a:off x="10770946" y="5199468"/>
            <a:ext cx="682357" cy="238335"/>
          </a:xfrm>
          <a:prstGeom prst="rect">
            <a:avLst/>
          </a:prstGeom>
          <a:noFill/>
        </p:spPr>
        <p:txBody>
          <a:bodyPr wrap="none" rtlCol="0">
            <a:spAutoFit/>
          </a:bodyPr>
          <a:lstStyle/>
          <a:p>
            <a:pPr marL="0" marR="0" lvl="0" indent="0" algn="l" defTabSz="977198" rtl="0" eaLnBrk="1" fontAlgn="auto" latinLnBrk="0" hangingPunct="1">
              <a:lnSpc>
                <a:spcPct val="100000"/>
              </a:lnSpc>
              <a:spcBef>
                <a:spcPts val="0"/>
              </a:spcBef>
              <a:spcAft>
                <a:spcPts val="0"/>
              </a:spcAft>
              <a:buClrTx/>
              <a:buSzTx/>
              <a:buFontTx/>
              <a:buNone/>
              <a:tabLst/>
              <a:defRPr/>
            </a:pPr>
            <a:r>
              <a:rPr kumimoji="0" lang="en-GB" sz="918" b="0" i="0" u="none" strike="noStrike" kern="1200" cap="none" spc="0" normalizeH="0" baseline="0" noProof="0">
                <a:ln>
                  <a:noFill/>
                </a:ln>
                <a:solidFill>
                  <a:srgbClr val="0070C0"/>
                </a:solidFill>
                <a:effectLst/>
                <a:uLnTx/>
                <a:uFillTx/>
                <a:latin typeface="Arial"/>
                <a:ea typeface="+mn-ea"/>
                <a:cs typeface="+mn-cs"/>
              </a:rPr>
              <a:t>LEGEND</a:t>
            </a:r>
          </a:p>
        </p:txBody>
      </p:sp>
      <p:sp>
        <p:nvSpPr>
          <p:cNvPr id="144" name="Rounded Rectangle 115">
            <a:extLst>
              <a:ext uri="{FF2B5EF4-FFF2-40B4-BE49-F238E27FC236}">
                <a16:creationId xmlns:a16="http://schemas.microsoft.com/office/drawing/2014/main" id="{1A5D59D0-F103-30E0-3490-C179541BCF88}"/>
              </a:ext>
            </a:extLst>
          </p:cNvPr>
          <p:cNvSpPr/>
          <p:nvPr/>
        </p:nvSpPr>
        <p:spPr>
          <a:xfrm>
            <a:off x="10395520" y="5744511"/>
            <a:ext cx="716605" cy="252000"/>
          </a:xfrm>
          <a:prstGeom prst="roundRect">
            <a:avLst/>
          </a:prstGeom>
          <a:solidFill>
            <a:srgbClr val="998C85"/>
          </a:solidFill>
          <a:ln w="15875" cap="flat" cmpd="sng" algn="ctr">
            <a:solidFill>
              <a:srgbClr val="998C85"/>
            </a:solidFill>
            <a:prstDash val="solid"/>
          </a:ln>
          <a:effectLst/>
        </p:spPr>
        <p:txBody>
          <a:bodyPr lIns="73462" rIns="46649"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Sapiens</a:t>
            </a:r>
          </a:p>
        </p:txBody>
      </p:sp>
      <p:sp>
        <p:nvSpPr>
          <p:cNvPr id="145" name="Rectangle 144">
            <a:extLst>
              <a:ext uri="{FF2B5EF4-FFF2-40B4-BE49-F238E27FC236}">
                <a16:creationId xmlns:a16="http://schemas.microsoft.com/office/drawing/2014/main" id="{18C6833D-23E0-4019-8221-BE204451A8A4}"/>
              </a:ext>
            </a:extLst>
          </p:cNvPr>
          <p:cNvSpPr/>
          <p:nvPr/>
        </p:nvSpPr>
        <p:spPr>
          <a:xfrm>
            <a:off x="1753647" y="3960398"/>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 </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PC Conv Dev</a:t>
            </a:r>
          </a:p>
        </p:txBody>
      </p:sp>
      <p:sp>
        <p:nvSpPr>
          <p:cNvPr id="146" name="Rounded Rectangle 118">
            <a:extLst>
              <a:ext uri="{FF2B5EF4-FFF2-40B4-BE49-F238E27FC236}">
                <a16:creationId xmlns:a16="http://schemas.microsoft.com/office/drawing/2014/main" id="{9068698D-B808-9AD5-F990-6869FA1FCCB1}"/>
              </a:ext>
            </a:extLst>
          </p:cNvPr>
          <p:cNvSpPr>
            <a:spLocks/>
          </p:cNvSpPr>
          <p:nvPr/>
        </p:nvSpPr>
        <p:spPr>
          <a:xfrm>
            <a:off x="2912178"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Claims</a:t>
            </a:r>
          </a:p>
        </p:txBody>
      </p:sp>
      <p:sp>
        <p:nvSpPr>
          <p:cNvPr id="147" name="Rounded Rectangle 119">
            <a:extLst>
              <a:ext uri="{FF2B5EF4-FFF2-40B4-BE49-F238E27FC236}">
                <a16:creationId xmlns:a16="http://schemas.microsoft.com/office/drawing/2014/main" id="{CBC5BFFD-8506-6578-6FF9-ACBF804B2CF5}"/>
              </a:ext>
            </a:extLst>
          </p:cNvPr>
          <p:cNvSpPr>
            <a:spLocks/>
          </p:cNvSpPr>
          <p:nvPr/>
        </p:nvSpPr>
        <p:spPr>
          <a:xfrm>
            <a:off x="1797137"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Policy</a:t>
            </a:r>
          </a:p>
        </p:txBody>
      </p:sp>
      <p:sp>
        <p:nvSpPr>
          <p:cNvPr id="148" name="Rounded Rectangle 127">
            <a:extLst>
              <a:ext uri="{FF2B5EF4-FFF2-40B4-BE49-F238E27FC236}">
                <a16:creationId xmlns:a16="http://schemas.microsoft.com/office/drawing/2014/main" id="{E481C10E-E961-B853-D703-9F91F422CE27}"/>
              </a:ext>
            </a:extLst>
          </p:cNvPr>
          <p:cNvSpPr>
            <a:spLocks/>
          </p:cNvSpPr>
          <p:nvPr/>
        </p:nvSpPr>
        <p:spPr>
          <a:xfrm>
            <a:off x="6103033"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Data</a:t>
            </a:r>
          </a:p>
        </p:txBody>
      </p:sp>
      <p:cxnSp>
        <p:nvCxnSpPr>
          <p:cNvPr id="149" name="Straight Connector 148">
            <a:extLst>
              <a:ext uri="{FF2B5EF4-FFF2-40B4-BE49-F238E27FC236}">
                <a16:creationId xmlns:a16="http://schemas.microsoft.com/office/drawing/2014/main" id="{1918058F-58F7-7C66-CC17-BC25B3FFA8D9}"/>
              </a:ext>
            </a:extLst>
          </p:cNvPr>
          <p:cNvCxnSpPr/>
          <p:nvPr/>
        </p:nvCxnSpPr>
        <p:spPr>
          <a:xfrm>
            <a:off x="1682602" y="5080234"/>
            <a:ext cx="8267719" cy="0"/>
          </a:xfrm>
          <a:prstGeom prst="line">
            <a:avLst/>
          </a:prstGeom>
          <a:ln w="19050">
            <a:solidFill>
              <a:srgbClr val="00B0F0"/>
            </a:solidFill>
            <a:prstDash val="dash"/>
          </a:ln>
        </p:spPr>
        <p:style>
          <a:lnRef idx="1">
            <a:schemeClr val="accent1"/>
          </a:lnRef>
          <a:fillRef idx="0">
            <a:schemeClr val="accent1"/>
          </a:fillRef>
          <a:effectRef idx="0">
            <a:schemeClr val="accent1"/>
          </a:effectRef>
          <a:fontRef idx="minor">
            <a:schemeClr val="tx1"/>
          </a:fontRef>
        </p:style>
      </p:cxnSp>
      <p:sp>
        <p:nvSpPr>
          <p:cNvPr id="150" name="Rectangle 149">
            <a:extLst>
              <a:ext uri="{FF2B5EF4-FFF2-40B4-BE49-F238E27FC236}">
                <a16:creationId xmlns:a16="http://schemas.microsoft.com/office/drawing/2014/main" id="{A9CBD0AA-A663-0A63-7D0F-201AF9420FAF}"/>
              </a:ext>
            </a:extLst>
          </p:cNvPr>
          <p:cNvSpPr/>
          <p:nvPr/>
        </p:nvSpPr>
        <p:spPr>
          <a:xfrm>
            <a:off x="1153503" y="4014127"/>
            <a:ext cx="564621" cy="233590"/>
          </a:xfrm>
          <a:prstGeom prst="rect">
            <a:avLst/>
          </a:prstGeom>
          <a:solidFill>
            <a:schemeClr val="accent1">
              <a:lumMod val="50000"/>
            </a:schemeClr>
          </a:solidFill>
        </p:spPr>
        <p:txBody>
          <a:bodyPr wrap="square" lIns="0" rIns="0">
            <a:sp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a:ln>
                  <a:noFill/>
                </a:ln>
                <a:solidFill>
                  <a:srgbClr val="FFFFFF"/>
                </a:solidFill>
                <a:effectLst/>
                <a:uLnTx/>
                <a:uFillTx/>
                <a:latin typeface="Arial"/>
                <a:ea typeface="+mn-ea"/>
                <a:cs typeface="+mn-cs"/>
              </a:rPr>
              <a:t>Onshore</a:t>
            </a:r>
            <a:endParaRPr kumimoji="0" lang="en-GB" sz="1837" b="0" i="0" u="none" strike="noStrike" kern="0" cap="none" spc="0" normalizeH="0" baseline="0" noProof="0">
              <a:ln>
                <a:noFill/>
              </a:ln>
              <a:solidFill>
                <a:srgbClr val="FFFFFF"/>
              </a:solidFill>
              <a:effectLst/>
              <a:uLnTx/>
              <a:uFillTx/>
              <a:latin typeface="Arial" charset="0"/>
              <a:ea typeface="+mn-ea"/>
              <a:cs typeface="+mn-cs"/>
            </a:endParaRPr>
          </a:p>
        </p:txBody>
      </p:sp>
      <p:sp>
        <p:nvSpPr>
          <p:cNvPr id="151" name="Rectangle 150">
            <a:extLst>
              <a:ext uri="{FF2B5EF4-FFF2-40B4-BE49-F238E27FC236}">
                <a16:creationId xmlns:a16="http://schemas.microsoft.com/office/drawing/2014/main" id="{10A8490B-D9F1-2B28-E5CA-F6A15152ECE0}"/>
              </a:ext>
            </a:extLst>
          </p:cNvPr>
          <p:cNvSpPr/>
          <p:nvPr/>
        </p:nvSpPr>
        <p:spPr>
          <a:xfrm>
            <a:off x="1165038" y="5532230"/>
            <a:ext cx="568671" cy="233590"/>
          </a:xfrm>
          <a:prstGeom prst="rect">
            <a:avLst/>
          </a:prstGeom>
          <a:solidFill>
            <a:schemeClr val="accent1">
              <a:lumMod val="50000"/>
            </a:schemeClr>
          </a:solidFill>
        </p:spPr>
        <p:txBody>
          <a:bodyPr wrap="square" lIns="0" rIns="0">
            <a:sp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1" u="none" strike="noStrike" kern="0" cap="none" spc="0" normalizeH="0" baseline="0" noProof="0">
                <a:ln>
                  <a:noFill/>
                </a:ln>
                <a:solidFill>
                  <a:srgbClr val="FFFFFF"/>
                </a:solidFill>
                <a:effectLst/>
                <a:uLnTx/>
                <a:uFillTx/>
                <a:latin typeface="Arial"/>
                <a:ea typeface="+mn-ea"/>
                <a:cs typeface="+mn-cs"/>
              </a:rPr>
              <a:t>Offshore</a:t>
            </a:r>
            <a:endParaRPr kumimoji="0" lang="en-GB" sz="1837" b="0" i="0" u="none" strike="noStrike" kern="0" cap="none" spc="0" normalizeH="0" baseline="0" noProof="0">
              <a:ln>
                <a:noFill/>
              </a:ln>
              <a:solidFill>
                <a:srgbClr val="FFFFFF"/>
              </a:solidFill>
              <a:effectLst/>
              <a:uLnTx/>
              <a:uFillTx/>
              <a:latin typeface="Arial" charset="0"/>
              <a:ea typeface="+mn-ea"/>
              <a:cs typeface="+mn-cs"/>
            </a:endParaRPr>
          </a:p>
        </p:txBody>
      </p:sp>
      <p:sp>
        <p:nvSpPr>
          <p:cNvPr id="152" name="Rounded Rectangle 142">
            <a:extLst>
              <a:ext uri="{FF2B5EF4-FFF2-40B4-BE49-F238E27FC236}">
                <a16:creationId xmlns:a16="http://schemas.microsoft.com/office/drawing/2014/main" id="{48D36285-9C8D-107D-F40D-5E397C00FCB7}"/>
              </a:ext>
            </a:extLst>
          </p:cNvPr>
          <p:cNvSpPr>
            <a:spLocks/>
          </p:cNvSpPr>
          <p:nvPr/>
        </p:nvSpPr>
        <p:spPr>
          <a:xfrm>
            <a:off x="11146496" y="5744511"/>
            <a:ext cx="716605" cy="252000"/>
          </a:xfrm>
          <a:prstGeom prst="roundRect">
            <a:avLst/>
          </a:prstGeom>
          <a:solidFill>
            <a:srgbClr val="E5E5E5"/>
          </a:solidFill>
          <a:ln w="3175" cap="flat" cmpd="sng" algn="ctr">
            <a:solidFill>
              <a:srgbClr val="000000"/>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800" b="1" i="0" u="none" strike="noStrike" kern="0" cap="none" spc="0" normalizeH="0" baseline="0" noProof="0">
                <a:ln>
                  <a:noFill/>
                </a:ln>
                <a:solidFill>
                  <a:srgbClr val="000000"/>
                </a:solidFill>
                <a:effectLst/>
                <a:uLnTx/>
                <a:uFillTx/>
                <a:latin typeface="Arial"/>
                <a:ea typeface="+mn-ea"/>
                <a:cs typeface="Arial" pitchFamily="34" charset="0"/>
              </a:rPr>
              <a:t>Scrum Team</a:t>
            </a:r>
          </a:p>
        </p:txBody>
      </p:sp>
      <p:sp>
        <p:nvSpPr>
          <p:cNvPr id="153" name="Rounded Rectangle 145">
            <a:extLst>
              <a:ext uri="{FF2B5EF4-FFF2-40B4-BE49-F238E27FC236}">
                <a16:creationId xmlns:a16="http://schemas.microsoft.com/office/drawing/2014/main" id="{1D3E9285-B2A6-A89D-DFCE-60BD1ECAE22E}"/>
              </a:ext>
            </a:extLst>
          </p:cNvPr>
          <p:cNvSpPr/>
          <p:nvPr/>
        </p:nvSpPr>
        <p:spPr>
          <a:xfrm>
            <a:off x="3608718" y="5152574"/>
            <a:ext cx="1675064"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Offshore Delivery Lead</a:t>
            </a:r>
          </a:p>
        </p:txBody>
      </p:sp>
      <p:sp>
        <p:nvSpPr>
          <p:cNvPr id="154" name="Rectangle 153">
            <a:extLst>
              <a:ext uri="{FF2B5EF4-FFF2-40B4-BE49-F238E27FC236}">
                <a16:creationId xmlns:a16="http://schemas.microsoft.com/office/drawing/2014/main" id="{D3679FCC-C114-A576-D8FD-70402DC57EC4}"/>
              </a:ext>
            </a:extLst>
          </p:cNvPr>
          <p:cNvSpPr/>
          <p:nvPr/>
        </p:nvSpPr>
        <p:spPr>
          <a:xfrm>
            <a:off x="2852124" y="3960398"/>
            <a:ext cx="1141659"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Scrum Master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Business Analyst </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p:txBody>
      </p:sp>
      <p:sp>
        <p:nvSpPr>
          <p:cNvPr id="155" name="Rectangle 154">
            <a:extLst>
              <a:ext uri="{FF2B5EF4-FFF2-40B4-BE49-F238E27FC236}">
                <a16:creationId xmlns:a16="http://schemas.microsoft.com/office/drawing/2014/main" id="{2F5B7D89-48EC-3082-D430-0291424B3744}"/>
              </a:ext>
            </a:extLst>
          </p:cNvPr>
          <p:cNvSpPr/>
          <p:nvPr/>
        </p:nvSpPr>
        <p:spPr>
          <a:xfrm>
            <a:off x="6048715" y="3960398"/>
            <a:ext cx="1179568"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Data Architect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Data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ETL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err="1">
                <a:ln>
                  <a:noFill/>
                </a:ln>
                <a:solidFill>
                  <a:srgbClr val="272936"/>
                </a:solidFill>
                <a:effectLst/>
                <a:uLnTx/>
                <a:uFillTx/>
                <a:latin typeface="Arial" charset="0"/>
                <a:ea typeface="+mn-ea"/>
                <a:cs typeface="+mn-cs"/>
              </a:rPr>
              <a:t>DataHub</a:t>
            </a:r>
            <a:r>
              <a:rPr kumimoji="0" lang="en-GB" sz="918" b="0" i="0" u="none" strike="noStrike" kern="1200" cap="none" spc="0" normalizeH="0" baseline="0" noProof="0">
                <a:ln>
                  <a:noFill/>
                </a:ln>
                <a:solidFill>
                  <a:srgbClr val="272936"/>
                </a:solidFill>
                <a:effectLst/>
                <a:uLnTx/>
                <a:uFillTx/>
                <a:latin typeface="Arial" charset="0"/>
                <a:ea typeface="+mn-ea"/>
                <a:cs typeface="+mn-cs"/>
              </a:rPr>
              <a:t>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p:txBody>
      </p:sp>
      <p:sp>
        <p:nvSpPr>
          <p:cNvPr id="156" name="Rounded Rectangle 185">
            <a:extLst>
              <a:ext uri="{FF2B5EF4-FFF2-40B4-BE49-F238E27FC236}">
                <a16:creationId xmlns:a16="http://schemas.microsoft.com/office/drawing/2014/main" id="{4DCF9669-DE90-407D-6770-D96EDC83063A}"/>
              </a:ext>
            </a:extLst>
          </p:cNvPr>
          <p:cNvSpPr/>
          <p:nvPr/>
        </p:nvSpPr>
        <p:spPr>
          <a:xfrm>
            <a:off x="3109565" y="2827437"/>
            <a:ext cx="998307"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Configuration Lead</a:t>
            </a:r>
          </a:p>
        </p:txBody>
      </p:sp>
      <p:sp>
        <p:nvSpPr>
          <p:cNvPr id="157" name="Rounded Rectangle 186">
            <a:extLst>
              <a:ext uri="{FF2B5EF4-FFF2-40B4-BE49-F238E27FC236}">
                <a16:creationId xmlns:a16="http://schemas.microsoft.com/office/drawing/2014/main" id="{FB81C576-4C3E-8978-B90A-EB9A3D862179}"/>
              </a:ext>
            </a:extLst>
          </p:cNvPr>
          <p:cNvSpPr/>
          <p:nvPr/>
        </p:nvSpPr>
        <p:spPr>
          <a:xfrm>
            <a:off x="5025138" y="2827437"/>
            <a:ext cx="889367"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Integration Lead</a:t>
            </a:r>
          </a:p>
        </p:txBody>
      </p:sp>
      <p:sp>
        <p:nvSpPr>
          <p:cNvPr id="160" name="Rounded Rectangle 188">
            <a:extLst>
              <a:ext uri="{FF2B5EF4-FFF2-40B4-BE49-F238E27FC236}">
                <a16:creationId xmlns:a16="http://schemas.microsoft.com/office/drawing/2014/main" id="{E0B37A83-DEA0-3B56-9EC3-3D4A21449FE5}"/>
              </a:ext>
            </a:extLst>
          </p:cNvPr>
          <p:cNvSpPr/>
          <p:nvPr/>
        </p:nvSpPr>
        <p:spPr>
          <a:xfrm>
            <a:off x="10975908" y="3621339"/>
            <a:ext cx="967416" cy="36731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Release Manager</a:t>
            </a:r>
          </a:p>
        </p:txBody>
      </p:sp>
      <p:sp>
        <p:nvSpPr>
          <p:cNvPr id="164" name="Rectangle 163">
            <a:extLst>
              <a:ext uri="{FF2B5EF4-FFF2-40B4-BE49-F238E27FC236}">
                <a16:creationId xmlns:a16="http://schemas.microsoft.com/office/drawing/2014/main" id="{78B207A2-08BE-4686-0E2C-BF9915AE3C4F}"/>
              </a:ext>
            </a:extLst>
          </p:cNvPr>
          <p:cNvSpPr/>
          <p:nvPr/>
        </p:nvSpPr>
        <p:spPr>
          <a:xfrm>
            <a:off x="1537873" y="3344407"/>
            <a:ext cx="2919389" cy="233590"/>
          </a:xfrm>
          <a:prstGeom prst="rect">
            <a:avLst/>
          </a:prstGeom>
        </p:spPr>
        <p:txBody>
          <a:bodyPr wrap="none">
            <a:spAutoFit/>
          </a:bodyPr>
          <a:lstStyle/>
          <a:p>
            <a:pPr marL="0" marR="0" lvl="0" indent="0" algn="l" defTabSz="932962" rtl="0" eaLnBrk="1" fontAlgn="auto" latinLnBrk="0" hangingPunct="1">
              <a:lnSpc>
                <a:spcPct val="100000"/>
              </a:lnSpc>
              <a:spcBef>
                <a:spcPts val="0"/>
              </a:spcBef>
              <a:spcAft>
                <a:spcPts val="0"/>
              </a:spcAft>
              <a:buClrTx/>
              <a:buSzTx/>
              <a:buFontTx/>
              <a:buNone/>
              <a:tabLst/>
              <a:defRPr/>
            </a:pPr>
            <a:r>
              <a:rPr kumimoji="0" lang="en-US" sz="918" b="1" i="1" u="none" strike="noStrike" kern="0" cap="none" spc="0" normalizeH="0" baseline="0" noProof="0">
                <a:ln>
                  <a:noFill/>
                </a:ln>
                <a:solidFill>
                  <a:srgbClr val="0098C7"/>
                </a:solidFill>
                <a:effectLst/>
                <a:uLnTx/>
                <a:uFillTx/>
                <a:latin typeface="Arial"/>
                <a:ea typeface="+mn-ea"/>
                <a:cs typeface="+mn-cs"/>
              </a:rPr>
              <a:t>Leaders ensure alignment between Scrum teams</a:t>
            </a:r>
            <a:endParaRPr kumimoji="0" lang="en-GB" sz="918" b="1" i="1" u="none" strike="noStrike" kern="0" cap="none" spc="0" normalizeH="0" baseline="0" noProof="0">
              <a:ln>
                <a:noFill/>
              </a:ln>
              <a:solidFill>
                <a:srgbClr val="0098C7"/>
              </a:solidFill>
              <a:effectLst/>
              <a:uLnTx/>
              <a:uFillTx/>
              <a:latin typeface="Arial"/>
              <a:ea typeface="+mn-ea"/>
              <a:cs typeface="+mn-cs"/>
            </a:endParaRPr>
          </a:p>
        </p:txBody>
      </p:sp>
      <p:sp>
        <p:nvSpPr>
          <p:cNvPr id="168" name="Rounded Rectangle 186">
            <a:extLst>
              <a:ext uri="{FF2B5EF4-FFF2-40B4-BE49-F238E27FC236}">
                <a16:creationId xmlns:a16="http://schemas.microsoft.com/office/drawing/2014/main" id="{455B6FA4-5127-CD66-D5CF-F8E646FD8917}"/>
              </a:ext>
            </a:extLst>
          </p:cNvPr>
          <p:cNvSpPr/>
          <p:nvPr/>
        </p:nvSpPr>
        <p:spPr>
          <a:xfrm>
            <a:off x="6079587" y="2827437"/>
            <a:ext cx="969384"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Data Lead</a:t>
            </a:r>
          </a:p>
        </p:txBody>
      </p:sp>
      <p:sp>
        <p:nvSpPr>
          <p:cNvPr id="169" name="Rounded Rectangle 69">
            <a:extLst>
              <a:ext uri="{FF2B5EF4-FFF2-40B4-BE49-F238E27FC236}">
                <a16:creationId xmlns:a16="http://schemas.microsoft.com/office/drawing/2014/main" id="{09ACAC71-744C-D341-80CC-BF1E948E4348}"/>
              </a:ext>
            </a:extLst>
          </p:cNvPr>
          <p:cNvSpPr>
            <a:spLocks/>
          </p:cNvSpPr>
          <p:nvPr/>
        </p:nvSpPr>
        <p:spPr>
          <a:xfrm>
            <a:off x="5049073"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Integration</a:t>
            </a:r>
          </a:p>
        </p:txBody>
      </p:sp>
      <p:sp>
        <p:nvSpPr>
          <p:cNvPr id="170" name="Rectangle 169">
            <a:extLst>
              <a:ext uri="{FF2B5EF4-FFF2-40B4-BE49-F238E27FC236}">
                <a16:creationId xmlns:a16="http://schemas.microsoft.com/office/drawing/2014/main" id="{4D152F1C-0D48-85A5-3530-CEA8C39F0DE9}"/>
              </a:ext>
            </a:extLst>
          </p:cNvPr>
          <p:cNvSpPr/>
          <p:nvPr/>
        </p:nvSpPr>
        <p:spPr>
          <a:xfrm>
            <a:off x="5019660" y="3960398"/>
            <a:ext cx="1202466"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Integration Dev</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Integration Dev</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GW Consultants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Mapping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 Lead</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p:txBody>
      </p:sp>
      <p:sp>
        <p:nvSpPr>
          <p:cNvPr id="171" name="Rounded Rectangle 80">
            <a:extLst>
              <a:ext uri="{FF2B5EF4-FFF2-40B4-BE49-F238E27FC236}">
                <a16:creationId xmlns:a16="http://schemas.microsoft.com/office/drawing/2014/main" id="{01C842EF-6766-AB3E-09B9-EA9134902255}"/>
              </a:ext>
            </a:extLst>
          </p:cNvPr>
          <p:cNvSpPr/>
          <p:nvPr/>
        </p:nvSpPr>
        <p:spPr>
          <a:xfrm>
            <a:off x="5886119" y="2128477"/>
            <a:ext cx="1167429"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mn-cs"/>
              </a:rPr>
              <a:t>Architects</a:t>
            </a:r>
          </a:p>
        </p:txBody>
      </p:sp>
      <p:sp>
        <p:nvSpPr>
          <p:cNvPr id="172" name="Rounded Rectangle 118">
            <a:extLst>
              <a:ext uri="{FF2B5EF4-FFF2-40B4-BE49-F238E27FC236}">
                <a16:creationId xmlns:a16="http://schemas.microsoft.com/office/drawing/2014/main" id="{5FE2AAF1-8D49-AFAB-B624-E7DF38603A12}"/>
              </a:ext>
            </a:extLst>
          </p:cNvPr>
          <p:cNvSpPr>
            <a:spLocks/>
          </p:cNvSpPr>
          <p:nvPr/>
        </p:nvSpPr>
        <p:spPr>
          <a:xfrm>
            <a:off x="3969303"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Billing</a:t>
            </a:r>
          </a:p>
        </p:txBody>
      </p:sp>
      <p:sp>
        <p:nvSpPr>
          <p:cNvPr id="173" name="Rounded Rectangle 145">
            <a:extLst>
              <a:ext uri="{FF2B5EF4-FFF2-40B4-BE49-F238E27FC236}">
                <a16:creationId xmlns:a16="http://schemas.microsoft.com/office/drawing/2014/main" id="{52BB02D2-F2E0-4E7C-A2A9-132AD6940096}"/>
              </a:ext>
            </a:extLst>
          </p:cNvPr>
          <p:cNvSpPr/>
          <p:nvPr/>
        </p:nvSpPr>
        <p:spPr>
          <a:xfrm>
            <a:off x="8338483" y="5156551"/>
            <a:ext cx="1168065"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Test Lead</a:t>
            </a:r>
          </a:p>
        </p:txBody>
      </p:sp>
      <p:sp>
        <p:nvSpPr>
          <p:cNvPr id="174" name="Rounded Rectangle 145">
            <a:extLst>
              <a:ext uri="{FF2B5EF4-FFF2-40B4-BE49-F238E27FC236}">
                <a16:creationId xmlns:a16="http://schemas.microsoft.com/office/drawing/2014/main" id="{56192267-FDF3-5BC7-D468-39B2CC0C9A8B}"/>
              </a:ext>
            </a:extLst>
          </p:cNvPr>
          <p:cNvSpPr/>
          <p:nvPr/>
        </p:nvSpPr>
        <p:spPr>
          <a:xfrm>
            <a:off x="1797137" y="6337909"/>
            <a:ext cx="7779610"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Automation Testers / Performance Testers</a:t>
            </a:r>
          </a:p>
        </p:txBody>
      </p:sp>
      <p:sp>
        <p:nvSpPr>
          <p:cNvPr id="175" name="Rounded Rectangle 145">
            <a:extLst>
              <a:ext uri="{FF2B5EF4-FFF2-40B4-BE49-F238E27FC236}">
                <a16:creationId xmlns:a16="http://schemas.microsoft.com/office/drawing/2014/main" id="{FE4EDA7E-86C3-7787-C476-E8A8A0642159}"/>
              </a:ext>
            </a:extLst>
          </p:cNvPr>
          <p:cNvSpPr/>
          <p:nvPr/>
        </p:nvSpPr>
        <p:spPr>
          <a:xfrm>
            <a:off x="8315240" y="3621339"/>
            <a:ext cx="1168065" cy="281815"/>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Test Leads</a:t>
            </a:r>
          </a:p>
        </p:txBody>
      </p:sp>
      <p:sp>
        <p:nvSpPr>
          <p:cNvPr id="176" name="Rounded Rectangle 189">
            <a:extLst>
              <a:ext uri="{FF2B5EF4-FFF2-40B4-BE49-F238E27FC236}">
                <a16:creationId xmlns:a16="http://schemas.microsoft.com/office/drawing/2014/main" id="{40251CC1-F7C9-52B4-0F03-06062978B782}"/>
              </a:ext>
            </a:extLst>
          </p:cNvPr>
          <p:cNvSpPr/>
          <p:nvPr/>
        </p:nvSpPr>
        <p:spPr>
          <a:xfrm>
            <a:off x="11053103" y="2922077"/>
            <a:ext cx="1045151" cy="430792"/>
          </a:xfrm>
          <a:prstGeom prst="roundRect">
            <a:avLst/>
          </a:prstGeom>
          <a:solidFill>
            <a:srgbClr val="FF33CC"/>
          </a:solidFill>
          <a:ln w="3175" cap="flat" cmpd="sng" algn="ctr">
            <a:solidFill>
              <a:srgbClr val="272936"/>
            </a:solidFill>
            <a:prstDash val="solid"/>
          </a:ln>
          <a:effectLst/>
        </p:spPr>
        <p:txBody>
          <a:bodyPr lIns="0" rIns="0" rtlCol="0" anchor="ctr"/>
          <a:lstStyle/>
          <a:p>
            <a:pPr marL="0" marR="0" lvl="0" indent="0" algn="ctr" defTabSz="977198" rtl="0" eaLnBrk="1" fontAlgn="auto" latinLnBrk="0" hangingPunct="1">
              <a:lnSpc>
                <a:spcPct val="100000"/>
              </a:lnSpc>
              <a:spcBef>
                <a:spcPts val="0"/>
              </a:spcBef>
              <a:spcAft>
                <a:spcPts val="0"/>
              </a:spcAft>
              <a:buClrTx/>
              <a:buSzTx/>
              <a:buFontTx/>
              <a:buNone/>
              <a:tabLst/>
              <a:defRPr/>
            </a:pPr>
            <a:endParaRPr kumimoji="0" lang="en-GB" sz="918" b="1" i="0" u="none" strike="noStrike" kern="0" cap="none" spc="0" normalizeH="0" baseline="0" noProof="0">
              <a:ln>
                <a:noFill/>
              </a:ln>
              <a:solidFill>
                <a:prstClr val="white"/>
              </a:solidFill>
              <a:effectLst/>
              <a:uLnTx/>
              <a:uFillTx/>
              <a:latin typeface="Arial"/>
              <a:ea typeface="+mn-ea"/>
              <a:cs typeface="+mn-cs"/>
            </a:endParaRPr>
          </a:p>
        </p:txBody>
      </p:sp>
      <p:sp>
        <p:nvSpPr>
          <p:cNvPr id="177" name="Rounded Rectangle 127">
            <a:extLst>
              <a:ext uri="{FF2B5EF4-FFF2-40B4-BE49-F238E27FC236}">
                <a16:creationId xmlns:a16="http://schemas.microsoft.com/office/drawing/2014/main" id="{74716EBB-D013-602F-A338-4CE9A9A1FE0B}"/>
              </a:ext>
            </a:extLst>
          </p:cNvPr>
          <p:cNvSpPr>
            <a:spLocks/>
          </p:cNvSpPr>
          <p:nvPr/>
        </p:nvSpPr>
        <p:spPr>
          <a:xfrm>
            <a:off x="7212829" y="3621339"/>
            <a:ext cx="967416" cy="299531"/>
          </a:xfrm>
          <a:prstGeom prst="roundRect">
            <a:avLst/>
          </a:prstGeom>
          <a:solidFill>
            <a:schemeClr val="accent6">
              <a:lumMod val="40000"/>
              <a:lumOff val="60000"/>
            </a:schemeClr>
          </a:solidFill>
          <a:ln w="3175">
            <a:solidFill>
              <a:schemeClr val="accent6">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Ins="46649" rtlCol="0" anchor="ctr"/>
          <a:lstStyle/>
          <a:p>
            <a:pPr marL="0" marR="0" lvl="0" indent="0" algn="ctr" defTabSz="932962" rtl="0" eaLnBrk="1" fontAlgn="base" latinLnBrk="0" hangingPunct="1">
              <a:lnSpc>
                <a:spcPct val="100000"/>
              </a:lnSpc>
              <a:spcBef>
                <a:spcPct val="0"/>
              </a:spcBef>
              <a:spcAft>
                <a:spcPct val="0"/>
              </a:spcAft>
              <a:buClrTx/>
              <a:buSzTx/>
              <a:buFontTx/>
              <a:buNone/>
              <a:tabLst/>
              <a:defRPr/>
            </a:pPr>
            <a:r>
              <a:rPr kumimoji="0" lang="en-US" sz="918" b="1" i="0" u="none" strike="noStrike" kern="1200" cap="none" spc="0" normalizeH="0" baseline="0" noProof="0">
                <a:ln>
                  <a:noFill/>
                </a:ln>
                <a:solidFill>
                  <a:srgbClr val="003366">
                    <a:lumMod val="50000"/>
                  </a:srgbClr>
                </a:solidFill>
                <a:effectLst/>
                <a:uLnTx/>
                <a:uFillTx/>
                <a:latin typeface="Arial"/>
                <a:ea typeface="+mn-ea"/>
                <a:cs typeface="+mn-cs"/>
              </a:rPr>
              <a:t>Migration</a:t>
            </a:r>
          </a:p>
        </p:txBody>
      </p:sp>
      <p:sp>
        <p:nvSpPr>
          <p:cNvPr id="178" name="Rectangle 177">
            <a:extLst>
              <a:ext uri="{FF2B5EF4-FFF2-40B4-BE49-F238E27FC236}">
                <a16:creationId xmlns:a16="http://schemas.microsoft.com/office/drawing/2014/main" id="{AE665E25-10DE-CC9D-4D22-C55EE63D41D2}"/>
              </a:ext>
            </a:extLst>
          </p:cNvPr>
          <p:cNvSpPr/>
          <p:nvPr/>
        </p:nvSpPr>
        <p:spPr>
          <a:xfrm>
            <a:off x="7258686" y="3946020"/>
            <a:ext cx="1179568" cy="2160000"/>
          </a:xfrm>
          <a:prstGeom prst="rect">
            <a:avLst/>
          </a:prstGeom>
        </p:spPr>
        <p:txBody>
          <a:bodyPr wrap="none">
            <a:noAutofit/>
          </a:bodyPr>
          <a:lstStyle/>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Product Owner</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Technical SMEs</a:t>
            </a: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endParaRPr kumimoji="0" lang="en-GB" sz="918" b="0" i="0" u="none" strike="noStrike" kern="1200" cap="none" spc="0" normalizeH="0" baseline="0" noProof="0">
              <a:ln>
                <a:noFill/>
              </a:ln>
              <a:solidFill>
                <a:srgbClr val="272936"/>
              </a:solidFill>
              <a:effectLst/>
              <a:uLnTx/>
              <a:uFillTx/>
              <a:latin typeface="Arial" charset="0"/>
              <a:ea typeface="+mn-ea"/>
              <a:cs typeface="+mn-cs"/>
            </a:endParaRP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Migration Analyst</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Migration Developers</a:t>
            </a:r>
          </a:p>
          <a:p>
            <a:pPr marL="0" marR="0" lvl="0" indent="0" algn="l" defTabSz="932962" rtl="0" eaLnBrk="1" fontAlgn="base" latinLnBrk="0" hangingPunct="1">
              <a:lnSpc>
                <a:spcPct val="100000"/>
              </a:lnSpc>
              <a:spcBef>
                <a:spcPct val="0"/>
              </a:spcBef>
              <a:spcAft>
                <a:spcPct val="0"/>
              </a:spcAft>
              <a:buClrTx/>
              <a:buSzTx/>
              <a:buFontTx/>
              <a:buNone/>
              <a:tabLst/>
              <a:defRPr/>
            </a:pPr>
            <a:r>
              <a:rPr kumimoji="0" lang="en-GB" sz="918" b="0" i="0" u="none" strike="noStrike" kern="1200" cap="none" spc="0" normalizeH="0" baseline="0" noProof="0">
                <a:ln>
                  <a:noFill/>
                </a:ln>
                <a:solidFill>
                  <a:srgbClr val="272936"/>
                </a:solidFill>
                <a:effectLst/>
                <a:uLnTx/>
                <a:uFillTx/>
                <a:latin typeface="Arial" charset="0"/>
                <a:ea typeface="+mn-ea"/>
                <a:cs typeface="+mn-cs"/>
              </a:rPr>
              <a:t>Testers</a:t>
            </a:r>
          </a:p>
        </p:txBody>
      </p:sp>
      <p:sp>
        <p:nvSpPr>
          <p:cNvPr id="179" name="Rounded Rectangle 186">
            <a:extLst>
              <a:ext uri="{FF2B5EF4-FFF2-40B4-BE49-F238E27FC236}">
                <a16:creationId xmlns:a16="http://schemas.microsoft.com/office/drawing/2014/main" id="{A0DD5B28-AE21-C686-1176-B284FC1BB02F}"/>
              </a:ext>
            </a:extLst>
          </p:cNvPr>
          <p:cNvSpPr/>
          <p:nvPr/>
        </p:nvSpPr>
        <p:spPr>
          <a:xfrm>
            <a:off x="7214847" y="2827437"/>
            <a:ext cx="969384"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Migration Lead</a:t>
            </a:r>
          </a:p>
        </p:txBody>
      </p:sp>
      <p:sp>
        <p:nvSpPr>
          <p:cNvPr id="180" name="Rounded Rectangle 79">
            <a:extLst>
              <a:ext uri="{FF2B5EF4-FFF2-40B4-BE49-F238E27FC236}">
                <a16:creationId xmlns:a16="http://schemas.microsoft.com/office/drawing/2014/main" id="{AD5E226D-8814-2B64-B7A8-B309411A0E4C}"/>
              </a:ext>
            </a:extLst>
          </p:cNvPr>
          <p:cNvSpPr/>
          <p:nvPr/>
        </p:nvSpPr>
        <p:spPr>
          <a:xfrm>
            <a:off x="10843427" y="2827437"/>
            <a:ext cx="1167429" cy="430792"/>
          </a:xfrm>
          <a:prstGeom prst="roundRect">
            <a:avLst/>
          </a:prstGeom>
          <a:solidFill>
            <a:srgbClr val="0098C7"/>
          </a:solidFill>
          <a:ln w="3175" cap="flat" cmpd="sng" algn="ctr">
            <a:solidFill>
              <a:srgbClr val="0098C7"/>
            </a:solidFill>
            <a:prstDash val="solid"/>
          </a:ln>
          <a:effectLst/>
        </p:spPr>
        <p:txBody>
          <a:bodyPr wrap="square" lIns="0" rIns="0" rtlCol="0" anchor="ctr" anchorCtr="1">
            <a:noAutofit/>
          </a:bodyPr>
          <a:lstStyle/>
          <a:p>
            <a:pPr marL="0" marR="0" lvl="0" indent="0" algn="ctr" defTabSz="932962" rtl="0" eaLnBrk="1" fontAlgn="auto" latinLnBrk="0" hangingPunct="1">
              <a:lnSpc>
                <a:spcPct val="100000"/>
              </a:lnSpc>
              <a:spcBef>
                <a:spcPts val="0"/>
              </a:spcBef>
              <a:spcAft>
                <a:spcPts val="0"/>
              </a:spcAft>
              <a:buClrTx/>
              <a:buSzTx/>
              <a:buFontTx/>
              <a:buNone/>
              <a:tabLst/>
              <a:defRPr/>
            </a:pPr>
            <a:r>
              <a:rPr kumimoji="0" lang="en-GB" sz="918" b="1" i="0" u="none" strike="noStrike" kern="0" cap="none" spc="0" normalizeH="0" baseline="0" noProof="0">
                <a:ln>
                  <a:noFill/>
                </a:ln>
                <a:solidFill>
                  <a:prstClr val="white"/>
                </a:solidFill>
                <a:effectLst/>
                <a:uLnTx/>
                <a:uFillTx/>
                <a:latin typeface="Arial"/>
                <a:ea typeface="+mn-ea"/>
                <a:cs typeface="Arial" pitchFamily="34" charset="0"/>
              </a:rPr>
              <a:t>OCM Lead</a:t>
            </a:r>
          </a:p>
        </p:txBody>
      </p:sp>
      <p:sp>
        <p:nvSpPr>
          <p:cNvPr id="181" name="TextBox 180">
            <a:extLst>
              <a:ext uri="{FF2B5EF4-FFF2-40B4-BE49-F238E27FC236}">
                <a16:creationId xmlns:a16="http://schemas.microsoft.com/office/drawing/2014/main" id="{EAA48849-9EC4-253C-8523-9EC4A26B509B}"/>
              </a:ext>
            </a:extLst>
          </p:cNvPr>
          <p:cNvSpPr txBox="1"/>
          <p:nvPr/>
        </p:nvSpPr>
        <p:spPr>
          <a:xfrm>
            <a:off x="4936719" y="74816"/>
            <a:ext cx="2760486" cy="923330"/>
          </a:xfrm>
          <a:prstGeom prst="rect">
            <a:avLst/>
          </a:prstGeom>
          <a:solidFill>
            <a:schemeClr val="accent2"/>
          </a:solidFill>
        </p:spPr>
        <p:txBody>
          <a:bodyPr wrap="square" rtlCol="0">
            <a:spAutoFit/>
          </a:bodyPr>
          <a:lstStyle/>
          <a:p>
            <a:r>
              <a:rPr lang="en-GB"/>
              <a:t>ALTERNATIVE TO SLIDE 7 - Needs to be updated for </a:t>
            </a:r>
            <a:r>
              <a:rPr lang="en-GB" err="1"/>
              <a:t>beazley</a:t>
            </a:r>
            <a:r>
              <a:rPr lang="en-GB"/>
              <a:t> </a:t>
            </a:r>
          </a:p>
        </p:txBody>
      </p:sp>
    </p:spTree>
    <p:extLst>
      <p:ext uri="{BB962C8B-B14F-4D97-AF65-F5344CB8AC3E}">
        <p14:creationId xmlns:p14="http://schemas.microsoft.com/office/powerpoint/2010/main" val="208344868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cxnSp>
        <p:nvCxnSpPr>
          <p:cNvPr id="288" name="Straight Connector 287">
            <a:extLst>
              <a:ext uri="{FF2B5EF4-FFF2-40B4-BE49-F238E27FC236}">
                <a16:creationId xmlns:a16="http://schemas.microsoft.com/office/drawing/2014/main" id="{A2CAB21C-DD6F-808A-4D1D-DAFE9FD5FF7E}"/>
              </a:ext>
            </a:extLst>
          </p:cNvPr>
          <p:cNvCxnSpPr>
            <a:cxnSpLocks/>
          </p:cNvCxnSpPr>
          <p:nvPr/>
        </p:nvCxnSpPr>
        <p:spPr>
          <a:xfrm>
            <a:off x="8014429" y="2411018"/>
            <a:ext cx="0" cy="1881598"/>
          </a:xfrm>
          <a:prstGeom prst="line">
            <a:avLst/>
          </a:prstGeom>
          <a:ln>
            <a:solidFill>
              <a:srgbClr val="12ABDB"/>
            </a:solidFill>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CD7C519C-387E-6C24-DC38-EE65726DE521}"/>
              </a:ext>
            </a:extLst>
          </p:cNvPr>
          <p:cNvSpPr>
            <a:spLocks noGrp="1"/>
          </p:cNvSpPr>
          <p:nvPr>
            <p:ph type="title"/>
          </p:nvPr>
        </p:nvSpPr>
        <p:spPr/>
        <p:txBody>
          <a:bodyPr/>
          <a:lstStyle/>
          <a:p>
            <a:r>
              <a:rPr lang="en-GB"/>
              <a:t>How we will deliver together</a:t>
            </a:r>
          </a:p>
        </p:txBody>
      </p:sp>
      <p:sp>
        <p:nvSpPr>
          <p:cNvPr id="4" name="Rectangle 3">
            <a:extLst>
              <a:ext uri="{FF2B5EF4-FFF2-40B4-BE49-F238E27FC236}">
                <a16:creationId xmlns:a16="http://schemas.microsoft.com/office/drawing/2014/main" id="{07B20698-7F18-46DD-9166-1546B4733A2E}"/>
              </a:ext>
            </a:extLst>
          </p:cNvPr>
          <p:cNvSpPr/>
          <p:nvPr/>
        </p:nvSpPr>
        <p:spPr>
          <a:xfrm>
            <a:off x="0" y="1327150"/>
            <a:ext cx="12192000" cy="39148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t>Our Delivery framework is based on incremental build, early integration, robust end-to-end quality assurance and early business validation</a:t>
            </a:r>
          </a:p>
        </p:txBody>
      </p:sp>
      <p:cxnSp>
        <p:nvCxnSpPr>
          <p:cNvPr id="42" name="Straight Arrow Connector 41">
            <a:extLst>
              <a:ext uri="{FF2B5EF4-FFF2-40B4-BE49-F238E27FC236}">
                <a16:creationId xmlns:a16="http://schemas.microsoft.com/office/drawing/2014/main" id="{2E70950B-8484-7969-6413-F615451D2E09}"/>
              </a:ext>
            </a:extLst>
          </p:cNvPr>
          <p:cNvCxnSpPr>
            <a:cxnSpLocks/>
          </p:cNvCxnSpPr>
          <p:nvPr/>
        </p:nvCxnSpPr>
        <p:spPr>
          <a:xfrm>
            <a:off x="404813" y="1883438"/>
            <a:ext cx="11379200" cy="0"/>
          </a:xfrm>
          <a:prstGeom prst="straightConnector1">
            <a:avLst/>
          </a:prstGeom>
          <a:noFill/>
          <a:ln w="6350" cap="flat" cmpd="sng" algn="ctr">
            <a:solidFill>
              <a:schemeClr val="accent1"/>
            </a:solidFill>
            <a:prstDash val="solid"/>
            <a:miter lim="800000"/>
            <a:headEnd type="diamond"/>
            <a:tailEnd type="diamond"/>
          </a:ln>
          <a:effectLst/>
        </p:spPr>
      </p:cxnSp>
      <p:sp>
        <p:nvSpPr>
          <p:cNvPr id="41" name="TextBox 40">
            <a:extLst>
              <a:ext uri="{FF2B5EF4-FFF2-40B4-BE49-F238E27FC236}">
                <a16:creationId xmlns:a16="http://schemas.microsoft.com/office/drawing/2014/main" id="{86ABB52E-6404-5B2B-CFED-91384F8176C5}"/>
              </a:ext>
            </a:extLst>
          </p:cNvPr>
          <p:cNvSpPr txBox="1"/>
          <p:nvPr/>
        </p:nvSpPr>
        <p:spPr>
          <a:xfrm>
            <a:off x="4678874" y="1760328"/>
            <a:ext cx="2831078" cy="246221"/>
          </a:xfrm>
          <a:prstGeom prst="rect">
            <a:avLst/>
          </a:prstGeom>
          <a:solidFill>
            <a:srgbClr val="FFFFFF"/>
          </a:solid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1" u="none" strike="noStrike" kern="1200" cap="none" spc="0" normalizeH="0" baseline="0" noProof="0">
                <a:ln>
                  <a:noFill/>
                </a:ln>
                <a:solidFill>
                  <a:srgbClr val="0070AD"/>
                </a:solidFill>
                <a:effectLst/>
                <a:uLnTx/>
                <a:uFillTx/>
                <a:ea typeface="+mn-ea"/>
                <a:cs typeface="+mn-cs"/>
              </a:rPr>
              <a:t>Iterative for each Release</a:t>
            </a:r>
          </a:p>
        </p:txBody>
      </p:sp>
      <p:sp>
        <p:nvSpPr>
          <p:cNvPr id="83" name="Arrow: Chevron 61">
            <a:extLst>
              <a:ext uri="{FF2B5EF4-FFF2-40B4-BE49-F238E27FC236}">
                <a16:creationId xmlns:a16="http://schemas.microsoft.com/office/drawing/2014/main" id="{DD679DBF-6391-AA47-C679-136BA2C793C1}"/>
              </a:ext>
            </a:extLst>
          </p:cNvPr>
          <p:cNvSpPr/>
          <p:nvPr/>
        </p:nvSpPr>
        <p:spPr>
          <a:xfrm>
            <a:off x="4926074" y="2041090"/>
            <a:ext cx="2516996" cy="396110"/>
          </a:xfrm>
          <a:prstGeom prst="chevron">
            <a:avLst>
              <a:gd name="adj" fmla="val 11543"/>
            </a:avLst>
          </a:prstGeom>
          <a:solidFill>
            <a:schemeClr val="accent1"/>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ea typeface="+mn-ea"/>
                <a:cs typeface="+mn-cs"/>
              </a:rPr>
              <a:t>Design and Build</a:t>
            </a:r>
            <a:br>
              <a:rPr kumimoji="0" lang="en-US" sz="1100" b="1" i="0" u="none" strike="noStrike" kern="0" cap="none" spc="0" normalizeH="0" baseline="0" noProof="0">
                <a:ln>
                  <a:noFill/>
                </a:ln>
                <a:solidFill>
                  <a:prstClr val="white"/>
                </a:solidFill>
                <a:effectLst/>
                <a:uLnTx/>
                <a:uFillTx/>
                <a:ea typeface="+mn-ea"/>
                <a:cs typeface="+mn-cs"/>
              </a:rPr>
            </a:br>
            <a:r>
              <a:rPr kumimoji="0" lang="en-US" sz="1100" b="1" i="0" u="none" strike="noStrike" kern="0" cap="none" spc="0" normalizeH="0" baseline="0" noProof="0">
                <a:ln>
                  <a:noFill/>
                </a:ln>
                <a:solidFill>
                  <a:prstClr val="white"/>
                </a:solidFill>
                <a:effectLst/>
                <a:uLnTx/>
                <a:uFillTx/>
                <a:ea typeface="+mn-ea"/>
                <a:cs typeface="+mn-cs"/>
              </a:rPr>
              <a:t>(Sprint Agile)</a:t>
            </a:r>
          </a:p>
        </p:txBody>
      </p:sp>
      <p:sp>
        <p:nvSpPr>
          <p:cNvPr id="84" name="Arrow: Chevron 63">
            <a:extLst>
              <a:ext uri="{FF2B5EF4-FFF2-40B4-BE49-F238E27FC236}">
                <a16:creationId xmlns:a16="http://schemas.microsoft.com/office/drawing/2014/main" id="{02BA52E5-8151-21B7-CEAA-BA2733021BB4}"/>
              </a:ext>
            </a:extLst>
          </p:cNvPr>
          <p:cNvSpPr/>
          <p:nvPr/>
        </p:nvSpPr>
        <p:spPr>
          <a:xfrm>
            <a:off x="9979352" y="2041090"/>
            <a:ext cx="1804661" cy="396110"/>
          </a:xfrm>
          <a:prstGeom prst="chevron">
            <a:avLst>
              <a:gd name="adj" fmla="val 11543"/>
            </a:avLst>
          </a:prstGeom>
          <a:solidFill>
            <a:schemeClr val="accent2">
              <a:lumMod val="60000"/>
              <a:lumOff val="40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ea typeface="+mn-ea"/>
                <a:cs typeface="+mn-cs"/>
              </a:rPr>
              <a:t>Hyper care</a:t>
            </a:r>
          </a:p>
        </p:txBody>
      </p:sp>
      <p:sp>
        <p:nvSpPr>
          <p:cNvPr id="91" name="Arrow: Chevron 64">
            <a:extLst>
              <a:ext uri="{FF2B5EF4-FFF2-40B4-BE49-F238E27FC236}">
                <a16:creationId xmlns:a16="http://schemas.microsoft.com/office/drawing/2014/main" id="{80FED083-51DF-62D4-5AFC-D03F737532CA}"/>
              </a:ext>
            </a:extLst>
          </p:cNvPr>
          <p:cNvSpPr/>
          <p:nvPr/>
        </p:nvSpPr>
        <p:spPr>
          <a:xfrm>
            <a:off x="7465622" y="2041090"/>
            <a:ext cx="2491178" cy="396110"/>
          </a:xfrm>
          <a:prstGeom prst="chevron">
            <a:avLst>
              <a:gd name="adj" fmla="val 11543"/>
            </a:avLst>
          </a:prstGeom>
          <a:solidFill>
            <a:schemeClr val="accent2"/>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ea typeface="+mn-ea"/>
                <a:cs typeface="+mn-cs"/>
              </a:rPr>
              <a:t>Stabilization</a:t>
            </a:r>
          </a:p>
        </p:txBody>
      </p:sp>
      <p:sp>
        <p:nvSpPr>
          <p:cNvPr id="92" name="Arrow: Pentagon 60">
            <a:extLst>
              <a:ext uri="{FF2B5EF4-FFF2-40B4-BE49-F238E27FC236}">
                <a16:creationId xmlns:a16="http://schemas.microsoft.com/office/drawing/2014/main" id="{F165A0A4-9C01-B560-BAD4-1D2AE5A3737E}"/>
              </a:ext>
            </a:extLst>
          </p:cNvPr>
          <p:cNvSpPr/>
          <p:nvPr/>
        </p:nvSpPr>
        <p:spPr>
          <a:xfrm>
            <a:off x="404813" y="2041090"/>
            <a:ext cx="2078505" cy="396110"/>
          </a:xfrm>
          <a:prstGeom prst="homePlate">
            <a:avLst>
              <a:gd name="adj" fmla="val 11543"/>
            </a:avLst>
          </a:prstGeom>
          <a:solidFill>
            <a:schemeClr val="accent2">
              <a:lumMod val="50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100" b="1" kern="0">
                <a:solidFill>
                  <a:prstClr val="white"/>
                </a:solidFill>
              </a:rPr>
              <a:t>Pre-Inception</a:t>
            </a:r>
            <a:endParaRPr kumimoji="0" lang="en-US" sz="1100" b="1" i="0" u="none" strike="noStrike" kern="0" cap="none" spc="0" normalizeH="0" baseline="0" noProof="0">
              <a:ln>
                <a:noFill/>
              </a:ln>
              <a:solidFill>
                <a:prstClr val="white"/>
              </a:solidFill>
              <a:effectLst/>
              <a:uLnTx/>
              <a:uFillTx/>
              <a:ea typeface="+mn-ea"/>
              <a:cs typeface="+mn-cs"/>
            </a:endParaRPr>
          </a:p>
        </p:txBody>
      </p:sp>
      <p:sp>
        <p:nvSpPr>
          <p:cNvPr id="103" name="Arrow: Chevron 61">
            <a:extLst>
              <a:ext uri="{FF2B5EF4-FFF2-40B4-BE49-F238E27FC236}">
                <a16:creationId xmlns:a16="http://schemas.microsoft.com/office/drawing/2014/main" id="{399E211C-E74E-124F-B6D0-FA0C73C6E678}"/>
              </a:ext>
            </a:extLst>
          </p:cNvPr>
          <p:cNvSpPr/>
          <p:nvPr/>
        </p:nvSpPr>
        <p:spPr>
          <a:xfrm>
            <a:off x="2505870" y="2041090"/>
            <a:ext cx="2397652" cy="396110"/>
          </a:xfrm>
          <a:prstGeom prst="chevron">
            <a:avLst>
              <a:gd name="adj" fmla="val 11543"/>
            </a:avLst>
          </a:prstGeom>
          <a:solidFill>
            <a:schemeClr val="accent1">
              <a:lumMod val="75000"/>
            </a:schemeClr>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prstClr val="white"/>
                </a:solidFill>
                <a:effectLst/>
                <a:uLnTx/>
                <a:uFillTx/>
                <a:ea typeface="+mn-ea"/>
                <a:cs typeface="+mn-cs"/>
              </a:rPr>
              <a:t>Inception</a:t>
            </a:r>
          </a:p>
        </p:txBody>
      </p:sp>
      <p:pic>
        <p:nvPicPr>
          <p:cNvPr id="104" name="Google Shape;1437;g1ba1204ae8d_0_0">
            <a:extLst>
              <a:ext uri="{FF2B5EF4-FFF2-40B4-BE49-F238E27FC236}">
                <a16:creationId xmlns:a16="http://schemas.microsoft.com/office/drawing/2014/main" id="{3A5CE769-CD38-135B-9C99-CECE04E92D16}"/>
              </a:ext>
            </a:extLst>
          </p:cNvPr>
          <p:cNvPicPr preferRelativeResize="0"/>
          <p:nvPr/>
        </p:nvPicPr>
        <p:blipFill rotWithShape="1">
          <a:blip r:embed="rId3">
            <a:alphaModFix/>
          </a:blip>
          <a:srcRect l="34110" t="28497" r="17201" b="13080"/>
          <a:stretch/>
        </p:blipFill>
        <p:spPr>
          <a:xfrm>
            <a:off x="493713" y="3756794"/>
            <a:ext cx="588596" cy="396107"/>
          </a:xfrm>
          <a:prstGeom prst="rect">
            <a:avLst/>
          </a:prstGeom>
          <a:noFill/>
          <a:ln>
            <a:noFill/>
          </a:ln>
        </p:spPr>
      </p:pic>
      <p:pic>
        <p:nvPicPr>
          <p:cNvPr id="105" name="Google Shape;1478;g1c259a0db2d_0_7">
            <a:extLst>
              <a:ext uri="{FF2B5EF4-FFF2-40B4-BE49-F238E27FC236}">
                <a16:creationId xmlns:a16="http://schemas.microsoft.com/office/drawing/2014/main" id="{18D00FCC-D5E5-37FE-1452-757EC0A06D84}"/>
              </a:ext>
            </a:extLst>
          </p:cNvPr>
          <p:cNvPicPr preferRelativeResize="0"/>
          <p:nvPr/>
        </p:nvPicPr>
        <p:blipFill rotWithShape="1">
          <a:blip r:embed="rId4">
            <a:alphaModFix/>
          </a:blip>
          <a:srcRect/>
          <a:stretch/>
        </p:blipFill>
        <p:spPr>
          <a:xfrm>
            <a:off x="493713" y="2543483"/>
            <a:ext cx="588596" cy="396107"/>
          </a:xfrm>
          <a:prstGeom prst="rect">
            <a:avLst/>
          </a:prstGeom>
          <a:solidFill>
            <a:srgbClr val="FFFFFF"/>
          </a:solidFill>
          <a:ln w="9525" cap="flat" cmpd="sng">
            <a:solidFill>
              <a:srgbClr val="C7C5C8"/>
            </a:solidFill>
            <a:prstDash val="solid"/>
            <a:round/>
            <a:headEnd type="none" w="sm" len="sm"/>
            <a:tailEnd type="none" w="sm" len="sm"/>
          </a:ln>
          <a:effectLst>
            <a:outerShdw blurRad="40000" dist="20000" dir="5400000" rotWithShape="0">
              <a:srgbClr val="000000">
                <a:alpha val="37650"/>
              </a:srgbClr>
            </a:outerShdw>
          </a:effectLst>
        </p:spPr>
      </p:pic>
      <p:pic>
        <p:nvPicPr>
          <p:cNvPr id="106" name="Google Shape;1488;g1c259a0db2d_0_7">
            <a:extLst>
              <a:ext uri="{FF2B5EF4-FFF2-40B4-BE49-F238E27FC236}">
                <a16:creationId xmlns:a16="http://schemas.microsoft.com/office/drawing/2014/main" id="{1E6AEC65-DD3D-A71D-F0EF-7462E4B0830A}"/>
              </a:ext>
            </a:extLst>
          </p:cNvPr>
          <p:cNvPicPr preferRelativeResize="0"/>
          <p:nvPr/>
        </p:nvPicPr>
        <p:blipFill rotWithShape="1">
          <a:blip r:embed="rId5">
            <a:alphaModFix/>
          </a:blip>
          <a:srcRect/>
          <a:stretch/>
        </p:blipFill>
        <p:spPr>
          <a:xfrm>
            <a:off x="493713" y="3203478"/>
            <a:ext cx="588596" cy="396107"/>
          </a:xfrm>
          <a:prstGeom prst="rect">
            <a:avLst/>
          </a:prstGeom>
          <a:noFill/>
          <a:ln>
            <a:noFill/>
          </a:ln>
        </p:spPr>
      </p:pic>
      <p:sp>
        <p:nvSpPr>
          <p:cNvPr id="107" name="Rectangle 106">
            <a:extLst>
              <a:ext uri="{FF2B5EF4-FFF2-40B4-BE49-F238E27FC236}">
                <a16:creationId xmlns:a16="http://schemas.microsoft.com/office/drawing/2014/main" id="{046F369B-EA22-64BE-AD6F-629D85B71034}"/>
              </a:ext>
            </a:extLst>
          </p:cNvPr>
          <p:cNvSpPr/>
          <p:nvPr/>
        </p:nvSpPr>
        <p:spPr>
          <a:xfrm>
            <a:off x="1134957" y="2812499"/>
            <a:ext cx="1290318" cy="16158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kern="0"/>
              <a:t>Missions / OKRs</a:t>
            </a:r>
            <a:endParaRPr kumimoji="0" lang="en-US" sz="1050" b="0" i="0" u="none" strike="noStrike" kern="0" cap="none" spc="0" normalizeH="0" baseline="0" noProof="0">
              <a:ln>
                <a:noFill/>
              </a:ln>
              <a:effectLst/>
              <a:uLnTx/>
              <a:uFillTx/>
              <a:ea typeface="+mn-ea"/>
              <a:cs typeface="+mn-cs"/>
            </a:endParaRPr>
          </a:p>
        </p:txBody>
      </p:sp>
      <p:sp>
        <p:nvSpPr>
          <p:cNvPr id="108" name="Rectangle 107">
            <a:extLst>
              <a:ext uri="{FF2B5EF4-FFF2-40B4-BE49-F238E27FC236}">
                <a16:creationId xmlns:a16="http://schemas.microsoft.com/office/drawing/2014/main" id="{E1642B5B-E194-5091-977B-53F8807BC026}"/>
              </a:ext>
            </a:extLst>
          </p:cNvPr>
          <p:cNvSpPr/>
          <p:nvPr/>
        </p:nvSpPr>
        <p:spPr>
          <a:xfrm>
            <a:off x="1134957" y="2527282"/>
            <a:ext cx="1290318" cy="16158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Initial Estimates</a:t>
            </a:r>
          </a:p>
        </p:txBody>
      </p:sp>
      <p:sp>
        <p:nvSpPr>
          <p:cNvPr id="109" name="Rectangle 108">
            <a:extLst>
              <a:ext uri="{FF2B5EF4-FFF2-40B4-BE49-F238E27FC236}">
                <a16:creationId xmlns:a16="http://schemas.microsoft.com/office/drawing/2014/main" id="{ABBFA3C8-3102-6064-891D-4DBF2E05065F}"/>
              </a:ext>
            </a:extLst>
          </p:cNvPr>
          <p:cNvSpPr/>
          <p:nvPr/>
        </p:nvSpPr>
        <p:spPr>
          <a:xfrm>
            <a:off x="1134957" y="3097717"/>
            <a:ext cx="1290318" cy="323165"/>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Application</a:t>
            </a:r>
            <a:br>
              <a:rPr kumimoji="0" lang="en-US" sz="1050" b="0" i="0" u="none" strike="noStrike" kern="0" cap="none" spc="0" normalizeH="0" baseline="0" noProof="0">
                <a:ln>
                  <a:noFill/>
                </a:ln>
                <a:effectLst/>
                <a:uLnTx/>
                <a:uFillTx/>
                <a:ea typeface="+mn-ea"/>
                <a:cs typeface="+mn-cs"/>
              </a:rPr>
            </a:br>
            <a:r>
              <a:rPr kumimoji="0" lang="en-US" sz="1050" b="0" i="0" u="none" strike="noStrike" kern="0" cap="none" spc="0" normalizeH="0" baseline="0" noProof="0">
                <a:ln>
                  <a:noFill/>
                </a:ln>
                <a:effectLst/>
                <a:uLnTx/>
                <a:uFillTx/>
                <a:ea typeface="+mn-ea"/>
                <a:cs typeface="+mn-cs"/>
              </a:rPr>
              <a:t>Architecture </a:t>
            </a:r>
          </a:p>
        </p:txBody>
      </p:sp>
      <p:sp>
        <p:nvSpPr>
          <p:cNvPr id="110" name="Rectangle 109">
            <a:extLst>
              <a:ext uri="{FF2B5EF4-FFF2-40B4-BE49-F238E27FC236}">
                <a16:creationId xmlns:a16="http://schemas.microsoft.com/office/drawing/2014/main" id="{93E68463-9591-E934-C703-1E68397B8108}"/>
              </a:ext>
            </a:extLst>
          </p:cNvPr>
          <p:cNvSpPr/>
          <p:nvPr/>
        </p:nvSpPr>
        <p:spPr>
          <a:xfrm>
            <a:off x="1134957" y="3544516"/>
            <a:ext cx="1290318" cy="16158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Ways of Working</a:t>
            </a:r>
          </a:p>
        </p:txBody>
      </p:sp>
      <p:sp>
        <p:nvSpPr>
          <p:cNvPr id="111" name="Rectangle 110">
            <a:extLst>
              <a:ext uri="{FF2B5EF4-FFF2-40B4-BE49-F238E27FC236}">
                <a16:creationId xmlns:a16="http://schemas.microsoft.com/office/drawing/2014/main" id="{3E846251-4788-67C4-764D-22591B68C65D}"/>
              </a:ext>
            </a:extLst>
          </p:cNvPr>
          <p:cNvSpPr/>
          <p:nvPr/>
        </p:nvSpPr>
        <p:spPr>
          <a:xfrm>
            <a:off x="1134957" y="3829736"/>
            <a:ext cx="1290318" cy="323165"/>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Product Rationalization</a:t>
            </a:r>
          </a:p>
        </p:txBody>
      </p:sp>
      <p:cxnSp>
        <p:nvCxnSpPr>
          <p:cNvPr id="113" name="Straight Connector 112">
            <a:extLst>
              <a:ext uri="{FF2B5EF4-FFF2-40B4-BE49-F238E27FC236}">
                <a16:creationId xmlns:a16="http://schemas.microsoft.com/office/drawing/2014/main" id="{6E359A90-90F3-EE75-6A0F-9491F9387DAA}"/>
              </a:ext>
            </a:extLst>
          </p:cNvPr>
          <p:cNvCxnSpPr>
            <a:cxnSpLocks/>
          </p:cNvCxnSpPr>
          <p:nvPr/>
        </p:nvCxnSpPr>
        <p:spPr>
          <a:xfrm>
            <a:off x="1200150" y="2750682"/>
            <a:ext cx="122512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AE084A3C-9F48-D983-4A2F-98FB50985EF1}"/>
              </a:ext>
            </a:extLst>
          </p:cNvPr>
          <p:cNvCxnSpPr>
            <a:cxnSpLocks/>
          </p:cNvCxnSpPr>
          <p:nvPr/>
        </p:nvCxnSpPr>
        <p:spPr>
          <a:xfrm>
            <a:off x="1200150" y="3035900"/>
            <a:ext cx="122512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39E43691-932A-DE4F-423A-CBB6EC087456}"/>
              </a:ext>
            </a:extLst>
          </p:cNvPr>
          <p:cNvCxnSpPr>
            <a:cxnSpLocks/>
          </p:cNvCxnSpPr>
          <p:nvPr/>
        </p:nvCxnSpPr>
        <p:spPr>
          <a:xfrm>
            <a:off x="1200150" y="3482699"/>
            <a:ext cx="122512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CD4739B3-C84B-C5CB-B5B4-490AA94C9D4B}"/>
              </a:ext>
            </a:extLst>
          </p:cNvPr>
          <p:cNvCxnSpPr>
            <a:cxnSpLocks/>
          </p:cNvCxnSpPr>
          <p:nvPr/>
        </p:nvCxnSpPr>
        <p:spPr>
          <a:xfrm>
            <a:off x="1200150" y="3767916"/>
            <a:ext cx="122512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253" name="Group 252">
            <a:extLst>
              <a:ext uri="{FF2B5EF4-FFF2-40B4-BE49-F238E27FC236}">
                <a16:creationId xmlns:a16="http://schemas.microsoft.com/office/drawing/2014/main" id="{E84228BB-51BE-BF55-7675-2C5C61E3A667}"/>
              </a:ext>
            </a:extLst>
          </p:cNvPr>
          <p:cNvGrpSpPr/>
          <p:nvPr/>
        </p:nvGrpSpPr>
        <p:grpSpPr>
          <a:xfrm>
            <a:off x="2626118" y="2524075"/>
            <a:ext cx="2163258" cy="1572971"/>
            <a:chOff x="2626118" y="2630739"/>
            <a:chExt cx="2163258" cy="1572971"/>
          </a:xfrm>
        </p:grpSpPr>
        <p:sp>
          <p:nvSpPr>
            <p:cNvPr id="118" name="Rectangle 117">
              <a:extLst>
                <a:ext uri="{FF2B5EF4-FFF2-40B4-BE49-F238E27FC236}">
                  <a16:creationId xmlns:a16="http://schemas.microsoft.com/office/drawing/2014/main" id="{5ECBF670-5482-E2A6-9F91-9D9833FF6E29}"/>
                </a:ext>
              </a:extLst>
            </p:cNvPr>
            <p:cNvSpPr/>
            <p:nvPr/>
          </p:nvSpPr>
          <p:spPr>
            <a:xfrm>
              <a:off x="3003487" y="2979757"/>
              <a:ext cx="1290318" cy="16158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lang="en-US" sz="1050" kern="0"/>
                <a:t>Product Backlog</a:t>
              </a:r>
            </a:p>
          </p:txBody>
        </p:sp>
        <p:sp>
          <p:nvSpPr>
            <p:cNvPr id="119" name="Rectangle 118">
              <a:extLst>
                <a:ext uri="{FF2B5EF4-FFF2-40B4-BE49-F238E27FC236}">
                  <a16:creationId xmlns:a16="http://schemas.microsoft.com/office/drawing/2014/main" id="{6B1A46A6-2996-B964-4752-1B73D2A6E7AA}"/>
                </a:ext>
              </a:extLst>
            </p:cNvPr>
            <p:cNvSpPr/>
            <p:nvPr/>
          </p:nvSpPr>
          <p:spPr>
            <a:xfrm>
              <a:off x="3003487" y="2633946"/>
              <a:ext cx="1749063" cy="16158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Integrated </a:t>
              </a:r>
              <a:r>
                <a:rPr kumimoji="0" lang="en-US" sz="1050" b="0" i="0" u="none" strike="noStrike" kern="0" cap="none" spc="0" normalizeH="0" baseline="0" noProof="0" err="1">
                  <a:ln>
                    <a:noFill/>
                  </a:ln>
                  <a:effectLst/>
                  <a:uLnTx/>
                  <a:uFillTx/>
                  <a:ea typeface="+mn-ea"/>
                  <a:cs typeface="+mn-cs"/>
                </a:rPr>
                <a:t>Programme</a:t>
              </a:r>
              <a:r>
                <a:rPr kumimoji="0" lang="en-US" sz="1050" b="0" i="0" u="none" strike="noStrike" kern="0" cap="none" spc="0" normalizeH="0" baseline="0" noProof="0">
                  <a:ln>
                    <a:noFill/>
                  </a:ln>
                  <a:effectLst/>
                  <a:uLnTx/>
                  <a:uFillTx/>
                  <a:ea typeface="+mn-ea"/>
                  <a:cs typeface="+mn-cs"/>
                </a:rPr>
                <a:t> plan</a:t>
              </a:r>
            </a:p>
          </p:txBody>
        </p:sp>
        <p:sp>
          <p:nvSpPr>
            <p:cNvPr id="120" name="Rectangle 119">
              <a:extLst>
                <a:ext uri="{FF2B5EF4-FFF2-40B4-BE49-F238E27FC236}">
                  <a16:creationId xmlns:a16="http://schemas.microsoft.com/office/drawing/2014/main" id="{7F9B12E2-F2C5-B6F0-2F9A-BE0B9FB9CB22}"/>
                </a:ext>
              </a:extLst>
            </p:cNvPr>
            <p:cNvSpPr/>
            <p:nvPr/>
          </p:nvSpPr>
          <p:spPr>
            <a:xfrm>
              <a:off x="3003487" y="3325568"/>
              <a:ext cx="1290318" cy="16158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User stories</a:t>
              </a:r>
            </a:p>
          </p:txBody>
        </p:sp>
        <p:sp>
          <p:nvSpPr>
            <p:cNvPr id="121" name="Rectangle 120">
              <a:extLst>
                <a:ext uri="{FF2B5EF4-FFF2-40B4-BE49-F238E27FC236}">
                  <a16:creationId xmlns:a16="http://schemas.microsoft.com/office/drawing/2014/main" id="{990447EF-CEA6-7F93-7CA8-A141E36F8B74}"/>
                </a:ext>
              </a:extLst>
            </p:cNvPr>
            <p:cNvSpPr/>
            <p:nvPr/>
          </p:nvSpPr>
          <p:spPr>
            <a:xfrm>
              <a:off x="3003487" y="3671379"/>
              <a:ext cx="1290318" cy="16158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Estimates</a:t>
              </a:r>
            </a:p>
          </p:txBody>
        </p:sp>
        <p:sp>
          <p:nvSpPr>
            <p:cNvPr id="122" name="Rectangle 121">
              <a:extLst>
                <a:ext uri="{FF2B5EF4-FFF2-40B4-BE49-F238E27FC236}">
                  <a16:creationId xmlns:a16="http://schemas.microsoft.com/office/drawing/2014/main" id="{15B5ACD3-6374-DF12-4FE0-52A752D9AD83}"/>
                </a:ext>
              </a:extLst>
            </p:cNvPr>
            <p:cNvSpPr/>
            <p:nvPr/>
          </p:nvSpPr>
          <p:spPr>
            <a:xfrm>
              <a:off x="3003487" y="4017191"/>
              <a:ext cx="1290318" cy="161583"/>
            </a:xfrm>
            <a:prstGeom prst="rect">
              <a:avLst/>
            </a:prstGeom>
          </p:spPr>
          <p:txBody>
            <a:bodyPr wrap="squar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effectLst/>
                  <a:uLnTx/>
                  <a:uFillTx/>
                  <a:ea typeface="+mn-ea"/>
                  <a:cs typeface="+mn-cs"/>
                </a:rPr>
                <a:t>Sprint Plan</a:t>
              </a:r>
            </a:p>
          </p:txBody>
        </p:sp>
        <p:grpSp>
          <p:nvGrpSpPr>
            <p:cNvPr id="132" name="Group 131">
              <a:extLst>
                <a:ext uri="{FF2B5EF4-FFF2-40B4-BE49-F238E27FC236}">
                  <a16:creationId xmlns:a16="http://schemas.microsoft.com/office/drawing/2014/main" id="{BAA0590E-BE1A-6157-87FE-AE40C2E9E6EA}"/>
                </a:ext>
              </a:extLst>
            </p:cNvPr>
            <p:cNvGrpSpPr/>
            <p:nvPr/>
          </p:nvGrpSpPr>
          <p:grpSpPr>
            <a:xfrm>
              <a:off x="2836333" y="2887643"/>
              <a:ext cx="1953043" cy="1037433"/>
              <a:chOff x="3351181" y="2887643"/>
              <a:chExt cx="1225125" cy="1037433"/>
            </a:xfrm>
          </p:grpSpPr>
          <p:cxnSp>
            <p:nvCxnSpPr>
              <p:cNvPr id="123" name="Straight Connector 122">
                <a:extLst>
                  <a:ext uri="{FF2B5EF4-FFF2-40B4-BE49-F238E27FC236}">
                    <a16:creationId xmlns:a16="http://schemas.microsoft.com/office/drawing/2014/main" id="{0762EE94-4E31-6EDE-EE8D-56AFDEB69318}"/>
                  </a:ext>
                </a:extLst>
              </p:cNvPr>
              <p:cNvCxnSpPr>
                <a:cxnSpLocks/>
              </p:cNvCxnSpPr>
              <p:nvPr/>
            </p:nvCxnSpPr>
            <p:spPr>
              <a:xfrm>
                <a:off x="3351181" y="2887643"/>
                <a:ext cx="1225125" cy="0"/>
              </a:xfrm>
              <a:prstGeom prst="line">
                <a:avLst/>
              </a:prstGeom>
              <a:ln w="3175">
                <a:gradFill flip="none" rotWithShape="1">
                  <a:gsLst>
                    <a:gs pos="35000">
                      <a:schemeClr val="accent4"/>
                    </a:gs>
                    <a:gs pos="0">
                      <a:schemeClr val="accent4"/>
                    </a:gs>
                    <a:gs pos="78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1093BB1B-BDC3-98F3-7BEA-089F1242F0A7}"/>
                  </a:ext>
                </a:extLst>
              </p:cNvPr>
              <p:cNvCxnSpPr>
                <a:cxnSpLocks/>
              </p:cNvCxnSpPr>
              <p:nvPr/>
            </p:nvCxnSpPr>
            <p:spPr>
              <a:xfrm>
                <a:off x="3351181" y="3233454"/>
                <a:ext cx="1225125" cy="0"/>
              </a:xfrm>
              <a:prstGeom prst="line">
                <a:avLst/>
              </a:prstGeom>
              <a:ln w="3175">
                <a:gradFill flip="none" rotWithShape="1">
                  <a:gsLst>
                    <a:gs pos="35000">
                      <a:schemeClr val="accent4"/>
                    </a:gs>
                    <a:gs pos="0">
                      <a:schemeClr val="accent4"/>
                    </a:gs>
                    <a:gs pos="78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5" name="Straight Connector 124">
                <a:extLst>
                  <a:ext uri="{FF2B5EF4-FFF2-40B4-BE49-F238E27FC236}">
                    <a16:creationId xmlns:a16="http://schemas.microsoft.com/office/drawing/2014/main" id="{30773A27-F0AA-83B3-37E6-9FE556C5E274}"/>
                  </a:ext>
                </a:extLst>
              </p:cNvPr>
              <p:cNvCxnSpPr>
                <a:cxnSpLocks/>
              </p:cNvCxnSpPr>
              <p:nvPr/>
            </p:nvCxnSpPr>
            <p:spPr>
              <a:xfrm>
                <a:off x="3351181" y="3579265"/>
                <a:ext cx="1225125" cy="0"/>
              </a:xfrm>
              <a:prstGeom prst="line">
                <a:avLst/>
              </a:prstGeom>
              <a:ln w="3175">
                <a:gradFill flip="none" rotWithShape="1">
                  <a:gsLst>
                    <a:gs pos="35000">
                      <a:schemeClr val="accent4"/>
                    </a:gs>
                    <a:gs pos="0">
                      <a:schemeClr val="accent4"/>
                    </a:gs>
                    <a:gs pos="78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126" name="Straight Connector 125">
                <a:extLst>
                  <a:ext uri="{FF2B5EF4-FFF2-40B4-BE49-F238E27FC236}">
                    <a16:creationId xmlns:a16="http://schemas.microsoft.com/office/drawing/2014/main" id="{DE8AB098-F459-925E-E874-416D77DC1BB7}"/>
                  </a:ext>
                </a:extLst>
              </p:cNvPr>
              <p:cNvCxnSpPr>
                <a:cxnSpLocks/>
              </p:cNvCxnSpPr>
              <p:nvPr/>
            </p:nvCxnSpPr>
            <p:spPr>
              <a:xfrm>
                <a:off x="3351181" y="3925076"/>
                <a:ext cx="1225125" cy="0"/>
              </a:xfrm>
              <a:prstGeom prst="line">
                <a:avLst/>
              </a:prstGeom>
              <a:ln w="3175">
                <a:gradFill flip="none" rotWithShape="1">
                  <a:gsLst>
                    <a:gs pos="35000">
                      <a:schemeClr val="accent4"/>
                    </a:gs>
                    <a:gs pos="0">
                      <a:schemeClr val="accent4"/>
                    </a:gs>
                    <a:gs pos="78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127" name="Groupe 601">
              <a:extLst>
                <a:ext uri="{FF2B5EF4-FFF2-40B4-BE49-F238E27FC236}">
                  <a16:creationId xmlns:a16="http://schemas.microsoft.com/office/drawing/2014/main" id="{EABCBA0A-BD0D-1228-9862-D1A7C4F90CDB}"/>
                </a:ext>
              </a:extLst>
            </p:cNvPr>
            <p:cNvGrpSpPr/>
            <p:nvPr/>
          </p:nvGrpSpPr>
          <p:grpSpPr>
            <a:xfrm>
              <a:off x="2669532" y="2630739"/>
              <a:ext cx="155786" cy="199774"/>
              <a:chOff x="1547813" y="4400551"/>
              <a:chExt cx="404813" cy="519112"/>
            </a:xfrm>
            <a:solidFill>
              <a:schemeClr val="accent2">
                <a:lumMod val="50000"/>
              </a:schemeClr>
            </a:solidFill>
          </p:grpSpPr>
          <p:sp>
            <p:nvSpPr>
              <p:cNvPr id="128" name="Freeform 217">
                <a:extLst>
                  <a:ext uri="{FF2B5EF4-FFF2-40B4-BE49-F238E27FC236}">
                    <a16:creationId xmlns:a16="http://schemas.microsoft.com/office/drawing/2014/main" id="{723756EC-8670-59A3-9648-3A4460C32B3D}"/>
                  </a:ext>
                </a:extLst>
              </p:cNvPr>
              <p:cNvSpPr>
                <a:spLocks/>
              </p:cNvSpPr>
              <p:nvPr/>
            </p:nvSpPr>
            <p:spPr bwMode="auto">
              <a:xfrm>
                <a:off x="1547813" y="4400551"/>
                <a:ext cx="344488" cy="465138"/>
              </a:xfrm>
              <a:custGeom>
                <a:avLst/>
                <a:gdLst>
                  <a:gd name="T0" fmla="*/ 17 w 102"/>
                  <a:gd name="T1" fmla="*/ 0 h 137"/>
                  <a:gd name="T2" fmla="*/ 102 w 102"/>
                  <a:gd name="T3" fmla="*/ 0 h 137"/>
                  <a:gd name="T4" fmla="*/ 102 w 102"/>
                  <a:gd name="T5" fmla="*/ 120 h 137"/>
                  <a:gd name="T6" fmla="*/ 85 w 102"/>
                  <a:gd name="T7" fmla="*/ 137 h 137"/>
                  <a:gd name="T8" fmla="*/ 0 w 102"/>
                  <a:gd name="T9" fmla="*/ 137 h 137"/>
                  <a:gd name="T10" fmla="*/ 0 w 102"/>
                  <a:gd name="T11" fmla="*/ 17 h 137"/>
                  <a:gd name="T12" fmla="*/ 17 w 102"/>
                  <a:gd name="T13" fmla="*/ 0 h 137"/>
                </a:gdLst>
                <a:ahLst/>
                <a:cxnLst>
                  <a:cxn ang="0">
                    <a:pos x="T0" y="T1"/>
                  </a:cxn>
                  <a:cxn ang="0">
                    <a:pos x="T2" y="T3"/>
                  </a:cxn>
                  <a:cxn ang="0">
                    <a:pos x="T4" y="T5"/>
                  </a:cxn>
                  <a:cxn ang="0">
                    <a:pos x="T6" y="T7"/>
                  </a:cxn>
                  <a:cxn ang="0">
                    <a:pos x="T8" y="T9"/>
                  </a:cxn>
                  <a:cxn ang="0">
                    <a:pos x="T10" y="T11"/>
                  </a:cxn>
                  <a:cxn ang="0">
                    <a:pos x="T12" y="T13"/>
                  </a:cxn>
                </a:cxnLst>
                <a:rect l="0" t="0" r="r" b="b"/>
                <a:pathLst>
                  <a:path w="102" h="137">
                    <a:moveTo>
                      <a:pt x="17" y="0"/>
                    </a:moveTo>
                    <a:cubicBezTo>
                      <a:pt x="102" y="0"/>
                      <a:pt x="102" y="0"/>
                      <a:pt x="102" y="0"/>
                    </a:cubicBezTo>
                    <a:cubicBezTo>
                      <a:pt x="102" y="120"/>
                      <a:pt x="102" y="120"/>
                      <a:pt x="102" y="120"/>
                    </a:cubicBezTo>
                    <a:cubicBezTo>
                      <a:pt x="102" y="129"/>
                      <a:pt x="94" y="137"/>
                      <a:pt x="85" y="137"/>
                    </a:cubicBezTo>
                    <a:cubicBezTo>
                      <a:pt x="0" y="137"/>
                      <a:pt x="0" y="137"/>
                      <a:pt x="0" y="137"/>
                    </a:cubicBezTo>
                    <a:cubicBezTo>
                      <a:pt x="0" y="17"/>
                      <a:pt x="0" y="17"/>
                      <a:pt x="0" y="17"/>
                    </a:cubicBezTo>
                    <a:cubicBezTo>
                      <a:pt x="0" y="7"/>
                      <a:pt x="7"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29" name="Freeform 218">
                <a:extLst>
                  <a:ext uri="{FF2B5EF4-FFF2-40B4-BE49-F238E27FC236}">
                    <a16:creationId xmlns:a16="http://schemas.microsoft.com/office/drawing/2014/main" id="{048112CC-1421-7619-80CF-7AF18717CE24}"/>
                  </a:ext>
                </a:extLst>
              </p:cNvPr>
              <p:cNvSpPr>
                <a:spLocks noEditPoints="1"/>
              </p:cNvSpPr>
              <p:nvPr/>
            </p:nvSpPr>
            <p:spPr bwMode="auto">
              <a:xfrm>
                <a:off x="1584326" y="4597401"/>
                <a:ext cx="271463" cy="203200"/>
              </a:xfrm>
              <a:custGeom>
                <a:avLst/>
                <a:gdLst>
                  <a:gd name="T0" fmla="*/ 171 w 171"/>
                  <a:gd name="T1" fmla="*/ 17 h 128"/>
                  <a:gd name="T2" fmla="*/ 0 w 171"/>
                  <a:gd name="T3" fmla="*/ 17 h 128"/>
                  <a:gd name="T4" fmla="*/ 0 w 171"/>
                  <a:gd name="T5" fmla="*/ 0 h 128"/>
                  <a:gd name="T6" fmla="*/ 171 w 171"/>
                  <a:gd name="T7" fmla="*/ 0 h 128"/>
                  <a:gd name="T8" fmla="*/ 171 w 171"/>
                  <a:gd name="T9" fmla="*/ 17 h 128"/>
                  <a:gd name="T10" fmla="*/ 171 w 171"/>
                  <a:gd name="T11" fmla="*/ 17 h 128"/>
                  <a:gd name="T12" fmla="*/ 171 w 171"/>
                  <a:gd name="T13" fmla="*/ 17 h 128"/>
                  <a:gd name="T14" fmla="*/ 171 w 171"/>
                  <a:gd name="T15" fmla="*/ 36 h 128"/>
                  <a:gd name="T16" fmla="*/ 0 w 171"/>
                  <a:gd name="T17" fmla="*/ 36 h 128"/>
                  <a:gd name="T18" fmla="*/ 0 w 171"/>
                  <a:gd name="T19" fmla="*/ 54 h 128"/>
                  <a:gd name="T20" fmla="*/ 171 w 171"/>
                  <a:gd name="T21" fmla="*/ 54 h 128"/>
                  <a:gd name="T22" fmla="*/ 171 w 171"/>
                  <a:gd name="T23" fmla="*/ 36 h 128"/>
                  <a:gd name="T24" fmla="*/ 171 w 171"/>
                  <a:gd name="T25" fmla="*/ 36 h 128"/>
                  <a:gd name="T26" fmla="*/ 171 w 171"/>
                  <a:gd name="T27" fmla="*/ 36 h 128"/>
                  <a:gd name="T28" fmla="*/ 171 w 171"/>
                  <a:gd name="T29" fmla="*/ 73 h 128"/>
                  <a:gd name="T30" fmla="*/ 0 w 171"/>
                  <a:gd name="T31" fmla="*/ 73 h 128"/>
                  <a:gd name="T32" fmla="*/ 0 w 171"/>
                  <a:gd name="T33" fmla="*/ 92 h 128"/>
                  <a:gd name="T34" fmla="*/ 171 w 171"/>
                  <a:gd name="T35" fmla="*/ 92 h 128"/>
                  <a:gd name="T36" fmla="*/ 171 w 171"/>
                  <a:gd name="T37" fmla="*/ 73 h 128"/>
                  <a:gd name="T38" fmla="*/ 171 w 171"/>
                  <a:gd name="T39" fmla="*/ 73 h 128"/>
                  <a:gd name="T40" fmla="*/ 171 w 171"/>
                  <a:gd name="T41" fmla="*/ 73 h 128"/>
                  <a:gd name="T42" fmla="*/ 171 w 171"/>
                  <a:gd name="T43" fmla="*/ 109 h 128"/>
                  <a:gd name="T44" fmla="*/ 0 w 171"/>
                  <a:gd name="T45" fmla="*/ 109 h 128"/>
                  <a:gd name="T46" fmla="*/ 0 w 171"/>
                  <a:gd name="T47" fmla="*/ 128 h 128"/>
                  <a:gd name="T48" fmla="*/ 171 w 171"/>
                  <a:gd name="T49" fmla="*/ 128 h 128"/>
                  <a:gd name="T50" fmla="*/ 171 w 171"/>
                  <a:gd name="T51" fmla="*/ 109 h 128"/>
                  <a:gd name="T52" fmla="*/ 171 w 171"/>
                  <a:gd name="T53" fmla="*/ 109 h 128"/>
                  <a:gd name="T54" fmla="*/ 171 w 171"/>
                  <a:gd name="T55" fmla="*/ 109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71" h="128">
                    <a:moveTo>
                      <a:pt x="171" y="17"/>
                    </a:moveTo>
                    <a:lnTo>
                      <a:pt x="0" y="17"/>
                    </a:lnTo>
                    <a:lnTo>
                      <a:pt x="0" y="0"/>
                    </a:lnTo>
                    <a:lnTo>
                      <a:pt x="171" y="0"/>
                    </a:lnTo>
                    <a:lnTo>
                      <a:pt x="171" y="17"/>
                    </a:lnTo>
                    <a:lnTo>
                      <a:pt x="171" y="17"/>
                    </a:lnTo>
                    <a:lnTo>
                      <a:pt x="171" y="17"/>
                    </a:lnTo>
                    <a:close/>
                    <a:moveTo>
                      <a:pt x="171" y="36"/>
                    </a:moveTo>
                    <a:lnTo>
                      <a:pt x="0" y="36"/>
                    </a:lnTo>
                    <a:lnTo>
                      <a:pt x="0" y="54"/>
                    </a:lnTo>
                    <a:lnTo>
                      <a:pt x="171" y="54"/>
                    </a:lnTo>
                    <a:lnTo>
                      <a:pt x="171" y="36"/>
                    </a:lnTo>
                    <a:lnTo>
                      <a:pt x="171" y="36"/>
                    </a:lnTo>
                    <a:lnTo>
                      <a:pt x="171" y="36"/>
                    </a:lnTo>
                    <a:close/>
                    <a:moveTo>
                      <a:pt x="171" y="73"/>
                    </a:moveTo>
                    <a:lnTo>
                      <a:pt x="0" y="73"/>
                    </a:lnTo>
                    <a:lnTo>
                      <a:pt x="0" y="92"/>
                    </a:lnTo>
                    <a:lnTo>
                      <a:pt x="171" y="92"/>
                    </a:lnTo>
                    <a:lnTo>
                      <a:pt x="171" y="73"/>
                    </a:lnTo>
                    <a:lnTo>
                      <a:pt x="171" y="73"/>
                    </a:lnTo>
                    <a:lnTo>
                      <a:pt x="171" y="73"/>
                    </a:lnTo>
                    <a:close/>
                    <a:moveTo>
                      <a:pt x="171" y="109"/>
                    </a:moveTo>
                    <a:lnTo>
                      <a:pt x="0" y="109"/>
                    </a:lnTo>
                    <a:lnTo>
                      <a:pt x="0" y="128"/>
                    </a:lnTo>
                    <a:lnTo>
                      <a:pt x="171" y="128"/>
                    </a:lnTo>
                    <a:lnTo>
                      <a:pt x="171" y="109"/>
                    </a:lnTo>
                    <a:lnTo>
                      <a:pt x="171" y="109"/>
                    </a:lnTo>
                    <a:lnTo>
                      <a:pt x="171" y="109"/>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0" name="Freeform 219">
                <a:extLst>
                  <a:ext uri="{FF2B5EF4-FFF2-40B4-BE49-F238E27FC236}">
                    <a16:creationId xmlns:a16="http://schemas.microsoft.com/office/drawing/2014/main" id="{6AF8079A-2E6D-1F1B-A9DF-EE69433872F8}"/>
                  </a:ext>
                </a:extLst>
              </p:cNvPr>
              <p:cNvSpPr>
                <a:spLocks/>
              </p:cNvSpPr>
              <p:nvPr/>
            </p:nvSpPr>
            <p:spPr bwMode="auto">
              <a:xfrm>
                <a:off x="1770063" y="4483101"/>
                <a:ext cx="182563" cy="379413"/>
              </a:xfrm>
              <a:custGeom>
                <a:avLst/>
                <a:gdLst>
                  <a:gd name="T0" fmla="*/ 54 w 54"/>
                  <a:gd name="T1" fmla="*/ 53 h 112"/>
                  <a:gd name="T2" fmla="*/ 30 w 54"/>
                  <a:gd name="T3" fmla="*/ 0 h 112"/>
                  <a:gd name="T4" fmla="*/ 28 w 54"/>
                  <a:gd name="T5" fmla="*/ 0 h 112"/>
                  <a:gd name="T6" fmla="*/ 28 w 54"/>
                  <a:gd name="T7" fmla="*/ 55 h 112"/>
                  <a:gd name="T8" fmla="*/ 31 w 54"/>
                  <a:gd name="T9" fmla="*/ 59 h 112"/>
                  <a:gd name="T10" fmla="*/ 27 w 54"/>
                  <a:gd name="T11" fmla="*/ 62 h 112"/>
                  <a:gd name="T12" fmla="*/ 23 w 54"/>
                  <a:gd name="T13" fmla="*/ 59 h 112"/>
                  <a:gd name="T14" fmla="*/ 26 w 54"/>
                  <a:gd name="T15" fmla="*/ 55 h 112"/>
                  <a:gd name="T16" fmla="*/ 26 w 54"/>
                  <a:gd name="T17" fmla="*/ 0 h 112"/>
                  <a:gd name="T18" fmla="*/ 24 w 54"/>
                  <a:gd name="T19" fmla="*/ 0 h 112"/>
                  <a:gd name="T20" fmla="*/ 0 w 54"/>
                  <a:gd name="T21" fmla="*/ 53 h 112"/>
                  <a:gd name="T22" fmla="*/ 11 w 54"/>
                  <a:gd name="T23" fmla="*/ 112 h 112"/>
                  <a:gd name="T24" fmla="*/ 43 w 54"/>
                  <a:gd name="T25" fmla="*/ 112 h 112"/>
                  <a:gd name="T26" fmla="*/ 54 w 54"/>
                  <a:gd name="T27" fmla="*/ 53 h 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4" h="112">
                    <a:moveTo>
                      <a:pt x="54" y="53"/>
                    </a:moveTo>
                    <a:cubicBezTo>
                      <a:pt x="54" y="53"/>
                      <a:pt x="30" y="21"/>
                      <a:pt x="30" y="0"/>
                    </a:cubicBezTo>
                    <a:cubicBezTo>
                      <a:pt x="28" y="0"/>
                      <a:pt x="28" y="0"/>
                      <a:pt x="28" y="0"/>
                    </a:cubicBezTo>
                    <a:cubicBezTo>
                      <a:pt x="28" y="55"/>
                      <a:pt x="28" y="55"/>
                      <a:pt x="28" y="55"/>
                    </a:cubicBezTo>
                    <a:cubicBezTo>
                      <a:pt x="30" y="56"/>
                      <a:pt x="31" y="57"/>
                      <a:pt x="31" y="59"/>
                    </a:cubicBezTo>
                    <a:cubicBezTo>
                      <a:pt x="31" y="61"/>
                      <a:pt x="29" y="62"/>
                      <a:pt x="27" y="62"/>
                    </a:cubicBezTo>
                    <a:cubicBezTo>
                      <a:pt x="25" y="62"/>
                      <a:pt x="23" y="61"/>
                      <a:pt x="23" y="59"/>
                    </a:cubicBezTo>
                    <a:cubicBezTo>
                      <a:pt x="23" y="57"/>
                      <a:pt x="25" y="56"/>
                      <a:pt x="26" y="55"/>
                    </a:cubicBezTo>
                    <a:cubicBezTo>
                      <a:pt x="26" y="0"/>
                      <a:pt x="26" y="0"/>
                      <a:pt x="26" y="0"/>
                    </a:cubicBezTo>
                    <a:cubicBezTo>
                      <a:pt x="24" y="0"/>
                      <a:pt x="24" y="0"/>
                      <a:pt x="24" y="0"/>
                    </a:cubicBezTo>
                    <a:cubicBezTo>
                      <a:pt x="24" y="21"/>
                      <a:pt x="0" y="53"/>
                      <a:pt x="0" y="53"/>
                    </a:cubicBezTo>
                    <a:cubicBezTo>
                      <a:pt x="11" y="91"/>
                      <a:pt x="11" y="112"/>
                      <a:pt x="11" y="112"/>
                    </a:cubicBezTo>
                    <a:cubicBezTo>
                      <a:pt x="43" y="112"/>
                      <a:pt x="43" y="112"/>
                      <a:pt x="43" y="112"/>
                    </a:cubicBezTo>
                    <a:cubicBezTo>
                      <a:pt x="43" y="112"/>
                      <a:pt x="43" y="91"/>
                      <a:pt x="54" y="53"/>
                    </a:cubicBezTo>
                    <a:close/>
                  </a:path>
                </a:pathLst>
              </a:custGeom>
              <a:grpFill/>
              <a:ln w="3175">
                <a:solidFill>
                  <a:srgbClr val="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1" name="Freeform 220">
                <a:extLst>
                  <a:ext uri="{FF2B5EF4-FFF2-40B4-BE49-F238E27FC236}">
                    <a16:creationId xmlns:a16="http://schemas.microsoft.com/office/drawing/2014/main" id="{90630511-05B7-88BD-F815-8A75001ADC6D}"/>
                  </a:ext>
                </a:extLst>
              </p:cNvPr>
              <p:cNvSpPr>
                <a:spLocks/>
              </p:cNvSpPr>
              <p:nvPr/>
            </p:nvSpPr>
            <p:spPr bwMode="auto">
              <a:xfrm>
                <a:off x="1790701" y="4872038"/>
                <a:ext cx="142875" cy="47625"/>
              </a:xfrm>
              <a:custGeom>
                <a:avLst/>
                <a:gdLst>
                  <a:gd name="T0" fmla="*/ 0 w 90"/>
                  <a:gd name="T1" fmla="*/ 0 h 30"/>
                  <a:gd name="T2" fmla="*/ 90 w 90"/>
                  <a:gd name="T3" fmla="*/ 0 h 30"/>
                  <a:gd name="T4" fmla="*/ 90 w 90"/>
                  <a:gd name="T5" fmla="*/ 30 h 30"/>
                  <a:gd name="T6" fmla="*/ 0 w 90"/>
                  <a:gd name="T7" fmla="*/ 30 h 30"/>
                  <a:gd name="T8" fmla="*/ 0 w 90"/>
                  <a:gd name="T9" fmla="*/ 0 h 30"/>
                  <a:gd name="T10" fmla="*/ 0 w 90"/>
                  <a:gd name="T11" fmla="*/ 0 h 30"/>
                </a:gdLst>
                <a:ahLst/>
                <a:cxnLst>
                  <a:cxn ang="0">
                    <a:pos x="T0" y="T1"/>
                  </a:cxn>
                  <a:cxn ang="0">
                    <a:pos x="T2" y="T3"/>
                  </a:cxn>
                  <a:cxn ang="0">
                    <a:pos x="T4" y="T5"/>
                  </a:cxn>
                  <a:cxn ang="0">
                    <a:pos x="T6" y="T7"/>
                  </a:cxn>
                  <a:cxn ang="0">
                    <a:pos x="T8" y="T9"/>
                  </a:cxn>
                  <a:cxn ang="0">
                    <a:pos x="T10" y="T11"/>
                  </a:cxn>
                </a:cxnLst>
                <a:rect l="0" t="0" r="r" b="b"/>
                <a:pathLst>
                  <a:path w="90" h="30">
                    <a:moveTo>
                      <a:pt x="0" y="0"/>
                    </a:moveTo>
                    <a:lnTo>
                      <a:pt x="90" y="0"/>
                    </a:lnTo>
                    <a:lnTo>
                      <a:pt x="90" y="30"/>
                    </a:lnTo>
                    <a:lnTo>
                      <a:pt x="0" y="30"/>
                    </a:lnTo>
                    <a:lnTo>
                      <a:pt x="0" y="0"/>
                    </a:lnTo>
                    <a:lnTo>
                      <a:pt x="0" y="0"/>
                    </a:lnTo>
                    <a:close/>
                  </a:path>
                </a:pathLst>
              </a:custGeom>
              <a:grpFill/>
              <a:ln w="3175">
                <a:solidFill>
                  <a:srgbClr val="FFFFFF"/>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33" name="Group 132">
              <a:extLst>
                <a:ext uri="{FF2B5EF4-FFF2-40B4-BE49-F238E27FC236}">
                  <a16:creationId xmlns:a16="http://schemas.microsoft.com/office/drawing/2014/main" id="{AC78896F-39CF-989D-1C88-D5762D31AA33}"/>
                </a:ext>
              </a:extLst>
            </p:cNvPr>
            <p:cNvGrpSpPr/>
            <p:nvPr/>
          </p:nvGrpSpPr>
          <p:grpSpPr>
            <a:xfrm>
              <a:off x="2662128" y="2960195"/>
              <a:ext cx="206082" cy="212209"/>
              <a:chOff x="6089087" y="573401"/>
              <a:chExt cx="451713" cy="465141"/>
            </a:xfrm>
            <a:solidFill>
              <a:schemeClr val="accent2">
                <a:lumMod val="50000"/>
              </a:schemeClr>
            </a:solidFill>
          </p:grpSpPr>
          <p:sp>
            <p:nvSpPr>
              <p:cNvPr id="134" name="Freeform 118">
                <a:extLst>
                  <a:ext uri="{FF2B5EF4-FFF2-40B4-BE49-F238E27FC236}">
                    <a16:creationId xmlns:a16="http://schemas.microsoft.com/office/drawing/2014/main" id="{E64BF7EB-7F34-A4E7-C1CC-8C4693925D23}"/>
                  </a:ext>
                </a:extLst>
              </p:cNvPr>
              <p:cNvSpPr>
                <a:spLocks noEditPoints="1"/>
              </p:cNvSpPr>
              <p:nvPr/>
            </p:nvSpPr>
            <p:spPr bwMode="auto">
              <a:xfrm>
                <a:off x="6089087" y="821842"/>
                <a:ext cx="451713" cy="216700"/>
              </a:xfrm>
              <a:custGeom>
                <a:avLst/>
                <a:gdLst>
                  <a:gd name="T0" fmla="*/ 103 w 125"/>
                  <a:gd name="T1" fmla="*/ 4 h 60"/>
                  <a:gd name="T2" fmla="*/ 95 w 125"/>
                  <a:gd name="T3" fmla="*/ 3 h 60"/>
                  <a:gd name="T4" fmla="*/ 68 w 125"/>
                  <a:gd name="T5" fmla="*/ 16 h 60"/>
                  <a:gd name="T6" fmla="*/ 70 w 125"/>
                  <a:gd name="T7" fmla="*/ 23 h 60"/>
                  <a:gd name="T8" fmla="*/ 103 w 125"/>
                  <a:gd name="T9" fmla="*/ 4 h 60"/>
                  <a:gd name="T10" fmla="*/ 121 w 125"/>
                  <a:gd name="T11" fmla="*/ 5 h 60"/>
                  <a:gd name="T12" fmla="*/ 105 w 125"/>
                  <a:gd name="T13" fmla="*/ 6 h 60"/>
                  <a:gd name="T14" fmla="*/ 70 w 125"/>
                  <a:gd name="T15" fmla="*/ 26 h 60"/>
                  <a:gd name="T16" fmla="*/ 69 w 125"/>
                  <a:gd name="T17" fmla="*/ 28 h 60"/>
                  <a:gd name="T18" fmla="*/ 61 w 125"/>
                  <a:gd name="T19" fmla="*/ 35 h 60"/>
                  <a:gd name="T20" fmla="*/ 52 w 125"/>
                  <a:gd name="T21" fmla="*/ 34 h 60"/>
                  <a:gd name="T22" fmla="*/ 34 w 125"/>
                  <a:gd name="T23" fmla="*/ 25 h 60"/>
                  <a:gd name="T24" fmla="*/ 34 w 125"/>
                  <a:gd name="T25" fmla="*/ 22 h 60"/>
                  <a:gd name="T26" fmla="*/ 54 w 125"/>
                  <a:gd name="T27" fmla="*/ 32 h 60"/>
                  <a:gd name="T28" fmla="*/ 59 w 125"/>
                  <a:gd name="T29" fmla="*/ 32 h 60"/>
                  <a:gd name="T30" fmla="*/ 60 w 125"/>
                  <a:gd name="T31" fmla="*/ 32 h 60"/>
                  <a:gd name="T32" fmla="*/ 60 w 125"/>
                  <a:gd name="T33" fmla="*/ 32 h 60"/>
                  <a:gd name="T34" fmla="*/ 65 w 125"/>
                  <a:gd name="T35" fmla="*/ 29 h 60"/>
                  <a:gd name="T36" fmla="*/ 66 w 125"/>
                  <a:gd name="T37" fmla="*/ 27 h 60"/>
                  <a:gd name="T38" fmla="*/ 67 w 125"/>
                  <a:gd name="T39" fmla="*/ 24 h 60"/>
                  <a:gd name="T40" fmla="*/ 65 w 125"/>
                  <a:gd name="T41" fmla="*/ 17 h 60"/>
                  <a:gd name="T42" fmla="*/ 62 w 125"/>
                  <a:gd name="T43" fmla="*/ 14 h 60"/>
                  <a:gd name="T44" fmla="*/ 33 w 125"/>
                  <a:gd name="T45" fmla="*/ 1 h 60"/>
                  <a:gd name="T46" fmla="*/ 23 w 125"/>
                  <a:gd name="T47" fmla="*/ 1 h 60"/>
                  <a:gd name="T48" fmla="*/ 3 w 125"/>
                  <a:gd name="T49" fmla="*/ 5 h 60"/>
                  <a:gd name="T50" fmla="*/ 0 w 125"/>
                  <a:gd name="T51" fmla="*/ 39 h 60"/>
                  <a:gd name="T52" fmla="*/ 3 w 125"/>
                  <a:gd name="T53" fmla="*/ 44 h 60"/>
                  <a:gd name="T54" fmla="*/ 17 w 125"/>
                  <a:gd name="T55" fmla="*/ 44 h 60"/>
                  <a:gd name="T56" fmla="*/ 20 w 125"/>
                  <a:gd name="T57" fmla="*/ 44 h 60"/>
                  <a:gd name="T58" fmla="*/ 22 w 125"/>
                  <a:gd name="T59" fmla="*/ 45 h 60"/>
                  <a:gd name="T60" fmla="*/ 59 w 125"/>
                  <a:gd name="T61" fmla="*/ 59 h 60"/>
                  <a:gd name="T62" fmla="*/ 64 w 125"/>
                  <a:gd name="T63" fmla="*/ 59 h 60"/>
                  <a:gd name="T64" fmla="*/ 66 w 125"/>
                  <a:gd name="T65" fmla="*/ 58 h 60"/>
                  <a:gd name="T66" fmla="*/ 116 w 125"/>
                  <a:gd name="T67" fmla="*/ 21 h 60"/>
                  <a:gd name="T68" fmla="*/ 121 w 125"/>
                  <a:gd name="T69"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5" h="60">
                    <a:moveTo>
                      <a:pt x="103" y="4"/>
                    </a:moveTo>
                    <a:cubicBezTo>
                      <a:pt x="100" y="2"/>
                      <a:pt x="97" y="1"/>
                      <a:pt x="95" y="3"/>
                    </a:cubicBezTo>
                    <a:cubicBezTo>
                      <a:pt x="68" y="16"/>
                      <a:pt x="68" y="16"/>
                      <a:pt x="68" y="16"/>
                    </a:cubicBezTo>
                    <a:cubicBezTo>
                      <a:pt x="69" y="18"/>
                      <a:pt x="70" y="20"/>
                      <a:pt x="70" y="23"/>
                    </a:cubicBezTo>
                    <a:lnTo>
                      <a:pt x="103" y="4"/>
                    </a:lnTo>
                    <a:close/>
                    <a:moveTo>
                      <a:pt x="121" y="5"/>
                    </a:moveTo>
                    <a:cubicBezTo>
                      <a:pt x="118" y="1"/>
                      <a:pt x="111" y="2"/>
                      <a:pt x="105" y="6"/>
                    </a:cubicBezTo>
                    <a:cubicBezTo>
                      <a:pt x="94" y="12"/>
                      <a:pt x="70" y="26"/>
                      <a:pt x="70" y="26"/>
                    </a:cubicBezTo>
                    <a:cubicBezTo>
                      <a:pt x="69" y="27"/>
                      <a:pt x="69" y="28"/>
                      <a:pt x="69" y="28"/>
                    </a:cubicBezTo>
                    <a:cubicBezTo>
                      <a:pt x="67" y="32"/>
                      <a:pt x="64" y="34"/>
                      <a:pt x="61" y="35"/>
                    </a:cubicBezTo>
                    <a:cubicBezTo>
                      <a:pt x="58" y="36"/>
                      <a:pt x="55" y="36"/>
                      <a:pt x="52" y="34"/>
                    </a:cubicBezTo>
                    <a:cubicBezTo>
                      <a:pt x="34" y="25"/>
                      <a:pt x="34" y="25"/>
                      <a:pt x="34" y="25"/>
                    </a:cubicBezTo>
                    <a:cubicBezTo>
                      <a:pt x="34" y="22"/>
                      <a:pt x="34" y="22"/>
                      <a:pt x="34" y="22"/>
                    </a:cubicBezTo>
                    <a:cubicBezTo>
                      <a:pt x="54" y="32"/>
                      <a:pt x="54" y="32"/>
                      <a:pt x="54" y="32"/>
                    </a:cubicBezTo>
                    <a:cubicBezTo>
                      <a:pt x="55" y="32"/>
                      <a:pt x="57" y="33"/>
                      <a:pt x="59" y="32"/>
                    </a:cubicBezTo>
                    <a:cubicBezTo>
                      <a:pt x="59" y="32"/>
                      <a:pt x="59" y="32"/>
                      <a:pt x="60" y="32"/>
                    </a:cubicBezTo>
                    <a:cubicBezTo>
                      <a:pt x="60" y="32"/>
                      <a:pt x="60" y="32"/>
                      <a:pt x="60" y="32"/>
                    </a:cubicBezTo>
                    <a:cubicBezTo>
                      <a:pt x="62" y="32"/>
                      <a:pt x="63" y="31"/>
                      <a:pt x="65" y="29"/>
                    </a:cubicBezTo>
                    <a:cubicBezTo>
                      <a:pt x="65" y="29"/>
                      <a:pt x="66" y="28"/>
                      <a:pt x="66" y="27"/>
                    </a:cubicBezTo>
                    <a:cubicBezTo>
                      <a:pt x="67" y="26"/>
                      <a:pt x="67" y="25"/>
                      <a:pt x="67" y="24"/>
                    </a:cubicBezTo>
                    <a:cubicBezTo>
                      <a:pt x="67" y="22"/>
                      <a:pt x="67" y="19"/>
                      <a:pt x="65" y="17"/>
                    </a:cubicBezTo>
                    <a:cubicBezTo>
                      <a:pt x="64" y="16"/>
                      <a:pt x="63" y="15"/>
                      <a:pt x="62" y="14"/>
                    </a:cubicBezTo>
                    <a:cubicBezTo>
                      <a:pt x="62" y="14"/>
                      <a:pt x="40" y="4"/>
                      <a:pt x="33" y="1"/>
                    </a:cubicBezTo>
                    <a:cubicBezTo>
                      <a:pt x="30" y="0"/>
                      <a:pt x="27" y="1"/>
                      <a:pt x="23" y="1"/>
                    </a:cubicBezTo>
                    <a:cubicBezTo>
                      <a:pt x="19" y="2"/>
                      <a:pt x="3" y="5"/>
                      <a:pt x="3" y="5"/>
                    </a:cubicBezTo>
                    <a:cubicBezTo>
                      <a:pt x="8" y="10"/>
                      <a:pt x="2" y="28"/>
                      <a:pt x="0" y="39"/>
                    </a:cubicBezTo>
                    <a:cubicBezTo>
                      <a:pt x="0" y="43"/>
                      <a:pt x="1" y="44"/>
                      <a:pt x="3" y="44"/>
                    </a:cubicBezTo>
                    <a:cubicBezTo>
                      <a:pt x="17" y="44"/>
                      <a:pt x="17" y="44"/>
                      <a:pt x="17" y="44"/>
                    </a:cubicBezTo>
                    <a:cubicBezTo>
                      <a:pt x="17" y="44"/>
                      <a:pt x="19" y="44"/>
                      <a:pt x="20" y="44"/>
                    </a:cubicBezTo>
                    <a:cubicBezTo>
                      <a:pt x="21" y="44"/>
                      <a:pt x="22" y="45"/>
                      <a:pt x="22" y="45"/>
                    </a:cubicBezTo>
                    <a:cubicBezTo>
                      <a:pt x="59" y="59"/>
                      <a:pt x="59" y="59"/>
                      <a:pt x="59" y="59"/>
                    </a:cubicBezTo>
                    <a:cubicBezTo>
                      <a:pt x="60" y="60"/>
                      <a:pt x="62" y="60"/>
                      <a:pt x="64" y="59"/>
                    </a:cubicBezTo>
                    <a:cubicBezTo>
                      <a:pt x="64" y="59"/>
                      <a:pt x="65" y="59"/>
                      <a:pt x="66" y="58"/>
                    </a:cubicBezTo>
                    <a:cubicBezTo>
                      <a:pt x="77" y="51"/>
                      <a:pt x="112" y="24"/>
                      <a:pt x="116" y="21"/>
                    </a:cubicBezTo>
                    <a:cubicBezTo>
                      <a:pt x="125" y="14"/>
                      <a:pt x="124" y="9"/>
                      <a:pt x="1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a:ea typeface="+mn-ea"/>
                  <a:cs typeface="+mn-cs"/>
                </a:endParaRPr>
              </a:p>
            </p:txBody>
          </p:sp>
          <p:sp>
            <p:nvSpPr>
              <p:cNvPr id="135" name="Rectangle: Rounded Corners 134">
                <a:extLst>
                  <a:ext uri="{FF2B5EF4-FFF2-40B4-BE49-F238E27FC236}">
                    <a16:creationId xmlns:a16="http://schemas.microsoft.com/office/drawing/2014/main" id="{06AA2C4F-5D8D-9D1A-B8E3-99AB23F08A9C}"/>
                  </a:ext>
                </a:extLst>
              </p:cNvPr>
              <p:cNvSpPr/>
              <p:nvPr/>
            </p:nvSpPr>
            <p:spPr>
              <a:xfrm>
                <a:off x="6210215" y="573401"/>
                <a:ext cx="192490" cy="193679"/>
              </a:xfrm>
              <a:prstGeom prst="roundRect">
                <a:avLst>
                  <a:gd name="adj" fmla="val 5847"/>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36" name="Groupe 522">
              <a:extLst>
                <a:ext uri="{FF2B5EF4-FFF2-40B4-BE49-F238E27FC236}">
                  <a16:creationId xmlns:a16="http://schemas.microsoft.com/office/drawing/2014/main" id="{6331B4B6-FBD7-BA4F-BA2A-8E561F85765A}"/>
                </a:ext>
              </a:extLst>
            </p:cNvPr>
            <p:cNvGrpSpPr/>
            <p:nvPr/>
          </p:nvGrpSpPr>
          <p:grpSpPr>
            <a:xfrm>
              <a:off x="2629873" y="3272832"/>
              <a:ext cx="270592" cy="246669"/>
              <a:chOff x="6630988" y="5624513"/>
              <a:chExt cx="520700" cy="474663"/>
            </a:xfrm>
            <a:solidFill>
              <a:schemeClr val="accent2">
                <a:lumMod val="50000"/>
              </a:schemeClr>
            </a:solidFill>
          </p:grpSpPr>
          <p:sp>
            <p:nvSpPr>
              <p:cNvPr id="137" name="Freeform 384">
                <a:extLst>
                  <a:ext uri="{FF2B5EF4-FFF2-40B4-BE49-F238E27FC236}">
                    <a16:creationId xmlns:a16="http://schemas.microsoft.com/office/drawing/2014/main" id="{3F51F72E-B26E-E981-7B8A-2621F41B96F1}"/>
                  </a:ext>
                </a:extLst>
              </p:cNvPr>
              <p:cNvSpPr>
                <a:spLocks/>
              </p:cNvSpPr>
              <p:nvPr/>
            </p:nvSpPr>
            <p:spPr bwMode="auto">
              <a:xfrm>
                <a:off x="6691313" y="5835650"/>
                <a:ext cx="328613" cy="219075"/>
              </a:xfrm>
              <a:custGeom>
                <a:avLst/>
                <a:gdLst>
                  <a:gd name="T0" fmla="*/ 51 w 97"/>
                  <a:gd name="T1" fmla="*/ 0 h 64"/>
                  <a:gd name="T2" fmla="*/ 68 w 97"/>
                  <a:gd name="T3" fmla="*/ 10 h 64"/>
                  <a:gd name="T4" fmla="*/ 88 w 97"/>
                  <a:gd name="T5" fmla="*/ 15 h 64"/>
                  <a:gd name="T6" fmla="*/ 91 w 97"/>
                  <a:gd name="T7" fmla="*/ 15 h 64"/>
                  <a:gd name="T8" fmla="*/ 92 w 97"/>
                  <a:gd name="T9" fmla="*/ 15 h 64"/>
                  <a:gd name="T10" fmla="*/ 71 w 97"/>
                  <a:gd name="T11" fmla="*/ 47 h 64"/>
                  <a:gd name="T12" fmla="*/ 15 w 97"/>
                  <a:gd name="T13" fmla="*/ 61 h 64"/>
                  <a:gd name="T14" fmla="*/ 7 w 97"/>
                  <a:gd name="T15" fmla="*/ 63 h 64"/>
                  <a:gd name="T16" fmla="*/ 2 w 97"/>
                  <a:gd name="T17" fmla="*/ 61 h 64"/>
                  <a:gd name="T18" fmla="*/ 2 w 97"/>
                  <a:gd name="T19" fmla="*/ 55 h 64"/>
                  <a:gd name="T20" fmla="*/ 7 w 97"/>
                  <a:gd name="T21" fmla="*/ 51 h 64"/>
                  <a:gd name="T22" fmla="*/ 22 w 97"/>
                  <a:gd name="T23" fmla="*/ 40 h 64"/>
                  <a:gd name="T24" fmla="*/ 32 w 97"/>
                  <a:gd name="T25" fmla="*/ 26 h 64"/>
                  <a:gd name="T26" fmla="*/ 32 w 97"/>
                  <a:gd name="T27" fmla="*/ 25 h 64"/>
                  <a:gd name="T28" fmla="*/ 51 w 97"/>
                  <a:gd name="T29" fmla="*/ 0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97" h="64">
                    <a:moveTo>
                      <a:pt x="51" y="0"/>
                    </a:moveTo>
                    <a:cubicBezTo>
                      <a:pt x="57" y="4"/>
                      <a:pt x="63" y="7"/>
                      <a:pt x="68" y="10"/>
                    </a:cubicBezTo>
                    <a:cubicBezTo>
                      <a:pt x="75" y="13"/>
                      <a:pt x="81" y="16"/>
                      <a:pt x="88" y="15"/>
                    </a:cubicBezTo>
                    <a:cubicBezTo>
                      <a:pt x="89" y="15"/>
                      <a:pt x="90" y="15"/>
                      <a:pt x="91" y="15"/>
                    </a:cubicBezTo>
                    <a:cubicBezTo>
                      <a:pt x="92" y="15"/>
                      <a:pt x="92" y="15"/>
                      <a:pt x="92" y="15"/>
                    </a:cubicBezTo>
                    <a:cubicBezTo>
                      <a:pt x="94" y="26"/>
                      <a:pt x="97" y="46"/>
                      <a:pt x="71" y="47"/>
                    </a:cubicBezTo>
                    <a:cubicBezTo>
                      <a:pt x="61" y="48"/>
                      <a:pt x="43" y="45"/>
                      <a:pt x="15" y="61"/>
                    </a:cubicBezTo>
                    <a:cubicBezTo>
                      <a:pt x="12" y="63"/>
                      <a:pt x="10" y="63"/>
                      <a:pt x="7" y="63"/>
                    </a:cubicBezTo>
                    <a:cubicBezTo>
                      <a:pt x="5" y="64"/>
                      <a:pt x="3" y="63"/>
                      <a:pt x="2" y="61"/>
                    </a:cubicBezTo>
                    <a:cubicBezTo>
                      <a:pt x="0" y="59"/>
                      <a:pt x="1" y="57"/>
                      <a:pt x="2" y="55"/>
                    </a:cubicBezTo>
                    <a:cubicBezTo>
                      <a:pt x="3" y="53"/>
                      <a:pt x="5" y="52"/>
                      <a:pt x="7" y="51"/>
                    </a:cubicBezTo>
                    <a:cubicBezTo>
                      <a:pt x="12" y="47"/>
                      <a:pt x="17" y="44"/>
                      <a:pt x="22" y="40"/>
                    </a:cubicBezTo>
                    <a:cubicBezTo>
                      <a:pt x="27" y="37"/>
                      <a:pt x="31" y="33"/>
                      <a:pt x="32" y="26"/>
                    </a:cubicBezTo>
                    <a:cubicBezTo>
                      <a:pt x="32" y="26"/>
                      <a:pt x="32" y="25"/>
                      <a:pt x="32" y="25"/>
                    </a:cubicBezTo>
                    <a:cubicBezTo>
                      <a:pt x="38" y="17"/>
                      <a:pt x="44" y="9"/>
                      <a:pt x="5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8" name="Freeform 385">
                <a:extLst>
                  <a:ext uri="{FF2B5EF4-FFF2-40B4-BE49-F238E27FC236}">
                    <a16:creationId xmlns:a16="http://schemas.microsoft.com/office/drawing/2014/main" id="{F27C1E89-F25E-53DF-7AE2-291A8B770BCE}"/>
                  </a:ext>
                </a:extLst>
              </p:cNvPr>
              <p:cNvSpPr>
                <a:spLocks noEditPoints="1"/>
              </p:cNvSpPr>
              <p:nvPr/>
            </p:nvSpPr>
            <p:spPr bwMode="auto">
              <a:xfrm>
                <a:off x="7011988" y="5842000"/>
                <a:ext cx="139700" cy="198438"/>
              </a:xfrm>
              <a:custGeom>
                <a:avLst/>
                <a:gdLst>
                  <a:gd name="T0" fmla="*/ 41 w 41"/>
                  <a:gd name="T1" fmla="*/ 51 h 58"/>
                  <a:gd name="T2" fmla="*/ 10 w 41"/>
                  <a:gd name="T3" fmla="*/ 53 h 58"/>
                  <a:gd name="T4" fmla="*/ 5 w 41"/>
                  <a:gd name="T5" fmla="*/ 49 h 58"/>
                  <a:gd name="T6" fmla="*/ 2 w 41"/>
                  <a:gd name="T7" fmla="*/ 17 h 58"/>
                  <a:gd name="T8" fmla="*/ 1 w 41"/>
                  <a:gd name="T9" fmla="*/ 10 h 58"/>
                  <a:gd name="T10" fmla="*/ 3 w 41"/>
                  <a:gd name="T11" fmla="*/ 5 h 58"/>
                  <a:gd name="T12" fmla="*/ 35 w 41"/>
                  <a:gd name="T13" fmla="*/ 0 h 58"/>
                  <a:gd name="T14" fmla="*/ 41 w 41"/>
                  <a:gd name="T15" fmla="*/ 51 h 58"/>
                  <a:gd name="T16" fmla="*/ 29 w 41"/>
                  <a:gd name="T17" fmla="*/ 11 h 58"/>
                  <a:gd name="T18" fmla="*/ 25 w 41"/>
                  <a:gd name="T19" fmla="*/ 7 h 58"/>
                  <a:gd name="T20" fmla="*/ 22 w 41"/>
                  <a:gd name="T21" fmla="*/ 11 h 58"/>
                  <a:gd name="T22" fmla="*/ 25 w 41"/>
                  <a:gd name="T23" fmla="*/ 14 h 58"/>
                  <a:gd name="T24" fmla="*/ 29 w 41"/>
                  <a:gd name="T25" fmla="*/ 11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1" h="58">
                    <a:moveTo>
                      <a:pt x="41" y="51"/>
                    </a:moveTo>
                    <a:cubicBezTo>
                      <a:pt x="33" y="49"/>
                      <a:pt x="24" y="58"/>
                      <a:pt x="10" y="53"/>
                    </a:cubicBezTo>
                    <a:cubicBezTo>
                      <a:pt x="8" y="53"/>
                      <a:pt x="5" y="51"/>
                      <a:pt x="5" y="49"/>
                    </a:cubicBezTo>
                    <a:cubicBezTo>
                      <a:pt x="4" y="38"/>
                      <a:pt x="3" y="27"/>
                      <a:pt x="2" y="17"/>
                    </a:cubicBezTo>
                    <a:cubicBezTo>
                      <a:pt x="1" y="14"/>
                      <a:pt x="1" y="12"/>
                      <a:pt x="1" y="10"/>
                    </a:cubicBezTo>
                    <a:cubicBezTo>
                      <a:pt x="0" y="7"/>
                      <a:pt x="1" y="6"/>
                      <a:pt x="3" y="5"/>
                    </a:cubicBezTo>
                    <a:cubicBezTo>
                      <a:pt x="14" y="4"/>
                      <a:pt x="24" y="2"/>
                      <a:pt x="35" y="0"/>
                    </a:cubicBezTo>
                    <a:cubicBezTo>
                      <a:pt x="37" y="17"/>
                      <a:pt x="39" y="34"/>
                      <a:pt x="41" y="51"/>
                    </a:cubicBezTo>
                    <a:close/>
                    <a:moveTo>
                      <a:pt x="29" y="11"/>
                    </a:moveTo>
                    <a:cubicBezTo>
                      <a:pt x="29" y="9"/>
                      <a:pt x="27" y="7"/>
                      <a:pt x="25" y="7"/>
                    </a:cubicBezTo>
                    <a:cubicBezTo>
                      <a:pt x="23" y="8"/>
                      <a:pt x="22" y="9"/>
                      <a:pt x="22" y="11"/>
                    </a:cubicBezTo>
                    <a:cubicBezTo>
                      <a:pt x="22" y="13"/>
                      <a:pt x="23" y="14"/>
                      <a:pt x="25" y="14"/>
                    </a:cubicBezTo>
                    <a:cubicBezTo>
                      <a:pt x="28" y="14"/>
                      <a:pt x="28" y="12"/>
                      <a:pt x="2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39" name="Freeform 386">
                <a:extLst>
                  <a:ext uri="{FF2B5EF4-FFF2-40B4-BE49-F238E27FC236}">
                    <a16:creationId xmlns:a16="http://schemas.microsoft.com/office/drawing/2014/main" id="{EFC5C05D-87A6-A19C-F9E7-9EB0A0FF9179}"/>
                  </a:ext>
                </a:extLst>
              </p:cNvPr>
              <p:cNvSpPr>
                <a:spLocks/>
              </p:cNvSpPr>
              <p:nvPr/>
            </p:nvSpPr>
            <p:spPr bwMode="auto">
              <a:xfrm>
                <a:off x="6651625" y="5767388"/>
                <a:ext cx="236538" cy="296863"/>
              </a:xfrm>
              <a:custGeom>
                <a:avLst/>
                <a:gdLst>
                  <a:gd name="T0" fmla="*/ 60 w 70"/>
                  <a:gd name="T1" fmla="*/ 0 h 87"/>
                  <a:gd name="T2" fmla="*/ 70 w 70"/>
                  <a:gd name="T3" fmla="*/ 8 h 87"/>
                  <a:gd name="T4" fmla="*/ 57 w 70"/>
                  <a:gd name="T5" fmla="*/ 24 h 87"/>
                  <a:gd name="T6" fmla="*/ 31 w 70"/>
                  <a:gd name="T7" fmla="*/ 59 h 87"/>
                  <a:gd name="T8" fmla="*/ 27 w 70"/>
                  <a:gd name="T9" fmla="*/ 63 h 87"/>
                  <a:gd name="T10" fmla="*/ 17 w 70"/>
                  <a:gd name="T11" fmla="*/ 69 h 87"/>
                  <a:gd name="T12" fmla="*/ 15 w 70"/>
                  <a:gd name="T13" fmla="*/ 71 h 87"/>
                  <a:gd name="T14" fmla="*/ 13 w 70"/>
                  <a:gd name="T15" fmla="*/ 84 h 87"/>
                  <a:gd name="T16" fmla="*/ 10 w 70"/>
                  <a:gd name="T17" fmla="*/ 87 h 87"/>
                  <a:gd name="T18" fmla="*/ 0 w 70"/>
                  <a:gd name="T19" fmla="*/ 80 h 87"/>
                  <a:gd name="T20" fmla="*/ 60 w 70"/>
                  <a:gd name="T21" fmla="*/ 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70" h="87">
                    <a:moveTo>
                      <a:pt x="60" y="0"/>
                    </a:moveTo>
                    <a:cubicBezTo>
                      <a:pt x="62" y="5"/>
                      <a:pt x="65" y="7"/>
                      <a:pt x="70" y="8"/>
                    </a:cubicBezTo>
                    <a:cubicBezTo>
                      <a:pt x="66" y="13"/>
                      <a:pt x="62" y="19"/>
                      <a:pt x="57" y="24"/>
                    </a:cubicBezTo>
                    <a:cubicBezTo>
                      <a:pt x="49" y="36"/>
                      <a:pt x="40" y="47"/>
                      <a:pt x="31" y="59"/>
                    </a:cubicBezTo>
                    <a:cubicBezTo>
                      <a:pt x="30" y="60"/>
                      <a:pt x="29" y="62"/>
                      <a:pt x="27" y="63"/>
                    </a:cubicBezTo>
                    <a:cubicBezTo>
                      <a:pt x="24" y="65"/>
                      <a:pt x="20" y="67"/>
                      <a:pt x="17" y="69"/>
                    </a:cubicBezTo>
                    <a:cubicBezTo>
                      <a:pt x="17" y="70"/>
                      <a:pt x="16" y="71"/>
                      <a:pt x="15" y="71"/>
                    </a:cubicBezTo>
                    <a:cubicBezTo>
                      <a:pt x="11" y="75"/>
                      <a:pt x="10" y="79"/>
                      <a:pt x="13" y="84"/>
                    </a:cubicBezTo>
                    <a:cubicBezTo>
                      <a:pt x="12" y="85"/>
                      <a:pt x="11" y="86"/>
                      <a:pt x="10" y="87"/>
                    </a:cubicBezTo>
                    <a:cubicBezTo>
                      <a:pt x="7" y="84"/>
                      <a:pt x="4" y="82"/>
                      <a:pt x="0" y="80"/>
                    </a:cubicBezTo>
                    <a:cubicBezTo>
                      <a:pt x="20" y="53"/>
                      <a:pt x="40" y="27"/>
                      <a:pt x="6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0" name="Freeform 387">
                <a:extLst>
                  <a:ext uri="{FF2B5EF4-FFF2-40B4-BE49-F238E27FC236}">
                    <a16:creationId xmlns:a16="http://schemas.microsoft.com/office/drawing/2014/main" id="{81E9268D-D99A-B80B-0408-B63DDC547616}"/>
                  </a:ext>
                </a:extLst>
              </p:cNvPr>
              <p:cNvSpPr>
                <a:spLocks/>
              </p:cNvSpPr>
              <p:nvPr/>
            </p:nvSpPr>
            <p:spPr bwMode="auto">
              <a:xfrm>
                <a:off x="6634163" y="5791200"/>
                <a:ext cx="179388" cy="225425"/>
              </a:xfrm>
              <a:custGeom>
                <a:avLst/>
                <a:gdLst>
                  <a:gd name="T0" fmla="*/ 53 w 53"/>
                  <a:gd name="T1" fmla="*/ 6 h 66"/>
                  <a:gd name="T2" fmla="*/ 41 w 53"/>
                  <a:gd name="T3" fmla="*/ 21 h 66"/>
                  <a:gd name="T4" fmla="*/ 9 w 53"/>
                  <a:gd name="T5" fmla="*/ 63 h 66"/>
                  <a:gd name="T6" fmla="*/ 5 w 53"/>
                  <a:gd name="T7" fmla="*/ 65 h 66"/>
                  <a:gd name="T8" fmla="*/ 1 w 53"/>
                  <a:gd name="T9" fmla="*/ 58 h 66"/>
                  <a:gd name="T10" fmla="*/ 2 w 53"/>
                  <a:gd name="T11" fmla="*/ 56 h 66"/>
                  <a:gd name="T12" fmla="*/ 14 w 53"/>
                  <a:gd name="T13" fmla="*/ 34 h 66"/>
                  <a:gd name="T14" fmla="*/ 17 w 53"/>
                  <a:gd name="T15" fmla="*/ 31 h 66"/>
                  <a:gd name="T16" fmla="*/ 27 w 53"/>
                  <a:gd name="T17" fmla="*/ 18 h 66"/>
                  <a:gd name="T18" fmla="*/ 33 w 53"/>
                  <a:gd name="T19" fmla="*/ 8 h 66"/>
                  <a:gd name="T20" fmla="*/ 53 w 53"/>
                  <a:gd name="T21" fmla="*/ 6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3" h="66">
                    <a:moveTo>
                      <a:pt x="53" y="6"/>
                    </a:moveTo>
                    <a:cubicBezTo>
                      <a:pt x="49" y="11"/>
                      <a:pt x="45" y="16"/>
                      <a:pt x="41" y="21"/>
                    </a:cubicBezTo>
                    <a:cubicBezTo>
                      <a:pt x="31" y="35"/>
                      <a:pt x="20" y="49"/>
                      <a:pt x="9" y="63"/>
                    </a:cubicBezTo>
                    <a:cubicBezTo>
                      <a:pt x="8" y="65"/>
                      <a:pt x="7" y="66"/>
                      <a:pt x="5" y="65"/>
                    </a:cubicBezTo>
                    <a:cubicBezTo>
                      <a:pt x="1" y="65"/>
                      <a:pt x="0" y="62"/>
                      <a:pt x="1" y="58"/>
                    </a:cubicBezTo>
                    <a:cubicBezTo>
                      <a:pt x="1" y="57"/>
                      <a:pt x="2" y="57"/>
                      <a:pt x="2" y="56"/>
                    </a:cubicBezTo>
                    <a:cubicBezTo>
                      <a:pt x="6" y="48"/>
                      <a:pt x="10" y="41"/>
                      <a:pt x="14" y="34"/>
                    </a:cubicBezTo>
                    <a:cubicBezTo>
                      <a:pt x="15" y="33"/>
                      <a:pt x="16" y="32"/>
                      <a:pt x="17" y="31"/>
                    </a:cubicBezTo>
                    <a:cubicBezTo>
                      <a:pt x="22" y="28"/>
                      <a:pt x="25" y="23"/>
                      <a:pt x="27" y="18"/>
                    </a:cubicBezTo>
                    <a:cubicBezTo>
                      <a:pt x="29" y="15"/>
                      <a:pt x="31" y="11"/>
                      <a:pt x="33" y="8"/>
                    </a:cubicBezTo>
                    <a:cubicBezTo>
                      <a:pt x="39" y="0"/>
                      <a:pt x="45" y="0"/>
                      <a:pt x="5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1" name="Freeform 388">
                <a:extLst>
                  <a:ext uri="{FF2B5EF4-FFF2-40B4-BE49-F238E27FC236}">
                    <a16:creationId xmlns:a16="http://schemas.microsoft.com/office/drawing/2014/main" id="{898D74EC-E3FC-9A01-9CA2-39C019BFB140}"/>
                  </a:ext>
                </a:extLst>
              </p:cNvPr>
              <p:cNvSpPr>
                <a:spLocks/>
              </p:cNvSpPr>
              <p:nvPr/>
            </p:nvSpPr>
            <p:spPr bwMode="auto">
              <a:xfrm>
                <a:off x="6864350" y="5624513"/>
                <a:ext cx="120650" cy="160338"/>
              </a:xfrm>
              <a:custGeom>
                <a:avLst/>
                <a:gdLst>
                  <a:gd name="T0" fmla="*/ 35 w 36"/>
                  <a:gd name="T1" fmla="*/ 6 h 47"/>
                  <a:gd name="T2" fmla="*/ 12 w 36"/>
                  <a:gd name="T3" fmla="*/ 43 h 47"/>
                  <a:gd name="T4" fmla="*/ 3 w 36"/>
                  <a:gd name="T5" fmla="*/ 44 h 47"/>
                  <a:gd name="T6" fmla="*/ 2 w 36"/>
                  <a:gd name="T7" fmla="*/ 35 h 47"/>
                  <a:gd name="T8" fmla="*/ 24 w 36"/>
                  <a:gd name="T9" fmla="*/ 6 h 47"/>
                  <a:gd name="T10" fmla="*/ 35 w 36"/>
                  <a:gd name="T11" fmla="*/ 6 h 47"/>
                </a:gdLst>
                <a:ahLst/>
                <a:cxnLst>
                  <a:cxn ang="0">
                    <a:pos x="T0" y="T1"/>
                  </a:cxn>
                  <a:cxn ang="0">
                    <a:pos x="T2" y="T3"/>
                  </a:cxn>
                  <a:cxn ang="0">
                    <a:pos x="T4" y="T5"/>
                  </a:cxn>
                  <a:cxn ang="0">
                    <a:pos x="T6" y="T7"/>
                  </a:cxn>
                  <a:cxn ang="0">
                    <a:pos x="T8" y="T9"/>
                  </a:cxn>
                  <a:cxn ang="0">
                    <a:pos x="T10" y="T11"/>
                  </a:cxn>
                </a:cxnLst>
                <a:rect l="0" t="0" r="r" b="b"/>
                <a:pathLst>
                  <a:path w="36" h="47">
                    <a:moveTo>
                      <a:pt x="35" y="6"/>
                    </a:moveTo>
                    <a:cubicBezTo>
                      <a:pt x="36" y="19"/>
                      <a:pt x="21" y="23"/>
                      <a:pt x="12" y="43"/>
                    </a:cubicBezTo>
                    <a:cubicBezTo>
                      <a:pt x="10" y="46"/>
                      <a:pt x="6" y="47"/>
                      <a:pt x="3" y="44"/>
                    </a:cubicBezTo>
                    <a:cubicBezTo>
                      <a:pt x="0" y="42"/>
                      <a:pt x="0" y="39"/>
                      <a:pt x="2" y="35"/>
                    </a:cubicBezTo>
                    <a:cubicBezTo>
                      <a:pt x="10" y="26"/>
                      <a:pt x="17" y="16"/>
                      <a:pt x="24" y="6"/>
                    </a:cubicBezTo>
                    <a:cubicBezTo>
                      <a:pt x="25" y="4"/>
                      <a:pt x="34" y="0"/>
                      <a:pt x="35"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42" name="Freeform 389">
                <a:extLst>
                  <a:ext uri="{FF2B5EF4-FFF2-40B4-BE49-F238E27FC236}">
                    <a16:creationId xmlns:a16="http://schemas.microsoft.com/office/drawing/2014/main" id="{A9088C03-7AE7-E07D-3C5A-9ACD0EFCDE0C}"/>
                  </a:ext>
                </a:extLst>
              </p:cNvPr>
              <p:cNvSpPr>
                <a:spLocks/>
              </p:cNvSpPr>
              <p:nvPr/>
            </p:nvSpPr>
            <p:spPr bwMode="auto">
              <a:xfrm>
                <a:off x="6630988" y="6040438"/>
                <a:ext cx="50800" cy="58738"/>
              </a:xfrm>
              <a:custGeom>
                <a:avLst/>
                <a:gdLst>
                  <a:gd name="T0" fmla="*/ 15 w 15"/>
                  <a:gd name="T1" fmla="*/ 8 h 17"/>
                  <a:gd name="T2" fmla="*/ 3 w 15"/>
                  <a:gd name="T3" fmla="*/ 16 h 17"/>
                  <a:gd name="T4" fmla="*/ 0 w 15"/>
                  <a:gd name="T5" fmla="*/ 17 h 17"/>
                  <a:gd name="T6" fmla="*/ 5 w 15"/>
                  <a:gd name="T7" fmla="*/ 0 h 17"/>
                  <a:gd name="T8" fmla="*/ 15 w 15"/>
                  <a:gd name="T9" fmla="*/ 8 h 17"/>
                </a:gdLst>
                <a:ahLst/>
                <a:cxnLst>
                  <a:cxn ang="0">
                    <a:pos x="T0" y="T1"/>
                  </a:cxn>
                  <a:cxn ang="0">
                    <a:pos x="T2" y="T3"/>
                  </a:cxn>
                  <a:cxn ang="0">
                    <a:pos x="T4" y="T5"/>
                  </a:cxn>
                  <a:cxn ang="0">
                    <a:pos x="T6" y="T7"/>
                  </a:cxn>
                  <a:cxn ang="0">
                    <a:pos x="T8" y="T9"/>
                  </a:cxn>
                </a:cxnLst>
                <a:rect l="0" t="0" r="r" b="b"/>
                <a:pathLst>
                  <a:path w="15" h="17">
                    <a:moveTo>
                      <a:pt x="15" y="8"/>
                    </a:moveTo>
                    <a:cubicBezTo>
                      <a:pt x="13" y="12"/>
                      <a:pt x="7" y="12"/>
                      <a:pt x="3" y="16"/>
                    </a:cubicBezTo>
                    <a:cubicBezTo>
                      <a:pt x="3" y="17"/>
                      <a:pt x="3" y="17"/>
                      <a:pt x="0" y="17"/>
                    </a:cubicBezTo>
                    <a:cubicBezTo>
                      <a:pt x="2" y="11"/>
                      <a:pt x="3" y="6"/>
                      <a:pt x="5" y="0"/>
                    </a:cubicBezTo>
                    <a:cubicBezTo>
                      <a:pt x="9" y="3"/>
                      <a:pt x="12" y="5"/>
                      <a:pt x="1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69" name="Group 168">
              <a:extLst>
                <a:ext uri="{FF2B5EF4-FFF2-40B4-BE49-F238E27FC236}">
                  <a16:creationId xmlns:a16="http://schemas.microsoft.com/office/drawing/2014/main" id="{E4D2B438-F1E1-1EDE-CC18-47F7C2BCB332}"/>
                </a:ext>
              </a:extLst>
            </p:cNvPr>
            <p:cNvGrpSpPr/>
            <p:nvPr/>
          </p:nvGrpSpPr>
          <p:grpSpPr>
            <a:xfrm>
              <a:off x="2692797" y="3653655"/>
              <a:ext cx="144763" cy="217793"/>
              <a:chOff x="1631647" y="4510242"/>
              <a:chExt cx="176213" cy="265113"/>
            </a:xfrm>
            <a:solidFill>
              <a:schemeClr val="accent2">
                <a:lumMod val="50000"/>
              </a:schemeClr>
            </a:solidFill>
          </p:grpSpPr>
          <p:sp>
            <p:nvSpPr>
              <p:cNvPr id="170" name="Freeform 374">
                <a:extLst>
                  <a:ext uri="{FF2B5EF4-FFF2-40B4-BE49-F238E27FC236}">
                    <a16:creationId xmlns:a16="http://schemas.microsoft.com/office/drawing/2014/main" id="{A2B49BDC-2A23-6D34-CBE9-0208F69B453D}"/>
                  </a:ext>
                </a:extLst>
              </p:cNvPr>
              <p:cNvSpPr>
                <a:spLocks/>
              </p:cNvSpPr>
              <p:nvPr/>
            </p:nvSpPr>
            <p:spPr bwMode="auto">
              <a:xfrm>
                <a:off x="1658635" y="4670579"/>
                <a:ext cx="122238" cy="71438"/>
              </a:xfrm>
              <a:custGeom>
                <a:avLst/>
                <a:gdLst>
                  <a:gd name="T0" fmla="*/ 88 w 88"/>
                  <a:gd name="T1" fmla="*/ 51 h 51"/>
                  <a:gd name="T2" fmla="*/ 44 w 88"/>
                  <a:gd name="T3" fmla="*/ 48 h 51"/>
                  <a:gd name="T4" fmla="*/ 0 w 88"/>
                  <a:gd name="T5" fmla="*/ 51 h 51"/>
                  <a:gd name="T6" fmla="*/ 44 w 88"/>
                  <a:gd name="T7" fmla="*/ 0 h 51"/>
                  <a:gd name="T8" fmla="*/ 88 w 88"/>
                  <a:gd name="T9" fmla="*/ 51 h 51"/>
                </a:gdLst>
                <a:ahLst/>
                <a:cxnLst>
                  <a:cxn ang="0">
                    <a:pos x="T0" y="T1"/>
                  </a:cxn>
                  <a:cxn ang="0">
                    <a:pos x="T2" y="T3"/>
                  </a:cxn>
                  <a:cxn ang="0">
                    <a:pos x="T4" y="T5"/>
                  </a:cxn>
                  <a:cxn ang="0">
                    <a:pos x="T6" y="T7"/>
                  </a:cxn>
                  <a:cxn ang="0">
                    <a:pos x="T8" y="T9"/>
                  </a:cxn>
                </a:cxnLst>
                <a:rect l="0" t="0" r="r" b="b"/>
                <a:pathLst>
                  <a:path w="88" h="51">
                    <a:moveTo>
                      <a:pt x="88" y="51"/>
                    </a:moveTo>
                    <a:cubicBezTo>
                      <a:pt x="77" y="49"/>
                      <a:pt x="61" y="48"/>
                      <a:pt x="44" y="48"/>
                    </a:cubicBezTo>
                    <a:cubicBezTo>
                      <a:pt x="27" y="48"/>
                      <a:pt x="12" y="49"/>
                      <a:pt x="0" y="51"/>
                    </a:cubicBezTo>
                    <a:cubicBezTo>
                      <a:pt x="7" y="24"/>
                      <a:pt x="44" y="0"/>
                      <a:pt x="44" y="0"/>
                    </a:cubicBezTo>
                    <a:cubicBezTo>
                      <a:pt x="44" y="0"/>
                      <a:pt x="81" y="24"/>
                      <a:pt x="88"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1" name="Freeform 375">
                <a:extLst>
                  <a:ext uri="{FF2B5EF4-FFF2-40B4-BE49-F238E27FC236}">
                    <a16:creationId xmlns:a16="http://schemas.microsoft.com/office/drawing/2014/main" id="{13E88946-C7E8-84C3-4447-E941103408C7}"/>
                  </a:ext>
                </a:extLst>
              </p:cNvPr>
              <p:cNvSpPr>
                <a:spLocks/>
              </p:cNvSpPr>
              <p:nvPr/>
            </p:nvSpPr>
            <p:spPr bwMode="auto">
              <a:xfrm>
                <a:off x="1696735" y="4565804"/>
                <a:ext cx="77788" cy="68263"/>
              </a:xfrm>
              <a:custGeom>
                <a:avLst/>
                <a:gdLst>
                  <a:gd name="T0" fmla="*/ 57 w 57"/>
                  <a:gd name="T1" fmla="*/ 0 h 49"/>
                  <a:gd name="T2" fmla="*/ 17 w 57"/>
                  <a:gd name="T3" fmla="*/ 49 h 49"/>
                  <a:gd name="T4" fmla="*/ 0 w 57"/>
                  <a:gd name="T5" fmla="*/ 33 h 49"/>
                  <a:gd name="T6" fmla="*/ 57 w 57"/>
                  <a:gd name="T7" fmla="*/ 0 h 49"/>
                </a:gdLst>
                <a:ahLst/>
                <a:cxnLst>
                  <a:cxn ang="0">
                    <a:pos x="T0" y="T1"/>
                  </a:cxn>
                  <a:cxn ang="0">
                    <a:pos x="T2" y="T3"/>
                  </a:cxn>
                  <a:cxn ang="0">
                    <a:pos x="T4" y="T5"/>
                  </a:cxn>
                  <a:cxn ang="0">
                    <a:pos x="T6" y="T7"/>
                  </a:cxn>
                </a:cxnLst>
                <a:rect l="0" t="0" r="r" b="b"/>
                <a:pathLst>
                  <a:path w="57" h="49">
                    <a:moveTo>
                      <a:pt x="57" y="0"/>
                    </a:moveTo>
                    <a:cubicBezTo>
                      <a:pt x="45" y="27"/>
                      <a:pt x="17" y="49"/>
                      <a:pt x="17" y="49"/>
                    </a:cubicBezTo>
                    <a:cubicBezTo>
                      <a:pt x="17" y="49"/>
                      <a:pt x="9" y="43"/>
                      <a:pt x="0" y="33"/>
                    </a:cubicBezTo>
                    <a:cubicBezTo>
                      <a:pt x="25" y="27"/>
                      <a:pt x="46" y="15"/>
                      <a:pt x="5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72" name="Freeform 376">
                <a:extLst>
                  <a:ext uri="{FF2B5EF4-FFF2-40B4-BE49-F238E27FC236}">
                    <a16:creationId xmlns:a16="http://schemas.microsoft.com/office/drawing/2014/main" id="{A626298F-8E40-9308-D97D-25F86016EA24}"/>
                  </a:ext>
                </a:extLst>
              </p:cNvPr>
              <p:cNvSpPr>
                <a:spLocks noEditPoints="1"/>
              </p:cNvSpPr>
              <p:nvPr/>
            </p:nvSpPr>
            <p:spPr bwMode="auto">
              <a:xfrm>
                <a:off x="1631647" y="4510242"/>
                <a:ext cx="176213" cy="265113"/>
              </a:xfrm>
              <a:custGeom>
                <a:avLst/>
                <a:gdLst>
                  <a:gd name="T0" fmla="*/ 123 w 128"/>
                  <a:gd name="T1" fmla="*/ 172 h 191"/>
                  <a:gd name="T2" fmla="*/ 88 w 128"/>
                  <a:gd name="T3" fmla="*/ 95 h 191"/>
                  <a:gd name="T4" fmla="*/ 123 w 128"/>
                  <a:gd name="T5" fmla="*/ 19 h 191"/>
                  <a:gd name="T6" fmla="*/ 128 w 128"/>
                  <a:gd name="T7" fmla="*/ 15 h 191"/>
                  <a:gd name="T8" fmla="*/ 128 w 128"/>
                  <a:gd name="T9" fmla="*/ 14 h 191"/>
                  <a:gd name="T10" fmla="*/ 128 w 128"/>
                  <a:gd name="T11" fmla="*/ 12 h 191"/>
                  <a:gd name="T12" fmla="*/ 71 w 128"/>
                  <a:gd name="T13" fmla="*/ 0 h 191"/>
                  <a:gd name="T14" fmla="*/ 64 w 128"/>
                  <a:gd name="T15" fmla="*/ 0 h 191"/>
                  <a:gd name="T16" fmla="*/ 58 w 128"/>
                  <a:gd name="T17" fmla="*/ 0 h 191"/>
                  <a:gd name="T18" fmla="*/ 0 w 128"/>
                  <a:gd name="T19" fmla="*/ 14 h 191"/>
                  <a:gd name="T20" fmla="*/ 5 w 128"/>
                  <a:gd name="T21" fmla="*/ 19 h 191"/>
                  <a:gd name="T22" fmla="*/ 40 w 128"/>
                  <a:gd name="T23" fmla="*/ 95 h 191"/>
                  <a:gd name="T24" fmla="*/ 5 w 128"/>
                  <a:gd name="T25" fmla="*/ 172 h 191"/>
                  <a:gd name="T26" fmla="*/ 0 w 128"/>
                  <a:gd name="T27" fmla="*/ 177 h 191"/>
                  <a:gd name="T28" fmla="*/ 0 w 128"/>
                  <a:gd name="T29" fmla="*/ 177 h 191"/>
                  <a:gd name="T30" fmla="*/ 0 w 128"/>
                  <a:gd name="T31" fmla="*/ 178 h 191"/>
                  <a:gd name="T32" fmla="*/ 51 w 128"/>
                  <a:gd name="T33" fmla="*/ 190 h 191"/>
                  <a:gd name="T34" fmla="*/ 64 w 128"/>
                  <a:gd name="T35" fmla="*/ 191 h 191"/>
                  <a:gd name="T36" fmla="*/ 76 w 128"/>
                  <a:gd name="T37" fmla="*/ 190 h 191"/>
                  <a:gd name="T38" fmla="*/ 79 w 128"/>
                  <a:gd name="T39" fmla="*/ 190 h 191"/>
                  <a:gd name="T40" fmla="*/ 100 w 128"/>
                  <a:gd name="T41" fmla="*/ 188 h 191"/>
                  <a:gd name="T42" fmla="*/ 105 w 128"/>
                  <a:gd name="T43" fmla="*/ 187 h 191"/>
                  <a:gd name="T44" fmla="*/ 128 w 128"/>
                  <a:gd name="T45" fmla="*/ 179 h 191"/>
                  <a:gd name="T46" fmla="*/ 128 w 128"/>
                  <a:gd name="T47" fmla="*/ 178 h 191"/>
                  <a:gd name="T48" fmla="*/ 128 w 128"/>
                  <a:gd name="T49" fmla="*/ 178 h 191"/>
                  <a:gd name="T50" fmla="*/ 128 w 128"/>
                  <a:gd name="T51" fmla="*/ 177 h 191"/>
                  <a:gd name="T52" fmla="*/ 128 w 128"/>
                  <a:gd name="T53" fmla="*/ 177 h 191"/>
                  <a:gd name="T54" fmla="*/ 123 w 128"/>
                  <a:gd name="T55" fmla="*/ 172 h 191"/>
                  <a:gd name="T56" fmla="*/ 64 w 128"/>
                  <a:gd name="T57" fmla="*/ 164 h 191"/>
                  <a:gd name="T58" fmla="*/ 20 w 128"/>
                  <a:gd name="T59" fmla="*/ 167 h 191"/>
                  <a:gd name="T60" fmla="*/ 14 w 128"/>
                  <a:gd name="T61" fmla="*/ 169 h 191"/>
                  <a:gd name="T62" fmla="*/ 52 w 128"/>
                  <a:gd name="T63" fmla="*/ 100 h 191"/>
                  <a:gd name="T64" fmla="*/ 55 w 128"/>
                  <a:gd name="T65" fmla="*/ 95 h 191"/>
                  <a:gd name="T66" fmla="*/ 52 w 128"/>
                  <a:gd name="T67" fmla="*/ 91 h 191"/>
                  <a:gd name="T68" fmla="*/ 14 w 128"/>
                  <a:gd name="T69" fmla="*/ 22 h 191"/>
                  <a:gd name="T70" fmla="*/ 64 w 128"/>
                  <a:gd name="T71" fmla="*/ 27 h 191"/>
                  <a:gd name="T72" fmla="*/ 114 w 128"/>
                  <a:gd name="T73" fmla="*/ 22 h 191"/>
                  <a:gd name="T74" fmla="*/ 76 w 128"/>
                  <a:gd name="T75" fmla="*/ 91 h 191"/>
                  <a:gd name="T76" fmla="*/ 73 w 128"/>
                  <a:gd name="T77" fmla="*/ 95 h 191"/>
                  <a:gd name="T78" fmla="*/ 76 w 128"/>
                  <a:gd name="T79" fmla="*/ 100 h 191"/>
                  <a:gd name="T80" fmla="*/ 114 w 128"/>
                  <a:gd name="T81" fmla="*/ 169 h 191"/>
                  <a:gd name="T82" fmla="*/ 108 w 128"/>
                  <a:gd name="T83" fmla="*/ 167 h 191"/>
                  <a:gd name="T84" fmla="*/ 64 w 128"/>
                  <a:gd name="T85" fmla="*/ 164 h 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28" h="191">
                    <a:moveTo>
                      <a:pt x="123" y="172"/>
                    </a:moveTo>
                    <a:cubicBezTo>
                      <a:pt x="122" y="138"/>
                      <a:pt x="108" y="109"/>
                      <a:pt x="88" y="95"/>
                    </a:cubicBezTo>
                    <a:cubicBezTo>
                      <a:pt x="108" y="82"/>
                      <a:pt x="122" y="53"/>
                      <a:pt x="123" y="19"/>
                    </a:cubicBezTo>
                    <a:cubicBezTo>
                      <a:pt x="125" y="18"/>
                      <a:pt x="127" y="17"/>
                      <a:pt x="128" y="15"/>
                    </a:cubicBezTo>
                    <a:cubicBezTo>
                      <a:pt x="128" y="15"/>
                      <a:pt x="128" y="14"/>
                      <a:pt x="128" y="14"/>
                    </a:cubicBezTo>
                    <a:cubicBezTo>
                      <a:pt x="128" y="13"/>
                      <a:pt x="128" y="13"/>
                      <a:pt x="128" y="12"/>
                    </a:cubicBezTo>
                    <a:cubicBezTo>
                      <a:pt x="124" y="6"/>
                      <a:pt x="100" y="1"/>
                      <a:pt x="71" y="0"/>
                    </a:cubicBezTo>
                    <a:cubicBezTo>
                      <a:pt x="69" y="0"/>
                      <a:pt x="66" y="0"/>
                      <a:pt x="64" y="0"/>
                    </a:cubicBezTo>
                    <a:cubicBezTo>
                      <a:pt x="62" y="0"/>
                      <a:pt x="60" y="0"/>
                      <a:pt x="58" y="0"/>
                    </a:cubicBezTo>
                    <a:cubicBezTo>
                      <a:pt x="25" y="1"/>
                      <a:pt x="0" y="7"/>
                      <a:pt x="0" y="14"/>
                    </a:cubicBezTo>
                    <a:cubicBezTo>
                      <a:pt x="0" y="16"/>
                      <a:pt x="2" y="17"/>
                      <a:pt x="5" y="19"/>
                    </a:cubicBezTo>
                    <a:cubicBezTo>
                      <a:pt x="7" y="53"/>
                      <a:pt x="20" y="82"/>
                      <a:pt x="40" y="95"/>
                    </a:cubicBezTo>
                    <a:cubicBezTo>
                      <a:pt x="20" y="109"/>
                      <a:pt x="7" y="138"/>
                      <a:pt x="5" y="172"/>
                    </a:cubicBezTo>
                    <a:cubicBezTo>
                      <a:pt x="2" y="173"/>
                      <a:pt x="1" y="175"/>
                      <a:pt x="0" y="177"/>
                    </a:cubicBezTo>
                    <a:cubicBezTo>
                      <a:pt x="0" y="177"/>
                      <a:pt x="0" y="177"/>
                      <a:pt x="0" y="177"/>
                    </a:cubicBezTo>
                    <a:cubicBezTo>
                      <a:pt x="0" y="177"/>
                      <a:pt x="0" y="177"/>
                      <a:pt x="0" y="178"/>
                    </a:cubicBezTo>
                    <a:cubicBezTo>
                      <a:pt x="1" y="184"/>
                      <a:pt x="23" y="189"/>
                      <a:pt x="51" y="190"/>
                    </a:cubicBezTo>
                    <a:cubicBezTo>
                      <a:pt x="56" y="190"/>
                      <a:pt x="60" y="191"/>
                      <a:pt x="64" y="191"/>
                    </a:cubicBezTo>
                    <a:cubicBezTo>
                      <a:pt x="68" y="191"/>
                      <a:pt x="72" y="190"/>
                      <a:pt x="76" y="190"/>
                    </a:cubicBezTo>
                    <a:cubicBezTo>
                      <a:pt x="77" y="190"/>
                      <a:pt x="78" y="190"/>
                      <a:pt x="79" y="190"/>
                    </a:cubicBezTo>
                    <a:cubicBezTo>
                      <a:pt x="87" y="190"/>
                      <a:pt x="94" y="189"/>
                      <a:pt x="100" y="188"/>
                    </a:cubicBezTo>
                    <a:cubicBezTo>
                      <a:pt x="102" y="188"/>
                      <a:pt x="103" y="188"/>
                      <a:pt x="105" y="187"/>
                    </a:cubicBezTo>
                    <a:cubicBezTo>
                      <a:pt x="117" y="185"/>
                      <a:pt x="126" y="182"/>
                      <a:pt x="128" y="179"/>
                    </a:cubicBezTo>
                    <a:cubicBezTo>
                      <a:pt x="128" y="179"/>
                      <a:pt x="128" y="179"/>
                      <a:pt x="128" y="178"/>
                    </a:cubicBezTo>
                    <a:cubicBezTo>
                      <a:pt x="128" y="178"/>
                      <a:pt x="128" y="178"/>
                      <a:pt x="128" y="178"/>
                    </a:cubicBezTo>
                    <a:cubicBezTo>
                      <a:pt x="128" y="178"/>
                      <a:pt x="128" y="177"/>
                      <a:pt x="128" y="177"/>
                    </a:cubicBezTo>
                    <a:cubicBezTo>
                      <a:pt x="128" y="177"/>
                      <a:pt x="128" y="177"/>
                      <a:pt x="128" y="177"/>
                    </a:cubicBezTo>
                    <a:cubicBezTo>
                      <a:pt x="128" y="175"/>
                      <a:pt x="126" y="173"/>
                      <a:pt x="123" y="172"/>
                    </a:cubicBezTo>
                    <a:close/>
                    <a:moveTo>
                      <a:pt x="64" y="164"/>
                    </a:moveTo>
                    <a:cubicBezTo>
                      <a:pt x="47" y="164"/>
                      <a:pt x="32" y="165"/>
                      <a:pt x="20" y="167"/>
                    </a:cubicBezTo>
                    <a:cubicBezTo>
                      <a:pt x="18" y="168"/>
                      <a:pt x="16" y="168"/>
                      <a:pt x="14" y="169"/>
                    </a:cubicBezTo>
                    <a:cubicBezTo>
                      <a:pt x="17" y="136"/>
                      <a:pt x="32" y="108"/>
                      <a:pt x="52" y="100"/>
                    </a:cubicBezTo>
                    <a:cubicBezTo>
                      <a:pt x="54" y="100"/>
                      <a:pt x="55" y="98"/>
                      <a:pt x="55" y="95"/>
                    </a:cubicBezTo>
                    <a:cubicBezTo>
                      <a:pt x="55" y="93"/>
                      <a:pt x="54" y="91"/>
                      <a:pt x="52" y="91"/>
                    </a:cubicBezTo>
                    <a:cubicBezTo>
                      <a:pt x="32" y="82"/>
                      <a:pt x="17" y="55"/>
                      <a:pt x="14" y="22"/>
                    </a:cubicBezTo>
                    <a:cubicBezTo>
                      <a:pt x="26" y="25"/>
                      <a:pt x="44" y="27"/>
                      <a:pt x="64" y="27"/>
                    </a:cubicBezTo>
                    <a:cubicBezTo>
                      <a:pt x="84" y="27"/>
                      <a:pt x="102" y="25"/>
                      <a:pt x="114" y="22"/>
                    </a:cubicBezTo>
                    <a:cubicBezTo>
                      <a:pt x="112" y="55"/>
                      <a:pt x="97" y="82"/>
                      <a:pt x="76" y="91"/>
                    </a:cubicBezTo>
                    <a:cubicBezTo>
                      <a:pt x="74" y="91"/>
                      <a:pt x="73" y="93"/>
                      <a:pt x="73" y="95"/>
                    </a:cubicBezTo>
                    <a:cubicBezTo>
                      <a:pt x="73" y="98"/>
                      <a:pt x="74" y="100"/>
                      <a:pt x="76" y="100"/>
                    </a:cubicBezTo>
                    <a:cubicBezTo>
                      <a:pt x="97" y="108"/>
                      <a:pt x="112" y="136"/>
                      <a:pt x="114" y="169"/>
                    </a:cubicBezTo>
                    <a:cubicBezTo>
                      <a:pt x="112" y="168"/>
                      <a:pt x="110" y="168"/>
                      <a:pt x="108" y="167"/>
                    </a:cubicBezTo>
                    <a:cubicBezTo>
                      <a:pt x="97" y="165"/>
                      <a:pt x="81" y="164"/>
                      <a:pt x="64" y="1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73" name="Groupe 404">
              <a:extLst>
                <a:ext uri="{FF2B5EF4-FFF2-40B4-BE49-F238E27FC236}">
                  <a16:creationId xmlns:a16="http://schemas.microsoft.com/office/drawing/2014/main" id="{5F34B84B-8806-1B4B-71E5-C85D070B2801}"/>
                </a:ext>
              </a:extLst>
            </p:cNvPr>
            <p:cNvGrpSpPr/>
            <p:nvPr/>
          </p:nvGrpSpPr>
          <p:grpSpPr>
            <a:xfrm>
              <a:off x="2626118" y="3973533"/>
              <a:ext cx="278047" cy="230177"/>
              <a:chOff x="4838050" y="1170254"/>
              <a:chExt cx="540662" cy="447568"/>
            </a:xfrm>
            <a:solidFill>
              <a:schemeClr val="accent2">
                <a:lumMod val="50000"/>
              </a:schemeClr>
            </a:solidFill>
          </p:grpSpPr>
          <p:sp>
            <p:nvSpPr>
              <p:cNvPr id="174" name="Freeform 68">
                <a:extLst>
                  <a:ext uri="{FF2B5EF4-FFF2-40B4-BE49-F238E27FC236}">
                    <a16:creationId xmlns:a16="http://schemas.microsoft.com/office/drawing/2014/main" id="{C5448AD5-C137-AC0E-5693-DD2052A17048}"/>
                  </a:ext>
                </a:extLst>
              </p:cNvPr>
              <p:cNvSpPr>
                <a:spLocks/>
              </p:cNvSpPr>
              <p:nvPr/>
            </p:nvSpPr>
            <p:spPr bwMode="auto">
              <a:xfrm>
                <a:off x="5061834" y="1170254"/>
                <a:ext cx="93094" cy="107416"/>
              </a:xfrm>
              <a:custGeom>
                <a:avLst/>
                <a:gdLst>
                  <a:gd name="T0" fmla="*/ 163 w 326"/>
                  <a:gd name="T1" fmla="*/ 377 h 377"/>
                  <a:gd name="T2" fmla="*/ 326 w 326"/>
                  <a:gd name="T3" fmla="*/ 175 h 377"/>
                  <a:gd name="T4" fmla="*/ 163 w 326"/>
                  <a:gd name="T5" fmla="*/ 0 h 377"/>
                  <a:gd name="T6" fmla="*/ 0 w 326"/>
                  <a:gd name="T7" fmla="*/ 175 h 377"/>
                  <a:gd name="T8" fmla="*/ 163 w 326"/>
                  <a:gd name="T9" fmla="*/ 377 h 377"/>
                </a:gdLst>
                <a:ahLst/>
                <a:cxnLst>
                  <a:cxn ang="0">
                    <a:pos x="T0" y="T1"/>
                  </a:cxn>
                  <a:cxn ang="0">
                    <a:pos x="T2" y="T3"/>
                  </a:cxn>
                  <a:cxn ang="0">
                    <a:pos x="T4" y="T5"/>
                  </a:cxn>
                  <a:cxn ang="0">
                    <a:pos x="T6" y="T7"/>
                  </a:cxn>
                  <a:cxn ang="0">
                    <a:pos x="T8" y="T9"/>
                  </a:cxn>
                </a:cxnLst>
                <a:rect l="0" t="0" r="r" b="b"/>
                <a:pathLst>
                  <a:path w="326" h="377">
                    <a:moveTo>
                      <a:pt x="163" y="377"/>
                    </a:moveTo>
                    <a:cubicBezTo>
                      <a:pt x="255" y="375"/>
                      <a:pt x="326" y="267"/>
                      <a:pt x="326" y="175"/>
                    </a:cubicBezTo>
                    <a:cubicBezTo>
                      <a:pt x="326" y="81"/>
                      <a:pt x="253" y="2"/>
                      <a:pt x="163" y="0"/>
                    </a:cubicBezTo>
                    <a:cubicBezTo>
                      <a:pt x="73" y="2"/>
                      <a:pt x="0" y="81"/>
                      <a:pt x="0" y="175"/>
                    </a:cubicBezTo>
                    <a:cubicBezTo>
                      <a:pt x="0" y="267"/>
                      <a:pt x="71" y="375"/>
                      <a:pt x="163" y="37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75" name="Freeform 69">
                <a:extLst>
                  <a:ext uri="{FF2B5EF4-FFF2-40B4-BE49-F238E27FC236}">
                    <a16:creationId xmlns:a16="http://schemas.microsoft.com/office/drawing/2014/main" id="{1023E205-9829-FFEF-FE58-01C43F9C5C55}"/>
                  </a:ext>
                </a:extLst>
              </p:cNvPr>
              <p:cNvSpPr>
                <a:spLocks/>
              </p:cNvSpPr>
              <p:nvPr/>
            </p:nvSpPr>
            <p:spPr bwMode="auto">
              <a:xfrm>
                <a:off x="5099430" y="1285727"/>
                <a:ext cx="17903" cy="10742"/>
              </a:xfrm>
              <a:custGeom>
                <a:avLst/>
                <a:gdLst>
                  <a:gd name="T0" fmla="*/ 53 w 61"/>
                  <a:gd name="T1" fmla="*/ 1 h 38"/>
                  <a:gd name="T2" fmla="*/ 7 w 61"/>
                  <a:gd name="T3" fmla="*/ 1 h 38"/>
                  <a:gd name="T4" fmla="*/ 3 w 61"/>
                  <a:gd name="T5" fmla="*/ 4 h 38"/>
                  <a:gd name="T6" fmla="*/ 0 w 61"/>
                  <a:gd name="T7" fmla="*/ 10 h 38"/>
                  <a:gd name="T8" fmla="*/ 0 w 61"/>
                  <a:gd name="T9" fmla="*/ 14 h 38"/>
                  <a:gd name="T10" fmla="*/ 11 w 61"/>
                  <a:gd name="T11" fmla="*/ 36 h 38"/>
                  <a:gd name="T12" fmla="*/ 14 w 61"/>
                  <a:gd name="T13" fmla="*/ 38 h 38"/>
                  <a:gd name="T14" fmla="*/ 30 w 61"/>
                  <a:gd name="T15" fmla="*/ 38 h 38"/>
                  <a:gd name="T16" fmla="*/ 47 w 61"/>
                  <a:gd name="T17" fmla="*/ 38 h 38"/>
                  <a:gd name="T18" fmla="*/ 50 w 61"/>
                  <a:gd name="T19" fmla="*/ 36 h 38"/>
                  <a:gd name="T20" fmla="*/ 58 w 61"/>
                  <a:gd name="T21" fmla="*/ 20 h 38"/>
                  <a:gd name="T22" fmla="*/ 58 w 61"/>
                  <a:gd name="T23" fmla="*/ 4 h 38"/>
                  <a:gd name="T24" fmla="*/ 53 w 61"/>
                  <a:gd name="T25" fmla="*/ 1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1" h="38">
                    <a:moveTo>
                      <a:pt x="53" y="1"/>
                    </a:moveTo>
                    <a:cubicBezTo>
                      <a:pt x="38" y="0"/>
                      <a:pt x="23" y="0"/>
                      <a:pt x="7" y="1"/>
                    </a:cubicBezTo>
                    <a:cubicBezTo>
                      <a:pt x="5" y="1"/>
                      <a:pt x="4" y="2"/>
                      <a:pt x="3" y="4"/>
                    </a:cubicBezTo>
                    <a:cubicBezTo>
                      <a:pt x="2" y="6"/>
                      <a:pt x="1" y="8"/>
                      <a:pt x="0" y="10"/>
                    </a:cubicBezTo>
                    <a:cubicBezTo>
                      <a:pt x="0" y="11"/>
                      <a:pt x="0" y="13"/>
                      <a:pt x="0" y="14"/>
                    </a:cubicBezTo>
                    <a:cubicBezTo>
                      <a:pt x="4" y="21"/>
                      <a:pt x="7" y="29"/>
                      <a:pt x="11" y="36"/>
                    </a:cubicBezTo>
                    <a:cubicBezTo>
                      <a:pt x="12" y="37"/>
                      <a:pt x="12" y="38"/>
                      <a:pt x="14" y="38"/>
                    </a:cubicBezTo>
                    <a:cubicBezTo>
                      <a:pt x="19" y="38"/>
                      <a:pt x="25" y="38"/>
                      <a:pt x="30" y="38"/>
                    </a:cubicBezTo>
                    <a:cubicBezTo>
                      <a:pt x="36" y="38"/>
                      <a:pt x="41" y="38"/>
                      <a:pt x="47" y="38"/>
                    </a:cubicBezTo>
                    <a:cubicBezTo>
                      <a:pt x="48" y="38"/>
                      <a:pt x="49" y="37"/>
                      <a:pt x="50" y="36"/>
                    </a:cubicBezTo>
                    <a:cubicBezTo>
                      <a:pt x="52" y="30"/>
                      <a:pt x="54" y="25"/>
                      <a:pt x="58" y="20"/>
                    </a:cubicBezTo>
                    <a:cubicBezTo>
                      <a:pt x="61" y="14"/>
                      <a:pt x="61" y="10"/>
                      <a:pt x="58" y="4"/>
                    </a:cubicBezTo>
                    <a:cubicBezTo>
                      <a:pt x="57" y="2"/>
                      <a:pt x="56" y="1"/>
                      <a:pt x="53"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76" name="Freeform 70">
                <a:extLst>
                  <a:ext uri="{FF2B5EF4-FFF2-40B4-BE49-F238E27FC236}">
                    <a16:creationId xmlns:a16="http://schemas.microsoft.com/office/drawing/2014/main" id="{518F7CF2-46D0-DC1D-82A9-CCB9A79411DC}"/>
                  </a:ext>
                </a:extLst>
              </p:cNvPr>
              <p:cNvSpPr>
                <a:spLocks/>
              </p:cNvSpPr>
              <p:nvPr/>
            </p:nvSpPr>
            <p:spPr bwMode="auto">
              <a:xfrm>
                <a:off x="5029609" y="1285727"/>
                <a:ext cx="158439" cy="88619"/>
              </a:xfrm>
              <a:custGeom>
                <a:avLst/>
                <a:gdLst>
                  <a:gd name="T0" fmla="*/ 554 w 554"/>
                  <a:gd name="T1" fmla="*/ 101 h 311"/>
                  <a:gd name="T2" fmla="*/ 458 w 554"/>
                  <a:gd name="T3" fmla="*/ 0 h 311"/>
                  <a:gd name="T4" fmla="*/ 371 w 554"/>
                  <a:gd name="T5" fmla="*/ 0 h 311"/>
                  <a:gd name="T6" fmla="*/ 310 w 554"/>
                  <a:gd name="T7" fmla="*/ 118 h 311"/>
                  <a:gd name="T8" fmla="*/ 304 w 554"/>
                  <a:gd name="T9" fmla="*/ 89 h 311"/>
                  <a:gd name="T10" fmla="*/ 294 w 554"/>
                  <a:gd name="T11" fmla="*/ 46 h 311"/>
                  <a:gd name="T12" fmla="*/ 260 w 554"/>
                  <a:gd name="T13" fmla="*/ 46 h 311"/>
                  <a:gd name="T14" fmla="*/ 258 w 554"/>
                  <a:gd name="T15" fmla="*/ 48 h 311"/>
                  <a:gd name="T16" fmla="*/ 245 w 554"/>
                  <a:gd name="T17" fmla="*/ 111 h 311"/>
                  <a:gd name="T18" fmla="*/ 243 w 554"/>
                  <a:gd name="T19" fmla="*/ 118 h 311"/>
                  <a:gd name="T20" fmla="*/ 182 w 554"/>
                  <a:gd name="T21" fmla="*/ 0 h 311"/>
                  <a:gd name="T22" fmla="*/ 95 w 554"/>
                  <a:gd name="T23" fmla="*/ 0 h 311"/>
                  <a:gd name="T24" fmla="*/ 0 w 554"/>
                  <a:gd name="T25" fmla="*/ 101 h 311"/>
                  <a:gd name="T26" fmla="*/ 0 w 554"/>
                  <a:gd name="T27" fmla="*/ 311 h 311"/>
                  <a:gd name="T28" fmla="*/ 554 w 554"/>
                  <a:gd name="T29" fmla="*/ 311 h 311"/>
                  <a:gd name="T30" fmla="*/ 554 w 554"/>
                  <a:gd name="T31" fmla="*/ 101 h 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54" h="311">
                    <a:moveTo>
                      <a:pt x="554" y="101"/>
                    </a:moveTo>
                    <a:cubicBezTo>
                      <a:pt x="554" y="45"/>
                      <a:pt x="511" y="0"/>
                      <a:pt x="458" y="0"/>
                    </a:cubicBezTo>
                    <a:cubicBezTo>
                      <a:pt x="371" y="0"/>
                      <a:pt x="371" y="0"/>
                      <a:pt x="371" y="0"/>
                    </a:cubicBezTo>
                    <a:cubicBezTo>
                      <a:pt x="310" y="118"/>
                      <a:pt x="310" y="118"/>
                      <a:pt x="310" y="118"/>
                    </a:cubicBezTo>
                    <a:cubicBezTo>
                      <a:pt x="308" y="109"/>
                      <a:pt x="306" y="99"/>
                      <a:pt x="304" y="89"/>
                    </a:cubicBezTo>
                    <a:cubicBezTo>
                      <a:pt x="300" y="75"/>
                      <a:pt x="297" y="61"/>
                      <a:pt x="294" y="46"/>
                    </a:cubicBezTo>
                    <a:cubicBezTo>
                      <a:pt x="283" y="46"/>
                      <a:pt x="271" y="46"/>
                      <a:pt x="260" y="46"/>
                    </a:cubicBezTo>
                    <a:cubicBezTo>
                      <a:pt x="258" y="46"/>
                      <a:pt x="258" y="47"/>
                      <a:pt x="258" y="48"/>
                    </a:cubicBezTo>
                    <a:cubicBezTo>
                      <a:pt x="254" y="69"/>
                      <a:pt x="249" y="90"/>
                      <a:pt x="245" y="111"/>
                    </a:cubicBezTo>
                    <a:cubicBezTo>
                      <a:pt x="244" y="113"/>
                      <a:pt x="244" y="116"/>
                      <a:pt x="243" y="118"/>
                    </a:cubicBezTo>
                    <a:cubicBezTo>
                      <a:pt x="182" y="0"/>
                      <a:pt x="182" y="0"/>
                      <a:pt x="182" y="0"/>
                    </a:cubicBezTo>
                    <a:cubicBezTo>
                      <a:pt x="95" y="0"/>
                      <a:pt x="95" y="0"/>
                      <a:pt x="95" y="0"/>
                    </a:cubicBezTo>
                    <a:cubicBezTo>
                      <a:pt x="42" y="0"/>
                      <a:pt x="0" y="45"/>
                      <a:pt x="0" y="101"/>
                    </a:cubicBezTo>
                    <a:cubicBezTo>
                      <a:pt x="0" y="311"/>
                      <a:pt x="0" y="311"/>
                      <a:pt x="0" y="311"/>
                    </a:cubicBezTo>
                    <a:cubicBezTo>
                      <a:pt x="554" y="311"/>
                      <a:pt x="554" y="311"/>
                      <a:pt x="554" y="311"/>
                    </a:cubicBezTo>
                    <a:lnTo>
                      <a:pt x="554" y="101"/>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77" name="Oval 71">
                <a:extLst>
                  <a:ext uri="{FF2B5EF4-FFF2-40B4-BE49-F238E27FC236}">
                    <a16:creationId xmlns:a16="http://schemas.microsoft.com/office/drawing/2014/main" id="{5FCD8609-26E8-B58E-0027-32799F628D54}"/>
                  </a:ext>
                </a:extLst>
              </p:cNvPr>
              <p:cNvSpPr>
                <a:spLocks noChangeArrowheads="1"/>
              </p:cNvSpPr>
              <p:nvPr/>
            </p:nvSpPr>
            <p:spPr bwMode="auto">
              <a:xfrm>
                <a:off x="4842525" y="1223962"/>
                <a:ext cx="99360" cy="108312"/>
              </a:xfrm>
              <a:prstGeom prst="ellipse">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78" name="Freeform 72">
                <a:extLst>
                  <a:ext uri="{FF2B5EF4-FFF2-40B4-BE49-F238E27FC236}">
                    <a16:creationId xmlns:a16="http://schemas.microsoft.com/office/drawing/2014/main" id="{784B0FD0-19E1-7750-BE09-2634CF6387FC}"/>
                  </a:ext>
                </a:extLst>
              </p:cNvPr>
              <p:cNvSpPr>
                <a:spLocks/>
              </p:cNvSpPr>
              <p:nvPr/>
            </p:nvSpPr>
            <p:spPr bwMode="auto">
              <a:xfrm>
                <a:off x="4838050" y="1343910"/>
                <a:ext cx="155754" cy="273912"/>
              </a:xfrm>
              <a:custGeom>
                <a:avLst/>
                <a:gdLst>
                  <a:gd name="T0" fmla="*/ 436 w 542"/>
                  <a:gd name="T1" fmla="*/ 419 h 958"/>
                  <a:gd name="T2" fmla="*/ 421 w 542"/>
                  <a:gd name="T3" fmla="*/ 420 h 958"/>
                  <a:gd name="T4" fmla="*/ 411 w 542"/>
                  <a:gd name="T5" fmla="*/ 419 h 958"/>
                  <a:gd name="T6" fmla="*/ 330 w 542"/>
                  <a:gd name="T7" fmla="*/ 419 h 958"/>
                  <a:gd name="T8" fmla="*/ 330 w 542"/>
                  <a:gd name="T9" fmla="*/ 175 h 958"/>
                  <a:gd name="T10" fmla="*/ 165 w 542"/>
                  <a:gd name="T11" fmla="*/ 0 h 958"/>
                  <a:gd name="T12" fmla="*/ 0 w 542"/>
                  <a:gd name="T13" fmla="*/ 175 h 958"/>
                  <a:gd name="T14" fmla="*/ 0 w 542"/>
                  <a:gd name="T15" fmla="*/ 445 h 958"/>
                  <a:gd name="T16" fmla="*/ 52 w 542"/>
                  <a:gd name="T17" fmla="*/ 572 h 958"/>
                  <a:gd name="T18" fmla="*/ 132 w 542"/>
                  <a:gd name="T19" fmla="*/ 620 h 958"/>
                  <a:gd name="T20" fmla="*/ 330 w 542"/>
                  <a:gd name="T21" fmla="*/ 620 h 958"/>
                  <a:gd name="T22" fmla="*/ 330 w 542"/>
                  <a:gd name="T23" fmla="*/ 845 h 958"/>
                  <a:gd name="T24" fmla="*/ 436 w 542"/>
                  <a:gd name="T25" fmla="*/ 958 h 958"/>
                  <a:gd name="T26" fmla="*/ 542 w 542"/>
                  <a:gd name="T27" fmla="*/ 845 h 958"/>
                  <a:gd name="T28" fmla="*/ 542 w 542"/>
                  <a:gd name="T29" fmla="*/ 531 h 958"/>
                  <a:gd name="T30" fmla="*/ 436 w 542"/>
                  <a:gd name="T31" fmla="*/ 419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42" h="958">
                    <a:moveTo>
                      <a:pt x="436" y="419"/>
                    </a:moveTo>
                    <a:cubicBezTo>
                      <a:pt x="431" y="419"/>
                      <a:pt x="426" y="419"/>
                      <a:pt x="421" y="420"/>
                    </a:cubicBezTo>
                    <a:cubicBezTo>
                      <a:pt x="418" y="420"/>
                      <a:pt x="414" y="419"/>
                      <a:pt x="411" y="419"/>
                    </a:cubicBezTo>
                    <a:cubicBezTo>
                      <a:pt x="330" y="419"/>
                      <a:pt x="330" y="419"/>
                      <a:pt x="330" y="419"/>
                    </a:cubicBezTo>
                    <a:cubicBezTo>
                      <a:pt x="330" y="175"/>
                      <a:pt x="330" y="175"/>
                      <a:pt x="330" y="175"/>
                    </a:cubicBezTo>
                    <a:cubicBezTo>
                      <a:pt x="330" y="78"/>
                      <a:pt x="256" y="0"/>
                      <a:pt x="165" y="0"/>
                    </a:cubicBezTo>
                    <a:cubicBezTo>
                      <a:pt x="74" y="0"/>
                      <a:pt x="0" y="78"/>
                      <a:pt x="0" y="175"/>
                    </a:cubicBezTo>
                    <a:cubicBezTo>
                      <a:pt x="0" y="445"/>
                      <a:pt x="0" y="445"/>
                      <a:pt x="0" y="445"/>
                    </a:cubicBezTo>
                    <a:cubicBezTo>
                      <a:pt x="0" y="495"/>
                      <a:pt x="20" y="540"/>
                      <a:pt x="52" y="572"/>
                    </a:cubicBezTo>
                    <a:cubicBezTo>
                      <a:pt x="69" y="601"/>
                      <a:pt x="98" y="620"/>
                      <a:pt x="132" y="620"/>
                    </a:cubicBezTo>
                    <a:cubicBezTo>
                      <a:pt x="330" y="620"/>
                      <a:pt x="330" y="620"/>
                      <a:pt x="330" y="620"/>
                    </a:cubicBezTo>
                    <a:cubicBezTo>
                      <a:pt x="330" y="845"/>
                      <a:pt x="330" y="845"/>
                      <a:pt x="330" y="845"/>
                    </a:cubicBezTo>
                    <a:cubicBezTo>
                      <a:pt x="330" y="907"/>
                      <a:pt x="377" y="958"/>
                      <a:pt x="436" y="958"/>
                    </a:cubicBezTo>
                    <a:cubicBezTo>
                      <a:pt x="494" y="958"/>
                      <a:pt x="542" y="907"/>
                      <a:pt x="542" y="845"/>
                    </a:cubicBezTo>
                    <a:cubicBezTo>
                      <a:pt x="542" y="531"/>
                      <a:pt x="542" y="531"/>
                      <a:pt x="542" y="531"/>
                    </a:cubicBezTo>
                    <a:cubicBezTo>
                      <a:pt x="542" y="469"/>
                      <a:pt x="494" y="419"/>
                      <a:pt x="436" y="41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79" name="Oval 73">
                <a:extLst>
                  <a:ext uri="{FF2B5EF4-FFF2-40B4-BE49-F238E27FC236}">
                    <a16:creationId xmlns:a16="http://schemas.microsoft.com/office/drawing/2014/main" id="{24ED00E2-0863-205F-0435-36935D459DC4}"/>
                  </a:ext>
                </a:extLst>
              </p:cNvPr>
              <p:cNvSpPr>
                <a:spLocks noChangeArrowheads="1"/>
              </p:cNvSpPr>
              <p:nvPr/>
            </p:nvSpPr>
            <p:spPr bwMode="auto">
              <a:xfrm>
                <a:off x="5276068" y="1223962"/>
                <a:ext cx="100255" cy="108312"/>
              </a:xfrm>
              <a:prstGeom prst="ellipse">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80" name="Freeform 74">
                <a:extLst>
                  <a:ext uri="{FF2B5EF4-FFF2-40B4-BE49-F238E27FC236}">
                    <a16:creationId xmlns:a16="http://schemas.microsoft.com/office/drawing/2014/main" id="{CAFCDD66-DF8D-0E5A-0472-3BBFE5100B85}"/>
                  </a:ext>
                </a:extLst>
              </p:cNvPr>
              <p:cNvSpPr>
                <a:spLocks/>
              </p:cNvSpPr>
              <p:nvPr/>
            </p:nvSpPr>
            <p:spPr bwMode="auto">
              <a:xfrm>
                <a:off x="5223853" y="1343910"/>
                <a:ext cx="154859" cy="273912"/>
              </a:xfrm>
              <a:custGeom>
                <a:avLst/>
                <a:gdLst>
                  <a:gd name="T0" fmla="*/ 377 w 542"/>
                  <a:gd name="T1" fmla="*/ 0 h 958"/>
                  <a:gd name="T2" fmla="*/ 212 w 542"/>
                  <a:gd name="T3" fmla="*/ 175 h 958"/>
                  <a:gd name="T4" fmla="*/ 212 w 542"/>
                  <a:gd name="T5" fmla="*/ 419 h 958"/>
                  <a:gd name="T6" fmla="*/ 132 w 542"/>
                  <a:gd name="T7" fmla="*/ 419 h 958"/>
                  <a:gd name="T8" fmla="*/ 121 w 542"/>
                  <a:gd name="T9" fmla="*/ 420 h 958"/>
                  <a:gd name="T10" fmla="*/ 106 w 542"/>
                  <a:gd name="T11" fmla="*/ 419 h 958"/>
                  <a:gd name="T12" fmla="*/ 0 w 542"/>
                  <a:gd name="T13" fmla="*/ 531 h 958"/>
                  <a:gd name="T14" fmla="*/ 0 w 542"/>
                  <a:gd name="T15" fmla="*/ 845 h 958"/>
                  <a:gd name="T16" fmla="*/ 106 w 542"/>
                  <a:gd name="T17" fmla="*/ 958 h 958"/>
                  <a:gd name="T18" fmla="*/ 212 w 542"/>
                  <a:gd name="T19" fmla="*/ 845 h 958"/>
                  <a:gd name="T20" fmla="*/ 212 w 542"/>
                  <a:gd name="T21" fmla="*/ 620 h 958"/>
                  <a:gd name="T22" fmla="*/ 410 w 542"/>
                  <a:gd name="T23" fmla="*/ 620 h 958"/>
                  <a:gd name="T24" fmla="*/ 490 w 542"/>
                  <a:gd name="T25" fmla="*/ 572 h 958"/>
                  <a:gd name="T26" fmla="*/ 542 w 542"/>
                  <a:gd name="T27" fmla="*/ 445 h 958"/>
                  <a:gd name="T28" fmla="*/ 542 w 542"/>
                  <a:gd name="T29" fmla="*/ 175 h 958"/>
                  <a:gd name="T30" fmla="*/ 377 w 542"/>
                  <a:gd name="T31" fmla="*/ 0 h 9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42" h="958">
                    <a:moveTo>
                      <a:pt x="377" y="0"/>
                    </a:moveTo>
                    <a:cubicBezTo>
                      <a:pt x="286" y="0"/>
                      <a:pt x="212" y="78"/>
                      <a:pt x="212" y="175"/>
                    </a:cubicBezTo>
                    <a:cubicBezTo>
                      <a:pt x="212" y="419"/>
                      <a:pt x="212" y="419"/>
                      <a:pt x="212" y="419"/>
                    </a:cubicBezTo>
                    <a:cubicBezTo>
                      <a:pt x="132" y="419"/>
                      <a:pt x="132" y="419"/>
                      <a:pt x="132" y="419"/>
                    </a:cubicBezTo>
                    <a:cubicBezTo>
                      <a:pt x="128" y="419"/>
                      <a:pt x="124" y="420"/>
                      <a:pt x="121" y="420"/>
                    </a:cubicBezTo>
                    <a:cubicBezTo>
                      <a:pt x="116" y="419"/>
                      <a:pt x="111" y="419"/>
                      <a:pt x="106" y="419"/>
                    </a:cubicBezTo>
                    <a:cubicBezTo>
                      <a:pt x="48" y="419"/>
                      <a:pt x="0" y="469"/>
                      <a:pt x="0" y="531"/>
                    </a:cubicBezTo>
                    <a:cubicBezTo>
                      <a:pt x="0" y="845"/>
                      <a:pt x="0" y="845"/>
                      <a:pt x="0" y="845"/>
                    </a:cubicBezTo>
                    <a:cubicBezTo>
                      <a:pt x="0" y="907"/>
                      <a:pt x="48" y="958"/>
                      <a:pt x="106" y="958"/>
                    </a:cubicBezTo>
                    <a:cubicBezTo>
                      <a:pt x="165" y="958"/>
                      <a:pt x="212" y="907"/>
                      <a:pt x="212" y="845"/>
                    </a:cubicBezTo>
                    <a:cubicBezTo>
                      <a:pt x="212" y="620"/>
                      <a:pt x="212" y="620"/>
                      <a:pt x="212" y="620"/>
                    </a:cubicBezTo>
                    <a:cubicBezTo>
                      <a:pt x="410" y="620"/>
                      <a:pt x="410" y="620"/>
                      <a:pt x="410" y="620"/>
                    </a:cubicBezTo>
                    <a:cubicBezTo>
                      <a:pt x="444" y="620"/>
                      <a:pt x="473" y="601"/>
                      <a:pt x="490" y="572"/>
                    </a:cubicBezTo>
                    <a:cubicBezTo>
                      <a:pt x="522" y="540"/>
                      <a:pt x="542" y="495"/>
                      <a:pt x="542" y="445"/>
                    </a:cubicBezTo>
                    <a:cubicBezTo>
                      <a:pt x="542" y="175"/>
                      <a:pt x="542" y="175"/>
                      <a:pt x="542" y="175"/>
                    </a:cubicBezTo>
                    <a:cubicBezTo>
                      <a:pt x="542" y="78"/>
                      <a:pt x="468" y="0"/>
                      <a:pt x="377" y="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81" name="Rectangle 75">
                <a:extLst>
                  <a:ext uri="{FF2B5EF4-FFF2-40B4-BE49-F238E27FC236}">
                    <a16:creationId xmlns:a16="http://schemas.microsoft.com/office/drawing/2014/main" id="{CB343059-3DBF-E1BE-4F99-EE011658EAB6}"/>
                  </a:ext>
                </a:extLst>
              </p:cNvPr>
              <p:cNvSpPr>
                <a:spLocks noChangeArrowheads="1"/>
              </p:cNvSpPr>
              <p:nvPr/>
            </p:nvSpPr>
            <p:spPr bwMode="auto">
              <a:xfrm>
                <a:off x="5009916" y="1447746"/>
                <a:ext cx="196930" cy="170076"/>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sp>
            <p:nvSpPr>
              <p:cNvPr id="182" name="Freeform 76">
                <a:extLst>
                  <a:ext uri="{FF2B5EF4-FFF2-40B4-BE49-F238E27FC236}">
                    <a16:creationId xmlns:a16="http://schemas.microsoft.com/office/drawing/2014/main" id="{3C3DC3AE-4681-3508-DD37-D5F4EE5C6025}"/>
                  </a:ext>
                </a:extLst>
              </p:cNvPr>
              <p:cNvSpPr>
                <a:spLocks/>
              </p:cNvSpPr>
              <p:nvPr/>
            </p:nvSpPr>
            <p:spPr bwMode="auto">
              <a:xfrm>
                <a:off x="4955313" y="1387772"/>
                <a:ext cx="307032" cy="42072"/>
              </a:xfrm>
              <a:custGeom>
                <a:avLst/>
                <a:gdLst>
                  <a:gd name="T0" fmla="*/ 1009 w 1073"/>
                  <a:gd name="T1" fmla="*/ 145 h 145"/>
                  <a:gd name="T2" fmla="*/ 1073 w 1073"/>
                  <a:gd name="T3" fmla="*/ 73 h 145"/>
                  <a:gd name="T4" fmla="*/ 1009 w 1073"/>
                  <a:gd name="T5" fmla="*/ 0 h 145"/>
                  <a:gd name="T6" fmla="*/ 64 w 1073"/>
                  <a:gd name="T7" fmla="*/ 0 h 145"/>
                  <a:gd name="T8" fmla="*/ 0 w 1073"/>
                  <a:gd name="T9" fmla="*/ 73 h 145"/>
                  <a:gd name="T10" fmla="*/ 64 w 1073"/>
                  <a:gd name="T11" fmla="*/ 145 h 145"/>
                  <a:gd name="T12" fmla="*/ 99 w 1073"/>
                  <a:gd name="T13" fmla="*/ 145 h 145"/>
                  <a:gd name="T14" fmla="*/ 193 w 1073"/>
                  <a:gd name="T15" fmla="*/ 145 h 145"/>
                  <a:gd name="T16" fmla="*/ 880 w 1073"/>
                  <a:gd name="T17" fmla="*/ 145 h 145"/>
                  <a:gd name="T18" fmla="*/ 939 w 1073"/>
                  <a:gd name="T19" fmla="*/ 145 h 145"/>
                  <a:gd name="T20" fmla="*/ 1009 w 1073"/>
                  <a:gd name="T21" fmla="*/ 145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73" h="145">
                    <a:moveTo>
                      <a:pt x="1009" y="145"/>
                    </a:moveTo>
                    <a:cubicBezTo>
                      <a:pt x="1045" y="145"/>
                      <a:pt x="1073" y="113"/>
                      <a:pt x="1073" y="73"/>
                    </a:cubicBezTo>
                    <a:cubicBezTo>
                      <a:pt x="1073" y="33"/>
                      <a:pt x="1045" y="0"/>
                      <a:pt x="1009" y="0"/>
                    </a:cubicBezTo>
                    <a:cubicBezTo>
                      <a:pt x="64" y="0"/>
                      <a:pt x="64" y="0"/>
                      <a:pt x="64" y="0"/>
                    </a:cubicBezTo>
                    <a:cubicBezTo>
                      <a:pt x="29" y="0"/>
                      <a:pt x="0" y="33"/>
                      <a:pt x="0" y="73"/>
                    </a:cubicBezTo>
                    <a:cubicBezTo>
                      <a:pt x="0" y="113"/>
                      <a:pt x="29" y="145"/>
                      <a:pt x="64" y="145"/>
                    </a:cubicBezTo>
                    <a:cubicBezTo>
                      <a:pt x="99" y="145"/>
                      <a:pt x="99" y="145"/>
                      <a:pt x="99" y="145"/>
                    </a:cubicBezTo>
                    <a:cubicBezTo>
                      <a:pt x="193" y="145"/>
                      <a:pt x="193" y="145"/>
                      <a:pt x="193" y="145"/>
                    </a:cubicBezTo>
                    <a:cubicBezTo>
                      <a:pt x="880" y="145"/>
                      <a:pt x="880" y="145"/>
                      <a:pt x="880" y="145"/>
                    </a:cubicBezTo>
                    <a:cubicBezTo>
                      <a:pt x="939" y="145"/>
                      <a:pt x="939" y="145"/>
                      <a:pt x="939" y="145"/>
                    </a:cubicBezTo>
                    <a:lnTo>
                      <a:pt x="1009" y="145"/>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E" sz="1800" b="0" i="0" u="none" strike="noStrike" kern="1200" cap="none" spc="0" normalizeH="0" baseline="0" noProof="0">
                  <a:ln>
                    <a:noFill/>
                  </a:ln>
                  <a:solidFill>
                    <a:prstClr val="black"/>
                  </a:solidFill>
                  <a:effectLst/>
                  <a:uLnTx/>
                  <a:uFillTx/>
                  <a:latin typeface="Verdana"/>
                  <a:ea typeface="+mn-ea"/>
                  <a:cs typeface="+mn-cs"/>
                </a:endParaRPr>
              </a:p>
            </p:txBody>
          </p:sp>
        </p:grpSp>
      </p:grpSp>
      <p:grpSp>
        <p:nvGrpSpPr>
          <p:cNvPr id="277" name="Group 276">
            <a:extLst>
              <a:ext uri="{FF2B5EF4-FFF2-40B4-BE49-F238E27FC236}">
                <a16:creationId xmlns:a16="http://schemas.microsoft.com/office/drawing/2014/main" id="{AFACB7CC-6390-FFD5-E6AE-BC5EDA4FE362}"/>
              </a:ext>
            </a:extLst>
          </p:cNvPr>
          <p:cNvGrpSpPr/>
          <p:nvPr/>
        </p:nvGrpSpPr>
        <p:grpSpPr>
          <a:xfrm>
            <a:off x="5325797" y="2477058"/>
            <a:ext cx="1717540" cy="1719634"/>
            <a:chOff x="5394459" y="2583722"/>
            <a:chExt cx="1580226" cy="1582152"/>
          </a:xfrm>
        </p:grpSpPr>
        <p:grpSp>
          <p:nvGrpSpPr>
            <p:cNvPr id="262" name="Group 261">
              <a:extLst>
                <a:ext uri="{FF2B5EF4-FFF2-40B4-BE49-F238E27FC236}">
                  <a16:creationId xmlns:a16="http://schemas.microsoft.com/office/drawing/2014/main" id="{7411E26D-F42E-00C6-BCE3-DE5619E78C6B}"/>
                </a:ext>
              </a:extLst>
            </p:cNvPr>
            <p:cNvGrpSpPr/>
            <p:nvPr/>
          </p:nvGrpSpPr>
          <p:grpSpPr>
            <a:xfrm>
              <a:off x="5394459" y="2583722"/>
              <a:ext cx="1580226" cy="1582152"/>
              <a:chOff x="1062038" y="3989388"/>
              <a:chExt cx="2605087" cy="2608263"/>
            </a:xfrm>
            <a:solidFill>
              <a:schemeClr val="accent1">
                <a:lumMod val="50000"/>
              </a:schemeClr>
            </a:solidFill>
          </p:grpSpPr>
          <p:sp>
            <p:nvSpPr>
              <p:cNvPr id="263" name="Freeform 17">
                <a:extLst>
                  <a:ext uri="{FF2B5EF4-FFF2-40B4-BE49-F238E27FC236}">
                    <a16:creationId xmlns:a16="http://schemas.microsoft.com/office/drawing/2014/main" id="{9763CF8C-8161-9732-E9BB-2FD49A9B7ED6}"/>
                  </a:ext>
                </a:extLst>
              </p:cNvPr>
              <p:cNvSpPr>
                <a:spLocks/>
              </p:cNvSpPr>
              <p:nvPr/>
            </p:nvSpPr>
            <p:spPr bwMode="auto">
              <a:xfrm>
                <a:off x="1262063" y="3989388"/>
                <a:ext cx="1266825" cy="925513"/>
              </a:xfrm>
              <a:custGeom>
                <a:avLst/>
                <a:gdLst>
                  <a:gd name="T0" fmla="*/ 0 w 292"/>
                  <a:gd name="T1" fmla="*/ 140 h 213"/>
                  <a:gd name="T2" fmla="*/ 83 w 292"/>
                  <a:gd name="T3" fmla="*/ 139 h 213"/>
                  <a:gd name="T4" fmla="*/ 125 w 292"/>
                  <a:gd name="T5" fmla="*/ 213 h 213"/>
                  <a:gd name="T6" fmla="*/ 250 w 292"/>
                  <a:gd name="T7" fmla="*/ 144 h 213"/>
                  <a:gd name="T8" fmla="*/ 292 w 292"/>
                  <a:gd name="T9" fmla="*/ 72 h 213"/>
                  <a:gd name="T10" fmla="*/ 250 w 292"/>
                  <a:gd name="T11" fmla="*/ 0 h 213"/>
                  <a:gd name="T12" fmla="*/ 0 w 292"/>
                  <a:gd name="T13" fmla="*/ 140 h 213"/>
                </a:gdLst>
                <a:ahLst/>
                <a:cxnLst>
                  <a:cxn ang="0">
                    <a:pos x="T0" y="T1"/>
                  </a:cxn>
                  <a:cxn ang="0">
                    <a:pos x="T2" y="T3"/>
                  </a:cxn>
                  <a:cxn ang="0">
                    <a:pos x="T4" y="T5"/>
                  </a:cxn>
                  <a:cxn ang="0">
                    <a:pos x="T6" y="T7"/>
                  </a:cxn>
                  <a:cxn ang="0">
                    <a:pos x="T8" y="T9"/>
                  </a:cxn>
                  <a:cxn ang="0">
                    <a:pos x="T10" y="T11"/>
                  </a:cxn>
                  <a:cxn ang="0">
                    <a:pos x="T12" y="T13"/>
                  </a:cxn>
                </a:cxnLst>
                <a:rect l="0" t="0" r="r" b="b"/>
                <a:pathLst>
                  <a:path w="292" h="213">
                    <a:moveTo>
                      <a:pt x="0" y="140"/>
                    </a:moveTo>
                    <a:cubicBezTo>
                      <a:pt x="83" y="139"/>
                      <a:pt x="83" y="139"/>
                      <a:pt x="83" y="139"/>
                    </a:cubicBezTo>
                    <a:cubicBezTo>
                      <a:pt x="125" y="213"/>
                      <a:pt x="125" y="213"/>
                      <a:pt x="125" y="213"/>
                    </a:cubicBezTo>
                    <a:cubicBezTo>
                      <a:pt x="153" y="172"/>
                      <a:pt x="200" y="146"/>
                      <a:pt x="250" y="144"/>
                    </a:cubicBezTo>
                    <a:cubicBezTo>
                      <a:pt x="292" y="72"/>
                      <a:pt x="292" y="72"/>
                      <a:pt x="292" y="72"/>
                    </a:cubicBezTo>
                    <a:cubicBezTo>
                      <a:pt x="250" y="0"/>
                      <a:pt x="250" y="0"/>
                      <a:pt x="250" y="0"/>
                    </a:cubicBezTo>
                    <a:cubicBezTo>
                      <a:pt x="149" y="1"/>
                      <a:pt x="54" y="54"/>
                      <a:pt x="0" y="14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4" name="Freeform 18">
                <a:extLst>
                  <a:ext uri="{FF2B5EF4-FFF2-40B4-BE49-F238E27FC236}">
                    <a16:creationId xmlns:a16="http://schemas.microsoft.com/office/drawing/2014/main" id="{7B52F9BF-2E5F-3E80-D943-C3528B97A88A}"/>
                  </a:ext>
                </a:extLst>
              </p:cNvPr>
              <p:cNvSpPr>
                <a:spLocks/>
              </p:cNvSpPr>
              <p:nvPr/>
            </p:nvSpPr>
            <p:spPr bwMode="auto">
              <a:xfrm>
                <a:off x="2413000" y="3989388"/>
                <a:ext cx="1071563" cy="952500"/>
              </a:xfrm>
              <a:custGeom>
                <a:avLst/>
                <a:gdLst>
                  <a:gd name="T0" fmla="*/ 1 w 247"/>
                  <a:gd name="T1" fmla="*/ 0 h 219"/>
                  <a:gd name="T2" fmla="*/ 43 w 247"/>
                  <a:gd name="T3" fmla="*/ 72 h 219"/>
                  <a:gd name="T4" fmla="*/ 0 w 247"/>
                  <a:gd name="T5" fmla="*/ 145 h 219"/>
                  <a:gd name="T6" fmla="*/ 122 w 247"/>
                  <a:gd name="T7" fmla="*/ 218 h 219"/>
                  <a:gd name="T8" fmla="*/ 206 w 247"/>
                  <a:gd name="T9" fmla="*/ 219 h 219"/>
                  <a:gd name="T10" fmla="*/ 247 w 247"/>
                  <a:gd name="T11" fmla="*/ 147 h 219"/>
                  <a:gd name="T12" fmla="*/ 1 w 247"/>
                  <a:gd name="T13" fmla="*/ 0 h 219"/>
                </a:gdLst>
                <a:ahLst/>
                <a:cxnLst>
                  <a:cxn ang="0">
                    <a:pos x="T0" y="T1"/>
                  </a:cxn>
                  <a:cxn ang="0">
                    <a:pos x="T2" y="T3"/>
                  </a:cxn>
                  <a:cxn ang="0">
                    <a:pos x="T4" y="T5"/>
                  </a:cxn>
                  <a:cxn ang="0">
                    <a:pos x="T6" y="T7"/>
                  </a:cxn>
                  <a:cxn ang="0">
                    <a:pos x="T8" y="T9"/>
                  </a:cxn>
                  <a:cxn ang="0">
                    <a:pos x="T10" y="T11"/>
                  </a:cxn>
                  <a:cxn ang="0">
                    <a:pos x="T12" y="T13"/>
                  </a:cxn>
                </a:cxnLst>
                <a:rect l="0" t="0" r="r" b="b"/>
                <a:pathLst>
                  <a:path w="247" h="219">
                    <a:moveTo>
                      <a:pt x="1" y="0"/>
                    </a:moveTo>
                    <a:cubicBezTo>
                      <a:pt x="43" y="72"/>
                      <a:pt x="43" y="72"/>
                      <a:pt x="43" y="72"/>
                    </a:cubicBezTo>
                    <a:cubicBezTo>
                      <a:pt x="0" y="145"/>
                      <a:pt x="0" y="145"/>
                      <a:pt x="0" y="145"/>
                    </a:cubicBezTo>
                    <a:cubicBezTo>
                      <a:pt x="50" y="148"/>
                      <a:pt x="95" y="176"/>
                      <a:pt x="122" y="218"/>
                    </a:cubicBezTo>
                    <a:cubicBezTo>
                      <a:pt x="206" y="219"/>
                      <a:pt x="206" y="219"/>
                      <a:pt x="206" y="219"/>
                    </a:cubicBezTo>
                    <a:cubicBezTo>
                      <a:pt x="247" y="147"/>
                      <a:pt x="247" y="147"/>
                      <a:pt x="247" y="147"/>
                    </a:cubicBezTo>
                    <a:cubicBezTo>
                      <a:pt x="195" y="59"/>
                      <a:pt x="102" y="4"/>
                      <a:pt x="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5" name="Freeform 19">
                <a:extLst>
                  <a:ext uri="{FF2B5EF4-FFF2-40B4-BE49-F238E27FC236}">
                    <a16:creationId xmlns:a16="http://schemas.microsoft.com/office/drawing/2014/main" id="{DDD6B486-8E81-FAEC-61CC-26267601BD49}"/>
                  </a:ext>
                </a:extLst>
              </p:cNvPr>
              <p:cNvSpPr>
                <a:spLocks/>
              </p:cNvSpPr>
              <p:nvPr/>
            </p:nvSpPr>
            <p:spPr bwMode="auto">
              <a:xfrm>
                <a:off x="2200275" y="5672138"/>
                <a:ext cx="1266825" cy="925513"/>
              </a:xfrm>
              <a:custGeom>
                <a:avLst/>
                <a:gdLst>
                  <a:gd name="T0" fmla="*/ 167 w 292"/>
                  <a:gd name="T1" fmla="*/ 0 h 213"/>
                  <a:gd name="T2" fmla="*/ 42 w 292"/>
                  <a:gd name="T3" fmla="*/ 69 h 213"/>
                  <a:gd name="T4" fmla="*/ 0 w 292"/>
                  <a:gd name="T5" fmla="*/ 141 h 213"/>
                  <a:gd name="T6" fmla="*/ 42 w 292"/>
                  <a:gd name="T7" fmla="*/ 213 h 213"/>
                  <a:gd name="T8" fmla="*/ 292 w 292"/>
                  <a:gd name="T9" fmla="*/ 73 h 213"/>
                  <a:gd name="T10" fmla="*/ 209 w 292"/>
                  <a:gd name="T11" fmla="*/ 74 h 213"/>
                  <a:gd name="T12" fmla="*/ 167 w 292"/>
                  <a:gd name="T13" fmla="*/ 0 h 213"/>
                </a:gdLst>
                <a:ahLst/>
                <a:cxnLst>
                  <a:cxn ang="0">
                    <a:pos x="T0" y="T1"/>
                  </a:cxn>
                  <a:cxn ang="0">
                    <a:pos x="T2" y="T3"/>
                  </a:cxn>
                  <a:cxn ang="0">
                    <a:pos x="T4" y="T5"/>
                  </a:cxn>
                  <a:cxn ang="0">
                    <a:pos x="T6" y="T7"/>
                  </a:cxn>
                  <a:cxn ang="0">
                    <a:pos x="T8" y="T9"/>
                  </a:cxn>
                  <a:cxn ang="0">
                    <a:pos x="T10" y="T11"/>
                  </a:cxn>
                  <a:cxn ang="0">
                    <a:pos x="T12" y="T13"/>
                  </a:cxn>
                </a:cxnLst>
                <a:rect l="0" t="0" r="r" b="b"/>
                <a:pathLst>
                  <a:path w="292" h="213">
                    <a:moveTo>
                      <a:pt x="167" y="0"/>
                    </a:moveTo>
                    <a:cubicBezTo>
                      <a:pt x="139" y="41"/>
                      <a:pt x="92" y="67"/>
                      <a:pt x="42" y="69"/>
                    </a:cubicBezTo>
                    <a:cubicBezTo>
                      <a:pt x="0" y="141"/>
                      <a:pt x="0" y="141"/>
                      <a:pt x="0" y="141"/>
                    </a:cubicBezTo>
                    <a:cubicBezTo>
                      <a:pt x="42" y="213"/>
                      <a:pt x="42" y="213"/>
                      <a:pt x="42" y="213"/>
                    </a:cubicBezTo>
                    <a:cubicBezTo>
                      <a:pt x="143" y="212"/>
                      <a:pt x="238" y="159"/>
                      <a:pt x="292" y="73"/>
                    </a:cubicBezTo>
                    <a:cubicBezTo>
                      <a:pt x="209" y="74"/>
                      <a:pt x="209" y="74"/>
                      <a:pt x="209" y="74"/>
                    </a:cubicBezTo>
                    <a:lnTo>
                      <a:pt x="16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6" name="Freeform 20">
                <a:extLst>
                  <a:ext uri="{FF2B5EF4-FFF2-40B4-BE49-F238E27FC236}">
                    <a16:creationId xmlns:a16="http://schemas.microsoft.com/office/drawing/2014/main" id="{AB38D5A9-0D22-C489-0E62-58A1CA024D76}"/>
                  </a:ext>
                </a:extLst>
              </p:cNvPr>
              <p:cNvSpPr>
                <a:spLocks/>
              </p:cNvSpPr>
              <p:nvPr/>
            </p:nvSpPr>
            <p:spPr bwMode="auto">
              <a:xfrm>
                <a:off x="2959100" y="4684713"/>
                <a:ext cx="708025" cy="1247775"/>
              </a:xfrm>
              <a:custGeom>
                <a:avLst/>
                <a:gdLst>
                  <a:gd name="T0" fmla="*/ 125 w 163"/>
                  <a:gd name="T1" fmla="*/ 287 h 287"/>
                  <a:gd name="T2" fmla="*/ 163 w 163"/>
                  <a:gd name="T3" fmla="*/ 140 h 287"/>
                  <a:gd name="T4" fmla="*/ 129 w 163"/>
                  <a:gd name="T5" fmla="*/ 0 h 287"/>
                  <a:gd name="T6" fmla="*/ 88 w 163"/>
                  <a:gd name="T7" fmla="*/ 72 h 287"/>
                  <a:gd name="T8" fmla="*/ 3 w 163"/>
                  <a:gd name="T9" fmla="*/ 72 h 287"/>
                  <a:gd name="T10" fmla="*/ 19 w 163"/>
                  <a:gd name="T11" fmla="*/ 140 h 287"/>
                  <a:gd name="T12" fmla="*/ 0 w 163"/>
                  <a:gd name="T13" fmla="*/ 214 h 287"/>
                  <a:gd name="T14" fmla="*/ 42 w 163"/>
                  <a:gd name="T15" fmla="*/ 287 h 287"/>
                  <a:gd name="T16" fmla="*/ 125 w 163"/>
                  <a:gd name="T17" fmla="*/ 287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287">
                    <a:moveTo>
                      <a:pt x="125" y="287"/>
                    </a:moveTo>
                    <a:cubicBezTo>
                      <a:pt x="150" y="242"/>
                      <a:pt x="163" y="192"/>
                      <a:pt x="163" y="140"/>
                    </a:cubicBezTo>
                    <a:cubicBezTo>
                      <a:pt x="163" y="91"/>
                      <a:pt x="151" y="43"/>
                      <a:pt x="129" y="0"/>
                    </a:cubicBezTo>
                    <a:cubicBezTo>
                      <a:pt x="88" y="72"/>
                      <a:pt x="88" y="72"/>
                      <a:pt x="88" y="72"/>
                    </a:cubicBezTo>
                    <a:cubicBezTo>
                      <a:pt x="3" y="72"/>
                      <a:pt x="3" y="72"/>
                      <a:pt x="3" y="72"/>
                    </a:cubicBezTo>
                    <a:cubicBezTo>
                      <a:pt x="13" y="93"/>
                      <a:pt x="19" y="116"/>
                      <a:pt x="19" y="140"/>
                    </a:cubicBezTo>
                    <a:cubicBezTo>
                      <a:pt x="19" y="166"/>
                      <a:pt x="12" y="191"/>
                      <a:pt x="0" y="214"/>
                    </a:cubicBezTo>
                    <a:cubicBezTo>
                      <a:pt x="42" y="287"/>
                      <a:pt x="42" y="287"/>
                      <a:pt x="42" y="287"/>
                    </a:cubicBezTo>
                    <a:lnTo>
                      <a:pt x="125" y="2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7" name="Freeform 21">
                <a:extLst>
                  <a:ext uri="{FF2B5EF4-FFF2-40B4-BE49-F238E27FC236}">
                    <a16:creationId xmlns:a16="http://schemas.microsoft.com/office/drawing/2014/main" id="{C20D6F8E-FAF6-BCFA-8012-A1CE734CA663}"/>
                  </a:ext>
                </a:extLst>
              </p:cNvPr>
              <p:cNvSpPr>
                <a:spLocks/>
              </p:cNvSpPr>
              <p:nvPr/>
            </p:nvSpPr>
            <p:spPr bwMode="auto">
              <a:xfrm>
                <a:off x="1062038" y="4654550"/>
                <a:ext cx="708025" cy="1247775"/>
              </a:xfrm>
              <a:custGeom>
                <a:avLst/>
                <a:gdLst>
                  <a:gd name="T0" fmla="*/ 38 w 163"/>
                  <a:gd name="T1" fmla="*/ 0 h 287"/>
                  <a:gd name="T2" fmla="*/ 0 w 163"/>
                  <a:gd name="T3" fmla="*/ 147 h 287"/>
                  <a:gd name="T4" fmla="*/ 34 w 163"/>
                  <a:gd name="T5" fmla="*/ 287 h 287"/>
                  <a:gd name="T6" fmla="*/ 75 w 163"/>
                  <a:gd name="T7" fmla="*/ 215 h 287"/>
                  <a:gd name="T8" fmla="*/ 160 w 163"/>
                  <a:gd name="T9" fmla="*/ 215 h 287"/>
                  <a:gd name="T10" fmla="*/ 144 w 163"/>
                  <a:gd name="T11" fmla="*/ 147 h 287"/>
                  <a:gd name="T12" fmla="*/ 163 w 163"/>
                  <a:gd name="T13" fmla="*/ 73 h 287"/>
                  <a:gd name="T14" fmla="*/ 121 w 163"/>
                  <a:gd name="T15" fmla="*/ 0 h 287"/>
                  <a:gd name="T16" fmla="*/ 38 w 163"/>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3" h="287">
                    <a:moveTo>
                      <a:pt x="38" y="0"/>
                    </a:moveTo>
                    <a:cubicBezTo>
                      <a:pt x="13" y="45"/>
                      <a:pt x="0" y="95"/>
                      <a:pt x="0" y="147"/>
                    </a:cubicBezTo>
                    <a:cubicBezTo>
                      <a:pt x="0" y="196"/>
                      <a:pt x="12" y="244"/>
                      <a:pt x="34" y="287"/>
                    </a:cubicBezTo>
                    <a:cubicBezTo>
                      <a:pt x="75" y="215"/>
                      <a:pt x="75" y="215"/>
                      <a:pt x="75" y="215"/>
                    </a:cubicBezTo>
                    <a:cubicBezTo>
                      <a:pt x="160" y="215"/>
                      <a:pt x="160" y="215"/>
                      <a:pt x="160" y="215"/>
                    </a:cubicBezTo>
                    <a:cubicBezTo>
                      <a:pt x="150" y="194"/>
                      <a:pt x="144" y="171"/>
                      <a:pt x="144" y="147"/>
                    </a:cubicBezTo>
                    <a:cubicBezTo>
                      <a:pt x="144" y="121"/>
                      <a:pt x="151" y="96"/>
                      <a:pt x="163" y="73"/>
                    </a:cubicBezTo>
                    <a:cubicBezTo>
                      <a:pt x="121" y="0"/>
                      <a:pt x="121" y="0"/>
                      <a:pt x="121" y="0"/>
                    </a:cubicBezTo>
                    <a:lnTo>
                      <a:pt x="3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268" name="Freeform 22">
                <a:extLst>
                  <a:ext uri="{FF2B5EF4-FFF2-40B4-BE49-F238E27FC236}">
                    <a16:creationId xmlns:a16="http://schemas.microsoft.com/office/drawing/2014/main" id="{D4C6E99F-4275-FE0C-895D-B5139D75DE6E}"/>
                  </a:ext>
                </a:extLst>
              </p:cNvPr>
              <p:cNvSpPr>
                <a:spLocks/>
              </p:cNvSpPr>
              <p:nvPr/>
            </p:nvSpPr>
            <p:spPr bwMode="auto">
              <a:xfrm>
                <a:off x="1244600" y="5645150"/>
                <a:ext cx="1071563" cy="952500"/>
              </a:xfrm>
              <a:custGeom>
                <a:avLst/>
                <a:gdLst>
                  <a:gd name="T0" fmla="*/ 246 w 247"/>
                  <a:gd name="T1" fmla="*/ 219 h 219"/>
                  <a:gd name="T2" fmla="*/ 204 w 247"/>
                  <a:gd name="T3" fmla="*/ 147 h 219"/>
                  <a:gd name="T4" fmla="*/ 247 w 247"/>
                  <a:gd name="T5" fmla="*/ 74 h 219"/>
                  <a:gd name="T6" fmla="*/ 125 w 247"/>
                  <a:gd name="T7" fmla="*/ 1 h 219"/>
                  <a:gd name="T8" fmla="*/ 41 w 247"/>
                  <a:gd name="T9" fmla="*/ 0 h 219"/>
                  <a:gd name="T10" fmla="*/ 0 w 247"/>
                  <a:gd name="T11" fmla="*/ 72 h 219"/>
                  <a:gd name="T12" fmla="*/ 246 w 247"/>
                  <a:gd name="T13" fmla="*/ 219 h 219"/>
                </a:gdLst>
                <a:ahLst/>
                <a:cxnLst>
                  <a:cxn ang="0">
                    <a:pos x="T0" y="T1"/>
                  </a:cxn>
                  <a:cxn ang="0">
                    <a:pos x="T2" y="T3"/>
                  </a:cxn>
                  <a:cxn ang="0">
                    <a:pos x="T4" y="T5"/>
                  </a:cxn>
                  <a:cxn ang="0">
                    <a:pos x="T6" y="T7"/>
                  </a:cxn>
                  <a:cxn ang="0">
                    <a:pos x="T8" y="T9"/>
                  </a:cxn>
                  <a:cxn ang="0">
                    <a:pos x="T10" y="T11"/>
                  </a:cxn>
                  <a:cxn ang="0">
                    <a:pos x="T12" y="T13"/>
                  </a:cxn>
                </a:cxnLst>
                <a:rect l="0" t="0" r="r" b="b"/>
                <a:pathLst>
                  <a:path w="247" h="219">
                    <a:moveTo>
                      <a:pt x="246" y="219"/>
                    </a:moveTo>
                    <a:cubicBezTo>
                      <a:pt x="204" y="147"/>
                      <a:pt x="204" y="147"/>
                      <a:pt x="204" y="147"/>
                    </a:cubicBezTo>
                    <a:cubicBezTo>
                      <a:pt x="247" y="74"/>
                      <a:pt x="247" y="74"/>
                      <a:pt x="247" y="74"/>
                    </a:cubicBezTo>
                    <a:cubicBezTo>
                      <a:pt x="197" y="71"/>
                      <a:pt x="152" y="43"/>
                      <a:pt x="125" y="1"/>
                    </a:cubicBezTo>
                    <a:cubicBezTo>
                      <a:pt x="41" y="0"/>
                      <a:pt x="41" y="0"/>
                      <a:pt x="41" y="0"/>
                    </a:cubicBezTo>
                    <a:cubicBezTo>
                      <a:pt x="0" y="72"/>
                      <a:pt x="0" y="72"/>
                      <a:pt x="0" y="72"/>
                    </a:cubicBezTo>
                    <a:cubicBezTo>
                      <a:pt x="52" y="160"/>
                      <a:pt x="145" y="215"/>
                      <a:pt x="246" y="2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sp>
          <p:nvSpPr>
            <p:cNvPr id="270" name="TextBox 269">
              <a:extLst>
                <a:ext uri="{FF2B5EF4-FFF2-40B4-BE49-F238E27FC236}">
                  <a16:creationId xmlns:a16="http://schemas.microsoft.com/office/drawing/2014/main" id="{4EFB84C2-B4FA-1111-EC6D-578C40C88573}"/>
                </a:ext>
              </a:extLst>
            </p:cNvPr>
            <p:cNvSpPr txBox="1"/>
            <p:nvPr/>
          </p:nvSpPr>
          <p:spPr>
            <a:xfrm rot="2366424">
              <a:off x="5932957" y="2948820"/>
              <a:ext cx="905252" cy="302343"/>
            </a:xfrm>
            <a:prstGeom prst="rect">
              <a:avLst/>
            </a:prstGeom>
            <a:noFill/>
          </p:spPr>
          <p:txBody>
            <a:bodyPr wrap="square" lIns="0" tIns="0" rIns="0" bIns="0">
              <a:prstTxWarp prst="textArchUp">
                <a:avLst/>
              </a:prstTxWarp>
              <a:spAutoFit/>
            </a:bodyPr>
            <a:lstStyle/>
            <a:p>
              <a:pPr algn="ctr"/>
              <a:r>
                <a:rPr lang="en-GB" sz="800">
                  <a:solidFill>
                    <a:schemeClr val="bg1"/>
                  </a:solidFill>
                </a:rPr>
                <a:t>Sprint</a:t>
              </a:r>
              <a:br>
                <a:rPr lang="en-GB" sz="800">
                  <a:solidFill>
                    <a:schemeClr val="bg1"/>
                  </a:solidFill>
                </a:rPr>
              </a:br>
              <a:r>
                <a:rPr lang="en-GB" sz="800">
                  <a:solidFill>
                    <a:schemeClr val="bg1"/>
                  </a:solidFill>
                </a:rPr>
                <a:t>Plan</a:t>
              </a:r>
            </a:p>
          </p:txBody>
        </p:sp>
        <p:sp>
          <p:nvSpPr>
            <p:cNvPr id="271" name="TextBox 270">
              <a:extLst>
                <a:ext uri="{FF2B5EF4-FFF2-40B4-BE49-F238E27FC236}">
                  <a16:creationId xmlns:a16="http://schemas.microsoft.com/office/drawing/2014/main" id="{1147E30D-3754-4B67-0902-9746D03E548A}"/>
                </a:ext>
              </a:extLst>
            </p:cNvPr>
            <p:cNvSpPr txBox="1"/>
            <p:nvPr/>
          </p:nvSpPr>
          <p:spPr>
            <a:xfrm rot="20126339">
              <a:off x="5759805" y="2854929"/>
              <a:ext cx="682470" cy="503375"/>
            </a:xfrm>
            <a:prstGeom prst="rect">
              <a:avLst/>
            </a:prstGeom>
            <a:noFill/>
          </p:spPr>
          <p:txBody>
            <a:bodyPr wrap="square" lIns="0" tIns="0" rIns="0" bIns="0">
              <a:prstTxWarp prst="textArchUp">
                <a:avLst/>
              </a:prstTxWarp>
              <a:spAutoFit/>
            </a:bodyPr>
            <a:lstStyle/>
            <a:p>
              <a:pPr algn="ctr"/>
              <a:r>
                <a:rPr lang="en-GB" sz="800">
                  <a:solidFill>
                    <a:schemeClr val="bg1"/>
                  </a:solidFill>
                </a:rPr>
                <a:t>Sprint</a:t>
              </a:r>
              <a:br>
                <a:rPr lang="en-GB" sz="800">
                  <a:solidFill>
                    <a:schemeClr val="bg1"/>
                  </a:solidFill>
                </a:rPr>
              </a:br>
              <a:r>
                <a:rPr lang="en-GB" sz="800" err="1">
                  <a:solidFill>
                    <a:schemeClr val="bg1"/>
                  </a:solidFill>
                </a:rPr>
                <a:t>Retrosp</a:t>
              </a:r>
              <a:r>
                <a:rPr lang="en-GB" sz="800">
                  <a:solidFill>
                    <a:schemeClr val="bg1"/>
                  </a:solidFill>
                </a:rPr>
                <a:t>.</a:t>
              </a:r>
            </a:p>
          </p:txBody>
        </p:sp>
        <p:sp>
          <p:nvSpPr>
            <p:cNvPr id="272" name="TextBox 271">
              <a:extLst>
                <a:ext uri="{FF2B5EF4-FFF2-40B4-BE49-F238E27FC236}">
                  <a16:creationId xmlns:a16="http://schemas.microsoft.com/office/drawing/2014/main" id="{24DAC7F9-1134-F99A-0292-397C6666EF36}"/>
                </a:ext>
              </a:extLst>
            </p:cNvPr>
            <p:cNvSpPr txBox="1"/>
            <p:nvPr/>
          </p:nvSpPr>
          <p:spPr>
            <a:xfrm rot="16396772">
              <a:off x="5592879" y="3048598"/>
              <a:ext cx="644346" cy="503375"/>
            </a:xfrm>
            <a:prstGeom prst="rect">
              <a:avLst/>
            </a:prstGeom>
            <a:noFill/>
          </p:spPr>
          <p:txBody>
            <a:bodyPr wrap="square" lIns="0" tIns="0" rIns="0" bIns="0">
              <a:prstTxWarp prst="textArchUp">
                <a:avLst/>
              </a:prstTxWarp>
              <a:spAutoFit/>
            </a:bodyPr>
            <a:lstStyle/>
            <a:p>
              <a:pPr algn="ctr"/>
              <a:r>
                <a:rPr lang="en-GB" sz="800">
                  <a:solidFill>
                    <a:schemeClr val="bg1"/>
                  </a:solidFill>
                </a:rPr>
                <a:t>Sprint</a:t>
              </a:r>
              <a:br>
                <a:rPr lang="en-GB" sz="800">
                  <a:solidFill>
                    <a:schemeClr val="bg1"/>
                  </a:solidFill>
                </a:rPr>
              </a:br>
              <a:r>
                <a:rPr lang="en-GB" sz="800">
                  <a:solidFill>
                    <a:schemeClr val="bg1"/>
                  </a:solidFill>
                </a:rPr>
                <a:t>Review</a:t>
              </a:r>
            </a:p>
          </p:txBody>
        </p:sp>
        <p:sp>
          <p:nvSpPr>
            <p:cNvPr id="273" name="TextBox 272">
              <a:extLst>
                <a:ext uri="{FF2B5EF4-FFF2-40B4-BE49-F238E27FC236}">
                  <a16:creationId xmlns:a16="http://schemas.microsoft.com/office/drawing/2014/main" id="{6A95FA79-38A0-074E-592B-162A904EF7D3}"/>
                </a:ext>
              </a:extLst>
            </p:cNvPr>
            <p:cNvSpPr txBox="1"/>
            <p:nvPr/>
          </p:nvSpPr>
          <p:spPr>
            <a:xfrm rot="2428810">
              <a:off x="5626057" y="3410956"/>
              <a:ext cx="644346" cy="503375"/>
            </a:xfrm>
            <a:prstGeom prst="rect">
              <a:avLst/>
            </a:prstGeom>
            <a:noFill/>
          </p:spPr>
          <p:txBody>
            <a:bodyPr wrap="square" lIns="0" tIns="0" rIns="0" bIns="0">
              <a:prstTxWarp prst="textArchDown">
                <a:avLst/>
              </a:prstTxWarp>
              <a:spAutoFit/>
            </a:bodyPr>
            <a:lstStyle/>
            <a:p>
              <a:pPr algn="ctr"/>
              <a:r>
                <a:rPr lang="en-GB" sz="800">
                  <a:solidFill>
                    <a:schemeClr val="bg1"/>
                  </a:solidFill>
                </a:rPr>
                <a:t>Testing</a:t>
              </a:r>
            </a:p>
          </p:txBody>
        </p:sp>
        <p:sp>
          <p:nvSpPr>
            <p:cNvPr id="275" name="TextBox 274">
              <a:extLst>
                <a:ext uri="{FF2B5EF4-FFF2-40B4-BE49-F238E27FC236}">
                  <a16:creationId xmlns:a16="http://schemas.microsoft.com/office/drawing/2014/main" id="{48F10057-14CA-09FE-CF15-CA9954F176EF}"/>
                </a:ext>
              </a:extLst>
            </p:cNvPr>
            <p:cNvSpPr txBox="1"/>
            <p:nvPr/>
          </p:nvSpPr>
          <p:spPr>
            <a:xfrm rot="5915734">
              <a:off x="6211679" y="3302245"/>
              <a:ext cx="644346" cy="276999"/>
            </a:xfrm>
            <a:prstGeom prst="rect">
              <a:avLst/>
            </a:prstGeom>
            <a:noFill/>
          </p:spPr>
          <p:txBody>
            <a:bodyPr wrap="square" lIns="0" tIns="0" rIns="0" bIns="0">
              <a:prstTxWarp prst="textArchUp">
                <a:avLst/>
              </a:prstTxWarp>
              <a:spAutoFit/>
            </a:bodyPr>
            <a:lstStyle/>
            <a:p>
              <a:pPr algn="ctr"/>
              <a:r>
                <a:rPr lang="en-GB" sz="800" err="1">
                  <a:solidFill>
                    <a:schemeClr val="bg1"/>
                  </a:solidFill>
                </a:rPr>
                <a:t>Elabora</a:t>
              </a:r>
              <a:r>
                <a:rPr lang="en-GB" sz="800">
                  <a:solidFill>
                    <a:schemeClr val="bg1"/>
                  </a:solidFill>
                </a:rPr>
                <a:t>-</a:t>
              </a:r>
              <a:br>
                <a:rPr lang="en-GB" sz="800">
                  <a:solidFill>
                    <a:schemeClr val="bg1"/>
                  </a:solidFill>
                </a:rPr>
              </a:br>
              <a:r>
                <a:rPr lang="en-GB" sz="800" err="1">
                  <a:solidFill>
                    <a:schemeClr val="bg1"/>
                  </a:solidFill>
                </a:rPr>
                <a:t>tion</a:t>
              </a:r>
              <a:endParaRPr lang="en-GB" sz="800">
                <a:solidFill>
                  <a:schemeClr val="bg1"/>
                </a:solidFill>
              </a:endParaRPr>
            </a:p>
          </p:txBody>
        </p:sp>
        <p:sp>
          <p:nvSpPr>
            <p:cNvPr id="276" name="TextBox 275">
              <a:extLst>
                <a:ext uri="{FF2B5EF4-FFF2-40B4-BE49-F238E27FC236}">
                  <a16:creationId xmlns:a16="http://schemas.microsoft.com/office/drawing/2014/main" id="{2F7AB6D7-7749-414E-773F-78F8EB66C726}"/>
                </a:ext>
              </a:extLst>
            </p:cNvPr>
            <p:cNvSpPr txBox="1"/>
            <p:nvPr/>
          </p:nvSpPr>
          <p:spPr>
            <a:xfrm rot="20159908">
              <a:off x="5976434" y="3423013"/>
              <a:ext cx="644346" cy="503375"/>
            </a:xfrm>
            <a:prstGeom prst="rect">
              <a:avLst/>
            </a:prstGeom>
            <a:noFill/>
          </p:spPr>
          <p:txBody>
            <a:bodyPr wrap="square" lIns="0" tIns="0" rIns="0" bIns="0">
              <a:prstTxWarp prst="textArchDown">
                <a:avLst/>
              </a:prstTxWarp>
              <a:spAutoFit/>
            </a:bodyPr>
            <a:lstStyle/>
            <a:p>
              <a:pPr algn="ctr"/>
              <a:r>
                <a:rPr lang="en-GB" sz="800">
                  <a:solidFill>
                    <a:schemeClr val="bg1"/>
                  </a:solidFill>
                </a:rPr>
                <a:t>Config. &amp;</a:t>
              </a:r>
              <a:br>
                <a:rPr lang="en-GB" sz="800">
                  <a:solidFill>
                    <a:schemeClr val="bg1"/>
                  </a:solidFill>
                </a:rPr>
              </a:br>
              <a:r>
                <a:rPr lang="en-GB" sz="800" err="1">
                  <a:solidFill>
                    <a:schemeClr val="bg1"/>
                  </a:solidFill>
                </a:rPr>
                <a:t>Devel</a:t>
              </a:r>
              <a:r>
                <a:rPr lang="en-GB" sz="800">
                  <a:solidFill>
                    <a:schemeClr val="bg1"/>
                  </a:solidFill>
                </a:rPr>
                <a:t>.</a:t>
              </a:r>
            </a:p>
          </p:txBody>
        </p:sp>
      </p:grpSp>
      <p:grpSp>
        <p:nvGrpSpPr>
          <p:cNvPr id="278" name="Group 277">
            <a:extLst>
              <a:ext uri="{FF2B5EF4-FFF2-40B4-BE49-F238E27FC236}">
                <a16:creationId xmlns:a16="http://schemas.microsoft.com/office/drawing/2014/main" id="{5B8E194D-4212-1962-A111-37099D3CDEEA}"/>
              </a:ext>
            </a:extLst>
          </p:cNvPr>
          <p:cNvGrpSpPr/>
          <p:nvPr/>
        </p:nvGrpSpPr>
        <p:grpSpPr>
          <a:xfrm>
            <a:off x="8900504" y="2402552"/>
            <a:ext cx="975016" cy="1954087"/>
            <a:chOff x="9078093" y="1949313"/>
            <a:chExt cx="999854" cy="2003866"/>
          </a:xfrm>
        </p:grpSpPr>
        <p:sp>
          <p:nvSpPr>
            <p:cNvPr id="279" name="Arrow: Circular 75">
              <a:extLst>
                <a:ext uri="{FF2B5EF4-FFF2-40B4-BE49-F238E27FC236}">
                  <a16:creationId xmlns:a16="http://schemas.microsoft.com/office/drawing/2014/main" id="{9BAF45FB-2B46-ED28-6EEB-A98D8BEF07EC}"/>
                </a:ext>
              </a:extLst>
            </p:cNvPr>
            <p:cNvSpPr/>
            <p:nvPr/>
          </p:nvSpPr>
          <p:spPr>
            <a:xfrm>
              <a:off x="9295471" y="1949313"/>
              <a:ext cx="782476" cy="755658"/>
            </a:xfrm>
            <a:prstGeom prst="circularArrow">
              <a:avLst>
                <a:gd name="adj1" fmla="val 10980"/>
                <a:gd name="adj2" fmla="val 1142322"/>
                <a:gd name="adj3" fmla="val 4500000"/>
                <a:gd name="adj4" fmla="val 10800000"/>
                <a:gd name="adj5" fmla="val 12500"/>
              </a:avLst>
            </a:prstGeom>
            <a:solidFill>
              <a:srgbClr val="003366"/>
            </a:solidFill>
            <a:ln w="12700" cap="flat" cmpd="sng" algn="ctr">
              <a:solidFill>
                <a:sysClr val="window" lastClr="FFFFFF">
                  <a:hueOff val="0"/>
                  <a:satOff val="0"/>
                  <a:lumOff val="0"/>
                  <a:alphaOff val="0"/>
                </a:sysClr>
              </a:solidFill>
              <a:prstDash val="solid"/>
              <a:miter lim="800000"/>
            </a:ln>
            <a:effectLst/>
          </p:spPr>
        </p:sp>
        <p:sp>
          <p:nvSpPr>
            <p:cNvPr id="280" name="Freeform: Shape 76">
              <a:extLst>
                <a:ext uri="{FF2B5EF4-FFF2-40B4-BE49-F238E27FC236}">
                  <a16:creationId xmlns:a16="http://schemas.microsoft.com/office/drawing/2014/main" id="{291A4026-BD38-10D1-7E8A-A943FC298845}"/>
                </a:ext>
              </a:extLst>
            </p:cNvPr>
            <p:cNvSpPr/>
            <p:nvPr/>
          </p:nvSpPr>
          <p:spPr>
            <a:xfrm>
              <a:off x="9468230" y="2166791"/>
              <a:ext cx="436666" cy="210807"/>
            </a:xfrm>
            <a:custGeom>
              <a:avLst/>
              <a:gdLst>
                <a:gd name="connsiteX0" fmla="*/ 0 w 441913"/>
                <a:gd name="connsiteY0" fmla="*/ 0 h 220934"/>
                <a:gd name="connsiteX1" fmla="*/ 441913 w 441913"/>
                <a:gd name="connsiteY1" fmla="*/ 0 h 220934"/>
                <a:gd name="connsiteX2" fmla="*/ 441913 w 441913"/>
                <a:gd name="connsiteY2" fmla="*/ 220934 h 220934"/>
                <a:gd name="connsiteX3" fmla="*/ 0 w 441913"/>
                <a:gd name="connsiteY3" fmla="*/ 220934 h 220934"/>
                <a:gd name="connsiteX4" fmla="*/ 0 w 441913"/>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13" h="220934">
                  <a:moveTo>
                    <a:pt x="0" y="0"/>
                  </a:moveTo>
                  <a:lnTo>
                    <a:pt x="441913" y="0"/>
                  </a:lnTo>
                  <a:lnTo>
                    <a:pt x="441913" y="220934"/>
                  </a:lnTo>
                  <a:lnTo>
                    <a:pt x="0" y="220934"/>
                  </a:lnTo>
                  <a:lnTo>
                    <a:pt x="0" y="0"/>
                  </a:lnTo>
                  <a:close/>
                </a:path>
              </a:pathLst>
            </a:custGeom>
            <a:noFill/>
            <a:ln>
              <a:noFill/>
            </a:ln>
            <a:effectLst/>
          </p:spPr>
          <p:txBody>
            <a:bodyPr spcFirstLastPara="0" vert="horz" wrap="square" lIns="5080" tIns="5080" rIns="5080" bIns="5080" numCol="1" spcCol="1270" anchor="ctr" anchorCtr="0">
              <a:noAutofit/>
            </a:bodyPr>
            <a:lstStyle/>
            <a:p>
              <a:pPr marL="0" marR="0" lvl="0" indent="0" algn="ctr" defTabSz="333375" rtl="0" eaLnBrk="1" fontAlgn="auto" latinLnBrk="0" hangingPunct="1">
                <a:lnSpc>
                  <a:spcPct val="90000"/>
                </a:lnSpc>
                <a:spcBef>
                  <a:spcPct val="0"/>
                </a:spcBef>
                <a:spcAft>
                  <a:spcPct val="35000"/>
                </a:spcAft>
                <a:buClrTx/>
                <a:buSzTx/>
                <a:buFontTx/>
                <a:buNone/>
                <a:tabLst/>
                <a:defRPr/>
              </a:pPr>
              <a:r>
                <a:rPr kumimoji="0" lang="es-ES_tradnl" sz="750" b="0" i="0" u="none" strike="noStrike" kern="0" cap="none" spc="0" normalizeH="0" baseline="0" noProof="0" err="1">
                  <a:ln>
                    <a:noFill/>
                  </a:ln>
                  <a:solidFill>
                    <a:srgbClr val="0070AD"/>
                  </a:solidFill>
                  <a:effectLst/>
                  <a:uLnTx/>
                  <a:uFillTx/>
                  <a:ea typeface="+mn-ea"/>
                  <a:cs typeface="+mn-cs"/>
                </a:rPr>
                <a:t>Prep</a:t>
              </a:r>
              <a:r>
                <a:rPr kumimoji="0" lang="es-ES_tradnl" sz="750" b="0" i="0" u="none" strike="noStrike" kern="0" cap="none" spc="0" normalizeH="0" baseline="0" noProof="0">
                  <a:ln>
                    <a:noFill/>
                  </a:ln>
                  <a:solidFill>
                    <a:srgbClr val="0070AD"/>
                  </a:solidFill>
                  <a:effectLst/>
                  <a:uLnTx/>
                  <a:uFillTx/>
                  <a:ea typeface="+mn-ea"/>
                  <a:cs typeface="+mn-cs"/>
                </a:rPr>
                <a:t>. </a:t>
              </a:r>
              <a:r>
                <a:rPr kumimoji="0" lang="es-ES_tradnl" sz="750" b="0" i="0" u="none" strike="noStrike" kern="0" cap="none" spc="0" normalizeH="0" baseline="0" noProof="0" err="1">
                  <a:ln>
                    <a:noFill/>
                  </a:ln>
                  <a:solidFill>
                    <a:srgbClr val="0070AD"/>
                  </a:solidFill>
                  <a:effectLst/>
                  <a:uLnTx/>
                  <a:uFillTx/>
                  <a:ea typeface="+mn-ea"/>
                  <a:cs typeface="+mn-cs"/>
                </a:rPr>
                <a:t>Release</a:t>
              </a:r>
              <a:endParaRPr kumimoji="0" lang="es-ES_tradnl" sz="750" b="0" i="0" u="none" strike="noStrike" kern="0" cap="none" spc="0" normalizeH="0" baseline="0" noProof="0">
                <a:ln>
                  <a:noFill/>
                </a:ln>
                <a:solidFill>
                  <a:srgbClr val="0070AD"/>
                </a:solidFill>
                <a:effectLst/>
                <a:uLnTx/>
                <a:uFillTx/>
                <a:ea typeface="+mn-ea"/>
                <a:cs typeface="+mn-cs"/>
              </a:endParaRPr>
            </a:p>
          </p:txBody>
        </p:sp>
        <p:sp>
          <p:nvSpPr>
            <p:cNvPr id="281" name="Shape 280">
              <a:extLst>
                <a:ext uri="{FF2B5EF4-FFF2-40B4-BE49-F238E27FC236}">
                  <a16:creationId xmlns:a16="http://schemas.microsoft.com/office/drawing/2014/main" id="{2435BF02-1169-33AD-E9F5-D04ACD646D0E}"/>
                </a:ext>
              </a:extLst>
            </p:cNvPr>
            <p:cNvSpPr/>
            <p:nvPr/>
          </p:nvSpPr>
          <p:spPr>
            <a:xfrm>
              <a:off x="9078093" y="2383551"/>
              <a:ext cx="782476" cy="755658"/>
            </a:xfrm>
            <a:prstGeom prst="leftCircularArrow">
              <a:avLst>
                <a:gd name="adj1" fmla="val 10980"/>
                <a:gd name="adj2" fmla="val 1142322"/>
                <a:gd name="adj3" fmla="val 6300000"/>
                <a:gd name="adj4" fmla="val 18900000"/>
                <a:gd name="adj5" fmla="val 12500"/>
              </a:avLst>
            </a:prstGeom>
            <a:solidFill>
              <a:srgbClr val="003366"/>
            </a:solidFill>
            <a:ln w="12700" cap="flat" cmpd="sng" algn="ctr">
              <a:solidFill>
                <a:sysClr val="window" lastClr="FFFFFF">
                  <a:hueOff val="0"/>
                  <a:satOff val="0"/>
                  <a:lumOff val="0"/>
                  <a:alphaOff val="0"/>
                </a:sysClr>
              </a:solidFill>
              <a:prstDash val="solid"/>
              <a:miter lim="800000"/>
            </a:ln>
            <a:effectLst/>
          </p:spPr>
        </p:sp>
        <p:sp>
          <p:nvSpPr>
            <p:cNvPr id="282" name="Freeform: Shape 78">
              <a:extLst>
                <a:ext uri="{FF2B5EF4-FFF2-40B4-BE49-F238E27FC236}">
                  <a16:creationId xmlns:a16="http://schemas.microsoft.com/office/drawing/2014/main" id="{01C20776-7EEE-4D3C-1E35-B60DB7B92B51}"/>
                </a:ext>
              </a:extLst>
            </p:cNvPr>
            <p:cNvSpPr/>
            <p:nvPr/>
          </p:nvSpPr>
          <p:spPr>
            <a:xfrm>
              <a:off x="9249970" y="2657880"/>
              <a:ext cx="436666" cy="210807"/>
            </a:xfrm>
            <a:custGeom>
              <a:avLst/>
              <a:gdLst>
                <a:gd name="connsiteX0" fmla="*/ 0 w 441913"/>
                <a:gd name="connsiteY0" fmla="*/ 0 h 220934"/>
                <a:gd name="connsiteX1" fmla="*/ 441913 w 441913"/>
                <a:gd name="connsiteY1" fmla="*/ 0 h 220934"/>
                <a:gd name="connsiteX2" fmla="*/ 441913 w 441913"/>
                <a:gd name="connsiteY2" fmla="*/ 220934 h 220934"/>
                <a:gd name="connsiteX3" fmla="*/ 0 w 441913"/>
                <a:gd name="connsiteY3" fmla="*/ 220934 h 220934"/>
                <a:gd name="connsiteX4" fmla="*/ 0 w 441913"/>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1913" h="220934">
                  <a:moveTo>
                    <a:pt x="0" y="0"/>
                  </a:moveTo>
                  <a:lnTo>
                    <a:pt x="441913" y="0"/>
                  </a:lnTo>
                  <a:lnTo>
                    <a:pt x="441913" y="220934"/>
                  </a:lnTo>
                  <a:lnTo>
                    <a:pt x="0" y="220934"/>
                  </a:lnTo>
                  <a:lnTo>
                    <a:pt x="0" y="0"/>
                  </a:lnTo>
                  <a:close/>
                </a:path>
              </a:pathLst>
            </a:custGeom>
            <a:noFill/>
            <a:ln>
              <a:noFill/>
            </a:ln>
            <a:effectLst/>
          </p:spPr>
          <p:txBody>
            <a:bodyPr spcFirstLastPara="0" vert="horz" wrap="square" lIns="5080" tIns="5080" rIns="5080" bIns="5080" numCol="1" spcCol="1270" anchor="ctr" anchorCtr="0">
              <a:noAutofit/>
            </a:bodyPr>
            <a:lstStyle/>
            <a:p>
              <a:pPr marL="0" marR="0" lvl="0" indent="0" algn="ctr" defTabSz="333375" rtl="0" eaLnBrk="1" fontAlgn="auto" latinLnBrk="0" hangingPunct="1">
                <a:lnSpc>
                  <a:spcPct val="90000"/>
                </a:lnSpc>
                <a:spcBef>
                  <a:spcPct val="0"/>
                </a:spcBef>
                <a:spcAft>
                  <a:spcPct val="35000"/>
                </a:spcAft>
                <a:buClrTx/>
                <a:buSzTx/>
                <a:buFontTx/>
                <a:buNone/>
                <a:tabLst/>
                <a:defRPr/>
              </a:pPr>
              <a:r>
                <a:rPr kumimoji="0" lang="es-ES_tradnl" sz="750" b="0" i="0" u="none" strike="noStrike" kern="0" cap="none" spc="0" normalizeH="0" baseline="0" noProof="0">
                  <a:ln>
                    <a:noFill/>
                  </a:ln>
                  <a:solidFill>
                    <a:srgbClr val="0070AD"/>
                  </a:solidFill>
                  <a:effectLst/>
                  <a:uLnTx/>
                  <a:uFillTx/>
                  <a:ea typeface="+mn-ea"/>
                  <a:cs typeface="+mn-cs"/>
                </a:rPr>
                <a:t>Training  Users</a:t>
              </a:r>
            </a:p>
          </p:txBody>
        </p:sp>
        <p:sp>
          <p:nvSpPr>
            <p:cNvPr id="283" name="Arrow: Circular 79">
              <a:extLst>
                <a:ext uri="{FF2B5EF4-FFF2-40B4-BE49-F238E27FC236}">
                  <a16:creationId xmlns:a16="http://schemas.microsoft.com/office/drawing/2014/main" id="{FCD6C317-D7CC-7022-DDBA-4D0A998AF87C}"/>
                </a:ext>
              </a:extLst>
            </p:cNvPr>
            <p:cNvSpPr/>
            <p:nvPr/>
          </p:nvSpPr>
          <p:spPr>
            <a:xfrm>
              <a:off x="9295471" y="2819392"/>
              <a:ext cx="782476" cy="755658"/>
            </a:xfrm>
            <a:prstGeom prst="circularArrow">
              <a:avLst>
                <a:gd name="adj1" fmla="val 10980"/>
                <a:gd name="adj2" fmla="val 1142322"/>
                <a:gd name="adj3" fmla="val 4500000"/>
                <a:gd name="adj4" fmla="val 13500000"/>
                <a:gd name="adj5" fmla="val 12500"/>
              </a:avLst>
            </a:prstGeom>
            <a:solidFill>
              <a:srgbClr val="003366"/>
            </a:solidFill>
            <a:ln w="12700" cap="flat" cmpd="sng" algn="ctr">
              <a:solidFill>
                <a:sysClr val="window" lastClr="FFFFFF">
                  <a:hueOff val="0"/>
                  <a:satOff val="0"/>
                  <a:lumOff val="0"/>
                  <a:alphaOff val="0"/>
                </a:sysClr>
              </a:solidFill>
              <a:prstDash val="solid"/>
              <a:miter lim="800000"/>
            </a:ln>
            <a:effectLst/>
          </p:spPr>
        </p:sp>
        <p:sp>
          <p:nvSpPr>
            <p:cNvPr id="284" name="Freeform: Shape 80">
              <a:extLst>
                <a:ext uri="{FF2B5EF4-FFF2-40B4-BE49-F238E27FC236}">
                  <a16:creationId xmlns:a16="http://schemas.microsoft.com/office/drawing/2014/main" id="{1C60DFBC-EF54-24B9-5FDB-1CAEBB086F29}"/>
                </a:ext>
              </a:extLst>
            </p:cNvPr>
            <p:cNvSpPr/>
            <p:nvPr/>
          </p:nvSpPr>
          <p:spPr>
            <a:xfrm>
              <a:off x="9247305" y="3085305"/>
              <a:ext cx="717769" cy="210807"/>
            </a:xfrm>
            <a:custGeom>
              <a:avLst/>
              <a:gdLst>
                <a:gd name="connsiteX0" fmla="*/ 0 w 726395"/>
                <a:gd name="connsiteY0" fmla="*/ 0 h 220934"/>
                <a:gd name="connsiteX1" fmla="*/ 726395 w 726395"/>
                <a:gd name="connsiteY1" fmla="*/ 0 h 220934"/>
                <a:gd name="connsiteX2" fmla="*/ 726395 w 726395"/>
                <a:gd name="connsiteY2" fmla="*/ 220934 h 220934"/>
                <a:gd name="connsiteX3" fmla="*/ 0 w 726395"/>
                <a:gd name="connsiteY3" fmla="*/ 220934 h 220934"/>
                <a:gd name="connsiteX4" fmla="*/ 0 w 726395"/>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26395" h="220934">
                  <a:moveTo>
                    <a:pt x="0" y="0"/>
                  </a:moveTo>
                  <a:lnTo>
                    <a:pt x="726395" y="0"/>
                  </a:lnTo>
                  <a:lnTo>
                    <a:pt x="726395" y="220934"/>
                  </a:lnTo>
                  <a:lnTo>
                    <a:pt x="0" y="220934"/>
                  </a:lnTo>
                  <a:lnTo>
                    <a:pt x="0" y="0"/>
                  </a:lnTo>
                  <a:close/>
                </a:path>
              </a:pathLst>
            </a:custGeom>
            <a:noFill/>
            <a:ln>
              <a:noFill/>
            </a:ln>
            <a:effectLst/>
          </p:spPr>
          <p:txBody>
            <a:bodyPr spcFirstLastPara="0" vert="horz" wrap="square" lIns="4445" tIns="4445" rIns="4445" bIns="4445"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r>
                <a:rPr kumimoji="0" lang="es-ES_tradnl" sz="700" b="0" i="0" u="none" strike="noStrike" kern="0" cap="none" spc="0" normalizeH="0" baseline="0" noProof="0">
                  <a:ln>
                    <a:noFill/>
                  </a:ln>
                  <a:solidFill>
                    <a:srgbClr val="0070AD"/>
                  </a:solidFill>
                  <a:effectLst/>
                  <a:uLnTx/>
                  <a:uFillTx/>
                  <a:ea typeface="+mn-ea"/>
                  <a:cs typeface="+mn-cs"/>
                </a:rPr>
                <a:t>Acceptance</a:t>
              </a:r>
            </a:p>
          </p:txBody>
        </p:sp>
        <p:sp>
          <p:nvSpPr>
            <p:cNvPr id="285" name="Block Arc 284">
              <a:extLst>
                <a:ext uri="{FF2B5EF4-FFF2-40B4-BE49-F238E27FC236}">
                  <a16:creationId xmlns:a16="http://schemas.microsoft.com/office/drawing/2014/main" id="{D96F0557-5BCE-54AE-E6E5-085FB6C47721}"/>
                </a:ext>
              </a:extLst>
            </p:cNvPr>
            <p:cNvSpPr/>
            <p:nvPr/>
          </p:nvSpPr>
          <p:spPr>
            <a:xfrm>
              <a:off x="9133868" y="3303726"/>
              <a:ext cx="672246" cy="649453"/>
            </a:xfrm>
            <a:prstGeom prst="blockArc">
              <a:avLst>
                <a:gd name="adj1" fmla="val 0"/>
                <a:gd name="adj2" fmla="val 18900000"/>
                <a:gd name="adj3" fmla="val 12740"/>
              </a:avLst>
            </a:prstGeom>
            <a:solidFill>
              <a:srgbClr val="003366"/>
            </a:solidFill>
            <a:ln w="12700" cap="flat" cmpd="sng" algn="ctr">
              <a:solidFill>
                <a:sysClr val="window" lastClr="FFFFFF">
                  <a:hueOff val="0"/>
                  <a:satOff val="0"/>
                  <a:lumOff val="0"/>
                  <a:alphaOff val="0"/>
                </a:sysClr>
              </a:solidFill>
              <a:prstDash val="solid"/>
              <a:miter lim="800000"/>
            </a:ln>
            <a:effectLst/>
          </p:spPr>
        </p:sp>
        <p:sp>
          <p:nvSpPr>
            <p:cNvPr id="286" name="Freeform: Shape 82">
              <a:extLst>
                <a:ext uri="{FF2B5EF4-FFF2-40B4-BE49-F238E27FC236}">
                  <a16:creationId xmlns:a16="http://schemas.microsoft.com/office/drawing/2014/main" id="{84675BD1-4EA0-631F-B1D1-4A05575CE723}"/>
                </a:ext>
              </a:extLst>
            </p:cNvPr>
            <p:cNvSpPr/>
            <p:nvPr/>
          </p:nvSpPr>
          <p:spPr>
            <a:xfrm>
              <a:off x="9219297" y="3527959"/>
              <a:ext cx="498013" cy="210807"/>
            </a:xfrm>
            <a:custGeom>
              <a:avLst/>
              <a:gdLst>
                <a:gd name="connsiteX0" fmla="*/ 0 w 503998"/>
                <a:gd name="connsiteY0" fmla="*/ 0 h 220934"/>
                <a:gd name="connsiteX1" fmla="*/ 503998 w 503998"/>
                <a:gd name="connsiteY1" fmla="*/ 0 h 220934"/>
                <a:gd name="connsiteX2" fmla="*/ 503998 w 503998"/>
                <a:gd name="connsiteY2" fmla="*/ 220934 h 220934"/>
                <a:gd name="connsiteX3" fmla="*/ 0 w 503998"/>
                <a:gd name="connsiteY3" fmla="*/ 220934 h 220934"/>
                <a:gd name="connsiteX4" fmla="*/ 0 w 503998"/>
                <a:gd name="connsiteY4" fmla="*/ 0 h 2209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3998" h="220934">
                  <a:moveTo>
                    <a:pt x="0" y="0"/>
                  </a:moveTo>
                  <a:lnTo>
                    <a:pt x="503998" y="0"/>
                  </a:lnTo>
                  <a:lnTo>
                    <a:pt x="503998" y="220934"/>
                  </a:lnTo>
                  <a:lnTo>
                    <a:pt x="0" y="220934"/>
                  </a:lnTo>
                  <a:lnTo>
                    <a:pt x="0" y="0"/>
                  </a:lnTo>
                  <a:close/>
                </a:path>
              </a:pathLst>
            </a:custGeom>
            <a:noFill/>
            <a:ln>
              <a:noFill/>
            </a:ln>
            <a:effectLst/>
          </p:spPr>
          <p:txBody>
            <a:bodyPr spcFirstLastPara="0" vert="horz" wrap="square" lIns="4445" tIns="4445" rIns="4445" bIns="4445" numCol="1" spcCol="1270" anchor="ctr" anchorCtr="0">
              <a:noAutofit/>
            </a:bodyPr>
            <a:lstStyle/>
            <a:p>
              <a:pPr marL="0" marR="0" lvl="0" indent="0" algn="ctr" defTabSz="311150" rtl="0" eaLnBrk="1" fontAlgn="auto" latinLnBrk="0" hangingPunct="1">
                <a:lnSpc>
                  <a:spcPct val="90000"/>
                </a:lnSpc>
                <a:spcBef>
                  <a:spcPct val="0"/>
                </a:spcBef>
                <a:spcAft>
                  <a:spcPct val="35000"/>
                </a:spcAft>
                <a:buClrTx/>
                <a:buSzTx/>
                <a:buFontTx/>
                <a:buNone/>
                <a:tabLst/>
                <a:defRPr/>
              </a:pPr>
              <a:r>
                <a:rPr kumimoji="0" lang="es-ES_tradnl" sz="700" b="0" i="0" u="none" strike="noStrike" kern="0" cap="none" spc="0" normalizeH="0" baseline="0" noProof="0">
                  <a:ln>
                    <a:noFill/>
                  </a:ln>
                  <a:solidFill>
                    <a:srgbClr val="0070AD"/>
                  </a:solidFill>
                  <a:effectLst/>
                  <a:uLnTx/>
                  <a:uFillTx/>
                  <a:ea typeface="+mn-ea"/>
                  <a:cs typeface="+mn-cs"/>
                </a:rPr>
                <a:t>Release in Production</a:t>
              </a:r>
            </a:p>
          </p:txBody>
        </p:sp>
      </p:grpSp>
      <p:grpSp>
        <p:nvGrpSpPr>
          <p:cNvPr id="292" name="Group 291">
            <a:extLst>
              <a:ext uri="{FF2B5EF4-FFF2-40B4-BE49-F238E27FC236}">
                <a16:creationId xmlns:a16="http://schemas.microsoft.com/office/drawing/2014/main" id="{45B9F5D6-BC1C-37DD-F765-635909892392}"/>
              </a:ext>
            </a:extLst>
          </p:cNvPr>
          <p:cNvGrpSpPr/>
          <p:nvPr/>
        </p:nvGrpSpPr>
        <p:grpSpPr>
          <a:xfrm>
            <a:off x="7763218" y="3112209"/>
            <a:ext cx="496072" cy="507185"/>
            <a:chOff x="7763218" y="2715106"/>
            <a:chExt cx="496072" cy="507185"/>
          </a:xfrm>
        </p:grpSpPr>
        <p:sp>
          <p:nvSpPr>
            <p:cNvPr id="293" name="Oval 292">
              <a:extLst>
                <a:ext uri="{FF2B5EF4-FFF2-40B4-BE49-F238E27FC236}">
                  <a16:creationId xmlns:a16="http://schemas.microsoft.com/office/drawing/2014/main" id="{9FBA75F0-2B99-50FF-0A0B-D8B74ECA24BF}"/>
                </a:ext>
              </a:extLst>
            </p:cNvPr>
            <p:cNvSpPr/>
            <p:nvPr/>
          </p:nvSpPr>
          <p:spPr>
            <a:xfrm>
              <a:off x="7763218" y="2732569"/>
              <a:ext cx="489722" cy="489722"/>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94" name="Oval 293">
              <a:extLst>
                <a:ext uri="{FF2B5EF4-FFF2-40B4-BE49-F238E27FC236}">
                  <a16:creationId xmlns:a16="http://schemas.microsoft.com/office/drawing/2014/main" id="{5EEDAC34-B477-AD1C-9CE3-CEBB5C735C05}"/>
                </a:ext>
              </a:extLst>
            </p:cNvPr>
            <p:cNvSpPr/>
            <p:nvPr/>
          </p:nvSpPr>
          <p:spPr>
            <a:xfrm>
              <a:off x="7769568" y="2715106"/>
              <a:ext cx="489722" cy="48972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grpSp>
        <p:nvGrpSpPr>
          <p:cNvPr id="295" name="Group 294">
            <a:extLst>
              <a:ext uri="{FF2B5EF4-FFF2-40B4-BE49-F238E27FC236}">
                <a16:creationId xmlns:a16="http://schemas.microsoft.com/office/drawing/2014/main" id="{5F0C5D77-645E-F5C3-1D2D-20293B6C0499}"/>
              </a:ext>
            </a:extLst>
          </p:cNvPr>
          <p:cNvGrpSpPr/>
          <p:nvPr/>
        </p:nvGrpSpPr>
        <p:grpSpPr>
          <a:xfrm>
            <a:off x="7763218" y="3700642"/>
            <a:ext cx="496072" cy="507185"/>
            <a:chOff x="7763218" y="2715106"/>
            <a:chExt cx="496072" cy="507185"/>
          </a:xfrm>
        </p:grpSpPr>
        <p:sp>
          <p:nvSpPr>
            <p:cNvPr id="296" name="Oval 295">
              <a:extLst>
                <a:ext uri="{FF2B5EF4-FFF2-40B4-BE49-F238E27FC236}">
                  <a16:creationId xmlns:a16="http://schemas.microsoft.com/office/drawing/2014/main" id="{C35954D2-B950-C07D-AAE6-465A3D7626AC}"/>
                </a:ext>
              </a:extLst>
            </p:cNvPr>
            <p:cNvSpPr/>
            <p:nvPr/>
          </p:nvSpPr>
          <p:spPr>
            <a:xfrm>
              <a:off x="7763218" y="2732569"/>
              <a:ext cx="489722" cy="489722"/>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97" name="Oval 296">
              <a:extLst>
                <a:ext uri="{FF2B5EF4-FFF2-40B4-BE49-F238E27FC236}">
                  <a16:creationId xmlns:a16="http://schemas.microsoft.com/office/drawing/2014/main" id="{3A1ECB30-F5F8-5973-A1F2-6D9AB7CDE861}"/>
                </a:ext>
              </a:extLst>
            </p:cNvPr>
            <p:cNvSpPr/>
            <p:nvPr/>
          </p:nvSpPr>
          <p:spPr>
            <a:xfrm>
              <a:off x="7769568" y="2715106"/>
              <a:ext cx="489722" cy="48972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grpSp>
        <p:nvGrpSpPr>
          <p:cNvPr id="308" name="Group 307">
            <a:extLst>
              <a:ext uri="{FF2B5EF4-FFF2-40B4-BE49-F238E27FC236}">
                <a16:creationId xmlns:a16="http://schemas.microsoft.com/office/drawing/2014/main" id="{154C669D-C579-03A7-79C9-C091C3C3DAED}"/>
              </a:ext>
            </a:extLst>
          </p:cNvPr>
          <p:cNvGrpSpPr/>
          <p:nvPr/>
        </p:nvGrpSpPr>
        <p:grpSpPr>
          <a:xfrm>
            <a:off x="7763218" y="2523776"/>
            <a:ext cx="496072" cy="507185"/>
            <a:chOff x="7763218" y="2630440"/>
            <a:chExt cx="496072" cy="507185"/>
          </a:xfrm>
        </p:grpSpPr>
        <p:grpSp>
          <p:nvGrpSpPr>
            <p:cNvPr id="291" name="Group 290">
              <a:extLst>
                <a:ext uri="{FF2B5EF4-FFF2-40B4-BE49-F238E27FC236}">
                  <a16:creationId xmlns:a16="http://schemas.microsoft.com/office/drawing/2014/main" id="{AE2390AE-6F1D-287F-3E2B-4B6DB8233A33}"/>
                </a:ext>
              </a:extLst>
            </p:cNvPr>
            <p:cNvGrpSpPr/>
            <p:nvPr/>
          </p:nvGrpSpPr>
          <p:grpSpPr>
            <a:xfrm>
              <a:off x="7763218" y="2630440"/>
              <a:ext cx="496072" cy="507185"/>
              <a:chOff x="7763218" y="2715106"/>
              <a:chExt cx="496072" cy="507185"/>
            </a:xfrm>
          </p:grpSpPr>
          <p:sp>
            <p:nvSpPr>
              <p:cNvPr id="290" name="Oval 289">
                <a:extLst>
                  <a:ext uri="{FF2B5EF4-FFF2-40B4-BE49-F238E27FC236}">
                    <a16:creationId xmlns:a16="http://schemas.microsoft.com/office/drawing/2014/main" id="{41F428D0-9C87-8D9F-326D-2A0CB7462191}"/>
                  </a:ext>
                </a:extLst>
              </p:cNvPr>
              <p:cNvSpPr/>
              <p:nvPr/>
            </p:nvSpPr>
            <p:spPr>
              <a:xfrm>
                <a:off x="7763218" y="2732569"/>
                <a:ext cx="489722" cy="489722"/>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89" name="Oval 288">
                <a:extLst>
                  <a:ext uri="{FF2B5EF4-FFF2-40B4-BE49-F238E27FC236}">
                    <a16:creationId xmlns:a16="http://schemas.microsoft.com/office/drawing/2014/main" id="{53548E8E-8CD7-206A-6A7F-3F12391F2019}"/>
                  </a:ext>
                </a:extLst>
              </p:cNvPr>
              <p:cNvSpPr/>
              <p:nvPr/>
            </p:nvSpPr>
            <p:spPr>
              <a:xfrm>
                <a:off x="7769568" y="2715106"/>
                <a:ext cx="489722" cy="48972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grpSp>
          <p:nvGrpSpPr>
            <p:cNvPr id="301" name="Groupe 364">
              <a:extLst>
                <a:ext uri="{FF2B5EF4-FFF2-40B4-BE49-F238E27FC236}">
                  <a16:creationId xmlns:a16="http://schemas.microsoft.com/office/drawing/2014/main" id="{901DAE78-D371-B86E-CF39-8A1B8DDF0EC4}"/>
                </a:ext>
              </a:extLst>
            </p:cNvPr>
            <p:cNvGrpSpPr/>
            <p:nvPr/>
          </p:nvGrpSpPr>
          <p:grpSpPr>
            <a:xfrm>
              <a:off x="7824032" y="2774776"/>
              <a:ext cx="375448" cy="230388"/>
              <a:chOff x="3092451" y="3854450"/>
              <a:chExt cx="450850" cy="327025"/>
            </a:xfrm>
            <a:solidFill>
              <a:srgbClr val="003857"/>
            </a:solidFill>
          </p:grpSpPr>
          <p:sp>
            <p:nvSpPr>
              <p:cNvPr id="302" name="Freeform 286">
                <a:extLst>
                  <a:ext uri="{FF2B5EF4-FFF2-40B4-BE49-F238E27FC236}">
                    <a16:creationId xmlns:a16="http://schemas.microsoft.com/office/drawing/2014/main" id="{C7BA868B-FB68-AFC1-0DF7-6902166D9903}"/>
                  </a:ext>
                </a:extLst>
              </p:cNvPr>
              <p:cNvSpPr>
                <a:spLocks/>
              </p:cNvSpPr>
              <p:nvPr/>
            </p:nvSpPr>
            <p:spPr bwMode="auto">
              <a:xfrm>
                <a:off x="3092451" y="3968750"/>
                <a:ext cx="168275" cy="123825"/>
              </a:xfrm>
              <a:custGeom>
                <a:avLst/>
                <a:gdLst>
                  <a:gd name="T0" fmla="*/ 29 w 45"/>
                  <a:gd name="T1" fmla="*/ 0 h 33"/>
                  <a:gd name="T2" fmla="*/ 42 w 45"/>
                  <a:gd name="T3" fmla="*/ 12 h 33"/>
                  <a:gd name="T4" fmla="*/ 40 w 45"/>
                  <a:gd name="T5" fmla="*/ 30 h 33"/>
                  <a:gd name="T6" fmla="*/ 30 w 45"/>
                  <a:gd name="T7" fmla="*/ 33 h 33"/>
                  <a:gd name="T8" fmla="*/ 11 w 45"/>
                  <a:gd name="T9" fmla="*/ 32 h 33"/>
                  <a:gd name="T10" fmla="*/ 0 w 45"/>
                  <a:gd name="T11" fmla="*/ 30 h 33"/>
                  <a:gd name="T12" fmla="*/ 0 w 45"/>
                  <a:gd name="T13" fmla="*/ 29 h 33"/>
                  <a:gd name="T14" fmla="*/ 0 w 45"/>
                  <a:gd name="T15" fmla="*/ 21 h 33"/>
                  <a:gd name="T16" fmla="*/ 14 w 45"/>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3">
                    <a:moveTo>
                      <a:pt x="29" y="0"/>
                    </a:moveTo>
                    <a:cubicBezTo>
                      <a:pt x="35" y="2"/>
                      <a:pt x="39" y="7"/>
                      <a:pt x="42" y="12"/>
                    </a:cubicBezTo>
                    <a:cubicBezTo>
                      <a:pt x="44" y="18"/>
                      <a:pt x="45" y="25"/>
                      <a:pt x="40" y="30"/>
                    </a:cubicBezTo>
                    <a:cubicBezTo>
                      <a:pt x="37" y="32"/>
                      <a:pt x="33" y="33"/>
                      <a:pt x="30" y="33"/>
                    </a:cubicBezTo>
                    <a:cubicBezTo>
                      <a:pt x="23" y="33"/>
                      <a:pt x="17" y="33"/>
                      <a:pt x="11" y="32"/>
                    </a:cubicBezTo>
                    <a:cubicBezTo>
                      <a:pt x="9" y="32"/>
                      <a:pt x="1" y="30"/>
                      <a:pt x="0" y="30"/>
                    </a:cubicBezTo>
                    <a:cubicBezTo>
                      <a:pt x="0" y="30"/>
                      <a:pt x="0" y="29"/>
                      <a:pt x="0" y="29"/>
                    </a:cubicBezTo>
                    <a:cubicBezTo>
                      <a:pt x="0" y="21"/>
                      <a:pt x="0" y="21"/>
                      <a:pt x="0" y="21"/>
                    </a:cubicBezTo>
                    <a:cubicBezTo>
                      <a:pt x="0" y="13"/>
                      <a:pt x="5" y="4"/>
                      <a:pt x="1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03" name="Oval 287">
                <a:extLst>
                  <a:ext uri="{FF2B5EF4-FFF2-40B4-BE49-F238E27FC236}">
                    <a16:creationId xmlns:a16="http://schemas.microsoft.com/office/drawing/2014/main" id="{334C40E6-0FCE-7BA0-AB80-B4B7EFDF46AF}"/>
                  </a:ext>
                </a:extLst>
              </p:cNvPr>
              <p:cNvSpPr>
                <a:spLocks noChangeArrowheads="1"/>
              </p:cNvSpPr>
              <p:nvPr/>
            </p:nvSpPr>
            <p:spPr bwMode="auto">
              <a:xfrm>
                <a:off x="3125788" y="3867150"/>
                <a:ext cx="90488" cy="1127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04" name="Freeform 288">
                <a:extLst>
                  <a:ext uri="{FF2B5EF4-FFF2-40B4-BE49-F238E27FC236}">
                    <a16:creationId xmlns:a16="http://schemas.microsoft.com/office/drawing/2014/main" id="{C5B3A036-A940-671D-C97B-7611EF0AF932}"/>
                  </a:ext>
                </a:extLst>
              </p:cNvPr>
              <p:cNvSpPr>
                <a:spLocks/>
              </p:cNvSpPr>
              <p:nvPr/>
            </p:nvSpPr>
            <p:spPr bwMode="auto">
              <a:xfrm>
                <a:off x="3373438" y="3956050"/>
                <a:ext cx="169863" cy="125413"/>
              </a:xfrm>
              <a:custGeom>
                <a:avLst/>
                <a:gdLst>
                  <a:gd name="T0" fmla="*/ 29 w 45"/>
                  <a:gd name="T1" fmla="*/ 0 h 33"/>
                  <a:gd name="T2" fmla="*/ 42 w 45"/>
                  <a:gd name="T3" fmla="*/ 12 h 33"/>
                  <a:gd name="T4" fmla="*/ 40 w 45"/>
                  <a:gd name="T5" fmla="*/ 30 h 33"/>
                  <a:gd name="T6" fmla="*/ 30 w 45"/>
                  <a:gd name="T7" fmla="*/ 33 h 33"/>
                  <a:gd name="T8" fmla="*/ 11 w 45"/>
                  <a:gd name="T9" fmla="*/ 32 h 33"/>
                  <a:gd name="T10" fmla="*/ 0 w 45"/>
                  <a:gd name="T11" fmla="*/ 31 h 33"/>
                  <a:gd name="T12" fmla="*/ 0 w 45"/>
                  <a:gd name="T13" fmla="*/ 29 h 33"/>
                  <a:gd name="T14" fmla="*/ 0 w 45"/>
                  <a:gd name="T15" fmla="*/ 21 h 33"/>
                  <a:gd name="T16" fmla="*/ 14 w 45"/>
                  <a:gd name="T17" fmla="*/ 1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5" h="33">
                    <a:moveTo>
                      <a:pt x="29" y="0"/>
                    </a:moveTo>
                    <a:cubicBezTo>
                      <a:pt x="35" y="2"/>
                      <a:pt x="40" y="7"/>
                      <a:pt x="42" y="12"/>
                    </a:cubicBezTo>
                    <a:cubicBezTo>
                      <a:pt x="45" y="18"/>
                      <a:pt x="45" y="25"/>
                      <a:pt x="40" y="30"/>
                    </a:cubicBezTo>
                    <a:cubicBezTo>
                      <a:pt x="37" y="32"/>
                      <a:pt x="34" y="33"/>
                      <a:pt x="30" y="33"/>
                    </a:cubicBezTo>
                    <a:cubicBezTo>
                      <a:pt x="24" y="33"/>
                      <a:pt x="17" y="33"/>
                      <a:pt x="11" y="32"/>
                    </a:cubicBezTo>
                    <a:cubicBezTo>
                      <a:pt x="9" y="32"/>
                      <a:pt x="1" y="30"/>
                      <a:pt x="0" y="31"/>
                    </a:cubicBezTo>
                    <a:cubicBezTo>
                      <a:pt x="0" y="30"/>
                      <a:pt x="0" y="29"/>
                      <a:pt x="0" y="29"/>
                    </a:cubicBezTo>
                    <a:cubicBezTo>
                      <a:pt x="0" y="21"/>
                      <a:pt x="0" y="21"/>
                      <a:pt x="0" y="21"/>
                    </a:cubicBezTo>
                    <a:cubicBezTo>
                      <a:pt x="0" y="13"/>
                      <a:pt x="6" y="4"/>
                      <a:pt x="14"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05" name="Oval 289">
                <a:extLst>
                  <a:ext uri="{FF2B5EF4-FFF2-40B4-BE49-F238E27FC236}">
                    <a16:creationId xmlns:a16="http://schemas.microsoft.com/office/drawing/2014/main" id="{09D5828C-9B56-9C36-C1F7-905CFDE15339}"/>
                  </a:ext>
                </a:extLst>
              </p:cNvPr>
              <p:cNvSpPr>
                <a:spLocks noChangeArrowheads="1"/>
              </p:cNvSpPr>
              <p:nvPr/>
            </p:nvSpPr>
            <p:spPr bwMode="auto">
              <a:xfrm>
                <a:off x="3411538" y="3854450"/>
                <a:ext cx="90488" cy="1143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06" name="Freeform 290">
                <a:extLst>
                  <a:ext uri="{FF2B5EF4-FFF2-40B4-BE49-F238E27FC236}">
                    <a16:creationId xmlns:a16="http://schemas.microsoft.com/office/drawing/2014/main" id="{F9E10091-56AF-D60A-CAD6-0BBBEA51258A}"/>
                  </a:ext>
                </a:extLst>
              </p:cNvPr>
              <p:cNvSpPr>
                <a:spLocks/>
              </p:cNvSpPr>
              <p:nvPr/>
            </p:nvSpPr>
            <p:spPr bwMode="auto">
              <a:xfrm>
                <a:off x="3205163" y="4013200"/>
                <a:ext cx="225425" cy="168275"/>
              </a:xfrm>
              <a:custGeom>
                <a:avLst/>
                <a:gdLst>
                  <a:gd name="T0" fmla="*/ 39 w 60"/>
                  <a:gd name="T1" fmla="*/ 0 h 45"/>
                  <a:gd name="T2" fmla="*/ 56 w 60"/>
                  <a:gd name="T3" fmla="*/ 16 h 45"/>
                  <a:gd name="T4" fmla="*/ 53 w 60"/>
                  <a:gd name="T5" fmla="*/ 39 h 45"/>
                  <a:gd name="T6" fmla="*/ 40 w 60"/>
                  <a:gd name="T7" fmla="*/ 44 h 45"/>
                  <a:gd name="T8" fmla="*/ 15 w 60"/>
                  <a:gd name="T9" fmla="*/ 43 h 45"/>
                  <a:gd name="T10" fmla="*/ 0 w 60"/>
                  <a:gd name="T11" fmla="*/ 41 h 45"/>
                  <a:gd name="T12" fmla="*/ 0 w 60"/>
                  <a:gd name="T13" fmla="*/ 39 h 45"/>
                  <a:gd name="T14" fmla="*/ 0 w 60"/>
                  <a:gd name="T15" fmla="*/ 29 h 45"/>
                  <a:gd name="T16" fmla="*/ 19 w 60"/>
                  <a:gd name="T17" fmla="*/ 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0" h="45">
                    <a:moveTo>
                      <a:pt x="39" y="0"/>
                    </a:moveTo>
                    <a:cubicBezTo>
                      <a:pt x="46" y="3"/>
                      <a:pt x="53" y="9"/>
                      <a:pt x="56" y="16"/>
                    </a:cubicBezTo>
                    <a:cubicBezTo>
                      <a:pt x="59" y="24"/>
                      <a:pt x="60" y="34"/>
                      <a:pt x="53" y="39"/>
                    </a:cubicBezTo>
                    <a:cubicBezTo>
                      <a:pt x="50" y="42"/>
                      <a:pt x="45" y="44"/>
                      <a:pt x="40" y="44"/>
                    </a:cubicBezTo>
                    <a:cubicBezTo>
                      <a:pt x="32" y="45"/>
                      <a:pt x="23" y="44"/>
                      <a:pt x="15" y="43"/>
                    </a:cubicBezTo>
                    <a:cubicBezTo>
                      <a:pt x="12" y="42"/>
                      <a:pt x="2" y="40"/>
                      <a:pt x="0" y="41"/>
                    </a:cubicBezTo>
                    <a:cubicBezTo>
                      <a:pt x="0" y="40"/>
                      <a:pt x="0" y="39"/>
                      <a:pt x="0" y="39"/>
                    </a:cubicBezTo>
                    <a:cubicBezTo>
                      <a:pt x="0" y="29"/>
                      <a:pt x="0" y="29"/>
                      <a:pt x="0" y="29"/>
                    </a:cubicBezTo>
                    <a:cubicBezTo>
                      <a:pt x="0" y="17"/>
                      <a:pt x="7" y="5"/>
                      <a:pt x="19" y="1"/>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07" name="Freeform 291">
                <a:extLst>
                  <a:ext uri="{FF2B5EF4-FFF2-40B4-BE49-F238E27FC236}">
                    <a16:creationId xmlns:a16="http://schemas.microsoft.com/office/drawing/2014/main" id="{39CBC154-A6F8-9FA3-1511-A046FB672F27}"/>
                  </a:ext>
                </a:extLst>
              </p:cNvPr>
              <p:cNvSpPr>
                <a:spLocks/>
              </p:cNvSpPr>
              <p:nvPr/>
            </p:nvSpPr>
            <p:spPr bwMode="auto">
              <a:xfrm>
                <a:off x="3254376" y="3878263"/>
                <a:ext cx="119063" cy="149225"/>
              </a:xfrm>
              <a:custGeom>
                <a:avLst/>
                <a:gdLst>
                  <a:gd name="T0" fmla="*/ 32 w 32"/>
                  <a:gd name="T1" fmla="*/ 20 h 40"/>
                  <a:gd name="T2" fmla="*/ 16 w 32"/>
                  <a:gd name="T3" fmla="*/ 40 h 40"/>
                  <a:gd name="T4" fmla="*/ 0 w 32"/>
                  <a:gd name="T5" fmla="*/ 20 h 40"/>
                  <a:gd name="T6" fmla="*/ 16 w 32"/>
                  <a:gd name="T7" fmla="*/ 0 h 40"/>
                  <a:gd name="T8" fmla="*/ 32 w 32"/>
                  <a:gd name="T9" fmla="*/ 20 h 40"/>
                </a:gdLst>
                <a:ahLst/>
                <a:cxnLst>
                  <a:cxn ang="0">
                    <a:pos x="T0" y="T1"/>
                  </a:cxn>
                  <a:cxn ang="0">
                    <a:pos x="T2" y="T3"/>
                  </a:cxn>
                  <a:cxn ang="0">
                    <a:pos x="T4" y="T5"/>
                  </a:cxn>
                  <a:cxn ang="0">
                    <a:pos x="T6" y="T7"/>
                  </a:cxn>
                  <a:cxn ang="0">
                    <a:pos x="T8" y="T9"/>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grpSp>
        <p:nvGrpSpPr>
          <p:cNvPr id="309" name="Groupe 500">
            <a:extLst>
              <a:ext uri="{FF2B5EF4-FFF2-40B4-BE49-F238E27FC236}">
                <a16:creationId xmlns:a16="http://schemas.microsoft.com/office/drawing/2014/main" id="{D1FEE257-FA86-AD60-2FD7-83E7EACF2A46}"/>
              </a:ext>
            </a:extLst>
          </p:cNvPr>
          <p:cNvGrpSpPr/>
          <p:nvPr/>
        </p:nvGrpSpPr>
        <p:grpSpPr>
          <a:xfrm>
            <a:off x="7893332" y="3165029"/>
            <a:ext cx="238140" cy="354158"/>
            <a:chOff x="2963863" y="4144963"/>
            <a:chExt cx="371475" cy="552450"/>
          </a:xfrm>
        </p:grpSpPr>
        <p:sp>
          <p:nvSpPr>
            <p:cNvPr id="310" name="Freeform 228">
              <a:extLst>
                <a:ext uri="{FF2B5EF4-FFF2-40B4-BE49-F238E27FC236}">
                  <a16:creationId xmlns:a16="http://schemas.microsoft.com/office/drawing/2014/main" id="{FBA64647-E8E8-20E0-2C54-70426BFBBDA1}"/>
                </a:ext>
              </a:extLst>
            </p:cNvPr>
            <p:cNvSpPr>
              <a:spLocks/>
            </p:cNvSpPr>
            <p:nvPr/>
          </p:nvSpPr>
          <p:spPr bwMode="auto">
            <a:xfrm>
              <a:off x="2963863" y="4410075"/>
              <a:ext cx="371475" cy="268287"/>
            </a:xfrm>
            <a:custGeom>
              <a:avLst/>
              <a:gdLst>
                <a:gd name="T0" fmla="*/ 56 w 110"/>
                <a:gd name="T1" fmla="*/ 1 h 79"/>
                <a:gd name="T2" fmla="*/ 22 w 110"/>
                <a:gd name="T3" fmla="*/ 12 h 79"/>
                <a:gd name="T4" fmla="*/ 0 w 110"/>
                <a:gd name="T5" fmla="*/ 64 h 79"/>
                <a:gd name="T6" fmla="*/ 17 w 110"/>
                <a:gd name="T7" fmla="*/ 65 h 79"/>
                <a:gd name="T8" fmla="*/ 110 w 110"/>
                <a:gd name="T9" fmla="*/ 60 h 79"/>
                <a:gd name="T10" fmla="*/ 78 w 110"/>
                <a:gd name="T11" fmla="*/ 5 h 79"/>
                <a:gd name="T12" fmla="*/ 56 w 110"/>
                <a:gd name="T13" fmla="*/ 1 h 79"/>
              </a:gdLst>
              <a:ahLst/>
              <a:cxnLst>
                <a:cxn ang="0">
                  <a:pos x="T0" y="T1"/>
                </a:cxn>
                <a:cxn ang="0">
                  <a:pos x="T2" y="T3"/>
                </a:cxn>
                <a:cxn ang="0">
                  <a:pos x="T4" y="T5"/>
                </a:cxn>
                <a:cxn ang="0">
                  <a:pos x="T6" y="T7"/>
                </a:cxn>
                <a:cxn ang="0">
                  <a:pos x="T8" y="T9"/>
                </a:cxn>
                <a:cxn ang="0">
                  <a:pos x="T10" y="T11"/>
                </a:cxn>
                <a:cxn ang="0">
                  <a:pos x="T12" y="T13"/>
                </a:cxn>
              </a:cxnLst>
              <a:rect l="0" t="0" r="r" b="b"/>
              <a:pathLst>
                <a:path w="110" h="79">
                  <a:moveTo>
                    <a:pt x="56" y="1"/>
                  </a:moveTo>
                  <a:cubicBezTo>
                    <a:pt x="56" y="1"/>
                    <a:pt x="35" y="0"/>
                    <a:pt x="22" y="12"/>
                  </a:cubicBezTo>
                  <a:cubicBezTo>
                    <a:pt x="12" y="22"/>
                    <a:pt x="0" y="64"/>
                    <a:pt x="0" y="64"/>
                  </a:cubicBezTo>
                  <a:cubicBezTo>
                    <a:pt x="0" y="64"/>
                    <a:pt x="7" y="61"/>
                    <a:pt x="17" y="65"/>
                  </a:cubicBezTo>
                  <a:cubicBezTo>
                    <a:pt x="49" y="77"/>
                    <a:pt x="101" y="79"/>
                    <a:pt x="110" y="60"/>
                  </a:cubicBezTo>
                  <a:cubicBezTo>
                    <a:pt x="110" y="60"/>
                    <a:pt x="104" y="16"/>
                    <a:pt x="78" y="5"/>
                  </a:cubicBezTo>
                  <a:cubicBezTo>
                    <a:pt x="68" y="2"/>
                    <a:pt x="56" y="1"/>
                    <a:pt x="56" y="1"/>
                  </a:cubicBezTo>
                  <a:close/>
                </a:path>
              </a:pathLst>
            </a:custGeom>
            <a:solidFill>
              <a:srgbClr val="0038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11" name="Freeform 229">
              <a:extLst>
                <a:ext uri="{FF2B5EF4-FFF2-40B4-BE49-F238E27FC236}">
                  <a16:creationId xmlns:a16="http://schemas.microsoft.com/office/drawing/2014/main" id="{FA7EFC91-E7EC-62E4-00D7-378E9A50CE2E}"/>
                </a:ext>
              </a:extLst>
            </p:cNvPr>
            <p:cNvSpPr>
              <a:spLocks/>
            </p:cNvSpPr>
            <p:nvPr/>
          </p:nvSpPr>
          <p:spPr bwMode="auto">
            <a:xfrm>
              <a:off x="3122613" y="4389438"/>
              <a:ext cx="60325" cy="63500"/>
            </a:xfrm>
            <a:custGeom>
              <a:avLst/>
              <a:gdLst>
                <a:gd name="T0" fmla="*/ 0 w 18"/>
                <a:gd name="T1" fmla="*/ 0 h 19"/>
                <a:gd name="T2" fmla="*/ 0 w 18"/>
                <a:gd name="T3" fmla="*/ 11 h 19"/>
                <a:gd name="T4" fmla="*/ 7 w 18"/>
                <a:gd name="T5" fmla="*/ 19 h 19"/>
                <a:gd name="T6" fmla="*/ 17 w 18"/>
                <a:gd name="T7" fmla="*/ 10 h 19"/>
                <a:gd name="T8" fmla="*/ 17 w 18"/>
                <a:gd name="T9" fmla="*/ 0 h 19"/>
                <a:gd name="T10" fmla="*/ 0 w 18"/>
                <a:gd name="T11" fmla="*/ 0 h 19"/>
              </a:gdLst>
              <a:ahLst/>
              <a:cxnLst>
                <a:cxn ang="0">
                  <a:pos x="T0" y="T1"/>
                </a:cxn>
                <a:cxn ang="0">
                  <a:pos x="T2" y="T3"/>
                </a:cxn>
                <a:cxn ang="0">
                  <a:pos x="T4" y="T5"/>
                </a:cxn>
                <a:cxn ang="0">
                  <a:pos x="T6" y="T7"/>
                </a:cxn>
                <a:cxn ang="0">
                  <a:pos x="T8" y="T9"/>
                </a:cxn>
                <a:cxn ang="0">
                  <a:pos x="T10" y="T11"/>
                </a:cxn>
              </a:cxnLst>
              <a:rect l="0" t="0" r="r" b="b"/>
              <a:pathLst>
                <a:path w="18" h="19">
                  <a:moveTo>
                    <a:pt x="0" y="0"/>
                  </a:moveTo>
                  <a:cubicBezTo>
                    <a:pt x="0" y="11"/>
                    <a:pt x="0" y="11"/>
                    <a:pt x="0" y="11"/>
                  </a:cubicBezTo>
                  <a:cubicBezTo>
                    <a:pt x="0" y="11"/>
                    <a:pt x="0" y="17"/>
                    <a:pt x="7" y="19"/>
                  </a:cubicBezTo>
                  <a:cubicBezTo>
                    <a:pt x="18" y="19"/>
                    <a:pt x="17" y="10"/>
                    <a:pt x="17" y="10"/>
                  </a:cubicBezTo>
                  <a:cubicBezTo>
                    <a:pt x="17" y="0"/>
                    <a:pt x="17" y="0"/>
                    <a:pt x="17" y="0"/>
                  </a:cubicBezTo>
                  <a:cubicBezTo>
                    <a:pt x="0" y="0"/>
                    <a:pt x="0" y="0"/>
                    <a:pt x="0" y="0"/>
                  </a:cubicBezTo>
                  <a:close/>
                </a:path>
              </a:pathLst>
            </a:custGeom>
            <a:solidFill>
              <a:srgbClr val="FF7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12" name="Freeform 230">
              <a:extLst>
                <a:ext uri="{FF2B5EF4-FFF2-40B4-BE49-F238E27FC236}">
                  <a16:creationId xmlns:a16="http://schemas.microsoft.com/office/drawing/2014/main" id="{BD4BF7D1-E9BB-A865-4DB9-DDBB0CE9237F}"/>
                </a:ext>
              </a:extLst>
            </p:cNvPr>
            <p:cNvSpPr>
              <a:spLocks/>
            </p:cNvSpPr>
            <p:nvPr/>
          </p:nvSpPr>
          <p:spPr bwMode="auto">
            <a:xfrm>
              <a:off x="3051175" y="4208463"/>
              <a:ext cx="200025" cy="196850"/>
            </a:xfrm>
            <a:custGeom>
              <a:avLst/>
              <a:gdLst>
                <a:gd name="T0" fmla="*/ 53 w 59"/>
                <a:gd name="T1" fmla="*/ 27 h 58"/>
                <a:gd name="T2" fmla="*/ 53 w 59"/>
                <a:gd name="T3" fmla="*/ 27 h 58"/>
                <a:gd name="T4" fmla="*/ 53 w 59"/>
                <a:gd name="T5" fmla="*/ 12 h 58"/>
                <a:gd name="T6" fmla="*/ 15 w 59"/>
                <a:gd name="T7" fmla="*/ 8 h 58"/>
                <a:gd name="T8" fmla="*/ 6 w 59"/>
                <a:gd name="T9" fmla="*/ 27 h 58"/>
                <a:gd name="T10" fmla="*/ 0 w 59"/>
                <a:gd name="T11" fmla="*/ 33 h 58"/>
                <a:gd name="T12" fmla="*/ 6 w 59"/>
                <a:gd name="T13" fmla="*/ 38 h 58"/>
                <a:gd name="T14" fmla="*/ 6 w 59"/>
                <a:gd name="T15" fmla="*/ 38 h 58"/>
                <a:gd name="T16" fmla="*/ 29 w 59"/>
                <a:gd name="T17" fmla="*/ 58 h 58"/>
                <a:gd name="T18" fmla="*/ 52 w 59"/>
                <a:gd name="T19" fmla="*/ 38 h 58"/>
                <a:gd name="T20" fmla="*/ 53 w 59"/>
                <a:gd name="T21" fmla="*/ 38 h 58"/>
                <a:gd name="T22" fmla="*/ 59 w 59"/>
                <a:gd name="T23" fmla="*/ 33 h 58"/>
                <a:gd name="T24" fmla="*/ 53 w 59"/>
                <a:gd name="T25" fmla="*/ 2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58">
                  <a:moveTo>
                    <a:pt x="53" y="27"/>
                  </a:moveTo>
                  <a:cubicBezTo>
                    <a:pt x="53" y="27"/>
                    <a:pt x="53" y="27"/>
                    <a:pt x="53" y="27"/>
                  </a:cubicBezTo>
                  <a:cubicBezTo>
                    <a:pt x="53" y="12"/>
                    <a:pt x="53" y="12"/>
                    <a:pt x="53" y="12"/>
                  </a:cubicBezTo>
                  <a:cubicBezTo>
                    <a:pt x="53" y="12"/>
                    <a:pt x="25" y="0"/>
                    <a:pt x="15" y="8"/>
                  </a:cubicBezTo>
                  <a:cubicBezTo>
                    <a:pt x="8" y="13"/>
                    <a:pt x="6" y="22"/>
                    <a:pt x="6" y="27"/>
                  </a:cubicBezTo>
                  <a:cubicBezTo>
                    <a:pt x="3" y="27"/>
                    <a:pt x="0" y="30"/>
                    <a:pt x="0" y="33"/>
                  </a:cubicBezTo>
                  <a:cubicBezTo>
                    <a:pt x="0" y="36"/>
                    <a:pt x="3" y="38"/>
                    <a:pt x="6" y="38"/>
                  </a:cubicBezTo>
                  <a:cubicBezTo>
                    <a:pt x="6" y="38"/>
                    <a:pt x="6" y="38"/>
                    <a:pt x="6" y="38"/>
                  </a:cubicBezTo>
                  <a:cubicBezTo>
                    <a:pt x="8" y="50"/>
                    <a:pt x="18" y="58"/>
                    <a:pt x="29" y="58"/>
                  </a:cubicBezTo>
                  <a:cubicBezTo>
                    <a:pt x="41" y="58"/>
                    <a:pt x="50" y="49"/>
                    <a:pt x="52" y="38"/>
                  </a:cubicBezTo>
                  <a:cubicBezTo>
                    <a:pt x="53" y="38"/>
                    <a:pt x="53" y="38"/>
                    <a:pt x="53" y="38"/>
                  </a:cubicBezTo>
                  <a:cubicBezTo>
                    <a:pt x="56" y="38"/>
                    <a:pt x="59" y="36"/>
                    <a:pt x="59" y="33"/>
                  </a:cubicBezTo>
                  <a:cubicBezTo>
                    <a:pt x="59" y="30"/>
                    <a:pt x="56" y="27"/>
                    <a:pt x="53" y="27"/>
                  </a:cubicBezTo>
                  <a:close/>
                </a:path>
              </a:pathLst>
            </a:custGeom>
            <a:solidFill>
              <a:srgbClr val="FF7E8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13" name="Freeform 231">
              <a:extLst>
                <a:ext uri="{FF2B5EF4-FFF2-40B4-BE49-F238E27FC236}">
                  <a16:creationId xmlns:a16="http://schemas.microsoft.com/office/drawing/2014/main" id="{4ADBDF6F-03E9-5ED6-A07D-4FD754116B4F}"/>
                </a:ext>
              </a:extLst>
            </p:cNvPr>
            <p:cNvSpPr>
              <a:spLocks/>
            </p:cNvSpPr>
            <p:nvPr/>
          </p:nvSpPr>
          <p:spPr bwMode="auto">
            <a:xfrm>
              <a:off x="3048000" y="4144963"/>
              <a:ext cx="230188" cy="165100"/>
            </a:xfrm>
            <a:custGeom>
              <a:avLst/>
              <a:gdLst>
                <a:gd name="T0" fmla="*/ 7 w 68"/>
                <a:gd name="T1" fmla="*/ 47 h 49"/>
                <a:gd name="T2" fmla="*/ 14 w 68"/>
                <a:gd name="T3" fmla="*/ 17 h 49"/>
                <a:gd name="T4" fmla="*/ 44 w 68"/>
                <a:gd name="T5" fmla="*/ 11 h 49"/>
                <a:gd name="T6" fmla="*/ 53 w 68"/>
                <a:gd name="T7" fmla="*/ 49 h 49"/>
                <a:gd name="T8" fmla="*/ 49 w 68"/>
                <a:gd name="T9" fmla="*/ 41 h 49"/>
                <a:gd name="T10" fmla="*/ 17 w 68"/>
                <a:gd name="T11" fmla="*/ 37 h 49"/>
                <a:gd name="T12" fmla="*/ 7 w 68"/>
                <a:gd name="T13" fmla="*/ 47 h 49"/>
              </a:gdLst>
              <a:ahLst/>
              <a:cxnLst>
                <a:cxn ang="0">
                  <a:pos x="T0" y="T1"/>
                </a:cxn>
                <a:cxn ang="0">
                  <a:pos x="T2" y="T3"/>
                </a:cxn>
                <a:cxn ang="0">
                  <a:pos x="T4" y="T5"/>
                </a:cxn>
                <a:cxn ang="0">
                  <a:pos x="T6" y="T7"/>
                </a:cxn>
                <a:cxn ang="0">
                  <a:pos x="T8" y="T9"/>
                </a:cxn>
                <a:cxn ang="0">
                  <a:pos x="T10" y="T11"/>
                </a:cxn>
                <a:cxn ang="0">
                  <a:pos x="T12" y="T13"/>
                </a:cxn>
              </a:cxnLst>
              <a:rect l="0" t="0" r="r" b="b"/>
              <a:pathLst>
                <a:path w="68" h="49">
                  <a:moveTo>
                    <a:pt x="7" y="47"/>
                  </a:moveTo>
                  <a:cubicBezTo>
                    <a:pt x="7" y="47"/>
                    <a:pt x="0" y="22"/>
                    <a:pt x="14" y="17"/>
                  </a:cubicBezTo>
                  <a:cubicBezTo>
                    <a:pt x="14" y="17"/>
                    <a:pt x="20" y="0"/>
                    <a:pt x="44" y="11"/>
                  </a:cubicBezTo>
                  <a:cubicBezTo>
                    <a:pt x="68" y="22"/>
                    <a:pt x="53" y="49"/>
                    <a:pt x="53" y="49"/>
                  </a:cubicBezTo>
                  <a:cubicBezTo>
                    <a:pt x="53" y="49"/>
                    <a:pt x="53" y="39"/>
                    <a:pt x="49" y="41"/>
                  </a:cubicBezTo>
                  <a:cubicBezTo>
                    <a:pt x="42" y="45"/>
                    <a:pt x="24" y="36"/>
                    <a:pt x="17" y="37"/>
                  </a:cubicBezTo>
                  <a:cubicBezTo>
                    <a:pt x="8" y="39"/>
                    <a:pt x="7" y="47"/>
                    <a:pt x="7" y="47"/>
                  </a:cubicBezTo>
                  <a:close/>
                </a:path>
              </a:pathLst>
            </a:custGeom>
            <a:solidFill>
              <a:srgbClr val="2B19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14" name="Freeform 232">
              <a:extLst>
                <a:ext uri="{FF2B5EF4-FFF2-40B4-BE49-F238E27FC236}">
                  <a16:creationId xmlns:a16="http://schemas.microsoft.com/office/drawing/2014/main" id="{3BF6142D-A185-E4D8-2A90-3DEA37C545F2}"/>
                </a:ext>
              </a:extLst>
            </p:cNvPr>
            <p:cNvSpPr>
              <a:spLocks/>
            </p:cNvSpPr>
            <p:nvPr/>
          </p:nvSpPr>
          <p:spPr bwMode="auto">
            <a:xfrm>
              <a:off x="3003550" y="4491038"/>
              <a:ext cx="295275" cy="179387"/>
            </a:xfrm>
            <a:custGeom>
              <a:avLst/>
              <a:gdLst>
                <a:gd name="T0" fmla="*/ 82 w 87"/>
                <a:gd name="T1" fmla="*/ 0 h 53"/>
                <a:gd name="T2" fmla="*/ 5 w 87"/>
                <a:gd name="T3" fmla="*/ 0 h 53"/>
                <a:gd name="T4" fmla="*/ 0 w 87"/>
                <a:gd name="T5" fmla="*/ 5 h 53"/>
                <a:gd name="T6" fmla="*/ 0 w 87"/>
                <a:gd name="T7" fmla="*/ 53 h 53"/>
                <a:gd name="T8" fmla="*/ 87 w 87"/>
                <a:gd name="T9" fmla="*/ 53 h 53"/>
                <a:gd name="T10" fmla="*/ 87 w 87"/>
                <a:gd name="T11" fmla="*/ 5 h 53"/>
                <a:gd name="T12" fmla="*/ 82 w 87"/>
                <a:gd name="T13" fmla="*/ 0 h 53"/>
              </a:gdLst>
              <a:ahLst/>
              <a:cxnLst>
                <a:cxn ang="0">
                  <a:pos x="T0" y="T1"/>
                </a:cxn>
                <a:cxn ang="0">
                  <a:pos x="T2" y="T3"/>
                </a:cxn>
                <a:cxn ang="0">
                  <a:pos x="T4" y="T5"/>
                </a:cxn>
                <a:cxn ang="0">
                  <a:pos x="T6" y="T7"/>
                </a:cxn>
                <a:cxn ang="0">
                  <a:pos x="T8" y="T9"/>
                </a:cxn>
                <a:cxn ang="0">
                  <a:pos x="T10" y="T11"/>
                </a:cxn>
                <a:cxn ang="0">
                  <a:pos x="T12" y="T13"/>
                </a:cxn>
              </a:cxnLst>
              <a:rect l="0" t="0" r="r" b="b"/>
              <a:pathLst>
                <a:path w="87" h="53">
                  <a:moveTo>
                    <a:pt x="82" y="0"/>
                  </a:moveTo>
                  <a:cubicBezTo>
                    <a:pt x="5" y="0"/>
                    <a:pt x="5" y="0"/>
                    <a:pt x="5" y="0"/>
                  </a:cubicBezTo>
                  <a:cubicBezTo>
                    <a:pt x="2" y="0"/>
                    <a:pt x="0" y="3"/>
                    <a:pt x="0" y="5"/>
                  </a:cubicBezTo>
                  <a:cubicBezTo>
                    <a:pt x="0" y="53"/>
                    <a:pt x="0" y="53"/>
                    <a:pt x="0" y="53"/>
                  </a:cubicBezTo>
                  <a:cubicBezTo>
                    <a:pt x="87" y="53"/>
                    <a:pt x="87" y="53"/>
                    <a:pt x="87" y="53"/>
                  </a:cubicBezTo>
                  <a:cubicBezTo>
                    <a:pt x="87" y="5"/>
                    <a:pt x="87" y="5"/>
                    <a:pt x="87" y="5"/>
                  </a:cubicBezTo>
                  <a:cubicBezTo>
                    <a:pt x="87" y="3"/>
                    <a:pt x="85" y="0"/>
                    <a:pt x="82" y="0"/>
                  </a:cubicBez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15" name="Freeform 233">
              <a:extLst>
                <a:ext uri="{FF2B5EF4-FFF2-40B4-BE49-F238E27FC236}">
                  <a16:creationId xmlns:a16="http://schemas.microsoft.com/office/drawing/2014/main" id="{AAA4544E-F81B-3620-4EB3-CF24B1FB16D8}"/>
                </a:ext>
              </a:extLst>
            </p:cNvPr>
            <p:cNvSpPr>
              <a:spLocks/>
            </p:cNvSpPr>
            <p:nvPr/>
          </p:nvSpPr>
          <p:spPr bwMode="auto">
            <a:xfrm>
              <a:off x="2994025" y="4678363"/>
              <a:ext cx="314325" cy="19050"/>
            </a:xfrm>
            <a:custGeom>
              <a:avLst/>
              <a:gdLst>
                <a:gd name="T0" fmla="*/ 89 w 93"/>
                <a:gd name="T1" fmla="*/ 6 h 6"/>
                <a:gd name="T2" fmla="*/ 4 w 93"/>
                <a:gd name="T3" fmla="*/ 6 h 6"/>
                <a:gd name="T4" fmla="*/ 0 w 93"/>
                <a:gd name="T5" fmla="*/ 3 h 6"/>
                <a:gd name="T6" fmla="*/ 0 w 93"/>
                <a:gd name="T7" fmla="*/ 3 h 6"/>
                <a:gd name="T8" fmla="*/ 4 w 93"/>
                <a:gd name="T9" fmla="*/ 0 h 6"/>
                <a:gd name="T10" fmla="*/ 89 w 93"/>
                <a:gd name="T11" fmla="*/ 0 h 6"/>
                <a:gd name="T12" fmla="*/ 93 w 93"/>
                <a:gd name="T13" fmla="*/ 3 h 6"/>
                <a:gd name="T14" fmla="*/ 93 w 93"/>
                <a:gd name="T15" fmla="*/ 3 h 6"/>
                <a:gd name="T16" fmla="*/ 89 w 93"/>
                <a:gd name="T17" fmla="*/ 6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3" h="6">
                  <a:moveTo>
                    <a:pt x="89" y="6"/>
                  </a:moveTo>
                  <a:cubicBezTo>
                    <a:pt x="4" y="6"/>
                    <a:pt x="4" y="6"/>
                    <a:pt x="4" y="6"/>
                  </a:cubicBezTo>
                  <a:cubicBezTo>
                    <a:pt x="2" y="6"/>
                    <a:pt x="0" y="5"/>
                    <a:pt x="0" y="3"/>
                  </a:cubicBezTo>
                  <a:cubicBezTo>
                    <a:pt x="0" y="3"/>
                    <a:pt x="0" y="3"/>
                    <a:pt x="0" y="3"/>
                  </a:cubicBezTo>
                  <a:cubicBezTo>
                    <a:pt x="0" y="1"/>
                    <a:pt x="2" y="0"/>
                    <a:pt x="4" y="0"/>
                  </a:cubicBezTo>
                  <a:cubicBezTo>
                    <a:pt x="89" y="0"/>
                    <a:pt x="89" y="0"/>
                    <a:pt x="89" y="0"/>
                  </a:cubicBezTo>
                  <a:cubicBezTo>
                    <a:pt x="91" y="0"/>
                    <a:pt x="93" y="1"/>
                    <a:pt x="93" y="3"/>
                  </a:cubicBezTo>
                  <a:cubicBezTo>
                    <a:pt x="93" y="3"/>
                    <a:pt x="93" y="3"/>
                    <a:pt x="93" y="3"/>
                  </a:cubicBezTo>
                  <a:cubicBezTo>
                    <a:pt x="92" y="5"/>
                    <a:pt x="91" y="6"/>
                    <a:pt x="89" y="6"/>
                  </a:cubicBezTo>
                  <a:close/>
                </a:path>
              </a:pathLst>
            </a:custGeom>
            <a:solidFill>
              <a:srgbClr val="2B194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16" name="Freeform 234">
              <a:extLst>
                <a:ext uri="{FF2B5EF4-FFF2-40B4-BE49-F238E27FC236}">
                  <a16:creationId xmlns:a16="http://schemas.microsoft.com/office/drawing/2014/main" id="{34E85216-71C6-2D0D-4CC3-AEA60E570D0E}"/>
                </a:ext>
              </a:extLst>
            </p:cNvPr>
            <p:cNvSpPr>
              <a:spLocks/>
            </p:cNvSpPr>
            <p:nvPr/>
          </p:nvSpPr>
          <p:spPr bwMode="auto">
            <a:xfrm>
              <a:off x="3119438" y="4568825"/>
              <a:ext cx="57150" cy="61912"/>
            </a:xfrm>
            <a:custGeom>
              <a:avLst/>
              <a:gdLst>
                <a:gd name="T0" fmla="*/ 17 w 17"/>
                <a:gd name="T1" fmla="*/ 8 h 18"/>
                <a:gd name="T2" fmla="*/ 14 w 17"/>
                <a:gd name="T3" fmla="*/ 2 h 18"/>
                <a:gd name="T4" fmla="*/ 7 w 17"/>
                <a:gd name="T5" fmla="*/ 1 h 18"/>
                <a:gd name="T6" fmla="*/ 6 w 17"/>
                <a:gd name="T7" fmla="*/ 1 h 18"/>
                <a:gd name="T8" fmla="*/ 6 w 17"/>
                <a:gd name="T9" fmla="*/ 1 h 18"/>
                <a:gd name="T10" fmla="*/ 3 w 17"/>
                <a:gd name="T11" fmla="*/ 5 h 18"/>
                <a:gd name="T12" fmla="*/ 5 w 17"/>
                <a:gd name="T13" fmla="*/ 15 h 18"/>
                <a:gd name="T14" fmla="*/ 16 w 17"/>
                <a:gd name="T15" fmla="*/ 13 h 18"/>
                <a:gd name="T16" fmla="*/ 17 w 17"/>
                <a:gd name="T17" fmla="*/ 8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8">
                  <a:moveTo>
                    <a:pt x="17" y="8"/>
                  </a:moveTo>
                  <a:cubicBezTo>
                    <a:pt x="17" y="6"/>
                    <a:pt x="13" y="4"/>
                    <a:pt x="14" y="2"/>
                  </a:cubicBezTo>
                  <a:cubicBezTo>
                    <a:pt x="14" y="2"/>
                    <a:pt x="11" y="0"/>
                    <a:pt x="7" y="1"/>
                  </a:cubicBezTo>
                  <a:cubicBezTo>
                    <a:pt x="7" y="1"/>
                    <a:pt x="7" y="1"/>
                    <a:pt x="6" y="1"/>
                  </a:cubicBezTo>
                  <a:cubicBezTo>
                    <a:pt x="6" y="1"/>
                    <a:pt x="6" y="1"/>
                    <a:pt x="6" y="1"/>
                  </a:cubicBezTo>
                  <a:cubicBezTo>
                    <a:pt x="4" y="2"/>
                    <a:pt x="4" y="3"/>
                    <a:pt x="3" y="5"/>
                  </a:cubicBezTo>
                  <a:cubicBezTo>
                    <a:pt x="0" y="8"/>
                    <a:pt x="2" y="13"/>
                    <a:pt x="5" y="15"/>
                  </a:cubicBezTo>
                  <a:cubicBezTo>
                    <a:pt x="9" y="18"/>
                    <a:pt x="14" y="16"/>
                    <a:pt x="16" y="13"/>
                  </a:cubicBezTo>
                  <a:cubicBezTo>
                    <a:pt x="17" y="11"/>
                    <a:pt x="17" y="10"/>
                    <a:pt x="17" y="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2" name="Groupe 560">
            <a:extLst>
              <a:ext uri="{FF2B5EF4-FFF2-40B4-BE49-F238E27FC236}">
                <a16:creationId xmlns:a16="http://schemas.microsoft.com/office/drawing/2014/main" id="{B719D5EF-569D-0EE6-39AB-5C0FDDCB6614}"/>
              </a:ext>
            </a:extLst>
          </p:cNvPr>
          <p:cNvGrpSpPr>
            <a:grpSpLocks noChangeAspect="1"/>
          </p:cNvGrpSpPr>
          <p:nvPr/>
        </p:nvGrpSpPr>
        <p:grpSpPr>
          <a:xfrm>
            <a:off x="7843699" y="3827067"/>
            <a:ext cx="328741" cy="255560"/>
            <a:chOff x="4060826" y="2017713"/>
            <a:chExt cx="449263" cy="349250"/>
          </a:xfrm>
          <a:solidFill>
            <a:srgbClr val="003857"/>
          </a:solidFill>
        </p:grpSpPr>
        <p:sp>
          <p:nvSpPr>
            <p:cNvPr id="3" name="Freeform 137">
              <a:extLst>
                <a:ext uri="{FF2B5EF4-FFF2-40B4-BE49-F238E27FC236}">
                  <a16:creationId xmlns:a16="http://schemas.microsoft.com/office/drawing/2014/main" id="{49414554-20EC-9DC6-2FA1-9F8EC77674A6}"/>
                </a:ext>
              </a:extLst>
            </p:cNvPr>
            <p:cNvSpPr>
              <a:spLocks noEditPoints="1"/>
            </p:cNvSpPr>
            <p:nvPr/>
          </p:nvSpPr>
          <p:spPr bwMode="auto">
            <a:xfrm>
              <a:off x="4327526" y="2217738"/>
              <a:ext cx="146050" cy="149225"/>
            </a:xfrm>
            <a:custGeom>
              <a:avLst/>
              <a:gdLst>
                <a:gd name="T0" fmla="*/ 40 w 43"/>
                <a:gd name="T1" fmla="*/ 25 h 44"/>
                <a:gd name="T2" fmla="*/ 39 w 43"/>
                <a:gd name="T3" fmla="*/ 20 h 44"/>
                <a:gd name="T4" fmla="*/ 42 w 43"/>
                <a:gd name="T5" fmla="*/ 18 h 44"/>
                <a:gd name="T6" fmla="*/ 41 w 43"/>
                <a:gd name="T7" fmla="*/ 11 h 44"/>
                <a:gd name="T8" fmla="*/ 37 w 43"/>
                <a:gd name="T9" fmla="*/ 10 h 44"/>
                <a:gd name="T10" fmla="*/ 33 w 43"/>
                <a:gd name="T11" fmla="*/ 8 h 44"/>
                <a:gd name="T12" fmla="*/ 33 w 43"/>
                <a:gd name="T13" fmla="*/ 5 h 44"/>
                <a:gd name="T14" fmla="*/ 27 w 43"/>
                <a:gd name="T15" fmla="*/ 1 h 44"/>
                <a:gd name="T16" fmla="*/ 25 w 43"/>
                <a:gd name="T17" fmla="*/ 3 h 44"/>
                <a:gd name="T18" fmla="*/ 20 w 43"/>
                <a:gd name="T19" fmla="*/ 4 h 44"/>
                <a:gd name="T20" fmla="*/ 18 w 43"/>
                <a:gd name="T21" fmla="*/ 2 h 44"/>
                <a:gd name="T22" fmla="*/ 11 w 43"/>
                <a:gd name="T23" fmla="*/ 3 h 44"/>
                <a:gd name="T24" fmla="*/ 11 w 43"/>
                <a:gd name="T25" fmla="*/ 7 h 44"/>
                <a:gd name="T26" fmla="*/ 8 w 43"/>
                <a:gd name="T27" fmla="*/ 10 h 44"/>
                <a:gd name="T28" fmla="*/ 5 w 43"/>
                <a:gd name="T29" fmla="*/ 10 h 44"/>
                <a:gd name="T30" fmla="*/ 0 w 43"/>
                <a:gd name="T31" fmla="*/ 17 h 44"/>
                <a:gd name="T32" fmla="*/ 3 w 43"/>
                <a:gd name="T33" fmla="*/ 19 h 44"/>
                <a:gd name="T34" fmla="*/ 4 w 43"/>
                <a:gd name="T35" fmla="*/ 24 h 44"/>
                <a:gd name="T36" fmla="*/ 1 w 43"/>
                <a:gd name="T37" fmla="*/ 26 h 44"/>
                <a:gd name="T38" fmla="*/ 3 w 43"/>
                <a:gd name="T39" fmla="*/ 34 h 44"/>
                <a:gd name="T40" fmla="*/ 7 w 43"/>
                <a:gd name="T41" fmla="*/ 34 h 44"/>
                <a:gd name="T42" fmla="*/ 11 w 43"/>
                <a:gd name="T43" fmla="*/ 36 h 44"/>
                <a:gd name="T44" fmla="*/ 10 w 43"/>
                <a:gd name="T45" fmla="*/ 40 h 44"/>
                <a:gd name="T46" fmla="*/ 16 w 43"/>
                <a:gd name="T47" fmla="*/ 43 h 44"/>
                <a:gd name="T48" fmla="*/ 19 w 43"/>
                <a:gd name="T49" fmla="*/ 41 h 44"/>
                <a:gd name="T50" fmla="*/ 23 w 43"/>
                <a:gd name="T51" fmla="*/ 40 h 44"/>
                <a:gd name="T52" fmla="*/ 26 w 43"/>
                <a:gd name="T53" fmla="*/ 42 h 44"/>
                <a:gd name="T54" fmla="*/ 33 w 43"/>
                <a:gd name="T55" fmla="*/ 41 h 44"/>
                <a:gd name="T56" fmla="*/ 33 w 43"/>
                <a:gd name="T57" fmla="*/ 37 h 44"/>
                <a:gd name="T58" fmla="*/ 35 w 43"/>
                <a:gd name="T59" fmla="*/ 34 h 44"/>
                <a:gd name="T60" fmla="*/ 39 w 43"/>
                <a:gd name="T61" fmla="*/ 34 h 44"/>
                <a:gd name="T62" fmla="*/ 43 w 43"/>
                <a:gd name="T63" fmla="*/ 28 h 44"/>
                <a:gd name="T64" fmla="*/ 33 w 43"/>
                <a:gd name="T65" fmla="*/ 27 h 44"/>
                <a:gd name="T66" fmla="*/ 10 w 43"/>
                <a:gd name="T67" fmla="*/ 18 h 44"/>
                <a:gd name="T68" fmla="*/ 33 w 43"/>
                <a:gd name="T69" fmla="*/ 27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3" h="44">
                  <a:moveTo>
                    <a:pt x="42" y="25"/>
                  </a:moveTo>
                  <a:cubicBezTo>
                    <a:pt x="40" y="25"/>
                    <a:pt x="40" y="25"/>
                    <a:pt x="40" y="25"/>
                  </a:cubicBezTo>
                  <a:cubicBezTo>
                    <a:pt x="40" y="25"/>
                    <a:pt x="39" y="24"/>
                    <a:pt x="39" y="23"/>
                  </a:cubicBezTo>
                  <a:cubicBezTo>
                    <a:pt x="39" y="22"/>
                    <a:pt x="39" y="21"/>
                    <a:pt x="39" y="20"/>
                  </a:cubicBezTo>
                  <a:cubicBezTo>
                    <a:pt x="39" y="20"/>
                    <a:pt x="40" y="19"/>
                    <a:pt x="40" y="19"/>
                  </a:cubicBezTo>
                  <a:cubicBezTo>
                    <a:pt x="42" y="18"/>
                    <a:pt x="42" y="18"/>
                    <a:pt x="42" y="18"/>
                  </a:cubicBezTo>
                  <a:cubicBezTo>
                    <a:pt x="42" y="18"/>
                    <a:pt x="43" y="17"/>
                    <a:pt x="42" y="16"/>
                  </a:cubicBezTo>
                  <a:cubicBezTo>
                    <a:pt x="41" y="11"/>
                    <a:pt x="41" y="11"/>
                    <a:pt x="41" y="11"/>
                  </a:cubicBezTo>
                  <a:cubicBezTo>
                    <a:pt x="40" y="10"/>
                    <a:pt x="39" y="9"/>
                    <a:pt x="38" y="10"/>
                  </a:cubicBezTo>
                  <a:cubicBezTo>
                    <a:pt x="37" y="10"/>
                    <a:pt x="37" y="10"/>
                    <a:pt x="37" y="10"/>
                  </a:cubicBezTo>
                  <a:cubicBezTo>
                    <a:pt x="36" y="11"/>
                    <a:pt x="35" y="10"/>
                    <a:pt x="35" y="10"/>
                  </a:cubicBezTo>
                  <a:cubicBezTo>
                    <a:pt x="34" y="9"/>
                    <a:pt x="34" y="9"/>
                    <a:pt x="33" y="8"/>
                  </a:cubicBezTo>
                  <a:cubicBezTo>
                    <a:pt x="32" y="8"/>
                    <a:pt x="32" y="7"/>
                    <a:pt x="33" y="6"/>
                  </a:cubicBezTo>
                  <a:cubicBezTo>
                    <a:pt x="33" y="5"/>
                    <a:pt x="33" y="5"/>
                    <a:pt x="33" y="5"/>
                  </a:cubicBezTo>
                  <a:cubicBezTo>
                    <a:pt x="33" y="4"/>
                    <a:pt x="33" y="3"/>
                    <a:pt x="32" y="2"/>
                  </a:cubicBezTo>
                  <a:cubicBezTo>
                    <a:pt x="27" y="1"/>
                    <a:pt x="27" y="1"/>
                    <a:pt x="27" y="1"/>
                  </a:cubicBezTo>
                  <a:cubicBezTo>
                    <a:pt x="26" y="0"/>
                    <a:pt x="25" y="1"/>
                    <a:pt x="25" y="2"/>
                  </a:cubicBezTo>
                  <a:cubicBezTo>
                    <a:pt x="25" y="3"/>
                    <a:pt x="25" y="3"/>
                    <a:pt x="25" y="3"/>
                  </a:cubicBezTo>
                  <a:cubicBezTo>
                    <a:pt x="24" y="4"/>
                    <a:pt x="24" y="4"/>
                    <a:pt x="23" y="4"/>
                  </a:cubicBezTo>
                  <a:cubicBezTo>
                    <a:pt x="22" y="4"/>
                    <a:pt x="21" y="4"/>
                    <a:pt x="20" y="4"/>
                  </a:cubicBezTo>
                  <a:cubicBezTo>
                    <a:pt x="19" y="4"/>
                    <a:pt x="19" y="4"/>
                    <a:pt x="18" y="3"/>
                  </a:cubicBezTo>
                  <a:cubicBezTo>
                    <a:pt x="18" y="2"/>
                    <a:pt x="18" y="2"/>
                    <a:pt x="18" y="2"/>
                  </a:cubicBezTo>
                  <a:cubicBezTo>
                    <a:pt x="17" y="1"/>
                    <a:pt x="17" y="1"/>
                    <a:pt x="15" y="1"/>
                  </a:cubicBezTo>
                  <a:cubicBezTo>
                    <a:pt x="11" y="3"/>
                    <a:pt x="11" y="3"/>
                    <a:pt x="11" y="3"/>
                  </a:cubicBezTo>
                  <a:cubicBezTo>
                    <a:pt x="10" y="3"/>
                    <a:pt x="10" y="4"/>
                    <a:pt x="10" y="5"/>
                  </a:cubicBezTo>
                  <a:cubicBezTo>
                    <a:pt x="11" y="7"/>
                    <a:pt x="11" y="7"/>
                    <a:pt x="11" y="7"/>
                  </a:cubicBezTo>
                  <a:cubicBezTo>
                    <a:pt x="11" y="7"/>
                    <a:pt x="11" y="8"/>
                    <a:pt x="10" y="9"/>
                  </a:cubicBezTo>
                  <a:cubicBezTo>
                    <a:pt x="10" y="9"/>
                    <a:pt x="9" y="10"/>
                    <a:pt x="8" y="10"/>
                  </a:cubicBezTo>
                  <a:cubicBezTo>
                    <a:pt x="8" y="11"/>
                    <a:pt x="7" y="12"/>
                    <a:pt x="6" y="11"/>
                  </a:cubicBezTo>
                  <a:cubicBezTo>
                    <a:pt x="5" y="10"/>
                    <a:pt x="5" y="10"/>
                    <a:pt x="5" y="10"/>
                  </a:cubicBezTo>
                  <a:cubicBezTo>
                    <a:pt x="4" y="10"/>
                    <a:pt x="3" y="10"/>
                    <a:pt x="3" y="12"/>
                  </a:cubicBezTo>
                  <a:cubicBezTo>
                    <a:pt x="0" y="17"/>
                    <a:pt x="0" y="17"/>
                    <a:pt x="0" y="17"/>
                  </a:cubicBezTo>
                  <a:cubicBezTo>
                    <a:pt x="0" y="17"/>
                    <a:pt x="0" y="18"/>
                    <a:pt x="1" y="19"/>
                  </a:cubicBezTo>
                  <a:cubicBezTo>
                    <a:pt x="3" y="19"/>
                    <a:pt x="3" y="19"/>
                    <a:pt x="3" y="19"/>
                  </a:cubicBezTo>
                  <a:cubicBezTo>
                    <a:pt x="4" y="20"/>
                    <a:pt x="4" y="20"/>
                    <a:pt x="4" y="21"/>
                  </a:cubicBezTo>
                  <a:cubicBezTo>
                    <a:pt x="4" y="22"/>
                    <a:pt x="4" y="23"/>
                    <a:pt x="4" y="24"/>
                  </a:cubicBezTo>
                  <a:cubicBezTo>
                    <a:pt x="4" y="24"/>
                    <a:pt x="4" y="25"/>
                    <a:pt x="3" y="25"/>
                  </a:cubicBezTo>
                  <a:cubicBezTo>
                    <a:pt x="1" y="26"/>
                    <a:pt x="1" y="26"/>
                    <a:pt x="1" y="26"/>
                  </a:cubicBezTo>
                  <a:cubicBezTo>
                    <a:pt x="1" y="26"/>
                    <a:pt x="0" y="28"/>
                    <a:pt x="1" y="29"/>
                  </a:cubicBezTo>
                  <a:cubicBezTo>
                    <a:pt x="3" y="34"/>
                    <a:pt x="3" y="34"/>
                    <a:pt x="3" y="34"/>
                  </a:cubicBezTo>
                  <a:cubicBezTo>
                    <a:pt x="3" y="34"/>
                    <a:pt x="4" y="35"/>
                    <a:pt x="5" y="34"/>
                  </a:cubicBezTo>
                  <a:cubicBezTo>
                    <a:pt x="7" y="34"/>
                    <a:pt x="7" y="34"/>
                    <a:pt x="7" y="34"/>
                  </a:cubicBezTo>
                  <a:cubicBezTo>
                    <a:pt x="7" y="33"/>
                    <a:pt x="8" y="34"/>
                    <a:pt x="8" y="34"/>
                  </a:cubicBezTo>
                  <a:cubicBezTo>
                    <a:pt x="9" y="35"/>
                    <a:pt x="10" y="35"/>
                    <a:pt x="11" y="36"/>
                  </a:cubicBezTo>
                  <a:cubicBezTo>
                    <a:pt x="11" y="36"/>
                    <a:pt x="11" y="37"/>
                    <a:pt x="11" y="38"/>
                  </a:cubicBezTo>
                  <a:cubicBezTo>
                    <a:pt x="10" y="40"/>
                    <a:pt x="10" y="40"/>
                    <a:pt x="10" y="40"/>
                  </a:cubicBezTo>
                  <a:cubicBezTo>
                    <a:pt x="10" y="40"/>
                    <a:pt x="11" y="41"/>
                    <a:pt x="11" y="42"/>
                  </a:cubicBezTo>
                  <a:cubicBezTo>
                    <a:pt x="16" y="43"/>
                    <a:pt x="16" y="43"/>
                    <a:pt x="16" y="43"/>
                  </a:cubicBezTo>
                  <a:cubicBezTo>
                    <a:pt x="17" y="44"/>
                    <a:pt x="18" y="43"/>
                    <a:pt x="18" y="43"/>
                  </a:cubicBezTo>
                  <a:cubicBezTo>
                    <a:pt x="19" y="41"/>
                    <a:pt x="19" y="41"/>
                    <a:pt x="19" y="41"/>
                  </a:cubicBezTo>
                  <a:cubicBezTo>
                    <a:pt x="19" y="40"/>
                    <a:pt x="20" y="40"/>
                    <a:pt x="21" y="40"/>
                  </a:cubicBezTo>
                  <a:cubicBezTo>
                    <a:pt x="21" y="40"/>
                    <a:pt x="23" y="40"/>
                    <a:pt x="23" y="40"/>
                  </a:cubicBezTo>
                  <a:cubicBezTo>
                    <a:pt x="24" y="40"/>
                    <a:pt x="25" y="40"/>
                    <a:pt x="25" y="41"/>
                  </a:cubicBezTo>
                  <a:cubicBezTo>
                    <a:pt x="26" y="42"/>
                    <a:pt x="26" y="42"/>
                    <a:pt x="26" y="42"/>
                  </a:cubicBezTo>
                  <a:cubicBezTo>
                    <a:pt x="26" y="43"/>
                    <a:pt x="27" y="44"/>
                    <a:pt x="28" y="43"/>
                  </a:cubicBezTo>
                  <a:cubicBezTo>
                    <a:pt x="33" y="41"/>
                    <a:pt x="33" y="41"/>
                    <a:pt x="33" y="41"/>
                  </a:cubicBezTo>
                  <a:cubicBezTo>
                    <a:pt x="34" y="41"/>
                    <a:pt x="34" y="40"/>
                    <a:pt x="34" y="39"/>
                  </a:cubicBezTo>
                  <a:cubicBezTo>
                    <a:pt x="33" y="37"/>
                    <a:pt x="33" y="37"/>
                    <a:pt x="33" y="37"/>
                  </a:cubicBezTo>
                  <a:cubicBezTo>
                    <a:pt x="33" y="37"/>
                    <a:pt x="33" y="36"/>
                    <a:pt x="33" y="35"/>
                  </a:cubicBezTo>
                  <a:cubicBezTo>
                    <a:pt x="34" y="35"/>
                    <a:pt x="35" y="34"/>
                    <a:pt x="35" y="34"/>
                  </a:cubicBezTo>
                  <a:cubicBezTo>
                    <a:pt x="35" y="33"/>
                    <a:pt x="37" y="33"/>
                    <a:pt x="37" y="33"/>
                  </a:cubicBezTo>
                  <a:cubicBezTo>
                    <a:pt x="39" y="34"/>
                    <a:pt x="39" y="34"/>
                    <a:pt x="39" y="34"/>
                  </a:cubicBezTo>
                  <a:cubicBezTo>
                    <a:pt x="40" y="34"/>
                    <a:pt x="41" y="34"/>
                    <a:pt x="41" y="32"/>
                  </a:cubicBezTo>
                  <a:cubicBezTo>
                    <a:pt x="43" y="28"/>
                    <a:pt x="43" y="28"/>
                    <a:pt x="43" y="28"/>
                  </a:cubicBezTo>
                  <a:cubicBezTo>
                    <a:pt x="43" y="27"/>
                    <a:pt x="43" y="26"/>
                    <a:pt x="42" y="25"/>
                  </a:cubicBezTo>
                  <a:close/>
                  <a:moveTo>
                    <a:pt x="33" y="27"/>
                  </a:moveTo>
                  <a:cubicBezTo>
                    <a:pt x="31" y="33"/>
                    <a:pt x="24" y="36"/>
                    <a:pt x="17" y="34"/>
                  </a:cubicBezTo>
                  <a:cubicBezTo>
                    <a:pt x="11" y="31"/>
                    <a:pt x="8" y="24"/>
                    <a:pt x="10" y="18"/>
                  </a:cubicBezTo>
                  <a:cubicBezTo>
                    <a:pt x="13" y="11"/>
                    <a:pt x="20" y="8"/>
                    <a:pt x="26" y="10"/>
                  </a:cubicBezTo>
                  <a:cubicBezTo>
                    <a:pt x="33" y="13"/>
                    <a:pt x="35" y="20"/>
                    <a:pt x="33"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5" name="Freeform 138">
              <a:extLst>
                <a:ext uri="{FF2B5EF4-FFF2-40B4-BE49-F238E27FC236}">
                  <a16:creationId xmlns:a16="http://schemas.microsoft.com/office/drawing/2014/main" id="{815C2C6E-04D2-38B4-87A8-7D6393621AD6}"/>
                </a:ext>
              </a:extLst>
            </p:cNvPr>
            <p:cNvSpPr>
              <a:spLocks/>
            </p:cNvSpPr>
            <p:nvPr/>
          </p:nvSpPr>
          <p:spPr bwMode="auto">
            <a:xfrm>
              <a:off x="4378326" y="2271713"/>
              <a:ext cx="44450" cy="41275"/>
            </a:xfrm>
            <a:custGeom>
              <a:avLst/>
              <a:gdLst>
                <a:gd name="T0" fmla="*/ 12 w 13"/>
                <a:gd name="T1" fmla="*/ 8 h 12"/>
                <a:gd name="T2" fmla="*/ 5 w 13"/>
                <a:gd name="T3" fmla="*/ 11 h 12"/>
                <a:gd name="T4" fmla="*/ 2 w 13"/>
                <a:gd name="T5" fmla="*/ 4 h 12"/>
                <a:gd name="T6" fmla="*/ 9 w 13"/>
                <a:gd name="T7" fmla="*/ 1 h 12"/>
                <a:gd name="T8" fmla="*/ 12 w 13"/>
                <a:gd name="T9" fmla="*/ 8 h 12"/>
              </a:gdLst>
              <a:ahLst/>
              <a:cxnLst>
                <a:cxn ang="0">
                  <a:pos x="T0" y="T1"/>
                </a:cxn>
                <a:cxn ang="0">
                  <a:pos x="T2" y="T3"/>
                </a:cxn>
                <a:cxn ang="0">
                  <a:pos x="T4" y="T5"/>
                </a:cxn>
                <a:cxn ang="0">
                  <a:pos x="T6" y="T7"/>
                </a:cxn>
                <a:cxn ang="0">
                  <a:pos x="T8" y="T9"/>
                </a:cxn>
              </a:cxnLst>
              <a:rect l="0" t="0" r="r" b="b"/>
              <a:pathLst>
                <a:path w="13" h="12">
                  <a:moveTo>
                    <a:pt x="12" y="8"/>
                  </a:moveTo>
                  <a:cubicBezTo>
                    <a:pt x="11" y="11"/>
                    <a:pt x="8" y="12"/>
                    <a:pt x="5" y="11"/>
                  </a:cubicBezTo>
                  <a:cubicBezTo>
                    <a:pt x="2" y="10"/>
                    <a:pt x="0" y="7"/>
                    <a:pt x="2" y="4"/>
                  </a:cubicBezTo>
                  <a:cubicBezTo>
                    <a:pt x="3" y="1"/>
                    <a:pt x="6" y="0"/>
                    <a:pt x="9" y="1"/>
                  </a:cubicBezTo>
                  <a:cubicBezTo>
                    <a:pt x="11" y="2"/>
                    <a:pt x="13" y="5"/>
                    <a:pt x="12"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7" name="Freeform 139">
              <a:extLst>
                <a:ext uri="{FF2B5EF4-FFF2-40B4-BE49-F238E27FC236}">
                  <a16:creationId xmlns:a16="http://schemas.microsoft.com/office/drawing/2014/main" id="{7C31E7CF-F713-7A68-1F33-8C0E404E298A}"/>
                </a:ext>
              </a:extLst>
            </p:cNvPr>
            <p:cNvSpPr>
              <a:spLocks noEditPoints="1"/>
            </p:cNvSpPr>
            <p:nvPr/>
          </p:nvSpPr>
          <p:spPr bwMode="auto">
            <a:xfrm>
              <a:off x="4321176" y="2017713"/>
              <a:ext cx="188913" cy="188913"/>
            </a:xfrm>
            <a:custGeom>
              <a:avLst/>
              <a:gdLst>
                <a:gd name="T0" fmla="*/ 52 w 56"/>
                <a:gd name="T1" fmla="*/ 32 h 56"/>
                <a:gd name="T2" fmla="*/ 51 w 56"/>
                <a:gd name="T3" fmla="*/ 26 h 56"/>
                <a:gd name="T4" fmla="*/ 55 w 56"/>
                <a:gd name="T5" fmla="*/ 23 h 56"/>
                <a:gd name="T6" fmla="*/ 53 w 56"/>
                <a:gd name="T7" fmla="*/ 14 h 56"/>
                <a:gd name="T8" fmla="*/ 48 w 56"/>
                <a:gd name="T9" fmla="*/ 13 h 56"/>
                <a:gd name="T10" fmla="*/ 43 w 56"/>
                <a:gd name="T11" fmla="*/ 10 h 56"/>
                <a:gd name="T12" fmla="*/ 43 w 56"/>
                <a:gd name="T13" fmla="*/ 6 h 56"/>
                <a:gd name="T14" fmla="*/ 35 w 56"/>
                <a:gd name="T15" fmla="*/ 1 h 56"/>
                <a:gd name="T16" fmla="*/ 32 w 56"/>
                <a:gd name="T17" fmla="*/ 4 h 56"/>
                <a:gd name="T18" fmla="*/ 26 w 56"/>
                <a:gd name="T19" fmla="*/ 5 h 56"/>
                <a:gd name="T20" fmla="*/ 23 w 56"/>
                <a:gd name="T21" fmla="*/ 2 h 56"/>
                <a:gd name="T22" fmla="*/ 14 w 56"/>
                <a:gd name="T23" fmla="*/ 3 h 56"/>
                <a:gd name="T24" fmla="*/ 13 w 56"/>
                <a:gd name="T25" fmla="*/ 8 h 56"/>
                <a:gd name="T26" fmla="*/ 11 w 56"/>
                <a:gd name="T27" fmla="*/ 13 h 56"/>
                <a:gd name="T28" fmla="*/ 6 w 56"/>
                <a:gd name="T29" fmla="*/ 13 h 56"/>
                <a:gd name="T30" fmla="*/ 1 w 56"/>
                <a:gd name="T31" fmla="*/ 21 h 56"/>
                <a:gd name="T32" fmla="*/ 4 w 56"/>
                <a:gd name="T33" fmla="*/ 25 h 56"/>
                <a:gd name="T34" fmla="*/ 6 w 56"/>
                <a:gd name="T35" fmla="*/ 30 h 56"/>
                <a:gd name="T36" fmla="*/ 2 w 56"/>
                <a:gd name="T37" fmla="*/ 33 h 56"/>
                <a:gd name="T38" fmla="*/ 4 w 56"/>
                <a:gd name="T39" fmla="*/ 42 h 56"/>
                <a:gd name="T40" fmla="*/ 8 w 56"/>
                <a:gd name="T41" fmla="*/ 43 h 56"/>
                <a:gd name="T42" fmla="*/ 13 w 56"/>
                <a:gd name="T43" fmla="*/ 46 h 56"/>
                <a:gd name="T44" fmla="*/ 13 w 56"/>
                <a:gd name="T45" fmla="*/ 50 h 56"/>
                <a:gd name="T46" fmla="*/ 21 w 56"/>
                <a:gd name="T47" fmla="*/ 55 h 56"/>
                <a:gd name="T48" fmla="*/ 25 w 56"/>
                <a:gd name="T49" fmla="*/ 52 h 56"/>
                <a:gd name="T50" fmla="*/ 30 w 56"/>
                <a:gd name="T51" fmla="*/ 51 h 56"/>
                <a:gd name="T52" fmla="*/ 34 w 56"/>
                <a:gd name="T53" fmla="*/ 54 h 56"/>
                <a:gd name="T54" fmla="*/ 43 w 56"/>
                <a:gd name="T55" fmla="*/ 53 h 56"/>
                <a:gd name="T56" fmla="*/ 43 w 56"/>
                <a:gd name="T57" fmla="*/ 48 h 56"/>
                <a:gd name="T58" fmla="*/ 46 w 56"/>
                <a:gd name="T59" fmla="*/ 43 h 56"/>
                <a:gd name="T60" fmla="*/ 50 w 56"/>
                <a:gd name="T61" fmla="*/ 43 h 56"/>
                <a:gd name="T62" fmla="*/ 56 w 56"/>
                <a:gd name="T63" fmla="*/ 35 h 56"/>
                <a:gd name="T64" fmla="*/ 43 w 56"/>
                <a:gd name="T65" fmla="*/ 34 h 56"/>
                <a:gd name="T66" fmla="*/ 13 w 56"/>
                <a:gd name="T67" fmla="*/ 22 h 56"/>
                <a:gd name="T68" fmla="*/ 43 w 56"/>
                <a:gd name="T69" fmla="*/ 34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6" h="56">
                  <a:moveTo>
                    <a:pt x="55" y="32"/>
                  </a:moveTo>
                  <a:cubicBezTo>
                    <a:pt x="52" y="32"/>
                    <a:pt x="52" y="32"/>
                    <a:pt x="52" y="32"/>
                  </a:cubicBezTo>
                  <a:cubicBezTo>
                    <a:pt x="52" y="31"/>
                    <a:pt x="51" y="30"/>
                    <a:pt x="51" y="30"/>
                  </a:cubicBezTo>
                  <a:cubicBezTo>
                    <a:pt x="51" y="28"/>
                    <a:pt x="51" y="27"/>
                    <a:pt x="51" y="26"/>
                  </a:cubicBezTo>
                  <a:cubicBezTo>
                    <a:pt x="51" y="25"/>
                    <a:pt x="51" y="24"/>
                    <a:pt x="52" y="24"/>
                  </a:cubicBezTo>
                  <a:cubicBezTo>
                    <a:pt x="55" y="23"/>
                    <a:pt x="55" y="23"/>
                    <a:pt x="55" y="23"/>
                  </a:cubicBezTo>
                  <a:cubicBezTo>
                    <a:pt x="56" y="23"/>
                    <a:pt x="56" y="21"/>
                    <a:pt x="56" y="20"/>
                  </a:cubicBezTo>
                  <a:cubicBezTo>
                    <a:pt x="53" y="14"/>
                    <a:pt x="53" y="14"/>
                    <a:pt x="53" y="14"/>
                  </a:cubicBezTo>
                  <a:cubicBezTo>
                    <a:pt x="52" y="13"/>
                    <a:pt x="51" y="12"/>
                    <a:pt x="50" y="13"/>
                  </a:cubicBezTo>
                  <a:cubicBezTo>
                    <a:pt x="48" y="13"/>
                    <a:pt x="48" y="13"/>
                    <a:pt x="48" y="13"/>
                  </a:cubicBezTo>
                  <a:cubicBezTo>
                    <a:pt x="47" y="14"/>
                    <a:pt x="46" y="14"/>
                    <a:pt x="45" y="13"/>
                  </a:cubicBezTo>
                  <a:cubicBezTo>
                    <a:pt x="45" y="12"/>
                    <a:pt x="44" y="11"/>
                    <a:pt x="43" y="10"/>
                  </a:cubicBezTo>
                  <a:cubicBezTo>
                    <a:pt x="42" y="10"/>
                    <a:pt x="42" y="9"/>
                    <a:pt x="43" y="8"/>
                  </a:cubicBezTo>
                  <a:cubicBezTo>
                    <a:pt x="43" y="6"/>
                    <a:pt x="43" y="6"/>
                    <a:pt x="43" y="6"/>
                  </a:cubicBezTo>
                  <a:cubicBezTo>
                    <a:pt x="44" y="5"/>
                    <a:pt x="43" y="3"/>
                    <a:pt x="42" y="3"/>
                  </a:cubicBezTo>
                  <a:cubicBezTo>
                    <a:pt x="35" y="1"/>
                    <a:pt x="35" y="1"/>
                    <a:pt x="35" y="1"/>
                  </a:cubicBezTo>
                  <a:cubicBezTo>
                    <a:pt x="34" y="0"/>
                    <a:pt x="33" y="1"/>
                    <a:pt x="33" y="2"/>
                  </a:cubicBezTo>
                  <a:cubicBezTo>
                    <a:pt x="32" y="4"/>
                    <a:pt x="32" y="4"/>
                    <a:pt x="32" y="4"/>
                  </a:cubicBezTo>
                  <a:cubicBezTo>
                    <a:pt x="32" y="5"/>
                    <a:pt x="30" y="5"/>
                    <a:pt x="29" y="5"/>
                  </a:cubicBezTo>
                  <a:cubicBezTo>
                    <a:pt x="28" y="5"/>
                    <a:pt x="27" y="5"/>
                    <a:pt x="26" y="5"/>
                  </a:cubicBezTo>
                  <a:cubicBezTo>
                    <a:pt x="25" y="5"/>
                    <a:pt x="24" y="5"/>
                    <a:pt x="24" y="4"/>
                  </a:cubicBezTo>
                  <a:cubicBezTo>
                    <a:pt x="23" y="2"/>
                    <a:pt x="23" y="2"/>
                    <a:pt x="23" y="2"/>
                  </a:cubicBezTo>
                  <a:cubicBezTo>
                    <a:pt x="23" y="1"/>
                    <a:pt x="21" y="1"/>
                    <a:pt x="20" y="1"/>
                  </a:cubicBezTo>
                  <a:cubicBezTo>
                    <a:pt x="14" y="3"/>
                    <a:pt x="14" y="3"/>
                    <a:pt x="14" y="3"/>
                  </a:cubicBezTo>
                  <a:cubicBezTo>
                    <a:pt x="13" y="4"/>
                    <a:pt x="12" y="5"/>
                    <a:pt x="13" y="7"/>
                  </a:cubicBezTo>
                  <a:cubicBezTo>
                    <a:pt x="13" y="8"/>
                    <a:pt x="13" y="8"/>
                    <a:pt x="13" y="8"/>
                  </a:cubicBezTo>
                  <a:cubicBezTo>
                    <a:pt x="14" y="9"/>
                    <a:pt x="14" y="10"/>
                    <a:pt x="13" y="11"/>
                  </a:cubicBezTo>
                  <a:cubicBezTo>
                    <a:pt x="12" y="12"/>
                    <a:pt x="11" y="13"/>
                    <a:pt x="11" y="13"/>
                  </a:cubicBezTo>
                  <a:cubicBezTo>
                    <a:pt x="10" y="14"/>
                    <a:pt x="9" y="14"/>
                    <a:pt x="8" y="14"/>
                  </a:cubicBezTo>
                  <a:cubicBezTo>
                    <a:pt x="6" y="13"/>
                    <a:pt x="6" y="13"/>
                    <a:pt x="6" y="13"/>
                  </a:cubicBezTo>
                  <a:cubicBezTo>
                    <a:pt x="5" y="13"/>
                    <a:pt x="4" y="13"/>
                    <a:pt x="3" y="15"/>
                  </a:cubicBezTo>
                  <a:cubicBezTo>
                    <a:pt x="1" y="21"/>
                    <a:pt x="1" y="21"/>
                    <a:pt x="1" y="21"/>
                  </a:cubicBezTo>
                  <a:cubicBezTo>
                    <a:pt x="0" y="22"/>
                    <a:pt x="1" y="24"/>
                    <a:pt x="2" y="24"/>
                  </a:cubicBezTo>
                  <a:cubicBezTo>
                    <a:pt x="4" y="25"/>
                    <a:pt x="4" y="25"/>
                    <a:pt x="4" y="25"/>
                  </a:cubicBezTo>
                  <a:cubicBezTo>
                    <a:pt x="5" y="25"/>
                    <a:pt x="5" y="26"/>
                    <a:pt x="5" y="27"/>
                  </a:cubicBezTo>
                  <a:cubicBezTo>
                    <a:pt x="5" y="28"/>
                    <a:pt x="5" y="29"/>
                    <a:pt x="6" y="30"/>
                  </a:cubicBezTo>
                  <a:cubicBezTo>
                    <a:pt x="6" y="31"/>
                    <a:pt x="5" y="32"/>
                    <a:pt x="4" y="32"/>
                  </a:cubicBezTo>
                  <a:cubicBezTo>
                    <a:pt x="2" y="33"/>
                    <a:pt x="2" y="33"/>
                    <a:pt x="2" y="33"/>
                  </a:cubicBezTo>
                  <a:cubicBezTo>
                    <a:pt x="1" y="34"/>
                    <a:pt x="0" y="35"/>
                    <a:pt x="1" y="36"/>
                  </a:cubicBezTo>
                  <a:cubicBezTo>
                    <a:pt x="4" y="42"/>
                    <a:pt x="4" y="42"/>
                    <a:pt x="4" y="42"/>
                  </a:cubicBezTo>
                  <a:cubicBezTo>
                    <a:pt x="4" y="43"/>
                    <a:pt x="5" y="44"/>
                    <a:pt x="7" y="43"/>
                  </a:cubicBezTo>
                  <a:cubicBezTo>
                    <a:pt x="8" y="43"/>
                    <a:pt x="8" y="43"/>
                    <a:pt x="8" y="43"/>
                  </a:cubicBezTo>
                  <a:cubicBezTo>
                    <a:pt x="10" y="42"/>
                    <a:pt x="11" y="43"/>
                    <a:pt x="11" y="43"/>
                  </a:cubicBezTo>
                  <a:cubicBezTo>
                    <a:pt x="12" y="44"/>
                    <a:pt x="13" y="45"/>
                    <a:pt x="13" y="46"/>
                  </a:cubicBezTo>
                  <a:cubicBezTo>
                    <a:pt x="14" y="46"/>
                    <a:pt x="14" y="47"/>
                    <a:pt x="14" y="48"/>
                  </a:cubicBezTo>
                  <a:cubicBezTo>
                    <a:pt x="13" y="50"/>
                    <a:pt x="13" y="50"/>
                    <a:pt x="13" y="50"/>
                  </a:cubicBezTo>
                  <a:cubicBezTo>
                    <a:pt x="13" y="52"/>
                    <a:pt x="13" y="53"/>
                    <a:pt x="14" y="53"/>
                  </a:cubicBezTo>
                  <a:cubicBezTo>
                    <a:pt x="21" y="55"/>
                    <a:pt x="21" y="55"/>
                    <a:pt x="21" y="55"/>
                  </a:cubicBezTo>
                  <a:cubicBezTo>
                    <a:pt x="22" y="56"/>
                    <a:pt x="23" y="55"/>
                    <a:pt x="24" y="54"/>
                  </a:cubicBezTo>
                  <a:cubicBezTo>
                    <a:pt x="25" y="52"/>
                    <a:pt x="25" y="52"/>
                    <a:pt x="25" y="52"/>
                  </a:cubicBezTo>
                  <a:cubicBezTo>
                    <a:pt x="25" y="52"/>
                    <a:pt x="26" y="51"/>
                    <a:pt x="27" y="51"/>
                  </a:cubicBezTo>
                  <a:cubicBezTo>
                    <a:pt x="28" y="51"/>
                    <a:pt x="29" y="51"/>
                    <a:pt x="30" y="51"/>
                  </a:cubicBezTo>
                  <a:cubicBezTo>
                    <a:pt x="32" y="51"/>
                    <a:pt x="32" y="52"/>
                    <a:pt x="33" y="52"/>
                  </a:cubicBezTo>
                  <a:cubicBezTo>
                    <a:pt x="34" y="54"/>
                    <a:pt x="34" y="54"/>
                    <a:pt x="34" y="54"/>
                  </a:cubicBezTo>
                  <a:cubicBezTo>
                    <a:pt x="34" y="55"/>
                    <a:pt x="35" y="56"/>
                    <a:pt x="36" y="55"/>
                  </a:cubicBezTo>
                  <a:cubicBezTo>
                    <a:pt x="43" y="53"/>
                    <a:pt x="43" y="53"/>
                    <a:pt x="43" y="53"/>
                  </a:cubicBezTo>
                  <a:cubicBezTo>
                    <a:pt x="44" y="52"/>
                    <a:pt x="44" y="51"/>
                    <a:pt x="44" y="50"/>
                  </a:cubicBezTo>
                  <a:cubicBezTo>
                    <a:pt x="43" y="48"/>
                    <a:pt x="43" y="48"/>
                    <a:pt x="43" y="48"/>
                  </a:cubicBezTo>
                  <a:cubicBezTo>
                    <a:pt x="43" y="47"/>
                    <a:pt x="43" y="46"/>
                    <a:pt x="44" y="45"/>
                  </a:cubicBezTo>
                  <a:cubicBezTo>
                    <a:pt x="44" y="44"/>
                    <a:pt x="45" y="44"/>
                    <a:pt x="46" y="43"/>
                  </a:cubicBezTo>
                  <a:cubicBezTo>
                    <a:pt x="46" y="42"/>
                    <a:pt x="47" y="42"/>
                    <a:pt x="49" y="42"/>
                  </a:cubicBezTo>
                  <a:cubicBezTo>
                    <a:pt x="50" y="43"/>
                    <a:pt x="50" y="43"/>
                    <a:pt x="50" y="43"/>
                  </a:cubicBezTo>
                  <a:cubicBezTo>
                    <a:pt x="51" y="43"/>
                    <a:pt x="53" y="43"/>
                    <a:pt x="53" y="42"/>
                  </a:cubicBezTo>
                  <a:cubicBezTo>
                    <a:pt x="56" y="35"/>
                    <a:pt x="56" y="35"/>
                    <a:pt x="56" y="35"/>
                  </a:cubicBezTo>
                  <a:cubicBezTo>
                    <a:pt x="56" y="34"/>
                    <a:pt x="56" y="33"/>
                    <a:pt x="55" y="32"/>
                  </a:cubicBezTo>
                  <a:close/>
                  <a:moveTo>
                    <a:pt x="43" y="34"/>
                  </a:moveTo>
                  <a:cubicBezTo>
                    <a:pt x="40" y="42"/>
                    <a:pt x="30" y="46"/>
                    <a:pt x="22" y="43"/>
                  </a:cubicBezTo>
                  <a:cubicBezTo>
                    <a:pt x="14" y="40"/>
                    <a:pt x="10" y="30"/>
                    <a:pt x="13" y="22"/>
                  </a:cubicBezTo>
                  <a:cubicBezTo>
                    <a:pt x="17" y="14"/>
                    <a:pt x="26" y="10"/>
                    <a:pt x="34" y="13"/>
                  </a:cubicBezTo>
                  <a:cubicBezTo>
                    <a:pt x="43" y="16"/>
                    <a:pt x="46" y="26"/>
                    <a:pt x="43"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8" name="Freeform 140">
              <a:extLst>
                <a:ext uri="{FF2B5EF4-FFF2-40B4-BE49-F238E27FC236}">
                  <a16:creationId xmlns:a16="http://schemas.microsoft.com/office/drawing/2014/main" id="{FDB263F7-CF4E-0EB3-E68B-6DBF4A019279}"/>
                </a:ext>
              </a:extLst>
            </p:cNvPr>
            <p:cNvSpPr>
              <a:spLocks/>
            </p:cNvSpPr>
            <p:nvPr/>
          </p:nvSpPr>
          <p:spPr bwMode="auto">
            <a:xfrm>
              <a:off x="4387851" y="2085976"/>
              <a:ext cx="53975" cy="53975"/>
            </a:xfrm>
            <a:custGeom>
              <a:avLst/>
              <a:gdLst>
                <a:gd name="T0" fmla="*/ 15 w 16"/>
                <a:gd name="T1" fmla="*/ 11 h 16"/>
                <a:gd name="T2" fmla="*/ 5 w 16"/>
                <a:gd name="T3" fmla="*/ 15 h 16"/>
                <a:gd name="T4" fmla="*/ 2 w 16"/>
                <a:gd name="T5" fmla="*/ 5 h 16"/>
                <a:gd name="T6" fmla="*/ 11 w 16"/>
                <a:gd name="T7" fmla="*/ 1 h 16"/>
                <a:gd name="T8" fmla="*/ 15 w 16"/>
                <a:gd name="T9" fmla="*/ 11 h 16"/>
              </a:gdLst>
              <a:ahLst/>
              <a:cxnLst>
                <a:cxn ang="0">
                  <a:pos x="T0" y="T1"/>
                </a:cxn>
                <a:cxn ang="0">
                  <a:pos x="T2" y="T3"/>
                </a:cxn>
                <a:cxn ang="0">
                  <a:pos x="T4" y="T5"/>
                </a:cxn>
                <a:cxn ang="0">
                  <a:pos x="T6" y="T7"/>
                </a:cxn>
                <a:cxn ang="0">
                  <a:pos x="T8" y="T9"/>
                </a:cxn>
              </a:cxnLst>
              <a:rect l="0" t="0" r="r" b="b"/>
              <a:pathLst>
                <a:path w="16" h="16">
                  <a:moveTo>
                    <a:pt x="15" y="11"/>
                  </a:moveTo>
                  <a:cubicBezTo>
                    <a:pt x="13" y="15"/>
                    <a:pt x="9" y="16"/>
                    <a:pt x="5" y="15"/>
                  </a:cubicBezTo>
                  <a:cubicBezTo>
                    <a:pt x="2" y="13"/>
                    <a:pt x="0" y="9"/>
                    <a:pt x="2" y="5"/>
                  </a:cubicBezTo>
                  <a:cubicBezTo>
                    <a:pt x="3" y="2"/>
                    <a:pt x="7" y="0"/>
                    <a:pt x="11" y="1"/>
                  </a:cubicBezTo>
                  <a:cubicBezTo>
                    <a:pt x="14" y="3"/>
                    <a:pt x="16" y="7"/>
                    <a:pt x="15"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9" name="Freeform 141">
              <a:extLst>
                <a:ext uri="{FF2B5EF4-FFF2-40B4-BE49-F238E27FC236}">
                  <a16:creationId xmlns:a16="http://schemas.microsoft.com/office/drawing/2014/main" id="{3DF53BEA-E536-5066-5874-49CEC2DF9E96}"/>
                </a:ext>
              </a:extLst>
            </p:cNvPr>
            <p:cNvSpPr>
              <a:spLocks noEditPoints="1"/>
            </p:cNvSpPr>
            <p:nvPr/>
          </p:nvSpPr>
          <p:spPr bwMode="auto">
            <a:xfrm>
              <a:off x="4060826" y="2054226"/>
              <a:ext cx="284163" cy="288925"/>
            </a:xfrm>
            <a:custGeom>
              <a:avLst/>
              <a:gdLst>
                <a:gd name="T0" fmla="*/ 77 w 84"/>
                <a:gd name="T1" fmla="*/ 34 h 85"/>
                <a:gd name="T2" fmla="*/ 72 w 84"/>
                <a:gd name="T3" fmla="*/ 27 h 85"/>
                <a:gd name="T4" fmla="*/ 75 w 84"/>
                <a:gd name="T5" fmla="*/ 21 h 85"/>
                <a:gd name="T6" fmla="*/ 68 w 84"/>
                <a:gd name="T7" fmla="*/ 9 h 85"/>
                <a:gd name="T8" fmla="*/ 61 w 84"/>
                <a:gd name="T9" fmla="*/ 11 h 85"/>
                <a:gd name="T10" fmla="*/ 53 w 84"/>
                <a:gd name="T11" fmla="*/ 10 h 85"/>
                <a:gd name="T12" fmla="*/ 50 w 84"/>
                <a:gd name="T13" fmla="*/ 3 h 85"/>
                <a:gd name="T14" fmla="*/ 37 w 84"/>
                <a:gd name="T15" fmla="*/ 0 h 85"/>
                <a:gd name="T16" fmla="*/ 33 w 84"/>
                <a:gd name="T17" fmla="*/ 6 h 85"/>
                <a:gd name="T18" fmla="*/ 27 w 84"/>
                <a:gd name="T19" fmla="*/ 11 h 85"/>
                <a:gd name="T20" fmla="*/ 20 w 84"/>
                <a:gd name="T21" fmla="*/ 9 h 85"/>
                <a:gd name="T22" fmla="*/ 9 w 84"/>
                <a:gd name="T23" fmla="*/ 16 h 85"/>
                <a:gd name="T24" fmla="*/ 11 w 84"/>
                <a:gd name="T25" fmla="*/ 23 h 85"/>
                <a:gd name="T26" fmla="*/ 10 w 84"/>
                <a:gd name="T27" fmla="*/ 31 h 85"/>
                <a:gd name="T28" fmla="*/ 3 w 84"/>
                <a:gd name="T29" fmla="*/ 34 h 85"/>
                <a:gd name="T30" fmla="*/ 0 w 84"/>
                <a:gd name="T31" fmla="*/ 47 h 85"/>
                <a:gd name="T32" fmla="*/ 7 w 84"/>
                <a:gd name="T33" fmla="*/ 51 h 85"/>
                <a:gd name="T34" fmla="*/ 12 w 84"/>
                <a:gd name="T35" fmla="*/ 58 h 85"/>
                <a:gd name="T36" fmla="*/ 9 w 84"/>
                <a:gd name="T37" fmla="*/ 64 h 85"/>
                <a:gd name="T38" fmla="*/ 16 w 84"/>
                <a:gd name="T39" fmla="*/ 76 h 85"/>
                <a:gd name="T40" fmla="*/ 23 w 84"/>
                <a:gd name="T41" fmla="*/ 74 h 85"/>
                <a:gd name="T42" fmla="*/ 31 w 84"/>
                <a:gd name="T43" fmla="*/ 75 h 85"/>
                <a:gd name="T44" fmla="*/ 33 w 84"/>
                <a:gd name="T45" fmla="*/ 82 h 85"/>
                <a:gd name="T46" fmla="*/ 47 w 84"/>
                <a:gd name="T47" fmla="*/ 85 h 85"/>
                <a:gd name="T48" fmla="*/ 50 w 84"/>
                <a:gd name="T49" fmla="*/ 79 h 85"/>
                <a:gd name="T50" fmla="*/ 57 w 84"/>
                <a:gd name="T51" fmla="*/ 73 h 85"/>
                <a:gd name="T52" fmla="*/ 63 w 84"/>
                <a:gd name="T53" fmla="*/ 76 h 85"/>
                <a:gd name="T54" fmla="*/ 75 w 84"/>
                <a:gd name="T55" fmla="*/ 69 h 85"/>
                <a:gd name="T56" fmla="*/ 73 w 84"/>
                <a:gd name="T57" fmla="*/ 62 h 85"/>
                <a:gd name="T58" fmla="*/ 74 w 84"/>
                <a:gd name="T59" fmla="*/ 53 h 85"/>
                <a:gd name="T60" fmla="*/ 80 w 84"/>
                <a:gd name="T61" fmla="*/ 51 h 85"/>
                <a:gd name="T62" fmla="*/ 84 w 84"/>
                <a:gd name="T63" fmla="*/ 38 h 85"/>
                <a:gd name="T64" fmla="*/ 42 w 84"/>
                <a:gd name="T65" fmla="*/ 69 h 85"/>
                <a:gd name="T66" fmla="*/ 42 w 84"/>
                <a:gd name="T67" fmla="*/ 16 h 85"/>
                <a:gd name="T68" fmla="*/ 42 w 84"/>
                <a:gd name="T69" fmla="*/ 69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84" h="85">
                  <a:moveTo>
                    <a:pt x="80" y="34"/>
                  </a:moveTo>
                  <a:cubicBezTo>
                    <a:pt x="77" y="34"/>
                    <a:pt x="77" y="34"/>
                    <a:pt x="77" y="34"/>
                  </a:cubicBezTo>
                  <a:cubicBezTo>
                    <a:pt x="75" y="34"/>
                    <a:pt x="74" y="33"/>
                    <a:pt x="74" y="31"/>
                  </a:cubicBezTo>
                  <a:cubicBezTo>
                    <a:pt x="73" y="30"/>
                    <a:pt x="73" y="28"/>
                    <a:pt x="72" y="27"/>
                  </a:cubicBezTo>
                  <a:cubicBezTo>
                    <a:pt x="72" y="25"/>
                    <a:pt x="72" y="24"/>
                    <a:pt x="73" y="23"/>
                  </a:cubicBezTo>
                  <a:cubicBezTo>
                    <a:pt x="75" y="21"/>
                    <a:pt x="75" y="21"/>
                    <a:pt x="75" y="21"/>
                  </a:cubicBezTo>
                  <a:cubicBezTo>
                    <a:pt x="76" y="19"/>
                    <a:pt x="76" y="17"/>
                    <a:pt x="75" y="16"/>
                  </a:cubicBezTo>
                  <a:cubicBezTo>
                    <a:pt x="68" y="9"/>
                    <a:pt x="68" y="9"/>
                    <a:pt x="68" y="9"/>
                  </a:cubicBezTo>
                  <a:cubicBezTo>
                    <a:pt x="67" y="7"/>
                    <a:pt x="65" y="7"/>
                    <a:pt x="63" y="9"/>
                  </a:cubicBezTo>
                  <a:cubicBezTo>
                    <a:pt x="61" y="11"/>
                    <a:pt x="61" y="11"/>
                    <a:pt x="61" y="11"/>
                  </a:cubicBezTo>
                  <a:cubicBezTo>
                    <a:pt x="60" y="12"/>
                    <a:pt x="59" y="12"/>
                    <a:pt x="57" y="11"/>
                  </a:cubicBezTo>
                  <a:cubicBezTo>
                    <a:pt x="56" y="11"/>
                    <a:pt x="54" y="10"/>
                    <a:pt x="53" y="10"/>
                  </a:cubicBezTo>
                  <a:cubicBezTo>
                    <a:pt x="51" y="9"/>
                    <a:pt x="50" y="8"/>
                    <a:pt x="50" y="6"/>
                  </a:cubicBezTo>
                  <a:cubicBezTo>
                    <a:pt x="50" y="3"/>
                    <a:pt x="50" y="3"/>
                    <a:pt x="50" y="3"/>
                  </a:cubicBezTo>
                  <a:cubicBezTo>
                    <a:pt x="50" y="1"/>
                    <a:pt x="49" y="0"/>
                    <a:pt x="47" y="0"/>
                  </a:cubicBezTo>
                  <a:cubicBezTo>
                    <a:pt x="37" y="0"/>
                    <a:pt x="37" y="0"/>
                    <a:pt x="37" y="0"/>
                  </a:cubicBezTo>
                  <a:cubicBezTo>
                    <a:pt x="35" y="0"/>
                    <a:pt x="33" y="1"/>
                    <a:pt x="33" y="3"/>
                  </a:cubicBezTo>
                  <a:cubicBezTo>
                    <a:pt x="33" y="6"/>
                    <a:pt x="33" y="6"/>
                    <a:pt x="33" y="6"/>
                  </a:cubicBezTo>
                  <a:cubicBezTo>
                    <a:pt x="33" y="8"/>
                    <a:pt x="32" y="9"/>
                    <a:pt x="31" y="10"/>
                  </a:cubicBezTo>
                  <a:cubicBezTo>
                    <a:pt x="30" y="10"/>
                    <a:pt x="28" y="11"/>
                    <a:pt x="27" y="11"/>
                  </a:cubicBezTo>
                  <a:cubicBezTo>
                    <a:pt x="25" y="12"/>
                    <a:pt x="24" y="12"/>
                    <a:pt x="23" y="11"/>
                  </a:cubicBezTo>
                  <a:cubicBezTo>
                    <a:pt x="20" y="9"/>
                    <a:pt x="20" y="9"/>
                    <a:pt x="20" y="9"/>
                  </a:cubicBezTo>
                  <a:cubicBezTo>
                    <a:pt x="19" y="7"/>
                    <a:pt x="17" y="7"/>
                    <a:pt x="16" y="9"/>
                  </a:cubicBezTo>
                  <a:cubicBezTo>
                    <a:pt x="9" y="16"/>
                    <a:pt x="9" y="16"/>
                    <a:pt x="9" y="16"/>
                  </a:cubicBezTo>
                  <a:cubicBezTo>
                    <a:pt x="8" y="17"/>
                    <a:pt x="8" y="19"/>
                    <a:pt x="9" y="21"/>
                  </a:cubicBezTo>
                  <a:cubicBezTo>
                    <a:pt x="11" y="23"/>
                    <a:pt x="11" y="23"/>
                    <a:pt x="11" y="23"/>
                  </a:cubicBezTo>
                  <a:cubicBezTo>
                    <a:pt x="12" y="24"/>
                    <a:pt x="12" y="25"/>
                    <a:pt x="12" y="27"/>
                  </a:cubicBezTo>
                  <a:cubicBezTo>
                    <a:pt x="11" y="28"/>
                    <a:pt x="10" y="30"/>
                    <a:pt x="10" y="31"/>
                  </a:cubicBezTo>
                  <a:cubicBezTo>
                    <a:pt x="9" y="33"/>
                    <a:pt x="8" y="34"/>
                    <a:pt x="7" y="34"/>
                  </a:cubicBezTo>
                  <a:cubicBezTo>
                    <a:pt x="3" y="34"/>
                    <a:pt x="3" y="34"/>
                    <a:pt x="3" y="34"/>
                  </a:cubicBezTo>
                  <a:cubicBezTo>
                    <a:pt x="2" y="34"/>
                    <a:pt x="0" y="35"/>
                    <a:pt x="0" y="38"/>
                  </a:cubicBezTo>
                  <a:cubicBezTo>
                    <a:pt x="0" y="47"/>
                    <a:pt x="0" y="47"/>
                    <a:pt x="0" y="47"/>
                  </a:cubicBezTo>
                  <a:cubicBezTo>
                    <a:pt x="0" y="50"/>
                    <a:pt x="2" y="51"/>
                    <a:pt x="3" y="51"/>
                  </a:cubicBezTo>
                  <a:cubicBezTo>
                    <a:pt x="7" y="51"/>
                    <a:pt x="7" y="51"/>
                    <a:pt x="7" y="51"/>
                  </a:cubicBezTo>
                  <a:cubicBezTo>
                    <a:pt x="8" y="51"/>
                    <a:pt x="9" y="52"/>
                    <a:pt x="10" y="53"/>
                  </a:cubicBezTo>
                  <a:cubicBezTo>
                    <a:pt x="10" y="55"/>
                    <a:pt x="11" y="57"/>
                    <a:pt x="12" y="58"/>
                  </a:cubicBezTo>
                  <a:cubicBezTo>
                    <a:pt x="12" y="59"/>
                    <a:pt x="12" y="60"/>
                    <a:pt x="11" y="62"/>
                  </a:cubicBezTo>
                  <a:cubicBezTo>
                    <a:pt x="9" y="64"/>
                    <a:pt x="9" y="64"/>
                    <a:pt x="9" y="64"/>
                  </a:cubicBezTo>
                  <a:cubicBezTo>
                    <a:pt x="7" y="65"/>
                    <a:pt x="7" y="68"/>
                    <a:pt x="9" y="69"/>
                  </a:cubicBezTo>
                  <a:cubicBezTo>
                    <a:pt x="16" y="76"/>
                    <a:pt x="16" y="76"/>
                    <a:pt x="16" y="76"/>
                  </a:cubicBezTo>
                  <a:cubicBezTo>
                    <a:pt x="17" y="77"/>
                    <a:pt x="19" y="77"/>
                    <a:pt x="20" y="76"/>
                  </a:cubicBezTo>
                  <a:cubicBezTo>
                    <a:pt x="23" y="74"/>
                    <a:pt x="23" y="74"/>
                    <a:pt x="23" y="74"/>
                  </a:cubicBezTo>
                  <a:cubicBezTo>
                    <a:pt x="24" y="73"/>
                    <a:pt x="25" y="73"/>
                    <a:pt x="27" y="73"/>
                  </a:cubicBezTo>
                  <a:cubicBezTo>
                    <a:pt x="28" y="74"/>
                    <a:pt x="30" y="75"/>
                    <a:pt x="31" y="75"/>
                  </a:cubicBezTo>
                  <a:cubicBezTo>
                    <a:pt x="32" y="76"/>
                    <a:pt x="33" y="77"/>
                    <a:pt x="33" y="79"/>
                  </a:cubicBezTo>
                  <a:cubicBezTo>
                    <a:pt x="33" y="82"/>
                    <a:pt x="33" y="82"/>
                    <a:pt x="33" y="82"/>
                  </a:cubicBezTo>
                  <a:cubicBezTo>
                    <a:pt x="33" y="83"/>
                    <a:pt x="35" y="85"/>
                    <a:pt x="37" y="85"/>
                  </a:cubicBezTo>
                  <a:cubicBezTo>
                    <a:pt x="47" y="85"/>
                    <a:pt x="47" y="85"/>
                    <a:pt x="47" y="85"/>
                  </a:cubicBezTo>
                  <a:cubicBezTo>
                    <a:pt x="49" y="85"/>
                    <a:pt x="50" y="83"/>
                    <a:pt x="50" y="82"/>
                  </a:cubicBezTo>
                  <a:cubicBezTo>
                    <a:pt x="50" y="79"/>
                    <a:pt x="50" y="79"/>
                    <a:pt x="50" y="79"/>
                  </a:cubicBezTo>
                  <a:cubicBezTo>
                    <a:pt x="50" y="77"/>
                    <a:pt x="51" y="76"/>
                    <a:pt x="53" y="75"/>
                  </a:cubicBezTo>
                  <a:cubicBezTo>
                    <a:pt x="54" y="75"/>
                    <a:pt x="56" y="74"/>
                    <a:pt x="57" y="73"/>
                  </a:cubicBezTo>
                  <a:cubicBezTo>
                    <a:pt x="59" y="73"/>
                    <a:pt x="60" y="73"/>
                    <a:pt x="61" y="74"/>
                  </a:cubicBezTo>
                  <a:cubicBezTo>
                    <a:pt x="63" y="76"/>
                    <a:pt x="63" y="76"/>
                    <a:pt x="63" y="76"/>
                  </a:cubicBezTo>
                  <a:cubicBezTo>
                    <a:pt x="65" y="77"/>
                    <a:pt x="67" y="77"/>
                    <a:pt x="68" y="76"/>
                  </a:cubicBezTo>
                  <a:cubicBezTo>
                    <a:pt x="75" y="69"/>
                    <a:pt x="75" y="69"/>
                    <a:pt x="75" y="69"/>
                  </a:cubicBezTo>
                  <a:cubicBezTo>
                    <a:pt x="76" y="68"/>
                    <a:pt x="76" y="65"/>
                    <a:pt x="75" y="64"/>
                  </a:cubicBezTo>
                  <a:cubicBezTo>
                    <a:pt x="73" y="62"/>
                    <a:pt x="73" y="62"/>
                    <a:pt x="73" y="62"/>
                  </a:cubicBezTo>
                  <a:cubicBezTo>
                    <a:pt x="72" y="60"/>
                    <a:pt x="72" y="59"/>
                    <a:pt x="72" y="58"/>
                  </a:cubicBezTo>
                  <a:cubicBezTo>
                    <a:pt x="73" y="56"/>
                    <a:pt x="73" y="55"/>
                    <a:pt x="74" y="53"/>
                  </a:cubicBezTo>
                  <a:cubicBezTo>
                    <a:pt x="74" y="52"/>
                    <a:pt x="75" y="51"/>
                    <a:pt x="77" y="51"/>
                  </a:cubicBezTo>
                  <a:cubicBezTo>
                    <a:pt x="80" y="51"/>
                    <a:pt x="80" y="51"/>
                    <a:pt x="80" y="51"/>
                  </a:cubicBezTo>
                  <a:cubicBezTo>
                    <a:pt x="82" y="51"/>
                    <a:pt x="84" y="50"/>
                    <a:pt x="84" y="47"/>
                  </a:cubicBezTo>
                  <a:cubicBezTo>
                    <a:pt x="84" y="38"/>
                    <a:pt x="84" y="38"/>
                    <a:pt x="84" y="38"/>
                  </a:cubicBezTo>
                  <a:cubicBezTo>
                    <a:pt x="84" y="35"/>
                    <a:pt x="82" y="34"/>
                    <a:pt x="80" y="34"/>
                  </a:cubicBezTo>
                  <a:close/>
                  <a:moveTo>
                    <a:pt x="42" y="69"/>
                  </a:moveTo>
                  <a:cubicBezTo>
                    <a:pt x="27" y="69"/>
                    <a:pt x="15" y="57"/>
                    <a:pt x="15" y="42"/>
                  </a:cubicBezTo>
                  <a:cubicBezTo>
                    <a:pt x="15" y="28"/>
                    <a:pt x="27" y="16"/>
                    <a:pt x="42" y="16"/>
                  </a:cubicBezTo>
                  <a:cubicBezTo>
                    <a:pt x="56" y="16"/>
                    <a:pt x="68" y="28"/>
                    <a:pt x="68" y="42"/>
                  </a:cubicBezTo>
                  <a:cubicBezTo>
                    <a:pt x="68" y="57"/>
                    <a:pt x="56" y="69"/>
                    <a:pt x="42" y="6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0" name="Oval 142">
              <a:extLst>
                <a:ext uri="{FF2B5EF4-FFF2-40B4-BE49-F238E27FC236}">
                  <a16:creationId xmlns:a16="http://schemas.microsoft.com/office/drawing/2014/main" id="{42AF36A9-F664-6807-7ACE-30ED9D59F415}"/>
                </a:ext>
              </a:extLst>
            </p:cNvPr>
            <p:cNvSpPr>
              <a:spLocks noChangeArrowheads="1"/>
            </p:cNvSpPr>
            <p:nvPr/>
          </p:nvSpPr>
          <p:spPr bwMode="auto">
            <a:xfrm>
              <a:off x="4144963" y="2139951"/>
              <a:ext cx="114300" cy="1143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cxnSp>
        <p:nvCxnSpPr>
          <p:cNvPr id="11" name="Straight Connector 10">
            <a:extLst>
              <a:ext uri="{FF2B5EF4-FFF2-40B4-BE49-F238E27FC236}">
                <a16:creationId xmlns:a16="http://schemas.microsoft.com/office/drawing/2014/main" id="{FD03105A-F853-23D5-FC20-CBE499BC97D6}"/>
              </a:ext>
            </a:extLst>
          </p:cNvPr>
          <p:cNvCxnSpPr>
            <a:cxnSpLocks/>
          </p:cNvCxnSpPr>
          <p:nvPr/>
        </p:nvCxnSpPr>
        <p:spPr>
          <a:xfrm>
            <a:off x="10884629" y="2411018"/>
            <a:ext cx="0" cy="1881598"/>
          </a:xfrm>
          <a:prstGeom prst="line">
            <a:avLst/>
          </a:prstGeom>
          <a:ln>
            <a:solidFill>
              <a:srgbClr val="12ABDB"/>
            </a:solidFill>
          </a:ln>
        </p:spPr>
        <p:style>
          <a:lnRef idx="1">
            <a:schemeClr val="accent1"/>
          </a:lnRef>
          <a:fillRef idx="0">
            <a:schemeClr val="accent1"/>
          </a:fillRef>
          <a:effectRef idx="0">
            <a:schemeClr val="accent1"/>
          </a:effectRef>
          <a:fontRef idx="minor">
            <a:schemeClr val="tx1"/>
          </a:fontRef>
        </p:style>
      </p:cxnSp>
      <p:grpSp>
        <p:nvGrpSpPr>
          <p:cNvPr id="12" name="Group 11">
            <a:extLst>
              <a:ext uri="{FF2B5EF4-FFF2-40B4-BE49-F238E27FC236}">
                <a16:creationId xmlns:a16="http://schemas.microsoft.com/office/drawing/2014/main" id="{34D75012-DEA3-5371-CC8C-D7C9C7FF93B7}"/>
              </a:ext>
            </a:extLst>
          </p:cNvPr>
          <p:cNvGrpSpPr/>
          <p:nvPr/>
        </p:nvGrpSpPr>
        <p:grpSpPr>
          <a:xfrm>
            <a:off x="10633418" y="3112209"/>
            <a:ext cx="496072" cy="507185"/>
            <a:chOff x="7763218" y="2715106"/>
            <a:chExt cx="496072" cy="507185"/>
          </a:xfrm>
        </p:grpSpPr>
        <p:sp>
          <p:nvSpPr>
            <p:cNvPr id="13" name="Oval 12">
              <a:extLst>
                <a:ext uri="{FF2B5EF4-FFF2-40B4-BE49-F238E27FC236}">
                  <a16:creationId xmlns:a16="http://schemas.microsoft.com/office/drawing/2014/main" id="{E879C8FB-4FE6-CF3A-927E-B194115471BE}"/>
                </a:ext>
              </a:extLst>
            </p:cNvPr>
            <p:cNvSpPr/>
            <p:nvPr/>
          </p:nvSpPr>
          <p:spPr>
            <a:xfrm>
              <a:off x="7763218" y="2732569"/>
              <a:ext cx="489722" cy="489722"/>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4" name="Oval 13">
              <a:extLst>
                <a:ext uri="{FF2B5EF4-FFF2-40B4-BE49-F238E27FC236}">
                  <a16:creationId xmlns:a16="http://schemas.microsoft.com/office/drawing/2014/main" id="{1DAB9D36-5F60-34A5-354D-476338A98148}"/>
                </a:ext>
              </a:extLst>
            </p:cNvPr>
            <p:cNvSpPr/>
            <p:nvPr/>
          </p:nvSpPr>
          <p:spPr>
            <a:xfrm>
              <a:off x="7769568" y="2715106"/>
              <a:ext cx="489722" cy="48972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grpSp>
        <p:nvGrpSpPr>
          <p:cNvPr id="15" name="Group 14">
            <a:extLst>
              <a:ext uri="{FF2B5EF4-FFF2-40B4-BE49-F238E27FC236}">
                <a16:creationId xmlns:a16="http://schemas.microsoft.com/office/drawing/2014/main" id="{D7A25E9F-6EB7-FB1C-ECE6-0641AF543166}"/>
              </a:ext>
            </a:extLst>
          </p:cNvPr>
          <p:cNvGrpSpPr/>
          <p:nvPr/>
        </p:nvGrpSpPr>
        <p:grpSpPr>
          <a:xfrm>
            <a:off x="10633418" y="3700642"/>
            <a:ext cx="496072" cy="507185"/>
            <a:chOff x="7763218" y="2715106"/>
            <a:chExt cx="496072" cy="507185"/>
          </a:xfrm>
        </p:grpSpPr>
        <p:sp>
          <p:nvSpPr>
            <p:cNvPr id="16" name="Oval 15">
              <a:extLst>
                <a:ext uri="{FF2B5EF4-FFF2-40B4-BE49-F238E27FC236}">
                  <a16:creationId xmlns:a16="http://schemas.microsoft.com/office/drawing/2014/main" id="{09161B53-8F59-2406-1298-2EDA17CC7F61}"/>
                </a:ext>
              </a:extLst>
            </p:cNvPr>
            <p:cNvSpPr/>
            <p:nvPr/>
          </p:nvSpPr>
          <p:spPr>
            <a:xfrm>
              <a:off x="7763218" y="2732569"/>
              <a:ext cx="489722" cy="489722"/>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17" name="Oval 16">
              <a:extLst>
                <a:ext uri="{FF2B5EF4-FFF2-40B4-BE49-F238E27FC236}">
                  <a16:creationId xmlns:a16="http://schemas.microsoft.com/office/drawing/2014/main" id="{D5900E03-F96F-34B4-4298-51488A98D8CE}"/>
                </a:ext>
              </a:extLst>
            </p:cNvPr>
            <p:cNvSpPr/>
            <p:nvPr/>
          </p:nvSpPr>
          <p:spPr>
            <a:xfrm>
              <a:off x="7769568" y="2715106"/>
              <a:ext cx="489722" cy="48972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grpSp>
        <p:nvGrpSpPr>
          <p:cNvPr id="19" name="Group 18">
            <a:extLst>
              <a:ext uri="{FF2B5EF4-FFF2-40B4-BE49-F238E27FC236}">
                <a16:creationId xmlns:a16="http://schemas.microsoft.com/office/drawing/2014/main" id="{8BA25C46-EC74-80A5-7DBF-3BDF6FB1E620}"/>
              </a:ext>
            </a:extLst>
          </p:cNvPr>
          <p:cNvGrpSpPr/>
          <p:nvPr/>
        </p:nvGrpSpPr>
        <p:grpSpPr>
          <a:xfrm>
            <a:off x="10633418" y="2523776"/>
            <a:ext cx="496072" cy="507185"/>
            <a:chOff x="7763218" y="2715106"/>
            <a:chExt cx="496072" cy="507185"/>
          </a:xfrm>
        </p:grpSpPr>
        <p:sp>
          <p:nvSpPr>
            <p:cNvPr id="27" name="Oval 26">
              <a:extLst>
                <a:ext uri="{FF2B5EF4-FFF2-40B4-BE49-F238E27FC236}">
                  <a16:creationId xmlns:a16="http://schemas.microsoft.com/office/drawing/2014/main" id="{C964CA61-DAE4-AF5D-0C3B-7FB157C08DA7}"/>
                </a:ext>
              </a:extLst>
            </p:cNvPr>
            <p:cNvSpPr/>
            <p:nvPr/>
          </p:nvSpPr>
          <p:spPr>
            <a:xfrm>
              <a:off x="7763218" y="2732569"/>
              <a:ext cx="489722" cy="489722"/>
            </a:xfrm>
            <a:prstGeom prst="ellipse">
              <a:avLst/>
            </a:pr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sp>
          <p:nvSpPr>
            <p:cNvPr id="28" name="Oval 27">
              <a:extLst>
                <a:ext uri="{FF2B5EF4-FFF2-40B4-BE49-F238E27FC236}">
                  <a16:creationId xmlns:a16="http://schemas.microsoft.com/office/drawing/2014/main" id="{D7B0627F-4CB9-41D6-E6AE-5B7719906D87}"/>
                </a:ext>
              </a:extLst>
            </p:cNvPr>
            <p:cNvSpPr/>
            <p:nvPr/>
          </p:nvSpPr>
          <p:spPr>
            <a:xfrm>
              <a:off x="7769568" y="2715106"/>
              <a:ext cx="489722" cy="489722"/>
            </a:xfrm>
            <a:prstGeom prst="ellipse">
              <a:avLst/>
            </a:prstGeom>
            <a:solidFill>
              <a:schemeClr val="accent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00" err="1"/>
            </a:p>
          </p:txBody>
        </p:sp>
      </p:grpSp>
      <p:grpSp>
        <p:nvGrpSpPr>
          <p:cNvPr id="236" name="Groupe 299">
            <a:extLst>
              <a:ext uri="{FF2B5EF4-FFF2-40B4-BE49-F238E27FC236}">
                <a16:creationId xmlns:a16="http://schemas.microsoft.com/office/drawing/2014/main" id="{B4B0527B-F741-E303-EB61-BFE85124464A}"/>
              </a:ext>
            </a:extLst>
          </p:cNvPr>
          <p:cNvGrpSpPr/>
          <p:nvPr/>
        </p:nvGrpSpPr>
        <p:grpSpPr>
          <a:xfrm>
            <a:off x="10770977" y="2646491"/>
            <a:ext cx="271764" cy="244033"/>
            <a:chOff x="4719222" y="5426227"/>
            <a:chExt cx="544513" cy="488950"/>
          </a:xfrm>
          <a:solidFill>
            <a:srgbClr val="003857"/>
          </a:solidFill>
        </p:grpSpPr>
        <p:sp>
          <p:nvSpPr>
            <p:cNvPr id="237" name="Freeform 198">
              <a:extLst>
                <a:ext uri="{FF2B5EF4-FFF2-40B4-BE49-F238E27FC236}">
                  <a16:creationId xmlns:a16="http://schemas.microsoft.com/office/drawing/2014/main" id="{910A39C5-8D65-476F-A628-1BA4BC5DE8DE}"/>
                </a:ext>
              </a:extLst>
            </p:cNvPr>
            <p:cNvSpPr>
              <a:spLocks noChangeAspect="1"/>
            </p:cNvSpPr>
            <p:nvPr/>
          </p:nvSpPr>
          <p:spPr bwMode="auto">
            <a:xfrm>
              <a:off x="4925597" y="5588152"/>
              <a:ext cx="338138" cy="150812"/>
            </a:xfrm>
            <a:custGeom>
              <a:avLst/>
              <a:gdLst>
                <a:gd name="T0" fmla="*/ 90 w 90"/>
                <a:gd name="T1" fmla="*/ 20 h 40"/>
                <a:gd name="T2" fmla="*/ 61 w 90"/>
                <a:gd name="T3" fmla="*/ 0 h 40"/>
                <a:gd name="T4" fmla="*/ 61 w 90"/>
                <a:gd name="T5" fmla="*/ 12 h 40"/>
                <a:gd name="T6" fmla="*/ 0 w 90"/>
                <a:gd name="T7" fmla="*/ 7 h 40"/>
                <a:gd name="T8" fmla="*/ 0 w 90"/>
                <a:gd name="T9" fmla="*/ 35 h 40"/>
                <a:gd name="T10" fmla="*/ 61 w 90"/>
                <a:gd name="T11" fmla="*/ 26 h 40"/>
                <a:gd name="T12" fmla="*/ 61 w 90"/>
                <a:gd name="T13" fmla="*/ 40 h 40"/>
                <a:gd name="T14" fmla="*/ 90 w 90"/>
                <a:gd name="T15" fmla="*/ 20 h 4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40">
                  <a:moveTo>
                    <a:pt x="90" y="20"/>
                  </a:moveTo>
                  <a:cubicBezTo>
                    <a:pt x="61" y="0"/>
                    <a:pt x="61" y="0"/>
                    <a:pt x="61" y="0"/>
                  </a:cubicBezTo>
                  <a:cubicBezTo>
                    <a:pt x="61" y="12"/>
                    <a:pt x="61" y="12"/>
                    <a:pt x="61" y="12"/>
                  </a:cubicBezTo>
                  <a:cubicBezTo>
                    <a:pt x="0" y="7"/>
                    <a:pt x="0" y="7"/>
                    <a:pt x="0" y="7"/>
                  </a:cubicBezTo>
                  <a:cubicBezTo>
                    <a:pt x="9" y="24"/>
                    <a:pt x="0" y="35"/>
                    <a:pt x="0" y="35"/>
                  </a:cubicBezTo>
                  <a:cubicBezTo>
                    <a:pt x="61" y="26"/>
                    <a:pt x="61" y="26"/>
                    <a:pt x="61" y="26"/>
                  </a:cubicBezTo>
                  <a:cubicBezTo>
                    <a:pt x="61" y="40"/>
                    <a:pt x="61" y="40"/>
                    <a:pt x="61" y="40"/>
                  </a:cubicBezTo>
                  <a:lnTo>
                    <a:pt x="90"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a:ea typeface="+mn-ea"/>
                <a:cs typeface="+mn-cs"/>
              </a:endParaRPr>
            </a:p>
          </p:txBody>
        </p:sp>
        <p:sp>
          <p:nvSpPr>
            <p:cNvPr id="238" name="Freeform 199">
              <a:extLst>
                <a:ext uri="{FF2B5EF4-FFF2-40B4-BE49-F238E27FC236}">
                  <a16:creationId xmlns:a16="http://schemas.microsoft.com/office/drawing/2014/main" id="{C9029390-9516-9F6F-BABF-18F8C22AB778}"/>
                </a:ext>
              </a:extLst>
            </p:cNvPr>
            <p:cNvSpPr>
              <a:spLocks noChangeAspect="1"/>
            </p:cNvSpPr>
            <p:nvPr/>
          </p:nvSpPr>
          <p:spPr bwMode="auto">
            <a:xfrm>
              <a:off x="4719222" y="5426227"/>
              <a:ext cx="338138" cy="147637"/>
            </a:xfrm>
            <a:custGeom>
              <a:avLst/>
              <a:gdLst>
                <a:gd name="T0" fmla="*/ 90 w 90"/>
                <a:gd name="T1" fmla="*/ 19 h 39"/>
                <a:gd name="T2" fmla="*/ 61 w 90"/>
                <a:gd name="T3" fmla="*/ 0 h 39"/>
                <a:gd name="T4" fmla="*/ 61 w 90"/>
                <a:gd name="T5" fmla="*/ 11 h 39"/>
                <a:gd name="T6" fmla="*/ 0 w 90"/>
                <a:gd name="T7" fmla="*/ 7 h 39"/>
                <a:gd name="T8" fmla="*/ 0 w 90"/>
                <a:gd name="T9" fmla="*/ 34 h 39"/>
                <a:gd name="T10" fmla="*/ 61 w 90"/>
                <a:gd name="T11" fmla="*/ 26 h 39"/>
                <a:gd name="T12" fmla="*/ 61 w 90"/>
                <a:gd name="T13" fmla="*/ 39 h 39"/>
                <a:gd name="T14" fmla="*/ 90 w 90"/>
                <a:gd name="T15" fmla="*/ 1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39">
                  <a:moveTo>
                    <a:pt x="90" y="19"/>
                  </a:moveTo>
                  <a:cubicBezTo>
                    <a:pt x="61" y="0"/>
                    <a:pt x="61" y="0"/>
                    <a:pt x="61" y="0"/>
                  </a:cubicBezTo>
                  <a:cubicBezTo>
                    <a:pt x="61" y="11"/>
                    <a:pt x="61" y="11"/>
                    <a:pt x="61" y="11"/>
                  </a:cubicBezTo>
                  <a:cubicBezTo>
                    <a:pt x="0" y="7"/>
                    <a:pt x="0" y="7"/>
                    <a:pt x="0" y="7"/>
                  </a:cubicBezTo>
                  <a:cubicBezTo>
                    <a:pt x="9" y="24"/>
                    <a:pt x="0" y="34"/>
                    <a:pt x="0" y="34"/>
                  </a:cubicBezTo>
                  <a:cubicBezTo>
                    <a:pt x="61" y="26"/>
                    <a:pt x="61" y="26"/>
                    <a:pt x="61" y="26"/>
                  </a:cubicBezTo>
                  <a:cubicBezTo>
                    <a:pt x="61" y="39"/>
                    <a:pt x="61" y="39"/>
                    <a:pt x="61" y="39"/>
                  </a:cubicBezTo>
                  <a:lnTo>
                    <a:pt x="9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a:ea typeface="+mn-ea"/>
                <a:cs typeface="+mn-cs"/>
              </a:endParaRPr>
            </a:p>
          </p:txBody>
        </p:sp>
        <p:sp>
          <p:nvSpPr>
            <p:cNvPr id="239" name="Freeform 200">
              <a:extLst>
                <a:ext uri="{FF2B5EF4-FFF2-40B4-BE49-F238E27FC236}">
                  <a16:creationId xmlns:a16="http://schemas.microsoft.com/office/drawing/2014/main" id="{5E2A58D2-A792-C721-BFCC-F881E430FFBC}"/>
                </a:ext>
              </a:extLst>
            </p:cNvPr>
            <p:cNvSpPr>
              <a:spLocks noChangeAspect="1"/>
            </p:cNvSpPr>
            <p:nvPr/>
          </p:nvSpPr>
          <p:spPr bwMode="auto">
            <a:xfrm>
              <a:off x="4782722" y="5769127"/>
              <a:ext cx="338138" cy="146050"/>
            </a:xfrm>
            <a:custGeom>
              <a:avLst/>
              <a:gdLst>
                <a:gd name="T0" fmla="*/ 90 w 90"/>
                <a:gd name="T1" fmla="*/ 19 h 39"/>
                <a:gd name="T2" fmla="*/ 61 w 90"/>
                <a:gd name="T3" fmla="*/ 0 h 39"/>
                <a:gd name="T4" fmla="*/ 61 w 90"/>
                <a:gd name="T5" fmla="*/ 11 h 39"/>
                <a:gd name="T6" fmla="*/ 0 w 90"/>
                <a:gd name="T7" fmla="*/ 7 h 39"/>
                <a:gd name="T8" fmla="*/ 0 w 90"/>
                <a:gd name="T9" fmla="*/ 34 h 39"/>
                <a:gd name="T10" fmla="*/ 61 w 90"/>
                <a:gd name="T11" fmla="*/ 26 h 39"/>
                <a:gd name="T12" fmla="*/ 60 w 90"/>
                <a:gd name="T13" fmla="*/ 39 h 39"/>
                <a:gd name="T14" fmla="*/ 90 w 90"/>
                <a:gd name="T15" fmla="*/ 19 h 3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0" h="39">
                  <a:moveTo>
                    <a:pt x="90" y="19"/>
                  </a:moveTo>
                  <a:cubicBezTo>
                    <a:pt x="61" y="0"/>
                    <a:pt x="61" y="0"/>
                    <a:pt x="61" y="0"/>
                  </a:cubicBezTo>
                  <a:cubicBezTo>
                    <a:pt x="61" y="11"/>
                    <a:pt x="61" y="11"/>
                    <a:pt x="61" y="11"/>
                  </a:cubicBezTo>
                  <a:cubicBezTo>
                    <a:pt x="0" y="7"/>
                    <a:pt x="0" y="7"/>
                    <a:pt x="0" y="7"/>
                  </a:cubicBezTo>
                  <a:cubicBezTo>
                    <a:pt x="9" y="24"/>
                    <a:pt x="0" y="34"/>
                    <a:pt x="0" y="34"/>
                  </a:cubicBezTo>
                  <a:cubicBezTo>
                    <a:pt x="61" y="26"/>
                    <a:pt x="61" y="26"/>
                    <a:pt x="61" y="26"/>
                  </a:cubicBezTo>
                  <a:cubicBezTo>
                    <a:pt x="60" y="39"/>
                    <a:pt x="60" y="39"/>
                    <a:pt x="60" y="39"/>
                  </a:cubicBezTo>
                  <a:lnTo>
                    <a:pt x="90" y="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32" name="Group 31">
            <a:extLst>
              <a:ext uri="{FF2B5EF4-FFF2-40B4-BE49-F238E27FC236}">
                <a16:creationId xmlns:a16="http://schemas.microsoft.com/office/drawing/2014/main" id="{B4AACB8F-D1E6-5F3B-CC77-49368B9D0D4D}"/>
              </a:ext>
            </a:extLst>
          </p:cNvPr>
          <p:cNvGrpSpPr/>
          <p:nvPr/>
        </p:nvGrpSpPr>
        <p:grpSpPr>
          <a:xfrm>
            <a:off x="10770977" y="3192224"/>
            <a:ext cx="213582" cy="319186"/>
            <a:chOff x="7729992" y="5299817"/>
            <a:chExt cx="252631" cy="377544"/>
          </a:xfrm>
        </p:grpSpPr>
        <p:sp>
          <p:nvSpPr>
            <p:cNvPr id="34" name="Freeform 86">
              <a:extLst>
                <a:ext uri="{FF2B5EF4-FFF2-40B4-BE49-F238E27FC236}">
                  <a16:creationId xmlns:a16="http://schemas.microsoft.com/office/drawing/2014/main" id="{52434872-DED3-5D94-7ADE-85221D21CD90}"/>
                </a:ext>
              </a:extLst>
            </p:cNvPr>
            <p:cNvSpPr>
              <a:spLocks/>
            </p:cNvSpPr>
            <p:nvPr/>
          </p:nvSpPr>
          <p:spPr bwMode="auto">
            <a:xfrm>
              <a:off x="7729992" y="5299817"/>
              <a:ext cx="252631" cy="377544"/>
            </a:xfrm>
            <a:custGeom>
              <a:avLst/>
              <a:gdLst>
                <a:gd name="T0" fmla="*/ 75 w 76"/>
                <a:gd name="T1" fmla="*/ 114 h 114"/>
                <a:gd name="T2" fmla="*/ 3 w 76"/>
                <a:gd name="T3" fmla="*/ 112 h 114"/>
                <a:gd name="T4" fmla="*/ 2 w 76"/>
                <a:gd name="T5" fmla="*/ 3 h 114"/>
                <a:gd name="T6" fmla="*/ 75 w 76"/>
                <a:gd name="T7" fmla="*/ 2 h 114"/>
                <a:gd name="T8" fmla="*/ 75 w 76"/>
                <a:gd name="T9" fmla="*/ 114 h 114"/>
              </a:gdLst>
              <a:ahLst/>
              <a:cxnLst>
                <a:cxn ang="0">
                  <a:pos x="T0" y="T1"/>
                </a:cxn>
                <a:cxn ang="0">
                  <a:pos x="T2" y="T3"/>
                </a:cxn>
                <a:cxn ang="0">
                  <a:pos x="T4" y="T5"/>
                </a:cxn>
                <a:cxn ang="0">
                  <a:pos x="T6" y="T7"/>
                </a:cxn>
                <a:cxn ang="0">
                  <a:pos x="T8" y="T9"/>
                </a:cxn>
              </a:cxnLst>
              <a:rect l="0" t="0" r="r" b="b"/>
              <a:pathLst>
                <a:path w="76" h="114">
                  <a:moveTo>
                    <a:pt x="75" y="114"/>
                  </a:moveTo>
                  <a:cubicBezTo>
                    <a:pt x="3" y="112"/>
                    <a:pt x="3" y="112"/>
                    <a:pt x="3" y="112"/>
                  </a:cubicBezTo>
                  <a:cubicBezTo>
                    <a:pt x="3" y="112"/>
                    <a:pt x="0" y="41"/>
                    <a:pt x="2" y="3"/>
                  </a:cubicBezTo>
                  <a:cubicBezTo>
                    <a:pt x="24" y="0"/>
                    <a:pt x="54" y="0"/>
                    <a:pt x="75" y="2"/>
                  </a:cubicBezTo>
                  <a:cubicBezTo>
                    <a:pt x="76" y="53"/>
                    <a:pt x="75" y="114"/>
                    <a:pt x="75" y="114"/>
                  </a:cubicBezTo>
                </a:path>
              </a:pathLst>
            </a:custGeom>
            <a:solidFill>
              <a:srgbClr val="0038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5" name="Rectangle 87">
              <a:extLst>
                <a:ext uri="{FF2B5EF4-FFF2-40B4-BE49-F238E27FC236}">
                  <a16:creationId xmlns:a16="http://schemas.microsoft.com/office/drawing/2014/main" id="{9CF5F866-18AB-449E-B679-B3CB2CFE69D6}"/>
                </a:ext>
              </a:extLst>
            </p:cNvPr>
            <p:cNvSpPr>
              <a:spLocks noChangeArrowheads="1"/>
            </p:cNvSpPr>
            <p:nvPr/>
          </p:nvSpPr>
          <p:spPr bwMode="auto">
            <a:xfrm>
              <a:off x="7773502" y="5355957"/>
              <a:ext cx="165614" cy="126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6" name="Rectangle 88">
              <a:extLst>
                <a:ext uri="{FF2B5EF4-FFF2-40B4-BE49-F238E27FC236}">
                  <a16:creationId xmlns:a16="http://schemas.microsoft.com/office/drawing/2014/main" id="{7B8E061F-D080-EE3C-3037-07FA723630BD}"/>
                </a:ext>
              </a:extLst>
            </p:cNvPr>
            <p:cNvSpPr>
              <a:spLocks noChangeArrowheads="1"/>
            </p:cNvSpPr>
            <p:nvPr/>
          </p:nvSpPr>
          <p:spPr bwMode="auto">
            <a:xfrm>
              <a:off x="7773502" y="5399467"/>
              <a:ext cx="165614" cy="12632"/>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7" name="Rectangle 89">
              <a:extLst>
                <a:ext uri="{FF2B5EF4-FFF2-40B4-BE49-F238E27FC236}">
                  <a16:creationId xmlns:a16="http://schemas.microsoft.com/office/drawing/2014/main" id="{A4F8EE47-AAF2-43F2-6464-7DBE571ACD75}"/>
                </a:ext>
              </a:extLst>
            </p:cNvPr>
            <p:cNvSpPr>
              <a:spLocks noChangeArrowheads="1"/>
            </p:cNvSpPr>
            <p:nvPr/>
          </p:nvSpPr>
          <p:spPr bwMode="auto">
            <a:xfrm>
              <a:off x="7773502" y="5441572"/>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8" name="Rectangle 90">
              <a:extLst>
                <a:ext uri="{FF2B5EF4-FFF2-40B4-BE49-F238E27FC236}">
                  <a16:creationId xmlns:a16="http://schemas.microsoft.com/office/drawing/2014/main" id="{518DEEF3-6B97-A2B7-CF83-C9ADC1B2873E}"/>
                </a:ext>
              </a:extLst>
            </p:cNvPr>
            <p:cNvSpPr>
              <a:spLocks noChangeArrowheads="1"/>
            </p:cNvSpPr>
            <p:nvPr/>
          </p:nvSpPr>
          <p:spPr bwMode="auto">
            <a:xfrm>
              <a:off x="7773502" y="5489291"/>
              <a:ext cx="165614" cy="982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39" name="Rectangle 91">
              <a:extLst>
                <a:ext uri="{FF2B5EF4-FFF2-40B4-BE49-F238E27FC236}">
                  <a16:creationId xmlns:a16="http://schemas.microsoft.com/office/drawing/2014/main" id="{D42926B5-D937-F0EA-28B9-92EBBDC47518}"/>
                </a:ext>
              </a:extLst>
            </p:cNvPr>
            <p:cNvSpPr>
              <a:spLocks noChangeArrowheads="1"/>
            </p:cNvSpPr>
            <p:nvPr/>
          </p:nvSpPr>
          <p:spPr bwMode="auto">
            <a:xfrm>
              <a:off x="7773502" y="5531396"/>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40" name="Rectangle 92">
              <a:extLst>
                <a:ext uri="{FF2B5EF4-FFF2-40B4-BE49-F238E27FC236}">
                  <a16:creationId xmlns:a16="http://schemas.microsoft.com/office/drawing/2014/main" id="{672A93B3-B9A1-D850-C32F-E57124FD2654}"/>
                </a:ext>
              </a:extLst>
            </p:cNvPr>
            <p:cNvSpPr>
              <a:spLocks noChangeArrowheads="1"/>
            </p:cNvSpPr>
            <p:nvPr/>
          </p:nvSpPr>
          <p:spPr bwMode="auto">
            <a:xfrm>
              <a:off x="7773502" y="5574905"/>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43" name="Rectangle 93">
              <a:extLst>
                <a:ext uri="{FF2B5EF4-FFF2-40B4-BE49-F238E27FC236}">
                  <a16:creationId xmlns:a16="http://schemas.microsoft.com/office/drawing/2014/main" id="{9AE4B25D-50C9-C5AD-7F94-A92A4D0BDC53}"/>
                </a:ext>
              </a:extLst>
            </p:cNvPr>
            <p:cNvSpPr>
              <a:spLocks noChangeArrowheads="1"/>
            </p:cNvSpPr>
            <p:nvPr/>
          </p:nvSpPr>
          <p:spPr bwMode="auto">
            <a:xfrm>
              <a:off x="7773502" y="5611396"/>
              <a:ext cx="165614" cy="14035"/>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33" name="Freeform 122">
            <a:extLst>
              <a:ext uri="{FF2B5EF4-FFF2-40B4-BE49-F238E27FC236}">
                <a16:creationId xmlns:a16="http://schemas.microsoft.com/office/drawing/2014/main" id="{C36D0C93-5333-F158-8122-C99AF6AAD625}"/>
              </a:ext>
            </a:extLst>
          </p:cNvPr>
          <p:cNvSpPr>
            <a:spLocks/>
          </p:cNvSpPr>
          <p:nvPr/>
        </p:nvSpPr>
        <p:spPr bwMode="auto">
          <a:xfrm>
            <a:off x="10899274" y="3368398"/>
            <a:ext cx="161505" cy="181799"/>
          </a:xfrm>
          <a:custGeom>
            <a:avLst/>
            <a:gdLst>
              <a:gd name="T0" fmla="*/ 152 w 157"/>
              <a:gd name="T1" fmla="*/ 4 h 176"/>
              <a:gd name="T2" fmla="*/ 149 w 157"/>
              <a:gd name="T3" fmla="*/ 2 h 176"/>
              <a:gd name="T4" fmla="*/ 139 w 157"/>
              <a:gd name="T5" fmla="*/ 4 h 176"/>
              <a:gd name="T6" fmla="*/ 62 w 157"/>
              <a:gd name="T7" fmla="*/ 112 h 176"/>
              <a:gd name="T8" fmla="*/ 45 w 157"/>
              <a:gd name="T9" fmla="*/ 81 h 176"/>
              <a:gd name="T10" fmla="*/ 45 w 157"/>
              <a:gd name="T11" fmla="*/ 81 h 176"/>
              <a:gd name="T12" fmla="*/ 34 w 157"/>
              <a:gd name="T13" fmla="*/ 75 h 176"/>
              <a:gd name="T14" fmla="*/ 17 w 157"/>
              <a:gd name="T15" fmla="*/ 81 h 176"/>
              <a:gd name="T16" fmla="*/ 5 w 157"/>
              <a:gd name="T17" fmla="*/ 107 h 176"/>
              <a:gd name="T18" fmla="*/ 5 w 157"/>
              <a:gd name="T19" fmla="*/ 107 h 176"/>
              <a:gd name="T20" fmla="*/ 54 w 157"/>
              <a:gd name="T21" fmla="*/ 173 h 176"/>
              <a:gd name="T22" fmla="*/ 60 w 157"/>
              <a:gd name="T23" fmla="*/ 176 h 176"/>
              <a:gd name="T24" fmla="*/ 60 w 157"/>
              <a:gd name="T25" fmla="*/ 176 h 176"/>
              <a:gd name="T26" fmla="*/ 67 w 157"/>
              <a:gd name="T27" fmla="*/ 173 h 176"/>
              <a:gd name="T28" fmla="*/ 155 w 157"/>
              <a:gd name="T29" fmla="*/ 14 h 176"/>
              <a:gd name="T30" fmla="*/ 152 w 157"/>
              <a:gd name="T31" fmla="*/ 4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57" h="176">
                <a:moveTo>
                  <a:pt x="152" y="4"/>
                </a:moveTo>
                <a:cubicBezTo>
                  <a:pt x="149" y="2"/>
                  <a:pt x="149" y="2"/>
                  <a:pt x="149" y="2"/>
                </a:cubicBezTo>
                <a:cubicBezTo>
                  <a:pt x="146" y="0"/>
                  <a:pt x="141" y="1"/>
                  <a:pt x="139" y="4"/>
                </a:cubicBezTo>
                <a:cubicBezTo>
                  <a:pt x="62" y="112"/>
                  <a:pt x="62" y="112"/>
                  <a:pt x="62" y="112"/>
                </a:cubicBezTo>
                <a:cubicBezTo>
                  <a:pt x="45" y="81"/>
                  <a:pt x="45" y="81"/>
                  <a:pt x="45" y="81"/>
                </a:cubicBezTo>
                <a:cubicBezTo>
                  <a:pt x="45" y="81"/>
                  <a:pt x="45" y="81"/>
                  <a:pt x="45" y="81"/>
                </a:cubicBezTo>
                <a:cubicBezTo>
                  <a:pt x="44" y="79"/>
                  <a:pt x="41" y="75"/>
                  <a:pt x="34" y="75"/>
                </a:cubicBezTo>
                <a:cubicBezTo>
                  <a:pt x="29" y="75"/>
                  <a:pt x="22" y="77"/>
                  <a:pt x="17" y="81"/>
                </a:cubicBezTo>
                <a:cubicBezTo>
                  <a:pt x="5" y="88"/>
                  <a:pt x="0" y="99"/>
                  <a:pt x="5" y="107"/>
                </a:cubicBezTo>
                <a:cubicBezTo>
                  <a:pt x="5" y="107"/>
                  <a:pt x="5" y="107"/>
                  <a:pt x="5" y="107"/>
                </a:cubicBezTo>
                <a:cubicBezTo>
                  <a:pt x="54" y="173"/>
                  <a:pt x="54" y="173"/>
                  <a:pt x="54" y="173"/>
                </a:cubicBezTo>
                <a:cubicBezTo>
                  <a:pt x="55" y="175"/>
                  <a:pt x="57" y="176"/>
                  <a:pt x="60" y="176"/>
                </a:cubicBezTo>
                <a:cubicBezTo>
                  <a:pt x="60" y="176"/>
                  <a:pt x="60" y="176"/>
                  <a:pt x="60" y="176"/>
                </a:cubicBezTo>
                <a:cubicBezTo>
                  <a:pt x="63" y="176"/>
                  <a:pt x="65" y="175"/>
                  <a:pt x="67" y="173"/>
                </a:cubicBezTo>
                <a:cubicBezTo>
                  <a:pt x="155" y="14"/>
                  <a:pt x="155" y="14"/>
                  <a:pt x="155" y="14"/>
                </a:cubicBezTo>
                <a:cubicBezTo>
                  <a:pt x="157" y="11"/>
                  <a:pt x="155" y="6"/>
                  <a:pt x="152" y="4"/>
                </a:cubicBezTo>
                <a:close/>
              </a:path>
            </a:pathLst>
          </a:custGeom>
          <a:solidFill>
            <a:srgbClr val="003857"/>
          </a:solidFill>
          <a:ln w="6350">
            <a:solidFill>
              <a:schemeClr val="bg1"/>
            </a:solidFill>
          </a:ln>
        </p:spPr>
        <p:txBody>
          <a:bodyPr vert="horz" wrap="square" lIns="74295" tIns="37148" rIns="74295" bIns="37148" numCol="1" anchor="t" anchorCtr="0" compatLnSpc="1">
            <a:prstTxWarp prst="textNoShape">
              <a:avLst/>
            </a:prstTxWarp>
          </a:bodyPr>
          <a:lstStyle/>
          <a:p>
            <a:pPr defTabSz="742950"/>
            <a:endParaRPr lang="en-US" sz="1600">
              <a:solidFill>
                <a:srgbClr val="000000"/>
              </a:solidFill>
              <a:latin typeface="Verdana"/>
            </a:endParaRPr>
          </a:p>
        </p:txBody>
      </p:sp>
      <p:grpSp>
        <p:nvGrpSpPr>
          <p:cNvPr id="44" name="Groupe 738">
            <a:extLst>
              <a:ext uri="{FF2B5EF4-FFF2-40B4-BE49-F238E27FC236}">
                <a16:creationId xmlns:a16="http://schemas.microsoft.com/office/drawing/2014/main" id="{1D1A3ECC-A162-80A9-EADC-7505E9D2A969}"/>
              </a:ext>
            </a:extLst>
          </p:cNvPr>
          <p:cNvGrpSpPr/>
          <p:nvPr/>
        </p:nvGrpSpPr>
        <p:grpSpPr>
          <a:xfrm>
            <a:off x="10757519" y="3811556"/>
            <a:ext cx="269256" cy="272410"/>
            <a:chOff x="4217982" y="4198937"/>
            <a:chExt cx="406406" cy="411164"/>
          </a:xfrm>
        </p:grpSpPr>
        <p:sp>
          <p:nvSpPr>
            <p:cNvPr id="45" name="Freeform 265">
              <a:extLst>
                <a:ext uri="{FF2B5EF4-FFF2-40B4-BE49-F238E27FC236}">
                  <a16:creationId xmlns:a16="http://schemas.microsoft.com/office/drawing/2014/main" id="{CCC1765C-52B5-8DDF-04DD-E59F35EEBA3C}"/>
                </a:ext>
              </a:extLst>
            </p:cNvPr>
            <p:cNvSpPr>
              <a:spLocks/>
            </p:cNvSpPr>
            <p:nvPr/>
          </p:nvSpPr>
          <p:spPr bwMode="auto">
            <a:xfrm>
              <a:off x="4235450" y="4252914"/>
              <a:ext cx="388938" cy="357187"/>
            </a:xfrm>
            <a:custGeom>
              <a:avLst/>
              <a:gdLst>
                <a:gd name="T0" fmla="*/ 77 w 115"/>
                <a:gd name="T1" fmla="*/ 1 h 105"/>
                <a:gd name="T2" fmla="*/ 5 w 115"/>
                <a:gd name="T3" fmla="*/ 1 h 105"/>
                <a:gd name="T4" fmla="*/ 0 w 115"/>
                <a:gd name="T5" fmla="*/ 25 h 105"/>
                <a:gd name="T6" fmla="*/ 4 w 115"/>
                <a:gd name="T7" fmla="*/ 97 h 105"/>
                <a:gd name="T8" fmla="*/ 104 w 115"/>
                <a:gd name="T9" fmla="*/ 94 h 105"/>
                <a:gd name="T10" fmla="*/ 102 w 115"/>
                <a:gd name="T11" fmla="*/ 34 h 105"/>
                <a:gd name="T12" fmla="*/ 100 w 115"/>
                <a:gd name="T13" fmla="*/ 8 h 105"/>
                <a:gd name="T14" fmla="*/ 99 w 115"/>
                <a:gd name="T15" fmla="*/ 0 h 105"/>
                <a:gd name="T16" fmla="*/ 77 w 115"/>
                <a:gd name="T17" fmla="*/ 1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5" h="105">
                  <a:moveTo>
                    <a:pt x="77" y="1"/>
                  </a:moveTo>
                  <a:cubicBezTo>
                    <a:pt x="77" y="1"/>
                    <a:pt x="22" y="11"/>
                    <a:pt x="5" y="1"/>
                  </a:cubicBezTo>
                  <a:cubicBezTo>
                    <a:pt x="0" y="25"/>
                    <a:pt x="0" y="25"/>
                    <a:pt x="0" y="25"/>
                  </a:cubicBezTo>
                  <a:cubicBezTo>
                    <a:pt x="4" y="97"/>
                    <a:pt x="4" y="97"/>
                    <a:pt x="4" y="97"/>
                  </a:cubicBezTo>
                  <a:cubicBezTo>
                    <a:pt x="4" y="97"/>
                    <a:pt x="92" y="105"/>
                    <a:pt x="104" y="94"/>
                  </a:cubicBezTo>
                  <a:cubicBezTo>
                    <a:pt x="115" y="83"/>
                    <a:pt x="102" y="34"/>
                    <a:pt x="102" y="34"/>
                  </a:cubicBezTo>
                  <a:cubicBezTo>
                    <a:pt x="100" y="8"/>
                    <a:pt x="100" y="8"/>
                    <a:pt x="100" y="8"/>
                  </a:cubicBezTo>
                  <a:cubicBezTo>
                    <a:pt x="99" y="0"/>
                    <a:pt x="99" y="0"/>
                    <a:pt x="99" y="0"/>
                  </a:cubicBezTo>
                  <a:lnTo>
                    <a:pt x="77" y="1"/>
                  </a:lnTo>
                  <a:close/>
                </a:path>
              </a:pathLst>
            </a:custGeom>
            <a:solidFill>
              <a:srgbClr val="00385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46" name="Freeform 266">
              <a:extLst>
                <a:ext uri="{FF2B5EF4-FFF2-40B4-BE49-F238E27FC236}">
                  <a16:creationId xmlns:a16="http://schemas.microsoft.com/office/drawing/2014/main" id="{6975B72B-1293-6F60-EB7D-72F8BA5E407B}"/>
                </a:ext>
              </a:extLst>
            </p:cNvPr>
            <p:cNvSpPr>
              <a:spLocks/>
            </p:cNvSpPr>
            <p:nvPr/>
          </p:nvSpPr>
          <p:spPr bwMode="auto">
            <a:xfrm>
              <a:off x="4316412" y="4198937"/>
              <a:ext cx="304802" cy="342900"/>
            </a:xfrm>
            <a:custGeom>
              <a:avLst/>
              <a:gdLst>
                <a:gd name="T0" fmla="*/ 88 w 90"/>
                <a:gd name="T1" fmla="*/ 2 h 101"/>
                <a:gd name="T2" fmla="*/ 86 w 90"/>
                <a:gd name="T3" fmla="*/ 1 h 101"/>
                <a:gd name="T4" fmla="*/ 80 w 90"/>
                <a:gd name="T5" fmla="*/ 2 h 101"/>
                <a:gd name="T6" fmla="*/ 36 w 90"/>
                <a:gd name="T7" fmla="*/ 64 h 101"/>
                <a:gd name="T8" fmla="*/ 27 w 90"/>
                <a:gd name="T9" fmla="*/ 46 h 101"/>
                <a:gd name="T10" fmla="*/ 26 w 90"/>
                <a:gd name="T11" fmla="*/ 46 h 101"/>
                <a:gd name="T12" fmla="*/ 20 w 90"/>
                <a:gd name="T13" fmla="*/ 43 h 101"/>
                <a:gd name="T14" fmla="*/ 10 w 90"/>
                <a:gd name="T15" fmla="*/ 46 h 101"/>
                <a:gd name="T16" fmla="*/ 3 w 90"/>
                <a:gd name="T17" fmla="*/ 61 h 101"/>
                <a:gd name="T18" fmla="*/ 4 w 90"/>
                <a:gd name="T19" fmla="*/ 61 h 101"/>
                <a:gd name="T20" fmla="*/ 31 w 90"/>
                <a:gd name="T21" fmla="*/ 99 h 101"/>
                <a:gd name="T22" fmla="*/ 35 w 90"/>
                <a:gd name="T23" fmla="*/ 101 h 101"/>
                <a:gd name="T24" fmla="*/ 35 w 90"/>
                <a:gd name="T25" fmla="*/ 101 h 101"/>
                <a:gd name="T26" fmla="*/ 39 w 90"/>
                <a:gd name="T27" fmla="*/ 98 h 101"/>
                <a:gd name="T28" fmla="*/ 89 w 90"/>
                <a:gd name="T29" fmla="*/ 8 h 101"/>
                <a:gd name="T30" fmla="*/ 88 w 90"/>
                <a:gd name="T31" fmla="*/ 2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0" h="101">
                  <a:moveTo>
                    <a:pt x="88" y="2"/>
                  </a:moveTo>
                  <a:cubicBezTo>
                    <a:pt x="86" y="1"/>
                    <a:pt x="86" y="1"/>
                    <a:pt x="86" y="1"/>
                  </a:cubicBezTo>
                  <a:cubicBezTo>
                    <a:pt x="84" y="0"/>
                    <a:pt x="82" y="0"/>
                    <a:pt x="80" y="2"/>
                  </a:cubicBezTo>
                  <a:cubicBezTo>
                    <a:pt x="36" y="64"/>
                    <a:pt x="36" y="64"/>
                    <a:pt x="36" y="64"/>
                  </a:cubicBezTo>
                  <a:cubicBezTo>
                    <a:pt x="27" y="46"/>
                    <a:pt x="27" y="46"/>
                    <a:pt x="27" y="46"/>
                  </a:cubicBezTo>
                  <a:cubicBezTo>
                    <a:pt x="27" y="46"/>
                    <a:pt x="27" y="46"/>
                    <a:pt x="26" y="46"/>
                  </a:cubicBezTo>
                  <a:cubicBezTo>
                    <a:pt x="26" y="45"/>
                    <a:pt x="24" y="43"/>
                    <a:pt x="20" y="43"/>
                  </a:cubicBezTo>
                  <a:cubicBezTo>
                    <a:pt x="17" y="43"/>
                    <a:pt x="13" y="44"/>
                    <a:pt x="10" y="46"/>
                  </a:cubicBezTo>
                  <a:cubicBezTo>
                    <a:pt x="3" y="50"/>
                    <a:pt x="0" y="57"/>
                    <a:pt x="3" y="61"/>
                  </a:cubicBezTo>
                  <a:cubicBezTo>
                    <a:pt x="4" y="61"/>
                    <a:pt x="4" y="61"/>
                    <a:pt x="4" y="61"/>
                  </a:cubicBezTo>
                  <a:cubicBezTo>
                    <a:pt x="31" y="99"/>
                    <a:pt x="31" y="99"/>
                    <a:pt x="31" y="99"/>
                  </a:cubicBezTo>
                  <a:cubicBezTo>
                    <a:pt x="32" y="100"/>
                    <a:pt x="34" y="101"/>
                    <a:pt x="35" y="101"/>
                  </a:cubicBezTo>
                  <a:cubicBezTo>
                    <a:pt x="35" y="101"/>
                    <a:pt x="35" y="101"/>
                    <a:pt x="35" y="101"/>
                  </a:cubicBezTo>
                  <a:cubicBezTo>
                    <a:pt x="37" y="101"/>
                    <a:pt x="38" y="100"/>
                    <a:pt x="39" y="98"/>
                  </a:cubicBezTo>
                  <a:cubicBezTo>
                    <a:pt x="89" y="8"/>
                    <a:pt x="89" y="8"/>
                    <a:pt x="89" y="8"/>
                  </a:cubicBezTo>
                  <a:cubicBezTo>
                    <a:pt x="90" y="6"/>
                    <a:pt x="90" y="3"/>
                    <a:pt x="88" y="2"/>
                  </a:cubicBezTo>
                  <a:close/>
                </a:path>
              </a:pathLst>
            </a:custGeom>
            <a:solidFill>
              <a:srgbClr val="003857"/>
            </a:solidFill>
            <a:ln w="3175">
              <a:solidFill>
                <a:schemeClr val="bg1"/>
              </a:solid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47" name="Freeform 267">
              <a:extLst>
                <a:ext uri="{FF2B5EF4-FFF2-40B4-BE49-F238E27FC236}">
                  <a16:creationId xmlns:a16="http://schemas.microsoft.com/office/drawing/2014/main" id="{E6488D53-28F7-6C71-7495-227206583CA5}"/>
                </a:ext>
              </a:extLst>
            </p:cNvPr>
            <p:cNvSpPr>
              <a:spLocks/>
            </p:cNvSpPr>
            <p:nvPr/>
          </p:nvSpPr>
          <p:spPr bwMode="auto">
            <a:xfrm>
              <a:off x="4217982" y="4240212"/>
              <a:ext cx="385762" cy="366712"/>
            </a:xfrm>
            <a:custGeom>
              <a:avLst/>
              <a:gdLst>
                <a:gd name="T0" fmla="*/ 45 w 114"/>
                <a:gd name="T1" fmla="*/ 108 h 108"/>
                <a:gd name="T2" fmla="*/ 10 w 114"/>
                <a:gd name="T3" fmla="*/ 107 h 108"/>
                <a:gd name="T4" fmla="*/ 6 w 114"/>
                <a:gd name="T5" fmla="*/ 107 h 108"/>
                <a:gd name="T6" fmla="*/ 5 w 114"/>
                <a:gd name="T7" fmla="*/ 103 h 108"/>
                <a:gd name="T8" fmla="*/ 2 w 114"/>
                <a:gd name="T9" fmla="*/ 56 h 108"/>
                <a:gd name="T10" fmla="*/ 8 w 114"/>
                <a:gd name="T11" fmla="*/ 2 h 108"/>
                <a:gd name="T12" fmla="*/ 15 w 114"/>
                <a:gd name="T13" fmla="*/ 3 h 108"/>
                <a:gd name="T14" fmla="*/ 102 w 114"/>
                <a:gd name="T15" fmla="*/ 0 h 108"/>
                <a:gd name="T16" fmla="*/ 94 w 114"/>
                <a:gd name="T17" fmla="*/ 11 h 108"/>
                <a:gd name="T18" fmla="*/ 12 w 114"/>
                <a:gd name="T19" fmla="*/ 12 h 108"/>
                <a:gd name="T20" fmla="*/ 14 w 114"/>
                <a:gd name="T21" fmla="*/ 98 h 108"/>
                <a:gd name="T22" fmla="*/ 104 w 114"/>
                <a:gd name="T23" fmla="*/ 95 h 108"/>
                <a:gd name="T24" fmla="*/ 101 w 114"/>
                <a:gd name="T25" fmla="*/ 25 h 108"/>
                <a:gd name="T26" fmla="*/ 111 w 114"/>
                <a:gd name="T27" fmla="*/ 9 h 108"/>
                <a:gd name="T28" fmla="*/ 114 w 114"/>
                <a:gd name="T29" fmla="*/ 101 h 108"/>
                <a:gd name="T30" fmla="*/ 111 w 114"/>
                <a:gd name="T31" fmla="*/ 102 h 108"/>
                <a:gd name="T32" fmla="*/ 45 w 114"/>
                <a:gd name="T33" fmla="*/ 108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14" h="108">
                  <a:moveTo>
                    <a:pt x="45" y="108"/>
                  </a:moveTo>
                  <a:cubicBezTo>
                    <a:pt x="26" y="108"/>
                    <a:pt x="11" y="107"/>
                    <a:pt x="10" y="107"/>
                  </a:cubicBezTo>
                  <a:cubicBezTo>
                    <a:pt x="6" y="107"/>
                    <a:pt x="6" y="107"/>
                    <a:pt x="6" y="107"/>
                  </a:cubicBezTo>
                  <a:cubicBezTo>
                    <a:pt x="5" y="103"/>
                    <a:pt x="5" y="103"/>
                    <a:pt x="5" y="103"/>
                  </a:cubicBezTo>
                  <a:cubicBezTo>
                    <a:pt x="5" y="103"/>
                    <a:pt x="3" y="80"/>
                    <a:pt x="2" y="56"/>
                  </a:cubicBezTo>
                  <a:cubicBezTo>
                    <a:pt x="0" y="6"/>
                    <a:pt x="5" y="4"/>
                    <a:pt x="8" y="2"/>
                  </a:cubicBezTo>
                  <a:cubicBezTo>
                    <a:pt x="10" y="1"/>
                    <a:pt x="13" y="1"/>
                    <a:pt x="15" y="3"/>
                  </a:cubicBezTo>
                  <a:cubicBezTo>
                    <a:pt x="21" y="8"/>
                    <a:pt x="81" y="3"/>
                    <a:pt x="102" y="0"/>
                  </a:cubicBezTo>
                  <a:cubicBezTo>
                    <a:pt x="94" y="11"/>
                    <a:pt x="94" y="11"/>
                    <a:pt x="94" y="11"/>
                  </a:cubicBezTo>
                  <a:cubicBezTo>
                    <a:pt x="85" y="12"/>
                    <a:pt x="28" y="19"/>
                    <a:pt x="12" y="12"/>
                  </a:cubicBezTo>
                  <a:cubicBezTo>
                    <a:pt x="10" y="23"/>
                    <a:pt x="11" y="63"/>
                    <a:pt x="14" y="98"/>
                  </a:cubicBezTo>
                  <a:cubicBezTo>
                    <a:pt x="37" y="99"/>
                    <a:pt x="87" y="99"/>
                    <a:pt x="104" y="95"/>
                  </a:cubicBezTo>
                  <a:cubicBezTo>
                    <a:pt x="101" y="25"/>
                    <a:pt x="101" y="25"/>
                    <a:pt x="101" y="25"/>
                  </a:cubicBezTo>
                  <a:cubicBezTo>
                    <a:pt x="111" y="9"/>
                    <a:pt x="111" y="9"/>
                    <a:pt x="111" y="9"/>
                  </a:cubicBezTo>
                  <a:cubicBezTo>
                    <a:pt x="114" y="101"/>
                    <a:pt x="114" y="101"/>
                    <a:pt x="114" y="101"/>
                  </a:cubicBezTo>
                  <a:cubicBezTo>
                    <a:pt x="111" y="102"/>
                    <a:pt x="111" y="102"/>
                    <a:pt x="111" y="102"/>
                  </a:cubicBezTo>
                  <a:cubicBezTo>
                    <a:pt x="100" y="107"/>
                    <a:pt x="69" y="108"/>
                    <a:pt x="45" y="10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sp>
        <p:nvSpPr>
          <p:cNvPr id="48" name="Round Same Side Corner Rectangle 69">
            <a:extLst>
              <a:ext uri="{FF2B5EF4-FFF2-40B4-BE49-F238E27FC236}">
                <a16:creationId xmlns:a16="http://schemas.microsoft.com/office/drawing/2014/main" id="{51A3B707-76B5-1226-A406-2404D3CD3B62}"/>
              </a:ext>
            </a:extLst>
          </p:cNvPr>
          <p:cNvSpPr/>
          <p:nvPr/>
        </p:nvSpPr>
        <p:spPr bwMode="auto">
          <a:xfrm>
            <a:off x="404813" y="4380318"/>
            <a:ext cx="11379199" cy="304890"/>
          </a:xfrm>
          <a:prstGeom prst="roundRect">
            <a:avLst/>
          </a:prstGeom>
          <a:solidFill>
            <a:schemeClr val="accent5"/>
          </a:solidFill>
          <a:ln w="19050" cap="flat" cmpd="sng" algn="ctr">
            <a:no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000" b="1" kern="0">
                <a:solidFill>
                  <a:prstClr val="white"/>
                </a:solidFill>
              </a:rPr>
              <a:t>Outcomes / Enables</a:t>
            </a:r>
          </a:p>
        </p:txBody>
      </p:sp>
      <p:sp>
        <p:nvSpPr>
          <p:cNvPr id="52" name="Rectangle 51">
            <a:extLst>
              <a:ext uri="{FF2B5EF4-FFF2-40B4-BE49-F238E27FC236}">
                <a16:creationId xmlns:a16="http://schemas.microsoft.com/office/drawing/2014/main" id="{C62AA27D-4F83-94E1-466C-D43A1591322E}"/>
              </a:ext>
            </a:extLst>
          </p:cNvPr>
          <p:cNvSpPr/>
          <p:nvPr/>
        </p:nvSpPr>
        <p:spPr>
          <a:xfrm>
            <a:off x="0" y="6035041"/>
            <a:ext cx="12192000" cy="4249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200" b="1"/>
              <a:t>Our methodology accelerates the start of large implementations through the reuse of templates, assets and accelerators, obtained from experience</a:t>
            </a:r>
            <a:br>
              <a:rPr lang="en-IN" sz="1200" b="1"/>
            </a:br>
            <a:r>
              <a:rPr lang="en-IN" sz="1200" b="1"/>
              <a:t>of core insurance implementations at a global level.</a:t>
            </a:r>
          </a:p>
        </p:txBody>
      </p:sp>
      <p:sp>
        <p:nvSpPr>
          <p:cNvPr id="54" name="Rectangle 53">
            <a:extLst>
              <a:ext uri="{FF2B5EF4-FFF2-40B4-BE49-F238E27FC236}">
                <a16:creationId xmlns:a16="http://schemas.microsoft.com/office/drawing/2014/main" id="{DFEF75D1-1058-7769-6FC5-7E2DC84962DB}"/>
              </a:ext>
            </a:extLst>
          </p:cNvPr>
          <p:cNvSpPr/>
          <p:nvPr/>
        </p:nvSpPr>
        <p:spPr>
          <a:xfrm>
            <a:off x="519853" y="4848666"/>
            <a:ext cx="1769955"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Env. / Test Strategy</a:t>
            </a:r>
          </a:p>
        </p:txBody>
      </p:sp>
      <p:sp>
        <p:nvSpPr>
          <p:cNvPr id="61" name="Rectangle 60">
            <a:extLst>
              <a:ext uri="{FF2B5EF4-FFF2-40B4-BE49-F238E27FC236}">
                <a16:creationId xmlns:a16="http://schemas.microsoft.com/office/drawing/2014/main" id="{BFDC8A4C-279C-CDC9-6236-3C54FB930373}"/>
              </a:ext>
            </a:extLst>
          </p:cNvPr>
          <p:cNvSpPr/>
          <p:nvPr/>
        </p:nvSpPr>
        <p:spPr>
          <a:xfrm>
            <a:off x="2624242" y="4779416"/>
            <a:ext cx="2129792"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User stories for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OOTB Functionalities</a:t>
            </a:r>
          </a:p>
        </p:txBody>
      </p:sp>
      <p:grpSp>
        <p:nvGrpSpPr>
          <p:cNvPr id="274" name="Group 273">
            <a:extLst>
              <a:ext uri="{FF2B5EF4-FFF2-40B4-BE49-F238E27FC236}">
                <a16:creationId xmlns:a16="http://schemas.microsoft.com/office/drawing/2014/main" id="{4EB9CAA8-AAED-9620-E468-0515ABCC534E}"/>
              </a:ext>
            </a:extLst>
          </p:cNvPr>
          <p:cNvGrpSpPr/>
          <p:nvPr/>
        </p:nvGrpSpPr>
        <p:grpSpPr>
          <a:xfrm>
            <a:off x="2494594" y="4809262"/>
            <a:ext cx="7473482" cy="1194591"/>
            <a:chOff x="2494594" y="4809262"/>
            <a:chExt cx="7473482" cy="1441752"/>
          </a:xfrm>
        </p:grpSpPr>
        <p:cxnSp>
          <p:nvCxnSpPr>
            <p:cNvPr id="258" name="Straight Connector 257">
              <a:extLst>
                <a:ext uri="{FF2B5EF4-FFF2-40B4-BE49-F238E27FC236}">
                  <a16:creationId xmlns:a16="http://schemas.microsoft.com/office/drawing/2014/main" id="{DC3E7A24-F37D-9B3C-6604-790C4C570855}"/>
                </a:ext>
              </a:extLst>
            </p:cNvPr>
            <p:cNvCxnSpPr>
              <a:cxnSpLocks/>
            </p:cNvCxnSpPr>
            <p:nvPr/>
          </p:nvCxnSpPr>
          <p:spPr>
            <a:xfrm flipH="1">
              <a:off x="2494594" y="4809262"/>
              <a:ext cx="0" cy="1441752"/>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60" name="Straight Connector 259">
              <a:extLst>
                <a:ext uri="{FF2B5EF4-FFF2-40B4-BE49-F238E27FC236}">
                  <a16:creationId xmlns:a16="http://schemas.microsoft.com/office/drawing/2014/main" id="{3D749BD0-8D71-714D-4149-26532E721791}"/>
                </a:ext>
              </a:extLst>
            </p:cNvPr>
            <p:cNvCxnSpPr>
              <a:cxnSpLocks/>
            </p:cNvCxnSpPr>
            <p:nvPr/>
          </p:nvCxnSpPr>
          <p:spPr>
            <a:xfrm flipH="1">
              <a:off x="4914798" y="4809262"/>
              <a:ext cx="0" cy="1441752"/>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61" name="Straight Connector 260">
              <a:extLst>
                <a:ext uri="{FF2B5EF4-FFF2-40B4-BE49-F238E27FC236}">
                  <a16:creationId xmlns:a16="http://schemas.microsoft.com/office/drawing/2014/main" id="{6A0826DA-9F40-D0E8-F271-DE00A3597494}"/>
                </a:ext>
              </a:extLst>
            </p:cNvPr>
            <p:cNvCxnSpPr>
              <a:cxnSpLocks/>
            </p:cNvCxnSpPr>
            <p:nvPr/>
          </p:nvCxnSpPr>
          <p:spPr>
            <a:xfrm flipH="1">
              <a:off x="7454346" y="4809262"/>
              <a:ext cx="0" cy="1441752"/>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cxnSp>
          <p:nvCxnSpPr>
            <p:cNvPr id="269" name="Straight Connector 268">
              <a:extLst>
                <a:ext uri="{FF2B5EF4-FFF2-40B4-BE49-F238E27FC236}">
                  <a16:creationId xmlns:a16="http://schemas.microsoft.com/office/drawing/2014/main" id="{D72939C8-95F2-962D-27FC-C20446FB403E}"/>
                </a:ext>
              </a:extLst>
            </p:cNvPr>
            <p:cNvCxnSpPr>
              <a:cxnSpLocks/>
            </p:cNvCxnSpPr>
            <p:nvPr/>
          </p:nvCxnSpPr>
          <p:spPr>
            <a:xfrm flipH="1">
              <a:off x="9968076" y="4809262"/>
              <a:ext cx="0" cy="1441752"/>
            </a:xfrm>
            <a:prstGeom prst="line">
              <a:avLst/>
            </a:prstGeom>
            <a:ln>
              <a:solidFill>
                <a:schemeClr val="accent4"/>
              </a:solidFill>
              <a:prstDash val="dash"/>
            </a:ln>
          </p:spPr>
          <p:style>
            <a:lnRef idx="1">
              <a:schemeClr val="accent1"/>
            </a:lnRef>
            <a:fillRef idx="0">
              <a:schemeClr val="accent1"/>
            </a:fillRef>
            <a:effectRef idx="0">
              <a:schemeClr val="accent1"/>
            </a:effectRef>
            <a:fontRef idx="minor">
              <a:schemeClr val="tx1"/>
            </a:fontRef>
          </p:style>
        </p:cxnSp>
      </p:grpSp>
      <p:sp>
        <p:nvSpPr>
          <p:cNvPr id="287" name="Rectangle 286">
            <a:extLst>
              <a:ext uri="{FF2B5EF4-FFF2-40B4-BE49-F238E27FC236}">
                <a16:creationId xmlns:a16="http://schemas.microsoft.com/office/drawing/2014/main" id="{532B08D8-2A0D-A79D-6B24-1EA9538E0FC8}"/>
              </a:ext>
            </a:extLst>
          </p:cNvPr>
          <p:cNvSpPr/>
          <p:nvPr/>
        </p:nvSpPr>
        <p:spPr>
          <a:xfrm>
            <a:off x="4974167" y="4779416"/>
            <a:ext cx="2425700"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effectLst/>
                <a:uLnTx/>
                <a:uFillTx/>
                <a:ea typeface="+mn-ea"/>
                <a:cs typeface="+mn-cs"/>
              </a:rPr>
              <a:t>The software is developed during each sprint; tested and usable components are delivered</a:t>
            </a:r>
          </a:p>
        </p:txBody>
      </p:sp>
      <p:sp>
        <p:nvSpPr>
          <p:cNvPr id="300" name="Rectangle 299">
            <a:extLst>
              <a:ext uri="{FF2B5EF4-FFF2-40B4-BE49-F238E27FC236}">
                <a16:creationId xmlns:a16="http://schemas.microsoft.com/office/drawing/2014/main" id="{EDB1EF33-3A4F-68D6-F2DD-177E2237A51C}"/>
              </a:ext>
            </a:extLst>
          </p:cNvPr>
          <p:cNvSpPr/>
          <p:nvPr/>
        </p:nvSpPr>
        <p:spPr>
          <a:xfrm>
            <a:off x="4974167" y="5129371"/>
            <a:ext cx="2425700"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effectLst/>
                <a:uLnTx/>
                <a:uFillTx/>
                <a:ea typeface="+mn-ea"/>
                <a:cs typeface="+mn-cs"/>
              </a:rPr>
              <a:t>Early E2E &amp; NFR Testing where possible</a:t>
            </a:r>
          </a:p>
        </p:txBody>
      </p:sp>
      <p:sp>
        <p:nvSpPr>
          <p:cNvPr id="318" name="Rectangle 317">
            <a:extLst>
              <a:ext uri="{FF2B5EF4-FFF2-40B4-BE49-F238E27FC236}">
                <a16:creationId xmlns:a16="http://schemas.microsoft.com/office/drawing/2014/main" id="{0E7EA7D8-5866-7E24-29AD-3E65B22CA7FC}"/>
              </a:ext>
            </a:extLst>
          </p:cNvPr>
          <p:cNvSpPr/>
          <p:nvPr/>
        </p:nvSpPr>
        <p:spPr>
          <a:xfrm>
            <a:off x="4974167" y="5340826"/>
            <a:ext cx="2425700" cy="415498"/>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effectLst/>
                <a:uLnTx/>
                <a:uFillTx/>
                <a:ea typeface="+mn-ea"/>
                <a:cs typeface="+mn-cs"/>
              </a:rPr>
              <a:t>Early and continuous acceptance of the delivered Software Business (Early Business Validation)</a:t>
            </a:r>
          </a:p>
        </p:txBody>
      </p:sp>
      <p:sp>
        <p:nvSpPr>
          <p:cNvPr id="319" name="Rectangle 318">
            <a:extLst>
              <a:ext uri="{FF2B5EF4-FFF2-40B4-BE49-F238E27FC236}">
                <a16:creationId xmlns:a16="http://schemas.microsoft.com/office/drawing/2014/main" id="{64230FAE-A6DD-DE7D-8620-7AB7407ECFD9}"/>
              </a:ext>
            </a:extLst>
          </p:cNvPr>
          <p:cNvSpPr/>
          <p:nvPr/>
        </p:nvSpPr>
        <p:spPr>
          <a:xfrm>
            <a:off x="4974167" y="5829283"/>
            <a:ext cx="2425700"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900" b="0" i="0" u="none" strike="noStrike" kern="0" cap="none" spc="0" normalizeH="0" baseline="0" noProof="0">
                <a:ln>
                  <a:noFill/>
                </a:ln>
                <a:effectLst/>
                <a:uLnTx/>
                <a:uFillTx/>
                <a:ea typeface="+mn-ea"/>
                <a:cs typeface="+mn-cs"/>
              </a:rPr>
              <a:t>Internal Knowledge Sharing &amp; Retrospection </a:t>
            </a:r>
          </a:p>
        </p:txBody>
      </p:sp>
      <p:cxnSp>
        <p:nvCxnSpPr>
          <p:cNvPr id="64" name="Straight Connector 63">
            <a:extLst>
              <a:ext uri="{FF2B5EF4-FFF2-40B4-BE49-F238E27FC236}">
                <a16:creationId xmlns:a16="http://schemas.microsoft.com/office/drawing/2014/main" id="{EAB849A8-E4F9-98A2-E780-9808A68A6CE3}"/>
              </a:ext>
            </a:extLst>
          </p:cNvPr>
          <p:cNvCxnSpPr>
            <a:cxnSpLocks/>
          </p:cNvCxnSpPr>
          <p:nvPr/>
        </p:nvCxnSpPr>
        <p:spPr>
          <a:xfrm>
            <a:off x="5052060" y="5792802"/>
            <a:ext cx="2301240"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53" name="Rectangle 52">
            <a:extLst>
              <a:ext uri="{FF2B5EF4-FFF2-40B4-BE49-F238E27FC236}">
                <a16:creationId xmlns:a16="http://schemas.microsoft.com/office/drawing/2014/main" id="{594F7BCB-1AFC-9B16-E3F4-E2108E582B91}"/>
              </a:ext>
            </a:extLst>
          </p:cNvPr>
          <p:cNvSpPr/>
          <p:nvPr/>
        </p:nvSpPr>
        <p:spPr>
          <a:xfrm>
            <a:off x="519853" y="5184307"/>
            <a:ext cx="1769955"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0"/>
              <a:t>Integration Inventory</a:t>
            </a:r>
          </a:p>
        </p:txBody>
      </p:sp>
      <p:sp>
        <p:nvSpPr>
          <p:cNvPr id="60" name="Rectangle 59">
            <a:extLst>
              <a:ext uri="{FF2B5EF4-FFF2-40B4-BE49-F238E27FC236}">
                <a16:creationId xmlns:a16="http://schemas.microsoft.com/office/drawing/2014/main" id="{B59B7021-5253-A8D9-4288-18199FD447E9}"/>
              </a:ext>
            </a:extLst>
          </p:cNvPr>
          <p:cNvSpPr/>
          <p:nvPr/>
        </p:nvSpPr>
        <p:spPr>
          <a:xfrm>
            <a:off x="2624242" y="5184307"/>
            <a:ext cx="2129792"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0"/>
              <a:t>High level Integration Design</a:t>
            </a:r>
          </a:p>
        </p:txBody>
      </p:sp>
      <p:sp>
        <p:nvSpPr>
          <p:cNvPr id="55" name="Rectangle 54">
            <a:extLst>
              <a:ext uri="{FF2B5EF4-FFF2-40B4-BE49-F238E27FC236}">
                <a16:creationId xmlns:a16="http://schemas.microsoft.com/office/drawing/2014/main" id="{49F37978-21F0-2D8E-F904-05241E2F821B}"/>
              </a:ext>
            </a:extLst>
          </p:cNvPr>
          <p:cNvSpPr/>
          <p:nvPr/>
        </p:nvSpPr>
        <p:spPr>
          <a:xfrm>
            <a:off x="519853" y="5505633"/>
            <a:ext cx="1769955"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Refinement of Estimates</a:t>
            </a:r>
          </a:p>
        </p:txBody>
      </p:sp>
      <p:sp>
        <p:nvSpPr>
          <p:cNvPr id="62" name="Rectangle 61">
            <a:extLst>
              <a:ext uri="{FF2B5EF4-FFF2-40B4-BE49-F238E27FC236}">
                <a16:creationId xmlns:a16="http://schemas.microsoft.com/office/drawing/2014/main" id="{AEFF5E29-26F9-517B-6CCB-4F80D9E1EC86}"/>
              </a:ext>
            </a:extLst>
          </p:cNvPr>
          <p:cNvSpPr/>
          <p:nvPr/>
        </p:nvSpPr>
        <p:spPr>
          <a:xfrm>
            <a:off x="2624242" y="5505633"/>
            <a:ext cx="2129792"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Refinement of Estimates</a:t>
            </a:r>
          </a:p>
        </p:txBody>
      </p:sp>
      <p:cxnSp>
        <p:nvCxnSpPr>
          <p:cNvPr id="56" name="Straight Connector 55">
            <a:extLst>
              <a:ext uri="{FF2B5EF4-FFF2-40B4-BE49-F238E27FC236}">
                <a16:creationId xmlns:a16="http://schemas.microsoft.com/office/drawing/2014/main" id="{5E88F0C1-9B30-1410-AD25-38D58797D77E}"/>
              </a:ext>
            </a:extLst>
          </p:cNvPr>
          <p:cNvCxnSpPr>
            <a:cxnSpLocks/>
          </p:cNvCxnSpPr>
          <p:nvPr/>
        </p:nvCxnSpPr>
        <p:spPr>
          <a:xfrm>
            <a:off x="519853" y="5092893"/>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F32B566C-2AFA-6E8E-638E-DA0CD86A9809}"/>
              </a:ext>
            </a:extLst>
          </p:cNvPr>
          <p:cNvCxnSpPr>
            <a:cxnSpLocks/>
          </p:cNvCxnSpPr>
          <p:nvPr/>
        </p:nvCxnSpPr>
        <p:spPr>
          <a:xfrm>
            <a:off x="2804160" y="5092893"/>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98" name="Straight Connector 297">
            <a:extLst>
              <a:ext uri="{FF2B5EF4-FFF2-40B4-BE49-F238E27FC236}">
                <a16:creationId xmlns:a16="http://schemas.microsoft.com/office/drawing/2014/main" id="{F730F116-2149-C618-1323-00B733CC0C2A}"/>
              </a:ext>
            </a:extLst>
          </p:cNvPr>
          <p:cNvCxnSpPr>
            <a:cxnSpLocks/>
          </p:cNvCxnSpPr>
          <p:nvPr/>
        </p:nvCxnSpPr>
        <p:spPr>
          <a:xfrm>
            <a:off x="5052060" y="5092893"/>
            <a:ext cx="2301240"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CEDC34BC-1DE2-57EF-D873-285C1D436E2C}"/>
              </a:ext>
            </a:extLst>
          </p:cNvPr>
          <p:cNvCxnSpPr>
            <a:cxnSpLocks/>
          </p:cNvCxnSpPr>
          <p:nvPr/>
        </p:nvCxnSpPr>
        <p:spPr>
          <a:xfrm>
            <a:off x="519853" y="5414220"/>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256" name="Straight Connector 255">
            <a:extLst>
              <a:ext uri="{FF2B5EF4-FFF2-40B4-BE49-F238E27FC236}">
                <a16:creationId xmlns:a16="http://schemas.microsoft.com/office/drawing/2014/main" id="{F16434F6-170C-2C85-5E0C-B60757A752F5}"/>
              </a:ext>
            </a:extLst>
          </p:cNvPr>
          <p:cNvCxnSpPr>
            <a:cxnSpLocks/>
          </p:cNvCxnSpPr>
          <p:nvPr/>
        </p:nvCxnSpPr>
        <p:spPr>
          <a:xfrm>
            <a:off x="2804160" y="5414220"/>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317" name="Straight Connector 316">
            <a:extLst>
              <a:ext uri="{FF2B5EF4-FFF2-40B4-BE49-F238E27FC236}">
                <a16:creationId xmlns:a16="http://schemas.microsoft.com/office/drawing/2014/main" id="{89422F45-1223-3F29-DF05-99B08027BE0A}"/>
              </a:ext>
            </a:extLst>
          </p:cNvPr>
          <p:cNvCxnSpPr>
            <a:cxnSpLocks/>
          </p:cNvCxnSpPr>
          <p:nvPr/>
        </p:nvCxnSpPr>
        <p:spPr>
          <a:xfrm>
            <a:off x="5052060" y="5304348"/>
            <a:ext cx="2301240"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80" name="Group 79">
            <a:extLst>
              <a:ext uri="{FF2B5EF4-FFF2-40B4-BE49-F238E27FC236}">
                <a16:creationId xmlns:a16="http://schemas.microsoft.com/office/drawing/2014/main" id="{283613A6-A978-732C-7E3D-1333C90538E6}"/>
              </a:ext>
            </a:extLst>
          </p:cNvPr>
          <p:cNvGrpSpPr/>
          <p:nvPr/>
        </p:nvGrpSpPr>
        <p:grpSpPr>
          <a:xfrm>
            <a:off x="7521362" y="4848666"/>
            <a:ext cx="1338158" cy="1100266"/>
            <a:chOff x="7653442" y="4848666"/>
            <a:chExt cx="2129792" cy="1100266"/>
          </a:xfrm>
        </p:grpSpPr>
        <p:sp>
          <p:nvSpPr>
            <p:cNvPr id="65" name="Rectangle 64">
              <a:extLst>
                <a:ext uri="{FF2B5EF4-FFF2-40B4-BE49-F238E27FC236}">
                  <a16:creationId xmlns:a16="http://schemas.microsoft.com/office/drawing/2014/main" id="{2274FA23-5ADE-E687-F874-2A97A98537B0}"/>
                </a:ext>
              </a:extLst>
            </p:cNvPr>
            <p:cNvSpPr/>
            <p:nvPr/>
          </p:nvSpPr>
          <p:spPr>
            <a:xfrm>
              <a:off x="7653442" y="5184307"/>
              <a:ext cx="2129792"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0"/>
                <a:t>Performance Testing</a:t>
              </a:r>
            </a:p>
          </p:txBody>
        </p:sp>
        <p:sp>
          <p:nvSpPr>
            <p:cNvPr id="66" name="Rectangle 65">
              <a:extLst>
                <a:ext uri="{FF2B5EF4-FFF2-40B4-BE49-F238E27FC236}">
                  <a16:creationId xmlns:a16="http://schemas.microsoft.com/office/drawing/2014/main" id="{AE02BE37-AA9C-F736-721A-A6A5574F508F}"/>
                </a:ext>
              </a:extLst>
            </p:cNvPr>
            <p:cNvSpPr/>
            <p:nvPr/>
          </p:nvSpPr>
          <p:spPr>
            <a:xfrm>
              <a:off x="7653442" y="4848666"/>
              <a:ext cx="2129792"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End to End Testing</a:t>
              </a:r>
            </a:p>
          </p:txBody>
        </p:sp>
        <p:sp>
          <p:nvSpPr>
            <p:cNvPr id="67" name="Rectangle 66">
              <a:extLst>
                <a:ext uri="{FF2B5EF4-FFF2-40B4-BE49-F238E27FC236}">
                  <a16:creationId xmlns:a16="http://schemas.microsoft.com/office/drawing/2014/main" id="{B8F36199-FAB8-3942-F4C0-B6D3C2C26FFE}"/>
                </a:ext>
              </a:extLst>
            </p:cNvPr>
            <p:cNvSpPr/>
            <p:nvPr/>
          </p:nvSpPr>
          <p:spPr>
            <a:xfrm>
              <a:off x="7653442" y="5505633"/>
              <a:ext cx="2129792"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NFR/OAT Testing</a:t>
              </a:r>
            </a:p>
          </p:txBody>
        </p:sp>
        <p:cxnSp>
          <p:nvCxnSpPr>
            <p:cNvPr id="68" name="Straight Connector 67">
              <a:extLst>
                <a:ext uri="{FF2B5EF4-FFF2-40B4-BE49-F238E27FC236}">
                  <a16:creationId xmlns:a16="http://schemas.microsoft.com/office/drawing/2014/main" id="{10E80E77-CCA9-5123-CB95-E10D4A023F95}"/>
                </a:ext>
              </a:extLst>
            </p:cNvPr>
            <p:cNvCxnSpPr>
              <a:cxnSpLocks/>
            </p:cNvCxnSpPr>
            <p:nvPr/>
          </p:nvCxnSpPr>
          <p:spPr>
            <a:xfrm>
              <a:off x="7833360" y="5092893"/>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F8B741E-7862-1EB0-3432-6E0313985290}"/>
                </a:ext>
              </a:extLst>
            </p:cNvPr>
            <p:cNvCxnSpPr>
              <a:cxnSpLocks/>
            </p:cNvCxnSpPr>
            <p:nvPr/>
          </p:nvCxnSpPr>
          <p:spPr>
            <a:xfrm>
              <a:off x="7833360" y="5414220"/>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4" name="Rectangle 73">
              <a:extLst>
                <a:ext uri="{FF2B5EF4-FFF2-40B4-BE49-F238E27FC236}">
                  <a16:creationId xmlns:a16="http://schemas.microsoft.com/office/drawing/2014/main" id="{51741305-A944-7E1F-3667-ECF26D361719}"/>
                </a:ext>
              </a:extLst>
            </p:cNvPr>
            <p:cNvSpPr/>
            <p:nvPr/>
          </p:nvSpPr>
          <p:spPr>
            <a:xfrm>
              <a:off x="7653442" y="5810433"/>
              <a:ext cx="2129792" cy="1384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Early Business Validation</a:t>
              </a:r>
            </a:p>
          </p:txBody>
        </p:sp>
        <p:cxnSp>
          <p:nvCxnSpPr>
            <p:cNvPr id="79" name="Straight Connector 78">
              <a:extLst>
                <a:ext uri="{FF2B5EF4-FFF2-40B4-BE49-F238E27FC236}">
                  <a16:creationId xmlns:a16="http://schemas.microsoft.com/office/drawing/2014/main" id="{41B8A823-E7D1-1AC2-C1F2-778F987F39F4}"/>
                </a:ext>
              </a:extLst>
            </p:cNvPr>
            <p:cNvCxnSpPr>
              <a:cxnSpLocks/>
            </p:cNvCxnSpPr>
            <p:nvPr/>
          </p:nvCxnSpPr>
          <p:spPr>
            <a:xfrm>
              <a:off x="7833360" y="5719020"/>
              <a:ext cx="1769955"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grpSp>
        <p:nvGrpSpPr>
          <p:cNvPr id="81" name="Group 80">
            <a:extLst>
              <a:ext uri="{FF2B5EF4-FFF2-40B4-BE49-F238E27FC236}">
                <a16:creationId xmlns:a16="http://schemas.microsoft.com/office/drawing/2014/main" id="{845F4EEB-FA66-A9BE-B8D0-A538B1B41537}"/>
              </a:ext>
            </a:extLst>
          </p:cNvPr>
          <p:cNvGrpSpPr/>
          <p:nvPr/>
        </p:nvGrpSpPr>
        <p:grpSpPr>
          <a:xfrm>
            <a:off x="9063566" y="4848666"/>
            <a:ext cx="852593" cy="1128404"/>
            <a:chOff x="7653442" y="4848666"/>
            <a:chExt cx="2129792" cy="1128404"/>
          </a:xfrm>
        </p:grpSpPr>
        <p:sp>
          <p:nvSpPr>
            <p:cNvPr id="82" name="Rectangle 81">
              <a:extLst>
                <a:ext uri="{FF2B5EF4-FFF2-40B4-BE49-F238E27FC236}">
                  <a16:creationId xmlns:a16="http://schemas.microsoft.com/office/drawing/2014/main" id="{DBFA3115-FE63-5758-D99D-1EC888551B10}"/>
                </a:ext>
              </a:extLst>
            </p:cNvPr>
            <p:cNvSpPr/>
            <p:nvPr/>
          </p:nvSpPr>
          <p:spPr>
            <a:xfrm>
              <a:off x="7653442" y="5274369"/>
              <a:ext cx="2129792"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kern="0"/>
                <a:t>Trained Users (OCM)</a:t>
              </a:r>
            </a:p>
          </p:txBody>
        </p:sp>
        <p:sp>
          <p:nvSpPr>
            <p:cNvPr id="85" name="Rectangle 84">
              <a:extLst>
                <a:ext uri="{FF2B5EF4-FFF2-40B4-BE49-F238E27FC236}">
                  <a16:creationId xmlns:a16="http://schemas.microsoft.com/office/drawing/2014/main" id="{7F5DFFDE-8E41-C5A1-BCE3-6C870B73AE94}"/>
                </a:ext>
              </a:extLst>
            </p:cNvPr>
            <p:cNvSpPr/>
            <p:nvPr/>
          </p:nvSpPr>
          <p:spPr>
            <a:xfrm>
              <a:off x="7653442" y="4848666"/>
              <a:ext cx="2129792"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App. Access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Validation</a:t>
              </a:r>
            </a:p>
          </p:txBody>
        </p:sp>
        <p:sp>
          <p:nvSpPr>
            <p:cNvPr id="86" name="Rectangle 85">
              <a:extLst>
                <a:ext uri="{FF2B5EF4-FFF2-40B4-BE49-F238E27FC236}">
                  <a16:creationId xmlns:a16="http://schemas.microsoft.com/office/drawing/2014/main" id="{84923E66-102F-A94F-D64F-B88059511776}"/>
                </a:ext>
              </a:extLst>
            </p:cNvPr>
            <p:cNvSpPr/>
            <p:nvPr/>
          </p:nvSpPr>
          <p:spPr>
            <a:xfrm>
              <a:off x="7653442" y="5700071"/>
              <a:ext cx="2129792"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Business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0" cap="none" spc="0" normalizeH="0" baseline="0" noProof="0">
                  <a:ln>
                    <a:noFill/>
                  </a:ln>
                  <a:effectLst/>
                  <a:uLnTx/>
                  <a:uFillTx/>
                  <a:ea typeface="+mn-ea"/>
                  <a:cs typeface="+mn-cs"/>
                </a:rPr>
                <a:t>Acceptance</a:t>
              </a:r>
            </a:p>
          </p:txBody>
        </p:sp>
        <p:cxnSp>
          <p:nvCxnSpPr>
            <p:cNvPr id="87" name="Straight Connector 86">
              <a:extLst>
                <a:ext uri="{FF2B5EF4-FFF2-40B4-BE49-F238E27FC236}">
                  <a16:creationId xmlns:a16="http://schemas.microsoft.com/office/drawing/2014/main" id="{7A9D9FDA-7A4C-0A67-190B-5C264CADC297}"/>
                </a:ext>
              </a:extLst>
            </p:cNvPr>
            <p:cNvCxnSpPr>
              <a:cxnSpLocks/>
            </p:cNvCxnSpPr>
            <p:nvPr/>
          </p:nvCxnSpPr>
          <p:spPr>
            <a:xfrm>
              <a:off x="7833359" y="5200017"/>
              <a:ext cx="1769956"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36D7E29-F2B6-E324-F89C-D37F4766D338}"/>
                </a:ext>
              </a:extLst>
            </p:cNvPr>
            <p:cNvCxnSpPr>
              <a:cxnSpLocks/>
            </p:cNvCxnSpPr>
            <p:nvPr/>
          </p:nvCxnSpPr>
          <p:spPr>
            <a:xfrm>
              <a:off x="7833359" y="5625720"/>
              <a:ext cx="1769956"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sp>
        <p:nvSpPr>
          <p:cNvPr id="93" name="Rectangle 92">
            <a:extLst>
              <a:ext uri="{FF2B5EF4-FFF2-40B4-BE49-F238E27FC236}">
                <a16:creationId xmlns:a16="http://schemas.microsoft.com/office/drawing/2014/main" id="{13C014D3-C8DC-DABA-6DE0-D11A8E208C4F}"/>
              </a:ext>
            </a:extLst>
          </p:cNvPr>
          <p:cNvSpPr/>
          <p:nvPr/>
        </p:nvSpPr>
        <p:spPr>
          <a:xfrm>
            <a:off x="10066388" y="4783307"/>
            <a:ext cx="1651479" cy="458343"/>
          </a:xfrm>
          <a:prstGeom prst="rect">
            <a:avLst/>
          </a:prstGeom>
          <a:noFill/>
          <a:ln w="12700" cap="flat" cmpd="sng" algn="ctr">
            <a:noFill/>
            <a:prstDash val="lgDashDotDot"/>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ysClr val="windowText" lastClr="000000"/>
                </a:solidFill>
                <a:effectLst/>
                <a:uLnTx/>
                <a:uFillTx/>
                <a:cs typeface="Arial"/>
              </a:rPr>
              <a:t>Transition from the </a:t>
            </a:r>
            <a:r>
              <a:rPr kumimoji="0" lang="en-US" sz="900" b="0" i="0" u="none" strike="noStrike" kern="0" cap="none" spc="0" normalizeH="0" baseline="0" noProof="0" err="1">
                <a:ln>
                  <a:noFill/>
                </a:ln>
                <a:solidFill>
                  <a:sysClr val="windowText" lastClr="000000"/>
                </a:solidFill>
                <a:effectLst/>
                <a:uLnTx/>
                <a:uFillTx/>
                <a:cs typeface="Arial"/>
              </a:rPr>
              <a:t>Programme</a:t>
            </a:r>
            <a:r>
              <a:rPr kumimoji="0" lang="en-US" sz="900" b="0" i="0" u="none" strike="noStrike" kern="0" cap="none" spc="0" normalizeH="0" baseline="0" noProof="0">
                <a:ln>
                  <a:noFill/>
                </a:ln>
                <a:solidFill>
                  <a:sysClr val="windowText" lastClr="000000"/>
                </a:solidFill>
                <a:effectLst/>
                <a:uLnTx/>
                <a:uFillTx/>
                <a:cs typeface="Arial"/>
              </a:rPr>
              <a:t> team to the Operations / Support team</a:t>
            </a:r>
            <a:endParaRPr kumimoji="0" lang="en-US" sz="900" b="0" i="0" u="none" strike="noStrike" kern="0" cap="none" spc="0" normalizeH="0" baseline="0" noProof="0">
              <a:ln>
                <a:noFill/>
              </a:ln>
              <a:solidFill>
                <a:sysClr val="windowText" lastClr="000000"/>
              </a:solidFill>
              <a:effectLst/>
              <a:uLnTx/>
              <a:uFillTx/>
              <a:ea typeface="Verdana"/>
              <a:cs typeface="Arial" pitchFamily="34" charset="0"/>
            </a:endParaRPr>
          </a:p>
        </p:txBody>
      </p:sp>
      <p:sp>
        <p:nvSpPr>
          <p:cNvPr id="94" name="Rectangle 93">
            <a:extLst>
              <a:ext uri="{FF2B5EF4-FFF2-40B4-BE49-F238E27FC236}">
                <a16:creationId xmlns:a16="http://schemas.microsoft.com/office/drawing/2014/main" id="{E3EA5FD2-2B05-C55F-5D64-8C14B9199DBF}"/>
              </a:ext>
            </a:extLst>
          </p:cNvPr>
          <p:cNvSpPr/>
          <p:nvPr/>
        </p:nvSpPr>
        <p:spPr>
          <a:xfrm>
            <a:off x="10066388" y="5528733"/>
            <a:ext cx="1651479" cy="446967"/>
          </a:xfrm>
          <a:prstGeom prst="rect">
            <a:avLst/>
          </a:prstGeom>
          <a:noFill/>
          <a:ln w="12700" cap="flat" cmpd="sng" algn="ctr">
            <a:noFill/>
            <a:prstDash val="lgDashDotDot"/>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kumimoji="0" lang="en-US" sz="900" b="0" i="0" u="none" strike="noStrike" kern="0" cap="none" spc="0" normalizeH="0" baseline="0" noProof="0">
                <a:ln>
                  <a:noFill/>
                </a:ln>
                <a:solidFill>
                  <a:sysClr val="windowText" lastClr="000000"/>
                </a:solidFill>
                <a:effectLst/>
                <a:uLnTx/>
                <a:uFillTx/>
                <a:ea typeface="+mn-ea"/>
                <a:cs typeface="Arial" pitchFamily="34" charset="0"/>
              </a:rPr>
              <a:t>Hypercare support (incident analysis, correction and testing)</a:t>
            </a:r>
          </a:p>
        </p:txBody>
      </p:sp>
      <p:sp>
        <p:nvSpPr>
          <p:cNvPr id="95" name="Rectangle 94">
            <a:extLst>
              <a:ext uri="{FF2B5EF4-FFF2-40B4-BE49-F238E27FC236}">
                <a16:creationId xmlns:a16="http://schemas.microsoft.com/office/drawing/2014/main" id="{9FE68E7E-D340-FCEB-CD19-06BC970214DA}"/>
              </a:ext>
            </a:extLst>
          </p:cNvPr>
          <p:cNvSpPr/>
          <p:nvPr/>
        </p:nvSpPr>
        <p:spPr>
          <a:xfrm>
            <a:off x="10066388" y="5287256"/>
            <a:ext cx="1651479" cy="195871"/>
          </a:xfrm>
          <a:prstGeom prst="rect">
            <a:avLst/>
          </a:prstGeom>
          <a:noFill/>
          <a:ln w="12700" cap="flat" cmpd="sng" algn="ctr">
            <a:noFill/>
            <a:prstDash val="lgDashDotDot"/>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632258" rtl="0" eaLnBrk="0" fontAlgn="auto" latinLnBrk="0" hangingPunct="0">
              <a:lnSpc>
                <a:spcPct val="100000"/>
              </a:lnSpc>
              <a:spcBef>
                <a:spcPts val="0"/>
              </a:spcBef>
              <a:spcAft>
                <a:spcPts val="0"/>
              </a:spcAft>
              <a:buClrTx/>
              <a:buSzTx/>
              <a:buFontTx/>
              <a:buNone/>
              <a:tabLst/>
              <a:defRPr/>
            </a:pPr>
            <a:r>
              <a:rPr lang="en-US" sz="900" kern="0">
                <a:solidFill>
                  <a:sysClr val="windowText" lastClr="000000"/>
                </a:solidFill>
                <a:ea typeface="Verdana"/>
                <a:cs typeface="Arial"/>
              </a:rPr>
              <a:t>Business Change</a:t>
            </a:r>
            <a:endParaRPr kumimoji="0" lang="en-US" sz="900" b="0" i="0" u="none" strike="noStrike" kern="0" cap="none" spc="0" normalizeH="0" baseline="0" noProof="0">
              <a:ln>
                <a:noFill/>
              </a:ln>
              <a:solidFill>
                <a:sysClr val="windowText" lastClr="000000"/>
              </a:solidFill>
              <a:effectLst/>
              <a:uLnTx/>
              <a:uFillTx/>
              <a:ea typeface="Verdana"/>
              <a:cs typeface="Arial" pitchFamily="34" charset="0"/>
            </a:endParaRPr>
          </a:p>
        </p:txBody>
      </p:sp>
      <p:cxnSp>
        <p:nvCxnSpPr>
          <p:cNvPr id="96" name="Straight Connector 95">
            <a:extLst>
              <a:ext uri="{FF2B5EF4-FFF2-40B4-BE49-F238E27FC236}">
                <a16:creationId xmlns:a16="http://schemas.microsoft.com/office/drawing/2014/main" id="{A4B2297F-19EA-BFC9-E8C0-5CEDAC1FF6C2}"/>
              </a:ext>
            </a:extLst>
          </p:cNvPr>
          <p:cNvCxnSpPr>
            <a:cxnSpLocks/>
          </p:cNvCxnSpPr>
          <p:nvPr/>
        </p:nvCxnSpPr>
        <p:spPr>
          <a:xfrm>
            <a:off x="10066388" y="5264453"/>
            <a:ext cx="1651479"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7AA98EF1-C353-E59B-612C-C564266A9C8A}"/>
              </a:ext>
            </a:extLst>
          </p:cNvPr>
          <p:cNvCxnSpPr>
            <a:cxnSpLocks/>
          </p:cNvCxnSpPr>
          <p:nvPr/>
        </p:nvCxnSpPr>
        <p:spPr>
          <a:xfrm>
            <a:off x="10066388" y="5505930"/>
            <a:ext cx="1651479" cy="0"/>
          </a:xfrm>
          <a:prstGeom prst="line">
            <a:avLst/>
          </a:prstGeom>
          <a:ln w="3175">
            <a:gradFill flip="none" rotWithShape="1">
              <a:gsLst>
                <a:gs pos="12000">
                  <a:schemeClr val="bg1"/>
                </a:gs>
                <a:gs pos="67000">
                  <a:schemeClr val="accent4"/>
                </a:gs>
                <a:gs pos="37000">
                  <a:schemeClr val="accent4"/>
                </a:gs>
                <a:gs pos="9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grpSp>
        <p:nvGrpSpPr>
          <p:cNvPr id="98" name="Group 97">
            <a:extLst>
              <a:ext uri="{FF2B5EF4-FFF2-40B4-BE49-F238E27FC236}">
                <a16:creationId xmlns:a16="http://schemas.microsoft.com/office/drawing/2014/main" id="{E555F335-4509-FFFB-2429-1D1AB2D801BE}"/>
              </a:ext>
            </a:extLst>
          </p:cNvPr>
          <p:cNvGrpSpPr/>
          <p:nvPr/>
        </p:nvGrpSpPr>
        <p:grpSpPr>
          <a:xfrm>
            <a:off x="4448135" y="2141672"/>
            <a:ext cx="373766" cy="237465"/>
            <a:chOff x="4465220" y="1159357"/>
            <a:chExt cx="513973" cy="326542"/>
          </a:xfrm>
          <a:solidFill>
            <a:srgbClr val="FFFFFF"/>
          </a:solidFill>
        </p:grpSpPr>
        <p:sp>
          <p:nvSpPr>
            <p:cNvPr id="99" name="Freeform 838">
              <a:extLst>
                <a:ext uri="{FF2B5EF4-FFF2-40B4-BE49-F238E27FC236}">
                  <a16:creationId xmlns:a16="http://schemas.microsoft.com/office/drawing/2014/main" id="{168CA136-7445-90FC-9197-EC8240878AF7}"/>
                </a:ext>
              </a:extLst>
            </p:cNvPr>
            <p:cNvSpPr>
              <a:spLocks/>
            </p:cNvSpPr>
            <p:nvPr/>
          </p:nvSpPr>
          <p:spPr bwMode="auto">
            <a:xfrm>
              <a:off x="4467220" y="1159358"/>
              <a:ext cx="339797" cy="322995"/>
            </a:xfrm>
            <a:custGeom>
              <a:avLst/>
              <a:gdLst>
                <a:gd name="connsiteX0" fmla="*/ 43 w 10043"/>
                <a:gd name="connsiteY0" fmla="*/ 0 h 24361"/>
                <a:gd name="connsiteX1" fmla="*/ 10043 w 10043"/>
                <a:gd name="connsiteY1" fmla="*/ 5714 h 24361"/>
                <a:gd name="connsiteX0" fmla="*/ 0 w 10000"/>
                <a:gd name="connsiteY0" fmla="*/ 0 h 32895"/>
                <a:gd name="connsiteX1" fmla="*/ 2905 w 10000"/>
                <a:gd name="connsiteY1" fmla="*/ 24443 h 32895"/>
                <a:gd name="connsiteX2" fmla="*/ 10000 w 10000"/>
                <a:gd name="connsiteY2" fmla="*/ 5714 h 32895"/>
                <a:gd name="connsiteX0" fmla="*/ 0 w 10000"/>
                <a:gd name="connsiteY0" fmla="*/ 0 h 25200"/>
                <a:gd name="connsiteX1" fmla="*/ 2905 w 10000"/>
                <a:gd name="connsiteY1" fmla="*/ 24443 h 25200"/>
                <a:gd name="connsiteX2" fmla="*/ 10000 w 10000"/>
                <a:gd name="connsiteY2" fmla="*/ 5714 h 25200"/>
                <a:gd name="connsiteX0" fmla="*/ 1217 w 11217"/>
                <a:gd name="connsiteY0" fmla="*/ 0 h 39671"/>
                <a:gd name="connsiteX1" fmla="*/ 0 w 11217"/>
                <a:gd name="connsiteY1" fmla="*/ 39178 h 39671"/>
                <a:gd name="connsiteX2" fmla="*/ 11217 w 11217"/>
                <a:gd name="connsiteY2" fmla="*/ 5714 h 39671"/>
                <a:gd name="connsiteX0" fmla="*/ 1217 w 11217"/>
                <a:gd name="connsiteY0" fmla="*/ 0 h 39671"/>
                <a:gd name="connsiteX1" fmla="*/ 0 w 11217"/>
                <a:gd name="connsiteY1" fmla="*/ 39178 h 39671"/>
                <a:gd name="connsiteX2" fmla="*/ 11217 w 11217"/>
                <a:gd name="connsiteY2" fmla="*/ 5714 h 39671"/>
                <a:gd name="connsiteX0" fmla="*/ 1217 w 11217"/>
                <a:gd name="connsiteY0" fmla="*/ 0 h 39671"/>
                <a:gd name="connsiteX1" fmla="*/ 0 w 11217"/>
                <a:gd name="connsiteY1" fmla="*/ 39178 h 39671"/>
                <a:gd name="connsiteX2" fmla="*/ 11217 w 11217"/>
                <a:gd name="connsiteY2" fmla="*/ 5714 h 39671"/>
                <a:gd name="connsiteX0" fmla="*/ 1217 w 11217"/>
                <a:gd name="connsiteY0" fmla="*/ 0 h 40122"/>
                <a:gd name="connsiteX1" fmla="*/ 0 w 11217"/>
                <a:gd name="connsiteY1" fmla="*/ 39178 h 40122"/>
                <a:gd name="connsiteX2" fmla="*/ 5839 w 11217"/>
                <a:gd name="connsiteY2" fmla="*/ 26143 h 40122"/>
                <a:gd name="connsiteX3" fmla="*/ 11217 w 11217"/>
                <a:gd name="connsiteY3" fmla="*/ 5714 h 40122"/>
                <a:gd name="connsiteX0" fmla="*/ 1217 w 14465"/>
                <a:gd name="connsiteY0" fmla="*/ 0 h 60492"/>
                <a:gd name="connsiteX1" fmla="*/ 0 w 14465"/>
                <a:gd name="connsiteY1" fmla="*/ 39178 h 60492"/>
                <a:gd name="connsiteX2" fmla="*/ 14082 w 14465"/>
                <a:gd name="connsiteY2" fmla="*/ 59580 h 60492"/>
                <a:gd name="connsiteX3" fmla="*/ 11217 w 14465"/>
                <a:gd name="connsiteY3" fmla="*/ 5714 h 60492"/>
                <a:gd name="connsiteX0" fmla="*/ 1217 w 14855"/>
                <a:gd name="connsiteY0" fmla="*/ 0 h 60492"/>
                <a:gd name="connsiteX1" fmla="*/ 0 w 14855"/>
                <a:gd name="connsiteY1" fmla="*/ 39178 h 60492"/>
                <a:gd name="connsiteX2" fmla="*/ 14082 w 14855"/>
                <a:gd name="connsiteY2" fmla="*/ 59580 h 60492"/>
                <a:gd name="connsiteX3" fmla="*/ 12823 w 14855"/>
                <a:gd name="connsiteY3" fmla="*/ 29544 h 60492"/>
                <a:gd name="connsiteX4" fmla="*/ 11217 w 14855"/>
                <a:gd name="connsiteY4" fmla="*/ 5714 h 60492"/>
                <a:gd name="connsiteX0" fmla="*/ 1217 w 15795"/>
                <a:gd name="connsiteY0" fmla="*/ 0 h 60492"/>
                <a:gd name="connsiteX1" fmla="*/ 0 w 15795"/>
                <a:gd name="connsiteY1" fmla="*/ 39178 h 60492"/>
                <a:gd name="connsiteX2" fmla="*/ 14082 w 15795"/>
                <a:gd name="connsiteY2" fmla="*/ 59580 h 60492"/>
                <a:gd name="connsiteX3" fmla="*/ 15456 w 15795"/>
                <a:gd name="connsiteY3" fmla="*/ 25577 h 60492"/>
                <a:gd name="connsiteX4" fmla="*/ 11217 w 15795"/>
                <a:gd name="connsiteY4" fmla="*/ 5714 h 60492"/>
                <a:gd name="connsiteX0" fmla="*/ 1217 w 15548"/>
                <a:gd name="connsiteY0" fmla="*/ 0 h 65442"/>
                <a:gd name="connsiteX1" fmla="*/ 0 w 15548"/>
                <a:gd name="connsiteY1" fmla="*/ 39178 h 65442"/>
                <a:gd name="connsiteX2" fmla="*/ 12365 w 15548"/>
                <a:gd name="connsiteY2" fmla="*/ 64681 h 65442"/>
                <a:gd name="connsiteX3" fmla="*/ 15456 w 15548"/>
                <a:gd name="connsiteY3" fmla="*/ 25577 h 65442"/>
                <a:gd name="connsiteX4" fmla="*/ 11217 w 15548"/>
                <a:gd name="connsiteY4" fmla="*/ 5714 h 65442"/>
                <a:gd name="connsiteX0" fmla="*/ 1217 w 15548"/>
                <a:gd name="connsiteY0" fmla="*/ 0 h 65380"/>
                <a:gd name="connsiteX1" fmla="*/ 0 w 15548"/>
                <a:gd name="connsiteY1" fmla="*/ 39178 h 65380"/>
                <a:gd name="connsiteX2" fmla="*/ 12365 w 15548"/>
                <a:gd name="connsiteY2" fmla="*/ 64681 h 65380"/>
                <a:gd name="connsiteX3" fmla="*/ 15456 w 15548"/>
                <a:gd name="connsiteY3" fmla="*/ 25577 h 65380"/>
                <a:gd name="connsiteX4" fmla="*/ 11217 w 15548"/>
                <a:gd name="connsiteY4" fmla="*/ 5714 h 65380"/>
                <a:gd name="connsiteX0" fmla="*/ 1217 w 15548"/>
                <a:gd name="connsiteY0" fmla="*/ 0 h 66164"/>
                <a:gd name="connsiteX1" fmla="*/ 0 w 15548"/>
                <a:gd name="connsiteY1" fmla="*/ 39178 h 66164"/>
                <a:gd name="connsiteX2" fmla="*/ 7900 w 15548"/>
                <a:gd name="connsiteY2" fmla="*/ 56180 h 66164"/>
                <a:gd name="connsiteX3" fmla="*/ 12365 w 15548"/>
                <a:gd name="connsiteY3" fmla="*/ 64681 h 66164"/>
                <a:gd name="connsiteX4" fmla="*/ 15456 w 15548"/>
                <a:gd name="connsiteY4" fmla="*/ 25577 h 66164"/>
                <a:gd name="connsiteX5" fmla="*/ 11217 w 15548"/>
                <a:gd name="connsiteY5" fmla="*/ 5714 h 66164"/>
                <a:gd name="connsiteX0" fmla="*/ 1217 w 15548"/>
                <a:gd name="connsiteY0" fmla="*/ 0 h 66877"/>
                <a:gd name="connsiteX1" fmla="*/ 0 w 15548"/>
                <a:gd name="connsiteY1" fmla="*/ 39178 h 66877"/>
                <a:gd name="connsiteX2" fmla="*/ 8358 w 15548"/>
                <a:gd name="connsiteY2" fmla="*/ 60714 h 66877"/>
                <a:gd name="connsiteX3" fmla="*/ 12365 w 15548"/>
                <a:gd name="connsiteY3" fmla="*/ 64681 h 66877"/>
                <a:gd name="connsiteX4" fmla="*/ 15456 w 15548"/>
                <a:gd name="connsiteY4" fmla="*/ 25577 h 66877"/>
                <a:gd name="connsiteX5" fmla="*/ 11217 w 15548"/>
                <a:gd name="connsiteY5" fmla="*/ 5714 h 66877"/>
                <a:gd name="connsiteX0" fmla="*/ 1217 w 15548"/>
                <a:gd name="connsiteY0" fmla="*/ 0 h 66877"/>
                <a:gd name="connsiteX1" fmla="*/ 0 w 15548"/>
                <a:gd name="connsiteY1" fmla="*/ 39178 h 66877"/>
                <a:gd name="connsiteX2" fmla="*/ 8358 w 15548"/>
                <a:gd name="connsiteY2" fmla="*/ 60714 h 66877"/>
                <a:gd name="connsiteX3" fmla="*/ 12365 w 15548"/>
                <a:gd name="connsiteY3" fmla="*/ 64681 h 66877"/>
                <a:gd name="connsiteX4" fmla="*/ 15456 w 15548"/>
                <a:gd name="connsiteY4" fmla="*/ 25577 h 66877"/>
                <a:gd name="connsiteX5" fmla="*/ 11217 w 15548"/>
                <a:gd name="connsiteY5" fmla="*/ 5714 h 66877"/>
                <a:gd name="connsiteX0" fmla="*/ 1217 w 15548"/>
                <a:gd name="connsiteY0" fmla="*/ 0 h 66877"/>
                <a:gd name="connsiteX1" fmla="*/ 0 w 15548"/>
                <a:gd name="connsiteY1" fmla="*/ 39178 h 66877"/>
                <a:gd name="connsiteX2" fmla="*/ 8358 w 15548"/>
                <a:gd name="connsiteY2" fmla="*/ 60714 h 66877"/>
                <a:gd name="connsiteX3" fmla="*/ 12365 w 15548"/>
                <a:gd name="connsiteY3" fmla="*/ 64681 h 66877"/>
                <a:gd name="connsiteX4" fmla="*/ 15456 w 15548"/>
                <a:gd name="connsiteY4" fmla="*/ 25577 h 66877"/>
                <a:gd name="connsiteX5" fmla="*/ 11217 w 15548"/>
                <a:gd name="connsiteY5" fmla="*/ 5714 h 66877"/>
                <a:gd name="connsiteX0" fmla="*/ 1217 w 15548"/>
                <a:gd name="connsiteY0" fmla="*/ 0 h 66877"/>
                <a:gd name="connsiteX1" fmla="*/ 0 w 15548"/>
                <a:gd name="connsiteY1" fmla="*/ 39178 h 66877"/>
                <a:gd name="connsiteX2" fmla="*/ 8358 w 15548"/>
                <a:gd name="connsiteY2" fmla="*/ 60714 h 66877"/>
                <a:gd name="connsiteX3" fmla="*/ 12365 w 15548"/>
                <a:gd name="connsiteY3" fmla="*/ 64681 h 66877"/>
                <a:gd name="connsiteX4" fmla="*/ 15456 w 15548"/>
                <a:gd name="connsiteY4" fmla="*/ 25577 h 66877"/>
                <a:gd name="connsiteX5" fmla="*/ 11217 w 15548"/>
                <a:gd name="connsiteY5" fmla="*/ 5714 h 66877"/>
                <a:gd name="connsiteX0" fmla="*/ 1217 w 15548"/>
                <a:gd name="connsiteY0" fmla="*/ 0 h 67715"/>
                <a:gd name="connsiteX1" fmla="*/ 0 w 15548"/>
                <a:gd name="connsiteY1" fmla="*/ 39178 h 67715"/>
                <a:gd name="connsiteX2" fmla="*/ 8701 w 15548"/>
                <a:gd name="connsiteY2" fmla="*/ 63547 h 67715"/>
                <a:gd name="connsiteX3" fmla="*/ 12365 w 15548"/>
                <a:gd name="connsiteY3" fmla="*/ 64681 h 67715"/>
                <a:gd name="connsiteX4" fmla="*/ 15456 w 15548"/>
                <a:gd name="connsiteY4" fmla="*/ 25577 h 67715"/>
                <a:gd name="connsiteX5" fmla="*/ 11217 w 15548"/>
                <a:gd name="connsiteY5" fmla="*/ 5714 h 67715"/>
                <a:gd name="connsiteX0" fmla="*/ 1217 w 15584"/>
                <a:gd name="connsiteY0" fmla="*/ 0 h 67715"/>
                <a:gd name="connsiteX1" fmla="*/ 0 w 15584"/>
                <a:gd name="connsiteY1" fmla="*/ 39178 h 67715"/>
                <a:gd name="connsiteX2" fmla="*/ 8701 w 15584"/>
                <a:gd name="connsiteY2" fmla="*/ 63547 h 67715"/>
                <a:gd name="connsiteX3" fmla="*/ 12937 w 15584"/>
                <a:gd name="connsiteY3" fmla="*/ 64681 h 67715"/>
                <a:gd name="connsiteX4" fmla="*/ 15456 w 15584"/>
                <a:gd name="connsiteY4" fmla="*/ 25577 h 67715"/>
                <a:gd name="connsiteX5" fmla="*/ 11217 w 15584"/>
                <a:gd name="connsiteY5" fmla="*/ 5714 h 67715"/>
                <a:gd name="connsiteX0" fmla="*/ 1217 w 16135"/>
                <a:gd name="connsiteY0" fmla="*/ 0 h 67715"/>
                <a:gd name="connsiteX1" fmla="*/ 0 w 16135"/>
                <a:gd name="connsiteY1" fmla="*/ 39178 h 67715"/>
                <a:gd name="connsiteX2" fmla="*/ 8701 w 16135"/>
                <a:gd name="connsiteY2" fmla="*/ 63547 h 67715"/>
                <a:gd name="connsiteX3" fmla="*/ 12937 w 16135"/>
                <a:gd name="connsiteY3" fmla="*/ 64681 h 67715"/>
                <a:gd name="connsiteX4" fmla="*/ 15456 w 16135"/>
                <a:gd name="connsiteY4" fmla="*/ 25577 h 67715"/>
                <a:gd name="connsiteX5" fmla="*/ 11217 w 16135"/>
                <a:gd name="connsiteY5" fmla="*/ 5714 h 67715"/>
                <a:gd name="connsiteX0" fmla="*/ 1217 w 16135"/>
                <a:gd name="connsiteY0" fmla="*/ 0 h 67715"/>
                <a:gd name="connsiteX1" fmla="*/ 0 w 16135"/>
                <a:gd name="connsiteY1" fmla="*/ 39178 h 67715"/>
                <a:gd name="connsiteX2" fmla="*/ 8701 w 16135"/>
                <a:gd name="connsiteY2" fmla="*/ 63547 h 67715"/>
                <a:gd name="connsiteX3" fmla="*/ 12937 w 16135"/>
                <a:gd name="connsiteY3" fmla="*/ 64681 h 67715"/>
                <a:gd name="connsiteX4" fmla="*/ 15456 w 16135"/>
                <a:gd name="connsiteY4" fmla="*/ 25577 h 67715"/>
                <a:gd name="connsiteX5" fmla="*/ 11217 w 16135"/>
                <a:gd name="connsiteY5" fmla="*/ 5714 h 67715"/>
                <a:gd name="connsiteX0" fmla="*/ 1217 w 16337"/>
                <a:gd name="connsiteY0" fmla="*/ 0 h 67715"/>
                <a:gd name="connsiteX1" fmla="*/ 0 w 16337"/>
                <a:gd name="connsiteY1" fmla="*/ 39178 h 67715"/>
                <a:gd name="connsiteX2" fmla="*/ 8701 w 16337"/>
                <a:gd name="connsiteY2" fmla="*/ 63547 h 67715"/>
                <a:gd name="connsiteX3" fmla="*/ 12937 w 16337"/>
                <a:gd name="connsiteY3" fmla="*/ 64681 h 67715"/>
                <a:gd name="connsiteX4" fmla="*/ 15456 w 16337"/>
                <a:gd name="connsiteY4" fmla="*/ 25577 h 67715"/>
                <a:gd name="connsiteX5" fmla="*/ 11217 w 16337"/>
                <a:gd name="connsiteY5" fmla="*/ 5714 h 67715"/>
                <a:gd name="connsiteX0" fmla="*/ 1217 w 16337"/>
                <a:gd name="connsiteY0" fmla="*/ 0 h 70459"/>
                <a:gd name="connsiteX1" fmla="*/ 0 w 16337"/>
                <a:gd name="connsiteY1" fmla="*/ 39178 h 70459"/>
                <a:gd name="connsiteX2" fmla="*/ 8701 w 16337"/>
                <a:gd name="connsiteY2" fmla="*/ 63547 h 70459"/>
                <a:gd name="connsiteX3" fmla="*/ 12937 w 16337"/>
                <a:gd name="connsiteY3" fmla="*/ 68459 h 70459"/>
                <a:gd name="connsiteX4" fmla="*/ 15456 w 16337"/>
                <a:gd name="connsiteY4" fmla="*/ 25577 h 70459"/>
                <a:gd name="connsiteX5" fmla="*/ 11217 w 16337"/>
                <a:gd name="connsiteY5" fmla="*/ 5714 h 70459"/>
                <a:gd name="connsiteX0" fmla="*/ 1217 w 16337"/>
                <a:gd name="connsiteY0" fmla="*/ 0 h 76871"/>
                <a:gd name="connsiteX1" fmla="*/ 0 w 16337"/>
                <a:gd name="connsiteY1" fmla="*/ 39178 h 76871"/>
                <a:gd name="connsiteX2" fmla="*/ 10304 w 16337"/>
                <a:gd name="connsiteY2" fmla="*/ 75448 h 76871"/>
                <a:gd name="connsiteX3" fmla="*/ 12937 w 16337"/>
                <a:gd name="connsiteY3" fmla="*/ 68459 h 76871"/>
                <a:gd name="connsiteX4" fmla="*/ 15456 w 16337"/>
                <a:gd name="connsiteY4" fmla="*/ 25577 h 76871"/>
                <a:gd name="connsiteX5" fmla="*/ 11217 w 16337"/>
                <a:gd name="connsiteY5" fmla="*/ 5714 h 76871"/>
                <a:gd name="connsiteX0" fmla="*/ 1217 w 16337"/>
                <a:gd name="connsiteY0" fmla="*/ 0 h 76871"/>
                <a:gd name="connsiteX1" fmla="*/ 0 w 16337"/>
                <a:gd name="connsiteY1" fmla="*/ 39178 h 76871"/>
                <a:gd name="connsiteX2" fmla="*/ 10304 w 16337"/>
                <a:gd name="connsiteY2" fmla="*/ 75448 h 76871"/>
                <a:gd name="connsiteX3" fmla="*/ 12937 w 16337"/>
                <a:gd name="connsiteY3" fmla="*/ 68459 h 76871"/>
                <a:gd name="connsiteX4" fmla="*/ 15456 w 16337"/>
                <a:gd name="connsiteY4" fmla="*/ 25577 h 76871"/>
                <a:gd name="connsiteX5" fmla="*/ 11217 w 16337"/>
                <a:gd name="connsiteY5" fmla="*/ 5714 h 76871"/>
                <a:gd name="connsiteX0" fmla="*/ 1217 w 16337"/>
                <a:gd name="connsiteY0" fmla="*/ 0 h 76871"/>
                <a:gd name="connsiteX1" fmla="*/ 0 w 16337"/>
                <a:gd name="connsiteY1" fmla="*/ 40311 h 76871"/>
                <a:gd name="connsiteX2" fmla="*/ 10304 w 16337"/>
                <a:gd name="connsiteY2" fmla="*/ 75448 h 76871"/>
                <a:gd name="connsiteX3" fmla="*/ 12937 w 16337"/>
                <a:gd name="connsiteY3" fmla="*/ 68459 h 76871"/>
                <a:gd name="connsiteX4" fmla="*/ 15456 w 16337"/>
                <a:gd name="connsiteY4" fmla="*/ 25577 h 76871"/>
                <a:gd name="connsiteX5" fmla="*/ 11217 w 16337"/>
                <a:gd name="connsiteY5" fmla="*/ 5714 h 768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337" h="76871">
                  <a:moveTo>
                    <a:pt x="1217" y="0"/>
                  </a:moveTo>
                  <a:cubicBezTo>
                    <a:pt x="1383" y="3425"/>
                    <a:pt x="2810" y="4016"/>
                    <a:pt x="0" y="40311"/>
                  </a:cubicBezTo>
                  <a:cubicBezTo>
                    <a:pt x="2716" y="42307"/>
                    <a:pt x="5266" y="42295"/>
                    <a:pt x="10304" y="75448"/>
                  </a:cubicBezTo>
                  <a:cubicBezTo>
                    <a:pt x="12365" y="79698"/>
                    <a:pt x="11678" y="73559"/>
                    <a:pt x="12937" y="68459"/>
                  </a:cubicBezTo>
                  <a:cubicBezTo>
                    <a:pt x="18165" y="63453"/>
                    <a:pt x="15934" y="34555"/>
                    <a:pt x="15456" y="25577"/>
                  </a:cubicBezTo>
                  <a:cubicBezTo>
                    <a:pt x="14979" y="16599"/>
                    <a:pt x="11485" y="9686"/>
                    <a:pt x="11217" y="5714"/>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00" name="Freeform 832">
              <a:extLst>
                <a:ext uri="{FF2B5EF4-FFF2-40B4-BE49-F238E27FC236}">
                  <a16:creationId xmlns:a16="http://schemas.microsoft.com/office/drawing/2014/main" id="{62B4A287-57B6-7DF6-108E-E89972F72555}"/>
                </a:ext>
              </a:extLst>
            </p:cNvPr>
            <p:cNvSpPr>
              <a:spLocks/>
            </p:cNvSpPr>
            <p:nvPr/>
          </p:nvSpPr>
          <p:spPr bwMode="auto">
            <a:xfrm>
              <a:off x="4465220" y="1328329"/>
              <a:ext cx="256313" cy="157570"/>
            </a:xfrm>
            <a:custGeom>
              <a:avLst/>
              <a:gdLst/>
              <a:ahLst/>
              <a:cxnLst>
                <a:cxn ang="0">
                  <a:pos x="82" y="39"/>
                </a:cxn>
                <a:cxn ang="0">
                  <a:pos x="81" y="50"/>
                </a:cxn>
                <a:cxn ang="0">
                  <a:pos x="81" y="50"/>
                </a:cxn>
                <a:cxn ang="0">
                  <a:pos x="70" y="50"/>
                </a:cxn>
                <a:cxn ang="0">
                  <a:pos x="29" y="8"/>
                </a:cxn>
                <a:cxn ang="0">
                  <a:pos x="0" y="1"/>
                </a:cxn>
              </a:cxnLst>
              <a:rect l="0" t="0" r="r" b="b"/>
              <a:pathLst>
                <a:path w="85" h="53">
                  <a:moveTo>
                    <a:pt x="82" y="39"/>
                  </a:moveTo>
                  <a:cubicBezTo>
                    <a:pt x="85" y="42"/>
                    <a:pt x="85" y="47"/>
                    <a:pt x="81" y="50"/>
                  </a:cubicBezTo>
                  <a:cubicBezTo>
                    <a:pt x="81" y="50"/>
                    <a:pt x="81" y="50"/>
                    <a:pt x="81" y="50"/>
                  </a:cubicBezTo>
                  <a:cubicBezTo>
                    <a:pt x="78" y="53"/>
                    <a:pt x="73" y="53"/>
                    <a:pt x="70" y="50"/>
                  </a:cubicBezTo>
                  <a:cubicBezTo>
                    <a:pt x="70" y="50"/>
                    <a:pt x="41" y="14"/>
                    <a:pt x="29" y="8"/>
                  </a:cubicBezTo>
                  <a:cubicBezTo>
                    <a:pt x="13" y="0"/>
                    <a:pt x="0" y="1"/>
                    <a:pt x="0" y="1"/>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01" name="Freeform 833">
              <a:extLst>
                <a:ext uri="{FF2B5EF4-FFF2-40B4-BE49-F238E27FC236}">
                  <a16:creationId xmlns:a16="http://schemas.microsoft.com/office/drawing/2014/main" id="{8B28E9A5-B583-C82A-8876-F9EB7A2C5B87}"/>
                </a:ext>
              </a:extLst>
            </p:cNvPr>
            <p:cNvSpPr>
              <a:spLocks/>
            </p:cNvSpPr>
            <p:nvPr/>
          </p:nvSpPr>
          <p:spPr bwMode="auto">
            <a:xfrm>
              <a:off x="4643799" y="1343036"/>
              <a:ext cx="119753" cy="119753"/>
            </a:xfrm>
            <a:custGeom>
              <a:avLst/>
              <a:gdLst/>
              <a:ahLst/>
              <a:cxnLst>
                <a:cxn ang="0">
                  <a:pos x="11" y="0"/>
                </a:cxn>
                <a:cxn ang="0">
                  <a:pos x="37" y="26"/>
                </a:cxn>
                <a:cxn ang="0">
                  <a:pos x="37" y="37"/>
                </a:cxn>
                <a:cxn ang="0">
                  <a:pos x="37" y="37"/>
                </a:cxn>
                <a:cxn ang="0">
                  <a:pos x="25" y="37"/>
                </a:cxn>
                <a:cxn ang="0">
                  <a:pos x="0" y="11"/>
                </a:cxn>
              </a:cxnLst>
              <a:rect l="0" t="0" r="r" b="b"/>
              <a:pathLst>
                <a:path w="40" h="40">
                  <a:moveTo>
                    <a:pt x="11" y="0"/>
                  </a:moveTo>
                  <a:cubicBezTo>
                    <a:pt x="37" y="26"/>
                    <a:pt x="37" y="26"/>
                    <a:pt x="37" y="26"/>
                  </a:cubicBezTo>
                  <a:cubicBezTo>
                    <a:pt x="40" y="29"/>
                    <a:pt x="40" y="34"/>
                    <a:pt x="37" y="37"/>
                  </a:cubicBezTo>
                  <a:cubicBezTo>
                    <a:pt x="37" y="37"/>
                    <a:pt x="37" y="37"/>
                    <a:pt x="37" y="37"/>
                  </a:cubicBezTo>
                  <a:cubicBezTo>
                    <a:pt x="33" y="40"/>
                    <a:pt x="29" y="40"/>
                    <a:pt x="25" y="37"/>
                  </a:cubicBezTo>
                  <a:cubicBezTo>
                    <a:pt x="0" y="11"/>
                    <a:pt x="0" y="11"/>
                    <a:pt x="0" y="11"/>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02" name="Freeform 834">
              <a:extLst>
                <a:ext uri="{FF2B5EF4-FFF2-40B4-BE49-F238E27FC236}">
                  <a16:creationId xmlns:a16="http://schemas.microsoft.com/office/drawing/2014/main" id="{1335EA35-4371-FB60-D61B-2F3DD6FB7303}"/>
                </a:ext>
              </a:extLst>
            </p:cNvPr>
            <p:cNvSpPr>
              <a:spLocks/>
            </p:cNvSpPr>
            <p:nvPr/>
          </p:nvSpPr>
          <p:spPr bwMode="auto">
            <a:xfrm>
              <a:off x="4708927" y="1269504"/>
              <a:ext cx="153368" cy="159670"/>
            </a:xfrm>
            <a:custGeom>
              <a:avLst/>
              <a:gdLst/>
              <a:ahLst/>
              <a:cxnLst>
                <a:cxn ang="0">
                  <a:pos x="17" y="0"/>
                </a:cxn>
                <a:cxn ang="0">
                  <a:pos x="48" y="39"/>
                </a:cxn>
                <a:cxn ang="0">
                  <a:pos x="48" y="50"/>
                </a:cxn>
                <a:cxn ang="0">
                  <a:pos x="48" y="50"/>
                </a:cxn>
                <a:cxn ang="0">
                  <a:pos x="37" y="50"/>
                </a:cxn>
                <a:cxn ang="0">
                  <a:pos x="0" y="13"/>
                </a:cxn>
              </a:cxnLst>
              <a:rect l="0" t="0" r="r" b="b"/>
              <a:pathLst>
                <a:path w="51" h="53">
                  <a:moveTo>
                    <a:pt x="17" y="0"/>
                  </a:moveTo>
                  <a:cubicBezTo>
                    <a:pt x="48" y="39"/>
                    <a:pt x="48" y="39"/>
                    <a:pt x="48" y="39"/>
                  </a:cubicBezTo>
                  <a:cubicBezTo>
                    <a:pt x="51" y="42"/>
                    <a:pt x="51" y="47"/>
                    <a:pt x="48" y="50"/>
                  </a:cubicBezTo>
                  <a:cubicBezTo>
                    <a:pt x="48" y="50"/>
                    <a:pt x="48" y="50"/>
                    <a:pt x="48" y="50"/>
                  </a:cubicBezTo>
                  <a:cubicBezTo>
                    <a:pt x="45" y="53"/>
                    <a:pt x="40" y="53"/>
                    <a:pt x="37" y="50"/>
                  </a:cubicBezTo>
                  <a:cubicBezTo>
                    <a:pt x="0" y="13"/>
                    <a:pt x="0" y="13"/>
                    <a:pt x="0" y="13"/>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12" name="Freeform 836">
              <a:extLst>
                <a:ext uri="{FF2B5EF4-FFF2-40B4-BE49-F238E27FC236}">
                  <a16:creationId xmlns:a16="http://schemas.microsoft.com/office/drawing/2014/main" id="{B380128A-9CA0-CDE8-C689-3D8C20049014}"/>
                </a:ext>
              </a:extLst>
            </p:cNvPr>
            <p:cNvSpPr>
              <a:spLocks/>
            </p:cNvSpPr>
            <p:nvPr/>
          </p:nvSpPr>
          <p:spPr bwMode="auto">
            <a:xfrm>
              <a:off x="4759349" y="1393458"/>
              <a:ext cx="42018" cy="42018"/>
            </a:xfrm>
            <a:custGeom>
              <a:avLst/>
              <a:gdLst/>
              <a:ahLst/>
              <a:cxnLst>
                <a:cxn ang="0">
                  <a:pos x="11" y="0"/>
                </a:cxn>
                <a:cxn ang="0">
                  <a:pos x="11" y="11"/>
                </a:cxn>
                <a:cxn ang="0">
                  <a:pos x="11" y="11"/>
                </a:cxn>
                <a:cxn ang="0">
                  <a:pos x="0" y="11"/>
                </a:cxn>
              </a:cxnLst>
              <a:rect l="0" t="0" r="r" b="b"/>
              <a:pathLst>
                <a:path w="14" h="14">
                  <a:moveTo>
                    <a:pt x="11" y="0"/>
                  </a:moveTo>
                  <a:cubicBezTo>
                    <a:pt x="14" y="3"/>
                    <a:pt x="14" y="8"/>
                    <a:pt x="11" y="11"/>
                  </a:cubicBezTo>
                  <a:cubicBezTo>
                    <a:pt x="11" y="11"/>
                    <a:pt x="11" y="11"/>
                    <a:pt x="11" y="11"/>
                  </a:cubicBezTo>
                  <a:cubicBezTo>
                    <a:pt x="8" y="14"/>
                    <a:pt x="3" y="14"/>
                    <a:pt x="0" y="11"/>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14" name="Freeform 837">
              <a:extLst>
                <a:ext uri="{FF2B5EF4-FFF2-40B4-BE49-F238E27FC236}">
                  <a16:creationId xmlns:a16="http://schemas.microsoft.com/office/drawing/2014/main" id="{E0489FB7-577A-6B2F-C119-7545BC6BE9DE}"/>
                </a:ext>
              </a:extLst>
            </p:cNvPr>
            <p:cNvSpPr>
              <a:spLocks/>
            </p:cNvSpPr>
            <p:nvPr/>
          </p:nvSpPr>
          <p:spPr bwMode="auto">
            <a:xfrm>
              <a:off x="4777923" y="1191368"/>
              <a:ext cx="201270" cy="181079"/>
            </a:xfrm>
            <a:custGeom>
              <a:avLst/>
              <a:gdLst>
                <a:gd name="connsiteX0" fmla="*/ 0 w 10000"/>
                <a:gd name="connsiteY0" fmla="*/ 15355 h 15355"/>
                <a:gd name="connsiteX1" fmla="*/ 10000 w 10000"/>
                <a:gd name="connsiteY1" fmla="*/ 5355 h 15355"/>
                <a:gd name="connsiteX0" fmla="*/ 1126 w 11126"/>
                <a:gd name="connsiteY0" fmla="*/ 28564 h 28564"/>
                <a:gd name="connsiteX1" fmla="*/ 11126 w 11126"/>
                <a:gd name="connsiteY1" fmla="*/ 18564 h 28564"/>
                <a:gd name="connsiteX0" fmla="*/ 297 w 10297"/>
                <a:gd name="connsiteY0" fmla="*/ 29089 h 29089"/>
                <a:gd name="connsiteX1" fmla="*/ 6293 w 10297"/>
                <a:gd name="connsiteY1" fmla="*/ 9619 h 29089"/>
                <a:gd name="connsiteX2" fmla="*/ 10297 w 10297"/>
                <a:gd name="connsiteY2" fmla="*/ 19089 h 29089"/>
                <a:gd name="connsiteX0" fmla="*/ 0 w 10084"/>
                <a:gd name="connsiteY0" fmla="*/ 42139 h 42139"/>
                <a:gd name="connsiteX1" fmla="*/ 10084 w 10084"/>
                <a:gd name="connsiteY1" fmla="*/ 0 h 42139"/>
                <a:gd name="connsiteX2" fmla="*/ 10000 w 10084"/>
                <a:gd name="connsiteY2" fmla="*/ 32139 h 42139"/>
                <a:gd name="connsiteX0" fmla="*/ 22 w 10106"/>
                <a:gd name="connsiteY0" fmla="*/ 42139 h 42139"/>
                <a:gd name="connsiteX1" fmla="*/ 10106 w 10106"/>
                <a:gd name="connsiteY1" fmla="*/ 0 h 42139"/>
                <a:gd name="connsiteX2" fmla="*/ 10022 w 10106"/>
                <a:gd name="connsiteY2" fmla="*/ 32139 h 42139"/>
                <a:gd name="connsiteX0" fmla="*/ 0 w 10719"/>
                <a:gd name="connsiteY0" fmla="*/ 42139 h 42139"/>
                <a:gd name="connsiteX1" fmla="*/ 10084 w 10719"/>
                <a:gd name="connsiteY1" fmla="*/ 0 h 42139"/>
                <a:gd name="connsiteX2" fmla="*/ 10000 w 10719"/>
                <a:gd name="connsiteY2" fmla="*/ 32139 h 42139"/>
                <a:gd name="connsiteX0" fmla="*/ 0 w 10719"/>
                <a:gd name="connsiteY0" fmla="*/ 42139 h 42139"/>
                <a:gd name="connsiteX1" fmla="*/ 10084 w 10719"/>
                <a:gd name="connsiteY1" fmla="*/ 0 h 42139"/>
                <a:gd name="connsiteX2" fmla="*/ 10000 w 10719"/>
                <a:gd name="connsiteY2" fmla="*/ 32139 h 42139"/>
                <a:gd name="connsiteX0" fmla="*/ 4995 w 14995"/>
                <a:gd name="connsiteY0" fmla="*/ 41572 h 41572"/>
                <a:gd name="connsiteX1" fmla="*/ 3931 w 14995"/>
                <a:gd name="connsiteY1" fmla="*/ 0 h 41572"/>
                <a:gd name="connsiteX2" fmla="*/ 14995 w 14995"/>
                <a:gd name="connsiteY2" fmla="*/ 31572 h 41572"/>
                <a:gd name="connsiteX0" fmla="*/ 4391 w 14391"/>
                <a:gd name="connsiteY0" fmla="*/ 46672 h 46672"/>
                <a:gd name="connsiteX1" fmla="*/ 4070 w 14391"/>
                <a:gd name="connsiteY1" fmla="*/ 0 h 46672"/>
                <a:gd name="connsiteX2" fmla="*/ 14391 w 14391"/>
                <a:gd name="connsiteY2" fmla="*/ 36672 h 46672"/>
                <a:gd name="connsiteX0" fmla="*/ 4391 w 14391"/>
                <a:gd name="connsiteY0" fmla="*/ 46672 h 46672"/>
                <a:gd name="connsiteX1" fmla="*/ 4070 w 14391"/>
                <a:gd name="connsiteY1" fmla="*/ 0 h 46672"/>
                <a:gd name="connsiteX2" fmla="*/ 14391 w 14391"/>
                <a:gd name="connsiteY2" fmla="*/ 36672 h 46672"/>
                <a:gd name="connsiteX0" fmla="*/ 4391 w 14391"/>
                <a:gd name="connsiteY0" fmla="*/ 46672 h 46672"/>
                <a:gd name="connsiteX1" fmla="*/ 4070 w 14391"/>
                <a:gd name="connsiteY1" fmla="*/ 0 h 46672"/>
                <a:gd name="connsiteX2" fmla="*/ 14391 w 14391"/>
                <a:gd name="connsiteY2" fmla="*/ 36672 h 46672"/>
                <a:gd name="connsiteX0" fmla="*/ 4391 w 14391"/>
                <a:gd name="connsiteY0" fmla="*/ 47121 h 47121"/>
                <a:gd name="connsiteX1" fmla="*/ 4070 w 14391"/>
                <a:gd name="connsiteY1" fmla="*/ 449 h 47121"/>
                <a:gd name="connsiteX2" fmla="*/ 10758 w 14391"/>
                <a:gd name="connsiteY2" fmla="*/ 24251 h 47121"/>
                <a:gd name="connsiteX3" fmla="*/ 14391 w 14391"/>
                <a:gd name="connsiteY3" fmla="*/ 37121 h 47121"/>
                <a:gd name="connsiteX0" fmla="*/ 4391 w 14669"/>
                <a:gd name="connsiteY0" fmla="*/ 49827 h 49827"/>
                <a:gd name="connsiteX1" fmla="*/ 4070 w 14669"/>
                <a:gd name="connsiteY1" fmla="*/ 3155 h 49827"/>
                <a:gd name="connsiteX2" fmla="*/ 13917 w 14669"/>
                <a:gd name="connsiteY2" fmla="*/ 4288 h 49827"/>
                <a:gd name="connsiteX3" fmla="*/ 14391 w 14669"/>
                <a:gd name="connsiteY3" fmla="*/ 39827 h 49827"/>
                <a:gd name="connsiteX0" fmla="*/ 4391 w 14391"/>
                <a:gd name="connsiteY0" fmla="*/ 49827 h 49827"/>
                <a:gd name="connsiteX1" fmla="*/ 4070 w 14391"/>
                <a:gd name="connsiteY1" fmla="*/ 3155 h 49827"/>
                <a:gd name="connsiteX2" fmla="*/ 13917 w 14391"/>
                <a:gd name="connsiteY2" fmla="*/ 4288 h 49827"/>
                <a:gd name="connsiteX3" fmla="*/ 14391 w 14391"/>
                <a:gd name="connsiteY3" fmla="*/ 39827 h 49827"/>
                <a:gd name="connsiteX0" fmla="*/ 2362 w 12362"/>
                <a:gd name="connsiteY0" fmla="*/ 46922 h 46922"/>
                <a:gd name="connsiteX1" fmla="*/ 4642 w 12362"/>
                <a:gd name="connsiteY1" fmla="*/ 14985 h 46922"/>
                <a:gd name="connsiteX2" fmla="*/ 11888 w 12362"/>
                <a:gd name="connsiteY2" fmla="*/ 1383 h 46922"/>
                <a:gd name="connsiteX3" fmla="*/ 12362 w 12362"/>
                <a:gd name="connsiteY3" fmla="*/ 36922 h 46922"/>
                <a:gd name="connsiteX0" fmla="*/ 2362 w 12362"/>
                <a:gd name="connsiteY0" fmla="*/ 46213 h 46213"/>
                <a:gd name="connsiteX1" fmla="*/ 4642 w 12362"/>
                <a:gd name="connsiteY1" fmla="*/ 14276 h 46213"/>
                <a:gd name="connsiteX2" fmla="*/ 11888 w 12362"/>
                <a:gd name="connsiteY2" fmla="*/ 674 h 46213"/>
                <a:gd name="connsiteX3" fmla="*/ 12362 w 12362"/>
                <a:gd name="connsiteY3" fmla="*/ 36213 h 46213"/>
                <a:gd name="connsiteX0" fmla="*/ 2362 w 12631"/>
                <a:gd name="connsiteY0" fmla="*/ 42873 h 42873"/>
                <a:gd name="connsiteX1" fmla="*/ 4642 w 12631"/>
                <a:gd name="connsiteY1" fmla="*/ 10936 h 42873"/>
                <a:gd name="connsiteX2" fmla="*/ 12631 w 12631"/>
                <a:gd name="connsiteY2" fmla="*/ 734 h 42873"/>
                <a:gd name="connsiteX3" fmla="*/ 12362 w 12631"/>
                <a:gd name="connsiteY3" fmla="*/ 32873 h 42873"/>
                <a:gd name="connsiteX0" fmla="*/ 2362 w 12631"/>
                <a:gd name="connsiteY0" fmla="*/ 42873 h 42873"/>
                <a:gd name="connsiteX1" fmla="*/ 4642 w 12631"/>
                <a:gd name="connsiteY1" fmla="*/ 10936 h 42873"/>
                <a:gd name="connsiteX2" fmla="*/ 12631 w 12631"/>
                <a:gd name="connsiteY2" fmla="*/ 734 h 42873"/>
                <a:gd name="connsiteX3" fmla="*/ 12362 w 12631"/>
                <a:gd name="connsiteY3" fmla="*/ 32873 h 42873"/>
                <a:gd name="connsiteX0" fmla="*/ 2925 w 13194"/>
                <a:gd name="connsiteY0" fmla="*/ 42873 h 42873"/>
                <a:gd name="connsiteX1" fmla="*/ 4462 w 13194"/>
                <a:gd name="connsiteY1" fmla="*/ 10936 h 42873"/>
                <a:gd name="connsiteX2" fmla="*/ 13194 w 13194"/>
                <a:gd name="connsiteY2" fmla="*/ 734 h 42873"/>
                <a:gd name="connsiteX3" fmla="*/ 12925 w 13194"/>
                <a:gd name="connsiteY3" fmla="*/ 32873 h 42873"/>
                <a:gd name="connsiteX0" fmla="*/ 2925 w 13194"/>
                <a:gd name="connsiteY0" fmla="*/ 43095 h 43095"/>
                <a:gd name="connsiteX1" fmla="*/ 4462 w 13194"/>
                <a:gd name="connsiteY1" fmla="*/ 11158 h 43095"/>
                <a:gd name="connsiteX2" fmla="*/ 13194 w 13194"/>
                <a:gd name="connsiteY2" fmla="*/ 956 h 43095"/>
                <a:gd name="connsiteX3" fmla="*/ 12925 w 13194"/>
                <a:gd name="connsiteY3" fmla="*/ 33095 h 43095"/>
                <a:gd name="connsiteX0" fmla="*/ 0 w 10269"/>
                <a:gd name="connsiteY0" fmla="*/ 43095 h 43095"/>
                <a:gd name="connsiteX1" fmla="*/ 1537 w 10269"/>
                <a:gd name="connsiteY1" fmla="*/ 11158 h 43095"/>
                <a:gd name="connsiteX2" fmla="*/ 10269 w 10269"/>
                <a:gd name="connsiteY2" fmla="*/ 956 h 43095"/>
                <a:gd name="connsiteX3" fmla="*/ 10000 w 10269"/>
                <a:gd name="connsiteY3" fmla="*/ 33095 h 43095"/>
                <a:gd name="connsiteX0" fmla="*/ 6717 w 16986"/>
                <a:gd name="connsiteY0" fmla="*/ 43095 h 43095"/>
                <a:gd name="connsiteX1" fmla="*/ 8254 w 16986"/>
                <a:gd name="connsiteY1" fmla="*/ 11158 h 43095"/>
                <a:gd name="connsiteX2" fmla="*/ 16986 w 16986"/>
                <a:gd name="connsiteY2" fmla="*/ 956 h 43095"/>
                <a:gd name="connsiteX3" fmla="*/ 16717 w 16986"/>
                <a:gd name="connsiteY3" fmla="*/ 33095 h 43095"/>
                <a:gd name="connsiteX0" fmla="*/ 7516 w 17785"/>
                <a:gd name="connsiteY0" fmla="*/ 43095 h 43095"/>
                <a:gd name="connsiteX1" fmla="*/ 9053 w 17785"/>
                <a:gd name="connsiteY1" fmla="*/ 11158 h 43095"/>
                <a:gd name="connsiteX2" fmla="*/ 17785 w 17785"/>
                <a:gd name="connsiteY2" fmla="*/ 956 h 43095"/>
                <a:gd name="connsiteX3" fmla="*/ 17516 w 17785"/>
                <a:gd name="connsiteY3" fmla="*/ 33095 h 43095"/>
                <a:gd name="connsiteX0" fmla="*/ 5296 w 15565"/>
                <a:gd name="connsiteY0" fmla="*/ 43095 h 43095"/>
                <a:gd name="connsiteX1" fmla="*/ 6833 w 15565"/>
                <a:gd name="connsiteY1" fmla="*/ 11158 h 43095"/>
                <a:gd name="connsiteX2" fmla="*/ 15565 w 15565"/>
                <a:gd name="connsiteY2" fmla="*/ 956 h 43095"/>
                <a:gd name="connsiteX3" fmla="*/ 15296 w 15565"/>
                <a:gd name="connsiteY3" fmla="*/ 33095 h 43095"/>
                <a:gd name="connsiteX0" fmla="*/ 5436 w 15705"/>
                <a:gd name="connsiteY0" fmla="*/ 43095 h 43095"/>
                <a:gd name="connsiteX1" fmla="*/ 6973 w 15705"/>
                <a:gd name="connsiteY1" fmla="*/ 11158 h 43095"/>
                <a:gd name="connsiteX2" fmla="*/ 15705 w 15705"/>
                <a:gd name="connsiteY2" fmla="*/ 956 h 43095"/>
                <a:gd name="connsiteX3" fmla="*/ 15436 w 15705"/>
                <a:gd name="connsiteY3" fmla="*/ 33095 h 43095"/>
              </a:gdLst>
              <a:ahLst/>
              <a:cxnLst>
                <a:cxn ang="0">
                  <a:pos x="connsiteX0" y="connsiteY0"/>
                </a:cxn>
                <a:cxn ang="0">
                  <a:pos x="connsiteX1" y="connsiteY1"/>
                </a:cxn>
                <a:cxn ang="0">
                  <a:pos x="connsiteX2" y="connsiteY2"/>
                </a:cxn>
                <a:cxn ang="0">
                  <a:pos x="connsiteX3" y="connsiteY3"/>
                </a:cxn>
              </a:cxnLst>
              <a:rect l="l" t="t" r="r" b="b"/>
              <a:pathLst>
                <a:path w="15705" h="43095">
                  <a:moveTo>
                    <a:pt x="5436" y="43095"/>
                  </a:moveTo>
                  <a:cubicBezTo>
                    <a:pt x="4710" y="33016"/>
                    <a:pt x="-7350" y="16136"/>
                    <a:pt x="6973" y="11158"/>
                  </a:cubicBezTo>
                  <a:cubicBezTo>
                    <a:pt x="10078" y="20380"/>
                    <a:pt x="13985" y="-5156"/>
                    <a:pt x="15705" y="956"/>
                  </a:cubicBezTo>
                  <a:cubicBezTo>
                    <a:pt x="13523" y="21236"/>
                    <a:pt x="14831" y="30950"/>
                    <a:pt x="15436" y="33095"/>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43" name="Freeform 838">
              <a:extLst>
                <a:ext uri="{FF2B5EF4-FFF2-40B4-BE49-F238E27FC236}">
                  <a16:creationId xmlns:a16="http://schemas.microsoft.com/office/drawing/2014/main" id="{397201F4-8A7A-657D-854B-762515A5F20A}"/>
                </a:ext>
              </a:extLst>
            </p:cNvPr>
            <p:cNvSpPr>
              <a:spLocks/>
            </p:cNvSpPr>
            <p:nvPr/>
          </p:nvSpPr>
          <p:spPr bwMode="auto">
            <a:xfrm>
              <a:off x="4492533" y="1159357"/>
              <a:ext cx="207992" cy="24009"/>
            </a:xfrm>
            <a:custGeom>
              <a:avLst/>
              <a:gdLst>
                <a:gd name="connsiteX0" fmla="*/ 43 w 10043"/>
                <a:gd name="connsiteY0" fmla="*/ 0 h 24361"/>
                <a:gd name="connsiteX1" fmla="*/ 10043 w 10043"/>
                <a:gd name="connsiteY1" fmla="*/ 5714 h 24361"/>
                <a:gd name="connsiteX0" fmla="*/ 0 w 10000"/>
                <a:gd name="connsiteY0" fmla="*/ 0 h 32895"/>
                <a:gd name="connsiteX1" fmla="*/ 2905 w 10000"/>
                <a:gd name="connsiteY1" fmla="*/ 24443 h 32895"/>
                <a:gd name="connsiteX2" fmla="*/ 10000 w 10000"/>
                <a:gd name="connsiteY2" fmla="*/ 5714 h 32895"/>
                <a:gd name="connsiteX0" fmla="*/ 0 w 10000"/>
                <a:gd name="connsiteY0" fmla="*/ 0 h 25200"/>
                <a:gd name="connsiteX1" fmla="*/ 2905 w 10000"/>
                <a:gd name="connsiteY1" fmla="*/ 24443 h 25200"/>
                <a:gd name="connsiteX2" fmla="*/ 10000 w 10000"/>
                <a:gd name="connsiteY2" fmla="*/ 5714 h 25200"/>
                <a:gd name="connsiteX0" fmla="*/ 0 w 10000"/>
                <a:gd name="connsiteY0" fmla="*/ 0 h 5714"/>
                <a:gd name="connsiteX1" fmla="*/ 10000 w 10000"/>
                <a:gd name="connsiteY1" fmla="*/ 5714 h 5714"/>
              </a:gdLst>
              <a:ahLst/>
              <a:cxnLst>
                <a:cxn ang="0">
                  <a:pos x="connsiteX0" y="connsiteY0"/>
                </a:cxn>
                <a:cxn ang="0">
                  <a:pos x="connsiteX1" y="connsiteY1"/>
                </a:cxn>
              </a:cxnLst>
              <a:rect l="l" t="t" r="r" b="b"/>
              <a:pathLst>
                <a:path w="10000" h="5714">
                  <a:moveTo>
                    <a:pt x="0" y="0"/>
                  </a:moveTo>
                  <a:lnTo>
                    <a:pt x="10000" y="5714"/>
                  </a:ln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sp>
          <p:nvSpPr>
            <p:cNvPr id="144" name="Freeform 835">
              <a:extLst>
                <a:ext uri="{FF2B5EF4-FFF2-40B4-BE49-F238E27FC236}">
                  <a16:creationId xmlns:a16="http://schemas.microsoft.com/office/drawing/2014/main" id="{90341983-AF37-A83C-087B-5FC7153D93C6}"/>
                </a:ext>
              </a:extLst>
            </p:cNvPr>
            <p:cNvSpPr>
              <a:spLocks/>
            </p:cNvSpPr>
            <p:nvPr/>
          </p:nvSpPr>
          <p:spPr bwMode="auto">
            <a:xfrm>
              <a:off x="4591275" y="1168659"/>
              <a:ext cx="384470" cy="132359"/>
            </a:xfrm>
            <a:custGeom>
              <a:avLst/>
              <a:gdLst/>
              <a:ahLst/>
              <a:cxnLst>
                <a:cxn ang="0">
                  <a:pos x="128" y="7"/>
                </a:cxn>
                <a:cxn ang="0">
                  <a:pos x="99" y="18"/>
                </a:cxn>
                <a:cxn ang="0">
                  <a:pos x="53" y="0"/>
                </a:cxn>
                <a:cxn ang="0">
                  <a:pos x="6" y="20"/>
                </a:cxn>
                <a:cxn ang="0">
                  <a:pos x="1" y="30"/>
                </a:cxn>
                <a:cxn ang="0">
                  <a:pos x="1" y="30"/>
                </a:cxn>
                <a:cxn ang="0">
                  <a:pos x="12" y="34"/>
                </a:cxn>
                <a:cxn ang="0">
                  <a:pos x="44" y="22"/>
                </a:cxn>
                <a:cxn ang="0">
                  <a:pos x="72" y="42"/>
                </a:cxn>
                <a:cxn ang="0">
                  <a:pos x="90" y="41"/>
                </a:cxn>
              </a:cxnLst>
              <a:rect l="0" t="0" r="r" b="b"/>
              <a:pathLst>
                <a:path w="128" h="44">
                  <a:moveTo>
                    <a:pt x="128" y="7"/>
                  </a:moveTo>
                  <a:cubicBezTo>
                    <a:pt x="128" y="7"/>
                    <a:pt x="108" y="19"/>
                    <a:pt x="99" y="18"/>
                  </a:cubicBezTo>
                  <a:cubicBezTo>
                    <a:pt x="86" y="17"/>
                    <a:pt x="66" y="1"/>
                    <a:pt x="53" y="0"/>
                  </a:cubicBezTo>
                  <a:cubicBezTo>
                    <a:pt x="45" y="0"/>
                    <a:pt x="6" y="20"/>
                    <a:pt x="6" y="20"/>
                  </a:cubicBezTo>
                  <a:cubicBezTo>
                    <a:pt x="2" y="21"/>
                    <a:pt x="0" y="26"/>
                    <a:pt x="1" y="30"/>
                  </a:cubicBezTo>
                  <a:cubicBezTo>
                    <a:pt x="1" y="30"/>
                    <a:pt x="1" y="30"/>
                    <a:pt x="1" y="30"/>
                  </a:cubicBezTo>
                  <a:cubicBezTo>
                    <a:pt x="3" y="34"/>
                    <a:pt x="8" y="36"/>
                    <a:pt x="12" y="34"/>
                  </a:cubicBezTo>
                  <a:cubicBezTo>
                    <a:pt x="44" y="22"/>
                    <a:pt x="44" y="22"/>
                    <a:pt x="44" y="22"/>
                  </a:cubicBezTo>
                  <a:cubicBezTo>
                    <a:pt x="44" y="22"/>
                    <a:pt x="59" y="39"/>
                    <a:pt x="72" y="42"/>
                  </a:cubicBezTo>
                  <a:cubicBezTo>
                    <a:pt x="83" y="44"/>
                    <a:pt x="90" y="41"/>
                    <a:pt x="90" y="41"/>
                  </a:cubicBezTo>
                </a:path>
              </a:pathLst>
            </a:custGeom>
            <a:grpFill/>
            <a:ln w="12700" cap="rnd">
              <a:solidFill>
                <a:srgbClr val="005482"/>
              </a:solidFill>
              <a:prstDash val="solid"/>
              <a:round/>
              <a:headEnd/>
              <a:tailEnd/>
            </a:ln>
          </p:spPr>
          <p:txBody>
            <a:bodyPr vert="horz" wrap="square" lIns="91440" tIns="45720" rIns="91440" bIns="45720" numCol="1" anchor="t" anchorCtr="0" compatLnSpc="1">
              <a:prstTxWarp prst="textNoShape">
                <a:avLst/>
              </a:prstTxWarp>
            </a:bodyPr>
            <a:lstStyle/>
            <a:p>
              <a:endParaRPr lang="en-GB">
                <a:latin typeface="+mj-lt"/>
                <a:cs typeface="Verdana" panose="020B0604030504040204" pitchFamily="34" charset="0"/>
              </a:endParaRPr>
            </a:p>
          </p:txBody>
        </p:sp>
      </p:grpSp>
      <p:grpSp>
        <p:nvGrpSpPr>
          <p:cNvPr id="145" name="Group 144">
            <a:extLst>
              <a:ext uri="{FF2B5EF4-FFF2-40B4-BE49-F238E27FC236}">
                <a16:creationId xmlns:a16="http://schemas.microsoft.com/office/drawing/2014/main" id="{2CE6B654-DF88-B847-88D2-5B01C238AC4F}"/>
              </a:ext>
            </a:extLst>
          </p:cNvPr>
          <p:cNvGrpSpPr/>
          <p:nvPr/>
        </p:nvGrpSpPr>
        <p:grpSpPr>
          <a:xfrm>
            <a:off x="2135894" y="2125166"/>
            <a:ext cx="257477" cy="243397"/>
            <a:chOff x="1909540" y="1220457"/>
            <a:chExt cx="415317" cy="392602"/>
          </a:xfrm>
          <a:solidFill>
            <a:srgbClr val="FFFFFF"/>
          </a:solidFill>
        </p:grpSpPr>
        <p:sp>
          <p:nvSpPr>
            <p:cNvPr id="146" name="Freeform 77">
              <a:extLst>
                <a:ext uri="{FF2B5EF4-FFF2-40B4-BE49-F238E27FC236}">
                  <a16:creationId xmlns:a16="http://schemas.microsoft.com/office/drawing/2014/main" id="{2497D10D-9865-3214-642E-4B0113D1B544}"/>
                </a:ext>
              </a:extLst>
            </p:cNvPr>
            <p:cNvSpPr>
              <a:spLocks/>
            </p:cNvSpPr>
            <p:nvPr/>
          </p:nvSpPr>
          <p:spPr bwMode="auto">
            <a:xfrm>
              <a:off x="2242783" y="1337443"/>
              <a:ext cx="82074" cy="90037"/>
            </a:xfrm>
            <a:custGeom>
              <a:avLst/>
              <a:gdLst>
                <a:gd name="T0" fmla="*/ 18 w 57"/>
                <a:gd name="T1" fmla="*/ 62 h 62"/>
                <a:gd name="T2" fmla="*/ 54 w 57"/>
                <a:gd name="T3" fmla="*/ 31 h 62"/>
                <a:gd name="T4" fmla="*/ 31 w 57"/>
                <a:gd name="T5" fmla="*/ 0 h 62"/>
                <a:gd name="T6" fmla="*/ 4 w 57"/>
                <a:gd name="T7" fmla="*/ 26 h 62"/>
                <a:gd name="T8" fmla="*/ 18 w 57"/>
                <a:gd name="T9" fmla="*/ 62 h 62"/>
              </a:gdLst>
              <a:ahLst/>
              <a:cxnLst>
                <a:cxn ang="0">
                  <a:pos x="T0" y="T1"/>
                </a:cxn>
                <a:cxn ang="0">
                  <a:pos x="T2" y="T3"/>
                </a:cxn>
                <a:cxn ang="0">
                  <a:pos x="T4" y="T5"/>
                </a:cxn>
                <a:cxn ang="0">
                  <a:pos x="T6" y="T7"/>
                </a:cxn>
                <a:cxn ang="0">
                  <a:pos x="T8" y="T9"/>
                </a:cxn>
              </a:cxnLst>
              <a:rect l="0" t="0" r="r" b="b"/>
              <a:pathLst>
                <a:path w="57" h="62">
                  <a:moveTo>
                    <a:pt x="18" y="62"/>
                  </a:moveTo>
                  <a:cubicBezTo>
                    <a:pt x="32" y="62"/>
                    <a:pt x="49" y="55"/>
                    <a:pt x="54" y="31"/>
                  </a:cubicBezTo>
                  <a:cubicBezTo>
                    <a:pt x="57" y="15"/>
                    <a:pt x="46" y="0"/>
                    <a:pt x="31" y="0"/>
                  </a:cubicBezTo>
                  <a:cubicBezTo>
                    <a:pt x="16" y="0"/>
                    <a:pt x="8" y="8"/>
                    <a:pt x="4" y="26"/>
                  </a:cubicBezTo>
                  <a:cubicBezTo>
                    <a:pt x="0" y="42"/>
                    <a:pt x="4" y="62"/>
                    <a:pt x="18"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47" name="Freeform 78">
              <a:extLst>
                <a:ext uri="{FF2B5EF4-FFF2-40B4-BE49-F238E27FC236}">
                  <a16:creationId xmlns:a16="http://schemas.microsoft.com/office/drawing/2014/main" id="{7534A5A4-30DC-2B2C-CA55-685CAEF4706C}"/>
                </a:ext>
              </a:extLst>
            </p:cNvPr>
            <p:cNvSpPr>
              <a:spLocks/>
            </p:cNvSpPr>
            <p:nvPr/>
          </p:nvSpPr>
          <p:spPr bwMode="auto">
            <a:xfrm>
              <a:off x="1910811" y="1337443"/>
              <a:ext cx="82687" cy="90037"/>
            </a:xfrm>
            <a:custGeom>
              <a:avLst/>
              <a:gdLst>
                <a:gd name="T0" fmla="*/ 39 w 57"/>
                <a:gd name="T1" fmla="*/ 62 h 62"/>
                <a:gd name="T2" fmla="*/ 53 w 57"/>
                <a:gd name="T3" fmla="*/ 26 h 62"/>
                <a:gd name="T4" fmla="*/ 26 w 57"/>
                <a:gd name="T5" fmla="*/ 0 h 62"/>
                <a:gd name="T6" fmla="*/ 3 w 57"/>
                <a:gd name="T7" fmla="*/ 31 h 62"/>
                <a:gd name="T8" fmla="*/ 39 w 57"/>
                <a:gd name="T9" fmla="*/ 62 h 62"/>
              </a:gdLst>
              <a:ahLst/>
              <a:cxnLst>
                <a:cxn ang="0">
                  <a:pos x="T0" y="T1"/>
                </a:cxn>
                <a:cxn ang="0">
                  <a:pos x="T2" y="T3"/>
                </a:cxn>
                <a:cxn ang="0">
                  <a:pos x="T4" y="T5"/>
                </a:cxn>
                <a:cxn ang="0">
                  <a:pos x="T6" y="T7"/>
                </a:cxn>
                <a:cxn ang="0">
                  <a:pos x="T8" y="T9"/>
                </a:cxn>
              </a:cxnLst>
              <a:rect l="0" t="0" r="r" b="b"/>
              <a:pathLst>
                <a:path w="57" h="62">
                  <a:moveTo>
                    <a:pt x="39" y="62"/>
                  </a:moveTo>
                  <a:cubicBezTo>
                    <a:pt x="53" y="62"/>
                    <a:pt x="57" y="42"/>
                    <a:pt x="53" y="26"/>
                  </a:cubicBezTo>
                  <a:cubicBezTo>
                    <a:pt x="50" y="9"/>
                    <a:pt x="41" y="0"/>
                    <a:pt x="26" y="0"/>
                  </a:cubicBezTo>
                  <a:cubicBezTo>
                    <a:pt x="11" y="0"/>
                    <a:pt x="0" y="15"/>
                    <a:pt x="3" y="31"/>
                  </a:cubicBezTo>
                  <a:cubicBezTo>
                    <a:pt x="8" y="55"/>
                    <a:pt x="25" y="62"/>
                    <a:pt x="39"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48" name="Freeform 79">
              <a:extLst>
                <a:ext uri="{FF2B5EF4-FFF2-40B4-BE49-F238E27FC236}">
                  <a16:creationId xmlns:a16="http://schemas.microsoft.com/office/drawing/2014/main" id="{31EB0A14-A171-4A1C-DE32-189E086010EA}"/>
                </a:ext>
              </a:extLst>
            </p:cNvPr>
            <p:cNvSpPr>
              <a:spLocks/>
            </p:cNvSpPr>
            <p:nvPr/>
          </p:nvSpPr>
          <p:spPr bwMode="auto">
            <a:xfrm>
              <a:off x="2006653" y="1420131"/>
              <a:ext cx="218793" cy="192928"/>
            </a:xfrm>
            <a:custGeom>
              <a:avLst/>
              <a:gdLst>
                <a:gd name="T0" fmla="*/ 273 w 280"/>
                <a:gd name="T1" fmla="*/ 10 h 124"/>
                <a:gd name="T2" fmla="*/ 244 w 280"/>
                <a:gd name="T3" fmla="*/ 18 h 124"/>
                <a:gd name="T4" fmla="*/ 237 w 280"/>
                <a:gd name="T5" fmla="*/ 17 h 124"/>
                <a:gd name="T6" fmla="*/ 227 w 280"/>
                <a:gd name="T7" fmla="*/ 49 h 124"/>
                <a:gd name="T8" fmla="*/ 227 w 280"/>
                <a:gd name="T9" fmla="*/ 94 h 124"/>
                <a:gd name="T10" fmla="*/ 214 w 280"/>
                <a:gd name="T11" fmla="*/ 94 h 124"/>
                <a:gd name="T12" fmla="*/ 214 w 280"/>
                <a:gd name="T13" fmla="*/ 27 h 124"/>
                <a:gd name="T14" fmla="*/ 188 w 280"/>
                <a:gd name="T15" fmla="*/ 0 h 124"/>
                <a:gd name="T16" fmla="*/ 92 w 280"/>
                <a:gd name="T17" fmla="*/ 0 h 124"/>
                <a:gd name="T18" fmla="*/ 66 w 280"/>
                <a:gd name="T19" fmla="*/ 27 h 124"/>
                <a:gd name="T20" fmla="*/ 66 w 280"/>
                <a:gd name="T21" fmla="*/ 94 h 124"/>
                <a:gd name="T22" fmla="*/ 53 w 280"/>
                <a:gd name="T23" fmla="*/ 94 h 124"/>
                <a:gd name="T24" fmla="*/ 53 w 280"/>
                <a:gd name="T25" fmla="*/ 49 h 124"/>
                <a:gd name="T26" fmla="*/ 44 w 280"/>
                <a:gd name="T27" fmla="*/ 17 h 124"/>
                <a:gd name="T28" fmla="*/ 36 w 280"/>
                <a:gd name="T29" fmla="*/ 18 h 124"/>
                <a:gd name="T30" fmla="*/ 7 w 280"/>
                <a:gd name="T31" fmla="*/ 10 h 124"/>
                <a:gd name="T32" fmla="*/ 0 w 280"/>
                <a:gd name="T33" fmla="*/ 28 h 124"/>
                <a:gd name="T34" fmla="*/ 0 w 280"/>
                <a:gd name="T35" fmla="*/ 97 h 124"/>
                <a:gd name="T36" fmla="*/ 0 w 280"/>
                <a:gd name="T37" fmla="*/ 98 h 124"/>
                <a:gd name="T38" fmla="*/ 26 w 280"/>
                <a:gd name="T39" fmla="*/ 124 h 124"/>
                <a:gd name="T40" fmla="*/ 254 w 280"/>
                <a:gd name="T41" fmla="*/ 124 h 124"/>
                <a:gd name="T42" fmla="*/ 280 w 280"/>
                <a:gd name="T43" fmla="*/ 98 h 124"/>
                <a:gd name="T44" fmla="*/ 280 w 280"/>
                <a:gd name="T45" fmla="*/ 97 h 124"/>
                <a:gd name="T46" fmla="*/ 280 w 280"/>
                <a:gd name="T47" fmla="*/ 28 h 124"/>
                <a:gd name="T48" fmla="*/ 273 w 280"/>
                <a:gd name="T49" fmla="*/ 10 h 124"/>
                <a:gd name="connsiteX0" fmla="*/ 9845 w 10095"/>
                <a:gd name="connsiteY0" fmla="*/ 806 h 10000"/>
                <a:gd name="connsiteX1" fmla="*/ 8809 w 10095"/>
                <a:gd name="connsiteY1" fmla="*/ 1452 h 10000"/>
                <a:gd name="connsiteX2" fmla="*/ 8559 w 10095"/>
                <a:gd name="connsiteY2" fmla="*/ 1371 h 10000"/>
                <a:gd name="connsiteX3" fmla="*/ 8202 w 10095"/>
                <a:gd name="connsiteY3" fmla="*/ 3952 h 10000"/>
                <a:gd name="connsiteX4" fmla="*/ 8202 w 10095"/>
                <a:gd name="connsiteY4" fmla="*/ 7581 h 10000"/>
                <a:gd name="connsiteX5" fmla="*/ 7738 w 10095"/>
                <a:gd name="connsiteY5" fmla="*/ 7581 h 10000"/>
                <a:gd name="connsiteX6" fmla="*/ 7738 w 10095"/>
                <a:gd name="connsiteY6" fmla="*/ 2177 h 10000"/>
                <a:gd name="connsiteX7" fmla="*/ 6809 w 10095"/>
                <a:gd name="connsiteY7" fmla="*/ 0 h 10000"/>
                <a:gd name="connsiteX8" fmla="*/ 3381 w 10095"/>
                <a:gd name="connsiteY8" fmla="*/ 0 h 10000"/>
                <a:gd name="connsiteX9" fmla="*/ 2452 w 10095"/>
                <a:gd name="connsiteY9" fmla="*/ 2177 h 10000"/>
                <a:gd name="connsiteX10" fmla="*/ 2452 w 10095"/>
                <a:gd name="connsiteY10" fmla="*/ 7581 h 10000"/>
                <a:gd name="connsiteX11" fmla="*/ 1988 w 10095"/>
                <a:gd name="connsiteY11" fmla="*/ 7581 h 10000"/>
                <a:gd name="connsiteX12" fmla="*/ 1988 w 10095"/>
                <a:gd name="connsiteY12" fmla="*/ 3952 h 10000"/>
                <a:gd name="connsiteX13" fmla="*/ 1666 w 10095"/>
                <a:gd name="connsiteY13" fmla="*/ 1371 h 10000"/>
                <a:gd name="connsiteX14" fmla="*/ 1381 w 10095"/>
                <a:gd name="connsiteY14" fmla="*/ 1452 h 10000"/>
                <a:gd name="connsiteX15" fmla="*/ 95 w 10095"/>
                <a:gd name="connsiteY15" fmla="*/ 2258 h 10000"/>
                <a:gd name="connsiteX16" fmla="*/ 95 w 10095"/>
                <a:gd name="connsiteY16" fmla="*/ 7823 h 10000"/>
                <a:gd name="connsiteX17" fmla="*/ 95 w 10095"/>
                <a:gd name="connsiteY17" fmla="*/ 7903 h 10000"/>
                <a:gd name="connsiteX18" fmla="*/ 1024 w 10095"/>
                <a:gd name="connsiteY18" fmla="*/ 10000 h 10000"/>
                <a:gd name="connsiteX19" fmla="*/ 9166 w 10095"/>
                <a:gd name="connsiteY19" fmla="*/ 10000 h 10000"/>
                <a:gd name="connsiteX20" fmla="*/ 10095 w 10095"/>
                <a:gd name="connsiteY20" fmla="*/ 7903 h 10000"/>
                <a:gd name="connsiteX21" fmla="*/ 10095 w 10095"/>
                <a:gd name="connsiteY21" fmla="*/ 7823 h 10000"/>
                <a:gd name="connsiteX22" fmla="*/ 10095 w 10095"/>
                <a:gd name="connsiteY22" fmla="*/ 2258 h 10000"/>
                <a:gd name="connsiteX23" fmla="*/ 9845 w 10095"/>
                <a:gd name="connsiteY23" fmla="*/ 806 h 10000"/>
                <a:gd name="connsiteX0" fmla="*/ 9750 w 10000"/>
                <a:gd name="connsiteY0" fmla="*/ 806 h 10000"/>
                <a:gd name="connsiteX1" fmla="*/ 8714 w 10000"/>
                <a:gd name="connsiteY1" fmla="*/ 1452 h 10000"/>
                <a:gd name="connsiteX2" fmla="*/ 8464 w 10000"/>
                <a:gd name="connsiteY2" fmla="*/ 1371 h 10000"/>
                <a:gd name="connsiteX3" fmla="*/ 8107 w 10000"/>
                <a:gd name="connsiteY3" fmla="*/ 3952 h 10000"/>
                <a:gd name="connsiteX4" fmla="*/ 8107 w 10000"/>
                <a:gd name="connsiteY4" fmla="*/ 7581 h 10000"/>
                <a:gd name="connsiteX5" fmla="*/ 7643 w 10000"/>
                <a:gd name="connsiteY5" fmla="*/ 7581 h 10000"/>
                <a:gd name="connsiteX6" fmla="*/ 7643 w 10000"/>
                <a:gd name="connsiteY6" fmla="*/ 2177 h 10000"/>
                <a:gd name="connsiteX7" fmla="*/ 6714 w 10000"/>
                <a:gd name="connsiteY7" fmla="*/ 0 h 10000"/>
                <a:gd name="connsiteX8" fmla="*/ 3286 w 10000"/>
                <a:gd name="connsiteY8" fmla="*/ 0 h 10000"/>
                <a:gd name="connsiteX9" fmla="*/ 2357 w 10000"/>
                <a:gd name="connsiteY9" fmla="*/ 2177 h 10000"/>
                <a:gd name="connsiteX10" fmla="*/ 2357 w 10000"/>
                <a:gd name="connsiteY10" fmla="*/ 7581 h 10000"/>
                <a:gd name="connsiteX11" fmla="*/ 1893 w 10000"/>
                <a:gd name="connsiteY11" fmla="*/ 7581 h 10000"/>
                <a:gd name="connsiteX12" fmla="*/ 1893 w 10000"/>
                <a:gd name="connsiteY12" fmla="*/ 3952 h 10000"/>
                <a:gd name="connsiteX13" fmla="*/ 1571 w 10000"/>
                <a:gd name="connsiteY13" fmla="*/ 1371 h 10000"/>
                <a:gd name="connsiteX14" fmla="*/ 1286 w 10000"/>
                <a:gd name="connsiteY14" fmla="*/ 1452 h 10000"/>
                <a:gd name="connsiteX15" fmla="*/ 0 w 10000"/>
                <a:gd name="connsiteY15" fmla="*/ 7823 h 10000"/>
                <a:gd name="connsiteX16" fmla="*/ 0 w 10000"/>
                <a:gd name="connsiteY16" fmla="*/ 7903 h 10000"/>
                <a:gd name="connsiteX17" fmla="*/ 929 w 10000"/>
                <a:gd name="connsiteY17" fmla="*/ 10000 h 10000"/>
                <a:gd name="connsiteX18" fmla="*/ 9071 w 10000"/>
                <a:gd name="connsiteY18" fmla="*/ 10000 h 10000"/>
                <a:gd name="connsiteX19" fmla="*/ 10000 w 10000"/>
                <a:gd name="connsiteY19" fmla="*/ 7903 h 10000"/>
                <a:gd name="connsiteX20" fmla="*/ 10000 w 10000"/>
                <a:gd name="connsiteY20" fmla="*/ 7823 h 10000"/>
                <a:gd name="connsiteX21" fmla="*/ 10000 w 10000"/>
                <a:gd name="connsiteY21" fmla="*/ 2258 h 10000"/>
                <a:gd name="connsiteX22" fmla="*/ 9750 w 10000"/>
                <a:gd name="connsiteY22" fmla="*/ 806 h 10000"/>
                <a:gd name="connsiteX0" fmla="*/ 9754 w 10004"/>
                <a:gd name="connsiteY0" fmla="*/ 806 h 10000"/>
                <a:gd name="connsiteX1" fmla="*/ 8718 w 10004"/>
                <a:gd name="connsiteY1" fmla="*/ 1452 h 10000"/>
                <a:gd name="connsiteX2" fmla="*/ 8468 w 10004"/>
                <a:gd name="connsiteY2" fmla="*/ 1371 h 10000"/>
                <a:gd name="connsiteX3" fmla="*/ 8111 w 10004"/>
                <a:gd name="connsiteY3" fmla="*/ 3952 h 10000"/>
                <a:gd name="connsiteX4" fmla="*/ 8111 w 10004"/>
                <a:gd name="connsiteY4" fmla="*/ 7581 h 10000"/>
                <a:gd name="connsiteX5" fmla="*/ 7647 w 10004"/>
                <a:gd name="connsiteY5" fmla="*/ 7581 h 10000"/>
                <a:gd name="connsiteX6" fmla="*/ 7647 w 10004"/>
                <a:gd name="connsiteY6" fmla="*/ 2177 h 10000"/>
                <a:gd name="connsiteX7" fmla="*/ 6718 w 10004"/>
                <a:gd name="connsiteY7" fmla="*/ 0 h 10000"/>
                <a:gd name="connsiteX8" fmla="*/ 3290 w 10004"/>
                <a:gd name="connsiteY8" fmla="*/ 0 h 10000"/>
                <a:gd name="connsiteX9" fmla="*/ 2361 w 10004"/>
                <a:gd name="connsiteY9" fmla="*/ 2177 h 10000"/>
                <a:gd name="connsiteX10" fmla="*/ 2361 w 10004"/>
                <a:gd name="connsiteY10" fmla="*/ 7581 h 10000"/>
                <a:gd name="connsiteX11" fmla="*/ 1897 w 10004"/>
                <a:gd name="connsiteY11" fmla="*/ 7581 h 10000"/>
                <a:gd name="connsiteX12" fmla="*/ 1897 w 10004"/>
                <a:gd name="connsiteY12" fmla="*/ 3952 h 10000"/>
                <a:gd name="connsiteX13" fmla="*/ 1575 w 10004"/>
                <a:gd name="connsiteY13" fmla="*/ 1371 h 10000"/>
                <a:gd name="connsiteX14" fmla="*/ 1290 w 10004"/>
                <a:gd name="connsiteY14" fmla="*/ 1452 h 10000"/>
                <a:gd name="connsiteX15" fmla="*/ 4 w 10004"/>
                <a:gd name="connsiteY15" fmla="*/ 7903 h 10000"/>
                <a:gd name="connsiteX16" fmla="*/ 933 w 10004"/>
                <a:gd name="connsiteY16" fmla="*/ 10000 h 10000"/>
                <a:gd name="connsiteX17" fmla="*/ 9075 w 10004"/>
                <a:gd name="connsiteY17" fmla="*/ 10000 h 10000"/>
                <a:gd name="connsiteX18" fmla="*/ 10004 w 10004"/>
                <a:gd name="connsiteY18" fmla="*/ 7903 h 10000"/>
                <a:gd name="connsiteX19" fmla="*/ 10004 w 10004"/>
                <a:gd name="connsiteY19" fmla="*/ 7823 h 10000"/>
                <a:gd name="connsiteX20" fmla="*/ 10004 w 10004"/>
                <a:gd name="connsiteY20" fmla="*/ 2258 h 10000"/>
                <a:gd name="connsiteX21" fmla="*/ 9754 w 10004"/>
                <a:gd name="connsiteY21" fmla="*/ 806 h 10000"/>
                <a:gd name="connsiteX0" fmla="*/ 9337 w 9587"/>
                <a:gd name="connsiteY0" fmla="*/ 806 h 10633"/>
                <a:gd name="connsiteX1" fmla="*/ 8301 w 9587"/>
                <a:gd name="connsiteY1" fmla="*/ 1452 h 10633"/>
                <a:gd name="connsiteX2" fmla="*/ 8051 w 9587"/>
                <a:gd name="connsiteY2" fmla="*/ 1371 h 10633"/>
                <a:gd name="connsiteX3" fmla="*/ 7694 w 9587"/>
                <a:gd name="connsiteY3" fmla="*/ 3952 h 10633"/>
                <a:gd name="connsiteX4" fmla="*/ 7694 w 9587"/>
                <a:gd name="connsiteY4" fmla="*/ 7581 h 10633"/>
                <a:gd name="connsiteX5" fmla="*/ 7230 w 9587"/>
                <a:gd name="connsiteY5" fmla="*/ 7581 h 10633"/>
                <a:gd name="connsiteX6" fmla="*/ 7230 w 9587"/>
                <a:gd name="connsiteY6" fmla="*/ 2177 h 10633"/>
                <a:gd name="connsiteX7" fmla="*/ 6301 w 9587"/>
                <a:gd name="connsiteY7" fmla="*/ 0 h 10633"/>
                <a:gd name="connsiteX8" fmla="*/ 2873 w 9587"/>
                <a:gd name="connsiteY8" fmla="*/ 0 h 10633"/>
                <a:gd name="connsiteX9" fmla="*/ 1944 w 9587"/>
                <a:gd name="connsiteY9" fmla="*/ 2177 h 10633"/>
                <a:gd name="connsiteX10" fmla="*/ 1944 w 9587"/>
                <a:gd name="connsiteY10" fmla="*/ 7581 h 10633"/>
                <a:gd name="connsiteX11" fmla="*/ 1480 w 9587"/>
                <a:gd name="connsiteY11" fmla="*/ 7581 h 10633"/>
                <a:gd name="connsiteX12" fmla="*/ 1480 w 9587"/>
                <a:gd name="connsiteY12" fmla="*/ 3952 h 10633"/>
                <a:gd name="connsiteX13" fmla="*/ 1158 w 9587"/>
                <a:gd name="connsiteY13" fmla="*/ 1371 h 10633"/>
                <a:gd name="connsiteX14" fmla="*/ 873 w 9587"/>
                <a:gd name="connsiteY14" fmla="*/ 1452 h 10633"/>
                <a:gd name="connsiteX15" fmla="*/ 516 w 9587"/>
                <a:gd name="connsiteY15" fmla="*/ 10000 h 10633"/>
                <a:gd name="connsiteX16" fmla="*/ 8658 w 9587"/>
                <a:gd name="connsiteY16" fmla="*/ 10000 h 10633"/>
                <a:gd name="connsiteX17" fmla="*/ 9587 w 9587"/>
                <a:gd name="connsiteY17" fmla="*/ 7903 h 10633"/>
                <a:gd name="connsiteX18" fmla="*/ 9587 w 9587"/>
                <a:gd name="connsiteY18" fmla="*/ 7823 h 10633"/>
                <a:gd name="connsiteX19" fmla="*/ 9587 w 9587"/>
                <a:gd name="connsiteY19" fmla="*/ 2258 h 10633"/>
                <a:gd name="connsiteX20" fmla="*/ 9337 w 9587"/>
                <a:gd name="connsiteY20" fmla="*/ 806 h 10633"/>
                <a:gd name="connsiteX0" fmla="*/ 9671 w 9932"/>
                <a:gd name="connsiteY0" fmla="*/ 758 h 10006"/>
                <a:gd name="connsiteX1" fmla="*/ 8591 w 9932"/>
                <a:gd name="connsiteY1" fmla="*/ 1366 h 10006"/>
                <a:gd name="connsiteX2" fmla="*/ 8330 w 9932"/>
                <a:gd name="connsiteY2" fmla="*/ 1289 h 10006"/>
                <a:gd name="connsiteX3" fmla="*/ 7957 w 9932"/>
                <a:gd name="connsiteY3" fmla="*/ 3717 h 10006"/>
                <a:gd name="connsiteX4" fmla="*/ 7957 w 9932"/>
                <a:gd name="connsiteY4" fmla="*/ 7130 h 10006"/>
                <a:gd name="connsiteX5" fmla="*/ 7473 w 9932"/>
                <a:gd name="connsiteY5" fmla="*/ 7130 h 10006"/>
                <a:gd name="connsiteX6" fmla="*/ 7473 w 9932"/>
                <a:gd name="connsiteY6" fmla="*/ 2047 h 10006"/>
                <a:gd name="connsiteX7" fmla="*/ 6504 w 9932"/>
                <a:gd name="connsiteY7" fmla="*/ 0 h 10006"/>
                <a:gd name="connsiteX8" fmla="*/ 2929 w 9932"/>
                <a:gd name="connsiteY8" fmla="*/ 0 h 10006"/>
                <a:gd name="connsiteX9" fmla="*/ 1960 w 9932"/>
                <a:gd name="connsiteY9" fmla="*/ 2047 h 10006"/>
                <a:gd name="connsiteX10" fmla="*/ 1960 w 9932"/>
                <a:gd name="connsiteY10" fmla="*/ 7130 h 10006"/>
                <a:gd name="connsiteX11" fmla="*/ 1476 w 9932"/>
                <a:gd name="connsiteY11" fmla="*/ 7130 h 10006"/>
                <a:gd name="connsiteX12" fmla="*/ 1476 w 9932"/>
                <a:gd name="connsiteY12" fmla="*/ 3717 h 10006"/>
                <a:gd name="connsiteX13" fmla="*/ 1140 w 9932"/>
                <a:gd name="connsiteY13" fmla="*/ 1289 h 10006"/>
                <a:gd name="connsiteX14" fmla="*/ 470 w 9932"/>
                <a:gd name="connsiteY14" fmla="*/ 9405 h 10006"/>
                <a:gd name="connsiteX15" fmla="*/ 8963 w 9932"/>
                <a:gd name="connsiteY15" fmla="*/ 9405 h 10006"/>
                <a:gd name="connsiteX16" fmla="*/ 9932 w 9932"/>
                <a:gd name="connsiteY16" fmla="*/ 7433 h 10006"/>
                <a:gd name="connsiteX17" fmla="*/ 9932 w 9932"/>
                <a:gd name="connsiteY17" fmla="*/ 7357 h 10006"/>
                <a:gd name="connsiteX18" fmla="*/ 9932 w 9932"/>
                <a:gd name="connsiteY18" fmla="*/ 2124 h 10006"/>
                <a:gd name="connsiteX19" fmla="*/ 9671 w 9932"/>
                <a:gd name="connsiteY19" fmla="*/ 758 h 10006"/>
                <a:gd name="connsiteX0" fmla="*/ 9663 w 9926"/>
                <a:gd name="connsiteY0" fmla="*/ 758 h 9819"/>
                <a:gd name="connsiteX1" fmla="*/ 8576 w 9926"/>
                <a:gd name="connsiteY1" fmla="*/ 1365 h 9819"/>
                <a:gd name="connsiteX2" fmla="*/ 8313 w 9926"/>
                <a:gd name="connsiteY2" fmla="*/ 1288 h 9819"/>
                <a:gd name="connsiteX3" fmla="*/ 7937 w 9926"/>
                <a:gd name="connsiteY3" fmla="*/ 3715 h 9819"/>
                <a:gd name="connsiteX4" fmla="*/ 7937 w 9926"/>
                <a:gd name="connsiteY4" fmla="*/ 7126 h 9819"/>
                <a:gd name="connsiteX5" fmla="*/ 7450 w 9926"/>
                <a:gd name="connsiteY5" fmla="*/ 7126 h 9819"/>
                <a:gd name="connsiteX6" fmla="*/ 7450 w 9926"/>
                <a:gd name="connsiteY6" fmla="*/ 2046 h 9819"/>
                <a:gd name="connsiteX7" fmla="*/ 6475 w 9926"/>
                <a:gd name="connsiteY7" fmla="*/ 0 h 9819"/>
                <a:gd name="connsiteX8" fmla="*/ 2875 w 9926"/>
                <a:gd name="connsiteY8" fmla="*/ 0 h 9819"/>
                <a:gd name="connsiteX9" fmla="*/ 1899 w 9926"/>
                <a:gd name="connsiteY9" fmla="*/ 2046 h 9819"/>
                <a:gd name="connsiteX10" fmla="*/ 1899 w 9926"/>
                <a:gd name="connsiteY10" fmla="*/ 7126 h 9819"/>
                <a:gd name="connsiteX11" fmla="*/ 1412 w 9926"/>
                <a:gd name="connsiteY11" fmla="*/ 7126 h 9819"/>
                <a:gd name="connsiteX12" fmla="*/ 1412 w 9926"/>
                <a:gd name="connsiteY12" fmla="*/ 3715 h 9819"/>
                <a:gd name="connsiteX13" fmla="*/ 399 w 9926"/>
                <a:gd name="connsiteY13" fmla="*/ 9399 h 9819"/>
                <a:gd name="connsiteX14" fmla="*/ 8950 w 9926"/>
                <a:gd name="connsiteY14" fmla="*/ 9399 h 9819"/>
                <a:gd name="connsiteX15" fmla="*/ 9926 w 9926"/>
                <a:gd name="connsiteY15" fmla="*/ 7429 h 9819"/>
                <a:gd name="connsiteX16" fmla="*/ 9926 w 9926"/>
                <a:gd name="connsiteY16" fmla="*/ 7353 h 9819"/>
                <a:gd name="connsiteX17" fmla="*/ 9926 w 9926"/>
                <a:gd name="connsiteY17" fmla="*/ 2123 h 9819"/>
                <a:gd name="connsiteX18" fmla="*/ 9663 w 9926"/>
                <a:gd name="connsiteY18" fmla="*/ 758 h 9819"/>
                <a:gd name="connsiteX0" fmla="*/ 9744 w 10009"/>
                <a:gd name="connsiteY0" fmla="*/ 772 h 9743"/>
                <a:gd name="connsiteX1" fmla="*/ 8649 w 10009"/>
                <a:gd name="connsiteY1" fmla="*/ 1390 h 9743"/>
                <a:gd name="connsiteX2" fmla="*/ 8384 w 10009"/>
                <a:gd name="connsiteY2" fmla="*/ 1312 h 9743"/>
                <a:gd name="connsiteX3" fmla="*/ 8005 w 10009"/>
                <a:gd name="connsiteY3" fmla="*/ 3783 h 9743"/>
                <a:gd name="connsiteX4" fmla="*/ 8005 w 10009"/>
                <a:gd name="connsiteY4" fmla="*/ 7257 h 9743"/>
                <a:gd name="connsiteX5" fmla="*/ 7515 w 10009"/>
                <a:gd name="connsiteY5" fmla="*/ 7257 h 9743"/>
                <a:gd name="connsiteX6" fmla="*/ 7515 w 10009"/>
                <a:gd name="connsiteY6" fmla="*/ 2084 h 9743"/>
                <a:gd name="connsiteX7" fmla="*/ 6532 w 10009"/>
                <a:gd name="connsiteY7" fmla="*/ 0 h 9743"/>
                <a:gd name="connsiteX8" fmla="*/ 2905 w 10009"/>
                <a:gd name="connsiteY8" fmla="*/ 0 h 9743"/>
                <a:gd name="connsiteX9" fmla="*/ 1922 w 10009"/>
                <a:gd name="connsiteY9" fmla="*/ 2084 h 9743"/>
                <a:gd name="connsiteX10" fmla="*/ 1922 w 10009"/>
                <a:gd name="connsiteY10" fmla="*/ 7257 h 9743"/>
                <a:gd name="connsiteX11" fmla="*/ 1432 w 10009"/>
                <a:gd name="connsiteY11" fmla="*/ 7257 h 9743"/>
                <a:gd name="connsiteX12" fmla="*/ 411 w 10009"/>
                <a:gd name="connsiteY12" fmla="*/ 9572 h 9743"/>
                <a:gd name="connsiteX13" fmla="*/ 9026 w 10009"/>
                <a:gd name="connsiteY13" fmla="*/ 9572 h 9743"/>
                <a:gd name="connsiteX14" fmla="*/ 10009 w 10009"/>
                <a:gd name="connsiteY14" fmla="*/ 7566 h 9743"/>
                <a:gd name="connsiteX15" fmla="*/ 10009 w 10009"/>
                <a:gd name="connsiteY15" fmla="*/ 7489 h 9743"/>
                <a:gd name="connsiteX16" fmla="*/ 10009 w 10009"/>
                <a:gd name="connsiteY16" fmla="*/ 2162 h 9743"/>
                <a:gd name="connsiteX17" fmla="*/ 9744 w 10009"/>
                <a:gd name="connsiteY17" fmla="*/ 772 h 9743"/>
                <a:gd name="connsiteX0" fmla="*/ 8476 w 8781"/>
                <a:gd name="connsiteY0" fmla="*/ 792 h 10032"/>
                <a:gd name="connsiteX1" fmla="*/ 7382 w 8781"/>
                <a:gd name="connsiteY1" fmla="*/ 1427 h 10032"/>
                <a:gd name="connsiteX2" fmla="*/ 7117 w 8781"/>
                <a:gd name="connsiteY2" fmla="*/ 1347 h 10032"/>
                <a:gd name="connsiteX3" fmla="*/ 6739 w 8781"/>
                <a:gd name="connsiteY3" fmla="*/ 3883 h 10032"/>
                <a:gd name="connsiteX4" fmla="*/ 6739 w 8781"/>
                <a:gd name="connsiteY4" fmla="*/ 7448 h 10032"/>
                <a:gd name="connsiteX5" fmla="*/ 6249 w 8781"/>
                <a:gd name="connsiteY5" fmla="*/ 7448 h 10032"/>
                <a:gd name="connsiteX6" fmla="*/ 6249 w 8781"/>
                <a:gd name="connsiteY6" fmla="*/ 2139 h 10032"/>
                <a:gd name="connsiteX7" fmla="*/ 5267 w 8781"/>
                <a:gd name="connsiteY7" fmla="*/ 0 h 10032"/>
                <a:gd name="connsiteX8" fmla="*/ 1643 w 8781"/>
                <a:gd name="connsiteY8" fmla="*/ 0 h 10032"/>
                <a:gd name="connsiteX9" fmla="*/ 661 w 8781"/>
                <a:gd name="connsiteY9" fmla="*/ 2139 h 10032"/>
                <a:gd name="connsiteX10" fmla="*/ 661 w 8781"/>
                <a:gd name="connsiteY10" fmla="*/ 7448 h 10032"/>
                <a:gd name="connsiteX11" fmla="*/ 172 w 8781"/>
                <a:gd name="connsiteY11" fmla="*/ 7448 h 10032"/>
                <a:gd name="connsiteX12" fmla="*/ 766 w 8781"/>
                <a:gd name="connsiteY12" fmla="*/ 9694 h 10032"/>
                <a:gd name="connsiteX13" fmla="*/ 7759 w 8781"/>
                <a:gd name="connsiteY13" fmla="*/ 9824 h 10032"/>
                <a:gd name="connsiteX14" fmla="*/ 8741 w 8781"/>
                <a:gd name="connsiteY14" fmla="*/ 7766 h 10032"/>
                <a:gd name="connsiteX15" fmla="*/ 8741 w 8781"/>
                <a:gd name="connsiteY15" fmla="*/ 7687 h 10032"/>
                <a:gd name="connsiteX16" fmla="*/ 8741 w 8781"/>
                <a:gd name="connsiteY16" fmla="*/ 2219 h 10032"/>
                <a:gd name="connsiteX17" fmla="*/ 8476 w 8781"/>
                <a:gd name="connsiteY17" fmla="*/ 792 h 10032"/>
                <a:gd name="connsiteX0" fmla="*/ 9408 w 9755"/>
                <a:gd name="connsiteY0" fmla="*/ 789 h 10000"/>
                <a:gd name="connsiteX1" fmla="*/ 8162 w 9755"/>
                <a:gd name="connsiteY1" fmla="*/ 1422 h 10000"/>
                <a:gd name="connsiteX2" fmla="*/ 7860 w 9755"/>
                <a:gd name="connsiteY2" fmla="*/ 1343 h 10000"/>
                <a:gd name="connsiteX3" fmla="*/ 7430 w 9755"/>
                <a:gd name="connsiteY3" fmla="*/ 3871 h 10000"/>
                <a:gd name="connsiteX4" fmla="*/ 7430 w 9755"/>
                <a:gd name="connsiteY4" fmla="*/ 7424 h 10000"/>
                <a:gd name="connsiteX5" fmla="*/ 6872 w 9755"/>
                <a:gd name="connsiteY5" fmla="*/ 7424 h 10000"/>
                <a:gd name="connsiteX6" fmla="*/ 6872 w 9755"/>
                <a:gd name="connsiteY6" fmla="*/ 2132 h 10000"/>
                <a:gd name="connsiteX7" fmla="*/ 5753 w 9755"/>
                <a:gd name="connsiteY7" fmla="*/ 0 h 10000"/>
                <a:gd name="connsiteX8" fmla="*/ 1626 w 9755"/>
                <a:gd name="connsiteY8" fmla="*/ 0 h 10000"/>
                <a:gd name="connsiteX9" fmla="*/ 508 w 9755"/>
                <a:gd name="connsiteY9" fmla="*/ 2132 h 10000"/>
                <a:gd name="connsiteX10" fmla="*/ 508 w 9755"/>
                <a:gd name="connsiteY10" fmla="*/ 7424 h 10000"/>
                <a:gd name="connsiteX11" fmla="*/ 627 w 9755"/>
                <a:gd name="connsiteY11" fmla="*/ 9663 h 10000"/>
                <a:gd name="connsiteX12" fmla="*/ 8591 w 9755"/>
                <a:gd name="connsiteY12" fmla="*/ 9793 h 10000"/>
                <a:gd name="connsiteX13" fmla="*/ 9709 w 9755"/>
                <a:gd name="connsiteY13" fmla="*/ 7741 h 10000"/>
                <a:gd name="connsiteX14" fmla="*/ 9709 w 9755"/>
                <a:gd name="connsiteY14" fmla="*/ 7662 h 10000"/>
                <a:gd name="connsiteX15" fmla="*/ 9709 w 9755"/>
                <a:gd name="connsiteY15" fmla="*/ 2212 h 10000"/>
                <a:gd name="connsiteX16" fmla="*/ 9408 w 9755"/>
                <a:gd name="connsiteY16" fmla="*/ 789 h 10000"/>
                <a:gd name="connsiteX0" fmla="*/ 9138 w 9494"/>
                <a:gd name="connsiteY0" fmla="*/ 789 h 10417"/>
                <a:gd name="connsiteX1" fmla="*/ 7861 w 9494"/>
                <a:gd name="connsiteY1" fmla="*/ 1422 h 10417"/>
                <a:gd name="connsiteX2" fmla="*/ 7551 w 9494"/>
                <a:gd name="connsiteY2" fmla="*/ 1343 h 10417"/>
                <a:gd name="connsiteX3" fmla="*/ 7111 w 9494"/>
                <a:gd name="connsiteY3" fmla="*/ 3871 h 10417"/>
                <a:gd name="connsiteX4" fmla="*/ 7111 w 9494"/>
                <a:gd name="connsiteY4" fmla="*/ 7424 h 10417"/>
                <a:gd name="connsiteX5" fmla="*/ 6539 w 9494"/>
                <a:gd name="connsiteY5" fmla="*/ 7424 h 10417"/>
                <a:gd name="connsiteX6" fmla="*/ 6539 w 9494"/>
                <a:gd name="connsiteY6" fmla="*/ 2132 h 10417"/>
                <a:gd name="connsiteX7" fmla="*/ 5391 w 9494"/>
                <a:gd name="connsiteY7" fmla="*/ 0 h 10417"/>
                <a:gd name="connsiteX8" fmla="*/ 1161 w 9494"/>
                <a:gd name="connsiteY8" fmla="*/ 0 h 10417"/>
                <a:gd name="connsiteX9" fmla="*/ 15 w 9494"/>
                <a:gd name="connsiteY9" fmla="*/ 2132 h 10417"/>
                <a:gd name="connsiteX10" fmla="*/ 15 w 9494"/>
                <a:gd name="connsiteY10" fmla="*/ 7424 h 10417"/>
                <a:gd name="connsiteX11" fmla="*/ 137 w 9494"/>
                <a:gd name="connsiteY11" fmla="*/ 9663 h 10417"/>
                <a:gd name="connsiteX12" fmla="*/ 8301 w 9494"/>
                <a:gd name="connsiteY12" fmla="*/ 9793 h 10417"/>
                <a:gd name="connsiteX13" fmla="*/ 9447 w 9494"/>
                <a:gd name="connsiteY13" fmla="*/ 7741 h 10417"/>
                <a:gd name="connsiteX14" fmla="*/ 9447 w 9494"/>
                <a:gd name="connsiteY14" fmla="*/ 7662 h 10417"/>
                <a:gd name="connsiteX15" fmla="*/ 9447 w 9494"/>
                <a:gd name="connsiteY15" fmla="*/ 2212 h 10417"/>
                <a:gd name="connsiteX16" fmla="*/ 9138 w 9494"/>
                <a:gd name="connsiteY16" fmla="*/ 789 h 10417"/>
                <a:gd name="connsiteX0" fmla="*/ 9625 w 10000"/>
                <a:gd name="connsiteY0" fmla="*/ 757 h 10000"/>
                <a:gd name="connsiteX1" fmla="*/ 8280 w 10000"/>
                <a:gd name="connsiteY1" fmla="*/ 1365 h 10000"/>
                <a:gd name="connsiteX2" fmla="*/ 7953 w 10000"/>
                <a:gd name="connsiteY2" fmla="*/ 1289 h 10000"/>
                <a:gd name="connsiteX3" fmla="*/ 7490 w 10000"/>
                <a:gd name="connsiteY3" fmla="*/ 3716 h 10000"/>
                <a:gd name="connsiteX4" fmla="*/ 7490 w 10000"/>
                <a:gd name="connsiteY4" fmla="*/ 7127 h 10000"/>
                <a:gd name="connsiteX5" fmla="*/ 6888 w 10000"/>
                <a:gd name="connsiteY5" fmla="*/ 7127 h 10000"/>
                <a:gd name="connsiteX6" fmla="*/ 6888 w 10000"/>
                <a:gd name="connsiteY6" fmla="*/ 2047 h 10000"/>
                <a:gd name="connsiteX7" fmla="*/ 5678 w 10000"/>
                <a:gd name="connsiteY7" fmla="*/ 0 h 10000"/>
                <a:gd name="connsiteX8" fmla="*/ 1223 w 10000"/>
                <a:gd name="connsiteY8" fmla="*/ 0 h 10000"/>
                <a:gd name="connsiteX9" fmla="*/ 16 w 10000"/>
                <a:gd name="connsiteY9" fmla="*/ 2047 h 10000"/>
                <a:gd name="connsiteX10" fmla="*/ 16 w 10000"/>
                <a:gd name="connsiteY10" fmla="*/ 7127 h 10000"/>
                <a:gd name="connsiteX11" fmla="*/ 144 w 10000"/>
                <a:gd name="connsiteY11" fmla="*/ 9276 h 10000"/>
                <a:gd name="connsiteX12" fmla="*/ 8743 w 10000"/>
                <a:gd name="connsiteY12" fmla="*/ 9401 h 10000"/>
                <a:gd name="connsiteX13" fmla="*/ 9950 w 10000"/>
                <a:gd name="connsiteY13" fmla="*/ 7431 h 10000"/>
                <a:gd name="connsiteX14" fmla="*/ 9950 w 10000"/>
                <a:gd name="connsiteY14" fmla="*/ 2123 h 10000"/>
                <a:gd name="connsiteX15" fmla="*/ 9625 w 10000"/>
                <a:gd name="connsiteY15" fmla="*/ 757 h 10000"/>
                <a:gd name="connsiteX0" fmla="*/ 9625 w 10000"/>
                <a:gd name="connsiteY0" fmla="*/ 757 h 10000"/>
                <a:gd name="connsiteX1" fmla="*/ 8280 w 10000"/>
                <a:gd name="connsiteY1" fmla="*/ 1365 h 10000"/>
                <a:gd name="connsiteX2" fmla="*/ 7953 w 10000"/>
                <a:gd name="connsiteY2" fmla="*/ 1289 h 10000"/>
                <a:gd name="connsiteX3" fmla="*/ 7490 w 10000"/>
                <a:gd name="connsiteY3" fmla="*/ 3716 h 10000"/>
                <a:gd name="connsiteX4" fmla="*/ 7490 w 10000"/>
                <a:gd name="connsiteY4" fmla="*/ 7127 h 10000"/>
                <a:gd name="connsiteX5" fmla="*/ 6888 w 10000"/>
                <a:gd name="connsiteY5" fmla="*/ 7127 h 10000"/>
                <a:gd name="connsiteX6" fmla="*/ 6888 w 10000"/>
                <a:gd name="connsiteY6" fmla="*/ 2047 h 10000"/>
                <a:gd name="connsiteX7" fmla="*/ 5678 w 10000"/>
                <a:gd name="connsiteY7" fmla="*/ 0 h 10000"/>
                <a:gd name="connsiteX8" fmla="*/ 1223 w 10000"/>
                <a:gd name="connsiteY8" fmla="*/ 0 h 10000"/>
                <a:gd name="connsiteX9" fmla="*/ 16 w 10000"/>
                <a:gd name="connsiteY9" fmla="*/ 2047 h 10000"/>
                <a:gd name="connsiteX10" fmla="*/ 16 w 10000"/>
                <a:gd name="connsiteY10" fmla="*/ 7127 h 10000"/>
                <a:gd name="connsiteX11" fmla="*/ 144 w 10000"/>
                <a:gd name="connsiteY11" fmla="*/ 9276 h 10000"/>
                <a:gd name="connsiteX12" fmla="*/ 8743 w 10000"/>
                <a:gd name="connsiteY12" fmla="*/ 9401 h 10000"/>
                <a:gd name="connsiteX13" fmla="*/ 9950 w 10000"/>
                <a:gd name="connsiteY13" fmla="*/ 7431 h 10000"/>
                <a:gd name="connsiteX14" fmla="*/ 9625 w 10000"/>
                <a:gd name="connsiteY14" fmla="*/ 757 h 10000"/>
                <a:gd name="connsiteX0" fmla="*/ 9950 w 10034"/>
                <a:gd name="connsiteY0" fmla="*/ 7431 h 10000"/>
                <a:gd name="connsiteX1" fmla="*/ 8280 w 10034"/>
                <a:gd name="connsiteY1" fmla="*/ 1365 h 10000"/>
                <a:gd name="connsiteX2" fmla="*/ 7953 w 10034"/>
                <a:gd name="connsiteY2" fmla="*/ 1289 h 10000"/>
                <a:gd name="connsiteX3" fmla="*/ 7490 w 10034"/>
                <a:gd name="connsiteY3" fmla="*/ 3716 h 10000"/>
                <a:gd name="connsiteX4" fmla="*/ 7490 w 10034"/>
                <a:gd name="connsiteY4" fmla="*/ 7127 h 10000"/>
                <a:gd name="connsiteX5" fmla="*/ 6888 w 10034"/>
                <a:gd name="connsiteY5" fmla="*/ 7127 h 10000"/>
                <a:gd name="connsiteX6" fmla="*/ 6888 w 10034"/>
                <a:gd name="connsiteY6" fmla="*/ 2047 h 10000"/>
                <a:gd name="connsiteX7" fmla="*/ 5678 w 10034"/>
                <a:gd name="connsiteY7" fmla="*/ 0 h 10000"/>
                <a:gd name="connsiteX8" fmla="*/ 1223 w 10034"/>
                <a:gd name="connsiteY8" fmla="*/ 0 h 10000"/>
                <a:gd name="connsiteX9" fmla="*/ 16 w 10034"/>
                <a:gd name="connsiteY9" fmla="*/ 2047 h 10000"/>
                <a:gd name="connsiteX10" fmla="*/ 16 w 10034"/>
                <a:gd name="connsiteY10" fmla="*/ 7127 h 10000"/>
                <a:gd name="connsiteX11" fmla="*/ 144 w 10034"/>
                <a:gd name="connsiteY11" fmla="*/ 9276 h 10000"/>
                <a:gd name="connsiteX12" fmla="*/ 8743 w 10034"/>
                <a:gd name="connsiteY12" fmla="*/ 9401 h 10000"/>
                <a:gd name="connsiteX13" fmla="*/ 9950 w 10034"/>
                <a:gd name="connsiteY13" fmla="*/ 7431 h 10000"/>
                <a:gd name="connsiteX0" fmla="*/ 9950 w 10034"/>
                <a:gd name="connsiteY0" fmla="*/ 7431 h 10000"/>
                <a:gd name="connsiteX1" fmla="*/ 8280 w 10034"/>
                <a:gd name="connsiteY1" fmla="*/ 1365 h 10000"/>
                <a:gd name="connsiteX2" fmla="*/ 7490 w 10034"/>
                <a:gd name="connsiteY2" fmla="*/ 3716 h 10000"/>
                <a:gd name="connsiteX3" fmla="*/ 7490 w 10034"/>
                <a:gd name="connsiteY3" fmla="*/ 7127 h 10000"/>
                <a:gd name="connsiteX4" fmla="*/ 6888 w 10034"/>
                <a:gd name="connsiteY4" fmla="*/ 7127 h 10000"/>
                <a:gd name="connsiteX5" fmla="*/ 6888 w 10034"/>
                <a:gd name="connsiteY5" fmla="*/ 2047 h 10000"/>
                <a:gd name="connsiteX6" fmla="*/ 5678 w 10034"/>
                <a:gd name="connsiteY6" fmla="*/ 0 h 10000"/>
                <a:gd name="connsiteX7" fmla="*/ 1223 w 10034"/>
                <a:gd name="connsiteY7" fmla="*/ 0 h 10000"/>
                <a:gd name="connsiteX8" fmla="*/ 16 w 10034"/>
                <a:gd name="connsiteY8" fmla="*/ 2047 h 10000"/>
                <a:gd name="connsiteX9" fmla="*/ 16 w 10034"/>
                <a:gd name="connsiteY9" fmla="*/ 7127 h 10000"/>
                <a:gd name="connsiteX10" fmla="*/ 144 w 10034"/>
                <a:gd name="connsiteY10" fmla="*/ 9276 h 10000"/>
                <a:gd name="connsiteX11" fmla="*/ 8743 w 10034"/>
                <a:gd name="connsiteY11" fmla="*/ 9401 h 10000"/>
                <a:gd name="connsiteX12" fmla="*/ 9950 w 10034"/>
                <a:gd name="connsiteY12" fmla="*/ 7431 h 10000"/>
                <a:gd name="connsiteX0" fmla="*/ 9950 w 10034"/>
                <a:gd name="connsiteY0" fmla="*/ 7431 h 10000"/>
                <a:gd name="connsiteX1" fmla="*/ 7490 w 10034"/>
                <a:gd name="connsiteY1" fmla="*/ 3716 h 10000"/>
                <a:gd name="connsiteX2" fmla="*/ 7490 w 10034"/>
                <a:gd name="connsiteY2" fmla="*/ 7127 h 10000"/>
                <a:gd name="connsiteX3" fmla="*/ 6888 w 10034"/>
                <a:gd name="connsiteY3" fmla="*/ 7127 h 10000"/>
                <a:gd name="connsiteX4" fmla="*/ 6888 w 10034"/>
                <a:gd name="connsiteY4" fmla="*/ 2047 h 10000"/>
                <a:gd name="connsiteX5" fmla="*/ 5678 w 10034"/>
                <a:gd name="connsiteY5" fmla="*/ 0 h 10000"/>
                <a:gd name="connsiteX6" fmla="*/ 1223 w 10034"/>
                <a:gd name="connsiteY6" fmla="*/ 0 h 10000"/>
                <a:gd name="connsiteX7" fmla="*/ 16 w 10034"/>
                <a:gd name="connsiteY7" fmla="*/ 2047 h 10000"/>
                <a:gd name="connsiteX8" fmla="*/ 16 w 10034"/>
                <a:gd name="connsiteY8" fmla="*/ 7127 h 10000"/>
                <a:gd name="connsiteX9" fmla="*/ 144 w 10034"/>
                <a:gd name="connsiteY9" fmla="*/ 9276 h 10000"/>
                <a:gd name="connsiteX10" fmla="*/ 8743 w 10034"/>
                <a:gd name="connsiteY10" fmla="*/ 9401 h 10000"/>
                <a:gd name="connsiteX11" fmla="*/ 9950 w 10034"/>
                <a:gd name="connsiteY11" fmla="*/ 7431 h 10000"/>
                <a:gd name="connsiteX0" fmla="*/ 8743 w 9103"/>
                <a:gd name="connsiteY0" fmla="*/ 9401 h 10201"/>
                <a:gd name="connsiteX1" fmla="*/ 7490 w 9103"/>
                <a:gd name="connsiteY1" fmla="*/ 3716 h 10201"/>
                <a:gd name="connsiteX2" fmla="*/ 7490 w 9103"/>
                <a:gd name="connsiteY2" fmla="*/ 7127 h 10201"/>
                <a:gd name="connsiteX3" fmla="*/ 6888 w 9103"/>
                <a:gd name="connsiteY3" fmla="*/ 7127 h 10201"/>
                <a:gd name="connsiteX4" fmla="*/ 6888 w 9103"/>
                <a:gd name="connsiteY4" fmla="*/ 2047 h 10201"/>
                <a:gd name="connsiteX5" fmla="*/ 5678 w 9103"/>
                <a:gd name="connsiteY5" fmla="*/ 0 h 10201"/>
                <a:gd name="connsiteX6" fmla="*/ 1223 w 9103"/>
                <a:gd name="connsiteY6" fmla="*/ 0 h 10201"/>
                <a:gd name="connsiteX7" fmla="*/ 16 w 9103"/>
                <a:gd name="connsiteY7" fmla="*/ 2047 h 10201"/>
                <a:gd name="connsiteX8" fmla="*/ 16 w 9103"/>
                <a:gd name="connsiteY8" fmla="*/ 7127 h 10201"/>
                <a:gd name="connsiteX9" fmla="*/ 144 w 9103"/>
                <a:gd name="connsiteY9" fmla="*/ 9276 h 10201"/>
                <a:gd name="connsiteX10" fmla="*/ 8743 w 9103"/>
                <a:gd name="connsiteY10" fmla="*/ 9401 h 10201"/>
                <a:gd name="connsiteX0" fmla="*/ 9605 w 10012"/>
                <a:gd name="connsiteY0" fmla="*/ 9216 h 10000"/>
                <a:gd name="connsiteX1" fmla="*/ 8228 w 10012"/>
                <a:gd name="connsiteY1" fmla="*/ 3643 h 10000"/>
                <a:gd name="connsiteX2" fmla="*/ 7567 w 10012"/>
                <a:gd name="connsiteY2" fmla="*/ 6987 h 10000"/>
                <a:gd name="connsiteX3" fmla="*/ 7567 w 10012"/>
                <a:gd name="connsiteY3" fmla="*/ 2007 h 10000"/>
                <a:gd name="connsiteX4" fmla="*/ 6238 w 10012"/>
                <a:gd name="connsiteY4" fmla="*/ 0 h 10000"/>
                <a:gd name="connsiteX5" fmla="*/ 1344 w 10012"/>
                <a:gd name="connsiteY5" fmla="*/ 0 h 10000"/>
                <a:gd name="connsiteX6" fmla="*/ 18 w 10012"/>
                <a:gd name="connsiteY6" fmla="*/ 2007 h 10000"/>
                <a:gd name="connsiteX7" fmla="*/ 18 w 10012"/>
                <a:gd name="connsiteY7" fmla="*/ 6987 h 10000"/>
                <a:gd name="connsiteX8" fmla="*/ 158 w 10012"/>
                <a:gd name="connsiteY8" fmla="*/ 9093 h 10000"/>
                <a:gd name="connsiteX9" fmla="*/ 9605 w 10012"/>
                <a:gd name="connsiteY9" fmla="*/ 9216 h 10000"/>
                <a:gd name="connsiteX0" fmla="*/ 7788 w 8718"/>
                <a:gd name="connsiteY0" fmla="*/ 9541 h 9925"/>
                <a:gd name="connsiteX1" fmla="*/ 8647 w 8718"/>
                <a:gd name="connsiteY1" fmla="*/ 3643 h 9925"/>
                <a:gd name="connsiteX2" fmla="*/ 7986 w 8718"/>
                <a:gd name="connsiteY2" fmla="*/ 6987 h 9925"/>
                <a:gd name="connsiteX3" fmla="*/ 7986 w 8718"/>
                <a:gd name="connsiteY3" fmla="*/ 2007 h 9925"/>
                <a:gd name="connsiteX4" fmla="*/ 6657 w 8718"/>
                <a:gd name="connsiteY4" fmla="*/ 0 h 9925"/>
                <a:gd name="connsiteX5" fmla="*/ 1763 w 8718"/>
                <a:gd name="connsiteY5" fmla="*/ 0 h 9925"/>
                <a:gd name="connsiteX6" fmla="*/ 437 w 8718"/>
                <a:gd name="connsiteY6" fmla="*/ 2007 h 9925"/>
                <a:gd name="connsiteX7" fmla="*/ 437 w 8718"/>
                <a:gd name="connsiteY7" fmla="*/ 6987 h 9925"/>
                <a:gd name="connsiteX8" fmla="*/ 577 w 8718"/>
                <a:gd name="connsiteY8" fmla="*/ 9093 h 9925"/>
                <a:gd name="connsiteX9" fmla="*/ 7788 w 8718"/>
                <a:gd name="connsiteY9" fmla="*/ 9541 h 9925"/>
                <a:gd name="connsiteX0" fmla="*/ 8933 w 9617"/>
                <a:gd name="connsiteY0" fmla="*/ 9613 h 10000"/>
                <a:gd name="connsiteX1" fmla="*/ 9160 w 9617"/>
                <a:gd name="connsiteY1" fmla="*/ 7040 h 10000"/>
                <a:gd name="connsiteX2" fmla="*/ 9160 w 9617"/>
                <a:gd name="connsiteY2" fmla="*/ 2022 h 10000"/>
                <a:gd name="connsiteX3" fmla="*/ 7636 w 9617"/>
                <a:gd name="connsiteY3" fmla="*/ 0 h 10000"/>
                <a:gd name="connsiteX4" fmla="*/ 2022 w 9617"/>
                <a:gd name="connsiteY4" fmla="*/ 0 h 10000"/>
                <a:gd name="connsiteX5" fmla="*/ 501 w 9617"/>
                <a:gd name="connsiteY5" fmla="*/ 2022 h 10000"/>
                <a:gd name="connsiteX6" fmla="*/ 501 w 9617"/>
                <a:gd name="connsiteY6" fmla="*/ 7040 h 10000"/>
                <a:gd name="connsiteX7" fmla="*/ 662 w 9617"/>
                <a:gd name="connsiteY7" fmla="*/ 9162 h 10000"/>
                <a:gd name="connsiteX8" fmla="*/ 8933 w 9617"/>
                <a:gd name="connsiteY8" fmla="*/ 9613 h 10000"/>
                <a:gd name="connsiteX0" fmla="*/ 9289 w 9708"/>
                <a:gd name="connsiteY0" fmla="*/ 9613 h 10000"/>
                <a:gd name="connsiteX1" fmla="*/ 9525 w 9708"/>
                <a:gd name="connsiteY1" fmla="*/ 7040 h 10000"/>
                <a:gd name="connsiteX2" fmla="*/ 9525 w 9708"/>
                <a:gd name="connsiteY2" fmla="*/ 2022 h 10000"/>
                <a:gd name="connsiteX3" fmla="*/ 7940 w 9708"/>
                <a:gd name="connsiteY3" fmla="*/ 0 h 10000"/>
                <a:gd name="connsiteX4" fmla="*/ 2103 w 9708"/>
                <a:gd name="connsiteY4" fmla="*/ 0 h 10000"/>
                <a:gd name="connsiteX5" fmla="*/ 521 w 9708"/>
                <a:gd name="connsiteY5" fmla="*/ 2022 h 10000"/>
                <a:gd name="connsiteX6" fmla="*/ 521 w 9708"/>
                <a:gd name="connsiteY6" fmla="*/ 7040 h 10000"/>
                <a:gd name="connsiteX7" fmla="*/ 688 w 9708"/>
                <a:gd name="connsiteY7" fmla="*/ 9162 h 10000"/>
                <a:gd name="connsiteX8" fmla="*/ 9289 w 9708"/>
                <a:gd name="connsiteY8" fmla="*/ 9613 h 10000"/>
                <a:gd name="connsiteX0" fmla="*/ 9568 w 10542"/>
                <a:gd name="connsiteY0" fmla="*/ 9613 h 9856"/>
                <a:gd name="connsiteX1" fmla="*/ 9811 w 10542"/>
                <a:gd name="connsiteY1" fmla="*/ 7040 h 9856"/>
                <a:gd name="connsiteX2" fmla="*/ 9811 w 10542"/>
                <a:gd name="connsiteY2" fmla="*/ 2022 h 9856"/>
                <a:gd name="connsiteX3" fmla="*/ 8179 w 10542"/>
                <a:gd name="connsiteY3" fmla="*/ 0 h 9856"/>
                <a:gd name="connsiteX4" fmla="*/ 2166 w 10542"/>
                <a:gd name="connsiteY4" fmla="*/ 0 h 9856"/>
                <a:gd name="connsiteX5" fmla="*/ 537 w 10542"/>
                <a:gd name="connsiteY5" fmla="*/ 2022 h 9856"/>
                <a:gd name="connsiteX6" fmla="*/ 537 w 10542"/>
                <a:gd name="connsiteY6" fmla="*/ 7040 h 9856"/>
                <a:gd name="connsiteX7" fmla="*/ 709 w 10542"/>
                <a:gd name="connsiteY7" fmla="*/ 9162 h 9856"/>
                <a:gd name="connsiteX8" fmla="*/ 9568 w 10542"/>
                <a:gd name="connsiteY8" fmla="*/ 9613 h 9856"/>
                <a:gd name="connsiteX0" fmla="*/ 9076 w 9323"/>
                <a:gd name="connsiteY0" fmla="*/ 9753 h 9999"/>
                <a:gd name="connsiteX1" fmla="*/ 9307 w 9323"/>
                <a:gd name="connsiteY1" fmla="*/ 7143 h 9999"/>
                <a:gd name="connsiteX2" fmla="*/ 9307 w 9323"/>
                <a:gd name="connsiteY2" fmla="*/ 2052 h 9999"/>
                <a:gd name="connsiteX3" fmla="*/ 7758 w 9323"/>
                <a:gd name="connsiteY3" fmla="*/ 0 h 9999"/>
                <a:gd name="connsiteX4" fmla="*/ 2055 w 9323"/>
                <a:gd name="connsiteY4" fmla="*/ 0 h 9999"/>
                <a:gd name="connsiteX5" fmla="*/ 509 w 9323"/>
                <a:gd name="connsiteY5" fmla="*/ 2052 h 9999"/>
                <a:gd name="connsiteX6" fmla="*/ 509 w 9323"/>
                <a:gd name="connsiteY6" fmla="*/ 7143 h 9999"/>
                <a:gd name="connsiteX7" fmla="*/ 673 w 9323"/>
                <a:gd name="connsiteY7" fmla="*/ 9296 h 9999"/>
                <a:gd name="connsiteX8" fmla="*/ 9076 w 9323"/>
                <a:gd name="connsiteY8" fmla="*/ 9753 h 9999"/>
                <a:gd name="connsiteX0" fmla="*/ 9366 w 9632"/>
                <a:gd name="connsiteY0" fmla="*/ 9754 h 10095"/>
                <a:gd name="connsiteX1" fmla="*/ 9614 w 9632"/>
                <a:gd name="connsiteY1" fmla="*/ 7144 h 10095"/>
                <a:gd name="connsiteX2" fmla="*/ 9614 w 9632"/>
                <a:gd name="connsiteY2" fmla="*/ 2052 h 10095"/>
                <a:gd name="connsiteX3" fmla="*/ 7952 w 9632"/>
                <a:gd name="connsiteY3" fmla="*/ 0 h 10095"/>
                <a:gd name="connsiteX4" fmla="*/ 1835 w 9632"/>
                <a:gd name="connsiteY4" fmla="*/ 0 h 10095"/>
                <a:gd name="connsiteX5" fmla="*/ 177 w 9632"/>
                <a:gd name="connsiteY5" fmla="*/ 2052 h 10095"/>
                <a:gd name="connsiteX6" fmla="*/ 177 w 9632"/>
                <a:gd name="connsiteY6" fmla="*/ 7144 h 10095"/>
                <a:gd name="connsiteX7" fmla="*/ 353 w 9632"/>
                <a:gd name="connsiteY7" fmla="*/ 9297 h 10095"/>
                <a:gd name="connsiteX8" fmla="*/ 9366 w 9632"/>
                <a:gd name="connsiteY8" fmla="*/ 9754 h 1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632" h="10095">
                  <a:moveTo>
                    <a:pt x="9366" y="9754"/>
                  </a:moveTo>
                  <a:cubicBezTo>
                    <a:pt x="9648" y="8452"/>
                    <a:pt x="9572" y="8427"/>
                    <a:pt x="9614" y="7144"/>
                  </a:cubicBezTo>
                  <a:cubicBezTo>
                    <a:pt x="9655" y="5860"/>
                    <a:pt x="9614" y="3749"/>
                    <a:pt x="9614" y="2052"/>
                  </a:cubicBezTo>
                  <a:cubicBezTo>
                    <a:pt x="9614" y="911"/>
                    <a:pt x="8848" y="0"/>
                    <a:pt x="7952" y="0"/>
                  </a:cubicBezTo>
                  <a:lnTo>
                    <a:pt x="1835" y="0"/>
                  </a:lnTo>
                  <a:cubicBezTo>
                    <a:pt x="944" y="0"/>
                    <a:pt x="177" y="911"/>
                    <a:pt x="177" y="2052"/>
                  </a:cubicBezTo>
                  <a:cubicBezTo>
                    <a:pt x="177" y="3748"/>
                    <a:pt x="147" y="5935"/>
                    <a:pt x="177" y="7144"/>
                  </a:cubicBezTo>
                  <a:cubicBezTo>
                    <a:pt x="207" y="8351"/>
                    <a:pt x="-340" y="8861"/>
                    <a:pt x="353" y="9297"/>
                  </a:cubicBezTo>
                  <a:cubicBezTo>
                    <a:pt x="1699" y="10144"/>
                    <a:pt x="7404" y="10351"/>
                    <a:pt x="9366" y="9754"/>
                  </a:cubicBezTo>
                  <a:close/>
                </a:path>
              </a:pathLst>
            </a:custGeom>
            <a:grpFill/>
            <a:ln>
              <a:noFill/>
            </a:ln>
          </p:spPr>
          <p:txBody>
            <a:bodyPr vert="horz" wrap="square" lIns="91440" tIns="45720" rIns="91440" bIns="45720" numCol="1" anchor="t" anchorCtr="0" compatLnSpc="1">
              <a:prstTxWarp prst="textNoShape">
                <a:avLst/>
              </a:prstTxWarp>
            </a:bodyPr>
            <a:lstStyle/>
            <a:p>
              <a:endParaRPr lang="en-IE"/>
            </a:p>
          </p:txBody>
        </p:sp>
        <p:sp>
          <p:nvSpPr>
            <p:cNvPr id="149" name="Freeform 80">
              <a:extLst>
                <a:ext uri="{FF2B5EF4-FFF2-40B4-BE49-F238E27FC236}">
                  <a16:creationId xmlns:a16="http://schemas.microsoft.com/office/drawing/2014/main" id="{C39793CD-113D-D20C-19DB-089C92518E32}"/>
                </a:ext>
              </a:extLst>
            </p:cNvPr>
            <p:cNvSpPr>
              <a:spLocks/>
            </p:cNvSpPr>
            <p:nvPr/>
          </p:nvSpPr>
          <p:spPr bwMode="auto">
            <a:xfrm>
              <a:off x="2041272" y="1319068"/>
              <a:ext cx="153736" cy="82074"/>
            </a:xfrm>
            <a:custGeom>
              <a:avLst/>
              <a:gdLst>
                <a:gd name="T0" fmla="*/ 104 w 106"/>
                <a:gd name="T1" fmla="*/ 57 h 57"/>
                <a:gd name="T2" fmla="*/ 106 w 106"/>
                <a:gd name="T3" fmla="*/ 15 h 57"/>
                <a:gd name="T4" fmla="*/ 100 w 106"/>
                <a:gd name="T5" fmla="*/ 7 h 57"/>
                <a:gd name="T6" fmla="*/ 74 w 106"/>
                <a:gd name="T7" fmla="*/ 1 h 57"/>
                <a:gd name="T8" fmla="*/ 67 w 106"/>
                <a:gd name="T9" fmla="*/ 3 h 57"/>
                <a:gd name="T10" fmla="*/ 53 w 106"/>
                <a:gd name="T11" fmla="*/ 36 h 57"/>
                <a:gd name="T12" fmla="*/ 39 w 106"/>
                <a:gd name="T13" fmla="*/ 3 h 57"/>
                <a:gd name="T14" fmla="*/ 32 w 106"/>
                <a:gd name="T15" fmla="*/ 1 h 57"/>
                <a:gd name="T16" fmla="*/ 6 w 106"/>
                <a:gd name="T17" fmla="*/ 7 h 57"/>
                <a:gd name="T18" fmla="*/ 0 w 106"/>
                <a:gd name="T19" fmla="*/ 15 h 57"/>
                <a:gd name="T20" fmla="*/ 2 w 106"/>
                <a:gd name="T21" fmla="*/ 57 h 57"/>
                <a:gd name="T22" fmla="*/ 104 w 106"/>
                <a:gd name="T23" fmla="*/ 57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6" h="57">
                  <a:moveTo>
                    <a:pt x="104" y="57"/>
                  </a:moveTo>
                  <a:cubicBezTo>
                    <a:pt x="106" y="15"/>
                    <a:pt x="106" y="15"/>
                    <a:pt x="106" y="15"/>
                  </a:cubicBezTo>
                  <a:cubicBezTo>
                    <a:pt x="106" y="11"/>
                    <a:pt x="104" y="7"/>
                    <a:pt x="100" y="7"/>
                  </a:cubicBezTo>
                  <a:cubicBezTo>
                    <a:pt x="100" y="7"/>
                    <a:pt x="78" y="1"/>
                    <a:pt x="74" y="1"/>
                  </a:cubicBezTo>
                  <a:cubicBezTo>
                    <a:pt x="70" y="0"/>
                    <a:pt x="69" y="0"/>
                    <a:pt x="67" y="3"/>
                  </a:cubicBezTo>
                  <a:cubicBezTo>
                    <a:pt x="66" y="6"/>
                    <a:pt x="55" y="31"/>
                    <a:pt x="53" y="36"/>
                  </a:cubicBezTo>
                  <a:cubicBezTo>
                    <a:pt x="51" y="31"/>
                    <a:pt x="40" y="6"/>
                    <a:pt x="39" y="3"/>
                  </a:cubicBezTo>
                  <a:cubicBezTo>
                    <a:pt x="38" y="0"/>
                    <a:pt x="36" y="0"/>
                    <a:pt x="32" y="1"/>
                  </a:cubicBezTo>
                  <a:cubicBezTo>
                    <a:pt x="28" y="1"/>
                    <a:pt x="6" y="7"/>
                    <a:pt x="6" y="7"/>
                  </a:cubicBezTo>
                  <a:cubicBezTo>
                    <a:pt x="3" y="7"/>
                    <a:pt x="0" y="11"/>
                    <a:pt x="0" y="15"/>
                  </a:cubicBezTo>
                  <a:cubicBezTo>
                    <a:pt x="2" y="57"/>
                    <a:pt x="2" y="57"/>
                    <a:pt x="2" y="57"/>
                  </a:cubicBezTo>
                  <a:lnTo>
                    <a:pt x="104" y="57"/>
                  </a:lnTo>
                  <a:close/>
                </a:path>
              </a:pathLst>
            </a:custGeom>
            <a:grpFill/>
            <a:ln>
              <a:noFill/>
            </a:ln>
          </p:spPr>
          <p:txBody>
            <a:bodyPr vert="horz" wrap="square" lIns="91440" tIns="45720" rIns="91440" bIns="45720" numCol="1" anchor="t" anchorCtr="0" compatLnSpc="1">
              <a:prstTxWarp prst="textNoShape">
                <a:avLst/>
              </a:prstTxWarp>
            </a:bodyPr>
            <a:lstStyle/>
            <a:p>
              <a:endParaRPr lang="en-IE"/>
            </a:p>
          </p:txBody>
        </p:sp>
        <p:sp>
          <p:nvSpPr>
            <p:cNvPr id="150" name="Freeform 81">
              <a:extLst>
                <a:ext uri="{FF2B5EF4-FFF2-40B4-BE49-F238E27FC236}">
                  <a16:creationId xmlns:a16="http://schemas.microsoft.com/office/drawing/2014/main" id="{FB311646-E91E-E5DD-0E98-0C14E9840FF0}"/>
                </a:ext>
              </a:extLst>
            </p:cNvPr>
            <p:cNvSpPr>
              <a:spLocks/>
            </p:cNvSpPr>
            <p:nvPr/>
          </p:nvSpPr>
          <p:spPr bwMode="auto">
            <a:xfrm>
              <a:off x="2080472" y="1220457"/>
              <a:ext cx="75337" cy="89424"/>
            </a:xfrm>
            <a:custGeom>
              <a:avLst/>
              <a:gdLst>
                <a:gd name="T0" fmla="*/ 26 w 52"/>
                <a:gd name="T1" fmla="*/ 62 h 62"/>
                <a:gd name="T2" fmla="*/ 52 w 52"/>
                <a:gd name="T3" fmla="*/ 29 h 62"/>
                <a:gd name="T4" fmla="*/ 26 w 52"/>
                <a:gd name="T5" fmla="*/ 0 h 62"/>
                <a:gd name="T6" fmla="*/ 0 w 52"/>
                <a:gd name="T7" fmla="*/ 29 h 62"/>
                <a:gd name="T8" fmla="*/ 26 w 52"/>
                <a:gd name="T9" fmla="*/ 62 h 62"/>
              </a:gdLst>
              <a:ahLst/>
              <a:cxnLst>
                <a:cxn ang="0">
                  <a:pos x="T0" y="T1"/>
                </a:cxn>
                <a:cxn ang="0">
                  <a:pos x="T2" y="T3"/>
                </a:cxn>
                <a:cxn ang="0">
                  <a:pos x="T4" y="T5"/>
                </a:cxn>
                <a:cxn ang="0">
                  <a:pos x="T6" y="T7"/>
                </a:cxn>
                <a:cxn ang="0">
                  <a:pos x="T8" y="T9"/>
                </a:cxn>
              </a:cxnLst>
              <a:rect l="0" t="0" r="r" b="b"/>
              <a:pathLst>
                <a:path w="52" h="62">
                  <a:moveTo>
                    <a:pt x="26" y="62"/>
                  </a:moveTo>
                  <a:cubicBezTo>
                    <a:pt x="40" y="62"/>
                    <a:pt x="52" y="45"/>
                    <a:pt x="52" y="29"/>
                  </a:cubicBezTo>
                  <a:cubicBezTo>
                    <a:pt x="52" y="12"/>
                    <a:pt x="41" y="0"/>
                    <a:pt x="26" y="0"/>
                  </a:cubicBezTo>
                  <a:cubicBezTo>
                    <a:pt x="11" y="0"/>
                    <a:pt x="0" y="12"/>
                    <a:pt x="0" y="29"/>
                  </a:cubicBezTo>
                  <a:cubicBezTo>
                    <a:pt x="0" y="45"/>
                    <a:pt x="12" y="62"/>
                    <a:pt x="26"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IE"/>
            </a:p>
          </p:txBody>
        </p:sp>
        <p:sp>
          <p:nvSpPr>
            <p:cNvPr id="151" name="Freeform 79">
              <a:extLst>
                <a:ext uri="{FF2B5EF4-FFF2-40B4-BE49-F238E27FC236}">
                  <a16:creationId xmlns:a16="http://schemas.microsoft.com/office/drawing/2014/main" id="{CB1E28D4-4FBB-6775-F3ED-4BE0BF9E1502}"/>
                </a:ext>
              </a:extLst>
            </p:cNvPr>
            <p:cNvSpPr>
              <a:spLocks/>
            </p:cNvSpPr>
            <p:nvPr/>
          </p:nvSpPr>
          <p:spPr bwMode="auto">
            <a:xfrm>
              <a:off x="1909540" y="1434644"/>
              <a:ext cx="78241" cy="171343"/>
            </a:xfrm>
            <a:custGeom>
              <a:avLst/>
              <a:gdLst>
                <a:gd name="T0" fmla="*/ 273 w 280"/>
                <a:gd name="T1" fmla="*/ 10 h 124"/>
                <a:gd name="T2" fmla="*/ 244 w 280"/>
                <a:gd name="T3" fmla="*/ 18 h 124"/>
                <a:gd name="T4" fmla="*/ 237 w 280"/>
                <a:gd name="T5" fmla="*/ 17 h 124"/>
                <a:gd name="T6" fmla="*/ 227 w 280"/>
                <a:gd name="T7" fmla="*/ 49 h 124"/>
                <a:gd name="T8" fmla="*/ 227 w 280"/>
                <a:gd name="T9" fmla="*/ 94 h 124"/>
                <a:gd name="T10" fmla="*/ 214 w 280"/>
                <a:gd name="T11" fmla="*/ 94 h 124"/>
                <a:gd name="T12" fmla="*/ 214 w 280"/>
                <a:gd name="T13" fmla="*/ 27 h 124"/>
                <a:gd name="T14" fmla="*/ 188 w 280"/>
                <a:gd name="T15" fmla="*/ 0 h 124"/>
                <a:gd name="T16" fmla="*/ 92 w 280"/>
                <a:gd name="T17" fmla="*/ 0 h 124"/>
                <a:gd name="T18" fmla="*/ 66 w 280"/>
                <a:gd name="T19" fmla="*/ 27 h 124"/>
                <a:gd name="T20" fmla="*/ 66 w 280"/>
                <a:gd name="T21" fmla="*/ 94 h 124"/>
                <a:gd name="T22" fmla="*/ 53 w 280"/>
                <a:gd name="T23" fmla="*/ 94 h 124"/>
                <a:gd name="T24" fmla="*/ 53 w 280"/>
                <a:gd name="T25" fmla="*/ 49 h 124"/>
                <a:gd name="T26" fmla="*/ 44 w 280"/>
                <a:gd name="T27" fmla="*/ 17 h 124"/>
                <a:gd name="T28" fmla="*/ 36 w 280"/>
                <a:gd name="T29" fmla="*/ 18 h 124"/>
                <a:gd name="T30" fmla="*/ 7 w 280"/>
                <a:gd name="T31" fmla="*/ 10 h 124"/>
                <a:gd name="T32" fmla="*/ 0 w 280"/>
                <a:gd name="T33" fmla="*/ 28 h 124"/>
                <a:gd name="T34" fmla="*/ 0 w 280"/>
                <a:gd name="T35" fmla="*/ 97 h 124"/>
                <a:gd name="T36" fmla="*/ 0 w 280"/>
                <a:gd name="T37" fmla="*/ 98 h 124"/>
                <a:gd name="T38" fmla="*/ 26 w 280"/>
                <a:gd name="T39" fmla="*/ 124 h 124"/>
                <a:gd name="T40" fmla="*/ 254 w 280"/>
                <a:gd name="T41" fmla="*/ 124 h 124"/>
                <a:gd name="T42" fmla="*/ 280 w 280"/>
                <a:gd name="T43" fmla="*/ 98 h 124"/>
                <a:gd name="T44" fmla="*/ 280 w 280"/>
                <a:gd name="T45" fmla="*/ 97 h 124"/>
                <a:gd name="T46" fmla="*/ 280 w 280"/>
                <a:gd name="T47" fmla="*/ 28 h 124"/>
                <a:gd name="T48" fmla="*/ 273 w 280"/>
                <a:gd name="T49" fmla="*/ 10 h 124"/>
                <a:gd name="connsiteX0" fmla="*/ 9750 w 10000"/>
                <a:gd name="connsiteY0" fmla="*/ 806 h 10000"/>
                <a:gd name="connsiteX1" fmla="*/ 8714 w 10000"/>
                <a:gd name="connsiteY1" fmla="*/ 1452 h 10000"/>
                <a:gd name="connsiteX2" fmla="*/ 8464 w 10000"/>
                <a:gd name="connsiteY2" fmla="*/ 1371 h 10000"/>
                <a:gd name="connsiteX3" fmla="*/ 8107 w 10000"/>
                <a:gd name="connsiteY3" fmla="*/ 3952 h 10000"/>
                <a:gd name="connsiteX4" fmla="*/ 8107 w 10000"/>
                <a:gd name="connsiteY4" fmla="*/ 7581 h 10000"/>
                <a:gd name="connsiteX5" fmla="*/ 7643 w 10000"/>
                <a:gd name="connsiteY5" fmla="*/ 7581 h 10000"/>
                <a:gd name="connsiteX6" fmla="*/ 7643 w 10000"/>
                <a:gd name="connsiteY6" fmla="*/ 2177 h 10000"/>
                <a:gd name="connsiteX7" fmla="*/ 6714 w 10000"/>
                <a:gd name="connsiteY7" fmla="*/ 0 h 10000"/>
                <a:gd name="connsiteX8" fmla="*/ 3286 w 10000"/>
                <a:gd name="connsiteY8" fmla="*/ 0 h 10000"/>
                <a:gd name="connsiteX9" fmla="*/ 2357 w 10000"/>
                <a:gd name="connsiteY9" fmla="*/ 2177 h 10000"/>
                <a:gd name="connsiteX10" fmla="*/ 2357 w 10000"/>
                <a:gd name="connsiteY10" fmla="*/ 7581 h 10000"/>
                <a:gd name="connsiteX11" fmla="*/ 1893 w 10000"/>
                <a:gd name="connsiteY11" fmla="*/ 7581 h 10000"/>
                <a:gd name="connsiteX12" fmla="*/ 1893 w 10000"/>
                <a:gd name="connsiteY12" fmla="*/ 3952 h 10000"/>
                <a:gd name="connsiteX13" fmla="*/ 1571 w 10000"/>
                <a:gd name="connsiteY13" fmla="*/ 1371 h 10000"/>
                <a:gd name="connsiteX14" fmla="*/ 1286 w 10000"/>
                <a:gd name="connsiteY14" fmla="*/ 1452 h 10000"/>
                <a:gd name="connsiteX15" fmla="*/ 250 w 10000"/>
                <a:gd name="connsiteY15" fmla="*/ 806 h 10000"/>
                <a:gd name="connsiteX16" fmla="*/ 0 w 10000"/>
                <a:gd name="connsiteY16" fmla="*/ 2258 h 10000"/>
                <a:gd name="connsiteX17" fmla="*/ 0 w 10000"/>
                <a:gd name="connsiteY17" fmla="*/ 7823 h 10000"/>
                <a:gd name="connsiteX18" fmla="*/ 0 w 10000"/>
                <a:gd name="connsiteY18" fmla="*/ 7903 h 10000"/>
                <a:gd name="connsiteX19" fmla="*/ 929 w 10000"/>
                <a:gd name="connsiteY19" fmla="*/ 10000 h 10000"/>
                <a:gd name="connsiteX20" fmla="*/ 9071 w 10000"/>
                <a:gd name="connsiteY20" fmla="*/ 10000 h 10000"/>
                <a:gd name="connsiteX21" fmla="*/ 10000 w 10000"/>
                <a:gd name="connsiteY21" fmla="*/ 7903 h 10000"/>
                <a:gd name="connsiteX22" fmla="*/ 10000 w 10000"/>
                <a:gd name="connsiteY22" fmla="*/ 2258 h 10000"/>
                <a:gd name="connsiteX23" fmla="*/ 9750 w 10000"/>
                <a:gd name="connsiteY23" fmla="*/ 806 h 10000"/>
                <a:gd name="connsiteX0" fmla="*/ 9750 w 10000"/>
                <a:gd name="connsiteY0" fmla="*/ 806 h 10000"/>
                <a:gd name="connsiteX1" fmla="*/ 8714 w 10000"/>
                <a:gd name="connsiteY1" fmla="*/ 1452 h 10000"/>
                <a:gd name="connsiteX2" fmla="*/ 8464 w 10000"/>
                <a:gd name="connsiteY2" fmla="*/ 1371 h 10000"/>
                <a:gd name="connsiteX3" fmla="*/ 8107 w 10000"/>
                <a:gd name="connsiteY3" fmla="*/ 3952 h 10000"/>
                <a:gd name="connsiteX4" fmla="*/ 8107 w 10000"/>
                <a:gd name="connsiteY4" fmla="*/ 7581 h 10000"/>
                <a:gd name="connsiteX5" fmla="*/ 7643 w 10000"/>
                <a:gd name="connsiteY5" fmla="*/ 7581 h 10000"/>
                <a:gd name="connsiteX6" fmla="*/ 7643 w 10000"/>
                <a:gd name="connsiteY6" fmla="*/ 2177 h 10000"/>
                <a:gd name="connsiteX7" fmla="*/ 6714 w 10000"/>
                <a:gd name="connsiteY7" fmla="*/ 0 h 10000"/>
                <a:gd name="connsiteX8" fmla="*/ 3286 w 10000"/>
                <a:gd name="connsiteY8" fmla="*/ 0 h 10000"/>
                <a:gd name="connsiteX9" fmla="*/ 2357 w 10000"/>
                <a:gd name="connsiteY9" fmla="*/ 2177 h 10000"/>
                <a:gd name="connsiteX10" fmla="*/ 2357 w 10000"/>
                <a:gd name="connsiteY10" fmla="*/ 7581 h 10000"/>
                <a:gd name="connsiteX11" fmla="*/ 1893 w 10000"/>
                <a:gd name="connsiteY11" fmla="*/ 7581 h 10000"/>
                <a:gd name="connsiteX12" fmla="*/ 1893 w 10000"/>
                <a:gd name="connsiteY12" fmla="*/ 3952 h 10000"/>
                <a:gd name="connsiteX13" fmla="*/ 1571 w 10000"/>
                <a:gd name="connsiteY13" fmla="*/ 1371 h 10000"/>
                <a:gd name="connsiteX14" fmla="*/ 1286 w 10000"/>
                <a:gd name="connsiteY14" fmla="*/ 1452 h 10000"/>
                <a:gd name="connsiteX15" fmla="*/ 250 w 10000"/>
                <a:gd name="connsiteY15" fmla="*/ 806 h 10000"/>
                <a:gd name="connsiteX16" fmla="*/ 0 w 10000"/>
                <a:gd name="connsiteY16" fmla="*/ 2258 h 10000"/>
                <a:gd name="connsiteX17" fmla="*/ 0 w 10000"/>
                <a:gd name="connsiteY17" fmla="*/ 7823 h 10000"/>
                <a:gd name="connsiteX18" fmla="*/ 0 w 10000"/>
                <a:gd name="connsiteY18" fmla="*/ 7903 h 10000"/>
                <a:gd name="connsiteX19" fmla="*/ 929 w 10000"/>
                <a:gd name="connsiteY19" fmla="*/ 10000 h 10000"/>
                <a:gd name="connsiteX20" fmla="*/ 9071 w 10000"/>
                <a:gd name="connsiteY20" fmla="*/ 10000 h 10000"/>
                <a:gd name="connsiteX21" fmla="*/ 10000 w 10000"/>
                <a:gd name="connsiteY21" fmla="*/ 7903 h 10000"/>
                <a:gd name="connsiteX22" fmla="*/ 9750 w 10000"/>
                <a:gd name="connsiteY22" fmla="*/ 806 h 10000"/>
                <a:gd name="connsiteX0" fmla="*/ 10000 w 10004"/>
                <a:gd name="connsiteY0" fmla="*/ 7903 h 10000"/>
                <a:gd name="connsiteX1" fmla="*/ 8714 w 10004"/>
                <a:gd name="connsiteY1" fmla="*/ 1452 h 10000"/>
                <a:gd name="connsiteX2" fmla="*/ 8464 w 10004"/>
                <a:gd name="connsiteY2" fmla="*/ 1371 h 10000"/>
                <a:gd name="connsiteX3" fmla="*/ 8107 w 10004"/>
                <a:gd name="connsiteY3" fmla="*/ 3952 h 10000"/>
                <a:gd name="connsiteX4" fmla="*/ 8107 w 10004"/>
                <a:gd name="connsiteY4" fmla="*/ 7581 h 10000"/>
                <a:gd name="connsiteX5" fmla="*/ 7643 w 10004"/>
                <a:gd name="connsiteY5" fmla="*/ 7581 h 10000"/>
                <a:gd name="connsiteX6" fmla="*/ 7643 w 10004"/>
                <a:gd name="connsiteY6" fmla="*/ 2177 h 10000"/>
                <a:gd name="connsiteX7" fmla="*/ 6714 w 10004"/>
                <a:gd name="connsiteY7" fmla="*/ 0 h 10000"/>
                <a:gd name="connsiteX8" fmla="*/ 3286 w 10004"/>
                <a:gd name="connsiteY8" fmla="*/ 0 h 10000"/>
                <a:gd name="connsiteX9" fmla="*/ 2357 w 10004"/>
                <a:gd name="connsiteY9" fmla="*/ 2177 h 10000"/>
                <a:gd name="connsiteX10" fmla="*/ 2357 w 10004"/>
                <a:gd name="connsiteY10" fmla="*/ 7581 h 10000"/>
                <a:gd name="connsiteX11" fmla="*/ 1893 w 10004"/>
                <a:gd name="connsiteY11" fmla="*/ 7581 h 10000"/>
                <a:gd name="connsiteX12" fmla="*/ 1893 w 10004"/>
                <a:gd name="connsiteY12" fmla="*/ 3952 h 10000"/>
                <a:gd name="connsiteX13" fmla="*/ 1571 w 10004"/>
                <a:gd name="connsiteY13" fmla="*/ 1371 h 10000"/>
                <a:gd name="connsiteX14" fmla="*/ 1286 w 10004"/>
                <a:gd name="connsiteY14" fmla="*/ 1452 h 10000"/>
                <a:gd name="connsiteX15" fmla="*/ 250 w 10004"/>
                <a:gd name="connsiteY15" fmla="*/ 806 h 10000"/>
                <a:gd name="connsiteX16" fmla="*/ 0 w 10004"/>
                <a:gd name="connsiteY16" fmla="*/ 2258 h 10000"/>
                <a:gd name="connsiteX17" fmla="*/ 0 w 10004"/>
                <a:gd name="connsiteY17" fmla="*/ 7823 h 10000"/>
                <a:gd name="connsiteX18" fmla="*/ 0 w 10004"/>
                <a:gd name="connsiteY18" fmla="*/ 7903 h 10000"/>
                <a:gd name="connsiteX19" fmla="*/ 929 w 10004"/>
                <a:gd name="connsiteY19" fmla="*/ 10000 h 10000"/>
                <a:gd name="connsiteX20" fmla="*/ 9071 w 10004"/>
                <a:gd name="connsiteY20" fmla="*/ 10000 h 10000"/>
                <a:gd name="connsiteX21" fmla="*/ 10000 w 10004"/>
                <a:gd name="connsiteY21" fmla="*/ 7903 h 10000"/>
                <a:gd name="connsiteX0" fmla="*/ 10000 w 10004"/>
                <a:gd name="connsiteY0" fmla="*/ 7903 h 10000"/>
                <a:gd name="connsiteX1" fmla="*/ 8714 w 10004"/>
                <a:gd name="connsiteY1" fmla="*/ 1452 h 10000"/>
                <a:gd name="connsiteX2" fmla="*/ 8107 w 10004"/>
                <a:gd name="connsiteY2" fmla="*/ 3952 h 10000"/>
                <a:gd name="connsiteX3" fmla="*/ 8107 w 10004"/>
                <a:gd name="connsiteY3" fmla="*/ 7581 h 10000"/>
                <a:gd name="connsiteX4" fmla="*/ 7643 w 10004"/>
                <a:gd name="connsiteY4" fmla="*/ 7581 h 10000"/>
                <a:gd name="connsiteX5" fmla="*/ 7643 w 10004"/>
                <a:gd name="connsiteY5" fmla="*/ 2177 h 10000"/>
                <a:gd name="connsiteX6" fmla="*/ 6714 w 10004"/>
                <a:gd name="connsiteY6" fmla="*/ 0 h 10000"/>
                <a:gd name="connsiteX7" fmla="*/ 3286 w 10004"/>
                <a:gd name="connsiteY7" fmla="*/ 0 h 10000"/>
                <a:gd name="connsiteX8" fmla="*/ 2357 w 10004"/>
                <a:gd name="connsiteY8" fmla="*/ 2177 h 10000"/>
                <a:gd name="connsiteX9" fmla="*/ 2357 w 10004"/>
                <a:gd name="connsiteY9" fmla="*/ 7581 h 10000"/>
                <a:gd name="connsiteX10" fmla="*/ 1893 w 10004"/>
                <a:gd name="connsiteY10" fmla="*/ 7581 h 10000"/>
                <a:gd name="connsiteX11" fmla="*/ 1893 w 10004"/>
                <a:gd name="connsiteY11" fmla="*/ 3952 h 10000"/>
                <a:gd name="connsiteX12" fmla="*/ 1571 w 10004"/>
                <a:gd name="connsiteY12" fmla="*/ 1371 h 10000"/>
                <a:gd name="connsiteX13" fmla="*/ 1286 w 10004"/>
                <a:gd name="connsiteY13" fmla="*/ 1452 h 10000"/>
                <a:gd name="connsiteX14" fmla="*/ 250 w 10004"/>
                <a:gd name="connsiteY14" fmla="*/ 806 h 10000"/>
                <a:gd name="connsiteX15" fmla="*/ 0 w 10004"/>
                <a:gd name="connsiteY15" fmla="*/ 2258 h 10000"/>
                <a:gd name="connsiteX16" fmla="*/ 0 w 10004"/>
                <a:gd name="connsiteY16" fmla="*/ 7823 h 10000"/>
                <a:gd name="connsiteX17" fmla="*/ 0 w 10004"/>
                <a:gd name="connsiteY17" fmla="*/ 7903 h 10000"/>
                <a:gd name="connsiteX18" fmla="*/ 929 w 10004"/>
                <a:gd name="connsiteY18" fmla="*/ 10000 h 10000"/>
                <a:gd name="connsiteX19" fmla="*/ 9071 w 10004"/>
                <a:gd name="connsiteY19" fmla="*/ 10000 h 10000"/>
                <a:gd name="connsiteX20" fmla="*/ 10000 w 10004"/>
                <a:gd name="connsiteY20" fmla="*/ 7903 h 10000"/>
                <a:gd name="connsiteX0" fmla="*/ 10000 w 10004"/>
                <a:gd name="connsiteY0" fmla="*/ 7903 h 10000"/>
                <a:gd name="connsiteX1" fmla="*/ 8107 w 10004"/>
                <a:gd name="connsiteY1" fmla="*/ 3952 h 10000"/>
                <a:gd name="connsiteX2" fmla="*/ 8107 w 10004"/>
                <a:gd name="connsiteY2" fmla="*/ 7581 h 10000"/>
                <a:gd name="connsiteX3" fmla="*/ 7643 w 10004"/>
                <a:gd name="connsiteY3" fmla="*/ 7581 h 10000"/>
                <a:gd name="connsiteX4" fmla="*/ 7643 w 10004"/>
                <a:gd name="connsiteY4" fmla="*/ 2177 h 10000"/>
                <a:gd name="connsiteX5" fmla="*/ 6714 w 10004"/>
                <a:gd name="connsiteY5" fmla="*/ 0 h 10000"/>
                <a:gd name="connsiteX6" fmla="*/ 3286 w 10004"/>
                <a:gd name="connsiteY6" fmla="*/ 0 h 10000"/>
                <a:gd name="connsiteX7" fmla="*/ 2357 w 10004"/>
                <a:gd name="connsiteY7" fmla="*/ 2177 h 10000"/>
                <a:gd name="connsiteX8" fmla="*/ 2357 w 10004"/>
                <a:gd name="connsiteY8" fmla="*/ 7581 h 10000"/>
                <a:gd name="connsiteX9" fmla="*/ 1893 w 10004"/>
                <a:gd name="connsiteY9" fmla="*/ 7581 h 10000"/>
                <a:gd name="connsiteX10" fmla="*/ 1893 w 10004"/>
                <a:gd name="connsiteY10" fmla="*/ 3952 h 10000"/>
                <a:gd name="connsiteX11" fmla="*/ 1571 w 10004"/>
                <a:gd name="connsiteY11" fmla="*/ 1371 h 10000"/>
                <a:gd name="connsiteX12" fmla="*/ 1286 w 10004"/>
                <a:gd name="connsiteY12" fmla="*/ 1452 h 10000"/>
                <a:gd name="connsiteX13" fmla="*/ 250 w 10004"/>
                <a:gd name="connsiteY13" fmla="*/ 806 h 10000"/>
                <a:gd name="connsiteX14" fmla="*/ 0 w 10004"/>
                <a:gd name="connsiteY14" fmla="*/ 2258 h 10000"/>
                <a:gd name="connsiteX15" fmla="*/ 0 w 10004"/>
                <a:gd name="connsiteY15" fmla="*/ 7823 h 10000"/>
                <a:gd name="connsiteX16" fmla="*/ 0 w 10004"/>
                <a:gd name="connsiteY16" fmla="*/ 7903 h 10000"/>
                <a:gd name="connsiteX17" fmla="*/ 929 w 10004"/>
                <a:gd name="connsiteY17" fmla="*/ 10000 h 10000"/>
                <a:gd name="connsiteX18" fmla="*/ 9071 w 10004"/>
                <a:gd name="connsiteY18" fmla="*/ 10000 h 10000"/>
                <a:gd name="connsiteX19" fmla="*/ 10000 w 10004"/>
                <a:gd name="connsiteY19" fmla="*/ 7903 h 10000"/>
                <a:gd name="connsiteX0" fmla="*/ 10000 w 10004"/>
                <a:gd name="connsiteY0" fmla="*/ 7903 h 10000"/>
                <a:gd name="connsiteX1" fmla="*/ 8107 w 10004"/>
                <a:gd name="connsiteY1" fmla="*/ 7581 h 10000"/>
                <a:gd name="connsiteX2" fmla="*/ 7643 w 10004"/>
                <a:gd name="connsiteY2" fmla="*/ 7581 h 10000"/>
                <a:gd name="connsiteX3" fmla="*/ 7643 w 10004"/>
                <a:gd name="connsiteY3" fmla="*/ 2177 h 10000"/>
                <a:gd name="connsiteX4" fmla="*/ 6714 w 10004"/>
                <a:gd name="connsiteY4" fmla="*/ 0 h 10000"/>
                <a:gd name="connsiteX5" fmla="*/ 3286 w 10004"/>
                <a:gd name="connsiteY5" fmla="*/ 0 h 10000"/>
                <a:gd name="connsiteX6" fmla="*/ 2357 w 10004"/>
                <a:gd name="connsiteY6" fmla="*/ 2177 h 10000"/>
                <a:gd name="connsiteX7" fmla="*/ 2357 w 10004"/>
                <a:gd name="connsiteY7" fmla="*/ 7581 h 10000"/>
                <a:gd name="connsiteX8" fmla="*/ 1893 w 10004"/>
                <a:gd name="connsiteY8" fmla="*/ 7581 h 10000"/>
                <a:gd name="connsiteX9" fmla="*/ 1893 w 10004"/>
                <a:gd name="connsiteY9" fmla="*/ 3952 h 10000"/>
                <a:gd name="connsiteX10" fmla="*/ 1571 w 10004"/>
                <a:gd name="connsiteY10" fmla="*/ 1371 h 10000"/>
                <a:gd name="connsiteX11" fmla="*/ 1286 w 10004"/>
                <a:gd name="connsiteY11" fmla="*/ 1452 h 10000"/>
                <a:gd name="connsiteX12" fmla="*/ 250 w 10004"/>
                <a:gd name="connsiteY12" fmla="*/ 806 h 10000"/>
                <a:gd name="connsiteX13" fmla="*/ 0 w 10004"/>
                <a:gd name="connsiteY13" fmla="*/ 2258 h 10000"/>
                <a:gd name="connsiteX14" fmla="*/ 0 w 10004"/>
                <a:gd name="connsiteY14" fmla="*/ 7823 h 10000"/>
                <a:gd name="connsiteX15" fmla="*/ 0 w 10004"/>
                <a:gd name="connsiteY15" fmla="*/ 7903 h 10000"/>
                <a:gd name="connsiteX16" fmla="*/ 929 w 10004"/>
                <a:gd name="connsiteY16" fmla="*/ 10000 h 10000"/>
                <a:gd name="connsiteX17" fmla="*/ 9071 w 10004"/>
                <a:gd name="connsiteY17" fmla="*/ 10000 h 10000"/>
                <a:gd name="connsiteX18" fmla="*/ 10000 w 10004"/>
                <a:gd name="connsiteY18" fmla="*/ 7903 h 10000"/>
                <a:gd name="connsiteX0" fmla="*/ 10000 w 10004"/>
                <a:gd name="connsiteY0" fmla="*/ 7903 h 10000"/>
                <a:gd name="connsiteX1" fmla="*/ 7643 w 10004"/>
                <a:gd name="connsiteY1" fmla="*/ 7581 h 10000"/>
                <a:gd name="connsiteX2" fmla="*/ 7643 w 10004"/>
                <a:gd name="connsiteY2" fmla="*/ 2177 h 10000"/>
                <a:gd name="connsiteX3" fmla="*/ 6714 w 10004"/>
                <a:gd name="connsiteY3" fmla="*/ 0 h 10000"/>
                <a:gd name="connsiteX4" fmla="*/ 3286 w 10004"/>
                <a:gd name="connsiteY4" fmla="*/ 0 h 10000"/>
                <a:gd name="connsiteX5" fmla="*/ 2357 w 10004"/>
                <a:gd name="connsiteY5" fmla="*/ 2177 h 10000"/>
                <a:gd name="connsiteX6" fmla="*/ 2357 w 10004"/>
                <a:gd name="connsiteY6" fmla="*/ 7581 h 10000"/>
                <a:gd name="connsiteX7" fmla="*/ 1893 w 10004"/>
                <a:gd name="connsiteY7" fmla="*/ 7581 h 10000"/>
                <a:gd name="connsiteX8" fmla="*/ 1893 w 10004"/>
                <a:gd name="connsiteY8" fmla="*/ 3952 h 10000"/>
                <a:gd name="connsiteX9" fmla="*/ 1571 w 10004"/>
                <a:gd name="connsiteY9" fmla="*/ 1371 h 10000"/>
                <a:gd name="connsiteX10" fmla="*/ 1286 w 10004"/>
                <a:gd name="connsiteY10" fmla="*/ 1452 h 10000"/>
                <a:gd name="connsiteX11" fmla="*/ 250 w 10004"/>
                <a:gd name="connsiteY11" fmla="*/ 806 h 10000"/>
                <a:gd name="connsiteX12" fmla="*/ 0 w 10004"/>
                <a:gd name="connsiteY12" fmla="*/ 2258 h 10000"/>
                <a:gd name="connsiteX13" fmla="*/ 0 w 10004"/>
                <a:gd name="connsiteY13" fmla="*/ 7823 h 10000"/>
                <a:gd name="connsiteX14" fmla="*/ 0 w 10004"/>
                <a:gd name="connsiteY14" fmla="*/ 7903 h 10000"/>
                <a:gd name="connsiteX15" fmla="*/ 929 w 10004"/>
                <a:gd name="connsiteY15" fmla="*/ 10000 h 10000"/>
                <a:gd name="connsiteX16" fmla="*/ 9071 w 10004"/>
                <a:gd name="connsiteY16" fmla="*/ 10000 h 10000"/>
                <a:gd name="connsiteX17" fmla="*/ 10000 w 10004"/>
                <a:gd name="connsiteY17" fmla="*/ 7903 h 10000"/>
                <a:gd name="connsiteX0" fmla="*/ 10000 w 10004"/>
                <a:gd name="connsiteY0" fmla="*/ 7903 h 10000"/>
                <a:gd name="connsiteX1" fmla="*/ 7643 w 10004"/>
                <a:gd name="connsiteY1" fmla="*/ 2177 h 10000"/>
                <a:gd name="connsiteX2" fmla="*/ 6714 w 10004"/>
                <a:gd name="connsiteY2" fmla="*/ 0 h 10000"/>
                <a:gd name="connsiteX3" fmla="*/ 3286 w 10004"/>
                <a:gd name="connsiteY3" fmla="*/ 0 h 10000"/>
                <a:gd name="connsiteX4" fmla="*/ 2357 w 10004"/>
                <a:gd name="connsiteY4" fmla="*/ 2177 h 10000"/>
                <a:gd name="connsiteX5" fmla="*/ 2357 w 10004"/>
                <a:gd name="connsiteY5" fmla="*/ 7581 h 10000"/>
                <a:gd name="connsiteX6" fmla="*/ 1893 w 10004"/>
                <a:gd name="connsiteY6" fmla="*/ 7581 h 10000"/>
                <a:gd name="connsiteX7" fmla="*/ 1893 w 10004"/>
                <a:gd name="connsiteY7" fmla="*/ 3952 h 10000"/>
                <a:gd name="connsiteX8" fmla="*/ 1571 w 10004"/>
                <a:gd name="connsiteY8" fmla="*/ 1371 h 10000"/>
                <a:gd name="connsiteX9" fmla="*/ 1286 w 10004"/>
                <a:gd name="connsiteY9" fmla="*/ 1452 h 10000"/>
                <a:gd name="connsiteX10" fmla="*/ 250 w 10004"/>
                <a:gd name="connsiteY10" fmla="*/ 806 h 10000"/>
                <a:gd name="connsiteX11" fmla="*/ 0 w 10004"/>
                <a:gd name="connsiteY11" fmla="*/ 2258 h 10000"/>
                <a:gd name="connsiteX12" fmla="*/ 0 w 10004"/>
                <a:gd name="connsiteY12" fmla="*/ 7823 h 10000"/>
                <a:gd name="connsiteX13" fmla="*/ 0 w 10004"/>
                <a:gd name="connsiteY13" fmla="*/ 7903 h 10000"/>
                <a:gd name="connsiteX14" fmla="*/ 929 w 10004"/>
                <a:gd name="connsiteY14" fmla="*/ 10000 h 10000"/>
                <a:gd name="connsiteX15" fmla="*/ 9071 w 10004"/>
                <a:gd name="connsiteY15" fmla="*/ 10000 h 10000"/>
                <a:gd name="connsiteX16" fmla="*/ 10000 w 10004"/>
                <a:gd name="connsiteY16" fmla="*/ 7903 h 10000"/>
                <a:gd name="connsiteX0" fmla="*/ 10000 w 10004"/>
                <a:gd name="connsiteY0" fmla="*/ 8488 h 10585"/>
                <a:gd name="connsiteX1" fmla="*/ 6714 w 10004"/>
                <a:gd name="connsiteY1" fmla="*/ 585 h 10585"/>
                <a:gd name="connsiteX2" fmla="*/ 3286 w 10004"/>
                <a:gd name="connsiteY2" fmla="*/ 585 h 10585"/>
                <a:gd name="connsiteX3" fmla="*/ 2357 w 10004"/>
                <a:gd name="connsiteY3" fmla="*/ 2762 h 10585"/>
                <a:gd name="connsiteX4" fmla="*/ 2357 w 10004"/>
                <a:gd name="connsiteY4" fmla="*/ 8166 h 10585"/>
                <a:gd name="connsiteX5" fmla="*/ 1893 w 10004"/>
                <a:gd name="connsiteY5" fmla="*/ 8166 h 10585"/>
                <a:gd name="connsiteX6" fmla="*/ 1893 w 10004"/>
                <a:gd name="connsiteY6" fmla="*/ 4537 h 10585"/>
                <a:gd name="connsiteX7" fmla="*/ 1571 w 10004"/>
                <a:gd name="connsiteY7" fmla="*/ 1956 h 10585"/>
                <a:gd name="connsiteX8" fmla="*/ 1286 w 10004"/>
                <a:gd name="connsiteY8" fmla="*/ 2037 h 10585"/>
                <a:gd name="connsiteX9" fmla="*/ 250 w 10004"/>
                <a:gd name="connsiteY9" fmla="*/ 1391 h 10585"/>
                <a:gd name="connsiteX10" fmla="*/ 0 w 10004"/>
                <a:gd name="connsiteY10" fmla="*/ 2843 h 10585"/>
                <a:gd name="connsiteX11" fmla="*/ 0 w 10004"/>
                <a:gd name="connsiteY11" fmla="*/ 8408 h 10585"/>
                <a:gd name="connsiteX12" fmla="*/ 0 w 10004"/>
                <a:gd name="connsiteY12" fmla="*/ 8488 h 10585"/>
                <a:gd name="connsiteX13" fmla="*/ 929 w 10004"/>
                <a:gd name="connsiteY13" fmla="*/ 10585 h 10585"/>
                <a:gd name="connsiteX14" fmla="*/ 9071 w 10004"/>
                <a:gd name="connsiteY14" fmla="*/ 10585 h 10585"/>
                <a:gd name="connsiteX15" fmla="*/ 10000 w 10004"/>
                <a:gd name="connsiteY15" fmla="*/ 8488 h 10585"/>
                <a:gd name="connsiteX0" fmla="*/ 10000 w 10004"/>
                <a:gd name="connsiteY0" fmla="*/ 8160 h 10257"/>
                <a:gd name="connsiteX1" fmla="*/ 3286 w 10004"/>
                <a:gd name="connsiteY1" fmla="*/ 257 h 10257"/>
                <a:gd name="connsiteX2" fmla="*/ 2357 w 10004"/>
                <a:gd name="connsiteY2" fmla="*/ 2434 h 10257"/>
                <a:gd name="connsiteX3" fmla="*/ 2357 w 10004"/>
                <a:gd name="connsiteY3" fmla="*/ 7838 h 10257"/>
                <a:gd name="connsiteX4" fmla="*/ 1893 w 10004"/>
                <a:gd name="connsiteY4" fmla="*/ 7838 h 10257"/>
                <a:gd name="connsiteX5" fmla="*/ 1893 w 10004"/>
                <a:gd name="connsiteY5" fmla="*/ 4209 h 10257"/>
                <a:gd name="connsiteX6" fmla="*/ 1571 w 10004"/>
                <a:gd name="connsiteY6" fmla="*/ 1628 h 10257"/>
                <a:gd name="connsiteX7" fmla="*/ 1286 w 10004"/>
                <a:gd name="connsiteY7" fmla="*/ 1709 h 10257"/>
                <a:gd name="connsiteX8" fmla="*/ 250 w 10004"/>
                <a:gd name="connsiteY8" fmla="*/ 1063 h 10257"/>
                <a:gd name="connsiteX9" fmla="*/ 0 w 10004"/>
                <a:gd name="connsiteY9" fmla="*/ 2515 h 10257"/>
                <a:gd name="connsiteX10" fmla="*/ 0 w 10004"/>
                <a:gd name="connsiteY10" fmla="*/ 8080 h 10257"/>
                <a:gd name="connsiteX11" fmla="*/ 0 w 10004"/>
                <a:gd name="connsiteY11" fmla="*/ 8160 h 10257"/>
                <a:gd name="connsiteX12" fmla="*/ 929 w 10004"/>
                <a:gd name="connsiteY12" fmla="*/ 10257 h 10257"/>
                <a:gd name="connsiteX13" fmla="*/ 9071 w 10004"/>
                <a:gd name="connsiteY13" fmla="*/ 10257 h 10257"/>
                <a:gd name="connsiteX14" fmla="*/ 10000 w 10004"/>
                <a:gd name="connsiteY14" fmla="*/ 8160 h 10257"/>
                <a:gd name="connsiteX0" fmla="*/ 10000 w 10004"/>
                <a:gd name="connsiteY0" fmla="*/ 7097 h 9194"/>
                <a:gd name="connsiteX1" fmla="*/ 2357 w 10004"/>
                <a:gd name="connsiteY1" fmla="*/ 1371 h 9194"/>
                <a:gd name="connsiteX2" fmla="*/ 2357 w 10004"/>
                <a:gd name="connsiteY2" fmla="*/ 6775 h 9194"/>
                <a:gd name="connsiteX3" fmla="*/ 1893 w 10004"/>
                <a:gd name="connsiteY3" fmla="*/ 6775 h 9194"/>
                <a:gd name="connsiteX4" fmla="*/ 1893 w 10004"/>
                <a:gd name="connsiteY4" fmla="*/ 3146 h 9194"/>
                <a:gd name="connsiteX5" fmla="*/ 1571 w 10004"/>
                <a:gd name="connsiteY5" fmla="*/ 565 h 9194"/>
                <a:gd name="connsiteX6" fmla="*/ 1286 w 10004"/>
                <a:gd name="connsiteY6" fmla="*/ 646 h 9194"/>
                <a:gd name="connsiteX7" fmla="*/ 250 w 10004"/>
                <a:gd name="connsiteY7" fmla="*/ 0 h 9194"/>
                <a:gd name="connsiteX8" fmla="*/ 0 w 10004"/>
                <a:gd name="connsiteY8" fmla="*/ 1452 h 9194"/>
                <a:gd name="connsiteX9" fmla="*/ 0 w 10004"/>
                <a:gd name="connsiteY9" fmla="*/ 7017 h 9194"/>
                <a:gd name="connsiteX10" fmla="*/ 0 w 10004"/>
                <a:gd name="connsiteY10" fmla="*/ 7097 h 9194"/>
                <a:gd name="connsiteX11" fmla="*/ 929 w 10004"/>
                <a:gd name="connsiteY11" fmla="*/ 9194 h 9194"/>
                <a:gd name="connsiteX12" fmla="*/ 9071 w 10004"/>
                <a:gd name="connsiteY12" fmla="*/ 9194 h 9194"/>
                <a:gd name="connsiteX13" fmla="*/ 10000 w 10004"/>
                <a:gd name="connsiteY13" fmla="*/ 7097 h 9194"/>
                <a:gd name="connsiteX0" fmla="*/ 9067 w 9074"/>
                <a:gd name="connsiteY0" fmla="*/ 10000 h 10630"/>
                <a:gd name="connsiteX1" fmla="*/ 2356 w 9074"/>
                <a:gd name="connsiteY1" fmla="*/ 1491 h 10630"/>
                <a:gd name="connsiteX2" fmla="*/ 2356 w 9074"/>
                <a:gd name="connsiteY2" fmla="*/ 7369 h 10630"/>
                <a:gd name="connsiteX3" fmla="*/ 1892 w 9074"/>
                <a:gd name="connsiteY3" fmla="*/ 7369 h 10630"/>
                <a:gd name="connsiteX4" fmla="*/ 1892 w 9074"/>
                <a:gd name="connsiteY4" fmla="*/ 3422 h 10630"/>
                <a:gd name="connsiteX5" fmla="*/ 1570 w 9074"/>
                <a:gd name="connsiteY5" fmla="*/ 615 h 10630"/>
                <a:gd name="connsiteX6" fmla="*/ 1285 w 9074"/>
                <a:gd name="connsiteY6" fmla="*/ 703 h 10630"/>
                <a:gd name="connsiteX7" fmla="*/ 250 w 9074"/>
                <a:gd name="connsiteY7" fmla="*/ 0 h 10630"/>
                <a:gd name="connsiteX8" fmla="*/ 0 w 9074"/>
                <a:gd name="connsiteY8" fmla="*/ 1579 h 10630"/>
                <a:gd name="connsiteX9" fmla="*/ 0 w 9074"/>
                <a:gd name="connsiteY9" fmla="*/ 7632 h 10630"/>
                <a:gd name="connsiteX10" fmla="*/ 0 w 9074"/>
                <a:gd name="connsiteY10" fmla="*/ 7719 h 10630"/>
                <a:gd name="connsiteX11" fmla="*/ 929 w 9074"/>
                <a:gd name="connsiteY11" fmla="*/ 10000 h 10630"/>
                <a:gd name="connsiteX12" fmla="*/ 9067 w 9074"/>
                <a:gd name="connsiteY12" fmla="*/ 10000 h 10630"/>
                <a:gd name="connsiteX0" fmla="*/ 2034 w 2637"/>
                <a:gd name="connsiteY0" fmla="*/ 8866 h 9736"/>
                <a:gd name="connsiteX1" fmla="*/ 2596 w 2637"/>
                <a:gd name="connsiteY1" fmla="*/ 1403 h 9736"/>
                <a:gd name="connsiteX2" fmla="*/ 2596 w 2637"/>
                <a:gd name="connsiteY2" fmla="*/ 6932 h 9736"/>
                <a:gd name="connsiteX3" fmla="*/ 2085 w 2637"/>
                <a:gd name="connsiteY3" fmla="*/ 6932 h 9736"/>
                <a:gd name="connsiteX4" fmla="*/ 2085 w 2637"/>
                <a:gd name="connsiteY4" fmla="*/ 3219 h 9736"/>
                <a:gd name="connsiteX5" fmla="*/ 1730 w 2637"/>
                <a:gd name="connsiteY5" fmla="*/ 579 h 9736"/>
                <a:gd name="connsiteX6" fmla="*/ 1416 w 2637"/>
                <a:gd name="connsiteY6" fmla="*/ 661 h 9736"/>
                <a:gd name="connsiteX7" fmla="*/ 276 w 2637"/>
                <a:gd name="connsiteY7" fmla="*/ 0 h 9736"/>
                <a:gd name="connsiteX8" fmla="*/ 0 w 2637"/>
                <a:gd name="connsiteY8" fmla="*/ 1485 h 9736"/>
                <a:gd name="connsiteX9" fmla="*/ 0 w 2637"/>
                <a:gd name="connsiteY9" fmla="*/ 7180 h 9736"/>
                <a:gd name="connsiteX10" fmla="*/ 0 w 2637"/>
                <a:gd name="connsiteY10" fmla="*/ 7262 h 9736"/>
                <a:gd name="connsiteX11" fmla="*/ 1024 w 2637"/>
                <a:gd name="connsiteY11" fmla="*/ 9407 h 9736"/>
                <a:gd name="connsiteX12" fmla="*/ 2034 w 2637"/>
                <a:gd name="connsiteY12" fmla="*/ 8866 h 9736"/>
                <a:gd name="connsiteX0" fmla="*/ 7713 w 9845"/>
                <a:gd name="connsiteY0" fmla="*/ 9106 h 10000"/>
                <a:gd name="connsiteX1" fmla="*/ 9845 w 9845"/>
                <a:gd name="connsiteY1" fmla="*/ 7120 h 10000"/>
                <a:gd name="connsiteX2" fmla="*/ 7907 w 9845"/>
                <a:gd name="connsiteY2" fmla="*/ 7120 h 10000"/>
                <a:gd name="connsiteX3" fmla="*/ 7907 w 9845"/>
                <a:gd name="connsiteY3" fmla="*/ 3306 h 10000"/>
                <a:gd name="connsiteX4" fmla="*/ 6560 w 9845"/>
                <a:gd name="connsiteY4" fmla="*/ 595 h 10000"/>
                <a:gd name="connsiteX5" fmla="*/ 5370 w 9845"/>
                <a:gd name="connsiteY5" fmla="*/ 679 h 10000"/>
                <a:gd name="connsiteX6" fmla="*/ 1047 w 9845"/>
                <a:gd name="connsiteY6" fmla="*/ 0 h 10000"/>
                <a:gd name="connsiteX7" fmla="*/ 0 w 9845"/>
                <a:gd name="connsiteY7" fmla="*/ 1525 h 10000"/>
                <a:gd name="connsiteX8" fmla="*/ 0 w 9845"/>
                <a:gd name="connsiteY8" fmla="*/ 7375 h 10000"/>
                <a:gd name="connsiteX9" fmla="*/ 0 w 9845"/>
                <a:gd name="connsiteY9" fmla="*/ 7459 h 10000"/>
                <a:gd name="connsiteX10" fmla="*/ 3883 w 9845"/>
                <a:gd name="connsiteY10" fmla="*/ 9662 h 10000"/>
                <a:gd name="connsiteX11" fmla="*/ 7713 w 9845"/>
                <a:gd name="connsiteY11" fmla="*/ 9106 h 10000"/>
                <a:gd name="connsiteX0" fmla="*/ 7834 w 8188"/>
                <a:gd name="connsiteY0" fmla="*/ 9106 h 10000"/>
                <a:gd name="connsiteX1" fmla="*/ 8031 w 8188"/>
                <a:gd name="connsiteY1" fmla="*/ 7120 h 10000"/>
                <a:gd name="connsiteX2" fmla="*/ 8031 w 8188"/>
                <a:gd name="connsiteY2" fmla="*/ 3306 h 10000"/>
                <a:gd name="connsiteX3" fmla="*/ 6663 w 8188"/>
                <a:gd name="connsiteY3" fmla="*/ 595 h 10000"/>
                <a:gd name="connsiteX4" fmla="*/ 5455 w 8188"/>
                <a:gd name="connsiteY4" fmla="*/ 679 h 10000"/>
                <a:gd name="connsiteX5" fmla="*/ 1063 w 8188"/>
                <a:gd name="connsiteY5" fmla="*/ 0 h 10000"/>
                <a:gd name="connsiteX6" fmla="*/ 0 w 8188"/>
                <a:gd name="connsiteY6" fmla="*/ 1525 h 10000"/>
                <a:gd name="connsiteX7" fmla="*/ 0 w 8188"/>
                <a:gd name="connsiteY7" fmla="*/ 7375 h 10000"/>
                <a:gd name="connsiteX8" fmla="*/ 0 w 8188"/>
                <a:gd name="connsiteY8" fmla="*/ 7459 h 10000"/>
                <a:gd name="connsiteX9" fmla="*/ 3944 w 8188"/>
                <a:gd name="connsiteY9" fmla="*/ 9662 h 10000"/>
                <a:gd name="connsiteX10" fmla="*/ 7834 w 8188"/>
                <a:gd name="connsiteY10" fmla="*/ 910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88" h="10000">
                  <a:moveTo>
                    <a:pt x="7834" y="9106"/>
                  </a:moveTo>
                  <a:cubicBezTo>
                    <a:pt x="8515" y="8682"/>
                    <a:pt x="7998" y="8087"/>
                    <a:pt x="8031" y="7120"/>
                  </a:cubicBezTo>
                  <a:cubicBezTo>
                    <a:pt x="8064" y="6153"/>
                    <a:pt x="8031" y="4577"/>
                    <a:pt x="8031" y="3306"/>
                  </a:cubicBezTo>
                  <a:cubicBezTo>
                    <a:pt x="8031" y="2627"/>
                    <a:pt x="7423" y="1525"/>
                    <a:pt x="6663" y="595"/>
                  </a:cubicBezTo>
                  <a:cubicBezTo>
                    <a:pt x="6209" y="679"/>
                    <a:pt x="5909" y="679"/>
                    <a:pt x="5455" y="679"/>
                  </a:cubicBezTo>
                  <a:cubicBezTo>
                    <a:pt x="3791" y="679"/>
                    <a:pt x="2276" y="424"/>
                    <a:pt x="1063" y="0"/>
                  </a:cubicBezTo>
                  <a:cubicBezTo>
                    <a:pt x="454" y="339"/>
                    <a:pt x="0" y="934"/>
                    <a:pt x="0" y="1525"/>
                  </a:cubicBezTo>
                  <a:lnTo>
                    <a:pt x="0" y="7375"/>
                  </a:lnTo>
                  <a:lnTo>
                    <a:pt x="0" y="7459"/>
                  </a:lnTo>
                  <a:cubicBezTo>
                    <a:pt x="0" y="8645"/>
                    <a:pt x="2639" y="9388"/>
                    <a:pt x="3944" y="9662"/>
                  </a:cubicBezTo>
                  <a:cubicBezTo>
                    <a:pt x="5250" y="9936"/>
                    <a:pt x="6826" y="10477"/>
                    <a:pt x="7834" y="9106"/>
                  </a:cubicBezTo>
                  <a:close/>
                </a:path>
              </a:pathLst>
            </a:custGeom>
            <a:grpFill/>
            <a:ln>
              <a:noFill/>
            </a:ln>
          </p:spPr>
          <p:txBody>
            <a:bodyPr vert="horz" wrap="square" lIns="91440" tIns="45720" rIns="91440" bIns="45720" numCol="1" anchor="t" anchorCtr="0" compatLnSpc="1">
              <a:prstTxWarp prst="textNoShape">
                <a:avLst/>
              </a:prstTxWarp>
            </a:bodyPr>
            <a:lstStyle/>
            <a:p>
              <a:endParaRPr lang="en-IE"/>
            </a:p>
          </p:txBody>
        </p:sp>
        <p:sp>
          <p:nvSpPr>
            <p:cNvPr id="152" name="Freeform 79">
              <a:extLst>
                <a:ext uri="{FF2B5EF4-FFF2-40B4-BE49-F238E27FC236}">
                  <a16:creationId xmlns:a16="http://schemas.microsoft.com/office/drawing/2014/main" id="{50D3B658-A89F-B586-E577-D4517BDFE74C}"/>
                </a:ext>
              </a:extLst>
            </p:cNvPr>
            <p:cNvSpPr>
              <a:spLocks/>
            </p:cNvSpPr>
            <p:nvPr/>
          </p:nvSpPr>
          <p:spPr bwMode="auto">
            <a:xfrm flipH="1">
              <a:off x="2242915" y="1434644"/>
              <a:ext cx="78241" cy="171343"/>
            </a:xfrm>
            <a:custGeom>
              <a:avLst/>
              <a:gdLst>
                <a:gd name="T0" fmla="*/ 273 w 280"/>
                <a:gd name="T1" fmla="*/ 10 h 124"/>
                <a:gd name="T2" fmla="*/ 244 w 280"/>
                <a:gd name="T3" fmla="*/ 18 h 124"/>
                <a:gd name="T4" fmla="*/ 237 w 280"/>
                <a:gd name="T5" fmla="*/ 17 h 124"/>
                <a:gd name="T6" fmla="*/ 227 w 280"/>
                <a:gd name="T7" fmla="*/ 49 h 124"/>
                <a:gd name="T8" fmla="*/ 227 w 280"/>
                <a:gd name="T9" fmla="*/ 94 h 124"/>
                <a:gd name="T10" fmla="*/ 214 w 280"/>
                <a:gd name="T11" fmla="*/ 94 h 124"/>
                <a:gd name="T12" fmla="*/ 214 w 280"/>
                <a:gd name="T13" fmla="*/ 27 h 124"/>
                <a:gd name="T14" fmla="*/ 188 w 280"/>
                <a:gd name="T15" fmla="*/ 0 h 124"/>
                <a:gd name="T16" fmla="*/ 92 w 280"/>
                <a:gd name="T17" fmla="*/ 0 h 124"/>
                <a:gd name="T18" fmla="*/ 66 w 280"/>
                <a:gd name="T19" fmla="*/ 27 h 124"/>
                <a:gd name="T20" fmla="*/ 66 w 280"/>
                <a:gd name="T21" fmla="*/ 94 h 124"/>
                <a:gd name="T22" fmla="*/ 53 w 280"/>
                <a:gd name="T23" fmla="*/ 94 h 124"/>
                <a:gd name="T24" fmla="*/ 53 w 280"/>
                <a:gd name="T25" fmla="*/ 49 h 124"/>
                <a:gd name="T26" fmla="*/ 44 w 280"/>
                <a:gd name="T27" fmla="*/ 17 h 124"/>
                <a:gd name="T28" fmla="*/ 36 w 280"/>
                <a:gd name="T29" fmla="*/ 18 h 124"/>
                <a:gd name="T30" fmla="*/ 7 w 280"/>
                <a:gd name="T31" fmla="*/ 10 h 124"/>
                <a:gd name="T32" fmla="*/ 0 w 280"/>
                <a:gd name="T33" fmla="*/ 28 h 124"/>
                <a:gd name="T34" fmla="*/ 0 w 280"/>
                <a:gd name="T35" fmla="*/ 97 h 124"/>
                <a:gd name="T36" fmla="*/ 0 w 280"/>
                <a:gd name="T37" fmla="*/ 98 h 124"/>
                <a:gd name="T38" fmla="*/ 26 w 280"/>
                <a:gd name="T39" fmla="*/ 124 h 124"/>
                <a:gd name="T40" fmla="*/ 254 w 280"/>
                <a:gd name="T41" fmla="*/ 124 h 124"/>
                <a:gd name="T42" fmla="*/ 280 w 280"/>
                <a:gd name="T43" fmla="*/ 98 h 124"/>
                <a:gd name="T44" fmla="*/ 280 w 280"/>
                <a:gd name="T45" fmla="*/ 97 h 124"/>
                <a:gd name="T46" fmla="*/ 280 w 280"/>
                <a:gd name="T47" fmla="*/ 28 h 124"/>
                <a:gd name="T48" fmla="*/ 273 w 280"/>
                <a:gd name="T49" fmla="*/ 10 h 124"/>
                <a:gd name="connsiteX0" fmla="*/ 9750 w 10000"/>
                <a:gd name="connsiteY0" fmla="*/ 806 h 10000"/>
                <a:gd name="connsiteX1" fmla="*/ 8714 w 10000"/>
                <a:gd name="connsiteY1" fmla="*/ 1452 h 10000"/>
                <a:gd name="connsiteX2" fmla="*/ 8464 w 10000"/>
                <a:gd name="connsiteY2" fmla="*/ 1371 h 10000"/>
                <a:gd name="connsiteX3" fmla="*/ 8107 w 10000"/>
                <a:gd name="connsiteY3" fmla="*/ 3952 h 10000"/>
                <a:gd name="connsiteX4" fmla="*/ 8107 w 10000"/>
                <a:gd name="connsiteY4" fmla="*/ 7581 h 10000"/>
                <a:gd name="connsiteX5" fmla="*/ 7643 w 10000"/>
                <a:gd name="connsiteY5" fmla="*/ 7581 h 10000"/>
                <a:gd name="connsiteX6" fmla="*/ 7643 w 10000"/>
                <a:gd name="connsiteY6" fmla="*/ 2177 h 10000"/>
                <a:gd name="connsiteX7" fmla="*/ 6714 w 10000"/>
                <a:gd name="connsiteY7" fmla="*/ 0 h 10000"/>
                <a:gd name="connsiteX8" fmla="*/ 3286 w 10000"/>
                <a:gd name="connsiteY8" fmla="*/ 0 h 10000"/>
                <a:gd name="connsiteX9" fmla="*/ 2357 w 10000"/>
                <a:gd name="connsiteY9" fmla="*/ 2177 h 10000"/>
                <a:gd name="connsiteX10" fmla="*/ 2357 w 10000"/>
                <a:gd name="connsiteY10" fmla="*/ 7581 h 10000"/>
                <a:gd name="connsiteX11" fmla="*/ 1893 w 10000"/>
                <a:gd name="connsiteY11" fmla="*/ 7581 h 10000"/>
                <a:gd name="connsiteX12" fmla="*/ 1893 w 10000"/>
                <a:gd name="connsiteY12" fmla="*/ 3952 h 10000"/>
                <a:gd name="connsiteX13" fmla="*/ 1571 w 10000"/>
                <a:gd name="connsiteY13" fmla="*/ 1371 h 10000"/>
                <a:gd name="connsiteX14" fmla="*/ 1286 w 10000"/>
                <a:gd name="connsiteY14" fmla="*/ 1452 h 10000"/>
                <a:gd name="connsiteX15" fmla="*/ 250 w 10000"/>
                <a:gd name="connsiteY15" fmla="*/ 806 h 10000"/>
                <a:gd name="connsiteX16" fmla="*/ 0 w 10000"/>
                <a:gd name="connsiteY16" fmla="*/ 2258 h 10000"/>
                <a:gd name="connsiteX17" fmla="*/ 0 w 10000"/>
                <a:gd name="connsiteY17" fmla="*/ 7823 h 10000"/>
                <a:gd name="connsiteX18" fmla="*/ 0 w 10000"/>
                <a:gd name="connsiteY18" fmla="*/ 7903 h 10000"/>
                <a:gd name="connsiteX19" fmla="*/ 929 w 10000"/>
                <a:gd name="connsiteY19" fmla="*/ 10000 h 10000"/>
                <a:gd name="connsiteX20" fmla="*/ 9071 w 10000"/>
                <a:gd name="connsiteY20" fmla="*/ 10000 h 10000"/>
                <a:gd name="connsiteX21" fmla="*/ 10000 w 10000"/>
                <a:gd name="connsiteY21" fmla="*/ 7903 h 10000"/>
                <a:gd name="connsiteX22" fmla="*/ 10000 w 10000"/>
                <a:gd name="connsiteY22" fmla="*/ 2258 h 10000"/>
                <a:gd name="connsiteX23" fmla="*/ 9750 w 10000"/>
                <a:gd name="connsiteY23" fmla="*/ 806 h 10000"/>
                <a:gd name="connsiteX0" fmla="*/ 9750 w 10000"/>
                <a:gd name="connsiteY0" fmla="*/ 806 h 10000"/>
                <a:gd name="connsiteX1" fmla="*/ 8714 w 10000"/>
                <a:gd name="connsiteY1" fmla="*/ 1452 h 10000"/>
                <a:gd name="connsiteX2" fmla="*/ 8464 w 10000"/>
                <a:gd name="connsiteY2" fmla="*/ 1371 h 10000"/>
                <a:gd name="connsiteX3" fmla="*/ 8107 w 10000"/>
                <a:gd name="connsiteY3" fmla="*/ 3952 h 10000"/>
                <a:gd name="connsiteX4" fmla="*/ 8107 w 10000"/>
                <a:gd name="connsiteY4" fmla="*/ 7581 h 10000"/>
                <a:gd name="connsiteX5" fmla="*/ 7643 w 10000"/>
                <a:gd name="connsiteY5" fmla="*/ 7581 h 10000"/>
                <a:gd name="connsiteX6" fmla="*/ 7643 w 10000"/>
                <a:gd name="connsiteY6" fmla="*/ 2177 h 10000"/>
                <a:gd name="connsiteX7" fmla="*/ 6714 w 10000"/>
                <a:gd name="connsiteY7" fmla="*/ 0 h 10000"/>
                <a:gd name="connsiteX8" fmla="*/ 3286 w 10000"/>
                <a:gd name="connsiteY8" fmla="*/ 0 h 10000"/>
                <a:gd name="connsiteX9" fmla="*/ 2357 w 10000"/>
                <a:gd name="connsiteY9" fmla="*/ 2177 h 10000"/>
                <a:gd name="connsiteX10" fmla="*/ 2357 w 10000"/>
                <a:gd name="connsiteY10" fmla="*/ 7581 h 10000"/>
                <a:gd name="connsiteX11" fmla="*/ 1893 w 10000"/>
                <a:gd name="connsiteY11" fmla="*/ 7581 h 10000"/>
                <a:gd name="connsiteX12" fmla="*/ 1893 w 10000"/>
                <a:gd name="connsiteY12" fmla="*/ 3952 h 10000"/>
                <a:gd name="connsiteX13" fmla="*/ 1571 w 10000"/>
                <a:gd name="connsiteY13" fmla="*/ 1371 h 10000"/>
                <a:gd name="connsiteX14" fmla="*/ 1286 w 10000"/>
                <a:gd name="connsiteY14" fmla="*/ 1452 h 10000"/>
                <a:gd name="connsiteX15" fmla="*/ 250 w 10000"/>
                <a:gd name="connsiteY15" fmla="*/ 806 h 10000"/>
                <a:gd name="connsiteX16" fmla="*/ 0 w 10000"/>
                <a:gd name="connsiteY16" fmla="*/ 2258 h 10000"/>
                <a:gd name="connsiteX17" fmla="*/ 0 w 10000"/>
                <a:gd name="connsiteY17" fmla="*/ 7823 h 10000"/>
                <a:gd name="connsiteX18" fmla="*/ 0 w 10000"/>
                <a:gd name="connsiteY18" fmla="*/ 7903 h 10000"/>
                <a:gd name="connsiteX19" fmla="*/ 929 w 10000"/>
                <a:gd name="connsiteY19" fmla="*/ 10000 h 10000"/>
                <a:gd name="connsiteX20" fmla="*/ 9071 w 10000"/>
                <a:gd name="connsiteY20" fmla="*/ 10000 h 10000"/>
                <a:gd name="connsiteX21" fmla="*/ 10000 w 10000"/>
                <a:gd name="connsiteY21" fmla="*/ 7903 h 10000"/>
                <a:gd name="connsiteX22" fmla="*/ 9750 w 10000"/>
                <a:gd name="connsiteY22" fmla="*/ 806 h 10000"/>
                <a:gd name="connsiteX0" fmla="*/ 10000 w 10004"/>
                <a:gd name="connsiteY0" fmla="*/ 7903 h 10000"/>
                <a:gd name="connsiteX1" fmla="*/ 8714 w 10004"/>
                <a:gd name="connsiteY1" fmla="*/ 1452 h 10000"/>
                <a:gd name="connsiteX2" fmla="*/ 8464 w 10004"/>
                <a:gd name="connsiteY2" fmla="*/ 1371 h 10000"/>
                <a:gd name="connsiteX3" fmla="*/ 8107 w 10004"/>
                <a:gd name="connsiteY3" fmla="*/ 3952 h 10000"/>
                <a:gd name="connsiteX4" fmla="*/ 8107 w 10004"/>
                <a:gd name="connsiteY4" fmla="*/ 7581 h 10000"/>
                <a:gd name="connsiteX5" fmla="*/ 7643 w 10004"/>
                <a:gd name="connsiteY5" fmla="*/ 7581 h 10000"/>
                <a:gd name="connsiteX6" fmla="*/ 7643 w 10004"/>
                <a:gd name="connsiteY6" fmla="*/ 2177 h 10000"/>
                <a:gd name="connsiteX7" fmla="*/ 6714 w 10004"/>
                <a:gd name="connsiteY7" fmla="*/ 0 h 10000"/>
                <a:gd name="connsiteX8" fmla="*/ 3286 w 10004"/>
                <a:gd name="connsiteY8" fmla="*/ 0 h 10000"/>
                <a:gd name="connsiteX9" fmla="*/ 2357 w 10004"/>
                <a:gd name="connsiteY9" fmla="*/ 2177 h 10000"/>
                <a:gd name="connsiteX10" fmla="*/ 2357 w 10004"/>
                <a:gd name="connsiteY10" fmla="*/ 7581 h 10000"/>
                <a:gd name="connsiteX11" fmla="*/ 1893 w 10004"/>
                <a:gd name="connsiteY11" fmla="*/ 7581 h 10000"/>
                <a:gd name="connsiteX12" fmla="*/ 1893 w 10004"/>
                <a:gd name="connsiteY12" fmla="*/ 3952 h 10000"/>
                <a:gd name="connsiteX13" fmla="*/ 1571 w 10004"/>
                <a:gd name="connsiteY13" fmla="*/ 1371 h 10000"/>
                <a:gd name="connsiteX14" fmla="*/ 1286 w 10004"/>
                <a:gd name="connsiteY14" fmla="*/ 1452 h 10000"/>
                <a:gd name="connsiteX15" fmla="*/ 250 w 10004"/>
                <a:gd name="connsiteY15" fmla="*/ 806 h 10000"/>
                <a:gd name="connsiteX16" fmla="*/ 0 w 10004"/>
                <a:gd name="connsiteY16" fmla="*/ 2258 h 10000"/>
                <a:gd name="connsiteX17" fmla="*/ 0 w 10004"/>
                <a:gd name="connsiteY17" fmla="*/ 7823 h 10000"/>
                <a:gd name="connsiteX18" fmla="*/ 0 w 10004"/>
                <a:gd name="connsiteY18" fmla="*/ 7903 h 10000"/>
                <a:gd name="connsiteX19" fmla="*/ 929 w 10004"/>
                <a:gd name="connsiteY19" fmla="*/ 10000 h 10000"/>
                <a:gd name="connsiteX20" fmla="*/ 9071 w 10004"/>
                <a:gd name="connsiteY20" fmla="*/ 10000 h 10000"/>
                <a:gd name="connsiteX21" fmla="*/ 10000 w 10004"/>
                <a:gd name="connsiteY21" fmla="*/ 7903 h 10000"/>
                <a:gd name="connsiteX0" fmla="*/ 10000 w 10004"/>
                <a:gd name="connsiteY0" fmla="*/ 7903 h 10000"/>
                <a:gd name="connsiteX1" fmla="*/ 8714 w 10004"/>
                <a:gd name="connsiteY1" fmla="*/ 1452 h 10000"/>
                <a:gd name="connsiteX2" fmla="*/ 8107 w 10004"/>
                <a:gd name="connsiteY2" fmla="*/ 3952 h 10000"/>
                <a:gd name="connsiteX3" fmla="*/ 8107 w 10004"/>
                <a:gd name="connsiteY3" fmla="*/ 7581 h 10000"/>
                <a:gd name="connsiteX4" fmla="*/ 7643 w 10004"/>
                <a:gd name="connsiteY4" fmla="*/ 7581 h 10000"/>
                <a:gd name="connsiteX5" fmla="*/ 7643 w 10004"/>
                <a:gd name="connsiteY5" fmla="*/ 2177 h 10000"/>
                <a:gd name="connsiteX6" fmla="*/ 6714 w 10004"/>
                <a:gd name="connsiteY6" fmla="*/ 0 h 10000"/>
                <a:gd name="connsiteX7" fmla="*/ 3286 w 10004"/>
                <a:gd name="connsiteY7" fmla="*/ 0 h 10000"/>
                <a:gd name="connsiteX8" fmla="*/ 2357 w 10004"/>
                <a:gd name="connsiteY8" fmla="*/ 2177 h 10000"/>
                <a:gd name="connsiteX9" fmla="*/ 2357 w 10004"/>
                <a:gd name="connsiteY9" fmla="*/ 7581 h 10000"/>
                <a:gd name="connsiteX10" fmla="*/ 1893 w 10004"/>
                <a:gd name="connsiteY10" fmla="*/ 7581 h 10000"/>
                <a:gd name="connsiteX11" fmla="*/ 1893 w 10004"/>
                <a:gd name="connsiteY11" fmla="*/ 3952 h 10000"/>
                <a:gd name="connsiteX12" fmla="*/ 1571 w 10004"/>
                <a:gd name="connsiteY12" fmla="*/ 1371 h 10000"/>
                <a:gd name="connsiteX13" fmla="*/ 1286 w 10004"/>
                <a:gd name="connsiteY13" fmla="*/ 1452 h 10000"/>
                <a:gd name="connsiteX14" fmla="*/ 250 w 10004"/>
                <a:gd name="connsiteY14" fmla="*/ 806 h 10000"/>
                <a:gd name="connsiteX15" fmla="*/ 0 w 10004"/>
                <a:gd name="connsiteY15" fmla="*/ 2258 h 10000"/>
                <a:gd name="connsiteX16" fmla="*/ 0 w 10004"/>
                <a:gd name="connsiteY16" fmla="*/ 7823 h 10000"/>
                <a:gd name="connsiteX17" fmla="*/ 0 w 10004"/>
                <a:gd name="connsiteY17" fmla="*/ 7903 h 10000"/>
                <a:gd name="connsiteX18" fmla="*/ 929 w 10004"/>
                <a:gd name="connsiteY18" fmla="*/ 10000 h 10000"/>
                <a:gd name="connsiteX19" fmla="*/ 9071 w 10004"/>
                <a:gd name="connsiteY19" fmla="*/ 10000 h 10000"/>
                <a:gd name="connsiteX20" fmla="*/ 10000 w 10004"/>
                <a:gd name="connsiteY20" fmla="*/ 7903 h 10000"/>
                <a:gd name="connsiteX0" fmla="*/ 10000 w 10004"/>
                <a:gd name="connsiteY0" fmla="*/ 7903 h 10000"/>
                <a:gd name="connsiteX1" fmla="*/ 8107 w 10004"/>
                <a:gd name="connsiteY1" fmla="*/ 3952 h 10000"/>
                <a:gd name="connsiteX2" fmla="*/ 8107 w 10004"/>
                <a:gd name="connsiteY2" fmla="*/ 7581 h 10000"/>
                <a:gd name="connsiteX3" fmla="*/ 7643 w 10004"/>
                <a:gd name="connsiteY3" fmla="*/ 7581 h 10000"/>
                <a:gd name="connsiteX4" fmla="*/ 7643 w 10004"/>
                <a:gd name="connsiteY4" fmla="*/ 2177 h 10000"/>
                <a:gd name="connsiteX5" fmla="*/ 6714 w 10004"/>
                <a:gd name="connsiteY5" fmla="*/ 0 h 10000"/>
                <a:gd name="connsiteX6" fmla="*/ 3286 w 10004"/>
                <a:gd name="connsiteY6" fmla="*/ 0 h 10000"/>
                <a:gd name="connsiteX7" fmla="*/ 2357 w 10004"/>
                <a:gd name="connsiteY7" fmla="*/ 2177 h 10000"/>
                <a:gd name="connsiteX8" fmla="*/ 2357 w 10004"/>
                <a:gd name="connsiteY8" fmla="*/ 7581 h 10000"/>
                <a:gd name="connsiteX9" fmla="*/ 1893 w 10004"/>
                <a:gd name="connsiteY9" fmla="*/ 7581 h 10000"/>
                <a:gd name="connsiteX10" fmla="*/ 1893 w 10004"/>
                <a:gd name="connsiteY10" fmla="*/ 3952 h 10000"/>
                <a:gd name="connsiteX11" fmla="*/ 1571 w 10004"/>
                <a:gd name="connsiteY11" fmla="*/ 1371 h 10000"/>
                <a:gd name="connsiteX12" fmla="*/ 1286 w 10004"/>
                <a:gd name="connsiteY12" fmla="*/ 1452 h 10000"/>
                <a:gd name="connsiteX13" fmla="*/ 250 w 10004"/>
                <a:gd name="connsiteY13" fmla="*/ 806 h 10000"/>
                <a:gd name="connsiteX14" fmla="*/ 0 w 10004"/>
                <a:gd name="connsiteY14" fmla="*/ 2258 h 10000"/>
                <a:gd name="connsiteX15" fmla="*/ 0 w 10004"/>
                <a:gd name="connsiteY15" fmla="*/ 7823 h 10000"/>
                <a:gd name="connsiteX16" fmla="*/ 0 w 10004"/>
                <a:gd name="connsiteY16" fmla="*/ 7903 h 10000"/>
                <a:gd name="connsiteX17" fmla="*/ 929 w 10004"/>
                <a:gd name="connsiteY17" fmla="*/ 10000 h 10000"/>
                <a:gd name="connsiteX18" fmla="*/ 9071 w 10004"/>
                <a:gd name="connsiteY18" fmla="*/ 10000 h 10000"/>
                <a:gd name="connsiteX19" fmla="*/ 10000 w 10004"/>
                <a:gd name="connsiteY19" fmla="*/ 7903 h 10000"/>
                <a:gd name="connsiteX0" fmla="*/ 10000 w 10004"/>
                <a:gd name="connsiteY0" fmla="*/ 7903 h 10000"/>
                <a:gd name="connsiteX1" fmla="*/ 8107 w 10004"/>
                <a:gd name="connsiteY1" fmla="*/ 7581 h 10000"/>
                <a:gd name="connsiteX2" fmla="*/ 7643 w 10004"/>
                <a:gd name="connsiteY2" fmla="*/ 7581 h 10000"/>
                <a:gd name="connsiteX3" fmla="*/ 7643 w 10004"/>
                <a:gd name="connsiteY3" fmla="*/ 2177 h 10000"/>
                <a:gd name="connsiteX4" fmla="*/ 6714 w 10004"/>
                <a:gd name="connsiteY4" fmla="*/ 0 h 10000"/>
                <a:gd name="connsiteX5" fmla="*/ 3286 w 10004"/>
                <a:gd name="connsiteY5" fmla="*/ 0 h 10000"/>
                <a:gd name="connsiteX6" fmla="*/ 2357 w 10004"/>
                <a:gd name="connsiteY6" fmla="*/ 2177 h 10000"/>
                <a:gd name="connsiteX7" fmla="*/ 2357 w 10004"/>
                <a:gd name="connsiteY7" fmla="*/ 7581 h 10000"/>
                <a:gd name="connsiteX8" fmla="*/ 1893 w 10004"/>
                <a:gd name="connsiteY8" fmla="*/ 7581 h 10000"/>
                <a:gd name="connsiteX9" fmla="*/ 1893 w 10004"/>
                <a:gd name="connsiteY9" fmla="*/ 3952 h 10000"/>
                <a:gd name="connsiteX10" fmla="*/ 1571 w 10004"/>
                <a:gd name="connsiteY10" fmla="*/ 1371 h 10000"/>
                <a:gd name="connsiteX11" fmla="*/ 1286 w 10004"/>
                <a:gd name="connsiteY11" fmla="*/ 1452 h 10000"/>
                <a:gd name="connsiteX12" fmla="*/ 250 w 10004"/>
                <a:gd name="connsiteY12" fmla="*/ 806 h 10000"/>
                <a:gd name="connsiteX13" fmla="*/ 0 w 10004"/>
                <a:gd name="connsiteY13" fmla="*/ 2258 h 10000"/>
                <a:gd name="connsiteX14" fmla="*/ 0 w 10004"/>
                <a:gd name="connsiteY14" fmla="*/ 7823 h 10000"/>
                <a:gd name="connsiteX15" fmla="*/ 0 w 10004"/>
                <a:gd name="connsiteY15" fmla="*/ 7903 h 10000"/>
                <a:gd name="connsiteX16" fmla="*/ 929 w 10004"/>
                <a:gd name="connsiteY16" fmla="*/ 10000 h 10000"/>
                <a:gd name="connsiteX17" fmla="*/ 9071 w 10004"/>
                <a:gd name="connsiteY17" fmla="*/ 10000 h 10000"/>
                <a:gd name="connsiteX18" fmla="*/ 10000 w 10004"/>
                <a:gd name="connsiteY18" fmla="*/ 7903 h 10000"/>
                <a:gd name="connsiteX0" fmla="*/ 10000 w 10004"/>
                <a:gd name="connsiteY0" fmla="*/ 7903 h 10000"/>
                <a:gd name="connsiteX1" fmla="*/ 7643 w 10004"/>
                <a:gd name="connsiteY1" fmla="*/ 7581 h 10000"/>
                <a:gd name="connsiteX2" fmla="*/ 7643 w 10004"/>
                <a:gd name="connsiteY2" fmla="*/ 2177 h 10000"/>
                <a:gd name="connsiteX3" fmla="*/ 6714 w 10004"/>
                <a:gd name="connsiteY3" fmla="*/ 0 h 10000"/>
                <a:gd name="connsiteX4" fmla="*/ 3286 w 10004"/>
                <a:gd name="connsiteY4" fmla="*/ 0 h 10000"/>
                <a:gd name="connsiteX5" fmla="*/ 2357 w 10004"/>
                <a:gd name="connsiteY5" fmla="*/ 2177 h 10000"/>
                <a:gd name="connsiteX6" fmla="*/ 2357 w 10004"/>
                <a:gd name="connsiteY6" fmla="*/ 7581 h 10000"/>
                <a:gd name="connsiteX7" fmla="*/ 1893 w 10004"/>
                <a:gd name="connsiteY7" fmla="*/ 7581 h 10000"/>
                <a:gd name="connsiteX8" fmla="*/ 1893 w 10004"/>
                <a:gd name="connsiteY8" fmla="*/ 3952 h 10000"/>
                <a:gd name="connsiteX9" fmla="*/ 1571 w 10004"/>
                <a:gd name="connsiteY9" fmla="*/ 1371 h 10000"/>
                <a:gd name="connsiteX10" fmla="*/ 1286 w 10004"/>
                <a:gd name="connsiteY10" fmla="*/ 1452 h 10000"/>
                <a:gd name="connsiteX11" fmla="*/ 250 w 10004"/>
                <a:gd name="connsiteY11" fmla="*/ 806 h 10000"/>
                <a:gd name="connsiteX12" fmla="*/ 0 w 10004"/>
                <a:gd name="connsiteY12" fmla="*/ 2258 h 10000"/>
                <a:gd name="connsiteX13" fmla="*/ 0 w 10004"/>
                <a:gd name="connsiteY13" fmla="*/ 7823 h 10000"/>
                <a:gd name="connsiteX14" fmla="*/ 0 w 10004"/>
                <a:gd name="connsiteY14" fmla="*/ 7903 h 10000"/>
                <a:gd name="connsiteX15" fmla="*/ 929 w 10004"/>
                <a:gd name="connsiteY15" fmla="*/ 10000 h 10000"/>
                <a:gd name="connsiteX16" fmla="*/ 9071 w 10004"/>
                <a:gd name="connsiteY16" fmla="*/ 10000 h 10000"/>
                <a:gd name="connsiteX17" fmla="*/ 10000 w 10004"/>
                <a:gd name="connsiteY17" fmla="*/ 7903 h 10000"/>
                <a:gd name="connsiteX0" fmla="*/ 10000 w 10004"/>
                <a:gd name="connsiteY0" fmla="*/ 7903 h 10000"/>
                <a:gd name="connsiteX1" fmla="*/ 7643 w 10004"/>
                <a:gd name="connsiteY1" fmla="*/ 2177 h 10000"/>
                <a:gd name="connsiteX2" fmla="*/ 6714 w 10004"/>
                <a:gd name="connsiteY2" fmla="*/ 0 h 10000"/>
                <a:gd name="connsiteX3" fmla="*/ 3286 w 10004"/>
                <a:gd name="connsiteY3" fmla="*/ 0 h 10000"/>
                <a:gd name="connsiteX4" fmla="*/ 2357 w 10004"/>
                <a:gd name="connsiteY4" fmla="*/ 2177 h 10000"/>
                <a:gd name="connsiteX5" fmla="*/ 2357 w 10004"/>
                <a:gd name="connsiteY5" fmla="*/ 7581 h 10000"/>
                <a:gd name="connsiteX6" fmla="*/ 1893 w 10004"/>
                <a:gd name="connsiteY6" fmla="*/ 7581 h 10000"/>
                <a:gd name="connsiteX7" fmla="*/ 1893 w 10004"/>
                <a:gd name="connsiteY7" fmla="*/ 3952 h 10000"/>
                <a:gd name="connsiteX8" fmla="*/ 1571 w 10004"/>
                <a:gd name="connsiteY8" fmla="*/ 1371 h 10000"/>
                <a:gd name="connsiteX9" fmla="*/ 1286 w 10004"/>
                <a:gd name="connsiteY9" fmla="*/ 1452 h 10000"/>
                <a:gd name="connsiteX10" fmla="*/ 250 w 10004"/>
                <a:gd name="connsiteY10" fmla="*/ 806 h 10000"/>
                <a:gd name="connsiteX11" fmla="*/ 0 w 10004"/>
                <a:gd name="connsiteY11" fmla="*/ 2258 h 10000"/>
                <a:gd name="connsiteX12" fmla="*/ 0 w 10004"/>
                <a:gd name="connsiteY12" fmla="*/ 7823 h 10000"/>
                <a:gd name="connsiteX13" fmla="*/ 0 w 10004"/>
                <a:gd name="connsiteY13" fmla="*/ 7903 h 10000"/>
                <a:gd name="connsiteX14" fmla="*/ 929 w 10004"/>
                <a:gd name="connsiteY14" fmla="*/ 10000 h 10000"/>
                <a:gd name="connsiteX15" fmla="*/ 9071 w 10004"/>
                <a:gd name="connsiteY15" fmla="*/ 10000 h 10000"/>
                <a:gd name="connsiteX16" fmla="*/ 10000 w 10004"/>
                <a:gd name="connsiteY16" fmla="*/ 7903 h 10000"/>
                <a:gd name="connsiteX0" fmla="*/ 10000 w 10004"/>
                <a:gd name="connsiteY0" fmla="*/ 8488 h 10585"/>
                <a:gd name="connsiteX1" fmla="*/ 6714 w 10004"/>
                <a:gd name="connsiteY1" fmla="*/ 585 h 10585"/>
                <a:gd name="connsiteX2" fmla="*/ 3286 w 10004"/>
                <a:gd name="connsiteY2" fmla="*/ 585 h 10585"/>
                <a:gd name="connsiteX3" fmla="*/ 2357 w 10004"/>
                <a:gd name="connsiteY3" fmla="*/ 2762 h 10585"/>
                <a:gd name="connsiteX4" fmla="*/ 2357 w 10004"/>
                <a:gd name="connsiteY4" fmla="*/ 8166 h 10585"/>
                <a:gd name="connsiteX5" fmla="*/ 1893 w 10004"/>
                <a:gd name="connsiteY5" fmla="*/ 8166 h 10585"/>
                <a:gd name="connsiteX6" fmla="*/ 1893 w 10004"/>
                <a:gd name="connsiteY6" fmla="*/ 4537 h 10585"/>
                <a:gd name="connsiteX7" fmla="*/ 1571 w 10004"/>
                <a:gd name="connsiteY7" fmla="*/ 1956 h 10585"/>
                <a:gd name="connsiteX8" fmla="*/ 1286 w 10004"/>
                <a:gd name="connsiteY8" fmla="*/ 2037 h 10585"/>
                <a:gd name="connsiteX9" fmla="*/ 250 w 10004"/>
                <a:gd name="connsiteY9" fmla="*/ 1391 h 10585"/>
                <a:gd name="connsiteX10" fmla="*/ 0 w 10004"/>
                <a:gd name="connsiteY10" fmla="*/ 2843 h 10585"/>
                <a:gd name="connsiteX11" fmla="*/ 0 w 10004"/>
                <a:gd name="connsiteY11" fmla="*/ 8408 h 10585"/>
                <a:gd name="connsiteX12" fmla="*/ 0 w 10004"/>
                <a:gd name="connsiteY12" fmla="*/ 8488 h 10585"/>
                <a:gd name="connsiteX13" fmla="*/ 929 w 10004"/>
                <a:gd name="connsiteY13" fmla="*/ 10585 h 10585"/>
                <a:gd name="connsiteX14" fmla="*/ 9071 w 10004"/>
                <a:gd name="connsiteY14" fmla="*/ 10585 h 10585"/>
                <a:gd name="connsiteX15" fmla="*/ 10000 w 10004"/>
                <a:gd name="connsiteY15" fmla="*/ 8488 h 10585"/>
                <a:gd name="connsiteX0" fmla="*/ 10000 w 10004"/>
                <a:gd name="connsiteY0" fmla="*/ 8160 h 10257"/>
                <a:gd name="connsiteX1" fmla="*/ 3286 w 10004"/>
                <a:gd name="connsiteY1" fmla="*/ 257 h 10257"/>
                <a:gd name="connsiteX2" fmla="*/ 2357 w 10004"/>
                <a:gd name="connsiteY2" fmla="*/ 2434 h 10257"/>
                <a:gd name="connsiteX3" fmla="*/ 2357 w 10004"/>
                <a:gd name="connsiteY3" fmla="*/ 7838 h 10257"/>
                <a:gd name="connsiteX4" fmla="*/ 1893 w 10004"/>
                <a:gd name="connsiteY4" fmla="*/ 7838 h 10257"/>
                <a:gd name="connsiteX5" fmla="*/ 1893 w 10004"/>
                <a:gd name="connsiteY5" fmla="*/ 4209 h 10257"/>
                <a:gd name="connsiteX6" fmla="*/ 1571 w 10004"/>
                <a:gd name="connsiteY6" fmla="*/ 1628 h 10257"/>
                <a:gd name="connsiteX7" fmla="*/ 1286 w 10004"/>
                <a:gd name="connsiteY7" fmla="*/ 1709 h 10257"/>
                <a:gd name="connsiteX8" fmla="*/ 250 w 10004"/>
                <a:gd name="connsiteY8" fmla="*/ 1063 h 10257"/>
                <a:gd name="connsiteX9" fmla="*/ 0 w 10004"/>
                <a:gd name="connsiteY9" fmla="*/ 2515 h 10257"/>
                <a:gd name="connsiteX10" fmla="*/ 0 w 10004"/>
                <a:gd name="connsiteY10" fmla="*/ 8080 h 10257"/>
                <a:gd name="connsiteX11" fmla="*/ 0 w 10004"/>
                <a:gd name="connsiteY11" fmla="*/ 8160 h 10257"/>
                <a:gd name="connsiteX12" fmla="*/ 929 w 10004"/>
                <a:gd name="connsiteY12" fmla="*/ 10257 h 10257"/>
                <a:gd name="connsiteX13" fmla="*/ 9071 w 10004"/>
                <a:gd name="connsiteY13" fmla="*/ 10257 h 10257"/>
                <a:gd name="connsiteX14" fmla="*/ 10000 w 10004"/>
                <a:gd name="connsiteY14" fmla="*/ 8160 h 10257"/>
                <a:gd name="connsiteX0" fmla="*/ 10000 w 10004"/>
                <a:gd name="connsiteY0" fmla="*/ 7097 h 9194"/>
                <a:gd name="connsiteX1" fmla="*/ 2357 w 10004"/>
                <a:gd name="connsiteY1" fmla="*/ 1371 h 9194"/>
                <a:gd name="connsiteX2" fmla="*/ 2357 w 10004"/>
                <a:gd name="connsiteY2" fmla="*/ 6775 h 9194"/>
                <a:gd name="connsiteX3" fmla="*/ 1893 w 10004"/>
                <a:gd name="connsiteY3" fmla="*/ 6775 h 9194"/>
                <a:gd name="connsiteX4" fmla="*/ 1893 w 10004"/>
                <a:gd name="connsiteY4" fmla="*/ 3146 h 9194"/>
                <a:gd name="connsiteX5" fmla="*/ 1571 w 10004"/>
                <a:gd name="connsiteY5" fmla="*/ 565 h 9194"/>
                <a:gd name="connsiteX6" fmla="*/ 1286 w 10004"/>
                <a:gd name="connsiteY6" fmla="*/ 646 h 9194"/>
                <a:gd name="connsiteX7" fmla="*/ 250 w 10004"/>
                <a:gd name="connsiteY7" fmla="*/ 0 h 9194"/>
                <a:gd name="connsiteX8" fmla="*/ 0 w 10004"/>
                <a:gd name="connsiteY8" fmla="*/ 1452 h 9194"/>
                <a:gd name="connsiteX9" fmla="*/ 0 w 10004"/>
                <a:gd name="connsiteY9" fmla="*/ 7017 h 9194"/>
                <a:gd name="connsiteX10" fmla="*/ 0 w 10004"/>
                <a:gd name="connsiteY10" fmla="*/ 7097 h 9194"/>
                <a:gd name="connsiteX11" fmla="*/ 929 w 10004"/>
                <a:gd name="connsiteY11" fmla="*/ 9194 h 9194"/>
                <a:gd name="connsiteX12" fmla="*/ 9071 w 10004"/>
                <a:gd name="connsiteY12" fmla="*/ 9194 h 9194"/>
                <a:gd name="connsiteX13" fmla="*/ 10000 w 10004"/>
                <a:gd name="connsiteY13" fmla="*/ 7097 h 9194"/>
                <a:gd name="connsiteX0" fmla="*/ 9067 w 9074"/>
                <a:gd name="connsiteY0" fmla="*/ 10000 h 10630"/>
                <a:gd name="connsiteX1" fmla="*/ 2356 w 9074"/>
                <a:gd name="connsiteY1" fmla="*/ 1491 h 10630"/>
                <a:gd name="connsiteX2" fmla="*/ 2356 w 9074"/>
                <a:gd name="connsiteY2" fmla="*/ 7369 h 10630"/>
                <a:gd name="connsiteX3" fmla="*/ 1892 w 9074"/>
                <a:gd name="connsiteY3" fmla="*/ 7369 h 10630"/>
                <a:gd name="connsiteX4" fmla="*/ 1892 w 9074"/>
                <a:gd name="connsiteY4" fmla="*/ 3422 h 10630"/>
                <a:gd name="connsiteX5" fmla="*/ 1570 w 9074"/>
                <a:gd name="connsiteY5" fmla="*/ 615 h 10630"/>
                <a:gd name="connsiteX6" fmla="*/ 1285 w 9074"/>
                <a:gd name="connsiteY6" fmla="*/ 703 h 10630"/>
                <a:gd name="connsiteX7" fmla="*/ 250 w 9074"/>
                <a:gd name="connsiteY7" fmla="*/ 0 h 10630"/>
                <a:gd name="connsiteX8" fmla="*/ 0 w 9074"/>
                <a:gd name="connsiteY8" fmla="*/ 1579 h 10630"/>
                <a:gd name="connsiteX9" fmla="*/ 0 w 9074"/>
                <a:gd name="connsiteY9" fmla="*/ 7632 h 10630"/>
                <a:gd name="connsiteX10" fmla="*/ 0 w 9074"/>
                <a:gd name="connsiteY10" fmla="*/ 7719 h 10630"/>
                <a:gd name="connsiteX11" fmla="*/ 929 w 9074"/>
                <a:gd name="connsiteY11" fmla="*/ 10000 h 10630"/>
                <a:gd name="connsiteX12" fmla="*/ 9067 w 9074"/>
                <a:gd name="connsiteY12" fmla="*/ 10000 h 10630"/>
                <a:gd name="connsiteX0" fmla="*/ 2034 w 2637"/>
                <a:gd name="connsiteY0" fmla="*/ 8866 h 9736"/>
                <a:gd name="connsiteX1" fmla="*/ 2596 w 2637"/>
                <a:gd name="connsiteY1" fmla="*/ 1403 h 9736"/>
                <a:gd name="connsiteX2" fmla="*/ 2596 w 2637"/>
                <a:gd name="connsiteY2" fmla="*/ 6932 h 9736"/>
                <a:gd name="connsiteX3" fmla="*/ 2085 w 2637"/>
                <a:gd name="connsiteY3" fmla="*/ 6932 h 9736"/>
                <a:gd name="connsiteX4" fmla="*/ 2085 w 2637"/>
                <a:gd name="connsiteY4" fmla="*/ 3219 h 9736"/>
                <a:gd name="connsiteX5" fmla="*/ 1730 w 2637"/>
                <a:gd name="connsiteY5" fmla="*/ 579 h 9736"/>
                <a:gd name="connsiteX6" fmla="*/ 1416 w 2637"/>
                <a:gd name="connsiteY6" fmla="*/ 661 h 9736"/>
                <a:gd name="connsiteX7" fmla="*/ 276 w 2637"/>
                <a:gd name="connsiteY7" fmla="*/ 0 h 9736"/>
                <a:gd name="connsiteX8" fmla="*/ 0 w 2637"/>
                <a:gd name="connsiteY8" fmla="*/ 1485 h 9736"/>
                <a:gd name="connsiteX9" fmla="*/ 0 w 2637"/>
                <a:gd name="connsiteY9" fmla="*/ 7180 h 9736"/>
                <a:gd name="connsiteX10" fmla="*/ 0 w 2637"/>
                <a:gd name="connsiteY10" fmla="*/ 7262 h 9736"/>
                <a:gd name="connsiteX11" fmla="*/ 1024 w 2637"/>
                <a:gd name="connsiteY11" fmla="*/ 9407 h 9736"/>
                <a:gd name="connsiteX12" fmla="*/ 2034 w 2637"/>
                <a:gd name="connsiteY12" fmla="*/ 8866 h 9736"/>
                <a:gd name="connsiteX0" fmla="*/ 7713 w 9845"/>
                <a:gd name="connsiteY0" fmla="*/ 9106 h 10000"/>
                <a:gd name="connsiteX1" fmla="*/ 9845 w 9845"/>
                <a:gd name="connsiteY1" fmla="*/ 7120 h 10000"/>
                <a:gd name="connsiteX2" fmla="*/ 7907 w 9845"/>
                <a:gd name="connsiteY2" fmla="*/ 7120 h 10000"/>
                <a:gd name="connsiteX3" fmla="*/ 7907 w 9845"/>
                <a:gd name="connsiteY3" fmla="*/ 3306 h 10000"/>
                <a:gd name="connsiteX4" fmla="*/ 6560 w 9845"/>
                <a:gd name="connsiteY4" fmla="*/ 595 h 10000"/>
                <a:gd name="connsiteX5" fmla="*/ 5370 w 9845"/>
                <a:gd name="connsiteY5" fmla="*/ 679 h 10000"/>
                <a:gd name="connsiteX6" fmla="*/ 1047 w 9845"/>
                <a:gd name="connsiteY6" fmla="*/ 0 h 10000"/>
                <a:gd name="connsiteX7" fmla="*/ 0 w 9845"/>
                <a:gd name="connsiteY7" fmla="*/ 1525 h 10000"/>
                <a:gd name="connsiteX8" fmla="*/ 0 w 9845"/>
                <a:gd name="connsiteY8" fmla="*/ 7375 h 10000"/>
                <a:gd name="connsiteX9" fmla="*/ 0 w 9845"/>
                <a:gd name="connsiteY9" fmla="*/ 7459 h 10000"/>
                <a:gd name="connsiteX10" fmla="*/ 3883 w 9845"/>
                <a:gd name="connsiteY10" fmla="*/ 9662 h 10000"/>
                <a:gd name="connsiteX11" fmla="*/ 7713 w 9845"/>
                <a:gd name="connsiteY11" fmla="*/ 9106 h 10000"/>
                <a:gd name="connsiteX0" fmla="*/ 7834 w 8188"/>
                <a:gd name="connsiteY0" fmla="*/ 9106 h 10000"/>
                <a:gd name="connsiteX1" fmla="*/ 8031 w 8188"/>
                <a:gd name="connsiteY1" fmla="*/ 7120 h 10000"/>
                <a:gd name="connsiteX2" fmla="*/ 8031 w 8188"/>
                <a:gd name="connsiteY2" fmla="*/ 3306 h 10000"/>
                <a:gd name="connsiteX3" fmla="*/ 6663 w 8188"/>
                <a:gd name="connsiteY3" fmla="*/ 595 h 10000"/>
                <a:gd name="connsiteX4" fmla="*/ 5455 w 8188"/>
                <a:gd name="connsiteY4" fmla="*/ 679 h 10000"/>
                <a:gd name="connsiteX5" fmla="*/ 1063 w 8188"/>
                <a:gd name="connsiteY5" fmla="*/ 0 h 10000"/>
                <a:gd name="connsiteX6" fmla="*/ 0 w 8188"/>
                <a:gd name="connsiteY6" fmla="*/ 1525 h 10000"/>
                <a:gd name="connsiteX7" fmla="*/ 0 w 8188"/>
                <a:gd name="connsiteY7" fmla="*/ 7375 h 10000"/>
                <a:gd name="connsiteX8" fmla="*/ 0 w 8188"/>
                <a:gd name="connsiteY8" fmla="*/ 7459 h 10000"/>
                <a:gd name="connsiteX9" fmla="*/ 3944 w 8188"/>
                <a:gd name="connsiteY9" fmla="*/ 9662 h 10000"/>
                <a:gd name="connsiteX10" fmla="*/ 7834 w 8188"/>
                <a:gd name="connsiteY10" fmla="*/ 9106 h 1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8188" h="10000">
                  <a:moveTo>
                    <a:pt x="7834" y="9106"/>
                  </a:moveTo>
                  <a:cubicBezTo>
                    <a:pt x="8515" y="8682"/>
                    <a:pt x="7998" y="8087"/>
                    <a:pt x="8031" y="7120"/>
                  </a:cubicBezTo>
                  <a:cubicBezTo>
                    <a:pt x="8064" y="6153"/>
                    <a:pt x="8031" y="4577"/>
                    <a:pt x="8031" y="3306"/>
                  </a:cubicBezTo>
                  <a:cubicBezTo>
                    <a:pt x="8031" y="2627"/>
                    <a:pt x="7423" y="1525"/>
                    <a:pt x="6663" y="595"/>
                  </a:cubicBezTo>
                  <a:cubicBezTo>
                    <a:pt x="6209" y="679"/>
                    <a:pt x="5909" y="679"/>
                    <a:pt x="5455" y="679"/>
                  </a:cubicBezTo>
                  <a:cubicBezTo>
                    <a:pt x="3791" y="679"/>
                    <a:pt x="2276" y="424"/>
                    <a:pt x="1063" y="0"/>
                  </a:cubicBezTo>
                  <a:cubicBezTo>
                    <a:pt x="454" y="339"/>
                    <a:pt x="0" y="934"/>
                    <a:pt x="0" y="1525"/>
                  </a:cubicBezTo>
                  <a:lnTo>
                    <a:pt x="0" y="7375"/>
                  </a:lnTo>
                  <a:lnTo>
                    <a:pt x="0" y="7459"/>
                  </a:lnTo>
                  <a:cubicBezTo>
                    <a:pt x="0" y="8645"/>
                    <a:pt x="2639" y="9388"/>
                    <a:pt x="3944" y="9662"/>
                  </a:cubicBezTo>
                  <a:cubicBezTo>
                    <a:pt x="5250" y="9936"/>
                    <a:pt x="6826" y="10477"/>
                    <a:pt x="7834" y="9106"/>
                  </a:cubicBezTo>
                  <a:close/>
                </a:path>
              </a:pathLst>
            </a:custGeom>
            <a:grpFill/>
            <a:ln>
              <a:noFill/>
            </a:ln>
          </p:spPr>
          <p:txBody>
            <a:bodyPr vert="horz" wrap="square" lIns="91440" tIns="45720" rIns="91440" bIns="45720" numCol="1" anchor="t" anchorCtr="0" compatLnSpc="1">
              <a:prstTxWarp prst="textNoShape">
                <a:avLst/>
              </a:prstTxWarp>
            </a:bodyPr>
            <a:lstStyle/>
            <a:p>
              <a:endParaRPr lang="en-IE"/>
            </a:p>
          </p:txBody>
        </p:sp>
      </p:grpSp>
      <p:grpSp>
        <p:nvGrpSpPr>
          <p:cNvPr id="153" name="Groupe 499">
            <a:extLst>
              <a:ext uri="{FF2B5EF4-FFF2-40B4-BE49-F238E27FC236}">
                <a16:creationId xmlns:a16="http://schemas.microsoft.com/office/drawing/2014/main" id="{0DE49AF7-FC5D-3EAF-A69E-20B14626E580}"/>
              </a:ext>
            </a:extLst>
          </p:cNvPr>
          <p:cNvGrpSpPr/>
          <p:nvPr/>
        </p:nvGrpSpPr>
        <p:grpSpPr>
          <a:xfrm>
            <a:off x="7120404" y="2113217"/>
            <a:ext cx="260775" cy="234696"/>
            <a:chOff x="5305426" y="1963738"/>
            <a:chExt cx="428625" cy="385763"/>
          </a:xfrm>
          <a:solidFill>
            <a:srgbClr val="FFFFFF"/>
          </a:solidFill>
        </p:grpSpPr>
        <p:sp>
          <p:nvSpPr>
            <p:cNvPr id="154" name="Freeform 144">
              <a:extLst>
                <a:ext uri="{FF2B5EF4-FFF2-40B4-BE49-F238E27FC236}">
                  <a16:creationId xmlns:a16="http://schemas.microsoft.com/office/drawing/2014/main" id="{4DAA4F8E-51DB-44B5-124F-49D88D929934}"/>
                </a:ext>
              </a:extLst>
            </p:cNvPr>
            <p:cNvSpPr>
              <a:spLocks/>
            </p:cNvSpPr>
            <p:nvPr/>
          </p:nvSpPr>
          <p:spPr bwMode="auto">
            <a:xfrm>
              <a:off x="5589588" y="2265363"/>
              <a:ext cx="144463" cy="84138"/>
            </a:xfrm>
            <a:custGeom>
              <a:avLst/>
              <a:gdLst>
                <a:gd name="T0" fmla="*/ 17 w 43"/>
                <a:gd name="T1" fmla="*/ 5 h 25"/>
                <a:gd name="T2" fmla="*/ 30 w 43"/>
                <a:gd name="T3" fmla="*/ 5 h 25"/>
                <a:gd name="T4" fmla="*/ 30 w 43"/>
                <a:gd name="T5" fmla="*/ 0 h 25"/>
                <a:gd name="T6" fmla="*/ 43 w 43"/>
                <a:gd name="T7" fmla="*/ 12 h 25"/>
                <a:gd name="T8" fmla="*/ 30 w 43"/>
                <a:gd name="T9" fmla="*/ 25 h 25"/>
                <a:gd name="T10" fmla="*/ 30 w 43"/>
                <a:gd name="T11" fmla="*/ 19 h 25"/>
                <a:gd name="T12" fmla="*/ 0 w 43"/>
                <a:gd name="T13" fmla="*/ 19 h 25"/>
                <a:gd name="T14" fmla="*/ 17 w 43"/>
                <a:gd name="T15" fmla="*/ 5 h 2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3" h="25">
                  <a:moveTo>
                    <a:pt x="17" y="5"/>
                  </a:moveTo>
                  <a:cubicBezTo>
                    <a:pt x="30" y="5"/>
                    <a:pt x="30" y="5"/>
                    <a:pt x="30" y="5"/>
                  </a:cubicBezTo>
                  <a:cubicBezTo>
                    <a:pt x="30" y="0"/>
                    <a:pt x="30" y="0"/>
                    <a:pt x="30" y="0"/>
                  </a:cubicBezTo>
                  <a:cubicBezTo>
                    <a:pt x="43" y="12"/>
                    <a:pt x="43" y="12"/>
                    <a:pt x="43" y="12"/>
                  </a:cubicBezTo>
                  <a:cubicBezTo>
                    <a:pt x="30" y="25"/>
                    <a:pt x="30" y="25"/>
                    <a:pt x="30" y="25"/>
                  </a:cubicBezTo>
                  <a:cubicBezTo>
                    <a:pt x="30" y="19"/>
                    <a:pt x="30" y="19"/>
                    <a:pt x="30" y="19"/>
                  </a:cubicBezTo>
                  <a:cubicBezTo>
                    <a:pt x="0" y="19"/>
                    <a:pt x="0" y="19"/>
                    <a:pt x="0" y="19"/>
                  </a:cubicBezTo>
                  <a:cubicBezTo>
                    <a:pt x="6" y="16"/>
                    <a:pt x="12" y="11"/>
                    <a:pt x="1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5" name="Freeform 145">
              <a:extLst>
                <a:ext uri="{FF2B5EF4-FFF2-40B4-BE49-F238E27FC236}">
                  <a16:creationId xmlns:a16="http://schemas.microsoft.com/office/drawing/2014/main" id="{A17C4EFC-E289-F5CE-78C4-72DAE3F3389F}"/>
                </a:ext>
              </a:extLst>
            </p:cNvPr>
            <p:cNvSpPr>
              <a:spLocks/>
            </p:cNvSpPr>
            <p:nvPr/>
          </p:nvSpPr>
          <p:spPr bwMode="auto">
            <a:xfrm>
              <a:off x="5326063" y="1984376"/>
              <a:ext cx="155575" cy="277813"/>
            </a:xfrm>
            <a:custGeom>
              <a:avLst/>
              <a:gdLst>
                <a:gd name="T0" fmla="*/ 46 w 46"/>
                <a:gd name="T1" fmla="*/ 14 h 82"/>
                <a:gd name="T2" fmla="*/ 14 w 46"/>
                <a:gd name="T3" fmla="*/ 51 h 82"/>
                <a:gd name="T4" fmla="*/ 31 w 46"/>
                <a:gd name="T5" fmla="*/ 82 h 82"/>
                <a:gd name="T6" fmla="*/ 11 w 46"/>
                <a:gd name="T7" fmla="*/ 82 h 82"/>
                <a:gd name="T8" fmla="*/ 0 w 46"/>
                <a:gd name="T9" fmla="*/ 51 h 82"/>
                <a:gd name="T10" fmla="*/ 45 w 46"/>
                <a:gd name="T11" fmla="*/ 0 h 82"/>
                <a:gd name="T12" fmla="*/ 39 w 46"/>
                <a:gd name="T13" fmla="*/ 7 h 82"/>
                <a:gd name="T14" fmla="*/ 46 w 46"/>
                <a:gd name="T15" fmla="*/ 14 h 82"/>
                <a:gd name="T16" fmla="*/ 46 w 46"/>
                <a:gd name="T17" fmla="*/ 14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6" h="82">
                  <a:moveTo>
                    <a:pt x="46" y="14"/>
                  </a:moveTo>
                  <a:cubicBezTo>
                    <a:pt x="28" y="17"/>
                    <a:pt x="14" y="32"/>
                    <a:pt x="14" y="51"/>
                  </a:cubicBezTo>
                  <a:cubicBezTo>
                    <a:pt x="14" y="64"/>
                    <a:pt x="21" y="75"/>
                    <a:pt x="31" y="82"/>
                  </a:cubicBezTo>
                  <a:cubicBezTo>
                    <a:pt x="11" y="82"/>
                    <a:pt x="11" y="82"/>
                    <a:pt x="11" y="82"/>
                  </a:cubicBezTo>
                  <a:cubicBezTo>
                    <a:pt x="4" y="73"/>
                    <a:pt x="0" y="63"/>
                    <a:pt x="0" y="51"/>
                  </a:cubicBezTo>
                  <a:cubicBezTo>
                    <a:pt x="0" y="25"/>
                    <a:pt x="20" y="3"/>
                    <a:pt x="45" y="0"/>
                  </a:cubicBezTo>
                  <a:cubicBezTo>
                    <a:pt x="39" y="7"/>
                    <a:pt x="39" y="7"/>
                    <a:pt x="39" y="7"/>
                  </a:cubicBezTo>
                  <a:cubicBezTo>
                    <a:pt x="46" y="14"/>
                    <a:pt x="46" y="14"/>
                    <a:pt x="46" y="14"/>
                  </a:cubicBezTo>
                  <a:cubicBezTo>
                    <a:pt x="46" y="14"/>
                    <a:pt x="46" y="14"/>
                    <a:pt x="46"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6" name="Freeform 146">
              <a:extLst>
                <a:ext uri="{FF2B5EF4-FFF2-40B4-BE49-F238E27FC236}">
                  <a16:creationId xmlns:a16="http://schemas.microsoft.com/office/drawing/2014/main" id="{D5A486E7-C150-5016-FEFE-E0C94A77D2CA}"/>
                </a:ext>
              </a:extLst>
            </p:cNvPr>
            <p:cNvSpPr>
              <a:spLocks/>
            </p:cNvSpPr>
            <p:nvPr/>
          </p:nvSpPr>
          <p:spPr bwMode="auto">
            <a:xfrm>
              <a:off x="5305426" y="1963738"/>
              <a:ext cx="365125" cy="365125"/>
            </a:xfrm>
            <a:custGeom>
              <a:avLst/>
              <a:gdLst>
                <a:gd name="T0" fmla="*/ 7 w 108"/>
                <a:gd name="T1" fmla="*/ 101 h 108"/>
                <a:gd name="T2" fmla="*/ 0 w 108"/>
                <a:gd name="T3" fmla="*/ 94 h 108"/>
                <a:gd name="T4" fmla="*/ 57 w 108"/>
                <a:gd name="T5" fmla="*/ 94 h 108"/>
                <a:gd name="T6" fmla="*/ 94 w 108"/>
                <a:gd name="T7" fmla="*/ 57 h 108"/>
                <a:gd name="T8" fmla="*/ 64 w 108"/>
                <a:gd name="T9" fmla="*/ 21 h 108"/>
                <a:gd name="T10" fmla="*/ 64 w 108"/>
                <a:gd name="T11" fmla="*/ 26 h 108"/>
                <a:gd name="T12" fmla="*/ 51 w 108"/>
                <a:gd name="T13" fmla="*/ 13 h 108"/>
                <a:gd name="T14" fmla="*/ 64 w 108"/>
                <a:gd name="T15" fmla="*/ 0 h 108"/>
                <a:gd name="T16" fmla="*/ 64 w 108"/>
                <a:gd name="T17" fmla="*/ 6 h 108"/>
                <a:gd name="T18" fmla="*/ 108 w 108"/>
                <a:gd name="T19" fmla="*/ 57 h 108"/>
                <a:gd name="T20" fmla="*/ 57 w 108"/>
                <a:gd name="T21" fmla="*/ 108 h 108"/>
                <a:gd name="T22" fmla="*/ 0 w 108"/>
                <a:gd name="T23" fmla="*/ 108 h 108"/>
                <a:gd name="T24" fmla="*/ 7 w 108"/>
                <a:gd name="T25" fmla="*/ 101 h 108"/>
                <a:gd name="T26" fmla="*/ 7 w 108"/>
                <a:gd name="T27" fmla="*/ 101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8" h="108">
                  <a:moveTo>
                    <a:pt x="7" y="101"/>
                  </a:moveTo>
                  <a:cubicBezTo>
                    <a:pt x="0" y="94"/>
                    <a:pt x="0" y="94"/>
                    <a:pt x="0" y="94"/>
                  </a:cubicBezTo>
                  <a:cubicBezTo>
                    <a:pt x="57" y="94"/>
                    <a:pt x="57" y="94"/>
                    <a:pt x="57" y="94"/>
                  </a:cubicBezTo>
                  <a:cubicBezTo>
                    <a:pt x="78" y="94"/>
                    <a:pt x="94" y="78"/>
                    <a:pt x="94" y="57"/>
                  </a:cubicBezTo>
                  <a:cubicBezTo>
                    <a:pt x="94" y="39"/>
                    <a:pt x="81" y="24"/>
                    <a:pt x="64" y="21"/>
                  </a:cubicBezTo>
                  <a:cubicBezTo>
                    <a:pt x="64" y="26"/>
                    <a:pt x="64" y="26"/>
                    <a:pt x="64" y="26"/>
                  </a:cubicBezTo>
                  <a:cubicBezTo>
                    <a:pt x="51" y="13"/>
                    <a:pt x="51" y="13"/>
                    <a:pt x="51" y="13"/>
                  </a:cubicBezTo>
                  <a:cubicBezTo>
                    <a:pt x="64" y="0"/>
                    <a:pt x="64" y="0"/>
                    <a:pt x="64" y="0"/>
                  </a:cubicBezTo>
                  <a:cubicBezTo>
                    <a:pt x="64" y="6"/>
                    <a:pt x="64" y="6"/>
                    <a:pt x="64" y="6"/>
                  </a:cubicBezTo>
                  <a:cubicBezTo>
                    <a:pt x="89" y="9"/>
                    <a:pt x="108" y="31"/>
                    <a:pt x="108" y="57"/>
                  </a:cubicBezTo>
                  <a:cubicBezTo>
                    <a:pt x="108" y="85"/>
                    <a:pt x="85" y="108"/>
                    <a:pt x="57" y="108"/>
                  </a:cubicBezTo>
                  <a:cubicBezTo>
                    <a:pt x="0" y="108"/>
                    <a:pt x="0" y="108"/>
                    <a:pt x="0" y="108"/>
                  </a:cubicBezTo>
                  <a:cubicBezTo>
                    <a:pt x="7" y="101"/>
                    <a:pt x="7" y="101"/>
                    <a:pt x="7" y="101"/>
                  </a:cubicBezTo>
                  <a:cubicBezTo>
                    <a:pt x="7" y="101"/>
                    <a:pt x="7" y="101"/>
                    <a:pt x="7" y="1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57" name="Groupe 746">
            <a:extLst>
              <a:ext uri="{FF2B5EF4-FFF2-40B4-BE49-F238E27FC236}">
                <a16:creationId xmlns:a16="http://schemas.microsoft.com/office/drawing/2014/main" id="{475227E2-51B5-B057-F119-017F0E6113B2}"/>
              </a:ext>
            </a:extLst>
          </p:cNvPr>
          <p:cNvGrpSpPr/>
          <p:nvPr/>
        </p:nvGrpSpPr>
        <p:grpSpPr>
          <a:xfrm>
            <a:off x="9615147" y="2118209"/>
            <a:ext cx="234703" cy="235524"/>
            <a:chOff x="3484563" y="500062"/>
            <a:chExt cx="454025" cy="455613"/>
          </a:xfrm>
          <a:solidFill>
            <a:srgbClr val="FFFFFF"/>
          </a:solidFill>
        </p:grpSpPr>
        <p:sp>
          <p:nvSpPr>
            <p:cNvPr id="158" name="Freeform 325">
              <a:extLst>
                <a:ext uri="{FF2B5EF4-FFF2-40B4-BE49-F238E27FC236}">
                  <a16:creationId xmlns:a16="http://schemas.microsoft.com/office/drawing/2014/main" id="{8A8A18C2-76CE-27C9-8B0C-9CE21D9C8D72}"/>
                </a:ext>
              </a:extLst>
            </p:cNvPr>
            <p:cNvSpPr>
              <a:spLocks/>
            </p:cNvSpPr>
            <p:nvPr/>
          </p:nvSpPr>
          <p:spPr bwMode="auto">
            <a:xfrm>
              <a:off x="3592513" y="500062"/>
              <a:ext cx="225425" cy="309563"/>
            </a:xfrm>
            <a:custGeom>
              <a:avLst/>
              <a:gdLst>
                <a:gd name="T0" fmla="*/ 30 w 60"/>
                <a:gd name="T1" fmla="*/ 82 h 82"/>
                <a:gd name="T2" fmla="*/ 60 w 60"/>
                <a:gd name="T3" fmla="*/ 47 h 82"/>
                <a:gd name="T4" fmla="*/ 42 w 60"/>
                <a:gd name="T5" fmla="*/ 47 h 82"/>
                <a:gd name="T6" fmla="*/ 49 w 60"/>
                <a:gd name="T7" fmla="*/ 0 h 82"/>
                <a:gd name="T8" fmla="*/ 7 w 60"/>
                <a:gd name="T9" fmla="*/ 0 h 82"/>
                <a:gd name="T10" fmla="*/ 19 w 60"/>
                <a:gd name="T11" fmla="*/ 46 h 82"/>
                <a:gd name="T12" fmla="*/ 0 w 60"/>
                <a:gd name="T13" fmla="*/ 46 h 82"/>
                <a:gd name="T14" fmla="*/ 30 w 60"/>
                <a:gd name="T15" fmla="*/ 82 h 8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0" h="82">
                  <a:moveTo>
                    <a:pt x="30" y="82"/>
                  </a:moveTo>
                  <a:cubicBezTo>
                    <a:pt x="56" y="52"/>
                    <a:pt x="60" y="47"/>
                    <a:pt x="60" y="47"/>
                  </a:cubicBezTo>
                  <a:cubicBezTo>
                    <a:pt x="42" y="47"/>
                    <a:pt x="42" y="47"/>
                    <a:pt x="42" y="47"/>
                  </a:cubicBezTo>
                  <a:cubicBezTo>
                    <a:pt x="46" y="11"/>
                    <a:pt x="49" y="0"/>
                    <a:pt x="49" y="0"/>
                  </a:cubicBezTo>
                  <a:cubicBezTo>
                    <a:pt x="23" y="13"/>
                    <a:pt x="7" y="0"/>
                    <a:pt x="7" y="0"/>
                  </a:cubicBezTo>
                  <a:cubicBezTo>
                    <a:pt x="16" y="30"/>
                    <a:pt x="19" y="46"/>
                    <a:pt x="19" y="46"/>
                  </a:cubicBezTo>
                  <a:cubicBezTo>
                    <a:pt x="0" y="46"/>
                    <a:pt x="0" y="46"/>
                    <a:pt x="0" y="46"/>
                  </a:cubicBezTo>
                  <a:lnTo>
                    <a:pt x="30" y="8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59" name="Freeform 326">
              <a:extLst>
                <a:ext uri="{FF2B5EF4-FFF2-40B4-BE49-F238E27FC236}">
                  <a16:creationId xmlns:a16="http://schemas.microsoft.com/office/drawing/2014/main" id="{327EA364-594C-7266-8CF1-3D77F339EEB9}"/>
                </a:ext>
              </a:extLst>
            </p:cNvPr>
            <p:cNvSpPr>
              <a:spLocks/>
            </p:cNvSpPr>
            <p:nvPr/>
          </p:nvSpPr>
          <p:spPr bwMode="auto">
            <a:xfrm>
              <a:off x="3484563" y="801687"/>
              <a:ext cx="454025" cy="153988"/>
            </a:xfrm>
            <a:custGeom>
              <a:avLst/>
              <a:gdLst>
                <a:gd name="T0" fmla="*/ 115 w 121"/>
                <a:gd name="T1" fmla="*/ 0 h 41"/>
                <a:gd name="T2" fmla="*/ 100 w 121"/>
                <a:gd name="T3" fmla="*/ 0 h 41"/>
                <a:gd name="T4" fmla="*/ 100 w 121"/>
                <a:gd name="T5" fmla="*/ 23 h 41"/>
                <a:gd name="T6" fmla="*/ 20 w 121"/>
                <a:gd name="T7" fmla="*/ 23 h 41"/>
                <a:gd name="T8" fmla="*/ 20 w 121"/>
                <a:gd name="T9" fmla="*/ 0 h 41"/>
                <a:gd name="T10" fmla="*/ 6 w 121"/>
                <a:gd name="T11" fmla="*/ 0 h 41"/>
                <a:gd name="T12" fmla="*/ 0 w 121"/>
                <a:gd name="T13" fmla="*/ 0 h 41"/>
                <a:gd name="T14" fmla="*/ 0 w 121"/>
                <a:gd name="T15" fmla="*/ 35 h 41"/>
                <a:gd name="T16" fmla="*/ 6 w 121"/>
                <a:gd name="T17" fmla="*/ 41 h 41"/>
                <a:gd name="T18" fmla="*/ 115 w 121"/>
                <a:gd name="T19" fmla="*/ 41 h 41"/>
                <a:gd name="T20" fmla="*/ 121 w 121"/>
                <a:gd name="T21" fmla="*/ 35 h 41"/>
                <a:gd name="T22" fmla="*/ 121 w 121"/>
                <a:gd name="T23" fmla="*/ 6 h 41"/>
                <a:gd name="T24" fmla="*/ 115 w 121"/>
                <a:gd name="T25" fmla="*/ 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1" h="41">
                  <a:moveTo>
                    <a:pt x="115" y="0"/>
                  </a:moveTo>
                  <a:cubicBezTo>
                    <a:pt x="100" y="0"/>
                    <a:pt x="100" y="0"/>
                    <a:pt x="100" y="0"/>
                  </a:cubicBezTo>
                  <a:cubicBezTo>
                    <a:pt x="100" y="23"/>
                    <a:pt x="100" y="23"/>
                    <a:pt x="100" y="23"/>
                  </a:cubicBezTo>
                  <a:cubicBezTo>
                    <a:pt x="20" y="23"/>
                    <a:pt x="20" y="23"/>
                    <a:pt x="20" y="23"/>
                  </a:cubicBezTo>
                  <a:cubicBezTo>
                    <a:pt x="20" y="0"/>
                    <a:pt x="20" y="0"/>
                    <a:pt x="20" y="0"/>
                  </a:cubicBezTo>
                  <a:cubicBezTo>
                    <a:pt x="6" y="0"/>
                    <a:pt x="6" y="0"/>
                    <a:pt x="6" y="0"/>
                  </a:cubicBezTo>
                  <a:cubicBezTo>
                    <a:pt x="0" y="0"/>
                    <a:pt x="0" y="0"/>
                    <a:pt x="0" y="0"/>
                  </a:cubicBezTo>
                  <a:cubicBezTo>
                    <a:pt x="0" y="35"/>
                    <a:pt x="0" y="35"/>
                    <a:pt x="0" y="35"/>
                  </a:cubicBezTo>
                  <a:cubicBezTo>
                    <a:pt x="0" y="38"/>
                    <a:pt x="2" y="41"/>
                    <a:pt x="6" y="41"/>
                  </a:cubicBezTo>
                  <a:cubicBezTo>
                    <a:pt x="115" y="41"/>
                    <a:pt x="115" y="41"/>
                    <a:pt x="115" y="41"/>
                  </a:cubicBezTo>
                  <a:cubicBezTo>
                    <a:pt x="118" y="41"/>
                    <a:pt x="121" y="38"/>
                    <a:pt x="121" y="35"/>
                  </a:cubicBezTo>
                  <a:cubicBezTo>
                    <a:pt x="121" y="6"/>
                    <a:pt x="121" y="6"/>
                    <a:pt x="121" y="6"/>
                  </a:cubicBezTo>
                  <a:cubicBezTo>
                    <a:pt x="121" y="3"/>
                    <a:pt x="118" y="0"/>
                    <a:pt x="1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60" name="Group 159">
            <a:extLst>
              <a:ext uri="{FF2B5EF4-FFF2-40B4-BE49-F238E27FC236}">
                <a16:creationId xmlns:a16="http://schemas.microsoft.com/office/drawing/2014/main" id="{98F7155E-12D9-B7E5-8F3B-6A97B71B4120}"/>
              </a:ext>
            </a:extLst>
          </p:cNvPr>
          <p:cNvGrpSpPr/>
          <p:nvPr/>
        </p:nvGrpSpPr>
        <p:grpSpPr>
          <a:xfrm>
            <a:off x="11458581" y="2088744"/>
            <a:ext cx="262080" cy="308382"/>
            <a:chOff x="5477919" y="3676675"/>
            <a:chExt cx="414587" cy="487831"/>
          </a:xfrm>
          <a:solidFill>
            <a:srgbClr val="FFFFFF"/>
          </a:solidFill>
        </p:grpSpPr>
        <p:sp>
          <p:nvSpPr>
            <p:cNvPr id="161" name="Freeform 161">
              <a:extLst>
                <a:ext uri="{FF2B5EF4-FFF2-40B4-BE49-F238E27FC236}">
                  <a16:creationId xmlns:a16="http://schemas.microsoft.com/office/drawing/2014/main" id="{590C0441-B9DC-CD70-337F-9DD73853B2B7}"/>
                </a:ext>
              </a:extLst>
            </p:cNvPr>
            <p:cNvSpPr>
              <a:spLocks/>
            </p:cNvSpPr>
            <p:nvPr/>
          </p:nvSpPr>
          <p:spPr bwMode="auto">
            <a:xfrm>
              <a:off x="5605059" y="3676675"/>
              <a:ext cx="84300" cy="105029"/>
            </a:xfrm>
            <a:custGeom>
              <a:avLst/>
              <a:gdLst>
                <a:gd name="T0" fmla="*/ 23 w 26"/>
                <a:gd name="T1" fmla="*/ 13 h 32"/>
                <a:gd name="T2" fmla="*/ 18 w 26"/>
                <a:gd name="T3" fmla="*/ 30 h 32"/>
                <a:gd name="T4" fmla="*/ 3 w 26"/>
                <a:gd name="T5" fmla="*/ 19 h 32"/>
                <a:gd name="T6" fmla="*/ 8 w 26"/>
                <a:gd name="T7" fmla="*/ 1 h 32"/>
                <a:gd name="T8" fmla="*/ 23 w 26"/>
                <a:gd name="T9" fmla="*/ 13 h 32"/>
              </a:gdLst>
              <a:ahLst/>
              <a:cxnLst>
                <a:cxn ang="0">
                  <a:pos x="T0" y="T1"/>
                </a:cxn>
                <a:cxn ang="0">
                  <a:pos x="T2" y="T3"/>
                </a:cxn>
                <a:cxn ang="0">
                  <a:pos x="T4" y="T5"/>
                </a:cxn>
                <a:cxn ang="0">
                  <a:pos x="T6" y="T7"/>
                </a:cxn>
                <a:cxn ang="0">
                  <a:pos x="T8" y="T9"/>
                </a:cxn>
              </a:cxnLst>
              <a:rect l="0" t="0" r="r" b="b"/>
              <a:pathLst>
                <a:path w="26" h="32">
                  <a:moveTo>
                    <a:pt x="23" y="13"/>
                  </a:moveTo>
                  <a:cubicBezTo>
                    <a:pt x="26" y="21"/>
                    <a:pt x="24" y="29"/>
                    <a:pt x="18" y="30"/>
                  </a:cubicBezTo>
                  <a:cubicBezTo>
                    <a:pt x="12" y="32"/>
                    <a:pt x="6" y="27"/>
                    <a:pt x="3" y="19"/>
                  </a:cubicBezTo>
                  <a:cubicBezTo>
                    <a:pt x="0" y="11"/>
                    <a:pt x="3" y="3"/>
                    <a:pt x="8" y="1"/>
                  </a:cubicBezTo>
                  <a:cubicBezTo>
                    <a:pt x="14" y="0"/>
                    <a:pt x="21" y="5"/>
                    <a:pt x="23"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2" name="Freeform 162">
              <a:extLst>
                <a:ext uri="{FF2B5EF4-FFF2-40B4-BE49-F238E27FC236}">
                  <a16:creationId xmlns:a16="http://schemas.microsoft.com/office/drawing/2014/main" id="{86342CAE-F875-5160-8A27-67FAF524D847}"/>
                </a:ext>
              </a:extLst>
            </p:cNvPr>
            <p:cNvSpPr>
              <a:spLocks/>
            </p:cNvSpPr>
            <p:nvPr/>
          </p:nvSpPr>
          <p:spPr bwMode="auto">
            <a:xfrm>
              <a:off x="5528738" y="3696022"/>
              <a:ext cx="297121" cy="468484"/>
            </a:xfrm>
            <a:custGeom>
              <a:avLst/>
              <a:gdLst>
                <a:gd name="T0" fmla="*/ 0 w 91"/>
                <a:gd name="T1" fmla="*/ 12 h 143"/>
                <a:gd name="T2" fmla="*/ 62 w 91"/>
                <a:gd name="T3" fmla="*/ 28 h 143"/>
                <a:gd name="T4" fmla="*/ 63 w 91"/>
                <a:gd name="T5" fmla="*/ 0 h 143"/>
                <a:gd name="T6" fmla="*/ 14 w 91"/>
                <a:gd name="T7" fmla="*/ 143 h 143"/>
                <a:gd name="T8" fmla="*/ 0 w 91"/>
                <a:gd name="T9" fmla="*/ 12 h 143"/>
              </a:gdLst>
              <a:ahLst/>
              <a:cxnLst>
                <a:cxn ang="0">
                  <a:pos x="T0" y="T1"/>
                </a:cxn>
                <a:cxn ang="0">
                  <a:pos x="T2" y="T3"/>
                </a:cxn>
                <a:cxn ang="0">
                  <a:pos x="T4" y="T5"/>
                </a:cxn>
                <a:cxn ang="0">
                  <a:pos x="T6" y="T7"/>
                </a:cxn>
                <a:cxn ang="0">
                  <a:pos x="T8" y="T9"/>
                </a:cxn>
              </a:cxnLst>
              <a:rect l="0" t="0" r="r" b="b"/>
              <a:pathLst>
                <a:path w="91" h="143">
                  <a:moveTo>
                    <a:pt x="0" y="12"/>
                  </a:moveTo>
                  <a:cubicBezTo>
                    <a:pt x="30" y="14"/>
                    <a:pt x="58" y="50"/>
                    <a:pt x="62" y="28"/>
                  </a:cubicBezTo>
                  <a:cubicBezTo>
                    <a:pt x="65" y="11"/>
                    <a:pt x="62" y="11"/>
                    <a:pt x="63" y="0"/>
                  </a:cubicBezTo>
                  <a:cubicBezTo>
                    <a:pt x="72" y="35"/>
                    <a:pt x="87" y="110"/>
                    <a:pt x="14" y="143"/>
                  </a:cubicBezTo>
                  <a:cubicBezTo>
                    <a:pt x="91" y="71"/>
                    <a:pt x="20" y="19"/>
                    <a:pt x="0" y="1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sp>
          <p:nvSpPr>
            <p:cNvPr id="163" name="Freeform 163">
              <a:extLst>
                <a:ext uri="{FF2B5EF4-FFF2-40B4-BE49-F238E27FC236}">
                  <a16:creationId xmlns:a16="http://schemas.microsoft.com/office/drawing/2014/main" id="{5ABCADE8-D92A-601E-756C-76A11A15F67F}"/>
                </a:ext>
              </a:extLst>
            </p:cNvPr>
            <p:cNvSpPr>
              <a:spLocks/>
            </p:cNvSpPr>
            <p:nvPr/>
          </p:nvSpPr>
          <p:spPr bwMode="auto">
            <a:xfrm>
              <a:off x="5477919" y="3796905"/>
              <a:ext cx="414587" cy="344108"/>
            </a:xfrm>
            <a:custGeom>
              <a:avLst/>
              <a:gdLst>
                <a:gd name="T0" fmla="*/ 83 w 127"/>
                <a:gd name="T1" fmla="*/ 25 h 105"/>
                <a:gd name="T2" fmla="*/ 81 w 127"/>
                <a:gd name="T3" fmla="*/ 24 h 105"/>
                <a:gd name="T4" fmla="*/ 81 w 127"/>
                <a:gd name="T5" fmla="*/ 24 h 105"/>
                <a:gd name="T6" fmla="*/ 110 w 127"/>
                <a:gd name="T7" fmla="*/ 57 h 105"/>
                <a:gd name="T8" fmla="*/ 114 w 127"/>
                <a:gd name="T9" fmla="*/ 88 h 105"/>
                <a:gd name="T10" fmla="*/ 48 w 127"/>
                <a:gd name="T11" fmla="*/ 72 h 105"/>
                <a:gd name="T12" fmla="*/ 14 w 127"/>
                <a:gd name="T13" fmla="*/ 6 h 105"/>
                <a:gd name="T14" fmla="*/ 30 w 127"/>
                <a:gd name="T15" fmla="*/ 1 h 105"/>
                <a:gd name="T16" fmla="*/ 29 w 127"/>
                <a:gd name="T17" fmla="*/ 1 h 105"/>
                <a:gd name="T18" fmla="*/ 11 w 127"/>
                <a:gd name="T19" fmla="*/ 7 h 105"/>
                <a:gd name="T20" fmla="*/ 44 w 127"/>
                <a:gd name="T21" fmla="*/ 73 h 105"/>
                <a:gd name="T22" fmla="*/ 117 w 127"/>
                <a:gd name="T23" fmla="*/ 92 h 105"/>
                <a:gd name="T24" fmla="*/ 83 w 127"/>
                <a:gd name="T25" fmla="*/ 25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7" h="105">
                  <a:moveTo>
                    <a:pt x="83" y="25"/>
                  </a:moveTo>
                  <a:cubicBezTo>
                    <a:pt x="82" y="25"/>
                    <a:pt x="82" y="24"/>
                    <a:pt x="81" y="24"/>
                  </a:cubicBezTo>
                  <a:cubicBezTo>
                    <a:pt x="81" y="24"/>
                    <a:pt x="81" y="24"/>
                    <a:pt x="81" y="24"/>
                  </a:cubicBezTo>
                  <a:cubicBezTo>
                    <a:pt x="93" y="33"/>
                    <a:pt x="103" y="46"/>
                    <a:pt x="110" y="57"/>
                  </a:cubicBezTo>
                  <a:cubicBezTo>
                    <a:pt x="117" y="71"/>
                    <a:pt x="118" y="83"/>
                    <a:pt x="114" y="88"/>
                  </a:cubicBezTo>
                  <a:cubicBezTo>
                    <a:pt x="106" y="99"/>
                    <a:pt x="74" y="93"/>
                    <a:pt x="48" y="72"/>
                  </a:cubicBezTo>
                  <a:cubicBezTo>
                    <a:pt x="22" y="51"/>
                    <a:pt x="2" y="20"/>
                    <a:pt x="14" y="6"/>
                  </a:cubicBezTo>
                  <a:cubicBezTo>
                    <a:pt x="18" y="2"/>
                    <a:pt x="25" y="1"/>
                    <a:pt x="30" y="1"/>
                  </a:cubicBezTo>
                  <a:cubicBezTo>
                    <a:pt x="30" y="1"/>
                    <a:pt x="30" y="1"/>
                    <a:pt x="29" y="1"/>
                  </a:cubicBezTo>
                  <a:cubicBezTo>
                    <a:pt x="21" y="0"/>
                    <a:pt x="15" y="2"/>
                    <a:pt x="11" y="7"/>
                  </a:cubicBezTo>
                  <a:cubicBezTo>
                    <a:pt x="0" y="20"/>
                    <a:pt x="15" y="50"/>
                    <a:pt x="44" y="73"/>
                  </a:cubicBezTo>
                  <a:cubicBezTo>
                    <a:pt x="74" y="97"/>
                    <a:pt x="106" y="105"/>
                    <a:pt x="117" y="92"/>
                  </a:cubicBezTo>
                  <a:cubicBezTo>
                    <a:pt x="127" y="79"/>
                    <a:pt x="112" y="49"/>
                    <a:pt x="83"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Verdana"/>
                <a:ea typeface="+mn-ea"/>
                <a:cs typeface="+mn-cs"/>
              </a:endParaRPr>
            </a:p>
          </p:txBody>
        </p:sp>
      </p:grpSp>
      <p:grpSp>
        <p:nvGrpSpPr>
          <p:cNvPr id="164" name="Group 163">
            <a:extLst>
              <a:ext uri="{FF2B5EF4-FFF2-40B4-BE49-F238E27FC236}">
                <a16:creationId xmlns:a16="http://schemas.microsoft.com/office/drawing/2014/main" id="{14C33CDF-23B6-FF8D-277D-48A5AD5AF521}"/>
              </a:ext>
            </a:extLst>
          </p:cNvPr>
          <p:cNvGrpSpPr/>
          <p:nvPr/>
        </p:nvGrpSpPr>
        <p:grpSpPr>
          <a:xfrm>
            <a:off x="11519865" y="4414805"/>
            <a:ext cx="218112" cy="250845"/>
            <a:chOff x="7440367" y="519035"/>
            <a:chExt cx="451713" cy="519507"/>
          </a:xfrm>
          <a:solidFill>
            <a:srgbClr val="FFFFFF"/>
          </a:solidFill>
        </p:grpSpPr>
        <p:sp>
          <p:nvSpPr>
            <p:cNvPr id="165" name="Freeform 118">
              <a:extLst>
                <a:ext uri="{FF2B5EF4-FFF2-40B4-BE49-F238E27FC236}">
                  <a16:creationId xmlns:a16="http://schemas.microsoft.com/office/drawing/2014/main" id="{A4608D92-7D3D-00DB-A400-0F102591B860}"/>
                </a:ext>
              </a:extLst>
            </p:cNvPr>
            <p:cNvSpPr>
              <a:spLocks noEditPoints="1"/>
            </p:cNvSpPr>
            <p:nvPr/>
          </p:nvSpPr>
          <p:spPr bwMode="auto">
            <a:xfrm>
              <a:off x="7440367" y="821842"/>
              <a:ext cx="451713" cy="216700"/>
            </a:xfrm>
            <a:custGeom>
              <a:avLst/>
              <a:gdLst>
                <a:gd name="T0" fmla="*/ 103 w 125"/>
                <a:gd name="T1" fmla="*/ 4 h 60"/>
                <a:gd name="T2" fmla="*/ 95 w 125"/>
                <a:gd name="T3" fmla="*/ 3 h 60"/>
                <a:gd name="T4" fmla="*/ 68 w 125"/>
                <a:gd name="T5" fmla="*/ 16 h 60"/>
                <a:gd name="T6" fmla="*/ 70 w 125"/>
                <a:gd name="T7" fmla="*/ 23 h 60"/>
                <a:gd name="T8" fmla="*/ 103 w 125"/>
                <a:gd name="T9" fmla="*/ 4 h 60"/>
                <a:gd name="T10" fmla="*/ 121 w 125"/>
                <a:gd name="T11" fmla="*/ 5 h 60"/>
                <a:gd name="T12" fmla="*/ 105 w 125"/>
                <a:gd name="T13" fmla="*/ 6 h 60"/>
                <a:gd name="T14" fmla="*/ 70 w 125"/>
                <a:gd name="T15" fmla="*/ 26 h 60"/>
                <a:gd name="T16" fmla="*/ 69 w 125"/>
                <a:gd name="T17" fmla="*/ 28 h 60"/>
                <a:gd name="T18" fmla="*/ 61 w 125"/>
                <a:gd name="T19" fmla="*/ 35 h 60"/>
                <a:gd name="T20" fmla="*/ 52 w 125"/>
                <a:gd name="T21" fmla="*/ 34 h 60"/>
                <a:gd name="T22" fmla="*/ 34 w 125"/>
                <a:gd name="T23" fmla="*/ 25 h 60"/>
                <a:gd name="T24" fmla="*/ 34 w 125"/>
                <a:gd name="T25" fmla="*/ 22 h 60"/>
                <a:gd name="T26" fmla="*/ 54 w 125"/>
                <a:gd name="T27" fmla="*/ 32 h 60"/>
                <a:gd name="T28" fmla="*/ 59 w 125"/>
                <a:gd name="T29" fmla="*/ 32 h 60"/>
                <a:gd name="T30" fmla="*/ 60 w 125"/>
                <a:gd name="T31" fmla="*/ 32 h 60"/>
                <a:gd name="T32" fmla="*/ 60 w 125"/>
                <a:gd name="T33" fmla="*/ 32 h 60"/>
                <a:gd name="T34" fmla="*/ 65 w 125"/>
                <a:gd name="T35" fmla="*/ 29 h 60"/>
                <a:gd name="T36" fmla="*/ 66 w 125"/>
                <a:gd name="T37" fmla="*/ 27 h 60"/>
                <a:gd name="T38" fmla="*/ 67 w 125"/>
                <a:gd name="T39" fmla="*/ 24 h 60"/>
                <a:gd name="T40" fmla="*/ 65 w 125"/>
                <a:gd name="T41" fmla="*/ 17 h 60"/>
                <a:gd name="T42" fmla="*/ 62 w 125"/>
                <a:gd name="T43" fmla="*/ 14 h 60"/>
                <a:gd name="T44" fmla="*/ 33 w 125"/>
                <a:gd name="T45" fmla="*/ 1 h 60"/>
                <a:gd name="T46" fmla="*/ 23 w 125"/>
                <a:gd name="T47" fmla="*/ 1 h 60"/>
                <a:gd name="T48" fmla="*/ 3 w 125"/>
                <a:gd name="T49" fmla="*/ 5 h 60"/>
                <a:gd name="T50" fmla="*/ 0 w 125"/>
                <a:gd name="T51" fmla="*/ 39 h 60"/>
                <a:gd name="T52" fmla="*/ 3 w 125"/>
                <a:gd name="T53" fmla="*/ 44 h 60"/>
                <a:gd name="T54" fmla="*/ 17 w 125"/>
                <a:gd name="T55" fmla="*/ 44 h 60"/>
                <a:gd name="T56" fmla="*/ 20 w 125"/>
                <a:gd name="T57" fmla="*/ 44 h 60"/>
                <a:gd name="T58" fmla="*/ 22 w 125"/>
                <a:gd name="T59" fmla="*/ 45 h 60"/>
                <a:gd name="T60" fmla="*/ 59 w 125"/>
                <a:gd name="T61" fmla="*/ 59 h 60"/>
                <a:gd name="T62" fmla="*/ 64 w 125"/>
                <a:gd name="T63" fmla="*/ 59 h 60"/>
                <a:gd name="T64" fmla="*/ 66 w 125"/>
                <a:gd name="T65" fmla="*/ 58 h 60"/>
                <a:gd name="T66" fmla="*/ 116 w 125"/>
                <a:gd name="T67" fmla="*/ 21 h 60"/>
                <a:gd name="T68" fmla="*/ 121 w 125"/>
                <a:gd name="T69" fmla="*/ 5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25" h="60">
                  <a:moveTo>
                    <a:pt x="103" y="4"/>
                  </a:moveTo>
                  <a:cubicBezTo>
                    <a:pt x="100" y="2"/>
                    <a:pt x="97" y="1"/>
                    <a:pt x="95" y="3"/>
                  </a:cubicBezTo>
                  <a:cubicBezTo>
                    <a:pt x="68" y="16"/>
                    <a:pt x="68" y="16"/>
                    <a:pt x="68" y="16"/>
                  </a:cubicBezTo>
                  <a:cubicBezTo>
                    <a:pt x="69" y="18"/>
                    <a:pt x="70" y="20"/>
                    <a:pt x="70" y="23"/>
                  </a:cubicBezTo>
                  <a:lnTo>
                    <a:pt x="103" y="4"/>
                  </a:lnTo>
                  <a:close/>
                  <a:moveTo>
                    <a:pt x="121" y="5"/>
                  </a:moveTo>
                  <a:cubicBezTo>
                    <a:pt x="118" y="1"/>
                    <a:pt x="111" y="2"/>
                    <a:pt x="105" y="6"/>
                  </a:cubicBezTo>
                  <a:cubicBezTo>
                    <a:pt x="94" y="12"/>
                    <a:pt x="70" y="26"/>
                    <a:pt x="70" y="26"/>
                  </a:cubicBezTo>
                  <a:cubicBezTo>
                    <a:pt x="69" y="27"/>
                    <a:pt x="69" y="28"/>
                    <a:pt x="69" y="28"/>
                  </a:cubicBezTo>
                  <a:cubicBezTo>
                    <a:pt x="67" y="32"/>
                    <a:pt x="64" y="34"/>
                    <a:pt x="61" y="35"/>
                  </a:cubicBezTo>
                  <a:cubicBezTo>
                    <a:pt x="58" y="36"/>
                    <a:pt x="55" y="36"/>
                    <a:pt x="52" y="34"/>
                  </a:cubicBezTo>
                  <a:cubicBezTo>
                    <a:pt x="34" y="25"/>
                    <a:pt x="34" y="25"/>
                    <a:pt x="34" y="25"/>
                  </a:cubicBezTo>
                  <a:cubicBezTo>
                    <a:pt x="34" y="22"/>
                    <a:pt x="34" y="22"/>
                    <a:pt x="34" y="22"/>
                  </a:cubicBezTo>
                  <a:cubicBezTo>
                    <a:pt x="54" y="32"/>
                    <a:pt x="54" y="32"/>
                    <a:pt x="54" y="32"/>
                  </a:cubicBezTo>
                  <a:cubicBezTo>
                    <a:pt x="55" y="32"/>
                    <a:pt x="57" y="33"/>
                    <a:pt x="59" y="32"/>
                  </a:cubicBezTo>
                  <a:cubicBezTo>
                    <a:pt x="59" y="32"/>
                    <a:pt x="59" y="32"/>
                    <a:pt x="60" y="32"/>
                  </a:cubicBezTo>
                  <a:cubicBezTo>
                    <a:pt x="60" y="32"/>
                    <a:pt x="60" y="32"/>
                    <a:pt x="60" y="32"/>
                  </a:cubicBezTo>
                  <a:cubicBezTo>
                    <a:pt x="62" y="32"/>
                    <a:pt x="63" y="31"/>
                    <a:pt x="65" y="29"/>
                  </a:cubicBezTo>
                  <a:cubicBezTo>
                    <a:pt x="65" y="29"/>
                    <a:pt x="66" y="28"/>
                    <a:pt x="66" y="27"/>
                  </a:cubicBezTo>
                  <a:cubicBezTo>
                    <a:pt x="67" y="26"/>
                    <a:pt x="67" y="25"/>
                    <a:pt x="67" y="24"/>
                  </a:cubicBezTo>
                  <a:cubicBezTo>
                    <a:pt x="67" y="22"/>
                    <a:pt x="67" y="19"/>
                    <a:pt x="65" y="17"/>
                  </a:cubicBezTo>
                  <a:cubicBezTo>
                    <a:pt x="64" y="16"/>
                    <a:pt x="63" y="15"/>
                    <a:pt x="62" y="14"/>
                  </a:cubicBezTo>
                  <a:cubicBezTo>
                    <a:pt x="62" y="14"/>
                    <a:pt x="40" y="4"/>
                    <a:pt x="33" y="1"/>
                  </a:cubicBezTo>
                  <a:cubicBezTo>
                    <a:pt x="30" y="0"/>
                    <a:pt x="27" y="1"/>
                    <a:pt x="23" y="1"/>
                  </a:cubicBezTo>
                  <a:cubicBezTo>
                    <a:pt x="19" y="2"/>
                    <a:pt x="3" y="5"/>
                    <a:pt x="3" y="5"/>
                  </a:cubicBezTo>
                  <a:cubicBezTo>
                    <a:pt x="8" y="10"/>
                    <a:pt x="2" y="28"/>
                    <a:pt x="0" y="39"/>
                  </a:cubicBezTo>
                  <a:cubicBezTo>
                    <a:pt x="0" y="43"/>
                    <a:pt x="1" y="44"/>
                    <a:pt x="3" y="44"/>
                  </a:cubicBezTo>
                  <a:cubicBezTo>
                    <a:pt x="17" y="44"/>
                    <a:pt x="17" y="44"/>
                    <a:pt x="17" y="44"/>
                  </a:cubicBezTo>
                  <a:cubicBezTo>
                    <a:pt x="17" y="44"/>
                    <a:pt x="19" y="44"/>
                    <a:pt x="20" y="44"/>
                  </a:cubicBezTo>
                  <a:cubicBezTo>
                    <a:pt x="21" y="44"/>
                    <a:pt x="22" y="45"/>
                    <a:pt x="22" y="45"/>
                  </a:cubicBezTo>
                  <a:cubicBezTo>
                    <a:pt x="59" y="59"/>
                    <a:pt x="59" y="59"/>
                    <a:pt x="59" y="59"/>
                  </a:cubicBezTo>
                  <a:cubicBezTo>
                    <a:pt x="60" y="60"/>
                    <a:pt x="62" y="60"/>
                    <a:pt x="64" y="59"/>
                  </a:cubicBezTo>
                  <a:cubicBezTo>
                    <a:pt x="64" y="59"/>
                    <a:pt x="65" y="59"/>
                    <a:pt x="66" y="58"/>
                  </a:cubicBezTo>
                  <a:cubicBezTo>
                    <a:pt x="77" y="51"/>
                    <a:pt x="112" y="24"/>
                    <a:pt x="116" y="21"/>
                  </a:cubicBezTo>
                  <a:cubicBezTo>
                    <a:pt x="125" y="14"/>
                    <a:pt x="124" y="9"/>
                    <a:pt x="121"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a:ln>
                  <a:noFill/>
                </a:ln>
                <a:solidFill>
                  <a:prstClr val="black"/>
                </a:solidFill>
                <a:effectLst/>
                <a:uLnTx/>
                <a:uFillTx/>
                <a:latin typeface="Verdana"/>
                <a:ea typeface="+mn-ea"/>
                <a:cs typeface="+mn-cs"/>
              </a:endParaRPr>
            </a:p>
          </p:txBody>
        </p:sp>
        <p:sp>
          <p:nvSpPr>
            <p:cNvPr id="166" name="Freeform: Shape 165">
              <a:extLst>
                <a:ext uri="{FF2B5EF4-FFF2-40B4-BE49-F238E27FC236}">
                  <a16:creationId xmlns:a16="http://schemas.microsoft.com/office/drawing/2014/main" id="{34CC6BF0-E66B-A3B0-DB12-8FCE6DD6A898}"/>
                </a:ext>
              </a:extLst>
            </p:cNvPr>
            <p:cNvSpPr/>
            <p:nvPr/>
          </p:nvSpPr>
          <p:spPr>
            <a:xfrm rot="16200000">
              <a:off x="7596383" y="655851"/>
              <a:ext cx="138077" cy="138078"/>
            </a:xfrm>
            <a:custGeom>
              <a:avLst/>
              <a:gdLst>
                <a:gd name="connsiteX0" fmla="*/ 401264 w 401264"/>
                <a:gd name="connsiteY0" fmla="*/ 185843 h 401264"/>
                <a:gd name="connsiteX1" fmla="*/ 401264 w 401264"/>
                <a:gd name="connsiteY1" fmla="*/ 215421 h 401264"/>
                <a:gd name="connsiteX2" fmla="*/ 362551 w 401264"/>
                <a:gd name="connsiteY2" fmla="*/ 254134 h 401264"/>
                <a:gd name="connsiteX3" fmla="*/ 254134 w 401264"/>
                <a:gd name="connsiteY3" fmla="*/ 254134 h 401264"/>
                <a:gd name="connsiteX4" fmla="*/ 254134 w 401264"/>
                <a:gd name="connsiteY4" fmla="*/ 362551 h 401264"/>
                <a:gd name="connsiteX5" fmla="*/ 215421 w 401264"/>
                <a:gd name="connsiteY5" fmla="*/ 401264 h 401264"/>
                <a:gd name="connsiteX6" fmla="*/ 185843 w 401264"/>
                <a:gd name="connsiteY6" fmla="*/ 401264 h 401264"/>
                <a:gd name="connsiteX7" fmla="*/ 147130 w 401264"/>
                <a:gd name="connsiteY7" fmla="*/ 362551 h 401264"/>
                <a:gd name="connsiteX8" fmla="*/ 147130 w 401264"/>
                <a:gd name="connsiteY8" fmla="*/ 254134 h 401264"/>
                <a:gd name="connsiteX9" fmla="*/ 38713 w 401264"/>
                <a:gd name="connsiteY9" fmla="*/ 254134 h 401264"/>
                <a:gd name="connsiteX10" fmla="*/ 0 w 401264"/>
                <a:gd name="connsiteY10" fmla="*/ 215421 h 401264"/>
                <a:gd name="connsiteX11" fmla="*/ 0 w 401264"/>
                <a:gd name="connsiteY11" fmla="*/ 185843 h 401264"/>
                <a:gd name="connsiteX12" fmla="*/ 38713 w 401264"/>
                <a:gd name="connsiteY12" fmla="*/ 147130 h 401264"/>
                <a:gd name="connsiteX13" fmla="*/ 147130 w 401264"/>
                <a:gd name="connsiteY13" fmla="*/ 147130 h 401264"/>
                <a:gd name="connsiteX14" fmla="*/ 147130 w 401264"/>
                <a:gd name="connsiteY14" fmla="*/ 38713 h 401264"/>
                <a:gd name="connsiteX15" fmla="*/ 185843 w 401264"/>
                <a:gd name="connsiteY15" fmla="*/ 0 h 401264"/>
                <a:gd name="connsiteX16" fmla="*/ 215421 w 401264"/>
                <a:gd name="connsiteY16" fmla="*/ 0 h 401264"/>
                <a:gd name="connsiteX17" fmla="*/ 254134 w 401264"/>
                <a:gd name="connsiteY17" fmla="*/ 38713 h 401264"/>
                <a:gd name="connsiteX18" fmla="*/ 254134 w 401264"/>
                <a:gd name="connsiteY18" fmla="*/ 147130 h 401264"/>
                <a:gd name="connsiteX19" fmla="*/ 362551 w 401264"/>
                <a:gd name="connsiteY19" fmla="*/ 147130 h 401264"/>
                <a:gd name="connsiteX20" fmla="*/ 401264 w 401264"/>
                <a:gd name="connsiteY20" fmla="*/ 185843 h 401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1264" h="401264">
                  <a:moveTo>
                    <a:pt x="401264" y="185843"/>
                  </a:moveTo>
                  <a:lnTo>
                    <a:pt x="401264" y="215421"/>
                  </a:lnTo>
                  <a:cubicBezTo>
                    <a:pt x="401264" y="236802"/>
                    <a:pt x="383932" y="254134"/>
                    <a:pt x="362551" y="254134"/>
                  </a:cubicBezTo>
                  <a:lnTo>
                    <a:pt x="254134" y="254134"/>
                  </a:lnTo>
                  <a:lnTo>
                    <a:pt x="254134" y="362551"/>
                  </a:lnTo>
                  <a:cubicBezTo>
                    <a:pt x="254134" y="383932"/>
                    <a:pt x="236802" y="401264"/>
                    <a:pt x="215421" y="401264"/>
                  </a:cubicBezTo>
                  <a:lnTo>
                    <a:pt x="185843" y="401264"/>
                  </a:lnTo>
                  <a:cubicBezTo>
                    <a:pt x="164462" y="401264"/>
                    <a:pt x="147130" y="383932"/>
                    <a:pt x="147130" y="362551"/>
                  </a:cubicBezTo>
                  <a:lnTo>
                    <a:pt x="147130" y="254134"/>
                  </a:lnTo>
                  <a:lnTo>
                    <a:pt x="38713" y="254134"/>
                  </a:lnTo>
                  <a:cubicBezTo>
                    <a:pt x="17332" y="254134"/>
                    <a:pt x="0" y="236802"/>
                    <a:pt x="0" y="215421"/>
                  </a:cubicBezTo>
                  <a:lnTo>
                    <a:pt x="0" y="185843"/>
                  </a:lnTo>
                  <a:cubicBezTo>
                    <a:pt x="0" y="164462"/>
                    <a:pt x="17332" y="147130"/>
                    <a:pt x="38713" y="147130"/>
                  </a:cubicBezTo>
                  <a:lnTo>
                    <a:pt x="147130" y="147130"/>
                  </a:lnTo>
                  <a:lnTo>
                    <a:pt x="147130" y="38713"/>
                  </a:lnTo>
                  <a:cubicBezTo>
                    <a:pt x="147130" y="17332"/>
                    <a:pt x="164462" y="0"/>
                    <a:pt x="185843" y="0"/>
                  </a:cubicBezTo>
                  <a:lnTo>
                    <a:pt x="215421" y="0"/>
                  </a:lnTo>
                  <a:cubicBezTo>
                    <a:pt x="236802" y="0"/>
                    <a:pt x="254134" y="17332"/>
                    <a:pt x="254134" y="38713"/>
                  </a:cubicBezTo>
                  <a:lnTo>
                    <a:pt x="254134" y="147130"/>
                  </a:lnTo>
                  <a:lnTo>
                    <a:pt x="362551" y="147130"/>
                  </a:lnTo>
                  <a:cubicBezTo>
                    <a:pt x="383932" y="147130"/>
                    <a:pt x="401264" y="164462"/>
                    <a:pt x="401264" y="1858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7" name="Freeform: Shape 166">
              <a:extLst>
                <a:ext uri="{FF2B5EF4-FFF2-40B4-BE49-F238E27FC236}">
                  <a16:creationId xmlns:a16="http://schemas.microsoft.com/office/drawing/2014/main" id="{D52A977A-6C41-F1B3-2CCA-D4A686EDF04D}"/>
                </a:ext>
              </a:extLst>
            </p:cNvPr>
            <p:cNvSpPr/>
            <p:nvPr/>
          </p:nvSpPr>
          <p:spPr>
            <a:xfrm rot="16200000">
              <a:off x="7710596" y="528004"/>
              <a:ext cx="94242" cy="94242"/>
            </a:xfrm>
            <a:custGeom>
              <a:avLst/>
              <a:gdLst>
                <a:gd name="connsiteX0" fmla="*/ 401264 w 401264"/>
                <a:gd name="connsiteY0" fmla="*/ 185843 h 401264"/>
                <a:gd name="connsiteX1" fmla="*/ 401264 w 401264"/>
                <a:gd name="connsiteY1" fmla="*/ 215421 h 401264"/>
                <a:gd name="connsiteX2" fmla="*/ 362551 w 401264"/>
                <a:gd name="connsiteY2" fmla="*/ 254134 h 401264"/>
                <a:gd name="connsiteX3" fmla="*/ 254134 w 401264"/>
                <a:gd name="connsiteY3" fmla="*/ 254134 h 401264"/>
                <a:gd name="connsiteX4" fmla="*/ 254134 w 401264"/>
                <a:gd name="connsiteY4" fmla="*/ 362551 h 401264"/>
                <a:gd name="connsiteX5" fmla="*/ 215421 w 401264"/>
                <a:gd name="connsiteY5" fmla="*/ 401264 h 401264"/>
                <a:gd name="connsiteX6" fmla="*/ 185843 w 401264"/>
                <a:gd name="connsiteY6" fmla="*/ 401264 h 401264"/>
                <a:gd name="connsiteX7" fmla="*/ 147130 w 401264"/>
                <a:gd name="connsiteY7" fmla="*/ 362551 h 401264"/>
                <a:gd name="connsiteX8" fmla="*/ 147130 w 401264"/>
                <a:gd name="connsiteY8" fmla="*/ 254134 h 401264"/>
                <a:gd name="connsiteX9" fmla="*/ 38713 w 401264"/>
                <a:gd name="connsiteY9" fmla="*/ 254134 h 401264"/>
                <a:gd name="connsiteX10" fmla="*/ 0 w 401264"/>
                <a:gd name="connsiteY10" fmla="*/ 215421 h 401264"/>
                <a:gd name="connsiteX11" fmla="*/ 0 w 401264"/>
                <a:gd name="connsiteY11" fmla="*/ 185843 h 401264"/>
                <a:gd name="connsiteX12" fmla="*/ 38713 w 401264"/>
                <a:gd name="connsiteY12" fmla="*/ 147130 h 401264"/>
                <a:gd name="connsiteX13" fmla="*/ 147130 w 401264"/>
                <a:gd name="connsiteY13" fmla="*/ 147130 h 401264"/>
                <a:gd name="connsiteX14" fmla="*/ 147130 w 401264"/>
                <a:gd name="connsiteY14" fmla="*/ 38713 h 401264"/>
                <a:gd name="connsiteX15" fmla="*/ 185843 w 401264"/>
                <a:gd name="connsiteY15" fmla="*/ 0 h 401264"/>
                <a:gd name="connsiteX16" fmla="*/ 215421 w 401264"/>
                <a:gd name="connsiteY16" fmla="*/ 0 h 401264"/>
                <a:gd name="connsiteX17" fmla="*/ 254134 w 401264"/>
                <a:gd name="connsiteY17" fmla="*/ 38713 h 401264"/>
                <a:gd name="connsiteX18" fmla="*/ 254134 w 401264"/>
                <a:gd name="connsiteY18" fmla="*/ 147130 h 401264"/>
                <a:gd name="connsiteX19" fmla="*/ 362551 w 401264"/>
                <a:gd name="connsiteY19" fmla="*/ 147130 h 401264"/>
                <a:gd name="connsiteX20" fmla="*/ 401264 w 401264"/>
                <a:gd name="connsiteY20" fmla="*/ 185843 h 401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1264" h="401264">
                  <a:moveTo>
                    <a:pt x="401264" y="185843"/>
                  </a:moveTo>
                  <a:lnTo>
                    <a:pt x="401264" y="215421"/>
                  </a:lnTo>
                  <a:cubicBezTo>
                    <a:pt x="401264" y="236802"/>
                    <a:pt x="383932" y="254134"/>
                    <a:pt x="362551" y="254134"/>
                  </a:cubicBezTo>
                  <a:lnTo>
                    <a:pt x="254134" y="254134"/>
                  </a:lnTo>
                  <a:lnTo>
                    <a:pt x="254134" y="362551"/>
                  </a:lnTo>
                  <a:cubicBezTo>
                    <a:pt x="254134" y="383932"/>
                    <a:pt x="236802" y="401264"/>
                    <a:pt x="215421" y="401264"/>
                  </a:cubicBezTo>
                  <a:lnTo>
                    <a:pt x="185843" y="401264"/>
                  </a:lnTo>
                  <a:cubicBezTo>
                    <a:pt x="164462" y="401264"/>
                    <a:pt x="147130" y="383932"/>
                    <a:pt x="147130" y="362551"/>
                  </a:cubicBezTo>
                  <a:lnTo>
                    <a:pt x="147130" y="254134"/>
                  </a:lnTo>
                  <a:lnTo>
                    <a:pt x="38713" y="254134"/>
                  </a:lnTo>
                  <a:cubicBezTo>
                    <a:pt x="17332" y="254134"/>
                    <a:pt x="0" y="236802"/>
                    <a:pt x="0" y="215421"/>
                  </a:cubicBezTo>
                  <a:lnTo>
                    <a:pt x="0" y="185843"/>
                  </a:lnTo>
                  <a:cubicBezTo>
                    <a:pt x="0" y="164462"/>
                    <a:pt x="17332" y="147130"/>
                    <a:pt x="38713" y="147130"/>
                  </a:cubicBezTo>
                  <a:lnTo>
                    <a:pt x="147130" y="147130"/>
                  </a:lnTo>
                  <a:lnTo>
                    <a:pt x="147130" y="38713"/>
                  </a:lnTo>
                  <a:cubicBezTo>
                    <a:pt x="147130" y="17332"/>
                    <a:pt x="164462" y="0"/>
                    <a:pt x="185843" y="0"/>
                  </a:cubicBezTo>
                  <a:lnTo>
                    <a:pt x="215421" y="0"/>
                  </a:lnTo>
                  <a:cubicBezTo>
                    <a:pt x="236802" y="0"/>
                    <a:pt x="254134" y="17332"/>
                    <a:pt x="254134" y="38713"/>
                  </a:cubicBezTo>
                  <a:lnTo>
                    <a:pt x="254134" y="147130"/>
                  </a:lnTo>
                  <a:lnTo>
                    <a:pt x="362551" y="147130"/>
                  </a:lnTo>
                  <a:cubicBezTo>
                    <a:pt x="383932" y="147130"/>
                    <a:pt x="401264" y="164462"/>
                    <a:pt x="401264" y="1858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8" name="Freeform: Shape 167">
              <a:extLst>
                <a:ext uri="{FF2B5EF4-FFF2-40B4-BE49-F238E27FC236}">
                  <a16:creationId xmlns:a16="http://schemas.microsoft.com/office/drawing/2014/main" id="{3AFDCADD-E7EF-DCED-C23B-DD7DC7F24393}"/>
                </a:ext>
              </a:extLst>
            </p:cNvPr>
            <p:cNvSpPr/>
            <p:nvPr/>
          </p:nvSpPr>
          <p:spPr>
            <a:xfrm rot="16200000">
              <a:off x="7502141" y="588641"/>
              <a:ext cx="94242" cy="94242"/>
            </a:xfrm>
            <a:custGeom>
              <a:avLst/>
              <a:gdLst>
                <a:gd name="connsiteX0" fmla="*/ 401264 w 401264"/>
                <a:gd name="connsiteY0" fmla="*/ 185843 h 401264"/>
                <a:gd name="connsiteX1" fmla="*/ 401264 w 401264"/>
                <a:gd name="connsiteY1" fmla="*/ 215421 h 401264"/>
                <a:gd name="connsiteX2" fmla="*/ 362551 w 401264"/>
                <a:gd name="connsiteY2" fmla="*/ 254134 h 401264"/>
                <a:gd name="connsiteX3" fmla="*/ 254134 w 401264"/>
                <a:gd name="connsiteY3" fmla="*/ 254134 h 401264"/>
                <a:gd name="connsiteX4" fmla="*/ 254134 w 401264"/>
                <a:gd name="connsiteY4" fmla="*/ 362551 h 401264"/>
                <a:gd name="connsiteX5" fmla="*/ 215421 w 401264"/>
                <a:gd name="connsiteY5" fmla="*/ 401264 h 401264"/>
                <a:gd name="connsiteX6" fmla="*/ 185843 w 401264"/>
                <a:gd name="connsiteY6" fmla="*/ 401264 h 401264"/>
                <a:gd name="connsiteX7" fmla="*/ 147130 w 401264"/>
                <a:gd name="connsiteY7" fmla="*/ 362551 h 401264"/>
                <a:gd name="connsiteX8" fmla="*/ 147130 w 401264"/>
                <a:gd name="connsiteY8" fmla="*/ 254134 h 401264"/>
                <a:gd name="connsiteX9" fmla="*/ 38713 w 401264"/>
                <a:gd name="connsiteY9" fmla="*/ 254134 h 401264"/>
                <a:gd name="connsiteX10" fmla="*/ 0 w 401264"/>
                <a:gd name="connsiteY10" fmla="*/ 215421 h 401264"/>
                <a:gd name="connsiteX11" fmla="*/ 0 w 401264"/>
                <a:gd name="connsiteY11" fmla="*/ 185843 h 401264"/>
                <a:gd name="connsiteX12" fmla="*/ 38713 w 401264"/>
                <a:gd name="connsiteY12" fmla="*/ 147130 h 401264"/>
                <a:gd name="connsiteX13" fmla="*/ 147130 w 401264"/>
                <a:gd name="connsiteY13" fmla="*/ 147130 h 401264"/>
                <a:gd name="connsiteX14" fmla="*/ 147130 w 401264"/>
                <a:gd name="connsiteY14" fmla="*/ 38713 h 401264"/>
                <a:gd name="connsiteX15" fmla="*/ 185843 w 401264"/>
                <a:gd name="connsiteY15" fmla="*/ 0 h 401264"/>
                <a:gd name="connsiteX16" fmla="*/ 215421 w 401264"/>
                <a:gd name="connsiteY16" fmla="*/ 0 h 401264"/>
                <a:gd name="connsiteX17" fmla="*/ 254134 w 401264"/>
                <a:gd name="connsiteY17" fmla="*/ 38713 h 401264"/>
                <a:gd name="connsiteX18" fmla="*/ 254134 w 401264"/>
                <a:gd name="connsiteY18" fmla="*/ 147130 h 401264"/>
                <a:gd name="connsiteX19" fmla="*/ 362551 w 401264"/>
                <a:gd name="connsiteY19" fmla="*/ 147130 h 401264"/>
                <a:gd name="connsiteX20" fmla="*/ 401264 w 401264"/>
                <a:gd name="connsiteY20" fmla="*/ 185843 h 401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1264" h="401264">
                  <a:moveTo>
                    <a:pt x="401264" y="185843"/>
                  </a:moveTo>
                  <a:lnTo>
                    <a:pt x="401264" y="215421"/>
                  </a:lnTo>
                  <a:cubicBezTo>
                    <a:pt x="401264" y="236802"/>
                    <a:pt x="383932" y="254134"/>
                    <a:pt x="362551" y="254134"/>
                  </a:cubicBezTo>
                  <a:lnTo>
                    <a:pt x="254134" y="254134"/>
                  </a:lnTo>
                  <a:lnTo>
                    <a:pt x="254134" y="362551"/>
                  </a:lnTo>
                  <a:cubicBezTo>
                    <a:pt x="254134" y="383932"/>
                    <a:pt x="236802" y="401264"/>
                    <a:pt x="215421" y="401264"/>
                  </a:cubicBezTo>
                  <a:lnTo>
                    <a:pt x="185843" y="401264"/>
                  </a:lnTo>
                  <a:cubicBezTo>
                    <a:pt x="164462" y="401264"/>
                    <a:pt x="147130" y="383932"/>
                    <a:pt x="147130" y="362551"/>
                  </a:cubicBezTo>
                  <a:lnTo>
                    <a:pt x="147130" y="254134"/>
                  </a:lnTo>
                  <a:lnTo>
                    <a:pt x="38713" y="254134"/>
                  </a:lnTo>
                  <a:cubicBezTo>
                    <a:pt x="17332" y="254134"/>
                    <a:pt x="0" y="236802"/>
                    <a:pt x="0" y="215421"/>
                  </a:cubicBezTo>
                  <a:lnTo>
                    <a:pt x="0" y="185843"/>
                  </a:lnTo>
                  <a:cubicBezTo>
                    <a:pt x="0" y="164462"/>
                    <a:pt x="17332" y="147130"/>
                    <a:pt x="38713" y="147130"/>
                  </a:cubicBezTo>
                  <a:lnTo>
                    <a:pt x="147130" y="147130"/>
                  </a:lnTo>
                  <a:lnTo>
                    <a:pt x="147130" y="38713"/>
                  </a:lnTo>
                  <a:cubicBezTo>
                    <a:pt x="147130" y="17332"/>
                    <a:pt x="164462" y="0"/>
                    <a:pt x="185843" y="0"/>
                  </a:cubicBezTo>
                  <a:lnTo>
                    <a:pt x="215421" y="0"/>
                  </a:lnTo>
                  <a:cubicBezTo>
                    <a:pt x="236802" y="0"/>
                    <a:pt x="254134" y="17332"/>
                    <a:pt x="254134" y="38713"/>
                  </a:cubicBezTo>
                  <a:lnTo>
                    <a:pt x="254134" y="147130"/>
                  </a:lnTo>
                  <a:lnTo>
                    <a:pt x="362551" y="147130"/>
                  </a:lnTo>
                  <a:cubicBezTo>
                    <a:pt x="383932" y="147130"/>
                    <a:pt x="401264" y="164462"/>
                    <a:pt x="401264" y="1858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3" name="Freeform: Shape 182">
              <a:extLst>
                <a:ext uri="{FF2B5EF4-FFF2-40B4-BE49-F238E27FC236}">
                  <a16:creationId xmlns:a16="http://schemas.microsoft.com/office/drawing/2014/main" id="{1F3BE50F-9D70-8117-C8DD-E279A9EB3BA3}"/>
                </a:ext>
              </a:extLst>
            </p:cNvPr>
            <p:cNvSpPr/>
            <p:nvPr/>
          </p:nvSpPr>
          <p:spPr>
            <a:xfrm rot="16200000">
              <a:off x="7609191" y="519035"/>
              <a:ext cx="55068" cy="55068"/>
            </a:xfrm>
            <a:custGeom>
              <a:avLst/>
              <a:gdLst>
                <a:gd name="connsiteX0" fmla="*/ 401264 w 401264"/>
                <a:gd name="connsiteY0" fmla="*/ 185843 h 401264"/>
                <a:gd name="connsiteX1" fmla="*/ 401264 w 401264"/>
                <a:gd name="connsiteY1" fmla="*/ 215421 h 401264"/>
                <a:gd name="connsiteX2" fmla="*/ 362551 w 401264"/>
                <a:gd name="connsiteY2" fmla="*/ 254134 h 401264"/>
                <a:gd name="connsiteX3" fmla="*/ 254134 w 401264"/>
                <a:gd name="connsiteY3" fmla="*/ 254134 h 401264"/>
                <a:gd name="connsiteX4" fmla="*/ 254134 w 401264"/>
                <a:gd name="connsiteY4" fmla="*/ 362551 h 401264"/>
                <a:gd name="connsiteX5" fmla="*/ 215421 w 401264"/>
                <a:gd name="connsiteY5" fmla="*/ 401264 h 401264"/>
                <a:gd name="connsiteX6" fmla="*/ 185843 w 401264"/>
                <a:gd name="connsiteY6" fmla="*/ 401264 h 401264"/>
                <a:gd name="connsiteX7" fmla="*/ 147130 w 401264"/>
                <a:gd name="connsiteY7" fmla="*/ 362551 h 401264"/>
                <a:gd name="connsiteX8" fmla="*/ 147130 w 401264"/>
                <a:gd name="connsiteY8" fmla="*/ 254134 h 401264"/>
                <a:gd name="connsiteX9" fmla="*/ 38713 w 401264"/>
                <a:gd name="connsiteY9" fmla="*/ 254134 h 401264"/>
                <a:gd name="connsiteX10" fmla="*/ 0 w 401264"/>
                <a:gd name="connsiteY10" fmla="*/ 215421 h 401264"/>
                <a:gd name="connsiteX11" fmla="*/ 0 w 401264"/>
                <a:gd name="connsiteY11" fmla="*/ 185843 h 401264"/>
                <a:gd name="connsiteX12" fmla="*/ 38713 w 401264"/>
                <a:gd name="connsiteY12" fmla="*/ 147130 h 401264"/>
                <a:gd name="connsiteX13" fmla="*/ 147130 w 401264"/>
                <a:gd name="connsiteY13" fmla="*/ 147130 h 401264"/>
                <a:gd name="connsiteX14" fmla="*/ 147130 w 401264"/>
                <a:gd name="connsiteY14" fmla="*/ 38713 h 401264"/>
                <a:gd name="connsiteX15" fmla="*/ 185843 w 401264"/>
                <a:gd name="connsiteY15" fmla="*/ 0 h 401264"/>
                <a:gd name="connsiteX16" fmla="*/ 215421 w 401264"/>
                <a:gd name="connsiteY16" fmla="*/ 0 h 401264"/>
                <a:gd name="connsiteX17" fmla="*/ 254134 w 401264"/>
                <a:gd name="connsiteY17" fmla="*/ 38713 h 401264"/>
                <a:gd name="connsiteX18" fmla="*/ 254134 w 401264"/>
                <a:gd name="connsiteY18" fmla="*/ 147130 h 401264"/>
                <a:gd name="connsiteX19" fmla="*/ 362551 w 401264"/>
                <a:gd name="connsiteY19" fmla="*/ 147130 h 401264"/>
                <a:gd name="connsiteX20" fmla="*/ 401264 w 401264"/>
                <a:gd name="connsiteY20" fmla="*/ 185843 h 4012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1264" h="401264">
                  <a:moveTo>
                    <a:pt x="401264" y="185843"/>
                  </a:moveTo>
                  <a:lnTo>
                    <a:pt x="401264" y="215421"/>
                  </a:lnTo>
                  <a:cubicBezTo>
                    <a:pt x="401264" y="236802"/>
                    <a:pt x="383932" y="254134"/>
                    <a:pt x="362551" y="254134"/>
                  </a:cubicBezTo>
                  <a:lnTo>
                    <a:pt x="254134" y="254134"/>
                  </a:lnTo>
                  <a:lnTo>
                    <a:pt x="254134" y="362551"/>
                  </a:lnTo>
                  <a:cubicBezTo>
                    <a:pt x="254134" y="383932"/>
                    <a:pt x="236802" y="401264"/>
                    <a:pt x="215421" y="401264"/>
                  </a:cubicBezTo>
                  <a:lnTo>
                    <a:pt x="185843" y="401264"/>
                  </a:lnTo>
                  <a:cubicBezTo>
                    <a:pt x="164462" y="401264"/>
                    <a:pt x="147130" y="383932"/>
                    <a:pt x="147130" y="362551"/>
                  </a:cubicBezTo>
                  <a:lnTo>
                    <a:pt x="147130" y="254134"/>
                  </a:lnTo>
                  <a:lnTo>
                    <a:pt x="38713" y="254134"/>
                  </a:lnTo>
                  <a:cubicBezTo>
                    <a:pt x="17332" y="254134"/>
                    <a:pt x="0" y="236802"/>
                    <a:pt x="0" y="215421"/>
                  </a:cubicBezTo>
                  <a:lnTo>
                    <a:pt x="0" y="185843"/>
                  </a:lnTo>
                  <a:cubicBezTo>
                    <a:pt x="0" y="164462"/>
                    <a:pt x="17332" y="147130"/>
                    <a:pt x="38713" y="147130"/>
                  </a:cubicBezTo>
                  <a:lnTo>
                    <a:pt x="147130" y="147130"/>
                  </a:lnTo>
                  <a:lnTo>
                    <a:pt x="147130" y="38713"/>
                  </a:lnTo>
                  <a:cubicBezTo>
                    <a:pt x="147130" y="17332"/>
                    <a:pt x="164462" y="0"/>
                    <a:pt x="185843" y="0"/>
                  </a:cubicBezTo>
                  <a:lnTo>
                    <a:pt x="215421" y="0"/>
                  </a:lnTo>
                  <a:cubicBezTo>
                    <a:pt x="236802" y="0"/>
                    <a:pt x="254134" y="17332"/>
                    <a:pt x="254134" y="38713"/>
                  </a:cubicBezTo>
                  <a:lnTo>
                    <a:pt x="254134" y="147130"/>
                  </a:lnTo>
                  <a:lnTo>
                    <a:pt x="362551" y="147130"/>
                  </a:lnTo>
                  <a:cubicBezTo>
                    <a:pt x="383932" y="147130"/>
                    <a:pt x="401264" y="164462"/>
                    <a:pt x="401264" y="18584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spTree>
    <p:extLst>
      <p:ext uri="{BB962C8B-B14F-4D97-AF65-F5344CB8AC3E}">
        <p14:creationId xmlns:p14="http://schemas.microsoft.com/office/powerpoint/2010/main" val="176611548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98629" y="28095"/>
            <a:ext cx="9776592" cy="716711"/>
          </a:xfrm>
        </p:spPr>
        <p:txBody>
          <a:bodyPr/>
          <a:lstStyle/>
          <a:p>
            <a:r>
              <a:rPr lang="en-GB"/>
              <a:t>Org STRUCTURE for inception &amp; Foundational Release</a:t>
            </a:r>
          </a:p>
        </p:txBody>
      </p:sp>
      <p:sp>
        <p:nvSpPr>
          <p:cNvPr id="181" name="TextBox 180">
            <a:extLst>
              <a:ext uri="{FF2B5EF4-FFF2-40B4-BE49-F238E27FC236}">
                <a16:creationId xmlns:a16="http://schemas.microsoft.com/office/drawing/2014/main" id="{EAA48849-9EC4-253C-8523-9EC4A26B509B}"/>
              </a:ext>
            </a:extLst>
          </p:cNvPr>
          <p:cNvSpPr txBox="1"/>
          <p:nvPr/>
        </p:nvSpPr>
        <p:spPr>
          <a:xfrm>
            <a:off x="8018958" y="33007"/>
            <a:ext cx="4039115" cy="646331"/>
          </a:xfrm>
          <a:prstGeom prst="rect">
            <a:avLst/>
          </a:prstGeom>
          <a:solidFill>
            <a:schemeClr val="accent2"/>
          </a:solidFill>
        </p:spPr>
        <p:txBody>
          <a:bodyPr wrap="square" rtlCol="0">
            <a:spAutoFit/>
          </a:bodyPr>
          <a:lstStyle/>
          <a:p>
            <a:r>
              <a:rPr lang="en-GB"/>
              <a:t>ALTERNATIVE TO SLIDE 7 - Needs to be updated for </a:t>
            </a:r>
            <a:r>
              <a:rPr lang="en-GB" err="1"/>
              <a:t>beazley</a:t>
            </a:r>
            <a:r>
              <a:rPr lang="en-GB"/>
              <a:t> </a:t>
            </a:r>
          </a:p>
        </p:txBody>
      </p:sp>
      <p:sp>
        <p:nvSpPr>
          <p:cNvPr id="223" name="Google Shape;851;g22f1b912626_0_165">
            <a:extLst>
              <a:ext uri="{FF2B5EF4-FFF2-40B4-BE49-F238E27FC236}">
                <a16:creationId xmlns:a16="http://schemas.microsoft.com/office/drawing/2014/main" id="{25225818-1509-7DCF-5E5D-0D07F3CF616D}"/>
              </a:ext>
            </a:extLst>
          </p:cNvPr>
          <p:cNvSpPr/>
          <p:nvPr/>
        </p:nvSpPr>
        <p:spPr>
          <a:xfrm>
            <a:off x="6946483" y="1453900"/>
            <a:ext cx="4616100" cy="1615660"/>
          </a:xfrm>
          <a:prstGeom prst="rect">
            <a:avLst/>
          </a:prstGeom>
          <a:solidFill>
            <a:srgbClr val="C8C3CD"/>
          </a:solidFill>
          <a:ln w="9525" cap="flat" cmpd="sng">
            <a:solidFill>
              <a:srgbClr val="C8C3CD"/>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4" name="Google Shape;852;g22f1b912626_0_165">
            <a:extLst>
              <a:ext uri="{FF2B5EF4-FFF2-40B4-BE49-F238E27FC236}">
                <a16:creationId xmlns:a16="http://schemas.microsoft.com/office/drawing/2014/main" id="{B7F074AD-9D74-198A-3541-2461EFCBF27F}"/>
              </a:ext>
            </a:extLst>
          </p:cNvPr>
          <p:cNvSpPr/>
          <p:nvPr/>
        </p:nvSpPr>
        <p:spPr>
          <a:xfrm>
            <a:off x="513559" y="1449999"/>
            <a:ext cx="5291700" cy="1767225"/>
          </a:xfrm>
          <a:prstGeom prst="rect">
            <a:avLst/>
          </a:prstGeom>
          <a:solidFill>
            <a:srgbClr val="C8C3CD"/>
          </a:solidFill>
          <a:ln w="9525" cap="flat" cmpd="sng">
            <a:solidFill>
              <a:srgbClr val="C8C3CD"/>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5" name="Google Shape;853;g22f1b912626_0_165">
            <a:extLst>
              <a:ext uri="{FF2B5EF4-FFF2-40B4-BE49-F238E27FC236}">
                <a16:creationId xmlns:a16="http://schemas.microsoft.com/office/drawing/2014/main" id="{91127DAE-900B-21F6-3912-A2818EE46C72}"/>
              </a:ext>
            </a:extLst>
          </p:cNvPr>
          <p:cNvSpPr/>
          <p:nvPr/>
        </p:nvSpPr>
        <p:spPr>
          <a:xfrm>
            <a:off x="491259" y="3363500"/>
            <a:ext cx="9909000" cy="2967600"/>
          </a:xfrm>
          <a:prstGeom prst="rect">
            <a:avLst/>
          </a:prstGeom>
          <a:solidFill>
            <a:srgbClr val="F0F0F0"/>
          </a:solidFill>
          <a:ln w="9525" cap="flat" cmpd="sng">
            <a:solidFill>
              <a:srgbClr val="DC199B"/>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26" name="Google Shape;854;g22f1b912626_0_165">
            <a:extLst>
              <a:ext uri="{FF2B5EF4-FFF2-40B4-BE49-F238E27FC236}">
                <a16:creationId xmlns:a16="http://schemas.microsoft.com/office/drawing/2014/main" id="{4F209F05-6F36-FD46-FCEF-A784EFD9F1AC}"/>
              </a:ext>
            </a:extLst>
          </p:cNvPr>
          <p:cNvSpPr/>
          <p:nvPr/>
        </p:nvSpPr>
        <p:spPr>
          <a:xfrm>
            <a:off x="3083304" y="552297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Data </a:t>
            </a:r>
            <a:r>
              <a:rPr kumimoji="0" lang="en-US" sz="700" b="0" i="0" u="none" strike="noStrike" kern="0" cap="none" spc="0" normalizeH="0" baseline="0" noProof="0">
                <a:ln>
                  <a:noFill/>
                </a:ln>
                <a:solidFill>
                  <a:srgbClr val="FFFFFF"/>
                </a:solidFill>
                <a:effectLst/>
                <a:uLnTx/>
                <a:uFillTx/>
                <a:latin typeface="Arial"/>
                <a:ea typeface="Arial"/>
                <a:cs typeface="Arial"/>
                <a:sym typeface="Arial"/>
              </a:rPr>
              <a:t>Analyst</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27" name="Google Shape;855;g22f1b912626_0_165">
            <a:extLst>
              <a:ext uri="{FF2B5EF4-FFF2-40B4-BE49-F238E27FC236}">
                <a16:creationId xmlns:a16="http://schemas.microsoft.com/office/drawing/2014/main" id="{BB7F0696-7DE4-9768-008F-F72922F83B98}"/>
              </a:ext>
            </a:extLst>
          </p:cNvPr>
          <p:cNvSpPr/>
          <p:nvPr/>
        </p:nvSpPr>
        <p:spPr>
          <a:xfrm>
            <a:off x="3089680" y="405079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Data Migration Lead</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28" name="Google Shape;856;g22f1b912626_0_165">
            <a:extLst>
              <a:ext uri="{FF2B5EF4-FFF2-40B4-BE49-F238E27FC236}">
                <a16:creationId xmlns:a16="http://schemas.microsoft.com/office/drawing/2014/main" id="{6F41ED4A-86AF-3CED-4703-4F6CFBA9AE05}"/>
              </a:ext>
            </a:extLst>
          </p:cNvPr>
          <p:cNvSpPr/>
          <p:nvPr/>
        </p:nvSpPr>
        <p:spPr>
          <a:xfrm>
            <a:off x="630099" y="365760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ea typeface="Arial"/>
                <a:cs typeface="Arial"/>
                <a:sym typeface="Arial"/>
              </a:rPr>
              <a:t>Integrations </a:t>
            </a:r>
            <a:r>
              <a:rPr kumimoji="0" lang="en-US" sz="800" b="0" i="0" u="none" strike="noStrike" kern="0" cap="none" spc="0" normalizeH="0" baseline="0" noProof="0">
                <a:ln>
                  <a:noFill/>
                </a:ln>
                <a:solidFill>
                  <a:srgbClr val="000000"/>
                </a:solidFill>
                <a:effectLst/>
                <a:uLnTx/>
                <a:uFillTx/>
                <a:latin typeface="Arial"/>
                <a:cs typeface="Arial"/>
                <a:sym typeface="Arial"/>
              </a:rPr>
              <a:t>Squad </a:t>
            </a:r>
            <a:r>
              <a:rPr kumimoji="0" lang="en-US" sz="800" b="0" i="0" u="none" strike="noStrike" kern="0" cap="none" spc="0" normalizeH="0" baseline="0" noProof="0">
                <a:ln>
                  <a:noFill/>
                </a:ln>
                <a:solidFill>
                  <a:srgbClr val="000000"/>
                </a:solidFill>
                <a:effectLst/>
                <a:uLnTx/>
                <a:uFillTx/>
                <a:latin typeface="Arial"/>
                <a:ea typeface="Arial"/>
                <a:cs typeface="Arial"/>
                <a:sym typeface="Arial"/>
              </a:rPr>
              <a:t>1 </a:t>
            </a:r>
            <a:endParaRPr kumimoji="0" sz="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29" name="Google Shape;857;g22f1b912626_0_165">
            <a:extLst>
              <a:ext uri="{FF2B5EF4-FFF2-40B4-BE49-F238E27FC236}">
                <a16:creationId xmlns:a16="http://schemas.microsoft.com/office/drawing/2014/main" id="{FD160947-7603-782B-3834-6268C0D0B7C4}"/>
              </a:ext>
            </a:extLst>
          </p:cNvPr>
          <p:cNvSpPr/>
          <p:nvPr/>
        </p:nvSpPr>
        <p:spPr>
          <a:xfrm>
            <a:off x="630099" y="4049250"/>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Tech Architect /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0" name="Google Shape;858;g22f1b912626_0_165">
            <a:extLst>
              <a:ext uri="{FF2B5EF4-FFF2-40B4-BE49-F238E27FC236}">
                <a16:creationId xmlns:a16="http://schemas.microsoft.com/office/drawing/2014/main" id="{1FE29BF2-D520-5B12-FE4B-460661CF742F}"/>
              </a:ext>
            </a:extLst>
          </p:cNvPr>
          <p:cNvSpPr/>
          <p:nvPr/>
        </p:nvSpPr>
        <p:spPr>
          <a:xfrm>
            <a:off x="630099" y="4787200"/>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1" name="Google Shape;859;g22f1b912626_0_165">
            <a:extLst>
              <a:ext uri="{FF2B5EF4-FFF2-40B4-BE49-F238E27FC236}">
                <a16:creationId xmlns:a16="http://schemas.microsoft.com/office/drawing/2014/main" id="{589C711C-FA79-887D-BD34-C2FF73D986E6}"/>
              </a:ext>
            </a:extLst>
          </p:cNvPr>
          <p:cNvSpPr/>
          <p:nvPr/>
        </p:nvSpPr>
        <p:spPr>
          <a:xfrm>
            <a:off x="630099" y="552514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Business Analyst</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2" name="Google Shape;860;g22f1b912626_0_165">
            <a:extLst>
              <a:ext uri="{FF2B5EF4-FFF2-40B4-BE49-F238E27FC236}">
                <a16:creationId xmlns:a16="http://schemas.microsoft.com/office/drawing/2014/main" id="{A4E2C8C4-8005-04EE-3DF1-9F9A0A5CA496}"/>
              </a:ext>
            </a:extLst>
          </p:cNvPr>
          <p:cNvSpPr/>
          <p:nvPr/>
        </p:nvSpPr>
        <p:spPr>
          <a:xfrm>
            <a:off x="630099" y="515617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Quality Assurance</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3" name="Google Shape;861;g22f1b912626_0_165">
            <a:extLst>
              <a:ext uri="{FF2B5EF4-FFF2-40B4-BE49-F238E27FC236}">
                <a16:creationId xmlns:a16="http://schemas.microsoft.com/office/drawing/2014/main" id="{E3B7DC20-A892-EE6A-EED6-75889456EC4C}"/>
              </a:ext>
            </a:extLst>
          </p:cNvPr>
          <p:cNvSpPr/>
          <p:nvPr/>
        </p:nvSpPr>
        <p:spPr>
          <a:xfrm>
            <a:off x="3089680" y="478688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4" name="Google Shape;862;g22f1b912626_0_165">
            <a:extLst>
              <a:ext uri="{FF2B5EF4-FFF2-40B4-BE49-F238E27FC236}">
                <a16:creationId xmlns:a16="http://schemas.microsoft.com/office/drawing/2014/main" id="{14F61816-26F3-306D-6659-4384C400CB38}"/>
              </a:ext>
            </a:extLst>
          </p:cNvPr>
          <p:cNvSpPr/>
          <p:nvPr/>
        </p:nvSpPr>
        <p:spPr>
          <a:xfrm>
            <a:off x="3083304" y="5154930"/>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Quality Assurance</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5" name="Google Shape;863;g22f1b912626_0_165">
            <a:extLst>
              <a:ext uri="{FF2B5EF4-FFF2-40B4-BE49-F238E27FC236}">
                <a16:creationId xmlns:a16="http://schemas.microsoft.com/office/drawing/2014/main" id="{81FD57F5-DE87-4474-8DF3-32C506DD5FF0}"/>
              </a:ext>
            </a:extLst>
          </p:cNvPr>
          <p:cNvSpPr/>
          <p:nvPr/>
        </p:nvSpPr>
        <p:spPr>
          <a:xfrm>
            <a:off x="3083304" y="44188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rgbClr val="DC199B"/>
          </a:solidFill>
          <a:ln>
            <a:noFill/>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 </a:t>
            </a:r>
            <a:r>
              <a:rPr kumimoji="0" lang="en-US" sz="700" b="0" i="0" u="none" strike="noStrike" kern="0" cap="none" spc="0" normalizeH="0" baseline="0" noProof="0">
                <a:ln>
                  <a:noFill/>
                </a:ln>
                <a:solidFill>
                  <a:srgbClr val="FFFFFF"/>
                </a:solidFill>
                <a:effectLst/>
                <a:uLnTx/>
                <a:uFillTx/>
                <a:latin typeface="Arial"/>
                <a:cs typeface="Arial"/>
                <a:sym typeface="Arial"/>
              </a:rPr>
              <a:t>Data Lead/Architect</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6" name="Google Shape;864;g22f1b912626_0_165">
            <a:extLst>
              <a:ext uri="{FF2B5EF4-FFF2-40B4-BE49-F238E27FC236}">
                <a16:creationId xmlns:a16="http://schemas.microsoft.com/office/drawing/2014/main" id="{40399E18-F573-D28E-B453-44E611D9EAEB}"/>
              </a:ext>
            </a:extLst>
          </p:cNvPr>
          <p:cNvSpPr/>
          <p:nvPr/>
        </p:nvSpPr>
        <p:spPr>
          <a:xfrm>
            <a:off x="630099" y="4418225"/>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Scrum Master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7" name="Google Shape;865;g22f1b912626_0_165">
            <a:extLst>
              <a:ext uri="{FF2B5EF4-FFF2-40B4-BE49-F238E27FC236}">
                <a16:creationId xmlns:a16="http://schemas.microsoft.com/office/drawing/2014/main" id="{282FB33D-79E7-1648-2578-C689FFBED004}"/>
              </a:ext>
            </a:extLst>
          </p:cNvPr>
          <p:cNvSpPr/>
          <p:nvPr/>
        </p:nvSpPr>
        <p:spPr>
          <a:xfrm>
            <a:off x="6763110"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Scrum Master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8" name="Google Shape;866;g22f1b912626_0_165">
            <a:extLst>
              <a:ext uri="{FF2B5EF4-FFF2-40B4-BE49-F238E27FC236}">
                <a16:creationId xmlns:a16="http://schemas.microsoft.com/office/drawing/2014/main" id="{4C32858A-1FAE-183F-7507-023EF494A828}"/>
              </a:ext>
            </a:extLst>
          </p:cNvPr>
          <p:cNvSpPr/>
          <p:nvPr/>
        </p:nvSpPr>
        <p:spPr>
          <a:xfrm>
            <a:off x="6765661"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Functional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39" name="Google Shape;867;g22f1b912626_0_165">
            <a:extLst>
              <a:ext uri="{FF2B5EF4-FFF2-40B4-BE49-F238E27FC236}">
                <a16:creationId xmlns:a16="http://schemas.microsoft.com/office/drawing/2014/main" id="{39DCA909-AAEE-309D-0757-DC84B5B70A76}"/>
              </a:ext>
            </a:extLst>
          </p:cNvPr>
          <p:cNvSpPr/>
          <p:nvPr/>
        </p:nvSpPr>
        <p:spPr>
          <a:xfrm>
            <a:off x="6763110"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Business Analysts</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0" name="Google Shape;868;g22f1b912626_0_165">
            <a:extLst>
              <a:ext uri="{FF2B5EF4-FFF2-40B4-BE49-F238E27FC236}">
                <a16:creationId xmlns:a16="http://schemas.microsoft.com/office/drawing/2014/main" id="{50D62B32-E73C-FEAA-24A2-C773C8ACB7E8}"/>
              </a:ext>
            </a:extLst>
          </p:cNvPr>
          <p:cNvSpPr/>
          <p:nvPr/>
        </p:nvSpPr>
        <p:spPr>
          <a:xfrm>
            <a:off x="6763110"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1" name="Google Shape;869;g22f1b912626_0_165">
            <a:extLst>
              <a:ext uri="{FF2B5EF4-FFF2-40B4-BE49-F238E27FC236}">
                <a16:creationId xmlns:a16="http://schemas.microsoft.com/office/drawing/2014/main" id="{14CF8836-7E4A-A28E-815D-BC27F7C4B589}"/>
              </a:ext>
            </a:extLst>
          </p:cNvPr>
          <p:cNvSpPr/>
          <p:nvPr/>
        </p:nvSpPr>
        <p:spPr>
          <a:xfrm>
            <a:off x="6763110"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QA Tester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2" name="Google Shape;870;g22f1b912626_0_165">
            <a:extLst>
              <a:ext uri="{FF2B5EF4-FFF2-40B4-BE49-F238E27FC236}">
                <a16:creationId xmlns:a16="http://schemas.microsoft.com/office/drawing/2014/main" id="{C520A020-5D7E-22B9-5C85-35AF44AA0C59}"/>
              </a:ext>
            </a:extLst>
          </p:cNvPr>
          <p:cNvSpPr/>
          <p:nvPr/>
        </p:nvSpPr>
        <p:spPr>
          <a:xfrm>
            <a:off x="10821809" y="5137774"/>
            <a:ext cx="1191981" cy="1025037"/>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FFFFFF"/>
            </a:solidFill>
            <a:prstDash val="dash"/>
            <a:round/>
            <a:headEnd type="none" w="sm" len="sm"/>
            <a:tailEnd type="none" w="sm" len="sm"/>
          </a:ln>
        </p:spPr>
        <p:txBody>
          <a:bodyPr spcFirstLastPara="1" wrap="square" lIns="274300" tIns="0" rIns="0" bIns="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FFFFFF"/>
                </a:solidFill>
                <a:effectLst/>
                <a:uLnTx/>
                <a:uFillTx/>
                <a:latin typeface="Arial"/>
                <a:cs typeface="Arial"/>
                <a:sym typeface="Arial"/>
              </a:rPr>
              <a:t>PAS BAU transition team (dependent on Beazley’s ITOM/ BAU service management structure)</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sp>
        <p:nvSpPr>
          <p:cNvPr id="243" name="Google Shape;872;g22f1b912626_0_165">
            <a:extLst>
              <a:ext uri="{FF2B5EF4-FFF2-40B4-BE49-F238E27FC236}">
                <a16:creationId xmlns:a16="http://schemas.microsoft.com/office/drawing/2014/main" id="{C219AA1D-7CE8-BD42-BC02-E08A151AF8B1}"/>
              </a:ext>
            </a:extLst>
          </p:cNvPr>
          <p:cNvSpPr/>
          <p:nvPr/>
        </p:nvSpPr>
        <p:spPr>
          <a:xfrm>
            <a:off x="1859890" y="4050792"/>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Tech Architect /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4" name="Google Shape;873;g22f1b912626_0_165">
            <a:extLst>
              <a:ext uri="{FF2B5EF4-FFF2-40B4-BE49-F238E27FC236}">
                <a16:creationId xmlns:a16="http://schemas.microsoft.com/office/drawing/2014/main" id="{9795D768-1229-1597-64C4-92CDE82359ED}"/>
              </a:ext>
            </a:extLst>
          </p:cNvPr>
          <p:cNvSpPr/>
          <p:nvPr/>
        </p:nvSpPr>
        <p:spPr>
          <a:xfrm>
            <a:off x="1859890" y="4786884"/>
            <a:ext cx="1098087"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5" name="Google Shape;874;g22f1b912626_0_165">
            <a:extLst>
              <a:ext uri="{FF2B5EF4-FFF2-40B4-BE49-F238E27FC236}">
                <a16:creationId xmlns:a16="http://schemas.microsoft.com/office/drawing/2014/main" id="{EDE36B04-C77C-31BA-71AB-AAD01567659D}"/>
              </a:ext>
            </a:extLst>
          </p:cNvPr>
          <p:cNvSpPr/>
          <p:nvPr/>
        </p:nvSpPr>
        <p:spPr>
          <a:xfrm>
            <a:off x="1856701" y="552297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Business Analyst</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6" name="Google Shape;875;g22f1b912626_0_165">
            <a:extLst>
              <a:ext uri="{FF2B5EF4-FFF2-40B4-BE49-F238E27FC236}">
                <a16:creationId xmlns:a16="http://schemas.microsoft.com/office/drawing/2014/main" id="{3DD51D40-953D-60F5-ADF1-CE99ACCE4E6F}"/>
              </a:ext>
            </a:extLst>
          </p:cNvPr>
          <p:cNvSpPr/>
          <p:nvPr/>
        </p:nvSpPr>
        <p:spPr>
          <a:xfrm>
            <a:off x="1856701" y="5154930"/>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Quality Assurance</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7" name="Google Shape;876;g22f1b912626_0_165">
            <a:extLst>
              <a:ext uri="{FF2B5EF4-FFF2-40B4-BE49-F238E27FC236}">
                <a16:creationId xmlns:a16="http://schemas.microsoft.com/office/drawing/2014/main" id="{2B980862-BA19-6FB0-3742-B85BBFB0026C}"/>
              </a:ext>
            </a:extLst>
          </p:cNvPr>
          <p:cNvSpPr/>
          <p:nvPr/>
        </p:nvSpPr>
        <p:spPr>
          <a:xfrm>
            <a:off x="1856701" y="44188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Scrum Master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8" name="Google Shape;877;g22f1b912626_0_165">
            <a:extLst>
              <a:ext uri="{FF2B5EF4-FFF2-40B4-BE49-F238E27FC236}">
                <a16:creationId xmlns:a16="http://schemas.microsoft.com/office/drawing/2014/main" id="{DA657315-C21B-EB70-F044-5BC65B49D132}"/>
              </a:ext>
            </a:extLst>
          </p:cNvPr>
          <p:cNvSpPr/>
          <p:nvPr/>
        </p:nvSpPr>
        <p:spPr>
          <a:xfrm>
            <a:off x="4309906" y="515721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Technical </a:t>
            </a:r>
            <a:r>
              <a:rPr kumimoji="0" lang="en-US" sz="700" b="0" i="0" u="none" strike="noStrike" kern="0" cap="none" spc="0" normalizeH="0" baseline="0" noProof="0">
                <a:ln>
                  <a:noFill/>
                </a:ln>
                <a:solidFill>
                  <a:srgbClr val="FFFFFF"/>
                </a:solidFill>
                <a:effectLst/>
                <a:uLnTx/>
                <a:uFillTx/>
                <a:latin typeface="Arial"/>
                <a:ea typeface="Arial"/>
                <a:cs typeface="Arial"/>
                <a:sym typeface="Arial"/>
              </a:rPr>
              <a:t>Analyst / Tester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49" name="Google Shape;878;g22f1b912626_0_165">
            <a:extLst>
              <a:ext uri="{FF2B5EF4-FFF2-40B4-BE49-F238E27FC236}">
                <a16:creationId xmlns:a16="http://schemas.microsoft.com/office/drawing/2014/main" id="{24DDF290-62D8-34C7-0665-F2AC301907A0}"/>
              </a:ext>
            </a:extLst>
          </p:cNvPr>
          <p:cNvSpPr/>
          <p:nvPr/>
        </p:nvSpPr>
        <p:spPr>
          <a:xfrm>
            <a:off x="4315007" y="405079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rgbClr val="DC199B"/>
          </a:solidFill>
          <a:ln>
            <a:noFill/>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Infrastructure </a:t>
            </a:r>
            <a:r>
              <a:rPr kumimoji="0" lang="en-US" sz="700" b="0" i="0" u="none" strike="noStrike" kern="0" cap="none" spc="0" normalizeH="0" baseline="0" noProof="0">
                <a:ln>
                  <a:noFill/>
                </a:ln>
                <a:solidFill>
                  <a:srgbClr val="FFFFFF"/>
                </a:solidFill>
                <a:effectLst/>
                <a:uLnTx/>
                <a:uFillTx/>
                <a:latin typeface="Arial"/>
                <a:ea typeface="Arial"/>
                <a:cs typeface="Arial"/>
                <a:sym typeface="Arial"/>
              </a:rPr>
              <a:t>Lead</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0" name="Google Shape;879;g22f1b912626_0_165">
            <a:extLst>
              <a:ext uri="{FF2B5EF4-FFF2-40B4-BE49-F238E27FC236}">
                <a16:creationId xmlns:a16="http://schemas.microsoft.com/office/drawing/2014/main" id="{A2020CA8-A9B6-3855-DD8A-AF84EAC22304}"/>
              </a:ext>
            </a:extLst>
          </p:cNvPr>
          <p:cNvSpPr/>
          <p:nvPr/>
        </p:nvSpPr>
        <p:spPr>
          <a:xfrm>
            <a:off x="4315007" y="478840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a:t>
            </a:r>
            <a:r>
              <a:rPr kumimoji="0" lang="en-US" sz="700" b="0" i="0" u="none" strike="noStrike" kern="0" cap="none" spc="0" normalizeH="0" baseline="0" noProof="0">
                <a:ln>
                  <a:noFill/>
                </a:ln>
                <a:solidFill>
                  <a:srgbClr val="FFFFFF"/>
                </a:solidFill>
                <a:effectLst/>
                <a:uLnTx/>
                <a:uFillTx/>
                <a:latin typeface="Arial"/>
                <a:cs typeface="Arial"/>
                <a:sym typeface="Arial"/>
              </a:rPr>
              <a:t>Ops Engineer (s)</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1" name="Google Shape;880;g22f1b912626_0_165">
            <a:extLst>
              <a:ext uri="{FF2B5EF4-FFF2-40B4-BE49-F238E27FC236}">
                <a16:creationId xmlns:a16="http://schemas.microsoft.com/office/drawing/2014/main" id="{394B2C19-95D3-C3DA-84D9-D1A1725BC273}"/>
              </a:ext>
            </a:extLst>
          </p:cNvPr>
          <p:cNvSpPr/>
          <p:nvPr/>
        </p:nvSpPr>
        <p:spPr>
          <a:xfrm>
            <a:off x="4309906" y="4419600"/>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72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Infrastructure Architect</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2" name="Google Shape;881;g22f1b912626_0_165">
            <a:extLst>
              <a:ext uri="{FF2B5EF4-FFF2-40B4-BE49-F238E27FC236}">
                <a16:creationId xmlns:a16="http://schemas.microsoft.com/office/drawing/2014/main" id="{BAC7334D-AAF3-A3BB-2B54-FD7FD51EE1E2}"/>
              </a:ext>
            </a:extLst>
          </p:cNvPr>
          <p:cNvSpPr/>
          <p:nvPr/>
        </p:nvSpPr>
        <p:spPr>
          <a:xfrm>
            <a:off x="6765661"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rgbClr val="DC199B"/>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Product Owner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3" name="Google Shape;882;g22f1b912626_0_165">
            <a:extLst>
              <a:ext uri="{FF2B5EF4-FFF2-40B4-BE49-F238E27FC236}">
                <a16:creationId xmlns:a16="http://schemas.microsoft.com/office/drawing/2014/main" id="{2524D4CE-84D4-A913-DC53-4582F1185302}"/>
              </a:ext>
            </a:extLst>
          </p:cNvPr>
          <p:cNvSpPr/>
          <p:nvPr/>
        </p:nvSpPr>
        <p:spPr>
          <a:xfrm>
            <a:off x="7989713"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Scrum Master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4" name="Google Shape;883;g22f1b912626_0_165">
            <a:extLst>
              <a:ext uri="{FF2B5EF4-FFF2-40B4-BE49-F238E27FC236}">
                <a16:creationId xmlns:a16="http://schemas.microsoft.com/office/drawing/2014/main" id="{2B22660A-77A4-5DA4-6D8C-B4BE0612A9C7}"/>
              </a:ext>
            </a:extLst>
          </p:cNvPr>
          <p:cNvSpPr/>
          <p:nvPr/>
        </p:nvSpPr>
        <p:spPr>
          <a:xfrm>
            <a:off x="7990988"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Functional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5" name="Google Shape;884;g22f1b912626_0_165">
            <a:extLst>
              <a:ext uri="{FF2B5EF4-FFF2-40B4-BE49-F238E27FC236}">
                <a16:creationId xmlns:a16="http://schemas.microsoft.com/office/drawing/2014/main" id="{0541E0D5-05DB-CA39-BDE5-BFC773CF2E61}"/>
              </a:ext>
            </a:extLst>
          </p:cNvPr>
          <p:cNvSpPr/>
          <p:nvPr/>
        </p:nvSpPr>
        <p:spPr>
          <a:xfrm>
            <a:off x="7989713"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Business Analysts</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6" name="Google Shape;885;g22f1b912626_0_165">
            <a:extLst>
              <a:ext uri="{FF2B5EF4-FFF2-40B4-BE49-F238E27FC236}">
                <a16:creationId xmlns:a16="http://schemas.microsoft.com/office/drawing/2014/main" id="{7EC682DF-D124-171B-B300-F8C2B14459D2}"/>
              </a:ext>
            </a:extLst>
          </p:cNvPr>
          <p:cNvSpPr/>
          <p:nvPr/>
        </p:nvSpPr>
        <p:spPr>
          <a:xfrm>
            <a:off x="7989713"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7" name="Google Shape;886;g22f1b912626_0_165">
            <a:extLst>
              <a:ext uri="{FF2B5EF4-FFF2-40B4-BE49-F238E27FC236}">
                <a16:creationId xmlns:a16="http://schemas.microsoft.com/office/drawing/2014/main" id="{56C9DA35-C5FF-DAF9-849F-4C4D1295DC6E}"/>
              </a:ext>
            </a:extLst>
          </p:cNvPr>
          <p:cNvSpPr/>
          <p:nvPr/>
        </p:nvSpPr>
        <p:spPr>
          <a:xfrm>
            <a:off x="7989713"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QA Tester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8" name="Google Shape;887;g22f1b912626_0_165">
            <a:extLst>
              <a:ext uri="{FF2B5EF4-FFF2-40B4-BE49-F238E27FC236}">
                <a16:creationId xmlns:a16="http://schemas.microsoft.com/office/drawing/2014/main" id="{90B61C2A-D500-167B-5AFB-9638F0A7867D}"/>
              </a:ext>
            </a:extLst>
          </p:cNvPr>
          <p:cNvSpPr/>
          <p:nvPr/>
        </p:nvSpPr>
        <p:spPr>
          <a:xfrm>
            <a:off x="7990988"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rgbClr val="DC199B"/>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Product Owner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59" name="Google Shape;888;g22f1b912626_0_165">
            <a:extLst>
              <a:ext uri="{FF2B5EF4-FFF2-40B4-BE49-F238E27FC236}">
                <a16:creationId xmlns:a16="http://schemas.microsoft.com/office/drawing/2014/main" id="{62DF8734-1549-7C2A-B15B-9FE2D8409482}"/>
              </a:ext>
            </a:extLst>
          </p:cNvPr>
          <p:cNvSpPr/>
          <p:nvPr/>
        </p:nvSpPr>
        <p:spPr>
          <a:xfrm>
            <a:off x="9216315"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Scrum Master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0" name="Google Shape;889;g22f1b912626_0_165">
            <a:extLst>
              <a:ext uri="{FF2B5EF4-FFF2-40B4-BE49-F238E27FC236}">
                <a16:creationId xmlns:a16="http://schemas.microsoft.com/office/drawing/2014/main" id="{2054B02E-81D2-1F20-421F-5A6156D22EFB}"/>
              </a:ext>
            </a:extLst>
          </p:cNvPr>
          <p:cNvSpPr/>
          <p:nvPr/>
        </p:nvSpPr>
        <p:spPr>
          <a:xfrm>
            <a:off x="9216315"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Functional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1" name="Google Shape;890;g22f1b912626_0_165">
            <a:extLst>
              <a:ext uri="{FF2B5EF4-FFF2-40B4-BE49-F238E27FC236}">
                <a16:creationId xmlns:a16="http://schemas.microsoft.com/office/drawing/2014/main" id="{306E3DDA-F594-7713-B4D8-F7130E05A19C}"/>
              </a:ext>
            </a:extLst>
          </p:cNvPr>
          <p:cNvSpPr/>
          <p:nvPr/>
        </p:nvSpPr>
        <p:spPr>
          <a:xfrm>
            <a:off x="9216315"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Business Analyst</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2" name="Google Shape;891;g22f1b912626_0_165">
            <a:extLst>
              <a:ext uri="{FF2B5EF4-FFF2-40B4-BE49-F238E27FC236}">
                <a16:creationId xmlns:a16="http://schemas.microsoft.com/office/drawing/2014/main" id="{E5298E0E-0F11-5AEE-DD8A-9DB90F0CF8F7}"/>
              </a:ext>
            </a:extLst>
          </p:cNvPr>
          <p:cNvSpPr/>
          <p:nvPr/>
        </p:nvSpPr>
        <p:spPr>
          <a:xfrm>
            <a:off x="9216315"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3" name="Google Shape;892;g22f1b912626_0_165">
            <a:extLst>
              <a:ext uri="{FF2B5EF4-FFF2-40B4-BE49-F238E27FC236}">
                <a16:creationId xmlns:a16="http://schemas.microsoft.com/office/drawing/2014/main" id="{E9162AD8-B4C0-F5FE-DAFF-5DF39B8F517D}"/>
              </a:ext>
            </a:extLst>
          </p:cNvPr>
          <p:cNvSpPr/>
          <p:nvPr/>
        </p:nvSpPr>
        <p:spPr>
          <a:xfrm>
            <a:off x="9216315"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QA Tester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4" name="Google Shape;893;g22f1b912626_0_165">
            <a:extLst>
              <a:ext uri="{FF2B5EF4-FFF2-40B4-BE49-F238E27FC236}">
                <a16:creationId xmlns:a16="http://schemas.microsoft.com/office/drawing/2014/main" id="{52D7D971-5D8C-0576-D9D5-8B1818120CBB}"/>
              </a:ext>
            </a:extLst>
          </p:cNvPr>
          <p:cNvSpPr/>
          <p:nvPr/>
        </p:nvSpPr>
        <p:spPr>
          <a:xfrm>
            <a:off x="9216315"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rgbClr val="DC199B"/>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Product Owner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5" name="Google Shape;894;g22f1b912626_0_165">
            <a:extLst>
              <a:ext uri="{FF2B5EF4-FFF2-40B4-BE49-F238E27FC236}">
                <a16:creationId xmlns:a16="http://schemas.microsoft.com/office/drawing/2014/main" id="{9D1F2561-EFDB-2171-81AB-115F43983CB7}"/>
              </a:ext>
            </a:extLst>
          </p:cNvPr>
          <p:cNvSpPr/>
          <p:nvPr/>
        </p:nvSpPr>
        <p:spPr>
          <a:xfrm>
            <a:off x="607909" y="16977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22860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Global PAS Platform/ Product Lead (Jeff P)</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6" name="Google Shape;895;g22f1b912626_0_165">
            <a:extLst>
              <a:ext uri="{FF2B5EF4-FFF2-40B4-BE49-F238E27FC236}">
                <a16:creationId xmlns:a16="http://schemas.microsoft.com/office/drawing/2014/main" id="{EE688490-A29B-C967-F6A2-27A86D00F102}"/>
              </a:ext>
            </a:extLst>
          </p:cNvPr>
          <p:cNvSpPr/>
          <p:nvPr/>
        </p:nvSpPr>
        <p:spPr>
          <a:xfrm>
            <a:off x="2325926" y="16977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Business Architecture</a:t>
            </a:r>
            <a:endParaRPr kumimoji="0"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 Lead (Matt PT 50%)</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67" name="Google Shape;896;g22f1b912626_0_165">
            <a:extLst>
              <a:ext uri="{FF2B5EF4-FFF2-40B4-BE49-F238E27FC236}">
                <a16:creationId xmlns:a16="http://schemas.microsoft.com/office/drawing/2014/main" id="{1DBD06BF-AD14-AABB-7CD2-43E250F2FF74}"/>
              </a:ext>
            </a:extLst>
          </p:cNvPr>
          <p:cNvSpPr/>
          <p:nvPr/>
        </p:nvSpPr>
        <p:spPr>
          <a:xfrm>
            <a:off x="607909" y="20025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Enterprise Architect Lead (Dean P)</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8" name="Google Shape;897;g22f1b912626_0_165">
            <a:extLst>
              <a:ext uri="{FF2B5EF4-FFF2-40B4-BE49-F238E27FC236}">
                <a16:creationId xmlns:a16="http://schemas.microsoft.com/office/drawing/2014/main" id="{AB1E3A08-431E-1043-D5E4-E03C443CA958}"/>
              </a:ext>
            </a:extLst>
          </p:cNvPr>
          <p:cNvSpPr/>
          <p:nvPr/>
        </p:nvSpPr>
        <p:spPr>
          <a:xfrm>
            <a:off x="607909" y="23073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Billing Lead (Athik P)</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69" name="Google Shape;898;g22f1b912626_0_165">
            <a:extLst>
              <a:ext uri="{FF2B5EF4-FFF2-40B4-BE49-F238E27FC236}">
                <a16:creationId xmlns:a16="http://schemas.microsoft.com/office/drawing/2014/main" id="{C335B191-1DB9-39E1-8E57-3A246CE09E95}"/>
              </a:ext>
            </a:extLst>
          </p:cNvPr>
          <p:cNvSpPr/>
          <p:nvPr/>
        </p:nvSpPr>
        <p:spPr>
          <a:xfrm>
            <a:off x="4043925" y="1716640"/>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SI Delivery Lead</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0" name="Google Shape;899;g22f1b912626_0_165">
            <a:extLst>
              <a:ext uri="{FF2B5EF4-FFF2-40B4-BE49-F238E27FC236}">
                <a16:creationId xmlns:a16="http://schemas.microsoft.com/office/drawing/2014/main" id="{AB218073-6E96-94CF-944C-6BA01F5EC80C}"/>
              </a:ext>
            </a:extLst>
          </p:cNvPr>
          <p:cNvSpPr/>
          <p:nvPr/>
        </p:nvSpPr>
        <p:spPr>
          <a:xfrm>
            <a:off x="607909" y="26121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11430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Release Train Engineer/ Manager (Stephen C)</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1" name="Google Shape;900;g22f1b912626_0_165">
            <a:extLst>
              <a:ext uri="{FF2B5EF4-FFF2-40B4-BE49-F238E27FC236}">
                <a16:creationId xmlns:a16="http://schemas.microsoft.com/office/drawing/2014/main" id="{FD09213A-4C77-D1C5-B35B-C24140CCD403}"/>
              </a:ext>
            </a:extLst>
          </p:cNvPr>
          <p:cNvSpPr/>
          <p:nvPr/>
        </p:nvSpPr>
        <p:spPr>
          <a:xfrm>
            <a:off x="7246934" y="1697725"/>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Workbench Workflow/ Process SME- 50%</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2" name="Google Shape;901;g22f1b912626_0_165">
            <a:extLst>
              <a:ext uri="{FF2B5EF4-FFF2-40B4-BE49-F238E27FC236}">
                <a16:creationId xmlns:a16="http://schemas.microsoft.com/office/drawing/2014/main" id="{4849FFCF-EAD6-1055-D367-06A090FACF7E}"/>
              </a:ext>
            </a:extLst>
          </p:cNvPr>
          <p:cNvSpPr/>
          <p:nvPr/>
        </p:nvSpPr>
        <p:spPr>
          <a:xfrm>
            <a:off x="7246934" y="2002525"/>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Rating/ Actuarial SME for D&amp;O and T1 - 25%</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3" name="Google Shape;902;g22f1b912626_0_165">
            <a:extLst>
              <a:ext uri="{FF2B5EF4-FFF2-40B4-BE49-F238E27FC236}">
                <a16:creationId xmlns:a16="http://schemas.microsoft.com/office/drawing/2014/main" id="{83149E50-85CE-D5CB-1E1D-A7C8B2216CF1}"/>
              </a:ext>
            </a:extLst>
          </p:cNvPr>
          <p:cNvSpPr/>
          <p:nvPr/>
        </p:nvSpPr>
        <p:spPr>
          <a:xfrm>
            <a:off x="7246934" y="2307326"/>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Customer/Account Data Management SME - 25%</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4" name="Google Shape;903;g22f1b912626_0_165">
            <a:extLst>
              <a:ext uri="{FF2B5EF4-FFF2-40B4-BE49-F238E27FC236}">
                <a16:creationId xmlns:a16="http://schemas.microsoft.com/office/drawing/2014/main" id="{FCB35209-CB13-0D32-827B-4472C02C1AA2}"/>
              </a:ext>
            </a:extLst>
          </p:cNvPr>
          <p:cNvSpPr/>
          <p:nvPr/>
        </p:nvSpPr>
        <p:spPr>
          <a:xfrm>
            <a:off x="7246934" y="2612126"/>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Agency Management SME - 20%</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5" name="Google Shape;904;g22f1b912626_0_165">
            <a:extLst>
              <a:ext uri="{FF2B5EF4-FFF2-40B4-BE49-F238E27FC236}">
                <a16:creationId xmlns:a16="http://schemas.microsoft.com/office/drawing/2014/main" id="{89E5605C-F681-1FFF-5119-B8F869AB8500}"/>
              </a:ext>
            </a:extLst>
          </p:cNvPr>
          <p:cNvSpPr/>
          <p:nvPr/>
        </p:nvSpPr>
        <p:spPr>
          <a:xfrm>
            <a:off x="9531973" y="1549890"/>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GB" sz="700" b="0" i="0" u="none" strike="noStrike" kern="0" cap="none" spc="0" normalizeH="0" baseline="0" noProof="0">
                <a:ln>
                  <a:noFill/>
                </a:ln>
                <a:solidFill>
                  <a:srgbClr val="FFFFFF"/>
                </a:solidFill>
                <a:effectLst/>
                <a:uLnTx/>
                <a:uFillTx/>
                <a:latin typeface="Arial"/>
                <a:cs typeface="Arial"/>
                <a:sym typeface="Arial"/>
              </a:rPr>
              <a:t>Billing SMEs (Operations, </a:t>
            </a:r>
            <a:r>
              <a:rPr kumimoji="0" lang="en-GB" sz="700" b="0" i="0" u="none" strike="noStrike" kern="0" cap="none" spc="0" normalizeH="0" baseline="0" noProof="0">
                <a:ln>
                  <a:noFill/>
                </a:ln>
                <a:solidFill>
                  <a:srgbClr val="FFFFFF"/>
                </a:solidFill>
                <a:effectLst/>
                <a:uLnTx/>
                <a:uFillTx/>
                <a:latin typeface="Arial"/>
                <a:cs typeface="Arial"/>
                <a:sym typeface="Arial"/>
                <a:extLst>
                  <a: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textRoundtripDataId="4"/>
                  </a:ext>
                </a:extLst>
              </a:rPr>
              <a:t>Receivables</a:t>
            </a:r>
            <a:r>
              <a:rPr kumimoji="0" lang="en-GB" sz="700" b="0" i="0" u="none" strike="noStrike" kern="0" cap="none" spc="0" normalizeH="0" baseline="0" noProof="0">
                <a:ln>
                  <a:noFill/>
                </a:ln>
                <a:solidFill>
                  <a:srgbClr val="FFFFFF"/>
                </a:solidFill>
                <a:effectLst/>
                <a:uLnTx/>
                <a:uFillTx/>
                <a:latin typeface="Arial"/>
                <a:cs typeface="Arial"/>
                <a:sym typeface="Arial"/>
              </a:rPr>
              <a:t>, Payable, Finance) - 50%</a:t>
            </a:r>
          </a:p>
        </p:txBody>
      </p:sp>
      <p:sp>
        <p:nvSpPr>
          <p:cNvPr id="276" name="Google Shape;905;g22f1b912626_0_165">
            <a:extLst>
              <a:ext uri="{FF2B5EF4-FFF2-40B4-BE49-F238E27FC236}">
                <a16:creationId xmlns:a16="http://schemas.microsoft.com/office/drawing/2014/main" id="{70DA4177-8A6B-CBA9-8F31-39CD42688AEE}"/>
              </a:ext>
            </a:extLst>
          </p:cNvPr>
          <p:cNvSpPr/>
          <p:nvPr/>
        </p:nvSpPr>
        <p:spPr>
          <a:xfrm>
            <a:off x="9531973" y="1854690"/>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Customer Service (Ops) Process (Appian) SME - 50%</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77" name="Google Shape;906;g22f1b912626_0_165">
            <a:extLst>
              <a:ext uri="{FF2B5EF4-FFF2-40B4-BE49-F238E27FC236}">
                <a16:creationId xmlns:a16="http://schemas.microsoft.com/office/drawing/2014/main" id="{8BFE71CF-FF4B-6EBF-2D48-144521595995}"/>
              </a:ext>
            </a:extLst>
          </p:cNvPr>
          <p:cNvSpPr/>
          <p:nvPr/>
        </p:nvSpPr>
        <p:spPr>
          <a:xfrm>
            <a:off x="9531973" y="2159491"/>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Migration (Legacy PAS SMEs) - 50% (Multiple)</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278" name="Google Shape;907;g22f1b912626_0_165">
            <a:extLst>
              <a:ext uri="{FF2B5EF4-FFF2-40B4-BE49-F238E27FC236}">
                <a16:creationId xmlns:a16="http://schemas.microsoft.com/office/drawing/2014/main" id="{20D6C9E9-2BE4-7625-11B9-BCDE9EEC90DB}"/>
              </a:ext>
            </a:extLst>
          </p:cNvPr>
          <p:cNvSpPr/>
          <p:nvPr/>
        </p:nvSpPr>
        <p:spPr>
          <a:xfrm>
            <a:off x="9531973" y="2464291"/>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Product SME (e.g. D&amp;O T1) - 50% (Troy B +1)</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79" name="Google Shape;908;g22f1b912626_0_165">
            <a:extLst>
              <a:ext uri="{FF2B5EF4-FFF2-40B4-BE49-F238E27FC236}">
                <a16:creationId xmlns:a16="http://schemas.microsoft.com/office/drawing/2014/main" id="{D639A0A7-9A7D-8456-AD0E-A13E38A223BB}"/>
              </a:ext>
            </a:extLst>
          </p:cNvPr>
          <p:cNvSpPr/>
          <p:nvPr/>
        </p:nvSpPr>
        <p:spPr>
          <a:xfrm>
            <a:off x="1857288"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ea typeface="Arial"/>
                <a:cs typeface="Arial"/>
                <a:sym typeface="Arial"/>
              </a:rPr>
              <a:t>Integrations </a:t>
            </a:r>
            <a:r>
              <a:rPr kumimoji="0" lang="en-US" sz="800" b="0" i="0" u="none" strike="noStrike" kern="0" cap="none" spc="0" normalizeH="0" baseline="0" noProof="0">
                <a:ln>
                  <a:noFill/>
                </a:ln>
                <a:solidFill>
                  <a:srgbClr val="000000"/>
                </a:solidFill>
                <a:effectLst/>
                <a:uLnTx/>
                <a:uFillTx/>
                <a:latin typeface="Arial"/>
                <a:cs typeface="Arial"/>
                <a:sym typeface="Arial"/>
              </a:rPr>
              <a:t>Squad 2</a:t>
            </a:r>
            <a:r>
              <a:rPr kumimoji="0" lang="en-US" sz="800" b="0" i="0" u="none" strike="noStrike" kern="0" cap="none" spc="0" normalizeH="0" baseline="0" noProof="0">
                <a:ln>
                  <a:noFill/>
                </a:ln>
                <a:solidFill>
                  <a:srgbClr val="000000"/>
                </a:solidFill>
                <a:effectLst/>
                <a:uLnTx/>
                <a:uFillTx/>
                <a:latin typeface="Arial"/>
                <a:ea typeface="Arial"/>
                <a:cs typeface="Arial"/>
                <a:sym typeface="Arial"/>
              </a:rPr>
              <a:t> </a:t>
            </a:r>
            <a:endParaRPr kumimoji="0" sz="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280" name="Google Shape;909;g22f1b912626_0_165">
            <a:extLst>
              <a:ext uri="{FF2B5EF4-FFF2-40B4-BE49-F238E27FC236}">
                <a16:creationId xmlns:a16="http://schemas.microsoft.com/office/drawing/2014/main" id="{07504D8E-816E-6B9F-C21A-437B5DCC23A8}"/>
              </a:ext>
            </a:extLst>
          </p:cNvPr>
          <p:cNvSpPr/>
          <p:nvPr/>
        </p:nvSpPr>
        <p:spPr>
          <a:xfrm>
            <a:off x="3084478"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9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cs typeface="Arial"/>
                <a:sym typeface="Arial"/>
              </a:rPr>
              <a:t>Data Squad</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281" name="Google Shape;910;g22f1b912626_0_165">
            <a:extLst>
              <a:ext uri="{FF2B5EF4-FFF2-40B4-BE49-F238E27FC236}">
                <a16:creationId xmlns:a16="http://schemas.microsoft.com/office/drawing/2014/main" id="{3DB74E52-1F92-C64F-553B-61FF5B885397}"/>
              </a:ext>
            </a:extLst>
          </p:cNvPr>
          <p:cNvSpPr/>
          <p:nvPr/>
        </p:nvSpPr>
        <p:spPr>
          <a:xfrm>
            <a:off x="4311667"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9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cs typeface="Arial"/>
                <a:sym typeface="Arial"/>
              </a:rPr>
              <a:t>Infrastructure Squad</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282" name="Google Shape;911;g22f1b912626_0_165">
            <a:extLst>
              <a:ext uri="{FF2B5EF4-FFF2-40B4-BE49-F238E27FC236}">
                <a16:creationId xmlns:a16="http://schemas.microsoft.com/office/drawing/2014/main" id="{1084FE8E-72F1-54BB-C47C-2AD5D855B8D5}"/>
              </a:ext>
            </a:extLst>
          </p:cNvPr>
          <p:cNvSpPr/>
          <p:nvPr/>
        </p:nvSpPr>
        <p:spPr>
          <a:xfrm>
            <a:off x="6766045"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cs typeface="Arial"/>
                <a:sym typeface="Arial"/>
              </a:rPr>
              <a:t>Product Squad 1 - Core Platform</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283" name="Google Shape;912;g22f1b912626_0_165">
            <a:extLst>
              <a:ext uri="{FF2B5EF4-FFF2-40B4-BE49-F238E27FC236}">
                <a16:creationId xmlns:a16="http://schemas.microsoft.com/office/drawing/2014/main" id="{A749DF6C-0632-08AF-AD06-61B4B9284EE0}"/>
              </a:ext>
            </a:extLst>
          </p:cNvPr>
          <p:cNvSpPr/>
          <p:nvPr/>
        </p:nvSpPr>
        <p:spPr>
          <a:xfrm>
            <a:off x="7993235"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cs typeface="Arial"/>
                <a:sym typeface="Arial"/>
              </a:rPr>
              <a:t>Product Squad 2 - D&amp;O</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284" name="Google Shape;913;g22f1b912626_0_165">
            <a:extLst>
              <a:ext uri="{FF2B5EF4-FFF2-40B4-BE49-F238E27FC236}">
                <a16:creationId xmlns:a16="http://schemas.microsoft.com/office/drawing/2014/main" id="{034799FD-54CF-4E17-0417-B025E6A9A0B1}"/>
              </a:ext>
            </a:extLst>
          </p:cNvPr>
          <p:cNvSpPr/>
          <p:nvPr/>
        </p:nvSpPr>
        <p:spPr>
          <a:xfrm>
            <a:off x="9220424"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cs typeface="Arial"/>
                <a:sym typeface="Arial"/>
              </a:rPr>
              <a:t>Product Squad 3 – Tranche 1</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285" name="Google Shape;914;g22f1b912626_0_165">
            <a:extLst>
              <a:ext uri="{FF2B5EF4-FFF2-40B4-BE49-F238E27FC236}">
                <a16:creationId xmlns:a16="http://schemas.microsoft.com/office/drawing/2014/main" id="{84979237-F17D-696D-647C-124A99533F00}"/>
              </a:ext>
            </a:extLst>
          </p:cNvPr>
          <p:cNvSpPr txBox="1"/>
          <p:nvPr/>
        </p:nvSpPr>
        <p:spPr>
          <a:xfrm>
            <a:off x="5013459" y="3319400"/>
            <a:ext cx="2321700" cy="369300"/>
          </a:xfrm>
          <a:prstGeom prst="rect">
            <a:avLst/>
          </a:prstGeom>
          <a:noFill/>
          <a:ln>
            <a:noFill/>
          </a:ln>
        </p:spPr>
        <p:txBody>
          <a:bodyPr spcFirstLastPara="1" wrap="square" lIns="91425" tIns="91425" rIns="91425" bIns="91425" anchor="t" anchorCtr="0">
            <a:spAutoFit/>
          </a:bodyPr>
          <a:lstStyle/>
          <a:p>
            <a:pPr algn="ctr">
              <a:buClr>
                <a:srgbClr val="000000"/>
              </a:buClr>
              <a:buFont typeface="Arial"/>
              <a:buNone/>
            </a:pPr>
            <a:r>
              <a:rPr lang="en-US" sz="1200" b="1" kern="0">
                <a:solidFill>
                  <a:srgbClr val="000000"/>
                </a:solidFill>
                <a:latin typeface="Arial"/>
                <a:cs typeface="Arial"/>
                <a:sym typeface="Arial"/>
              </a:rPr>
              <a:t>Delivery Organisation</a:t>
            </a:r>
            <a:endParaRPr sz="1200" b="1" kern="0">
              <a:solidFill>
                <a:srgbClr val="000000"/>
              </a:solidFill>
              <a:latin typeface="Arial"/>
              <a:cs typeface="Arial"/>
              <a:sym typeface="Arial"/>
            </a:endParaRPr>
          </a:p>
        </p:txBody>
      </p:sp>
      <p:cxnSp>
        <p:nvCxnSpPr>
          <p:cNvPr id="286" name="Google Shape;915;g22f1b912626_0_165">
            <a:extLst>
              <a:ext uri="{FF2B5EF4-FFF2-40B4-BE49-F238E27FC236}">
                <a16:creationId xmlns:a16="http://schemas.microsoft.com/office/drawing/2014/main" id="{A6AE3AE4-3590-A638-E756-9810E4B5709E}"/>
              </a:ext>
            </a:extLst>
          </p:cNvPr>
          <p:cNvCxnSpPr>
            <a:cxnSpLocks/>
            <a:endCxn id="224" idx="2"/>
          </p:cNvCxnSpPr>
          <p:nvPr/>
        </p:nvCxnSpPr>
        <p:spPr>
          <a:xfrm flipH="1" flipV="1">
            <a:off x="3159409" y="3217224"/>
            <a:ext cx="9000" cy="151276"/>
          </a:xfrm>
          <a:prstGeom prst="straightConnector1">
            <a:avLst/>
          </a:prstGeom>
          <a:noFill/>
          <a:ln w="9525" cap="flat" cmpd="sng">
            <a:solidFill>
              <a:srgbClr val="DC199B"/>
            </a:solidFill>
            <a:prstDash val="lgDash"/>
            <a:round/>
            <a:headEnd type="none" w="med" len="med"/>
            <a:tailEnd type="none" w="med" len="med"/>
          </a:ln>
        </p:spPr>
      </p:cxnSp>
      <p:cxnSp>
        <p:nvCxnSpPr>
          <p:cNvPr id="287" name="Google Shape;916;g22f1b912626_0_165">
            <a:extLst>
              <a:ext uri="{FF2B5EF4-FFF2-40B4-BE49-F238E27FC236}">
                <a16:creationId xmlns:a16="http://schemas.microsoft.com/office/drawing/2014/main" id="{14095C0D-55AE-D925-9EAB-9D7F0F5D13B1}"/>
              </a:ext>
            </a:extLst>
          </p:cNvPr>
          <p:cNvCxnSpPr/>
          <p:nvPr/>
        </p:nvCxnSpPr>
        <p:spPr>
          <a:xfrm rot="10800000">
            <a:off x="9259334" y="3021500"/>
            <a:ext cx="0" cy="342000"/>
          </a:xfrm>
          <a:prstGeom prst="straightConnector1">
            <a:avLst/>
          </a:prstGeom>
          <a:noFill/>
          <a:ln w="9525" cap="flat" cmpd="sng">
            <a:solidFill>
              <a:srgbClr val="DC199B"/>
            </a:solidFill>
            <a:prstDash val="lgDash"/>
            <a:round/>
            <a:headEnd type="none" w="med" len="med"/>
            <a:tailEnd type="none" w="med" len="med"/>
          </a:ln>
        </p:spPr>
      </p:cxnSp>
      <p:sp>
        <p:nvSpPr>
          <p:cNvPr id="288" name="Google Shape;917;g22f1b912626_0_165">
            <a:extLst>
              <a:ext uri="{FF2B5EF4-FFF2-40B4-BE49-F238E27FC236}">
                <a16:creationId xmlns:a16="http://schemas.microsoft.com/office/drawing/2014/main" id="{B350648D-9D6B-DBB5-1FF9-8EDF637E432F}"/>
              </a:ext>
            </a:extLst>
          </p:cNvPr>
          <p:cNvSpPr/>
          <p:nvPr/>
        </p:nvSpPr>
        <p:spPr>
          <a:xfrm>
            <a:off x="2321950" y="20025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Change Management Lead (C)</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89" name="Google Shape;918;g22f1b912626_0_165">
            <a:extLst>
              <a:ext uri="{FF2B5EF4-FFF2-40B4-BE49-F238E27FC236}">
                <a16:creationId xmlns:a16="http://schemas.microsoft.com/office/drawing/2014/main" id="{F8E49A18-0F82-8907-DEE0-DA1299B283EE}"/>
              </a:ext>
            </a:extLst>
          </p:cNvPr>
          <p:cNvSpPr/>
          <p:nvPr/>
        </p:nvSpPr>
        <p:spPr>
          <a:xfrm>
            <a:off x="2321950" y="23073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a:noFill/>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Training / </a:t>
            </a:r>
            <a:endParaRPr kumimoji="0" sz="7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Communication (PT 15%)</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90" name="Google Shape;919;g22f1b912626_0_165">
            <a:extLst>
              <a:ext uri="{FF2B5EF4-FFF2-40B4-BE49-F238E27FC236}">
                <a16:creationId xmlns:a16="http://schemas.microsoft.com/office/drawing/2014/main" id="{8949F8E3-4D61-2700-C4F8-78834B0572E5}"/>
              </a:ext>
            </a:extLst>
          </p:cNvPr>
          <p:cNvSpPr/>
          <p:nvPr/>
        </p:nvSpPr>
        <p:spPr>
          <a:xfrm>
            <a:off x="5370125" y="902183"/>
            <a:ext cx="2303472" cy="260229"/>
          </a:xfrm>
          <a:prstGeom prst="rect">
            <a:avLst/>
          </a:prstGeom>
          <a:solidFill>
            <a:srgbClr val="DC199B"/>
          </a:solidFill>
          <a:ln w="9525" cap="flat" cmpd="sng">
            <a:solidFill>
              <a:srgbClr val="DC199B"/>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Vanessa Ortega (Business Owner)</a:t>
            </a:r>
            <a:endParaRPr kumimoji="0" sz="8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Warren Pilkington (Delivery Lead)</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291" name="Google Shape;920;g22f1b912626_0_165">
            <a:extLst>
              <a:ext uri="{FF2B5EF4-FFF2-40B4-BE49-F238E27FC236}">
                <a16:creationId xmlns:a16="http://schemas.microsoft.com/office/drawing/2014/main" id="{48809206-F0C6-EF4D-DD05-2B5471623073}"/>
              </a:ext>
            </a:extLst>
          </p:cNvPr>
          <p:cNvSpPr txBox="1"/>
          <p:nvPr/>
        </p:nvSpPr>
        <p:spPr>
          <a:xfrm>
            <a:off x="2600084" y="1391563"/>
            <a:ext cx="1191900" cy="3387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US" sz="1000" b="1" kern="0">
                <a:solidFill>
                  <a:srgbClr val="000000"/>
                </a:solidFill>
                <a:latin typeface="Arial"/>
                <a:cs typeface="Arial"/>
                <a:sym typeface="Arial"/>
              </a:rPr>
              <a:t>Core Team</a:t>
            </a:r>
            <a:endParaRPr sz="1000" b="1" kern="0">
              <a:solidFill>
                <a:srgbClr val="000000"/>
              </a:solidFill>
              <a:latin typeface="Arial"/>
              <a:cs typeface="Arial"/>
              <a:sym typeface="Arial"/>
            </a:endParaRPr>
          </a:p>
        </p:txBody>
      </p:sp>
      <p:sp>
        <p:nvSpPr>
          <p:cNvPr id="292" name="Google Shape;921;g22f1b912626_0_165">
            <a:extLst>
              <a:ext uri="{FF2B5EF4-FFF2-40B4-BE49-F238E27FC236}">
                <a16:creationId xmlns:a16="http://schemas.microsoft.com/office/drawing/2014/main" id="{5E101398-2182-22F0-2CAD-21B2017DD570}"/>
              </a:ext>
            </a:extLst>
          </p:cNvPr>
          <p:cNvSpPr txBox="1"/>
          <p:nvPr/>
        </p:nvSpPr>
        <p:spPr>
          <a:xfrm>
            <a:off x="6858859" y="1391563"/>
            <a:ext cx="1191900" cy="338700"/>
          </a:xfrm>
          <a:prstGeom prst="rect">
            <a:avLst/>
          </a:prstGeom>
          <a:noFill/>
          <a:ln>
            <a:noFill/>
          </a:ln>
        </p:spPr>
        <p:txBody>
          <a:bodyPr spcFirstLastPara="1" wrap="square" lIns="91425" tIns="91425" rIns="91425" bIns="91425" anchor="ctr" anchorCtr="0">
            <a:noAutofit/>
          </a:bodyPr>
          <a:lstStyle/>
          <a:p>
            <a:pPr algn="ctr">
              <a:buClr>
                <a:srgbClr val="000000"/>
              </a:buClr>
              <a:buFont typeface="Arial"/>
              <a:buNone/>
            </a:pPr>
            <a:r>
              <a:rPr lang="en-US" sz="1000" b="1" kern="0">
                <a:solidFill>
                  <a:srgbClr val="000000"/>
                </a:solidFill>
                <a:latin typeface="Arial"/>
                <a:cs typeface="Arial"/>
                <a:sym typeface="Arial"/>
              </a:rPr>
              <a:t>SMEs</a:t>
            </a:r>
            <a:endParaRPr sz="1000" b="1" kern="0">
              <a:solidFill>
                <a:srgbClr val="000000"/>
              </a:solidFill>
              <a:latin typeface="Arial"/>
              <a:cs typeface="Arial"/>
              <a:sym typeface="Arial"/>
            </a:endParaRPr>
          </a:p>
        </p:txBody>
      </p:sp>
      <p:cxnSp>
        <p:nvCxnSpPr>
          <p:cNvPr id="293" name="Google Shape;922;g22f1b912626_0_165">
            <a:extLst>
              <a:ext uri="{FF2B5EF4-FFF2-40B4-BE49-F238E27FC236}">
                <a16:creationId xmlns:a16="http://schemas.microsoft.com/office/drawing/2014/main" id="{9ACEBA02-F775-8F11-C5B9-DB38D10F0CA6}"/>
              </a:ext>
            </a:extLst>
          </p:cNvPr>
          <p:cNvCxnSpPr>
            <a:cxnSpLocks/>
            <a:stCxn id="224" idx="0"/>
            <a:endCxn id="290" idx="2"/>
          </p:cNvCxnSpPr>
          <p:nvPr/>
        </p:nvCxnSpPr>
        <p:spPr>
          <a:xfrm rot="5400000" flipH="1" flipV="1">
            <a:off x="4696842" y="-375020"/>
            <a:ext cx="287587" cy="3362452"/>
          </a:xfrm>
          <a:prstGeom prst="bentConnector3">
            <a:avLst>
              <a:gd name="adj1" fmla="val 50000"/>
            </a:avLst>
          </a:prstGeom>
          <a:noFill/>
          <a:ln w="9525" cap="flat" cmpd="sng">
            <a:solidFill>
              <a:srgbClr val="DC199B"/>
            </a:solidFill>
            <a:prstDash val="solid"/>
            <a:round/>
            <a:headEnd type="none" w="med" len="med"/>
            <a:tailEnd type="none" w="med" len="med"/>
          </a:ln>
        </p:spPr>
      </p:cxnSp>
      <p:cxnSp>
        <p:nvCxnSpPr>
          <p:cNvPr id="294" name="Google Shape;923;g22f1b912626_0_165">
            <a:extLst>
              <a:ext uri="{FF2B5EF4-FFF2-40B4-BE49-F238E27FC236}">
                <a16:creationId xmlns:a16="http://schemas.microsoft.com/office/drawing/2014/main" id="{BB47D76E-40BC-A49E-4B43-EA8846FBA1B9}"/>
              </a:ext>
            </a:extLst>
          </p:cNvPr>
          <p:cNvCxnSpPr>
            <a:cxnSpLocks/>
            <a:stCxn id="223" idx="0"/>
            <a:endCxn id="290" idx="2"/>
          </p:cNvCxnSpPr>
          <p:nvPr/>
        </p:nvCxnSpPr>
        <p:spPr>
          <a:xfrm rot="16200000" flipV="1">
            <a:off x="7742453" y="-58180"/>
            <a:ext cx="291488" cy="2732672"/>
          </a:xfrm>
          <a:prstGeom prst="bentConnector3">
            <a:avLst>
              <a:gd name="adj1" fmla="val 50000"/>
            </a:avLst>
          </a:prstGeom>
          <a:noFill/>
          <a:ln w="9525" cap="flat" cmpd="sng">
            <a:solidFill>
              <a:srgbClr val="DC199B"/>
            </a:solidFill>
            <a:prstDash val="solid"/>
            <a:round/>
            <a:headEnd type="none" w="med" len="med"/>
            <a:tailEnd type="none" w="med" len="med"/>
          </a:ln>
        </p:spPr>
      </p:cxnSp>
      <p:cxnSp>
        <p:nvCxnSpPr>
          <p:cNvPr id="295" name="Google Shape;924;g22f1b912626_0_165">
            <a:extLst>
              <a:ext uri="{FF2B5EF4-FFF2-40B4-BE49-F238E27FC236}">
                <a16:creationId xmlns:a16="http://schemas.microsoft.com/office/drawing/2014/main" id="{30518785-A679-583B-7327-1FBECDB8F6A6}"/>
              </a:ext>
            </a:extLst>
          </p:cNvPr>
          <p:cNvCxnSpPr>
            <a:cxnSpLocks/>
          </p:cNvCxnSpPr>
          <p:nvPr/>
        </p:nvCxnSpPr>
        <p:spPr>
          <a:xfrm>
            <a:off x="6521861" y="1326284"/>
            <a:ext cx="10316" cy="2037216"/>
          </a:xfrm>
          <a:prstGeom prst="straightConnector1">
            <a:avLst/>
          </a:prstGeom>
          <a:noFill/>
          <a:ln w="9525" cap="flat" cmpd="sng">
            <a:solidFill>
              <a:srgbClr val="DC199B"/>
            </a:solidFill>
            <a:prstDash val="solid"/>
            <a:round/>
            <a:headEnd type="none" w="med" len="med"/>
            <a:tailEnd type="none" w="med" len="med"/>
          </a:ln>
        </p:spPr>
      </p:cxnSp>
      <p:sp>
        <p:nvSpPr>
          <p:cNvPr id="296" name="Google Shape;925;g22f1b912626_0_165">
            <a:extLst>
              <a:ext uri="{FF2B5EF4-FFF2-40B4-BE49-F238E27FC236}">
                <a16:creationId xmlns:a16="http://schemas.microsoft.com/office/drawing/2014/main" id="{59799E19-BF98-21DE-1B1A-F43FA7C3265D}"/>
              </a:ext>
            </a:extLst>
          </p:cNvPr>
          <p:cNvSpPr/>
          <p:nvPr/>
        </p:nvSpPr>
        <p:spPr>
          <a:xfrm>
            <a:off x="10430307" y="5335750"/>
            <a:ext cx="391500" cy="163800"/>
          </a:xfrm>
          <a:prstGeom prst="leftRightArrow">
            <a:avLst>
              <a:gd name="adj1" fmla="val 50000"/>
              <a:gd name="adj2" fmla="val 50000"/>
            </a:avLst>
          </a:prstGeom>
          <a:solidFill>
            <a:srgbClr val="F0F0F0"/>
          </a:solidFill>
          <a:ln w="9525" cap="flat" cmpd="sng">
            <a:solidFill>
              <a:srgbClr val="DC199B"/>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297" name="Google Shape;929;g22f1b912626_0_165">
            <a:extLst>
              <a:ext uri="{FF2B5EF4-FFF2-40B4-BE49-F238E27FC236}">
                <a16:creationId xmlns:a16="http://schemas.microsoft.com/office/drawing/2014/main" id="{1D8D2467-D88D-CCBB-B137-ADE3BDFCAB69}"/>
              </a:ext>
            </a:extLst>
          </p:cNvPr>
          <p:cNvSpPr/>
          <p:nvPr/>
        </p:nvSpPr>
        <p:spPr>
          <a:xfrm>
            <a:off x="4043943" y="20025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Solution Architect</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98" name="Google Shape;930;g22f1b912626_0_165">
            <a:extLst>
              <a:ext uri="{FF2B5EF4-FFF2-40B4-BE49-F238E27FC236}">
                <a16:creationId xmlns:a16="http://schemas.microsoft.com/office/drawing/2014/main" id="{607F4F74-A152-A492-5787-BD3AEB268FC6}"/>
              </a:ext>
            </a:extLst>
          </p:cNvPr>
          <p:cNvSpPr/>
          <p:nvPr/>
        </p:nvSpPr>
        <p:spPr>
          <a:xfrm>
            <a:off x="2321954" y="26219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a:noFill/>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PMO Analyst (Lewis P)</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299" name="Google Shape;931;g22f1b912626_0_165">
            <a:extLst>
              <a:ext uri="{FF2B5EF4-FFF2-40B4-BE49-F238E27FC236}">
                <a16:creationId xmlns:a16="http://schemas.microsoft.com/office/drawing/2014/main" id="{542B0B55-C454-7FA1-7066-136DC1776869}"/>
              </a:ext>
            </a:extLst>
          </p:cNvPr>
          <p:cNvSpPr/>
          <p:nvPr/>
        </p:nvSpPr>
        <p:spPr>
          <a:xfrm>
            <a:off x="4035992" y="2307325"/>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Technical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0" name="Google Shape;932;g22f1b912626_0_165">
            <a:extLst>
              <a:ext uri="{FF2B5EF4-FFF2-40B4-BE49-F238E27FC236}">
                <a16:creationId xmlns:a16="http://schemas.microsoft.com/office/drawing/2014/main" id="{05431C61-9A7E-190A-BEFB-460803074FFB}"/>
              </a:ext>
            </a:extLst>
          </p:cNvPr>
          <p:cNvSpPr/>
          <p:nvPr/>
        </p:nvSpPr>
        <p:spPr>
          <a:xfrm>
            <a:off x="4035992" y="2612126"/>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a:noFill/>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PAS QA / Test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1" name="Google Shape;933;g22f1b912626_0_165">
            <a:extLst>
              <a:ext uri="{FF2B5EF4-FFF2-40B4-BE49-F238E27FC236}">
                <a16:creationId xmlns:a16="http://schemas.microsoft.com/office/drawing/2014/main" id="{E37A5358-A921-AE36-A912-2489612FD341}"/>
              </a:ext>
            </a:extLst>
          </p:cNvPr>
          <p:cNvSpPr/>
          <p:nvPr/>
        </p:nvSpPr>
        <p:spPr>
          <a:xfrm>
            <a:off x="5538856" y="3654550"/>
            <a:ext cx="1095944" cy="33541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C8C3CD"/>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800"/>
              <a:buFont typeface="Arial"/>
              <a:buNone/>
              <a:tabLst/>
              <a:defRPr/>
            </a:pPr>
            <a:r>
              <a:rPr kumimoji="0" lang="en-US" sz="800" b="0" i="0" u="none" strike="noStrike" kern="0" cap="none" spc="0" normalizeH="0" baseline="0" noProof="0">
                <a:ln>
                  <a:noFill/>
                </a:ln>
                <a:solidFill>
                  <a:srgbClr val="000000"/>
                </a:solidFill>
                <a:effectLst/>
                <a:uLnTx/>
                <a:uFillTx/>
                <a:latin typeface="Arial"/>
                <a:cs typeface="Arial"/>
                <a:sym typeface="Arial"/>
              </a:rPr>
              <a:t>Billing Squad</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
        <p:nvSpPr>
          <p:cNvPr id="302" name="Google Shape;934;g22f1b912626_0_165">
            <a:extLst>
              <a:ext uri="{FF2B5EF4-FFF2-40B4-BE49-F238E27FC236}">
                <a16:creationId xmlns:a16="http://schemas.microsoft.com/office/drawing/2014/main" id="{5DD1F6FE-5838-AC5B-900C-29C6AD4948CA}"/>
              </a:ext>
            </a:extLst>
          </p:cNvPr>
          <p:cNvSpPr/>
          <p:nvPr/>
        </p:nvSpPr>
        <p:spPr>
          <a:xfrm>
            <a:off x="5536508" y="4415942"/>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Scrum Master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3" name="Google Shape;935;g22f1b912626_0_165">
            <a:extLst>
              <a:ext uri="{FF2B5EF4-FFF2-40B4-BE49-F238E27FC236}">
                <a16:creationId xmlns:a16="http://schemas.microsoft.com/office/drawing/2014/main" id="{E3304236-BEAE-8610-A395-E19F225168D7}"/>
              </a:ext>
            </a:extLst>
          </p:cNvPr>
          <p:cNvSpPr/>
          <p:nvPr/>
        </p:nvSpPr>
        <p:spPr>
          <a:xfrm>
            <a:off x="5540334" y="4047744"/>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Functional Lead</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4" name="Google Shape;936;g22f1b912626_0_165">
            <a:extLst>
              <a:ext uri="{FF2B5EF4-FFF2-40B4-BE49-F238E27FC236}">
                <a16:creationId xmlns:a16="http://schemas.microsoft.com/office/drawing/2014/main" id="{A90047FE-EC90-9840-53FE-1775FBF30B94}"/>
              </a:ext>
            </a:extLst>
          </p:cNvPr>
          <p:cNvSpPr/>
          <p:nvPr/>
        </p:nvSpPr>
        <p:spPr>
          <a:xfrm>
            <a:off x="5536508" y="5152339"/>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Business Analyst</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5" name="Google Shape;937;g22f1b912626_0_165">
            <a:extLst>
              <a:ext uri="{FF2B5EF4-FFF2-40B4-BE49-F238E27FC236}">
                <a16:creationId xmlns:a16="http://schemas.microsoft.com/office/drawing/2014/main" id="{11B43A8F-43C8-10C9-376E-78B5200AF6FB}"/>
              </a:ext>
            </a:extLst>
          </p:cNvPr>
          <p:cNvSpPr/>
          <p:nvPr/>
        </p:nvSpPr>
        <p:spPr>
          <a:xfrm>
            <a:off x="5536508" y="5520538"/>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Developer</a:t>
            </a: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6" name="Google Shape;938;g22f1b912626_0_165">
            <a:extLst>
              <a:ext uri="{FF2B5EF4-FFF2-40B4-BE49-F238E27FC236}">
                <a16:creationId xmlns:a16="http://schemas.microsoft.com/office/drawing/2014/main" id="{65C16846-6121-5608-B750-FC654FA91576}"/>
              </a:ext>
            </a:extLst>
          </p:cNvPr>
          <p:cNvSpPr/>
          <p:nvPr/>
        </p:nvSpPr>
        <p:spPr>
          <a:xfrm>
            <a:off x="5536508" y="5888736"/>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chemeClr val="accent1"/>
          </a:solidFill>
          <a:ln w="9525" cap="flat" cmpd="sng">
            <a:solidFill>
              <a:srgbClr val="4B0050"/>
            </a:solidFill>
            <a:prstDash val="solid"/>
            <a:round/>
            <a:headEnd type="none" w="sm" len="sm"/>
            <a:tailEnd type="none" w="sm" len="sm"/>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QA Tester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7" name="Google Shape;939;g22f1b912626_0_165">
            <a:extLst>
              <a:ext uri="{FF2B5EF4-FFF2-40B4-BE49-F238E27FC236}">
                <a16:creationId xmlns:a16="http://schemas.microsoft.com/office/drawing/2014/main" id="{DD880F5D-40D4-7B15-F870-CDA1C7F3B1E8}"/>
              </a:ext>
            </a:extLst>
          </p:cNvPr>
          <p:cNvSpPr/>
          <p:nvPr/>
        </p:nvSpPr>
        <p:spPr>
          <a:xfrm>
            <a:off x="5540334" y="4784141"/>
            <a:ext cx="1093624" cy="274076"/>
          </a:xfrm>
          <a:custGeom>
            <a:avLst/>
            <a:gdLst/>
            <a:ahLst/>
            <a:cxnLst/>
            <a:rect l="l" t="t" r="r" b="b"/>
            <a:pathLst>
              <a:path w="1785508" h="276844" extrusionOk="0">
                <a:moveTo>
                  <a:pt x="0" y="0"/>
                </a:moveTo>
                <a:lnTo>
                  <a:pt x="1785508" y="0"/>
                </a:lnTo>
                <a:lnTo>
                  <a:pt x="1785508" y="276844"/>
                </a:lnTo>
                <a:lnTo>
                  <a:pt x="0" y="276844"/>
                </a:lnTo>
                <a:lnTo>
                  <a:pt x="0" y="0"/>
                </a:lnTo>
                <a:close/>
              </a:path>
            </a:pathLst>
          </a:custGeom>
          <a:solidFill>
            <a:srgbClr val="DC199B"/>
          </a:solidFill>
          <a:ln>
            <a:noFill/>
          </a:ln>
        </p:spPr>
        <p:txBody>
          <a:bodyPr spcFirstLastPara="1" wrap="square" lIns="3600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700"/>
              <a:buFont typeface="Arial"/>
              <a:buNone/>
              <a:tabLst/>
              <a:defRPr/>
            </a:pPr>
            <a:r>
              <a:rPr kumimoji="0" lang="en-US" sz="700" b="0" i="0" u="none" strike="noStrike" kern="0" cap="none" spc="0" normalizeH="0" baseline="0" noProof="0">
                <a:ln>
                  <a:noFill/>
                </a:ln>
                <a:solidFill>
                  <a:srgbClr val="FFFFFF"/>
                </a:solidFill>
                <a:effectLst/>
                <a:uLnTx/>
                <a:uFillTx/>
                <a:latin typeface="Arial"/>
                <a:ea typeface="Arial"/>
                <a:cs typeface="Arial"/>
                <a:sym typeface="Arial"/>
              </a:rPr>
              <a:t>Product Owner</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308" name="Google Shape;940;g22f1b912626_0_165">
            <a:extLst>
              <a:ext uri="{FF2B5EF4-FFF2-40B4-BE49-F238E27FC236}">
                <a16:creationId xmlns:a16="http://schemas.microsoft.com/office/drawing/2014/main" id="{B53A2985-B5C3-39FA-7023-6F52F0FDF58C}"/>
              </a:ext>
            </a:extLst>
          </p:cNvPr>
          <p:cNvSpPr txBox="1"/>
          <p:nvPr/>
        </p:nvSpPr>
        <p:spPr>
          <a:xfrm>
            <a:off x="10047188" y="6575512"/>
            <a:ext cx="1707300" cy="137100"/>
          </a:xfrm>
          <a:prstGeom prst="rect">
            <a:avLst/>
          </a:prstGeom>
          <a:noFill/>
          <a:ln>
            <a:noFill/>
          </a:ln>
        </p:spPr>
        <p:txBody>
          <a:bodyPr spcFirstLastPara="1" wrap="square" lIns="0" tIns="0" rIns="0" bIns="0" anchor="b" anchorCtr="0">
            <a:noAutofit/>
          </a:bodyPr>
          <a:lstStyle/>
          <a:p>
            <a:pPr algn="r">
              <a:buClr>
                <a:srgbClr val="000000"/>
              </a:buClr>
              <a:buFont typeface="Arial"/>
              <a:buNone/>
            </a:pPr>
            <a:fld id="{00000000-1234-1234-1234-123412341234}" type="slidenum">
              <a:rPr lang="en-US" sz="800" kern="0">
                <a:solidFill>
                  <a:srgbClr val="000000"/>
                </a:solidFill>
                <a:latin typeface="Arial"/>
                <a:cs typeface="Arial"/>
                <a:sym typeface="Arial"/>
              </a:rPr>
              <a:pPr algn="r">
                <a:buClr>
                  <a:srgbClr val="000000"/>
                </a:buClr>
                <a:buFont typeface="Arial"/>
                <a:buNone/>
              </a:pPr>
              <a:t>35</a:t>
            </a:fld>
            <a:endParaRPr sz="800" kern="0">
              <a:solidFill>
                <a:srgbClr val="000000"/>
              </a:solidFill>
              <a:latin typeface="Arial"/>
              <a:cs typeface="Arial"/>
              <a:sym typeface="Arial"/>
            </a:endParaRPr>
          </a:p>
        </p:txBody>
      </p:sp>
      <p:sp>
        <p:nvSpPr>
          <p:cNvPr id="309" name="Google Shape;941;g22f1b912626_0_165">
            <a:extLst>
              <a:ext uri="{FF2B5EF4-FFF2-40B4-BE49-F238E27FC236}">
                <a16:creationId xmlns:a16="http://schemas.microsoft.com/office/drawing/2014/main" id="{172F5907-0551-3A26-527D-94FC450A7EA1}"/>
              </a:ext>
            </a:extLst>
          </p:cNvPr>
          <p:cNvSpPr/>
          <p:nvPr/>
        </p:nvSpPr>
        <p:spPr>
          <a:xfrm>
            <a:off x="10821809" y="4214299"/>
            <a:ext cx="1191981" cy="569288"/>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FFFFFF"/>
            </a:solidFill>
            <a:prstDash val="dash"/>
            <a:round/>
            <a:headEnd type="none" w="sm" len="sm"/>
            <a:tailEnd type="none" w="sm" len="sm"/>
          </a:ln>
        </p:spPr>
        <p:txBody>
          <a:bodyPr spcFirstLastPara="1" wrap="square" lIns="274300" tIns="0" rIns="0" bIns="0"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r>
              <a:rPr kumimoji="0" lang="en-US" sz="900" b="0" i="0" u="none" strike="noStrike" kern="0" cap="none" spc="0" normalizeH="0" baseline="0" noProof="0">
                <a:ln>
                  <a:noFill/>
                </a:ln>
                <a:solidFill>
                  <a:srgbClr val="FFFFFF"/>
                </a:solidFill>
                <a:effectLst/>
                <a:uLnTx/>
                <a:uFillTx/>
                <a:latin typeface="Arial"/>
                <a:cs typeface="Arial"/>
                <a:sym typeface="Arial"/>
              </a:rPr>
              <a:t>Shared Services - IT Security, Risk/Audit, Compliance</a:t>
            </a:r>
            <a:endParaRPr kumimoji="0" sz="1200" b="0" i="0" u="none" strike="noStrike" kern="0" cap="none" spc="0" normalizeH="0" baseline="0" noProof="0">
              <a:ln>
                <a:noFill/>
              </a:ln>
              <a:solidFill>
                <a:srgbClr val="FFFFFF"/>
              </a:solidFill>
              <a:effectLst/>
              <a:uLnTx/>
              <a:uFillTx/>
              <a:latin typeface="Arial"/>
              <a:cs typeface="Arial"/>
              <a:sym typeface="Arial"/>
            </a:endParaRPr>
          </a:p>
        </p:txBody>
      </p:sp>
      <p:sp>
        <p:nvSpPr>
          <p:cNvPr id="310" name="Google Shape;942;g22f1b912626_0_165">
            <a:extLst>
              <a:ext uri="{FF2B5EF4-FFF2-40B4-BE49-F238E27FC236}">
                <a16:creationId xmlns:a16="http://schemas.microsoft.com/office/drawing/2014/main" id="{6A8501FC-6DCE-1C0C-52D5-B44ECE53A696}"/>
              </a:ext>
            </a:extLst>
          </p:cNvPr>
          <p:cNvSpPr/>
          <p:nvPr/>
        </p:nvSpPr>
        <p:spPr>
          <a:xfrm>
            <a:off x="10430307" y="4421350"/>
            <a:ext cx="391500" cy="163800"/>
          </a:xfrm>
          <a:prstGeom prst="leftRightArrow">
            <a:avLst>
              <a:gd name="adj1" fmla="val 50000"/>
              <a:gd name="adj2" fmla="val 50000"/>
            </a:avLst>
          </a:prstGeom>
          <a:solidFill>
            <a:srgbClr val="F0F0F0"/>
          </a:solidFill>
          <a:ln w="9525" cap="flat" cmpd="sng">
            <a:solidFill>
              <a:srgbClr val="DC199B"/>
            </a:solidFill>
            <a:prstDash val="solid"/>
            <a:round/>
            <a:headEnd type="none" w="sm" len="sm"/>
            <a:tailEnd type="none" w="sm" len="sm"/>
          </a:ln>
        </p:spPr>
        <p:txBody>
          <a:bodyPr spcFirstLastPara="1" wrap="square" lIns="91425" tIns="91425" rIns="91425" bIns="91425" anchor="ctr" anchorCtr="0">
            <a:noAutofit/>
          </a:bodyPr>
          <a:lstStyle/>
          <a:p>
            <a:pPr marL="0" marR="0" lvl="0" indent="0" defTabSz="91440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000000"/>
              </a:solidFill>
              <a:effectLst/>
              <a:uLnTx/>
              <a:uFillTx/>
              <a:latin typeface="Arial"/>
              <a:cs typeface="Arial"/>
              <a:sym typeface="Arial"/>
            </a:endParaRPr>
          </a:p>
        </p:txBody>
      </p:sp>
      <p:sp>
        <p:nvSpPr>
          <p:cNvPr id="311" name="Google Shape;903;g22f1b912626_0_165">
            <a:extLst>
              <a:ext uri="{FF2B5EF4-FFF2-40B4-BE49-F238E27FC236}">
                <a16:creationId xmlns:a16="http://schemas.microsoft.com/office/drawing/2014/main" id="{9AC83167-88AA-5004-D505-D09FCE8F2C28}"/>
              </a:ext>
            </a:extLst>
          </p:cNvPr>
          <p:cNvSpPr/>
          <p:nvPr/>
        </p:nvSpPr>
        <p:spPr>
          <a:xfrm>
            <a:off x="9534764" y="2759867"/>
            <a:ext cx="1954622"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w="9525" cap="flat" cmpd="sng">
            <a:solidFill>
              <a:srgbClr val="DC199B"/>
            </a:solidFill>
            <a:prstDash val="solid"/>
            <a:round/>
            <a:headEnd type="none" w="sm" len="sm"/>
            <a:tailEnd type="none" w="sm" len="sm"/>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Claims SME - 20%</a:t>
            </a:r>
            <a:endParaRPr kumimoji="0" sz="700" b="0" i="0" u="none" strike="noStrike" kern="0" cap="none" spc="0" normalizeH="0" baseline="0" noProof="0">
              <a:ln>
                <a:noFill/>
              </a:ln>
              <a:solidFill>
                <a:srgbClr val="FFFFFF"/>
              </a:solidFill>
              <a:effectLst/>
              <a:uLnTx/>
              <a:uFillTx/>
              <a:latin typeface="Arial"/>
              <a:cs typeface="Arial"/>
              <a:sym typeface="Arial"/>
            </a:endParaRPr>
          </a:p>
        </p:txBody>
      </p:sp>
      <p:sp>
        <p:nvSpPr>
          <p:cNvPr id="312" name="Google Shape;919;g22f1b912626_0_165">
            <a:extLst>
              <a:ext uri="{FF2B5EF4-FFF2-40B4-BE49-F238E27FC236}">
                <a16:creationId xmlns:a16="http://schemas.microsoft.com/office/drawing/2014/main" id="{66064AEF-3942-D975-4005-0BCFE80D1D45}"/>
              </a:ext>
            </a:extLst>
          </p:cNvPr>
          <p:cNvSpPr/>
          <p:nvPr/>
        </p:nvSpPr>
        <p:spPr>
          <a:xfrm>
            <a:off x="8797159" y="881430"/>
            <a:ext cx="2766998" cy="296108"/>
          </a:xfrm>
          <a:prstGeom prst="rect">
            <a:avLst/>
          </a:prstGeom>
          <a:solidFill>
            <a:srgbClr val="DC199B"/>
          </a:solidFill>
          <a:ln w="9525" cap="flat" cmpd="sng">
            <a:solidFill>
              <a:srgbClr val="DC199B"/>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9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Dauda Jammeh (</a:t>
            </a:r>
            <a:r>
              <a:rPr kumimoji="0" lang="en-US" sz="800" b="0" i="0" u="none" strike="noStrike" kern="0" cap="none" spc="0" normalizeH="0" baseline="0" noProof="0" err="1">
                <a:ln>
                  <a:noFill/>
                </a:ln>
                <a:solidFill>
                  <a:srgbClr val="FFFFFF"/>
                </a:solidFill>
                <a:effectLst/>
                <a:uLnTx/>
                <a:uFillTx/>
                <a:latin typeface="Arial"/>
                <a:cs typeface="Arial"/>
                <a:sym typeface="Arial"/>
              </a:rPr>
              <a:t>Fiinance</a:t>
            </a:r>
            <a:r>
              <a:rPr kumimoji="0" lang="en-US" sz="800" b="0" i="0" u="none" strike="noStrike" kern="0" cap="none" spc="0" normalizeH="0" baseline="0" noProof="0">
                <a:ln>
                  <a:noFill/>
                </a:ln>
                <a:solidFill>
                  <a:srgbClr val="FFFFFF"/>
                </a:solidFill>
                <a:effectLst/>
                <a:uLnTx/>
                <a:uFillTx/>
                <a:latin typeface="Arial"/>
                <a:cs typeface="Arial"/>
                <a:sym typeface="Arial"/>
              </a:rPr>
              <a:t> Business Owner)</a:t>
            </a:r>
            <a:endParaRPr kumimoji="0" sz="800" b="0" i="0" u="none" strike="noStrike" kern="0" cap="none" spc="0" normalizeH="0" baseline="0" noProof="0">
              <a:ln>
                <a:noFill/>
              </a:ln>
              <a:solidFill>
                <a:srgbClr val="FFFFFF"/>
              </a:solidFill>
              <a:effectLst/>
              <a:uLnTx/>
              <a:uFillTx/>
              <a:latin typeface="Arial"/>
              <a:cs typeface="Arial"/>
              <a:sym typeface="Arial"/>
            </a:endParaRPr>
          </a:p>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800" b="0" i="0" u="none" strike="noStrike" kern="0" cap="none" spc="0" normalizeH="0" baseline="0" noProof="0">
                <a:ln>
                  <a:noFill/>
                </a:ln>
                <a:solidFill>
                  <a:srgbClr val="FFFFFF"/>
                </a:solidFill>
                <a:effectLst/>
                <a:uLnTx/>
                <a:uFillTx/>
                <a:latin typeface="Arial"/>
                <a:cs typeface="Arial"/>
                <a:sym typeface="Arial"/>
              </a:rPr>
              <a:t>Joe Bate-Williams(Finance Modernisation Lead)</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cxnSp>
        <p:nvCxnSpPr>
          <p:cNvPr id="313" name="Google Shape;924;g22f1b912626_0_165">
            <a:extLst>
              <a:ext uri="{FF2B5EF4-FFF2-40B4-BE49-F238E27FC236}">
                <a16:creationId xmlns:a16="http://schemas.microsoft.com/office/drawing/2014/main" id="{BD7F5175-3CB1-A98E-DD49-2721E2239402}"/>
              </a:ext>
            </a:extLst>
          </p:cNvPr>
          <p:cNvCxnSpPr>
            <a:cxnSpLocks/>
            <a:stCxn id="312" idx="1"/>
            <a:endCxn id="290" idx="3"/>
          </p:cNvCxnSpPr>
          <p:nvPr/>
        </p:nvCxnSpPr>
        <p:spPr>
          <a:xfrm flipH="1">
            <a:off x="7673597" y="1029484"/>
            <a:ext cx="1123562" cy="2814"/>
          </a:xfrm>
          <a:prstGeom prst="straightConnector1">
            <a:avLst/>
          </a:prstGeom>
          <a:noFill/>
          <a:ln w="9525" cap="flat" cmpd="sng">
            <a:solidFill>
              <a:srgbClr val="DC199B"/>
            </a:solidFill>
            <a:prstDash val="solid"/>
            <a:round/>
            <a:headEnd type="none" w="med" len="med"/>
            <a:tailEnd type="none" w="med" len="med"/>
          </a:ln>
        </p:spPr>
      </p:cxnSp>
      <p:sp>
        <p:nvSpPr>
          <p:cNvPr id="314" name="Google Shape;932;g22f1b912626_0_165">
            <a:extLst>
              <a:ext uri="{FF2B5EF4-FFF2-40B4-BE49-F238E27FC236}">
                <a16:creationId xmlns:a16="http://schemas.microsoft.com/office/drawing/2014/main" id="{B56FA735-F0B6-3AD5-D8DA-7E251AC02BA5}"/>
              </a:ext>
            </a:extLst>
          </p:cNvPr>
          <p:cNvSpPr/>
          <p:nvPr/>
        </p:nvSpPr>
        <p:spPr>
          <a:xfrm>
            <a:off x="4035991" y="2925481"/>
            <a:ext cx="1655215" cy="256949"/>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a:noFill/>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000000"/>
              </a:buClr>
              <a:buSzPts val="11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Guidewire Roles (TBA)</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92" name="Google Shape;927;g22f1b912626_0_165">
            <a:extLst>
              <a:ext uri="{FF2B5EF4-FFF2-40B4-BE49-F238E27FC236}">
                <a16:creationId xmlns:a16="http://schemas.microsoft.com/office/drawing/2014/main" id="{EDDE3696-986C-A48B-ED27-30B7FA899EE9}"/>
              </a:ext>
            </a:extLst>
          </p:cNvPr>
          <p:cNvSpPr/>
          <p:nvPr/>
        </p:nvSpPr>
        <p:spPr>
          <a:xfrm>
            <a:off x="2850894" y="6548750"/>
            <a:ext cx="1095944"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rgbClr val="DC199B"/>
          </a:solidFill>
          <a:ln>
            <a:noFill/>
          </a:ln>
        </p:spPr>
        <p:txBody>
          <a:bodyPr spcFirstLastPara="1" wrap="square" lIns="0" tIns="0" rIns="0" bIns="0" anchor="ctr" anchorCtr="0">
            <a:noAutofit/>
          </a:bodyPr>
          <a:lstStyle/>
          <a:p>
            <a:pPr marL="0" marR="0" lvl="0" indent="0" algn="ctr"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Beazley Resource</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94" name="Google Shape;928;g22f1b912626_0_165">
            <a:extLst>
              <a:ext uri="{FF2B5EF4-FFF2-40B4-BE49-F238E27FC236}">
                <a16:creationId xmlns:a16="http://schemas.microsoft.com/office/drawing/2014/main" id="{BF579CF6-B8A9-262B-0BA4-5C0087DE7030}"/>
              </a:ext>
            </a:extLst>
          </p:cNvPr>
          <p:cNvSpPr/>
          <p:nvPr/>
        </p:nvSpPr>
        <p:spPr>
          <a:xfrm>
            <a:off x="4158562" y="6548750"/>
            <a:ext cx="1095944" cy="163862"/>
          </a:xfrm>
          <a:custGeom>
            <a:avLst/>
            <a:gdLst/>
            <a:ahLst/>
            <a:cxnLst/>
            <a:rect l="l" t="t" r="r" b="b"/>
            <a:pathLst>
              <a:path w="2259679" h="307723" extrusionOk="0">
                <a:moveTo>
                  <a:pt x="0" y="0"/>
                </a:moveTo>
                <a:lnTo>
                  <a:pt x="2259679" y="0"/>
                </a:lnTo>
                <a:lnTo>
                  <a:pt x="2259679" y="307723"/>
                </a:lnTo>
                <a:lnTo>
                  <a:pt x="0" y="307723"/>
                </a:lnTo>
                <a:lnTo>
                  <a:pt x="0" y="0"/>
                </a:lnTo>
                <a:close/>
              </a:path>
            </a:pathLst>
          </a:custGeom>
          <a:solidFill>
            <a:schemeClr val="accent1"/>
          </a:solidFill>
          <a:ln>
            <a:noFill/>
          </a:ln>
        </p:spPr>
        <p:txBody>
          <a:bodyPr spcFirstLastPara="1" wrap="square" lIns="274300" tIns="0" rIns="0" bIns="0" anchor="ctr" anchorCtr="0">
            <a:noAutofit/>
          </a:bodyPr>
          <a:lstStyle/>
          <a:p>
            <a:pPr marL="0" marR="0" lvl="0" indent="0" defTabSz="914400" eaLnBrk="1" fontAlgn="auto" latinLnBrk="0" hangingPunct="1">
              <a:lnSpc>
                <a:spcPct val="100000"/>
              </a:lnSpc>
              <a:spcBef>
                <a:spcPts val="0"/>
              </a:spcBef>
              <a:spcAft>
                <a:spcPts val="0"/>
              </a:spcAft>
              <a:buClr>
                <a:srgbClr val="FFFFFF"/>
              </a:buClr>
              <a:buSzPts val="900"/>
              <a:buFont typeface="Arial"/>
              <a:buNone/>
              <a:tabLst/>
              <a:defRPr/>
            </a:pPr>
            <a:r>
              <a:rPr kumimoji="0" lang="en-US" sz="700" b="0" i="0" u="none" strike="noStrike" kern="0" cap="none" spc="0" normalizeH="0" baseline="0" noProof="0">
                <a:ln>
                  <a:noFill/>
                </a:ln>
                <a:solidFill>
                  <a:srgbClr val="FFFFFF"/>
                </a:solidFill>
                <a:effectLst/>
                <a:uLnTx/>
                <a:uFillTx/>
                <a:latin typeface="Arial"/>
                <a:cs typeface="Arial"/>
                <a:sym typeface="Arial"/>
              </a:rPr>
              <a:t>SI Resource</a:t>
            </a:r>
            <a:endParaRPr kumimoji="0" sz="7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08" name="Google Shape;919;g22f1b912626_0_165">
            <a:extLst>
              <a:ext uri="{FF2B5EF4-FFF2-40B4-BE49-F238E27FC236}">
                <a16:creationId xmlns:a16="http://schemas.microsoft.com/office/drawing/2014/main" id="{DC88AAAA-0233-0A06-0AEF-4F3CFD7A7520}"/>
              </a:ext>
            </a:extLst>
          </p:cNvPr>
          <p:cNvSpPr/>
          <p:nvPr/>
        </p:nvSpPr>
        <p:spPr>
          <a:xfrm>
            <a:off x="2850894" y="897634"/>
            <a:ext cx="2303472" cy="260229"/>
          </a:xfrm>
          <a:prstGeom prst="rect">
            <a:avLst/>
          </a:prstGeom>
          <a:solidFill>
            <a:schemeClr val="accent1"/>
          </a:solidFill>
          <a:ln w="9525" cap="flat" cmpd="sng">
            <a:solidFill>
              <a:srgbClr val="DC199B"/>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defTabSz="914400" eaLnBrk="1" fontAlgn="auto" latinLnBrk="0" hangingPunct="1">
              <a:lnSpc>
                <a:spcPct val="90000"/>
              </a:lnSpc>
              <a:spcBef>
                <a:spcPts val="0"/>
              </a:spcBef>
              <a:spcAft>
                <a:spcPts val="0"/>
              </a:spcAft>
              <a:buClr>
                <a:srgbClr val="FFFFFF"/>
              </a:buClr>
              <a:buSzPts val="900"/>
              <a:buFont typeface="Arial"/>
              <a:buNone/>
              <a:tabLst/>
              <a:defRPr/>
            </a:pPr>
            <a:r>
              <a:rPr kumimoji="0" lang="en-IN" sz="800" b="0" i="0" u="none" strike="noStrike" kern="0" cap="none" spc="0" normalizeH="0" baseline="0" noProof="0">
                <a:ln>
                  <a:noFill/>
                </a:ln>
                <a:solidFill>
                  <a:srgbClr val="FFFFFF"/>
                </a:solidFill>
                <a:effectLst/>
                <a:uLnTx/>
                <a:uFillTx/>
                <a:latin typeface="Arial"/>
                <a:cs typeface="Arial"/>
                <a:sym typeface="Arial"/>
              </a:rPr>
              <a:t>Capgemini XXXX</a:t>
            </a:r>
            <a:endParaRPr kumimoji="0" sz="800" b="0" i="0" u="none" strike="noStrike" kern="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69217731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3792" y="34159"/>
            <a:ext cx="9776592" cy="716711"/>
          </a:xfrm>
        </p:spPr>
        <p:txBody>
          <a:bodyPr/>
          <a:lstStyle/>
          <a:p>
            <a:r>
              <a:rPr lang="en-GB"/>
              <a:t>KEY ROLES - </a:t>
            </a:r>
            <a:r>
              <a:rPr lang="en-GB" err="1"/>
              <a:t>capgemini</a:t>
            </a:r>
            <a:endParaRPr lang="en-GB"/>
          </a:p>
        </p:txBody>
      </p:sp>
      <p:sp>
        <p:nvSpPr>
          <p:cNvPr id="5" name="TextBox 4">
            <a:extLst>
              <a:ext uri="{FF2B5EF4-FFF2-40B4-BE49-F238E27FC236}">
                <a16:creationId xmlns:a16="http://schemas.microsoft.com/office/drawing/2014/main" id="{4CA39B15-9949-C8EF-AD56-299DB327751E}"/>
              </a:ext>
            </a:extLst>
          </p:cNvPr>
          <p:cNvSpPr txBox="1"/>
          <p:nvPr/>
        </p:nvSpPr>
        <p:spPr>
          <a:xfrm>
            <a:off x="5986616" y="69350"/>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graphicFrame>
        <p:nvGraphicFramePr>
          <p:cNvPr id="2" name="Table 5">
            <a:extLst>
              <a:ext uri="{FF2B5EF4-FFF2-40B4-BE49-F238E27FC236}">
                <a16:creationId xmlns:a16="http://schemas.microsoft.com/office/drawing/2014/main" id="{D0BCB5DE-6896-5F5C-6600-0AA0464C3ADF}"/>
              </a:ext>
            </a:extLst>
          </p:cNvPr>
          <p:cNvGraphicFramePr>
            <a:graphicFrameLocks noGrp="1"/>
          </p:cNvGraphicFramePr>
          <p:nvPr>
            <p:extLst>
              <p:ext uri="{D42A27DB-BD31-4B8C-83A1-F6EECF244321}">
                <p14:modId xmlns:p14="http://schemas.microsoft.com/office/powerpoint/2010/main" val="2903550776"/>
              </p:ext>
            </p:extLst>
          </p:nvPr>
        </p:nvGraphicFramePr>
        <p:xfrm>
          <a:off x="44449" y="624938"/>
          <a:ext cx="12103102" cy="6118507"/>
        </p:xfrm>
        <a:graphic>
          <a:graphicData uri="http://schemas.openxmlformats.org/drawingml/2006/table">
            <a:tbl>
              <a:tblPr firstRow="1" bandRow="1">
                <a:tableStyleId>{5940675A-B579-460E-94D1-54222C63F5DA}</a:tableStyleId>
              </a:tblPr>
              <a:tblGrid>
                <a:gridCol w="1148247">
                  <a:extLst>
                    <a:ext uri="{9D8B030D-6E8A-4147-A177-3AD203B41FA5}">
                      <a16:colId xmlns:a16="http://schemas.microsoft.com/office/drawing/2014/main" val="1442836257"/>
                    </a:ext>
                  </a:extLst>
                </a:gridCol>
                <a:gridCol w="1272208">
                  <a:extLst>
                    <a:ext uri="{9D8B030D-6E8A-4147-A177-3AD203B41FA5}">
                      <a16:colId xmlns:a16="http://schemas.microsoft.com/office/drawing/2014/main" val="595129677"/>
                    </a:ext>
                  </a:extLst>
                </a:gridCol>
                <a:gridCol w="4840357">
                  <a:extLst>
                    <a:ext uri="{9D8B030D-6E8A-4147-A177-3AD203B41FA5}">
                      <a16:colId xmlns:a16="http://schemas.microsoft.com/office/drawing/2014/main" val="4127677356"/>
                    </a:ext>
                  </a:extLst>
                </a:gridCol>
                <a:gridCol w="4842290">
                  <a:extLst>
                    <a:ext uri="{9D8B030D-6E8A-4147-A177-3AD203B41FA5}">
                      <a16:colId xmlns:a16="http://schemas.microsoft.com/office/drawing/2014/main" val="1222854708"/>
                    </a:ext>
                  </a:extLst>
                </a:gridCol>
              </a:tblGrid>
              <a:tr h="199878">
                <a:tc>
                  <a:txBody>
                    <a:bodyPr/>
                    <a:lstStyle/>
                    <a:p>
                      <a:r>
                        <a:rPr lang="en-US" sz="1000">
                          <a:solidFill>
                            <a:schemeClr val="bg1"/>
                          </a:solidFill>
                          <a:latin typeface="+mn-lt"/>
                        </a:rPr>
                        <a:t> Role</a:t>
                      </a:r>
                    </a:p>
                  </a:txBody>
                  <a:tcPr marL="90535" marR="90535">
                    <a:solidFill>
                      <a:srgbClr val="C00000"/>
                    </a:solidFill>
                  </a:tcPr>
                </a:tc>
                <a:tc>
                  <a:txBody>
                    <a:bodyPr/>
                    <a:lstStyle/>
                    <a:p>
                      <a:r>
                        <a:rPr lang="en-US" sz="1000">
                          <a:solidFill>
                            <a:schemeClr val="bg1"/>
                          </a:solidFill>
                          <a:latin typeface="+mn-lt"/>
                        </a:rPr>
                        <a:t>Named resource</a:t>
                      </a:r>
                    </a:p>
                  </a:txBody>
                  <a:tcPr marL="90535" marR="90535">
                    <a:solidFill>
                      <a:srgbClr val="C00000"/>
                    </a:solidFill>
                  </a:tcPr>
                </a:tc>
                <a:tc gridSpan="2">
                  <a:txBody>
                    <a:bodyPr/>
                    <a:lstStyle/>
                    <a:p>
                      <a:r>
                        <a:rPr lang="en-US" sz="1000">
                          <a:solidFill>
                            <a:schemeClr val="bg1"/>
                          </a:solidFill>
                          <a:latin typeface="+mn-lt"/>
                        </a:rPr>
                        <a:t>Description</a:t>
                      </a:r>
                    </a:p>
                  </a:txBody>
                  <a:tcPr marL="90535" marR="90535">
                    <a:solidFill>
                      <a:srgbClr val="C00000"/>
                    </a:solidFill>
                  </a:tcPr>
                </a:tc>
                <a:tc hMerge="1">
                  <a:txBody>
                    <a:bodyPr/>
                    <a:lstStyle/>
                    <a:p>
                      <a:endParaRPr lang="en-GB"/>
                    </a:p>
                  </a:txBody>
                  <a:tcPr/>
                </a:tc>
                <a:extLst>
                  <a:ext uri="{0D108BD9-81ED-4DB2-BD59-A6C34878D82A}">
                    <a16:rowId xmlns:a16="http://schemas.microsoft.com/office/drawing/2014/main" val="1676363498"/>
                  </a:ext>
                </a:extLst>
              </a:tr>
              <a:tr h="346455">
                <a:tc>
                  <a:txBody>
                    <a:bodyPr/>
                    <a:lstStyle/>
                    <a:p>
                      <a:pPr marL="0" indent="0">
                        <a:buFont typeface="Arial" panose="020B0604020202020204" pitchFamily="34" charset="0"/>
                        <a:buNone/>
                      </a:pPr>
                      <a:r>
                        <a:rPr lang="en-US" sz="1000">
                          <a:latin typeface="+mn-lt"/>
                        </a:rPr>
                        <a:t>Engagement Director</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1000" kern="1200" noProof="0">
                          <a:solidFill>
                            <a:schemeClr val="tx1"/>
                          </a:solidFill>
                          <a:latin typeface="+mn-lt"/>
                          <a:ea typeface="+mn-ea"/>
                          <a:cs typeface="+mn-cs"/>
                        </a:rPr>
                        <a:t>Barry Houston</a:t>
                      </a:r>
                    </a:p>
                  </a:txBody>
                  <a:tcPr marL="90535" marR="90535"/>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Responsible for overall Services quality and delivery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Assist in the resolution of issues and change controls </a:t>
                      </a:r>
                    </a:p>
                  </a:txBody>
                  <a:tcPr marL="90535" marR="90535">
                    <a:lnR w="12700" cap="flat" cmpd="sng" algn="ctr">
                      <a:noFill/>
                      <a:prstDash val="solid"/>
                      <a:round/>
                      <a:headEnd type="none" w="med" len="med"/>
                      <a:tailEnd type="none" w="med" len="med"/>
                    </a:lnR>
                  </a:tcPr>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Prepare for and support Steering/Policy Executive Advisory Group Meetings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Monitor program progress </a:t>
                      </a: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3531789946"/>
                  </a:ext>
                </a:extLst>
              </a:tr>
              <a:tr h="479707">
                <a:tc>
                  <a:txBody>
                    <a:bodyPr/>
                    <a:lstStyle/>
                    <a:p>
                      <a:pPr marL="0" indent="0">
                        <a:buFont typeface="Arial" panose="020B0604020202020204" pitchFamily="34" charset="0"/>
                        <a:buNone/>
                      </a:pPr>
                      <a:r>
                        <a:rPr lang="en-US" sz="1000" err="1">
                          <a:latin typeface="+mn-lt"/>
                        </a:rPr>
                        <a:t>Programme</a:t>
                      </a:r>
                      <a:r>
                        <a:rPr lang="en-US" sz="1000">
                          <a:latin typeface="+mn-lt"/>
                        </a:rPr>
                        <a:t> Manager</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000" kern="1200">
                          <a:solidFill>
                            <a:schemeClr val="tx1"/>
                          </a:solidFill>
                          <a:latin typeface="+mn-lt"/>
                          <a:ea typeface="+mn-ea"/>
                          <a:cs typeface="+mn-cs"/>
                        </a:rPr>
                        <a:t>James Dale</a:t>
                      </a:r>
                    </a:p>
                  </a:txBody>
                  <a:tcPr marL="90535" marR="90535"/>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Responsible for in-scope Program activities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Provide Program status reporting on a regular basis to Beazley Program and Executive Leadership </a:t>
                      </a:r>
                    </a:p>
                  </a:txBody>
                  <a:tcPr marL="90535" marR="90535">
                    <a:lnR w="12700" cap="flat" cmpd="sng" algn="ctr">
                      <a:noFill/>
                      <a:prstDash val="solid"/>
                      <a:round/>
                      <a:headEnd type="none" w="med" len="med"/>
                      <a:tailEnd type="none" w="med" len="med"/>
                    </a:lnR>
                  </a:tcPr>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Responsible for overall Services quality and delivery of the Program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Responsible for day-to-day management and tracking of the in-scope Program activities </a:t>
                      </a: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4079772831"/>
                  </a:ext>
                </a:extLst>
              </a:tr>
              <a:tr h="612959">
                <a:tc>
                  <a:txBody>
                    <a:bodyPr/>
                    <a:lstStyle/>
                    <a:p>
                      <a:pPr marL="0" indent="0">
                        <a:buFont typeface="Arial" panose="020B0604020202020204" pitchFamily="34" charset="0"/>
                        <a:buNone/>
                      </a:pPr>
                      <a:r>
                        <a:rPr lang="en-US" sz="1000">
                          <a:latin typeface="+mn-lt"/>
                        </a:rPr>
                        <a:t>Delivery Lead</a:t>
                      </a:r>
                    </a:p>
                  </a:txBody>
                  <a:tcPr marL="90535" marR="90535"/>
                </a:tc>
                <a:tc>
                  <a:txBody>
                    <a:bodyPr/>
                    <a:lstStyle/>
                    <a:p>
                      <a:pPr marL="0" indent="0">
                        <a:buFont typeface="Arial" panose="020B0604020202020204" pitchFamily="34" charset="0"/>
                        <a:buNone/>
                      </a:pPr>
                      <a:r>
                        <a:rPr lang="en-US" sz="1000">
                          <a:latin typeface="+mn-lt"/>
                        </a:rPr>
                        <a:t>Lorraine Shakesheff</a:t>
                      </a:r>
                    </a:p>
                  </a:txBody>
                  <a:tcPr marL="90535" marR="90535"/>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Manage the detailed Program plan in collaboration with Beazley Leadership Team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Provide Program Status reporting on a regular basis to Beazley Program Leadership </a:t>
                      </a:r>
                    </a:p>
                  </a:txBody>
                  <a:tcPr marL="90535" marR="90535">
                    <a:lnR w="12700" cap="flat" cmpd="sng" algn="ctr">
                      <a:noFill/>
                      <a:prstDash val="solid"/>
                      <a:round/>
                      <a:headEnd type="none" w="med" len="med"/>
                      <a:tailEnd type="none" w="med" len="med"/>
                    </a:lnR>
                  </a:tcPr>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Facilitate Decisions, Issues and Risk management across the core program and escalate to Beazley in advance of the materialization of potential risks and issues that may delay the program.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Assist the resolution of issues and change controls </a:t>
                      </a: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815735936"/>
                  </a:ext>
                </a:extLst>
              </a:tr>
              <a:tr h="612959">
                <a:tc>
                  <a:txBody>
                    <a:bodyPr/>
                    <a:lstStyle/>
                    <a:p>
                      <a:pPr marL="0" indent="0">
                        <a:buFont typeface="Arial" panose="020B0604020202020204" pitchFamily="34" charset="0"/>
                        <a:buNone/>
                      </a:pPr>
                      <a:r>
                        <a:rPr lang="en-US" sz="1000">
                          <a:latin typeface="+mn-lt"/>
                        </a:rPr>
                        <a:t>Business Lead</a:t>
                      </a:r>
                    </a:p>
                  </a:txBody>
                  <a:tcPr marL="90535" marR="90535"/>
                </a:tc>
                <a:tc>
                  <a:txBody>
                    <a:bodyPr/>
                    <a:lstStyle/>
                    <a:p>
                      <a:pPr marL="0" indent="0">
                        <a:buFont typeface="Arial" panose="020B0604020202020204" pitchFamily="34" charset="0"/>
                        <a:buNone/>
                      </a:pPr>
                      <a:r>
                        <a:rPr lang="en-US" sz="1000">
                          <a:latin typeface="+mn-lt"/>
                        </a:rPr>
                        <a:t>Peter Dixon</a:t>
                      </a:r>
                    </a:p>
                  </a:txBody>
                  <a:tcPr marL="90535" marR="90535"/>
                </a:tc>
                <a:tc>
                  <a:txBody>
                    <a:bodyPr/>
                    <a:lstStyle/>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Provide subject matter specialist advice with regard to overall business requirements and product backlog </a:t>
                      </a:r>
                    </a:p>
                    <a:p>
                      <a:pPr marL="171450" indent="-171450">
                        <a:buSzPct val="100000"/>
                        <a:buFont typeface="Courier New" panose="02070309020205020404" pitchFamily="49" charset="0"/>
                        <a:buChar char="o"/>
                      </a:pPr>
                      <a:r>
                        <a:rPr lang="en-GB" sz="1000" kern="1200">
                          <a:solidFill>
                            <a:schemeClr val="tx1"/>
                          </a:solidFill>
                          <a:latin typeface="+mn-lt"/>
                          <a:ea typeface="+mn-ea"/>
                          <a:cs typeface="+mn-cs"/>
                        </a:rPr>
                        <a:t>Provide input on solving business problems within the defined application landscape by working with the business and Technical resources. </a:t>
                      </a:r>
                    </a:p>
                  </a:txBody>
                  <a:tcPr marL="90535" marR="90535">
                    <a:lnR w="12700" cap="flat" cmpd="sng" algn="ctr">
                      <a:noFill/>
                      <a:prstDash val="solid"/>
                      <a:round/>
                      <a:headEnd type="none" w="med" len="med"/>
                      <a:tailEnd type="none" w="med" len="med"/>
                    </a:lnR>
                  </a:tcPr>
                </a:tc>
                <a:tc>
                  <a:txBody>
                    <a:bodyPr/>
                    <a:lstStyle/>
                    <a:p>
                      <a:pPr marL="171450" marR="0" lvl="0" indent="-171450" algn="l" defTabSz="914400" rtl="0" eaLnBrk="1" fontAlgn="auto" latinLnBrk="0" hangingPunct="1">
                        <a:lnSpc>
                          <a:spcPct val="100000"/>
                        </a:lnSpc>
                        <a:spcBef>
                          <a:spcPts val="0"/>
                        </a:spcBef>
                        <a:spcAft>
                          <a:spcPts val="0"/>
                        </a:spcAft>
                        <a:buClrTx/>
                        <a:buSzPct val="100000"/>
                        <a:buFont typeface="Courier New" panose="02070309020205020404" pitchFamily="49" charset="0"/>
                        <a:buChar char="o"/>
                        <a:tabLst/>
                        <a:defRPr/>
                      </a:pPr>
                      <a:r>
                        <a:rPr lang="en-GB" sz="1000" kern="1200">
                          <a:solidFill>
                            <a:schemeClr val="tx1"/>
                          </a:solidFill>
                          <a:latin typeface="+mn-lt"/>
                          <a:ea typeface="+mn-ea"/>
                          <a:cs typeface="+mn-cs"/>
                        </a:rPr>
                        <a:t>Coordinate with Functional Lead and Technical architect to help define implementation scope of work. </a:t>
                      </a:r>
                    </a:p>
                    <a:p>
                      <a:pPr marL="171450" indent="-171450">
                        <a:buSzPct val="100000"/>
                        <a:buFont typeface="Courier New" panose="02070309020205020404" pitchFamily="49" charset="0"/>
                        <a:buChar char="o"/>
                      </a:pPr>
                      <a:endParaRPr lang="en-GB" sz="1000" kern="1200">
                        <a:solidFill>
                          <a:schemeClr val="tx1"/>
                        </a:solidFill>
                        <a:latin typeface="+mn-lt"/>
                        <a:ea typeface="+mn-ea"/>
                        <a:cs typeface="+mn-cs"/>
                      </a:endParaRP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2694614617"/>
                  </a:ext>
                </a:extLst>
              </a:tr>
              <a:tr h="612959">
                <a:tc>
                  <a:txBody>
                    <a:bodyPr/>
                    <a:lstStyle/>
                    <a:p>
                      <a:pPr marL="0" indent="0">
                        <a:buFont typeface="Arial" panose="020B0604020202020204" pitchFamily="34" charset="0"/>
                        <a:buNone/>
                      </a:pPr>
                      <a:r>
                        <a:rPr lang="en-US" sz="1000">
                          <a:latin typeface="+mn-lt"/>
                        </a:rPr>
                        <a:t>Enterprise Architect</a:t>
                      </a:r>
                    </a:p>
                  </a:txBody>
                  <a:tcPr marL="90535" marR="90535"/>
                </a:tc>
                <a:tc>
                  <a:txBody>
                    <a:bodyPr/>
                    <a:lstStyle/>
                    <a:p>
                      <a:pPr marL="0" indent="0">
                        <a:buFont typeface="Arial" panose="020B0604020202020204" pitchFamily="34" charset="0"/>
                        <a:buNone/>
                      </a:pPr>
                      <a:r>
                        <a:rPr lang="en-US" sz="1000" kern="1200">
                          <a:solidFill>
                            <a:schemeClr val="tx1"/>
                          </a:solidFill>
                          <a:latin typeface="+mn-lt"/>
                          <a:ea typeface="+mn-ea"/>
                          <a:cs typeface="+mn-cs"/>
                        </a:rPr>
                        <a:t>Brett Fabian-Smith</a:t>
                      </a:r>
                    </a:p>
                  </a:txBody>
                  <a:tcPr marL="90535" marR="90535"/>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leadership and architectural expertise across a broad set of technologies, including integration &amp; middleware technologies </a:t>
                      </a:r>
                    </a:p>
                    <a:p>
                      <a:pPr marL="171450" indent="-171450">
                        <a:buFont typeface="Courier New" panose="02070309020205020404" pitchFamily="49" charset="0"/>
                        <a:buChar char="o"/>
                      </a:pPr>
                      <a:r>
                        <a:rPr lang="en-GB" sz="1000" kern="1200">
                          <a:solidFill>
                            <a:schemeClr val="tx1"/>
                          </a:solidFill>
                          <a:latin typeface="+mn-lt"/>
                          <a:ea typeface="+mn-ea"/>
                          <a:cs typeface="+mn-cs"/>
                        </a:rPr>
                        <a:t>Consult with and advise the Program team on technology and strategic decisions </a:t>
                      </a:r>
                    </a:p>
                  </a:txBody>
                  <a:tcPr marL="90535" marR="90535">
                    <a:lnR w="12700" cap="flat" cmpd="sng" algn="ctr">
                      <a:noFill/>
                      <a:prstDash val="solid"/>
                      <a:round/>
                      <a:headEnd type="none" w="med" len="med"/>
                      <a:tailEnd type="none" w="med" len="med"/>
                    </a:lnR>
                  </a:tcPr>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Identify architectural constraints for the architectural level (project, domain, application) based on technical and organizational requirements </a:t>
                      </a:r>
                    </a:p>
                    <a:p>
                      <a:pPr marL="171450" indent="-171450">
                        <a:buFont typeface="Courier New" panose="02070309020205020404" pitchFamily="49" charset="0"/>
                        <a:buChar char="o"/>
                      </a:pPr>
                      <a:r>
                        <a:rPr lang="en-GB" sz="1000" kern="1200">
                          <a:solidFill>
                            <a:schemeClr val="tx1"/>
                          </a:solidFill>
                          <a:latin typeface="+mn-lt"/>
                          <a:ea typeface="+mn-ea"/>
                          <a:cs typeface="+mn-cs"/>
                        </a:rPr>
                        <a:t>Provide subject matter specialist advice with regard to overall solution architecture and technology </a:t>
                      </a: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998720998"/>
                  </a:ext>
                </a:extLst>
              </a:tr>
              <a:tr h="479707">
                <a:tc>
                  <a:txBody>
                    <a:bodyPr/>
                    <a:lstStyle/>
                    <a:p>
                      <a:pPr marL="0" indent="0">
                        <a:buFont typeface="Arial" panose="020B0604020202020204" pitchFamily="34" charset="0"/>
                        <a:buNone/>
                      </a:pPr>
                      <a:r>
                        <a:rPr lang="en-US" sz="1000" err="1">
                          <a:latin typeface="+mn-lt"/>
                        </a:rPr>
                        <a:t>PolicyCenter</a:t>
                      </a:r>
                      <a:r>
                        <a:rPr lang="en-US" sz="1000">
                          <a:latin typeface="+mn-lt"/>
                        </a:rPr>
                        <a:t> Functional Lead</a:t>
                      </a:r>
                    </a:p>
                  </a:txBody>
                  <a:tcPr marL="90535" marR="90535"/>
                </a:tc>
                <a:tc>
                  <a:txBody>
                    <a:bodyPr/>
                    <a:lstStyle/>
                    <a:p>
                      <a:pPr marL="0" indent="0">
                        <a:buFont typeface="Arial" panose="020B0604020202020204" pitchFamily="34" charset="0"/>
                        <a:buNone/>
                      </a:pPr>
                      <a:r>
                        <a:rPr lang="en-US" sz="1000">
                          <a:latin typeface="+mn-lt"/>
                        </a:rPr>
                        <a:t>Segun Odubiyi</a:t>
                      </a:r>
                    </a:p>
                  </a:txBody>
                  <a:tcPr marL="90535" marR="90535"/>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Policy subject matter experience </a:t>
                      </a:r>
                    </a:p>
                    <a:p>
                      <a:pPr marL="171450" indent="-171450">
                        <a:buFont typeface="Courier New" panose="02070309020205020404" pitchFamily="49" charset="0"/>
                        <a:buChar char="o"/>
                      </a:pPr>
                      <a:r>
                        <a:rPr lang="en-GB" sz="1000" kern="1200">
                          <a:solidFill>
                            <a:schemeClr val="tx1"/>
                          </a:solidFill>
                          <a:latin typeface="+mn-lt"/>
                          <a:ea typeface="+mn-ea"/>
                          <a:cs typeface="+mn-cs"/>
                        </a:rPr>
                        <a:t>Work with Beazley business leadership to drive overall business requirements </a:t>
                      </a:r>
                    </a:p>
                  </a:txBody>
                  <a:tcPr marL="90535" marR="90535">
                    <a:lnR w="12700" cap="flat" cmpd="sng" algn="ctr">
                      <a:noFill/>
                      <a:prstDash val="solid"/>
                      <a:round/>
                      <a:headEnd type="none" w="med" len="med"/>
                      <a:tailEnd type="none" w="med" len="med"/>
                    </a:lnR>
                  </a:tcPr>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leadership and direction for elaboration and RSWs </a:t>
                      </a:r>
                    </a:p>
                    <a:p>
                      <a:pPr marL="171450" indent="-171450">
                        <a:buFont typeface="Courier New" panose="02070309020205020404" pitchFamily="49" charset="0"/>
                        <a:buChar char="o"/>
                      </a:pPr>
                      <a:r>
                        <a:rPr lang="en-GB" sz="1000" kern="1200">
                          <a:solidFill>
                            <a:schemeClr val="tx1"/>
                          </a:solidFill>
                          <a:latin typeface="+mn-lt"/>
                          <a:ea typeface="+mn-ea"/>
                          <a:cs typeface="+mn-cs"/>
                        </a:rPr>
                        <a:t>Provide joint review and approval of deliverables</a:t>
                      </a:r>
                      <a:endParaRPr lang="en-GB" sz="1000">
                        <a:latin typeface="+mn-lt"/>
                      </a:endParaRP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3479841583"/>
                  </a:ext>
                </a:extLst>
              </a:tr>
              <a:tr h="479707">
                <a:tc>
                  <a:txBody>
                    <a:bodyPr/>
                    <a:lstStyle/>
                    <a:p>
                      <a:pPr marL="0" indent="0">
                        <a:buFont typeface="Arial" panose="020B0604020202020204" pitchFamily="34" charset="0"/>
                        <a:buNone/>
                      </a:pPr>
                      <a:r>
                        <a:rPr lang="en-US" sz="1000" err="1">
                          <a:latin typeface="+mn-lt"/>
                        </a:rPr>
                        <a:t>BillingCenter</a:t>
                      </a:r>
                      <a:r>
                        <a:rPr lang="en-US" sz="1000">
                          <a:latin typeface="+mn-lt"/>
                        </a:rPr>
                        <a:t> Functional Lead</a:t>
                      </a:r>
                    </a:p>
                  </a:txBody>
                  <a:tcPr marL="90535" marR="90535"/>
                </a:tc>
                <a:tc>
                  <a:txBody>
                    <a:bodyPr/>
                    <a:lstStyle/>
                    <a:p>
                      <a:pPr marL="0" indent="0">
                        <a:buFont typeface="Arial" panose="020B0604020202020204" pitchFamily="34" charset="0"/>
                        <a:buNone/>
                      </a:pPr>
                      <a:r>
                        <a:rPr lang="en-US" sz="1000">
                          <a:latin typeface="+mn-lt"/>
                        </a:rPr>
                        <a:t>Sriram Jagannathan</a:t>
                      </a:r>
                    </a:p>
                  </a:txBody>
                  <a:tcPr marL="90535" marR="90535"/>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Billing subject matter experience </a:t>
                      </a:r>
                    </a:p>
                    <a:p>
                      <a:pPr marL="171450" indent="-171450">
                        <a:buFont typeface="Courier New" panose="02070309020205020404" pitchFamily="49" charset="0"/>
                        <a:buChar char="o"/>
                      </a:pPr>
                      <a:r>
                        <a:rPr lang="en-GB" sz="1000" kern="1200">
                          <a:solidFill>
                            <a:schemeClr val="tx1"/>
                          </a:solidFill>
                          <a:latin typeface="+mn-lt"/>
                          <a:ea typeface="+mn-ea"/>
                          <a:cs typeface="+mn-cs"/>
                        </a:rPr>
                        <a:t>Work with Beazley business leadership to drive overall business requirements </a:t>
                      </a:r>
                    </a:p>
                    <a:p>
                      <a:pPr marL="171450" indent="-171450">
                        <a:buFont typeface="Courier New" panose="02070309020205020404" pitchFamily="49" charset="0"/>
                        <a:buChar char="o"/>
                      </a:pPr>
                      <a:r>
                        <a:rPr lang="en-GB" sz="1000" kern="1200">
                          <a:solidFill>
                            <a:schemeClr val="tx1"/>
                          </a:solidFill>
                          <a:latin typeface="+mn-lt"/>
                          <a:ea typeface="+mn-ea"/>
                          <a:cs typeface="+mn-cs"/>
                        </a:rPr>
                        <a:t>Provide leadership and direction for elaboration and RSWs </a:t>
                      </a:r>
                    </a:p>
                  </a:txBody>
                  <a:tcPr marL="90535" marR="90535">
                    <a:lnR w="12700" cap="flat" cmpd="sng" algn="ctr">
                      <a:noFill/>
                      <a:prstDash val="solid"/>
                      <a:round/>
                      <a:headEnd type="none" w="med" len="med"/>
                      <a:tailEnd type="none" w="med" len="med"/>
                    </a:lnR>
                  </a:tcPr>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joint review and approval of deliverables</a:t>
                      </a:r>
                    </a:p>
                    <a:p>
                      <a:pPr marL="171450" indent="-171450">
                        <a:buFont typeface="Courier New" panose="02070309020205020404" pitchFamily="49" charset="0"/>
                        <a:buChar char="o"/>
                      </a:pPr>
                      <a:r>
                        <a:rPr lang="en-GB" sz="1000" kern="1200">
                          <a:solidFill>
                            <a:schemeClr val="tx1"/>
                          </a:solidFill>
                          <a:latin typeface="+mn-lt"/>
                          <a:ea typeface="+mn-ea"/>
                          <a:cs typeface="+mn-cs"/>
                        </a:rPr>
                        <a:t>Lead with the high-level implementation approach for complex functional requirements </a:t>
                      </a:r>
                      <a:endParaRPr lang="en-GB" sz="1000">
                        <a:latin typeface="+mn-lt"/>
                      </a:endParaRP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2693367154"/>
                  </a:ext>
                </a:extLst>
              </a:tr>
              <a:tr h="612959">
                <a:tc>
                  <a:txBody>
                    <a:bodyPr/>
                    <a:lstStyle/>
                    <a:p>
                      <a:pPr marL="0" indent="0">
                        <a:buFont typeface="Arial" panose="020B0604020202020204" pitchFamily="34" charset="0"/>
                        <a:buNone/>
                      </a:pPr>
                      <a:r>
                        <a:rPr lang="en-US" sz="1000" err="1">
                          <a:solidFill>
                            <a:schemeClr val="tx1"/>
                          </a:solidFill>
                          <a:latin typeface="+mn-lt"/>
                        </a:rPr>
                        <a:t>PolicyCenter</a:t>
                      </a:r>
                      <a:r>
                        <a:rPr lang="en-US" sz="1000">
                          <a:solidFill>
                            <a:schemeClr val="tx1"/>
                          </a:solidFill>
                          <a:latin typeface="+mn-lt"/>
                        </a:rPr>
                        <a:t> Technical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Vamshi </a:t>
                      </a:r>
                      <a:r>
                        <a:rPr kumimoji="0" lang="en-US" sz="1000" b="0" i="0" u="none" strike="noStrike" kern="1200" cap="none" spc="0" normalizeH="0" baseline="0" noProof="0" err="1">
                          <a:ln>
                            <a:noFill/>
                          </a:ln>
                          <a:solidFill>
                            <a:schemeClr val="tx1"/>
                          </a:solidFill>
                          <a:effectLst/>
                          <a:uLnTx/>
                          <a:uFillTx/>
                          <a:latin typeface="+mn-lt"/>
                          <a:ea typeface="+mn-ea"/>
                          <a:cs typeface="+mn-cs"/>
                        </a:rPr>
                        <a:t>Chennamadhuveni</a:t>
                      </a:r>
                      <a:endParaRPr kumimoji="0" lang="en-US" sz="10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indent="-171450" defTabSz="360000">
                        <a:buFont typeface="Courier New" panose="02070309020205020404" pitchFamily="49" charset="0"/>
                        <a:buChar char="o"/>
                      </a:pPr>
                      <a:r>
                        <a:rPr lang="en-GB" sz="1000" kern="1200">
                          <a:solidFill>
                            <a:schemeClr val="tx1"/>
                          </a:solidFill>
                          <a:latin typeface="+mn-lt"/>
                          <a:ea typeface="+mn-ea"/>
                          <a:cs typeface="+mn-cs"/>
                        </a:rPr>
                        <a:t>Provide subject matter specialist advice with regard to GW PC </a:t>
                      </a:r>
                    </a:p>
                    <a:p>
                      <a:pPr marL="171450" indent="-171450" defTabSz="360000">
                        <a:buFont typeface="Courier New" panose="02070309020205020404" pitchFamily="49" charset="0"/>
                        <a:buChar char="o"/>
                      </a:pPr>
                      <a:r>
                        <a:rPr lang="en-GB" sz="1000" kern="1200">
                          <a:solidFill>
                            <a:schemeClr val="tx1"/>
                          </a:solidFill>
                          <a:latin typeface="+mn-lt"/>
                          <a:ea typeface="+mn-ea"/>
                          <a:cs typeface="+mn-cs"/>
                        </a:rPr>
                        <a:t>Conduct configuration option analysis to support business requirements </a:t>
                      </a:r>
                    </a:p>
                    <a:p>
                      <a:pPr marL="171450" indent="-171450" defTabSz="360000">
                        <a:buFont typeface="Courier New" panose="02070309020205020404" pitchFamily="49" charset="0"/>
                        <a:buChar char="o"/>
                      </a:pPr>
                      <a:r>
                        <a:rPr lang="en-GB" sz="1000" kern="1200">
                          <a:solidFill>
                            <a:schemeClr val="tx1"/>
                          </a:solidFill>
                          <a:latin typeface="+mn-lt"/>
                          <a:ea typeface="+mn-ea"/>
                          <a:cs typeface="+mn-cs"/>
                        </a:rPr>
                        <a:t>Provide input on GW PC best practices, constraints, and effort during workshops, including pre-work </a:t>
                      </a:r>
                    </a:p>
                  </a:txBody>
                  <a:tcPr marL="90535" marR="90535">
                    <a:lnR w="12700" cap="flat" cmpd="sng" algn="ctr">
                      <a:noFill/>
                      <a:prstDash val="solid"/>
                      <a:round/>
                      <a:headEnd type="none" w="med" len="med"/>
                      <a:tailEnd type="none" w="med" len="med"/>
                    </a:lnR>
                  </a:tcPr>
                </a:tc>
                <a:tc>
                  <a:txBody>
                    <a:bodyPr/>
                    <a:lstStyle/>
                    <a:p>
                      <a:pPr marL="171450" indent="-171450" defTabSz="360000">
                        <a:buFont typeface="Courier New" panose="02070309020205020404" pitchFamily="49" charset="0"/>
                        <a:buChar char="o"/>
                      </a:pPr>
                      <a:r>
                        <a:rPr lang="en-GB" sz="1000" kern="1200">
                          <a:solidFill>
                            <a:schemeClr val="tx1"/>
                          </a:solidFill>
                          <a:latin typeface="+mn-lt"/>
                          <a:ea typeface="+mn-ea"/>
                          <a:cs typeface="+mn-cs"/>
                        </a:rPr>
                        <a:t>Provide input on effort and impact associated with potential configurations/customizations </a:t>
                      </a:r>
                    </a:p>
                    <a:p>
                      <a:pPr marL="171450" indent="-171450" defTabSz="360000">
                        <a:buFont typeface="Courier New" panose="02070309020205020404" pitchFamily="49" charset="0"/>
                        <a:buChar char="o"/>
                      </a:pPr>
                      <a:r>
                        <a:rPr lang="en-GB" sz="1000" kern="1200">
                          <a:solidFill>
                            <a:schemeClr val="tx1"/>
                          </a:solidFill>
                          <a:latin typeface="+mn-lt"/>
                          <a:ea typeface="+mn-ea"/>
                          <a:cs typeface="+mn-cs"/>
                        </a:rPr>
                        <a:t>Support the Policy Functional Lead with the high-level implementation approach for complex functional requirements</a:t>
                      </a:r>
                      <a:endParaRPr lang="en-GB" sz="1000">
                        <a:latin typeface="+mn-lt"/>
                      </a:endParaRP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1164296243"/>
                  </a:ext>
                </a:extLst>
              </a:tr>
              <a:tr h="612959">
                <a:tc>
                  <a:txBody>
                    <a:bodyPr/>
                    <a:lstStyle/>
                    <a:p>
                      <a:pPr marL="0" indent="0">
                        <a:buFont typeface="Arial" panose="020B0604020202020204" pitchFamily="34" charset="0"/>
                        <a:buNone/>
                      </a:pPr>
                      <a:r>
                        <a:rPr lang="en-US" sz="1000" err="1">
                          <a:solidFill>
                            <a:schemeClr val="tx1"/>
                          </a:solidFill>
                          <a:latin typeface="+mn-lt"/>
                        </a:rPr>
                        <a:t>BillingCenter</a:t>
                      </a:r>
                      <a:r>
                        <a:rPr lang="en-US" sz="1000">
                          <a:solidFill>
                            <a:schemeClr val="tx1"/>
                          </a:solidFill>
                          <a:latin typeface="+mn-lt"/>
                        </a:rPr>
                        <a:t> Technical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000" b="0" i="0" u="none" strike="noStrike" kern="1200" cap="none" spc="0" normalizeH="0" baseline="0" noProof="0">
                          <a:ln>
                            <a:noFill/>
                          </a:ln>
                          <a:solidFill>
                            <a:schemeClr val="tx1"/>
                          </a:solidFill>
                          <a:effectLst/>
                          <a:uLnTx/>
                          <a:uFillTx/>
                          <a:latin typeface="+mn-lt"/>
                          <a:ea typeface="+mn-ea"/>
                          <a:cs typeface="+mn-cs"/>
                        </a:rPr>
                        <a:t>Balaji KV</a:t>
                      </a:r>
                    </a:p>
                  </a:txBody>
                  <a:tcPr marL="90535" marR="90535"/>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subject matter specialist advice with regard to GW BC</a:t>
                      </a:r>
                    </a:p>
                    <a:p>
                      <a:pPr marL="171450" indent="-171450">
                        <a:buFont typeface="Courier New" panose="02070309020205020404" pitchFamily="49" charset="0"/>
                        <a:buChar char="o"/>
                      </a:pPr>
                      <a:r>
                        <a:rPr lang="en-GB" sz="1000" kern="1200">
                          <a:solidFill>
                            <a:schemeClr val="tx1"/>
                          </a:solidFill>
                          <a:latin typeface="+mn-lt"/>
                          <a:ea typeface="+mn-ea"/>
                          <a:cs typeface="+mn-cs"/>
                        </a:rPr>
                        <a:t>Conduct configuration option analysis to support business requirements </a:t>
                      </a:r>
                    </a:p>
                    <a:p>
                      <a:pPr marL="171450" indent="-171450">
                        <a:buFont typeface="Courier New" panose="02070309020205020404" pitchFamily="49" charset="0"/>
                        <a:buChar char="o"/>
                      </a:pPr>
                      <a:r>
                        <a:rPr lang="en-GB" sz="1000" kern="1200">
                          <a:solidFill>
                            <a:schemeClr val="tx1"/>
                          </a:solidFill>
                          <a:latin typeface="+mn-lt"/>
                          <a:ea typeface="+mn-ea"/>
                          <a:cs typeface="+mn-cs"/>
                        </a:rPr>
                        <a:t>Provide input on GW PC best practices, constraints, and effort during workshops, including pre-work </a:t>
                      </a:r>
                    </a:p>
                  </a:txBody>
                  <a:tcPr marL="90535" marR="90535">
                    <a:lnR w="12700" cap="flat" cmpd="sng" algn="ctr">
                      <a:noFill/>
                      <a:prstDash val="solid"/>
                      <a:round/>
                      <a:headEnd type="none" w="med" len="med"/>
                      <a:tailEnd type="none" w="med" len="med"/>
                    </a:lnR>
                  </a:tcPr>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input on effort and impact associated with potential configurations/customizations </a:t>
                      </a:r>
                    </a:p>
                    <a:p>
                      <a:pPr marL="171450" indent="-171450">
                        <a:buFont typeface="Courier New" panose="02070309020205020404" pitchFamily="49" charset="0"/>
                        <a:buChar char="o"/>
                      </a:pPr>
                      <a:r>
                        <a:rPr lang="en-GB" sz="1000" kern="1200">
                          <a:solidFill>
                            <a:schemeClr val="tx1"/>
                          </a:solidFill>
                          <a:latin typeface="+mn-lt"/>
                          <a:ea typeface="+mn-ea"/>
                          <a:cs typeface="+mn-cs"/>
                        </a:rPr>
                        <a:t>Support the Policy </a:t>
                      </a:r>
                      <a:endParaRPr lang="en-GB" sz="1000">
                        <a:latin typeface="+mn-lt"/>
                      </a:endParaRP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4103461069"/>
                  </a:ext>
                </a:extLst>
              </a:tr>
              <a:tr h="346455">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1000" b="0" i="0" u="none" strike="noStrike" kern="0" cap="none" spc="0" normalizeH="0" baseline="0" noProof="0">
                          <a:ln>
                            <a:noFill/>
                          </a:ln>
                          <a:solidFill>
                            <a:srgbClr val="000000"/>
                          </a:solidFill>
                          <a:effectLst/>
                          <a:uLnTx/>
                          <a:uFillTx/>
                          <a:latin typeface="+mn-lt"/>
                          <a:ea typeface="+mn-ea"/>
                          <a:cs typeface="Calibri" panose="020F0502020204030204" pitchFamily="34" charset="0"/>
                        </a:rPr>
                        <a:t>Integration Lead</a:t>
                      </a:r>
                    </a:p>
                  </a:txBody>
                  <a:tcPr marL="90535" marR="90535"/>
                </a:tc>
                <a:tc>
                  <a:txBody>
                    <a:bodyPr/>
                    <a:lstStyle/>
                    <a:p>
                      <a:pPr marL="0" indent="0">
                        <a:buFont typeface="Arial" panose="020B0604020202020204" pitchFamily="34" charset="0"/>
                        <a:buNone/>
                      </a:pPr>
                      <a:r>
                        <a:rPr lang="en-US" sz="1000">
                          <a:latin typeface="+mn-lt"/>
                        </a:rPr>
                        <a:t>Gourab Marik</a:t>
                      </a:r>
                    </a:p>
                  </a:txBody>
                  <a:tcPr marL="90535" marR="90535"/>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Provide integration and technical architecture guidance for GW </a:t>
                      </a:r>
                    </a:p>
                    <a:p>
                      <a:pPr marL="171450" indent="-171450">
                        <a:buFont typeface="Courier New" panose="02070309020205020404" pitchFamily="49" charset="0"/>
                        <a:buChar char="o"/>
                      </a:pPr>
                      <a:r>
                        <a:rPr lang="en-GB" sz="1000" kern="1200">
                          <a:solidFill>
                            <a:schemeClr val="tx1"/>
                          </a:solidFill>
                          <a:latin typeface="+mn-lt"/>
                          <a:ea typeface="+mn-ea"/>
                          <a:cs typeface="+mn-cs"/>
                        </a:rPr>
                        <a:t>Lead analysis effort of interface specification documents </a:t>
                      </a:r>
                    </a:p>
                  </a:txBody>
                  <a:tcPr marL="90535" marR="90535">
                    <a:lnR w="12700" cap="flat" cmpd="sng" algn="ctr">
                      <a:noFill/>
                      <a:prstDash val="solid"/>
                      <a:round/>
                      <a:headEnd type="none" w="med" len="med"/>
                      <a:tailEnd type="none" w="med" len="med"/>
                    </a:lnR>
                  </a:tcPr>
                </a:tc>
                <a:tc>
                  <a:txBody>
                    <a:bodyPr/>
                    <a:lstStyle/>
                    <a:p>
                      <a:pPr marL="171450" indent="-171450">
                        <a:buFont typeface="Courier New" panose="02070309020205020404" pitchFamily="49" charset="0"/>
                        <a:buChar char="o"/>
                      </a:pPr>
                      <a:r>
                        <a:rPr lang="en-GB" sz="1000" kern="1200">
                          <a:solidFill>
                            <a:schemeClr val="tx1"/>
                          </a:solidFill>
                          <a:latin typeface="+mn-lt"/>
                          <a:ea typeface="+mn-ea"/>
                          <a:cs typeface="+mn-cs"/>
                        </a:rPr>
                        <a:t>Lead the integration design effort for specified integration points </a:t>
                      </a:r>
                    </a:p>
                    <a:p>
                      <a:pPr marL="171450" indent="-171450">
                        <a:buFont typeface="Courier New" panose="02070309020205020404" pitchFamily="49" charset="0"/>
                        <a:buChar char="o"/>
                      </a:pPr>
                      <a:r>
                        <a:rPr lang="en-GB" sz="1000" kern="1200">
                          <a:solidFill>
                            <a:schemeClr val="tx1"/>
                          </a:solidFill>
                          <a:latin typeface="+mn-lt"/>
                          <a:ea typeface="+mn-ea"/>
                          <a:cs typeface="+mn-cs"/>
                        </a:rPr>
                        <a:t>Provide direction and technical guidance </a:t>
                      </a:r>
                      <a:endParaRPr lang="en-US" sz="1000">
                        <a:latin typeface="+mn-lt"/>
                      </a:endParaRPr>
                    </a:p>
                  </a:txBody>
                  <a:tcPr marL="90535" marR="90535">
                    <a:lnL w="12700" cap="flat" cmpd="sng" algn="ctr">
                      <a:noFill/>
                      <a:prstDash val="solid"/>
                      <a:round/>
                      <a:headEnd type="none" w="med" len="med"/>
                      <a:tailEnd type="none" w="med" len="med"/>
                    </a:lnL>
                  </a:tcPr>
                </a:tc>
                <a:extLst>
                  <a:ext uri="{0D108BD9-81ED-4DB2-BD59-A6C34878D82A}">
                    <a16:rowId xmlns:a16="http://schemas.microsoft.com/office/drawing/2014/main" val="285030561"/>
                  </a:ext>
                </a:extLst>
              </a:tr>
            </a:tbl>
          </a:graphicData>
        </a:graphic>
      </p:graphicFrame>
    </p:spTree>
    <p:extLst>
      <p:ext uri="{BB962C8B-B14F-4D97-AF65-F5344CB8AC3E}">
        <p14:creationId xmlns:p14="http://schemas.microsoft.com/office/powerpoint/2010/main" val="330182813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10510"/>
            <a:ext cx="9776592" cy="716711"/>
          </a:xfrm>
        </p:spPr>
        <p:txBody>
          <a:bodyPr/>
          <a:lstStyle/>
          <a:p>
            <a:r>
              <a:rPr lang="en-GB"/>
              <a:t>KEY ROLES - guidewire</a:t>
            </a:r>
          </a:p>
        </p:txBody>
      </p:sp>
      <p:sp>
        <p:nvSpPr>
          <p:cNvPr id="5" name="TextBox 4">
            <a:extLst>
              <a:ext uri="{FF2B5EF4-FFF2-40B4-BE49-F238E27FC236}">
                <a16:creationId xmlns:a16="http://schemas.microsoft.com/office/drawing/2014/main" id="{4CA39B15-9949-C8EF-AD56-299DB327751E}"/>
              </a:ext>
            </a:extLst>
          </p:cNvPr>
          <p:cNvSpPr txBox="1"/>
          <p:nvPr/>
        </p:nvSpPr>
        <p:spPr>
          <a:xfrm>
            <a:off x="5439965" y="0"/>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graphicFrame>
        <p:nvGraphicFramePr>
          <p:cNvPr id="2" name="Table 5">
            <a:extLst>
              <a:ext uri="{FF2B5EF4-FFF2-40B4-BE49-F238E27FC236}">
                <a16:creationId xmlns:a16="http://schemas.microsoft.com/office/drawing/2014/main" id="{F1AF107A-F151-DF54-AA2A-F9C5CDF5B288}"/>
              </a:ext>
            </a:extLst>
          </p:cNvPr>
          <p:cNvGraphicFramePr>
            <a:graphicFrameLocks noGrp="1"/>
          </p:cNvGraphicFramePr>
          <p:nvPr>
            <p:extLst>
              <p:ext uri="{D42A27DB-BD31-4B8C-83A1-F6EECF244321}">
                <p14:modId xmlns:p14="http://schemas.microsoft.com/office/powerpoint/2010/main" val="2635704846"/>
              </p:ext>
            </p:extLst>
          </p:nvPr>
        </p:nvGraphicFramePr>
        <p:xfrm>
          <a:off x="129098" y="1041302"/>
          <a:ext cx="11927194" cy="2576166"/>
        </p:xfrm>
        <a:graphic>
          <a:graphicData uri="http://schemas.openxmlformats.org/drawingml/2006/table">
            <a:tbl>
              <a:tblPr firstRow="1" bandRow="1">
                <a:tableStyleId>{5940675A-B579-460E-94D1-54222C63F5DA}</a:tableStyleId>
              </a:tblPr>
              <a:tblGrid>
                <a:gridCol w="3256359">
                  <a:extLst>
                    <a:ext uri="{9D8B030D-6E8A-4147-A177-3AD203B41FA5}">
                      <a16:colId xmlns:a16="http://schemas.microsoft.com/office/drawing/2014/main" val="1442836257"/>
                    </a:ext>
                  </a:extLst>
                </a:gridCol>
                <a:gridCol w="1632857">
                  <a:extLst>
                    <a:ext uri="{9D8B030D-6E8A-4147-A177-3AD203B41FA5}">
                      <a16:colId xmlns:a16="http://schemas.microsoft.com/office/drawing/2014/main" val="595129677"/>
                    </a:ext>
                  </a:extLst>
                </a:gridCol>
                <a:gridCol w="7037978">
                  <a:extLst>
                    <a:ext uri="{9D8B030D-6E8A-4147-A177-3AD203B41FA5}">
                      <a16:colId xmlns:a16="http://schemas.microsoft.com/office/drawing/2014/main" val="4127677356"/>
                    </a:ext>
                  </a:extLst>
                </a:gridCol>
              </a:tblGrid>
              <a:tr h="203200">
                <a:tc>
                  <a:txBody>
                    <a:bodyPr/>
                    <a:lstStyle/>
                    <a:p>
                      <a:r>
                        <a:rPr lang="en-US" sz="900">
                          <a:solidFill>
                            <a:schemeClr val="bg1"/>
                          </a:solidFill>
                          <a:latin typeface="Trebuchet MS" panose="020B0603020202020204" pitchFamily="34" charset="0"/>
                        </a:rPr>
                        <a:t> Role</a:t>
                      </a:r>
                    </a:p>
                  </a:txBody>
                  <a:tcPr marL="90535" marR="90535">
                    <a:solidFill>
                      <a:srgbClr val="C00000"/>
                    </a:solidFill>
                  </a:tcPr>
                </a:tc>
                <a:tc>
                  <a:txBody>
                    <a:bodyPr/>
                    <a:lstStyle/>
                    <a:p>
                      <a:r>
                        <a:rPr lang="en-US" sz="900">
                          <a:solidFill>
                            <a:schemeClr val="bg1"/>
                          </a:solidFill>
                          <a:latin typeface="Trebuchet MS" panose="020B0603020202020204" pitchFamily="34" charset="0"/>
                        </a:rPr>
                        <a:t>Named resource</a:t>
                      </a:r>
                    </a:p>
                  </a:txBody>
                  <a:tcPr marL="90535" marR="90535">
                    <a:solidFill>
                      <a:srgbClr val="C00000"/>
                    </a:solidFill>
                  </a:tcPr>
                </a:tc>
                <a:tc>
                  <a:txBody>
                    <a:bodyPr/>
                    <a:lstStyle/>
                    <a:p>
                      <a:r>
                        <a:rPr lang="en-US" sz="900">
                          <a:solidFill>
                            <a:schemeClr val="bg1"/>
                          </a:solidFill>
                          <a:latin typeface="Trebuchet MS" panose="020B0603020202020204" pitchFamily="34" charset="0"/>
                        </a:rPr>
                        <a:t>Description</a:t>
                      </a:r>
                    </a:p>
                  </a:txBody>
                  <a:tcPr marL="90535" marR="90535">
                    <a:solidFill>
                      <a:srgbClr val="C00000"/>
                    </a:solidFill>
                  </a:tcPr>
                </a:tc>
                <a:extLst>
                  <a:ext uri="{0D108BD9-81ED-4DB2-BD59-A6C34878D82A}">
                    <a16:rowId xmlns:a16="http://schemas.microsoft.com/office/drawing/2014/main" val="1676363498"/>
                  </a:ext>
                </a:extLst>
              </a:tr>
              <a:tr h="182880">
                <a:tc>
                  <a:txBody>
                    <a:bodyPr/>
                    <a:lstStyle/>
                    <a:p>
                      <a:pPr algn="l"/>
                      <a:r>
                        <a:rPr lang="en-GB" sz="1100" b="0" i="0" kern="10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PolicyCenter</a:t>
                      </a:r>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Principal Architect </a:t>
                      </a:r>
                    </a:p>
                  </a:txBody>
                  <a:tcPr marL="68580" marR="68580" marT="0" marB="0" anchor="ctr"/>
                </a:tc>
                <a:tc>
                  <a:txBody>
                    <a:bodyPr/>
                    <a:lstStyle/>
                    <a:p>
                      <a:r>
                        <a:rPr lang="en-GB" sz="1100" b="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Bruno </a:t>
                      </a:r>
                      <a:r>
                        <a:rPr lang="en-GB" sz="1100" b="0" kern="10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Fauchere</a:t>
                      </a:r>
                      <a:endParaRPr lang="en-GB"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100" kern="100" err="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PolicyCenter</a:t>
                      </a:r>
                      <a:r>
                        <a:rPr lang="en-GB"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 technical architect</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31789946"/>
                  </a:ext>
                </a:extLst>
              </a:tr>
              <a:tr h="182880">
                <a:tc>
                  <a:txBody>
                    <a:bodyPr/>
                    <a:lstStyle/>
                    <a:p>
                      <a:pPr algn="l"/>
                      <a:r>
                        <a:rPr lang="en-GB" sz="1100" b="0" i="0" kern="10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PolicyCenter</a:t>
                      </a:r>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Principal Business Analyst </a:t>
                      </a:r>
                    </a:p>
                  </a:txBody>
                  <a:tcPr marL="68580" marR="68580" marT="0" marB="0" anchor="ctr"/>
                </a:tc>
                <a:tc>
                  <a:txBody>
                    <a:bodyPr/>
                    <a:lstStyle/>
                    <a:p>
                      <a:r>
                        <a:rPr lang="en-GB" sz="1100" b="0" kern="100">
                          <a:effectLst/>
                          <a:latin typeface="Calibri" panose="020F0502020204030204" pitchFamily="34" charset="0"/>
                          <a:ea typeface="Calibri" panose="020F0502020204030204" pitchFamily="34" charset="0"/>
                          <a:cs typeface="Times New Roman" panose="02020603050405020304" pitchFamily="18" charset="0"/>
                        </a:rPr>
                        <a:t>Ron Wedderburn</a:t>
                      </a:r>
                    </a:p>
                  </a:txBody>
                  <a:tcPr marL="68580" marR="68580" marT="0" marB="0"/>
                </a:tc>
                <a:tc>
                  <a:txBody>
                    <a:bodyPr/>
                    <a:lstStyle/>
                    <a:p>
                      <a:pPr marL="171450" indent="-171450">
                        <a:buFont typeface="Courier New" panose="02070309020205020404" pitchFamily="49" charset="0"/>
                        <a:buChar char="o"/>
                      </a:pPr>
                      <a:r>
                        <a:rPr lang="en-GB" sz="1100" kern="100" err="1">
                          <a:effectLst/>
                          <a:latin typeface="Calibri" panose="020F0502020204030204" pitchFamily="34" charset="0"/>
                          <a:ea typeface="Calibri" panose="020F0502020204030204" pitchFamily="34" charset="0"/>
                          <a:cs typeface="Times New Roman" panose="02020603050405020304" pitchFamily="18" charset="0"/>
                        </a:rPr>
                        <a:t>PolicyCenter</a:t>
                      </a:r>
                      <a:r>
                        <a:rPr lang="en-GB" sz="1100" kern="100">
                          <a:effectLst/>
                          <a:latin typeface="Calibri" panose="020F0502020204030204" pitchFamily="34" charset="0"/>
                          <a:ea typeface="Calibri" panose="020F0502020204030204" pitchFamily="34" charset="0"/>
                          <a:cs typeface="Times New Roman" panose="02020603050405020304" pitchFamily="18" charset="0"/>
                        </a:rPr>
                        <a:t> functional and product expert</a:t>
                      </a:r>
                    </a:p>
                  </a:txBody>
                  <a:tcPr marL="68580" marR="68580" marT="0" marB="0"/>
                </a:tc>
                <a:extLst>
                  <a:ext uri="{0D108BD9-81ED-4DB2-BD59-A6C34878D82A}">
                    <a16:rowId xmlns:a16="http://schemas.microsoft.com/office/drawing/2014/main" val="4079772831"/>
                  </a:ext>
                </a:extLst>
              </a:tr>
              <a:tr h="350823">
                <a:tc>
                  <a:txBody>
                    <a:bodyPr/>
                    <a:lstStyle/>
                    <a:p>
                      <a:pPr algn="l"/>
                      <a:r>
                        <a:rPr lang="en-GB" sz="1100" b="0" i="0" kern="100" err="1">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BillingCenter</a:t>
                      </a:r>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 Principal Architect</a:t>
                      </a:r>
                    </a:p>
                  </a:txBody>
                  <a:tcPr marL="68580" marR="68580" marT="0" marB="0" anchor="ctr"/>
                </a:tc>
                <a:tc>
                  <a:txBody>
                    <a:bodyPr/>
                    <a:lstStyle/>
                    <a:p>
                      <a:r>
                        <a:rPr lang="en-GB" sz="1100" b="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Stephen Hathaway</a:t>
                      </a:r>
                      <a:endParaRPr lang="en-GB"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BillingCenter architect</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815735936"/>
                  </a:ext>
                </a:extLst>
              </a:tr>
              <a:tr h="350823">
                <a:tc>
                  <a:txBody>
                    <a:bodyPr/>
                    <a:lstStyle/>
                    <a:p>
                      <a:pPr algn="l"/>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Integration Principal Architect</a:t>
                      </a:r>
                    </a:p>
                  </a:txBody>
                  <a:tcPr marL="68580" marR="68580" marT="0" marB="0" anchor="ctr"/>
                </a:tc>
                <a:tc>
                  <a:txBody>
                    <a:bodyPr/>
                    <a:lstStyle/>
                    <a:p>
                      <a:r>
                        <a:rPr lang="en-GB" sz="1100" b="0" kern="100">
                          <a:effectLst/>
                          <a:latin typeface="Calibri" panose="020F0502020204030204" pitchFamily="34" charset="0"/>
                          <a:ea typeface="Calibri" panose="020F0502020204030204" pitchFamily="34" charset="0"/>
                          <a:cs typeface="Times New Roman" panose="02020603050405020304" pitchFamily="18" charset="0"/>
                        </a:rPr>
                        <a:t>Ian Baxter</a:t>
                      </a:r>
                    </a:p>
                  </a:txBody>
                  <a:tcPr marL="68580" marR="68580" marT="0" marB="0"/>
                </a:tc>
                <a:tc>
                  <a:txBody>
                    <a:bodyPr/>
                    <a:lstStyle/>
                    <a:p>
                      <a:pPr marL="171450" indent="-171450">
                        <a:buFont typeface="Courier New" panose="02070309020205020404" pitchFamily="49" charset="0"/>
                        <a:buChar char="o"/>
                      </a:pPr>
                      <a:r>
                        <a:rPr lang="en-GB" sz="1100" kern="100">
                          <a:effectLst/>
                          <a:latin typeface="Calibri" panose="020F0502020204030204" pitchFamily="34" charset="0"/>
                          <a:ea typeface="Calibri" panose="020F0502020204030204" pitchFamily="34" charset="0"/>
                          <a:cs typeface="Times New Roman" panose="02020603050405020304" pitchFamily="18" charset="0"/>
                        </a:rPr>
                        <a:t>Guidewire Integration architect</a:t>
                      </a:r>
                    </a:p>
                  </a:txBody>
                  <a:tcPr marL="68580" marR="68580" marT="0" marB="0"/>
                </a:tc>
                <a:extLst>
                  <a:ext uri="{0D108BD9-81ED-4DB2-BD59-A6C34878D82A}">
                    <a16:rowId xmlns:a16="http://schemas.microsoft.com/office/drawing/2014/main" val="2694614617"/>
                  </a:ext>
                </a:extLst>
              </a:tr>
              <a:tr h="274320">
                <a:tc>
                  <a:txBody>
                    <a:bodyPr/>
                    <a:lstStyle/>
                    <a:p>
                      <a:pPr algn="l"/>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London Market Specialist</a:t>
                      </a:r>
                    </a:p>
                  </a:txBody>
                  <a:tcPr marL="68580" marR="68580" marT="0" marB="0" anchor="ctr"/>
                </a:tc>
                <a:tc>
                  <a:txBody>
                    <a:bodyPr/>
                    <a:lstStyle/>
                    <a:p>
                      <a:r>
                        <a:rPr lang="en-GB" sz="1100" b="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Paul Abbott</a:t>
                      </a:r>
                      <a:endParaRPr lang="en-GB"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Guidewire London Market and product architect</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998720998"/>
                  </a:ext>
                </a:extLst>
              </a:tr>
              <a:tr h="274320">
                <a:tc>
                  <a:txBody>
                    <a:bodyPr/>
                    <a:lstStyle/>
                    <a:p>
                      <a:pPr algn="l"/>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Guidewire Delivery Management (non-billable part time role)</a:t>
                      </a:r>
                    </a:p>
                  </a:txBody>
                  <a:tcPr marL="68580" marR="68580" marT="0" marB="0" anchor="ctr"/>
                </a:tc>
                <a:tc>
                  <a:txBody>
                    <a:bodyPr/>
                    <a:lstStyle/>
                    <a:p>
                      <a:r>
                        <a:rPr lang="en-GB" sz="1100" b="0" kern="100">
                          <a:effectLst/>
                          <a:latin typeface="Calibri" panose="020F0502020204030204" pitchFamily="34" charset="0"/>
                          <a:ea typeface="Calibri" panose="020F0502020204030204" pitchFamily="34" charset="0"/>
                          <a:cs typeface="Times New Roman" panose="02020603050405020304" pitchFamily="18" charset="0"/>
                        </a:rPr>
                        <a:t>Tom Mann</a:t>
                      </a:r>
                    </a:p>
                  </a:txBody>
                  <a:tcPr marL="68580" marR="68580" marT="0" marB="0"/>
                </a:tc>
                <a:tc>
                  <a:txBody>
                    <a:bodyPr/>
                    <a:lstStyle/>
                    <a:p>
                      <a:pPr marL="171450" indent="-171450">
                        <a:buFont typeface="Courier New" panose="02070309020205020404" pitchFamily="49" charset="0"/>
                        <a:buChar char="o"/>
                      </a:pPr>
                      <a:r>
                        <a:rPr lang="en-GB" sz="1100" kern="100">
                          <a:effectLst/>
                          <a:latin typeface="Calibri" panose="020F0502020204030204" pitchFamily="34" charset="0"/>
                          <a:ea typeface="Calibri" panose="020F0502020204030204" pitchFamily="34" charset="0"/>
                          <a:cs typeface="Times New Roman" panose="02020603050405020304" pitchFamily="18" charset="0"/>
                        </a:rPr>
                        <a:t>Guidewire point of contact for the implementation and Guidewire assigned resourcing.</a:t>
                      </a:r>
                    </a:p>
                  </a:txBody>
                  <a:tcPr marL="68580" marR="68580" marT="0" marB="0"/>
                </a:tc>
                <a:extLst>
                  <a:ext uri="{0D108BD9-81ED-4DB2-BD59-A6C34878D82A}">
                    <a16:rowId xmlns:a16="http://schemas.microsoft.com/office/drawing/2014/main" val="3479841583"/>
                  </a:ext>
                </a:extLst>
              </a:tr>
              <a:tr h="274320">
                <a:tc>
                  <a:txBody>
                    <a:bodyPr/>
                    <a:lstStyle/>
                    <a:p>
                      <a:pPr algn="l"/>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Guidewire Product (non-billable part time role)</a:t>
                      </a:r>
                    </a:p>
                  </a:txBody>
                  <a:tcPr marL="68580" marR="68580" marT="0" marB="0" anchor="ctr"/>
                </a:tc>
                <a:tc>
                  <a:txBody>
                    <a:bodyPr/>
                    <a:lstStyle/>
                    <a:p>
                      <a:r>
                        <a:rPr lang="en-GB" sz="1100" b="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Mark Rouse</a:t>
                      </a:r>
                      <a:endParaRPr lang="en-GB" sz="1100" b="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171450" indent="-171450">
                        <a:buFont typeface="Courier New" panose="02070309020205020404" pitchFamily="49" charset="0"/>
                        <a:buChar char="o"/>
                      </a:pPr>
                      <a:r>
                        <a:rPr lang="en-GB" sz="1100" kern="10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Guidewire London Market expert and point of liaison with Guidewire product team. Needs to understand the business needs so that any future Guidewire product related enhancements can be planned.</a:t>
                      </a:r>
                      <a:endParaRPr lang="en-GB" sz="1100" kern="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125436364"/>
                  </a:ext>
                </a:extLst>
              </a:tr>
              <a:tr h="274320">
                <a:tc>
                  <a:txBody>
                    <a:bodyPr/>
                    <a:lstStyle/>
                    <a:p>
                      <a:pPr algn="l"/>
                      <a:r>
                        <a:rPr lang="en-GB" sz="1100" b="0" i="0" kern="100">
                          <a:solidFill>
                            <a:schemeClr val="tx1"/>
                          </a:solidFill>
                          <a:effectLst/>
                          <a:latin typeface="Calibri" panose="020F0502020204030204" pitchFamily="34" charset="0"/>
                          <a:ea typeface="Calibri" panose="020F0502020204030204" pitchFamily="34" charset="0"/>
                          <a:cs typeface="Times New Roman" panose="02020603050405020304" pitchFamily="18" charset="0"/>
                        </a:rPr>
                        <a:t>Guidewire Product (non-billable part time role)</a:t>
                      </a:r>
                    </a:p>
                  </a:txBody>
                  <a:tcPr marL="68580" marR="68580" marT="0" marB="0" anchor="ctr"/>
                </a:tc>
                <a:tc>
                  <a:txBody>
                    <a:bodyPr/>
                    <a:lstStyle/>
                    <a:p>
                      <a:r>
                        <a:rPr lang="en-GB" sz="1100" b="0" kern="100">
                          <a:effectLst/>
                          <a:latin typeface="Calibri" panose="020F0502020204030204" pitchFamily="34" charset="0"/>
                          <a:ea typeface="Calibri" panose="020F0502020204030204" pitchFamily="34" charset="0"/>
                          <a:cs typeface="Times New Roman" panose="02020603050405020304" pitchFamily="18" charset="0"/>
                        </a:rPr>
                        <a:t>Paul Mallett</a:t>
                      </a:r>
                    </a:p>
                  </a:txBody>
                  <a:tcPr marL="68580" marR="68580" marT="0" marB="0"/>
                </a:tc>
                <a:tc>
                  <a:txBody>
                    <a:bodyPr/>
                    <a:lstStyle/>
                    <a:p>
                      <a:pPr marL="171450" indent="-171450">
                        <a:buFont typeface="Courier New" panose="02070309020205020404" pitchFamily="49" charset="0"/>
                        <a:buChar char="o"/>
                      </a:pPr>
                      <a:r>
                        <a:rPr lang="en-GB" sz="1100" kern="100">
                          <a:effectLst/>
                          <a:latin typeface="Calibri" panose="020F0502020204030204" pitchFamily="34" charset="0"/>
                          <a:ea typeface="Calibri" panose="020F0502020204030204" pitchFamily="34" charset="0"/>
                          <a:cs typeface="Times New Roman" panose="02020603050405020304" pitchFamily="18" charset="0"/>
                        </a:rPr>
                        <a:t>Guidewire London Market expert and point of liaison with Guidewire product team. Needs to understand the business needs so that any future Guidewire product related enhancements can be planned.</a:t>
                      </a:r>
                    </a:p>
                  </a:txBody>
                  <a:tcPr marL="68580" marR="68580" marT="0" marB="0" anchor="ctr"/>
                </a:tc>
                <a:extLst>
                  <a:ext uri="{0D108BD9-81ED-4DB2-BD59-A6C34878D82A}">
                    <a16:rowId xmlns:a16="http://schemas.microsoft.com/office/drawing/2014/main" val="3809540568"/>
                  </a:ext>
                </a:extLst>
              </a:tr>
            </a:tbl>
          </a:graphicData>
        </a:graphic>
      </p:graphicFrame>
    </p:spTree>
    <p:extLst>
      <p:ext uri="{BB962C8B-B14F-4D97-AF65-F5344CB8AC3E}">
        <p14:creationId xmlns:p14="http://schemas.microsoft.com/office/powerpoint/2010/main" val="28948793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73282" y="0"/>
            <a:ext cx="9776592" cy="716711"/>
          </a:xfrm>
        </p:spPr>
        <p:txBody>
          <a:bodyPr/>
          <a:lstStyle/>
          <a:p>
            <a:r>
              <a:rPr lang="en-GB"/>
              <a:t>KEY ROLES – Beazley</a:t>
            </a:r>
          </a:p>
        </p:txBody>
      </p:sp>
      <p:graphicFrame>
        <p:nvGraphicFramePr>
          <p:cNvPr id="4" name="Table 5">
            <a:extLst>
              <a:ext uri="{FF2B5EF4-FFF2-40B4-BE49-F238E27FC236}">
                <a16:creationId xmlns:a16="http://schemas.microsoft.com/office/drawing/2014/main" id="{C54456C2-F87D-4A66-6607-674496A80040}"/>
              </a:ext>
            </a:extLst>
          </p:cNvPr>
          <p:cNvGraphicFramePr>
            <a:graphicFrameLocks noGrp="1"/>
          </p:cNvGraphicFramePr>
          <p:nvPr>
            <p:extLst>
              <p:ext uri="{D42A27DB-BD31-4B8C-83A1-F6EECF244321}">
                <p14:modId xmlns:p14="http://schemas.microsoft.com/office/powerpoint/2010/main" val="98641471"/>
              </p:ext>
            </p:extLst>
          </p:nvPr>
        </p:nvGraphicFramePr>
        <p:xfrm>
          <a:off x="202406" y="980852"/>
          <a:ext cx="11787188" cy="5528699"/>
        </p:xfrm>
        <a:graphic>
          <a:graphicData uri="http://schemas.openxmlformats.org/drawingml/2006/table">
            <a:tbl>
              <a:tblPr firstRow="1" bandRow="1">
                <a:tableStyleId>{5940675A-B579-460E-94D1-54222C63F5DA}</a:tableStyleId>
              </a:tblPr>
              <a:tblGrid>
                <a:gridCol w="1717402">
                  <a:extLst>
                    <a:ext uri="{9D8B030D-6E8A-4147-A177-3AD203B41FA5}">
                      <a16:colId xmlns:a16="http://schemas.microsoft.com/office/drawing/2014/main" val="1442836257"/>
                    </a:ext>
                  </a:extLst>
                </a:gridCol>
                <a:gridCol w="1615865">
                  <a:extLst>
                    <a:ext uri="{9D8B030D-6E8A-4147-A177-3AD203B41FA5}">
                      <a16:colId xmlns:a16="http://schemas.microsoft.com/office/drawing/2014/main" val="595129677"/>
                    </a:ext>
                  </a:extLst>
                </a:gridCol>
                <a:gridCol w="8453921">
                  <a:extLst>
                    <a:ext uri="{9D8B030D-6E8A-4147-A177-3AD203B41FA5}">
                      <a16:colId xmlns:a16="http://schemas.microsoft.com/office/drawing/2014/main" val="4127677356"/>
                    </a:ext>
                  </a:extLst>
                </a:gridCol>
              </a:tblGrid>
              <a:tr h="220948">
                <a:tc>
                  <a:txBody>
                    <a:bodyPr/>
                    <a:lstStyle/>
                    <a:p>
                      <a:r>
                        <a:rPr lang="en-US" sz="900">
                          <a:solidFill>
                            <a:schemeClr val="bg1"/>
                          </a:solidFill>
                          <a:latin typeface="+mn-lt"/>
                        </a:rPr>
                        <a:t> Role</a:t>
                      </a:r>
                    </a:p>
                  </a:txBody>
                  <a:tcPr marL="90535" marR="90535">
                    <a:solidFill>
                      <a:srgbClr val="C00000"/>
                    </a:solidFill>
                  </a:tcPr>
                </a:tc>
                <a:tc>
                  <a:txBody>
                    <a:bodyPr/>
                    <a:lstStyle/>
                    <a:p>
                      <a:r>
                        <a:rPr lang="en-US" sz="900">
                          <a:solidFill>
                            <a:schemeClr val="bg1"/>
                          </a:solidFill>
                          <a:latin typeface="+mn-lt"/>
                        </a:rPr>
                        <a:t>Named resource</a:t>
                      </a:r>
                    </a:p>
                  </a:txBody>
                  <a:tcPr marL="90535" marR="90535">
                    <a:solidFill>
                      <a:srgbClr val="C00000"/>
                    </a:solidFill>
                  </a:tcPr>
                </a:tc>
                <a:tc>
                  <a:txBody>
                    <a:bodyPr/>
                    <a:lstStyle/>
                    <a:p>
                      <a:r>
                        <a:rPr lang="en-US" sz="900">
                          <a:solidFill>
                            <a:schemeClr val="bg1"/>
                          </a:solidFill>
                          <a:latin typeface="+mn-lt"/>
                        </a:rPr>
                        <a:t>Description</a:t>
                      </a:r>
                    </a:p>
                  </a:txBody>
                  <a:tcPr marL="90535" marR="90535">
                    <a:solidFill>
                      <a:srgbClr val="C00000"/>
                    </a:solidFill>
                  </a:tcPr>
                </a:tc>
                <a:extLst>
                  <a:ext uri="{0D108BD9-81ED-4DB2-BD59-A6C34878D82A}">
                    <a16:rowId xmlns:a16="http://schemas.microsoft.com/office/drawing/2014/main" val="1676363498"/>
                  </a:ext>
                </a:extLst>
              </a:tr>
              <a:tr h="497134">
                <a:tc>
                  <a:txBody>
                    <a:bodyPr/>
                    <a:lstStyle/>
                    <a:p>
                      <a:pPr marL="0" indent="0">
                        <a:buFont typeface="Arial" panose="020B0604020202020204" pitchFamily="34" charset="0"/>
                        <a:buNone/>
                      </a:pPr>
                      <a:r>
                        <a:rPr lang="en-US" sz="900">
                          <a:latin typeface="+mn-lt"/>
                        </a:rPr>
                        <a:t>Steering Committee</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900" kern="1200" noProof="0">
                          <a:solidFill>
                            <a:schemeClr val="tx1"/>
                          </a:solidFill>
                          <a:latin typeface="+mn-lt"/>
                          <a:ea typeface="+mn-ea"/>
                          <a:cs typeface="+mn-cs"/>
                        </a:rPr>
                        <a:t>Greg Toczydlowski, Maria Olivo, Mojgan Lefebvre, Jeff Klenk</a:t>
                      </a:r>
                    </a:p>
                  </a:txBody>
                  <a:tcPr marL="90535" marR="90535"/>
                </a:tc>
                <a:tc>
                  <a:txBody>
                    <a:bodyPr/>
                    <a:lstStyle/>
                    <a:p>
                      <a:pPr marL="171450" marR="0" lvl="0" indent="-171450" algn="l" defTabSz="914446"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900" kern="1200">
                          <a:solidFill>
                            <a:schemeClr val="tx1"/>
                          </a:solidFill>
                          <a:latin typeface="+mn-lt"/>
                          <a:ea typeface="+mn-ea"/>
                          <a:cs typeface="+mn-cs"/>
                        </a:rPr>
                        <a:t>Future focused governing body that provides strategic direction, participates in development of business vision, makes material budget, scope, and timing decisions and monitors program progress to ensure alignment with overall program objectives.</a:t>
                      </a:r>
                    </a:p>
                    <a:p>
                      <a:pPr marL="171450" indent="-171450">
                        <a:lnSpc>
                          <a:spcPct val="100000"/>
                        </a:lnSpc>
                        <a:buFont typeface="Courier New" panose="02070309020205020404" pitchFamily="49" charset="0"/>
                        <a:buChar char="o"/>
                      </a:pPr>
                      <a:endParaRPr lang="en-GB" sz="900">
                        <a:latin typeface="+mn-lt"/>
                      </a:endParaRPr>
                    </a:p>
                  </a:txBody>
                  <a:tcPr marL="90535" marR="90535"/>
                </a:tc>
                <a:extLst>
                  <a:ext uri="{0D108BD9-81ED-4DB2-BD59-A6C34878D82A}">
                    <a16:rowId xmlns:a16="http://schemas.microsoft.com/office/drawing/2014/main" val="3531789946"/>
                  </a:ext>
                </a:extLst>
              </a:tr>
              <a:tr h="359041">
                <a:tc>
                  <a:txBody>
                    <a:bodyPr/>
                    <a:lstStyle/>
                    <a:p>
                      <a:pPr marL="0" indent="0">
                        <a:buFont typeface="Arial" panose="020B0604020202020204" pitchFamily="34" charset="0"/>
                        <a:buNone/>
                      </a:pPr>
                      <a:r>
                        <a:rPr lang="en-US" sz="900">
                          <a:latin typeface="+mn-lt"/>
                        </a:rPr>
                        <a:t>Sponsors</a:t>
                      </a:r>
                    </a:p>
                  </a:txBody>
                  <a:tcPr marL="90535" marR="90535"/>
                </a:tc>
                <a:tc>
                  <a:txBody>
                    <a:bodyPr/>
                    <a:lstStyle/>
                    <a:p>
                      <a:pPr marL="0" marR="0" lvl="0" indent="0" algn="l" defTabSz="914446" rtl="0" eaLnBrk="1" fontAlgn="auto" latinLnBrk="0" hangingPunct="1">
                        <a:lnSpc>
                          <a:spcPct val="100000"/>
                        </a:lnSpc>
                        <a:spcBef>
                          <a:spcPts val="0"/>
                        </a:spcBef>
                        <a:spcAft>
                          <a:spcPts val="0"/>
                        </a:spcAft>
                        <a:buClrTx/>
                        <a:buSzTx/>
                        <a:buFont typeface="Arial" panose="020B0604020202020204" pitchFamily="34" charset="0"/>
                        <a:buNone/>
                        <a:tabLst/>
                        <a:defRPr/>
                      </a:pPr>
                      <a:r>
                        <a:rPr lang="en-GB" sz="900" kern="1200" noProof="0">
                          <a:solidFill>
                            <a:schemeClr val="tx1"/>
                          </a:solidFill>
                          <a:latin typeface="+mn-lt"/>
                          <a:ea typeface="+mn-ea"/>
                          <a:cs typeface="+mn-cs"/>
                        </a:rPr>
                        <a:t>Bill Devine, Christian Kitchen, </a:t>
                      </a:r>
                      <a:r>
                        <a:rPr lang="en-US" sz="900" kern="1200">
                          <a:solidFill>
                            <a:schemeClr val="tx1"/>
                          </a:solidFill>
                          <a:latin typeface="+mn-lt"/>
                          <a:ea typeface="+mn-ea"/>
                          <a:cs typeface="+mn-cs"/>
                        </a:rPr>
                        <a:t>Mike Lawton</a:t>
                      </a:r>
                    </a:p>
                  </a:txBody>
                  <a:tcPr marL="90535" marR="90535"/>
                </a:tc>
                <a:tc>
                  <a:txBody>
                    <a:bodyPr/>
                    <a:lstStyle/>
                    <a:p>
                      <a:pPr marL="171450" indent="-171450">
                        <a:lnSpc>
                          <a:spcPct val="100000"/>
                        </a:lnSpc>
                        <a:buFont typeface="Courier New" panose="02070309020205020404" pitchFamily="49" charset="0"/>
                        <a:buChar char="o"/>
                      </a:pPr>
                      <a:r>
                        <a:rPr lang="en-GB" sz="900" kern="1200">
                          <a:solidFill>
                            <a:schemeClr val="tx1"/>
                          </a:solidFill>
                          <a:latin typeface="+mn-lt"/>
                          <a:ea typeface="+mn-ea"/>
                          <a:cs typeface="+mn-cs"/>
                        </a:rPr>
                        <a:t>The sponsor is accountable for ensuring that the work is governed effectively and delivers the objectives that meet identified needs</a:t>
                      </a:r>
                    </a:p>
                  </a:txBody>
                  <a:tcPr marL="90535" marR="90535"/>
                </a:tc>
                <a:extLst>
                  <a:ext uri="{0D108BD9-81ED-4DB2-BD59-A6C34878D82A}">
                    <a16:rowId xmlns:a16="http://schemas.microsoft.com/office/drawing/2014/main" val="4079772831"/>
                  </a:ext>
                </a:extLst>
              </a:tr>
              <a:tr h="359041">
                <a:tc>
                  <a:txBody>
                    <a:bodyPr/>
                    <a:lstStyle/>
                    <a:p>
                      <a:pPr marL="0" indent="0">
                        <a:buFont typeface="Arial" panose="020B0604020202020204" pitchFamily="34" charset="0"/>
                        <a:buNone/>
                      </a:pPr>
                      <a:r>
                        <a:rPr lang="en-US" sz="900">
                          <a:latin typeface="+mn-lt"/>
                        </a:rPr>
                        <a:t>EUR Programme Lead</a:t>
                      </a:r>
                    </a:p>
                  </a:txBody>
                  <a:tcPr marL="90535" marR="90535"/>
                </a:tc>
                <a:tc>
                  <a:txBody>
                    <a:bodyPr/>
                    <a:lstStyle/>
                    <a:p>
                      <a:pPr marL="0" indent="0">
                        <a:buFont typeface="Arial" panose="020B0604020202020204" pitchFamily="34" charset="0"/>
                        <a:buNone/>
                      </a:pPr>
                      <a:r>
                        <a:rPr lang="en-US" sz="900">
                          <a:latin typeface="+mn-lt"/>
                        </a:rPr>
                        <a:t>Christian Kitchen</a:t>
                      </a:r>
                    </a:p>
                  </a:txBody>
                  <a:tcPr marL="90535" marR="90535"/>
                </a:tc>
                <a:tc>
                  <a:txBody>
                    <a:bodyPr/>
                    <a:lstStyle/>
                    <a:p>
                      <a:pPr marL="171450" indent="-171450" algn="l" defTabSz="1034212" rtl="0" eaLnBrk="0" fontAlgn="ctr" latinLnBrk="0" hangingPunct="0">
                        <a:spcAft>
                          <a:spcPts val="200"/>
                        </a:spcAft>
                        <a:buClr>
                          <a:schemeClr val="tx1"/>
                        </a:buClr>
                        <a:buSzPct val="100000"/>
                        <a:buFont typeface="Courier New" panose="02070309020205020404" pitchFamily="49" charset="0"/>
                        <a:buChar char="o"/>
                        <a:tabLst>
                          <a:tab pos="181348" algn="l"/>
                        </a:tabLst>
                      </a:pPr>
                      <a:r>
                        <a:rPr lang="en-IN" sz="900" kern="1200">
                          <a:solidFill>
                            <a:schemeClr val="tx1"/>
                          </a:solidFill>
                          <a:latin typeface="+mn-lt"/>
                          <a:ea typeface="+mn-ea"/>
                          <a:cs typeface="+mn-cs"/>
                        </a:rPr>
                        <a:t>Accountable for the success of the project and owner of the Business case. Attends the steering committee and expedites key decision making process.</a:t>
                      </a:r>
                    </a:p>
                  </a:txBody>
                  <a:tcPr marL="90535" marR="90535"/>
                </a:tc>
                <a:extLst>
                  <a:ext uri="{0D108BD9-81ED-4DB2-BD59-A6C34878D82A}">
                    <a16:rowId xmlns:a16="http://schemas.microsoft.com/office/drawing/2014/main" val="815735936"/>
                  </a:ext>
                </a:extLst>
              </a:tr>
              <a:tr h="359041">
                <a:tc>
                  <a:txBody>
                    <a:bodyPr/>
                    <a:lstStyle/>
                    <a:p>
                      <a:pPr marL="0" indent="0">
                        <a:buFont typeface="Arial" panose="020B0604020202020204" pitchFamily="34" charset="0"/>
                        <a:buNone/>
                      </a:pPr>
                      <a:r>
                        <a:rPr lang="en-US" sz="900">
                          <a:latin typeface="+mn-lt"/>
                        </a:rPr>
                        <a:t>FOS Business Owner</a:t>
                      </a:r>
                    </a:p>
                  </a:txBody>
                  <a:tcPr marL="90535" marR="90535"/>
                </a:tc>
                <a:tc>
                  <a:txBody>
                    <a:bodyPr/>
                    <a:lstStyle/>
                    <a:p>
                      <a:pPr marL="0" indent="0">
                        <a:buFont typeface="Arial" panose="020B0604020202020204" pitchFamily="34" charset="0"/>
                        <a:buNone/>
                      </a:pPr>
                      <a:r>
                        <a:rPr lang="en-US" sz="900">
                          <a:latin typeface="+mn-lt"/>
                        </a:rPr>
                        <a:t>Michael Lawton</a:t>
                      </a:r>
                    </a:p>
                  </a:txBody>
                  <a:tcPr marL="90535" marR="90535"/>
                </a:tc>
                <a:tc>
                  <a:txBody>
                    <a:bodyPr/>
                    <a:lstStyle/>
                    <a:p>
                      <a:pPr marL="171450" marR="0" lvl="0" indent="-171450" algn="l" defTabSz="1034212" rtl="0" eaLnBrk="0" fontAlgn="ctr" latinLnBrk="0" hangingPunct="0">
                        <a:lnSpc>
                          <a:spcPct val="100000"/>
                        </a:lnSpc>
                        <a:spcBef>
                          <a:spcPts val="0"/>
                        </a:spcBef>
                        <a:spcAft>
                          <a:spcPts val="200"/>
                        </a:spcAft>
                        <a:buClr>
                          <a:schemeClr val="tx1"/>
                        </a:buClr>
                        <a:buSzPct val="100000"/>
                        <a:buFont typeface="Courier New" panose="02070309020205020404" pitchFamily="49" charset="0"/>
                        <a:buChar char="o"/>
                        <a:tabLst>
                          <a:tab pos="181348" algn="l"/>
                        </a:tabLst>
                        <a:defRPr/>
                      </a:pPr>
                      <a:r>
                        <a:rPr lang="en-IN" sz="900" kern="1200">
                          <a:solidFill>
                            <a:schemeClr val="tx1"/>
                          </a:solidFill>
                          <a:latin typeface="+mn-lt"/>
                          <a:ea typeface="+mn-ea"/>
                          <a:cs typeface="+mn-cs"/>
                        </a:rPr>
                        <a:t>Accountable for the success of the project and owner of the Business case. Attends the steering committee and expedites key decision making process.</a:t>
                      </a:r>
                    </a:p>
                  </a:txBody>
                  <a:tcPr marL="90535" marR="90535"/>
                </a:tc>
                <a:extLst>
                  <a:ext uri="{0D108BD9-81ED-4DB2-BD59-A6C34878D82A}">
                    <a16:rowId xmlns:a16="http://schemas.microsoft.com/office/drawing/2014/main" val="2694614617"/>
                  </a:ext>
                </a:extLst>
              </a:tr>
              <a:tr h="359041">
                <a:tc>
                  <a:txBody>
                    <a:bodyPr/>
                    <a:lstStyle/>
                    <a:p>
                      <a:pPr marL="0" indent="0">
                        <a:buFont typeface="Arial" panose="020B0604020202020204" pitchFamily="34" charset="0"/>
                        <a:buNone/>
                      </a:pPr>
                      <a:r>
                        <a:rPr lang="en-US" sz="900">
                          <a:latin typeface="+mn-lt"/>
                        </a:rPr>
                        <a:t>Programme Director (Execution) </a:t>
                      </a:r>
                    </a:p>
                  </a:txBody>
                  <a:tcPr marL="90535" marR="90535"/>
                </a:tc>
                <a:tc>
                  <a:txBody>
                    <a:bodyPr/>
                    <a:lstStyle/>
                    <a:p>
                      <a:pPr marL="0" indent="0">
                        <a:buFont typeface="Arial" panose="020B0604020202020204" pitchFamily="34" charset="0"/>
                        <a:buNone/>
                      </a:pPr>
                      <a:r>
                        <a:rPr lang="en-US" sz="900">
                          <a:latin typeface="+mn-lt"/>
                        </a:rPr>
                        <a:t>DeAnna Dobosz</a:t>
                      </a:r>
                    </a:p>
                  </a:txBody>
                  <a:tcPr marL="90535" marR="90535"/>
                </a:tc>
                <a:tc>
                  <a:txBody>
                    <a:bodyPr/>
                    <a:lstStyle/>
                    <a:p>
                      <a:pPr marL="171450" marR="0" lvl="0" indent="-171450" algn="l" defTabSz="13716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GB" sz="900">
                          <a:latin typeface="+mn-lt"/>
                        </a:rPr>
                        <a:t>Responsible for end to end programme delivery, prioritisation; alignment to business outcomes, and delivery of business capabilities.</a:t>
                      </a:r>
                    </a:p>
                  </a:txBody>
                  <a:tcPr marL="90535" marR="90535"/>
                </a:tc>
                <a:extLst>
                  <a:ext uri="{0D108BD9-81ED-4DB2-BD59-A6C34878D82A}">
                    <a16:rowId xmlns:a16="http://schemas.microsoft.com/office/drawing/2014/main" val="998720998"/>
                  </a:ext>
                </a:extLst>
              </a:tr>
              <a:tr h="220948">
                <a:tc>
                  <a:txBody>
                    <a:bodyPr/>
                    <a:lstStyle/>
                    <a:p>
                      <a:pPr marL="0" indent="0">
                        <a:buFont typeface="Arial" panose="020B0604020202020204" pitchFamily="34" charset="0"/>
                        <a:buNone/>
                      </a:pPr>
                      <a:r>
                        <a:rPr lang="en-US" sz="900">
                          <a:latin typeface="+mn-lt"/>
                        </a:rPr>
                        <a:t>Programme Business Lead</a:t>
                      </a:r>
                    </a:p>
                  </a:txBody>
                  <a:tcPr marL="90535" marR="90535"/>
                </a:tc>
                <a:tc>
                  <a:txBody>
                    <a:bodyPr/>
                    <a:lstStyle/>
                    <a:p>
                      <a:pPr marL="0" indent="0">
                        <a:buFont typeface="Arial" panose="020B0604020202020204" pitchFamily="34" charset="0"/>
                        <a:buNone/>
                      </a:pPr>
                      <a:r>
                        <a:rPr lang="en-US" sz="900">
                          <a:latin typeface="+mn-lt"/>
                        </a:rPr>
                        <a:t>Kieran O’Grady</a:t>
                      </a:r>
                    </a:p>
                  </a:txBody>
                  <a:tcPr marL="90535" marR="90535"/>
                </a:tc>
                <a:tc>
                  <a:txBody>
                    <a:bodyPr/>
                    <a:lstStyle/>
                    <a:p>
                      <a:pPr marL="171450" indent="-171450">
                        <a:lnSpc>
                          <a:spcPct val="100000"/>
                        </a:lnSpc>
                        <a:buFont typeface="Courier New" panose="02070309020205020404" pitchFamily="49" charset="0"/>
                        <a:buChar char="o"/>
                      </a:pPr>
                      <a:r>
                        <a:rPr lang="en-GB" sz="900">
                          <a:latin typeface="+mn-lt"/>
                        </a:rPr>
                        <a:t>Accountable for business outcomes, making program business decisions and setting program business priorities. </a:t>
                      </a:r>
                    </a:p>
                  </a:txBody>
                  <a:tcPr marL="90535" marR="90535"/>
                </a:tc>
                <a:extLst>
                  <a:ext uri="{0D108BD9-81ED-4DB2-BD59-A6C34878D82A}">
                    <a16:rowId xmlns:a16="http://schemas.microsoft.com/office/drawing/2014/main" val="3479841583"/>
                  </a:ext>
                </a:extLst>
              </a:tr>
              <a:tr h="359041">
                <a:tc>
                  <a:txBody>
                    <a:bodyPr/>
                    <a:lstStyle/>
                    <a:p>
                      <a:pPr marL="0" indent="0">
                        <a:buFont typeface="Arial" panose="020B0604020202020204" pitchFamily="34" charset="0"/>
                        <a:buNone/>
                      </a:pPr>
                      <a:r>
                        <a:rPr lang="en-US" sz="900">
                          <a:solidFill>
                            <a:schemeClr val="tx1"/>
                          </a:solidFill>
                          <a:latin typeface="+mn-lt"/>
                        </a:rPr>
                        <a:t>Senior Product Manager</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Alida </a:t>
                      </a:r>
                      <a:r>
                        <a:rPr kumimoji="0" lang="en-US" sz="900" b="0" i="0" u="none" strike="noStrike" kern="1200" cap="none" spc="0" normalizeH="0" baseline="0" noProof="0" err="1">
                          <a:ln>
                            <a:noFill/>
                          </a:ln>
                          <a:solidFill>
                            <a:schemeClr val="tx1"/>
                          </a:solidFill>
                          <a:effectLst/>
                          <a:uLnTx/>
                          <a:uFillTx/>
                          <a:latin typeface="+mn-lt"/>
                          <a:ea typeface="+mn-ea"/>
                          <a:cs typeface="+mn-cs"/>
                        </a:rPr>
                        <a:t>Liedenberg</a:t>
                      </a:r>
                      <a:endParaRPr kumimoji="0" lang="en-US" sz="900" b="0" i="0" u="none" strike="noStrike" kern="1200" cap="none" spc="0" normalizeH="0" baseline="0" noProof="0">
                        <a:ln>
                          <a:noFill/>
                        </a:ln>
                        <a:solidFill>
                          <a:schemeClr val="tx1"/>
                        </a:solidFill>
                        <a:effectLst/>
                        <a:uLnTx/>
                        <a:uFillTx/>
                        <a:latin typeface="+mn-lt"/>
                        <a:ea typeface="+mn-ea"/>
                        <a:cs typeface="+mn-cs"/>
                      </a:endParaRPr>
                    </a:p>
                  </a:txBody>
                  <a:tcPr marL="90535" marR="90535"/>
                </a:tc>
                <a:tc>
                  <a:txBody>
                    <a:bodyPr/>
                    <a:lstStyle/>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900" kern="1200" noProof="0">
                          <a:solidFill>
                            <a:schemeClr val="tx1"/>
                          </a:solidFill>
                          <a:latin typeface="+mn-lt"/>
                          <a:ea typeface="+mn-ea"/>
                          <a:cs typeface="+mn-cs"/>
                        </a:rPr>
                        <a:t>Overall Product Manager with oversight across all the various business areas and individual Product Owners.  With support from the Product Owners, will give steering recommendations on decisions to the Programme Business Lead.</a:t>
                      </a:r>
                    </a:p>
                  </a:txBody>
                  <a:tcPr marL="90535" marR="90535"/>
                </a:tc>
                <a:extLst>
                  <a:ext uri="{0D108BD9-81ED-4DB2-BD59-A6C34878D82A}">
                    <a16:rowId xmlns:a16="http://schemas.microsoft.com/office/drawing/2014/main" val="2178120171"/>
                  </a:ext>
                </a:extLst>
              </a:tr>
              <a:tr h="382496">
                <a:tc>
                  <a:txBody>
                    <a:bodyPr/>
                    <a:lstStyle/>
                    <a:p>
                      <a:pPr marL="0" indent="0">
                        <a:buFont typeface="Arial" panose="020B0604020202020204" pitchFamily="34" charset="0"/>
                        <a:buNone/>
                      </a:pPr>
                      <a:r>
                        <a:rPr lang="en-US" sz="900">
                          <a:solidFill>
                            <a:schemeClr val="tx1"/>
                          </a:solidFill>
                          <a:latin typeface="+mn-lt"/>
                        </a:rPr>
                        <a:t>Product Owners – Various</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900" b="0" i="0" u="none" strike="noStrike" kern="1200" cap="none" spc="0" normalizeH="0" baseline="0" noProof="0">
                          <a:ln>
                            <a:noFill/>
                          </a:ln>
                          <a:solidFill>
                            <a:schemeClr val="tx1"/>
                          </a:solidFill>
                          <a:effectLst/>
                          <a:uLnTx/>
                          <a:uFillTx/>
                          <a:latin typeface="+mn-lt"/>
                          <a:ea typeface="+mn-ea"/>
                          <a:cs typeface="+mn-cs"/>
                        </a:rPr>
                        <a:t>Various</a:t>
                      </a:r>
                    </a:p>
                  </a:txBody>
                  <a:tcPr marL="90535" marR="90535"/>
                </a:tc>
                <a:tc>
                  <a:txBody>
                    <a:bodyPr/>
                    <a:lstStyle/>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GB" sz="900" kern="1200" noProof="0">
                          <a:solidFill>
                            <a:schemeClr val="tx1"/>
                          </a:solidFill>
                          <a:latin typeface="+mn-lt"/>
                          <a:ea typeface="+mn-ea"/>
                          <a:cs typeface="+mn-cs"/>
                        </a:rPr>
                        <a:t>BAU owner of the product with the overall decision making authority of the product. Provide function and product requirements. Development and prioritization of the User Stories / Backlog with the scrum master. </a:t>
                      </a:r>
                      <a:endParaRPr lang="en-US" sz="900" kern="1200" noProof="0">
                        <a:solidFill>
                          <a:schemeClr val="tx1"/>
                        </a:solidFill>
                        <a:latin typeface="+mn-lt"/>
                        <a:ea typeface="+mn-ea"/>
                        <a:cs typeface="+mn-cs"/>
                      </a:endParaRPr>
                    </a:p>
                  </a:txBody>
                  <a:tcPr marL="90535" marR="90535"/>
                </a:tc>
                <a:extLst>
                  <a:ext uri="{0D108BD9-81ED-4DB2-BD59-A6C34878D82A}">
                    <a16:rowId xmlns:a16="http://schemas.microsoft.com/office/drawing/2014/main" val="1632662001"/>
                  </a:ext>
                </a:extLst>
              </a:tr>
              <a:tr h="359041">
                <a:tc>
                  <a:txBody>
                    <a:bodyPr/>
                    <a:lstStyle/>
                    <a:p>
                      <a:pPr marL="0" indent="0">
                        <a:buFont typeface="Arial" panose="020B0604020202020204" pitchFamily="34" charset="0"/>
                        <a:buNone/>
                      </a:pPr>
                      <a:r>
                        <a:rPr lang="en-US" sz="900">
                          <a:latin typeface="+mn-lt"/>
                        </a:rPr>
                        <a:t>Programme Technology and Data Lead </a:t>
                      </a:r>
                    </a:p>
                  </a:txBody>
                  <a:tcPr marL="90535" marR="90535"/>
                </a:tc>
                <a:tc>
                  <a:txBody>
                    <a:bodyPr/>
                    <a:lstStyle/>
                    <a:p>
                      <a:pPr marL="0" indent="0">
                        <a:buFont typeface="Arial" panose="020B0604020202020204" pitchFamily="34" charset="0"/>
                        <a:buNone/>
                      </a:pPr>
                      <a:r>
                        <a:rPr lang="en-US" sz="900">
                          <a:latin typeface="+mn-lt"/>
                        </a:rPr>
                        <a:t>Rob Harwood</a:t>
                      </a:r>
                    </a:p>
                  </a:txBody>
                  <a:tcPr marL="90535" marR="90535"/>
                </a:tc>
                <a:tc>
                  <a:txBody>
                    <a:bodyPr/>
                    <a:lstStyle/>
                    <a:p>
                      <a:pPr marL="171450" indent="-171450">
                        <a:buFont typeface="Courier New" panose="02070309020205020404" pitchFamily="49" charset="0"/>
                        <a:buChar char="o"/>
                      </a:pPr>
                      <a:r>
                        <a:rPr lang="en-US" sz="900">
                          <a:latin typeface="+mn-lt"/>
                        </a:rPr>
                        <a:t>Accountable for alignment to technical architecture roadmap and overall technical delivery. </a:t>
                      </a:r>
                    </a:p>
                  </a:txBody>
                  <a:tcPr marL="90535" marR="90535"/>
                </a:tc>
                <a:extLst>
                  <a:ext uri="{0D108BD9-81ED-4DB2-BD59-A6C34878D82A}">
                    <a16:rowId xmlns:a16="http://schemas.microsoft.com/office/drawing/2014/main" val="1340372465"/>
                  </a:ext>
                </a:extLst>
              </a:tr>
              <a:tr h="223827">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GB" sz="900" b="0" i="0" u="none" strike="noStrike" kern="0" cap="none" spc="0" normalizeH="0" baseline="0" noProof="0">
                          <a:ln>
                            <a:noFill/>
                          </a:ln>
                          <a:solidFill>
                            <a:srgbClr val="000000"/>
                          </a:solidFill>
                          <a:effectLst/>
                          <a:uLnTx/>
                          <a:uFillTx/>
                          <a:latin typeface="+mn-lt"/>
                          <a:ea typeface="+mn-ea"/>
                          <a:cs typeface="Calibri" panose="020F0502020204030204" pitchFamily="34" charset="0"/>
                        </a:rPr>
                        <a:t>Data, MI and Analytics Lead</a:t>
                      </a:r>
                    </a:p>
                  </a:txBody>
                  <a:tcPr marL="90535" marR="90535"/>
                </a:tc>
                <a:tc>
                  <a:txBody>
                    <a:bodyPr/>
                    <a:lstStyle/>
                    <a:p>
                      <a:pPr marL="0" indent="0">
                        <a:buFont typeface="Arial" panose="020B0604020202020204" pitchFamily="34" charset="0"/>
                        <a:buNone/>
                      </a:pPr>
                      <a:r>
                        <a:rPr lang="en-US" sz="900">
                          <a:latin typeface="+mn-lt"/>
                        </a:rPr>
                        <a:t>Jamie Jones</a:t>
                      </a:r>
                    </a:p>
                  </a:txBody>
                  <a:tcPr marL="90535" marR="90535"/>
                </a:tc>
                <a:tc>
                  <a:txBody>
                    <a:bodyPr/>
                    <a:lstStyle/>
                    <a:p>
                      <a:pPr marL="171450" marR="0" lvl="0" indent="-171450" algn="l" defTabSz="13716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900">
                          <a:latin typeface="+mn-lt"/>
                        </a:rPr>
                        <a:t>Accountable for alignment to data and MI outcomes, making </a:t>
                      </a:r>
                      <a:r>
                        <a:rPr lang="en-US" sz="900" err="1">
                          <a:latin typeface="+mn-lt"/>
                        </a:rPr>
                        <a:t>programme</a:t>
                      </a:r>
                      <a:r>
                        <a:rPr lang="en-US" sz="900">
                          <a:latin typeface="+mn-lt"/>
                        </a:rPr>
                        <a:t> level decisions and setting data and MI priorities at this level. </a:t>
                      </a:r>
                    </a:p>
                  </a:txBody>
                  <a:tcPr marL="90535" marR="90535"/>
                </a:tc>
                <a:extLst>
                  <a:ext uri="{0D108BD9-81ED-4DB2-BD59-A6C34878D82A}">
                    <a16:rowId xmlns:a16="http://schemas.microsoft.com/office/drawing/2014/main" val="1976452855"/>
                  </a:ext>
                </a:extLst>
              </a:tr>
              <a:tr h="359041">
                <a:tc>
                  <a:txBody>
                    <a:bodyPr/>
                    <a:lstStyle/>
                    <a:p>
                      <a:pPr marL="0" indent="0">
                        <a:buFont typeface="Arial" panose="020B0604020202020204" pitchFamily="34" charset="0"/>
                        <a:buNone/>
                      </a:pPr>
                      <a:r>
                        <a:rPr lang="en-US" sz="900">
                          <a:latin typeface="+mn-lt"/>
                        </a:rPr>
                        <a:t>International Lead Architect</a:t>
                      </a:r>
                    </a:p>
                  </a:txBody>
                  <a:tcPr marL="90535" marR="90535"/>
                </a:tc>
                <a:tc>
                  <a:txBody>
                    <a:bodyPr/>
                    <a:lstStyle/>
                    <a:p>
                      <a:pPr marL="0" indent="0">
                        <a:buFont typeface="Arial" panose="020B0604020202020204" pitchFamily="34" charset="0"/>
                        <a:buNone/>
                      </a:pPr>
                      <a:r>
                        <a:rPr lang="en-US" sz="900">
                          <a:latin typeface="+mn-lt"/>
                        </a:rPr>
                        <a:t>Sam Kesseli</a:t>
                      </a:r>
                    </a:p>
                  </a:txBody>
                  <a:tcPr marL="90535" marR="90535"/>
                </a:tc>
                <a:tc>
                  <a:txBody>
                    <a:bodyPr/>
                    <a:lstStyle/>
                    <a:p>
                      <a:pPr marL="171450" marR="0" lvl="0" indent="-171450" algn="l" defTabSz="9144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IE" sz="900" kern="1200">
                          <a:solidFill>
                            <a:schemeClr val="tx1"/>
                          </a:solidFill>
                          <a:latin typeface="+mn-lt"/>
                          <a:ea typeface="+mn-ea"/>
                          <a:cs typeface="+mn-cs"/>
                        </a:rPr>
                        <a:t>Accountable for Architecture and technology strategy.</a:t>
                      </a:r>
                    </a:p>
                  </a:txBody>
                  <a:tcPr marL="90535" marR="90535"/>
                </a:tc>
                <a:extLst>
                  <a:ext uri="{0D108BD9-81ED-4DB2-BD59-A6C34878D82A}">
                    <a16:rowId xmlns:a16="http://schemas.microsoft.com/office/drawing/2014/main" val="2435855125"/>
                  </a:ext>
                </a:extLst>
              </a:tr>
              <a:tr h="220948">
                <a:tc>
                  <a:txBody>
                    <a:bodyPr/>
                    <a:lstStyle/>
                    <a:p>
                      <a:pPr marL="0" indent="0">
                        <a:buFont typeface="Arial" panose="020B0604020202020204" pitchFamily="34" charset="0"/>
                        <a:buNone/>
                      </a:pPr>
                      <a:r>
                        <a:rPr kumimoji="0" lang="en-GB" sz="900" b="0" i="0" u="none" strike="noStrike" kern="0" cap="none" spc="0" normalizeH="0" baseline="0" noProof="0">
                          <a:ln>
                            <a:noFill/>
                          </a:ln>
                          <a:solidFill>
                            <a:srgbClr val="000000"/>
                          </a:solidFill>
                          <a:effectLst/>
                          <a:uLnTx/>
                          <a:uFillTx/>
                          <a:latin typeface="+mn-lt"/>
                          <a:ea typeface="+mn-ea"/>
                          <a:cs typeface="Calibri" panose="020F0502020204030204" pitchFamily="34" charset="0"/>
                        </a:rPr>
                        <a:t>Change Lead</a:t>
                      </a:r>
                      <a:endParaRPr lang="en-US" sz="900">
                        <a:latin typeface="+mn-lt"/>
                      </a:endParaRPr>
                    </a:p>
                  </a:txBody>
                  <a:tcPr marL="90535" marR="90535"/>
                </a:tc>
                <a:tc>
                  <a:txBody>
                    <a:bodyPr/>
                    <a:lstStyle/>
                    <a:p>
                      <a:pPr marL="0" indent="0">
                        <a:buFont typeface="Arial" panose="020B0604020202020204" pitchFamily="34" charset="0"/>
                        <a:buNone/>
                      </a:pPr>
                      <a:r>
                        <a:rPr lang="en-US" sz="900">
                          <a:latin typeface="+mn-lt"/>
                        </a:rPr>
                        <a:t>TBD – for future phase</a:t>
                      </a:r>
                    </a:p>
                  </a:txBody>
                  <a:tcPr marL="90535" marR="90535"/>
                </a:tc>
                <a:tc>
                  <a:txBody>
                    <a:bodyPr/>
                    <a:lstStyle/>
                    <a:p>
                      <a:pPr marL="171450" indent="-171450">
                        <a:buFont typeface="Courier New" panose="02070309020205020404" pitchFamily="49" charset="0"/>
                        <a:buChar char="o"/>
                      </a:pPr>
                      <a:r>
                        <a:rPr lang="en-US" sz="900">
                          <a:latin typeface="+mn-lt"/>
                        </a:rPr>
                        <a:t>Develops Change Plan for stakeholders, communications plan, and oversight of Change Management activities. </a:t>
                      </a:r>
                    </a:p>
                  </a:txBody>
                  <a:tcPr marL="90535" marR="90535"/>
                </a:tc>
                <a:extLst>
                  <a:ext uri="{0D108BD9-81ED-4DB2-BD59-A6C34878D82A}">
                    <a16:rowId xmlns:a16="http://schemas.microsoft.com/office/drawing/2014/main" val="2084959006"/>
                  </a:ext>
                </a:extLst>
              </a:tr>
              <a:tr h="220948">
                <a:tc>
                  <a:txBody>
                    <a:bodyPr/>
                    <a:lstStyle/>
                    <a:p>
                      <a:pPr marL="0" indent="0">
                        <a:buFont typeface="Arial" panose="020B0604020202020204" pitchFamily="34" charset="0"/>
                        <a:buNone/>
                      </a:pPr>
                      <a:r>
                        <a:rPr lang="en-US" sz="900">
                          <a:latin typeface="+mn-lt"/>
                        </a:rPr>
                        <a:t>Training Lead</a:t>
                      </a:r>
                    </a:p>
                  </a:txBody>
                  <a:tcPr marL="90535" marR="90535"/>
                </a:tc>
                <a:tc>
                  <a:txBody>
                    <a:bodyPr/>
                    <a:lstStyle/>
                    <a:p>
                      <a:pPr marL="0" indent="0">
                        <a:buFont typeface="Arial" panose="020B0604020202020204" pitchFamily="34" charset="0"/>
                        <a:buNone/>
                      </a:pPr>
                      <a:r>
                        <a:rPr lang="en-US" sz="900">
                          <a:latin typeface="+mn-lt"/>
                        </a:rPr>
                        <a:t>Steve </a:t>
                      </a:r>
                      <a:r>
                        <a:rPr lang="en-US" sz="900" err="1">
                          <a:latin typeface="+mn-lt"/>
                        </a:rPr>
                        <a:t>Chatwin</a:t>
                      </a:r>
                      <a:endParaRPr lang="en-US" sz="900">
                        <a:latin typeface="+mn-lt"/>
                      </a:endParaRPr>
                    </a:p>
                  </a:txBody>
                  <a:tcPr marL="90535" marR="90535"/>
                </a:tc>
                <a:tc>
                  <a:txBody>
                    <a:bodyPr/>
                    <a:lstStyle/>
                    <a:p>
                      <a:pPr marL="171450" indent="-171450">
                        <a:buFont typeface="Courier New" panose="02070309020205020404" pitchFamily="49" charset="0"/>
                        <a:buChar char="o"/>
                      </a:pPr>
                      <a:r>
                        <a:rPr lang="en-US" sz="900">
                          <a:latin typeface="+mn-lt"/>
                        </a:rPr>
                        <a:t>Develop Training Plan, Training Materials and oversight of execution of Training delivery </a:t>
                      </a:r>
                    </a:p>
                  </a:txBody>
                  <a:tcPr marL="90535" marR="90535"/>
                </a:tc>
                <a:extLst>
                  <a:ext uri="{0D108BD9-81ED-4DB2-BD59-A6C34878D82A}">
                    <a16:rowId xmlns:a16="http://schemas.microsoft.com/office/drawing/2014/main" val="1939143922"/>
                  </a:ext>
                </a:extLst>
              </a:tr>
              <a:tr h="359041">
                <a:tc>
                  <a:txBody>
                    <a:bodyPr/>
                    <a:lstStyle/>
                    <a:p>
                      <a:pPr marL="0" indent="0">
                        <a:buFont typeface="Arial" panose="020B0604020202020204" pitchFamily="34" charset="0"/>
                        <a:buNone/>
                      </a:pPr>
                      <a:r>
                        <a:rPr lang="en-US" sz="900">
                          <a:latin typeface="+mn-lt"/>
                        </a:rPr>
                        <a:t>Finance Lead</a:t>
                      </a:r>
                    </a:p>
                  </a:txBody>
                  <a:tcPr marL="90535" marR="90535"/>
                </a:tc>
                <a:tc>
                  <a:txBody>
                    <a:bodyPr/>
                    <a:lstStyle/>
                    <a:p>
                      <a:pPr marL="0" marR="0" lvl="0" indent="0" algn="l" defTabSz="13716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900">
                          <a:latin typeface="+mn-lt"/>
                        </a:rPr>
                        <a:t>TBD – for future phase</a:t>
                      </a:r>
                    </a:p>
                    <a:p>
                      <a:pPr marL="0" indent="0">
                        <a:buFont typeface="Arial" panose="020B0604020202020204" pitchFamily="34" charset="0"/>
                        <a:buNone/>
                      </a:pPr>
                      <a:endParaRPr lang="en-US" sz="900">
                        <a:latin typeface="+mn-lt"/>
                      </a:endParaRPr>
                    </a:p>
                  </a:txBody>
                  <a:tcPr marL="90535" marR="90535"/>
                </a:tc>
                <a:tc>
                  <a:txBody>
                    <a:bodyPr/>
                    <a:lstStyle/>
                    <a:p>
                      <a:pPr marL="171450" marR="0" lvl="0" indent="-171450" algn="l" defTabSz="13716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lang="en-US" sz="900">
                          <a:latin typeface="+mn-lt"/>
                        </a:rPr>
                        <a:t>Accountable for alignment to Finance outcomes, making programme level decisions and setting Finance W/S priorities at this level. </a:t>
                      </a:r>
                    </a:p>
                  </a:txBody>
                  <a:tcPr marL="90535" marR="90535"/>
                </a:tc>
                <a:extLst>
                  <a:ext uri="{0D108BD9-81ED-4DB2-BD59-A6C34878D82A}">
                    <a16:rowId xmlns:a16="http://schemas.microsoft.com/office/drawing/2014/main" val="3134911110"/>
                  </a:ext>
                </a:extLst>
              </a:tr>
              <a:tr h="359041">
                <a:tc>
                  <a:txBody>
                    <a:bodyPr/>
                    <a:lstStyle/>
                    <a:p>
                      <a:pPr marL="0" indent="0">
                        <a:buFont typeface="Arial" panose="020B0604020202020204" pitchFamily="34" charset="0"/>
                        <a:buNone/>
                      </a:pPr>
                      <a:r>
                        <a:rPr lang="en-US" sz="900">
                          <a:latin typeface="+mn-lt"/>
                        </a:rPr>
                        <a:t>Data Migration Lead</a:t>
                      </a:r>
                    </a:p>
                  </a:txBody>
                  <a:tcPr marL="90535" marR="90535"/>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IE" sz="900" kern="1200">
                          <a:solidFill>
                            <a:schemeClr val="tx1"/>
                          </a:solidFill>
                          <a:latin typeface="+mn-lt"/>
                          <a:ea typeface="+mn-ea"/>
                          <a:cs typeface="+mn-cs"/>
                        </a:rPr>
                        <a:t>TBD – for future phase</a:t>
                      </a:r>
                    </a:p>
                  </a:txBody>
                  <a:tcPr marL="90535" marR="90535"/>
                </a:tc>
                <a:tc>
                  <a:txBody>
                    <a:bodyPr/>
                    <a:lstStyle/>
                    <a:p>
                      <a:pPr marL="171450" marR="0" lvl="0" indent="-171450" algn="l" defTabSz="13716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900" b="0" i="0" u="none" strike="noStrike" kern="1200" cap="none" spc="0" normalizeH="0" baseline="0" noProof="0">
                          <a:ln>
                            <a:noFill/>
                          </a:ln>
                          <a:solidFill>
                            <a:prstClr val="black"/>
                          </a:solidFill>
                          <a:effectLst/>
                          <a:uLnTx/>
                          <a:uFillTx/>
                          <a:latin typeface="+mn-lt"/>
                          <a:ea typeface="+mn-ea"/>
                          <a:cs typeface="+mn-cs"/>
                        </a:rPr>
                        <a:t>Accountable for alignment to data migration outcomes, making programme level decisions and setting data migration priorities at this level. Works very closely with the Technology and Data leads. </a:t>
                      </a:r>
                    </a:p>
                  </a:txBody>
                  <a:tcPr marL="90535" marR="90535"/>
                </a:tc>
                <a:extLst>
                  <a:ext uri="{0D108BD9-81ED-4DB2-BD59-A6C34878D82A}">
                    <a16:rowId xmlns:a16="http://schemas.microsoft.com/office/drawing/2014/main" val="2238618646"/>
                  </a:ext>
                </a:extLst>
              </a:tr>
              <a:tr h="220948">
                <a:tc>
                  <a:txBody>
                    <a:bodyPr/>
                    <a:lstStyle/>
                    <a:p>
                      <a:pPr marL="0" indent="0">
                        <a:buFont typeface="Arial" panose="020B0604020202020204" pitchFamily="34" charset="0"/>
                        <a:buNone/>
                      </a:pPr>
                      <a:r>
                        <a:rPr lang="en-US" sz="900" i="0">
                          <a:solidFill>
                            <a:schemeClr val="tx1"/>
                          </a:solidFill>
                          <a:latin typeface="+mn-lt"/>
                        </a:rPr>
                        <a:t>Test Lead</a:t>
                      </a:r>
                    </a:p>
                  </a:txBody>
                  <a:tcPr marL="90535" marR="90535"/>
                </a:tc>
                <a:tc>
                  <a:txBody>
                    <a:bodyPr/>
                    <a:lstStyle/>
                    <a:p>
                      <a:pPr marL="0" indent="0">
                        <a:buFont typeface="Arial" panose="020B0604020202020204" pitchFamily="34" charset="0"/>
                        <a:buNone/>
                      </a:pPr>
                      <a:r>
                        <a:rPr lang="en-US" sz="900" i="0">
                          <a:solidFill>
                            <a:schemeClr val="tx1"/>
                          </a:solidFill>
                          <a:latin typeface="+mn-lt"/>
                        </a:rPr>
                        <a:t>TBD – for future phase</a:t>
                      </a:r>
                    </a:p>
                  </a:txBody>
                  <a:tcPr marL="90535" marR="90535"/>
                </a:tc>
                <a:tc>
                  <a:txBody>
                    <a:bodyPr/>
                    <a:lstStyle/>
                    <a:p>
                      <a:pPr marL="171450" marR="0" lvl="0" indent="-171450" algn="l" defTabSz="1371600" rtl="0" eaLnBrk="1" fontAlgn="auto" latinLnBrk="0" hangingPunct="1">
                        <a:lnSpc>
                          <a:spcPct val="100000"/>
                        </a:lnSpc>
                        <a:spcBef>
                          <a:spcPts val="0"/>
                        </a:spcBef>
                        <a:spcAft>
                          <a:spcPts val="0"/>
                        </a:spcAft>
                        <a:buClrTx/>
                        <a:buSzTx/>
                        <a:buFont typeface="Courier New" panose="02070309020205020404" pitchFamily="49" charset="0"/>
                        <a:buChar char="o"/>
                        <a:tabLst/>
                        <a:defRPr/>
                      </a:pPr>
                      <a:r>
                        <a:rPr kumimoji="0" lang="en-US" sz="900" b="0" i="1" u="none" strike="noStrike" kern="1200" cap="none" spc="0" normalizeH="0" baseline="0" noProof="0">
                          <a:ln>
                            <a:noFill/>
                          </a:ln>
                          <a:solidFill>
                            <a:schemeClr val="tx1"/>
                          </a:solidFill>
                          <a:effectLst/>
                          <a:uLnTx/>
                          <a:uFillTx/>
                          <a:latin typeface="+mn-lt"/>
                          <a:ea typeface="+mn-ea"/>
                          <a:cs typeface="+mn-cs"/>
                        </a:rPr>
                        <a:t>Overall Test Lead, responsible for Test Strategy, Test scope, end to end engagement with business and exit gate criteria and sign offs.  </a:t>
                      </a:r>
                    </a:p>
                  </a:txBody>
                  <a:tcPr marL="90535" marR="90535"/>
                </a:tc>
                <a:extLst>
                  <a:ext uri="{0D108BD9-81ED-4DB2-BD59-A6C34878D82A}">
                    <a16:rowId xmlns:a16="http://schemas.microsoft.com/office/drawing/2014/main" val="1723459482"/>
                  </a:ext>
                </a:extLst>
              </a:tr>
            </a:tbl>
          </a:graphicData>
        </a:graphic>
      </p:graphicFrame>
      <p:sp>
        <p:nvSpPr>
          <p:cNvPr id="5" name="TextBox 4">
            <a:extLst>
              <a:ext uri="{FF2B5EF4-FFF2-40B4-BE49-F238E27FC236}">
                <a16:creationId xmlns:a16="http://schemas.microsoft.com/office/drawing/2014/main" id="{4CA39B15-9949-C8EF-AD56-299DB327751E}"/>
              </a:ext>
            </a:extLst>
          </p:cNvPr>
          <p:cNvSpPr txBox="1"/>
          <p:nvPr/>
        </p:nvSpPr>
        <p:spPr>
          <a:xfrm>
            <a:off x="4475869" y="0"/>
            <a:ext cx="2760486" cy="646331"/>
          </a:xfrm>
          <a:prstGeom prst="rect">
            <a:avLst/>
          </a:prstGeom>
          <a:solidFill>
            <a:schemeClr val="accent2"/>
          </a:solidFill>
        </p:spPr>
        <p:txBody>
          <a:bodyPr wrap="square" rtlCol="0">
            <a:spAutoFit/>
          </a:bodyPr>
          <a:lstStyle/>
          <a:p>
            <a:r>
              <a:rPr lang="en-GB"/>
              <a:t>Needs to be updated for </a:t>
            </a:r>
            <a:r>
              <a:rPr lang="en-GB" err="1"/>
              <a:t>beazley</a:t>
            </a:r>
            <a:r>
              <a:rPr lang="en-GB"/>
              <a:t> </a:t>
            </a:r>
          </a:p>
        </p:txBody>
      </p:sp>
    </p:spTree>
    <p:extLst>
      <p:ext uri="{BB962C8B-B14F-4D97-AF65-F5344CB8AC3E}">
        <p14:creationId xmlns:p14="http://schemas.microsoft.com/office/powerpoint/2010/main" val="80757361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82979" y="15658"/>
            <a:ext cx="9776592" cy="716711"/>
          </a:xfrm>
        </p:spPr>
        <p:txBody>
          <a:bodyPr/>
          <a:lstStyle/>
          <a:p>
            <a:r>
              <a:rPr lang="en-GB"/>
              <a:t>Decision authority levels</a:t>
            </a:r>
          </a:p>
        </p:txBody>
      </p:sp>
      <p:sp>
        <p:nvSpPr>
          <p:cNvPr id="2" name="TextBox 1">
            <a:extLst>
              <a:ext uri="{FF2B5EF4-FFF2-40B4-BE49-F238E27FC236}">
                <a16:creationId xmlns:a16="http://schemas.microsoft.com/office/drawing/2014/main" id="{A12F6D44-E7A3-0ABE-257B-CE6CFD018E5C}"/>
              </a:ext>
            </a:extLst>
          </p:cNvPr>
          <p:cNvSpPr txBox="1"/>
          <p:nvPr/>
        </p:nvSpPr>
        <p:spPr>
          <a:xfrm>
            <a:off x="5570976" y="163294"/>
            <a:ext cx="2760486" cy="646331"/>
          </a:xfrm>
          <a:prstGeom prst="rect">
            <a:avLst/>
          </a:prstGeom>
          <a:solidFill>
            <a:schemeClr val="accent2"/>
          </a:solidFill>
        </p:spPr>
        <p:txBody>
          <a:bodyPr wrap="square" rtlCol="0">
            <a:spAutoFit/>
          </a:bodyPr>
          <a:lstStyle/>
          <a:p>
            <a:r>
              <a:rPr lang="en-GB"/>
              <a:t>Needs adding to e.g. design etc for </a:t>
            </a:r>
            <a:r>
              <a:rPr lang="en-GB" err="1"/>
              <a:t>beazley</a:t>
            </a:r>
            <a:r>
              <a:rPr lang="en-GB"/>
              <a:t> </a:t>
            </a:r>
          </a:p>
        </p:txBody>
      </p:sp>
      <p:graphicFrame>
        <p:nvGraphicFramePr>
          <p:cNvPr id="156" name="Table 155">
            <a:extLst>
              <a:ext uri="{FF2B5EF4-FFF2-40B4-BE49-F238E27FC236}">
                <a16:creationId xmlns:a16="http://schemas.microsoft.com/office/drawing/2014/main" id="{2E11A364-7F6A-D050-FB2E-BB8F091F3B08}"/>
              </a:ext>
            </a:extLst>
          </p:cNvPr>
          <p:cNvGraphicFramePr>
            <a:graphicFrameLocks noGrp="1"/>
          </p:cNvGraphicFramePr>
          <p:nvPr>
            <p:extLst>
              <p:ext uri="{D42A27DB-BD31-4B8C-83A1-F6EECF244321}">
                <p14:modId xmlns:p14="http://schemas.microsoft.com/office/powerpoint/2010/main" val="1618822373"/>
              </p:ext>
            </p:extLst>
          </p:nvPr>
        </p:nvGraphicFramePr>
        <p:xfrm>
          <a:off x="371474" y="1457324"/>
          <a:ext cx="5467353" cy="4465955"/>
        </p:xfrm>
        <a:graphic>
          <a:graphicData uri="http://schemas.openxmlformats.org/drawingml/2006/table">
            <a:tbl>
              <a:tblPr/>
              <a:tblGrid>
                <a:gridCol w="678873">
                  <a:extLst>
                    <a:ext uri="{9D8B030D-6E8A-4147-A177-3AD203B41FA5}">
                      <a16:colId xmlns:a16="http://schemas.microsoft.com/office/drawing/2014/main" val="3894872555"/>
                    </a:ext>
                  </a:extLst>
                </a:gridCol>
                <a:gridCol w="1151660">
                  <a:extLst>
                    <a:ext uri="{9D8B030D-6E8A-4147-A177-3AD203B41FA5}">
                      <a16:colId xmlns:a16="http://schemas.microsoft.com/office/drawing/2014/main" val="3374429562"/>
                    </a:ext>
                  </a:extLst>
                </a:gridCol>
                <a:gridCol w="909205">
                  <a:extLst>
                    <a:ext uri="{9D8B030D-6E8A-4147-A177-3AD203B41FA5}">
                      <a16:colId xmlns:a16="http://schemas.microsoft.com/office/drawing/2014/main" val="2876456656"/>
                    </a:ext>
                  </a:extLst>
                </a:gridCol>
                <a:gridCol w="909205">
                  <a:extLst>
                    <a:ext uri="{9D8B030D-6E8A-4147-A177-3AD203B41FA5}">
                      <a16:colId xmlns:a16="http://schemas.microsoft.com/office/drawing/2014/main" val="2457516406"/>
                    </a:ext>
                  </a:extLst>
                </a:gridCol>
                <a:gridCol w="909205">
                  <a:extLst>
                    <a:ext uri="{9D8B030D-6E8A-4147-A177-3AD203B41FA5}">
                      <a16:colId xmlns:a16="http://schemas.microsoft.com/office/drawing/2014/main" val="623786304"/>
                    </a:ext>
                  </a:extLst>
                </a:gridCol>
                <a:gridCol w="909205">
                  <a:extLst>
                    <a:ext uri="{9D8B030D-6E8A-4147-A177-3AD203B41FA5}">
                      <a16:colId xmlns:a16="http://schemas.microsoft.com/office/drawing/2014/main" val="4011257485"/>
                    </a:ext>
                  </a:extLst>
                </a:gridCol>
              </a:tblGrid>
              <a:tr h="569273">
                <a:tc gridSpan="2">
                  <a:txBody>
                    <a:bodyPr/>
                    <a:lstStyle/>
                    <a:p>
                      <a:pPr algn="l" fontAlgn="t"/>
                      <a:r>
                        <a:rPr lang="en-GB" sz="1100" b="1" i="0" u="none" strike="noStrike">
                          <a:solidFill>
                            <a:schemeClr val="tx1"/>
                          </a:solidFill>
                          <a:effectLst/>
                          <a:latin typeface="Arial" panose="020B0604020202020204" pitchFamily="34" charset="0"/>
                        </a:rPr>
                        <a:t>Impact</a:t>
                      </a:r>
                    </a:p>
                  </a:txBody>
                  <a:tcPr marL="85725"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CC"/>
                    </a:solidFill>
                  </a:tcPr>
                </a:tc>
                <a:tc hMerge="1">
                  <a:txBody>
                    <a:bodyPr/>
                    <a:lstStyle/>
                    <a:p>
                      <a:endParaRPr lang="en-GB"/>
                    </a:p>
                  </a:txBody>
                  <a:tcPr/>
                </a:tc>
                <a:tc>
                  <a:txBody>
                    <a:bodyPr/>
                    <a:lstStyle/>
                    <a:p>
                      <a:pPr algn="ctr" fontAlgn="t"/>
                      <a:r>
                        <a:rPr lang="en-GB" sz="1100" b="1" i="0" u="none" strike="noStrike">
                          <a:solidFill>
                            <a:schemeClr val="tx1"/>
                          </a:solidFill>
                          <a:effectLst/>
                          <a:latin typeface="Arial" panose="020B0604020202020204" pitchFamily="34" charset="0"/>
                        </a:rPr>
                        <a:t>Workstream Leads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CC"/>
                    </a:solidFill>
                  </a:tcPr>
                </a:tc>
                <a:tc>
                  <a:txBody>
                    <a:bodyPr/>
                    <a:lstStyle/>
                    <a:p>
                      <a:pPr algn="ctr" fontAlgn="t"/>
                      <a:r>
                        <a:rPr lang="en-GB" sz="1100" b="1" i="0" u="none" strike="noStrike">
                          <a:solidFill>
                            <a:schemeClr val="tx1"/>
                          </a:solidFill>
                          <a:effectLst/>
                          <a:latin typeface="Arial" panose="020B0604020202020204" pitchFamily="34" charset="0"/>
                        </a:rPr>
                        <a:t>Program Directors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CC"/>
                    </a:solidFill>
                  </a:tcPr>
                </a:tc>
                <a:tc>
                  <a:txBody>
                    <a:bodyPr/>
                    <a:lstStyle/>
                    <a:p>
                      <a:pPr algn="ctr" fontAlgn="t"/>
                      <a:r>
                        <a:rPr lang="en-GB" sz="1100" b="1" i="0" u="none" strike="noStrike">
                          <a:solidFill>
                            <a:schemeClr val="tx1"/>
                          </a:solidFill>
                          <a:effectLst/>
                          <a:latin typeface="Arial" panose="020B0604020202020204" pitchFamily="34" charset="0"/>
                        </a:rPr>
                        <a:t>Steering Group</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CC"/>
                    </a:solidFill>
                  </a:tcPr>
                </a:tc>
                <a:tc>
                  <a:txBody>
                    <a:bodyPr/>
                    <a:lstStyle/>
                    <a:p>
                      <a:pPr algn="ctr" fontAlgn="t"/>
                      <a:r>
                        <a:rPr lang="en-GB" sz="1100" b="1" i="0" u="none" strike="noStrike">
                          <a:solidFill>
                            <a:schemeClr val="tx1"/>
                          </a:solidFill>
                          <a:effectLst/>
                          <a:latin typeface="Arial" panose="020B0604020202020204" pitchFamily="34" charset="0"/>
                        </a:rPr>
                        <a:t>Other…</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66CC"/>
                    </a:solidFill>
                  </a:tcPr>
                </a:tc>
                <a:extLst>
                  <a:ext uri="{0D108BD9-81ED-4DB2-BD59-A6C34878D82A}">
                    <a16:rowId xmlns:a16="http://schemas.microsoft.com/office/drawing/2014/main" val="3397792425"/>
                  </a:ext>
                </a:extLst>
              </a:tr>
              <a:tr h="455420">
                <a:tc>
                  <a:txBody>
                    <a:bodyPr/>
                    <a:lstStyle/>
                    <a:p>
                      <a:pPr algn="ctr" fontAlgn="t"/>
                      <a:r>
                        <a:rPr lang="en-GB" sz="1000" b="1" i="0" u="none" strike="noStrike">
                          <a:solidFill>
                            <a:schemeClr val="tx1"/>
                          </a:solidFill>
                          <a:effectLst/>
                          <a:latin typeface="Arial" panose="020B0604020202020204" pitchFamily="34" charset="0"/>
                          <a:cs typeface="Arial" panose="020B0604020202020204" pitchFamily="34" charset="0"/>
                        </a:rPr>
                        <a:t>Time</a:t>
                      </a:r>
                      <a:br>
                        <a:rPr lang="en-GB" sz="1000" b="1" i="0" u="none" strike="noStrike">
                          <a:solidFill>
                            <a:schemeClr val="tx1"/>
                          </a:solidFill>
                          <a:effectLst/>
                          <a:latin typeface="Arial" panose="020B0604020202020204" pitchFamily="34" charset="0"/>
                          <a:cs typeface="Arial" panose="020B0604020202020204" pitchFamily="34" charset="0"/>
                        </a:rPr>
                      </a:br>
                      <a:r>
                        <a:rPr lang="en-GB" sz="1000" b="1" i="0" u="none" strike="noStrike">
                          <a:solidFill>
                            <a:schemeClr val="tx1"/>
                          </a:solidFill>
                          <a:effectLst/>
                          <a:latin typeface="Arial" panose="020B0604020202020204" pitchFamily="34" charset="0"/>
                          <a:cs typeface="Arial" panose="020B0604020202020204" pitchFamily="34" charset="0"/>
                        </a:rPr>
                        <a:t>(Level 0)</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1000" b="0" i="0" u="none" strike="noStrike">
                          <a:solidFill>
                            <a:schemeClr val="tx1"/>
                          </a:solidFill>
                          <a:effectLst/>
                          <a:latin typeface="Arial" panose="020B0604020202020204" pitchFamily="34" charset="0"/>
                          <a:cs typeface="Arial" panose="020B0604020202020204" pitchFamily="34" charset="0"/>
                        </a:rPr>
                        <a:t>Affect or may affect the Level 0 Plan</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GB" sz="2000" b="0" i="0" u="none" strike="noStrike">
                        <a:solidFill>
                          <a:schemeClr val="tx1"/>
                        </a:solidFill>
                        <a:effectLst/>
                        <a:latin typeface="Wingdings" panose="05000000000000000000" pitchFamily="2" charset="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5924032"/>
                  </a:ext>
                </a:extLst>
              </a:tr>
              <a:tr h="182167">
                <a:tc gridSpan="5">
                  <a:txBody>
                    <a:bodyPr/>
                    <a:lstStyle/>
                    <a:p>
                      <a:pPr algn="ctr" fontAlgn="t"/>
                      <a:r>
                        <a:rPr lang="en-GB" sz="800" b="1" i="0" u="none" strike="noStrike">
                          <a:solidFill>
                            <a:schemeClr val="tx1"/>
                          </a:solidFill>
                          <a:effectLst/>
                          <a:latin typeface="Arial" panose="020B0604020202020204" pitchFamily="34"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ctr" fontAlgn="t"/>
                      <a:endParaRPr lang="en-GB" sz="800" b="1" i="0" u="none" strike="noStrike">
                        <a:solidFill>
                          <a:schemeClr val="tx1"/>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extLst>
                  <a:ext uri="{0D108BD9-81ED-4DB2-BD59-A6C34878D82A}">
                    <a16:rowId xmlns:a16="http://schemas.microsoft.com/office/drawing/2014/main" val="1123474084"/>
                  </a:ext>
                </a:extLst>
              </a:tr>
              <a:tr h="500961">
                <a:tc>
                  <a:txBody>
                    <a:bodyPr/>
                    <a:lstStyle/>
                    <a:p>
                      <a:pPr algn="ctr" fontAlgn="t"/>
                      <a:r>
                        <a:rPr lang="en-GB" sz="1000" b="1" i="0" u="none" strike="noStrike">
                          <a:solidFill>
                            <a:schemeClr val="tx1"/>
                          </a:solidFill>
                          <a:effectLst/>
                          <a:latin typeface="Arial" panose="020B0604020202020204" pitchFamily="34" charset="0"/>
                          <a:cs typeface="Arial" panose="020B0604020202020204" pitchFamily="34" charset="0"/>
                        </a:rPr>
                        <a:t>Time</a:t>
                      </a:r>
                      <a:br>
                        <a:rPr lang="en-GB" sz="1000" b="1" i="0" u="none" strike="noStrike">
                          <a:solidFill>
                            <a:schemeClr val="tx1"/>
                          </a:solidFill>
                          <a:effectLst/>
                          <a:latin typeface="Arial" panose="020B0604020202020204" pitchFamily="34" charset="0"/>
                          <a:cs typeface="Arial" panose="020B0604020202020204" pitchFamily="34" charset="0"/>
                        </a:rPr>
                      </a:br>
                      <a:r>
                        <a:rPr lang="en-GB" sz="1000" b="1" i="0" u="none" strike="noStrike">
                          <a:solidFill>
                            <a:schemeClr val="tx1"/>
                          </a:solidFill>
                          <a:effectLst/>
                          <a:latin typeface="Arial" panose="020B0604020202020204" pitchFamily="34" charset="0"/>
                          <a:cs typeface="Arial" panose="020B0604020202020204" pitchFamily="34" charset="0"/>
                        </a:rPr>
                        <a:t>(Level 1)</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1000" b="0" i="0" u="none" strike="noStrike">
                          <a:solidFill>
                            <a:schemeClr val="tx1"/>
                          </a:solidFill>
                          <a:effectLst/>
                          <a:latin typeface="Arial" panose="020B0604020202020204" pitchFamily="34" charset="0"/>
                          <a:cs typeface="Arial" panose="020B0604020202020204" pitchFamily="34" charset="0"/>
                        </a:rPr>
                        <a:t>Affect or may affect the Level 1 Plans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û</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GB" sz="2000" b="0" i="0" u="none" strike="noStrike">
                        <a:solidFill>
                          <a:schemeClr val="tx1"/>
                        </a:solidFill>
                        <a:effectLst/>
                        <a:latin typeface="Wingdings" panose="05000000000000000000" pitchFamily="2" charset="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41997737"/>
                  </a:ext>
                </a:extLst>
              </a:tr>
              <a:tr h="185014">
                <a:tc gridSpan="5">
                  <a:txBody>
                    <a:bodyPr/>
                    <a:lstStyle/>
                    <a:p>
                      <a:pPr algn="l" fontAlgn="b"/>
                      <a:endParaRPr lang="en-GB" sz="600" b="0" i="0" u="none" strike="noStrike">
                        <a:solidFill>
                          <a:schemeClr val="tx1"/>
                        </a:solidFill>
                        <a:effectLst/>
                        <a:latin typeface="Arial" panose="020B0604020202020204" pitchFamily="34" charset="0"/>
                        <a:cs typeface="Arial" panose="020B06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endParaRPr lang="en-GB" sz="600" b="0" i="0" u="none" strike="noStrike">
                        <a:solidFill>
                          <a:schemeClr val="tx1"/>
                        </a:solidFill>
                        <a:effectLst/>
                        <a:latin typeface="Arial Narrow" panose="020B0606020202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extLst>
                  <a:ext uri="{0D108BD9-81ED-4DB2-BD59-A6C34878D82A}">
                    <a16:rowId xmlns:a16="http://schemas.microsoft.com/office/drawing/2014/main" val="839868257"/>
                  </a:ext>
                </a:extLst>
              </a:tr>
              <a:tr h="455420">
                <a:tc>
                  <a:txBody>
                    <a:bodyPr/>
                    <a:lstStyle/>
                    <a:p>
                      <a:pPr algn="ctr" fontAlgn="t"/>
                      <a:r>
                        <a:rPr lang="en-GB" sz="1000" b="1" i="0" u="none" strike="noStrike">
                          <a:solidFill>
                            <a:schemeClr val="tx1"/>
                          </a:solidFill>
                          <a:effectLst/>
                          <a:latin typeface="Arial" panose="020B0604020202020204" pitchFamily="34" charset="0"/>
                          <a:cs typeface="Arial" panose="020B0604020202020204" pitchFamily="34" charset="0"/>
                        </a:rPr>
                        <a:t>Scope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1000" b="0" i="0" u="none" strike="noStrike">
                          <a:solidFill>
                            <a:schemeClr val="tx1"/>
                          </a:solidFill>
                          <a:effectLst/>
                          <a:latin typeface="Arial" panose="020B0604020202020204" pitchFamily="34" charset="0"/>
                          <a:cs typeface="Arial" panose="020B0604020202020204" pitchFamily="34" charset="0"/>
                        </a:rPr>
                        <a:t>Affect Programme Scope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GB" sz="2000" b="0" i="0" u="none" strike="noStrike">
                        <a:solidFill>
                          <a:schemeClr val="tx1"/>
                        </a:solidFill>
                        <a:effectLst/>
                        <a:latin typeface="Wingdings" panose="05000000000000000000" pitchFamily="2" charset="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2289331"/>
                  </a:ext>
                </a:extLst>
              </a:tr>
              <a:tr h="156550">
                <a:tc gridSpan="5">
                  <a:txBody>
                    <a:bodyPr/>
                    <a:lstStyle/>
                    <a:p>
                      <a:pPr algn="l" fontAlgn="b"/>
                      <a:endParaRPr lang="en-GB" sz="600" b="0" i="0" u="none" strike="noStrike">
                        <a:solidFill>
                          <a:schemeClr val="tx1"/>
                        </a:solidFill>
                        <a:effectLst/>
                        <a:latin typeface="Arial" panose="020B0604020202020204" pitchFamily="34" charset="0"/>
                        <a:cs typeface="Arial" panose="020B06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endParaRPr lang="en-GB" sz="600" b="0" i="0" u="none" strike="noStrike">
                        <a:solidFill>
                          <a:schemeClr val="tx1"/>
                        </a:solidFill>
                        <a:effectLst/>
                        <a:latin typeface="Arial Narrow" panose="020B0606020202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extLst>
                  <a:ext uri="{0D108BD9-81ED-4DB2-BD59-A6C34878D82A}">
                    <a16:rowId xmlns:a16="http://schemas.microsoft.com/office/drawing/2014/main" val="929935727"/>
                  </a:ext>
                </a:extLst>
              </a:tr>
              <a:tr h="455420">
                <a:tc>
                  <a:txBody>
                    <a:bodyPr/>
                    <a:lstStyle/>
                    <a:p>
                      <a:pPr algn="ctr" fontAlgn="t"/>
                      <a:r>
                        <a:rPr lang="en-GB" sz="1000" b="1" i="0" u="none" strike="noStrike">
                          <a:solidFill>
                            <a:schemeClr val="tx1"/>
                          </a:solidFill>
                          <a:effectLst/>
                          <a:latin typeface="Arial" panose="020B0604020202020204" pitchFamily="34" charset="0"/>
                          <a:cs typeface="Arial" panose="020B0604020202020204" pitchFamily="34" charset="0"/>
                        </a:rPr>
                        <a:t>RAID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1000" b="0" i="0" u="none" strike="noStrike">
                          <a:solidFill>
                            <a:schemeClr val="tx1"/>
                          </a:solidFill>
                          <a:effectLst/>
                          <a:latin typeface="Arial" panose="020B0604020202020204" pitchFamily="34" charset="0"/>
                          <a:cs typeface="Arial" panose="020B0604020202020204" pitchFamily="34" charset="0"/>
                        </a:rPr>
                        <a:t>Workstream</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û</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û</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GB" sz="2000" b="0" i="0" u="none" strike="noStrike">
                        <a:solidFill>
                          <a:schemeClr val="tx1"/>
                        </a:solidFill>
                        <a:effectLst/>
                        <a:latin typeface="Wingdings" panose="05000000000000000000" pitchFamily="2" charset="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34964854"/>
                  </a:ext>
                </a:extLst>
              </a:tr>
              <a:tr h="182167">
                <a:tc gridSpan="5">
                  <a:txBody>
                    <a:bodyPr/>
                    <a:lstStyle/>
                    <a:p>
                      <a:pPr algn="ctr" fontAlgn="t"/>
                      <a:r>
                        <a:rPr lang="en-GB" sz="800" b="1" i="0" u="none" strike="noStrike">
                          <a:solidFill>
                            <a:schemeClr val="tx1"/>
                          </a:solidFill>
                          <a:effectLst/>
                          <a:latin typeface="Arial" panose="020B0604020202020204" pitchFamily="34" charset="0"/>
                          <a:cs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a:txBody>
                    <a:bodyPr/>
                    <a:lstStyle/>
                    <a:p>
                      <a:pPr algn="ctr" fontAlgn="t"/>
                      <a:endParaRPr lang="en-GB" sz="800" b="1" i="0" u="none" strike="noStrike">
                        <a:solidFill>
                          <a:schemeClr val="tx1"/>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extLst>
                  <a:ext uri="{0D108BD9-81ED-4DB2-BD59-A6C34878D82A}">
                    <a16:rowId xmlns:a16="http://schemas.microsoft.com/office/drawing/2014/main" val="2823398483"/>
                  </a:ext>
                </a:extLst>
              </a:tr>
              <a:tr h="455420">
                <a:tc>
                  <a:txBody>
                    <a:bodyPr/>
                    <a:lstStyle/>
                    <a:p>
                      <a:pPr algn="ctr" fontAlgn="t"/>
                      <a:r>
                        <a:rPr lang="en-GB" sz="1000" b="1" i="0" u="none" strike="noStrike">
                          <a:solidFill>
                            <a:schemeClr val="tx1"/>
                          </a:solidFill>
                          <a:effectLst/>
                          <a:latin typeface="Arial" panose="020B0604020202020204" pitchFamily="34" charset="0"/>
                          <a:cs typeface="Arial" panose="020B0604020202020204" pitchFamily="34" charset="0"/>
                        </a:rPr>
                        <a:t>RAID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1000" b="0" i="0" u="none" strike="noStrike">
                          <a:solidFill>
                            <a:schemeClr val="tx1"/>
                          </a:solidFill>
                          <a:effectLst/>
                          <a:latin typeface="Arial" panose="020B0604020202020204" pitchFamily="34" charset="0"/>
                          <a:cs typeface="Arial" panose="020B0604020202020204" pitchFamily="34" charset="0"/>
                        </a:rPr>
                        <a:t>Program Leads</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r>
                        <a:rPr lang="en-GB" sz="2000" b="0" i="0" u="none" strike="noStrike">
                          <a:solidFill>
                            <a:schemeClr val="tx1"/>
                          </a:solidFill>
                          <a:effectLst/>
                          <a:latin typeface="Wingdings" panose="05000000000000000000" pitchFamily="2" charset="2"/>
                        </a:rPr>
                        <a:t>û</a:t>
                      </a:r>
                      <a:endParaRPr lang="en-GB" sz="600" b="0" i="0" u="none" strike="noStrike">
                        <a:solidFill>
                          <a:schemeClr val="tx1"/>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b"/>
                      <a:endParaRPr lang="en-GB" sz="600" b="0" i="0" u="none" strike="noStrike">
                        <a:solidFill>
                          <a:schemeClr val="tx1"/>
                        </a:solidFill>
                        <a:effectLst/>
                        <a:latin typeface="Arial Narrow" panose="020B0606020202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01277193"/>
                  </a:ext>
                </a:extLst>
              </a:tr>
              <a:tr h="185014">
                <a:tc gridSpan="5">
                  <a:txBody>
                    <a:bodyPr/>
                    <a:lstStyle/>
                    <a:p>
                      <a:pPr algn="l" fontAlgn="b"/>
                      <a:endParaRPr lang="en-GB" sz="600" b="0" i="0" u="none" strike="noStrike">
                        <a:solidFill>
                          <a:schemeClr val="tx1"/>
                        </a:solidFill>
                        <a:effectLst/>
                        <a:latin typeface="Arial" panose="020B0604020202020204" pitchFamily="34" charset="0"/>
                        <a:cs typeface="Arial" panose="020B060402020202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endParaRPr lang="en-GB" sz="600" b="0" i="0" u="none" strike="noStrike">
                        <a:solidFill>
                          <a:schemeClr val="tx1"/>
                        </a:solidFill>
                        <a:effectLst/>
                        <a:latin typeface="Arial Narrow" panose="020B0606020202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extLst>
                  <a:ext uri="{0D108BD9-81ED-4DB2-BD59-A6C34878D82A}">
                    <a16:rowId xmlns:a16="http://schemas.microsoft.com/office/drawing/2014/main" val="115480598"/>
                  </a:ext>
                </a:extLst>
              </a:tr>
              <a:tr h="455420">
                <a:tc>
                  <a:txBody>
                    <a:bodyPr/>
                    <a:lstStyle/>
                    <a:p>
                      <a:pPr algn="ctr" fontAlgn="t"/>
                      <a:r>
                        <a:rPr lang="en-GB" sz="1000" b="1" i="0" u="none" strike="noStrike">
                          <a:solidFill>
                            <a:schemeClr val="tx1"/>
                          </a:solidFill>
                          <a:effectLst/>
                          <a:latin typeface="Arial" panose="020B0604020202020204" pitchFamily="34" charset="0"/>
                          <a:cs typeface="Arial" panose="020B0604020202020204" pitchFamily="34" charset="0"/>
                        </a:rPr>
                        <a:t>RAID</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1000" b="0" i="0" u="none" strike="noStrike">
                          <a:solidFill>
                            <a:schemeClr val="tx1"/>
                          </a:solidFill>
                          <a:effectLst/>
                          <a:latin typeface="Arial" panose="020B0604020202020204" pitchFamily="34" charset="0"/>
                          <a:cs typeface="Arial" panose="020B0604020202020204" pitchFamily="34" charset="0"/>
                        </a:rPr>
                        <a:t>Overall Programme</a:t>
                      </a:r>
                    </a:p>
                  </a:txBody>
                  <a:tcPr marL="0" marR="0"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r>
                        <a:rPr lang="en-GB" sz="2000" b="0" i="0" u="none" strike="noStrike">
                          <a:solidFill>
                            <a:schemeClr val="tx1"/>
                          </a:solidFill>
                          <a:effectLst/>
                          <a:latin typeface="Wingdings" panose="05000000000000000000" pitchFamily="2" charset="2"/>
                        </a:rPr>
                        <a:t>ü</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t"/>
                      <a:endParaRPr lang="en-GB" sz="2000" b="0" i="0" u="none" strike="noStrike">
                        <a:solidFill>
                          <a:schemeClr val="tx1"/>
                        </a:solidFill>
                        <a:effectLst/>
                        <a:latin typeface="Wingdings" panose="05000000000000000000" pitchFamily="2" charset="2"/>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358797"/>
                  </a:ext>
                </a:extLst>
              </a:tr>
              <a:tr h="227709">
                <a:tc gridSpan="5">
                  <a:txBody>
                    <a:bodyPr/>
                    <a:lstStyle/>
                    <a:p>
                      <a:pPr algn="l" fontAlgn="b"/>
                      <a:endParaRPr lang="en-GB" sz="1000" b="0" i="0" u="none" strike="noStrike">
                        <a:solidFill>
                          <a:schemeClr val="tx1"/>
                        </a:solidFill>
                        <a:effectLst/>
                        <a:latin typeface="Arial Narrow" panose="020B0606020202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hMerge="1">
                  <a:txBody>
                    <a:bodyPr/>
                    <a:lstStyle/>
                    <a:p>
                      <a:pPr algn="l" fontAlgn="b"/>
                      <a:r>
                        <a:rPr lang="en-GB" sz="1000" b="0" i="0" u="none" strike="noStrike">
                          <a:effectLst/>
                          <a:latin typeface="Arial Narrow" panose="020B0606020202030204" pitchFamily="34" charset="0"/>
                        </a:rPr>
                        <a:t> </a:t>
                      </a: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99"/>
                    </a:solidFill>
                  </a:tcPr>
                </a:tc>
                <a:tc>
                  <a:txBody>
                    <a:bodyPr/>
                    <a:lstStyle/>
                    <a:p>
                      <a:pPr algn="l" fontAlgn="b"/>
                      <a:endParaRPr lang="en-GB" sz="600" b="0" i="0" u="none" strike="noStrike">
                        <a:solidFill>
                          <a:schemeClr val="tx1"/>
                        </a:solidFill>
                        <a:effectLst/>
                        <a:latin typeface="Arial Narrow" panose="020B0606020202030204" pitchFamily="34" charset="0"/>
                      </a:endParaRPr>
                    </a:p>
                  </a:txBody>
                  <a:tcPr marL="0" marR="0" marT="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33CC"/>
                    </a:solidFill>
                  </a:tcPr>
                </a:tc>
                <a:extLst>
                  <a:ext uri="{0D108BD9-81ED-4DB2-BD59-A6C34878D82A}">
                    <a16:rowId xmlns:a16="http://schemas.microsoft.com/office/drawing/2014/main" val="3873350225"/>
                  </a:ext>
                </a:extLst>
              </a:tr>
            </a:tbl>
          </a:graphicData>
        </a:graphic>
      </p:graphicFrame>
      <p:sp>
        <p:nvSpPr>
          <p:cNvPr id="157" name="Rectangle 156">
            <a:extLst>
              <a:ext uri="{FF2B5EF4-FFF2-40B4-BE49-F238E27FC236}">
                <a16:creationId xmlns:a16="http://schemas.microsoft.com/office/drawing/2014/main" id="{8FD1750F-1C55-82F8-944F-9401609F7501}"/>
              </a:ext>
            </a:extLst>
          </p:cNvPr>
          <p:cNvSpPr>
            <a:spLocks noChangeArrowheads="1"/>
          </p:cNvSpPr>
          <p:nvPr/>
        </p:nvSpPr>
        <p:spPr bwMode="auto">
          <a:xfrm>
            <a:off x="4431506" y="4855687"/>
            <a:ext cx="523875" cy="1200150"/>
          </a:xfrm>
          <a:prstGeom prst="rect">
            <a:avLst/>
          </a:prstGeom>
          <a:noFill/>
          <a:ln>
            <a:noFill/>
          </a:ln>
          <a:effectLst/>
          <a:extLst>
            <a:ext uri="{909E8E84-426E-40DD-AFC4-6F175D3DCCD1}">
              <a14:hiddenFill xmlns:a14="http://schemas.microsoft.com/office/drawing/2010/main">
                <a:solidFill>
                  <a:srgbClr val="BBE0E3"/>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lIns="91440" tIns="45720" rIns="91440" bIns="45720" anchor="t"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l" rtl="0">
              <a:defRPr sz="1000"/>
            </a:pPr>
            <a:endParaRPr lang="en-GB" sz="1800" b="0" i="0" u="none" strike="noStrike" baseline="0">
              <a:solidFill>
                <a:srgbClr val="000000"/>
              </a:solidFill>
              <a:latin typeface="Arial"/>
              <a:cs typeface="Arial"/>
            </a:endParaRPr>
          </a:p>
          <a:p>
            <a:pPr algn="l" rtl="0">
              <a:defRPr sz="1000"/>
            </a:pPr>
            <a:endParaRPr lang="en-GB"/>
          </a:p>
        </p:txBody>
      </p:sp>
    </p:spTree>
    <p:extLst>
      <p:ext uri="{BB962C8B-B14F-4D97-AF65-F5344CB8AC3E}">
        <p14:creationId xmlns:p14="http://schemas.microsoft.com/office/powerpoint/2010/main" val="262639118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36FCBC7F-C041-4D72-D82E-C0DD0CB453A2}"/>
              </a:ext>
            </a:extLst>
          </p:cNvPr>
          <p:cNvSpPr>
            <a:spLocks noGrp="1"/>
          </p:cNvSpPr>
          <p:nvPr>
            <p:ph type="title"/>
          </p:nvPr>
        </p:nvSpPr>
        <p:spPr>
          <a:xfrm>
            <a:off x="220084" y="-102450"/>
            <a:ext cx="9776592" cy="716711"/>
          </a:xfrm>
        </p:spPr>
        <p:txBody>
          <a:bodyPr/>
          <a:lstStyle/>
          <a:p>
            <a:r>
              <a:rPr lang="en-US"/>
              <a:t>inception phase </a:t>
            </a:r>
            <a:br>
              <a:rPr lang="en-US"/>
            </a:br>
            <a:r>
              <a:rPr lang="en-US">
                <a:solidFill>
                  <a:schemeClr val="tx1"/>
                </a:solidFill>
              </a:rPr>
              <a:t>INCEPTION KEY ACTIVITIES – </a:t>
            </a:r>
            <a:r>
              <a:rPr lang="en-US">
                <a:solidFill>
                  <a:schemeClr val="tx1"/>
                </a:solidFill>
                <a:highlight>
                  <a:srgbClr val="FFFF00"/>
                </a:highlight>
              </a:rPr>
              <a:t>to be fine tuned</a:t>
            </a:r>
            <a:endParaRPr lang="en-US">
              <a:solidFill>
                <a:schemeClr val="accent2"/>
              </a:solidFill>
              <a:highlight>
                <a:srgbClr val="FFFF00"/>
              </a:highlight>
            </a:endParaRPr>
          </a:p>
        </p:txBody>
      </p:sp>
      <p:sp>
        <p:nvSpPr>
          <p:cNvPr id="10" name="AutoShape 4">
            <a:extLst>
              <a:ext uri="{FF2B5EF4-FFF2-40B4-BE49-F238E27FC236}">
                <a16:creationId xmlns:a16="http://schemas.microsoft.com/office/drawing/2014/main" id="{52B81F29-42C5-5839-C4B8-67E99486C522}"/>
              </a:ext>
            </a:extLst>
          </p:cNvPr>
          <p:cNvSpPr>
            <a:spLocks noChangeArrowheads="1"/>
          </p:cNvSpPr>
          <p:nvPr/>
        </p:nvSpPr>
        <p:spPr bwMode="auto">
          <a:xfrm>
            <a:off x="335538" y="1038515"/>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Ubuntu"/>
                <a:ea typeface="+mn-ea"/>
                <a:cs typeface="+mn-cs"/>
              </a:rPr>
              <a:t>Start-up &amp;</a:t>
            </a:r>
            <a:br>
              <a:rPr kumimoji="0" lang="en-GB" sz="1200" b="1" i="0" u="none" strike="noStrike" kern="1200" cap="none" spc="0" normalizeH="0" baseline="0" noProof="0">
                <a:ln>
                  <a:noFill/>
                </a:ln>
                <a:solidFill>
                  <a:srgbClr val="FFFFFF"/>
                </a:solidFill>
                <a:effectLst/>
                <a:uLnTx/>
                <a:uFillTx/>
                <a:latin typeface="Ubuntu"/>
                <a:ea typeface="+mn-ea"/>
                <a:cs typeface="+mn-cs"/>
              </a:rPr>
            </a:br>
            <a:r>
              <a:rPr kumimoji="0" lang="en-GB" sz="1200" b="1" i="0" u="none" strike="noStrike" kern="1200" cap="none" spc="0" normalizeH="0" baseline="0" noProof="0">
                <a:ln>
                  <a:noFill/>
                </a:ln>
                <a:solidFill>
                  <a:srgbClr val="FFFFFF"/>
                </a:solidFill>
                <a:effectLst/>
                <a:uLnTx/>
                <a:uFillTx/>
                <a:latin typeface="Ubuntu"/>
                <a:ea typeface="+mn-ea"/>
                <a:cs typeface="+mn-cs"/>
              </a:rPr>
              <a:t>Visioning</a:t>
            </a:r>
          </a:p>
        </p:txBody>
      </p:sp>
      <p:sp>
        <p:nvSpPr>
          <p:cNvPr id="11" name="AutoShape 6">
            <a:extLst>
              <a:ext uri="{FF2B5EF4-FFF2-40B4-BE49-F238E27FC236}">
                <a16:creationId xmlns:a16="http://schemas.microsoft.com/office/drawing/2014/main" id="{D1238252-359C-4EAC-45C2-6A8CA775ABEF}"/>
              </a:ext>
            </a:extLst>
          </p:cNvPr>
          <p:cNvSpPr>
            <a:spLocks noChangeArrowheads="1"/>
          </p:cNvSpPr>
          <p:nvPr/>
        </p:nvSpPr>
        <p:spPr bwMode="auto">
          <a:xfrm>
            <a:off x="4922617" y="1038515"/>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Ubuntu"/>
                <a:ea typeface="+mn-ea"/>
                <a:cs typeface="+mn-cs"/>
              </a:rPr>
              <a:t>Technical Architecture </a:t>
            </a:r>
            <a:br>
              <a:rPr kumimoji="0" lang="en-GB" sz="1200" b="1" i="0" u="none" strike="noStrike" kern="1200" cap="none" spc="0" normalizeH="0" baseline="0" noProof="0">
                <a:ln>
                  <a:noFill/>
                </a:ln>
                <a:solidFill>
                  <a:srgbClr val="FFFFFF"/>
                </a:solidFill>
                <a:effectLst/>
                <a:uLnTx/>
                <a:uFillTx/>
                <a:latin typeface="Ubuntu"/>
                <a:ea typeface="+mn-ea"/>
                <a:cs typeface="+mn-cs"/>
              </a:rPr>
            </a:br>
            <a:r>
              <a:rPr kumimoji="0" lang="en-GB" sz="1200" b="1" i="0" u="none" strike="noStrike" kern="1200" cap="none" spc="0" normalizeH="0" baseline="0" noProof="0">
                <a:ln>
                  <a:noFill/>
                </a:ln>
                <a:solidFill>
                  <a:srgbClr val="FFFFFF"/>
                </a:solidFill>
                <a:effectLst/>
                <a:uLnTx/>
                <a:uFillTx/>
                <a:latin typeface="Ubuntu"/>
                <a:ea typeface="+mn-ea"/>
                <a:cs typeface="+mn-cs"/>
              </a:rPr>
              <a:t>and Analysis</a:t>
            </a:r>
          </a:p>
        </p:txBody>
      </p:sp>
      <p:sp>
        <p:nvSpPr>
          <p:cNvPr id="12" name="AutoShape 6">
            <a:extLst>
              <a:ext uri="{FF2B5EF4-FFF2-40B4-BE49-F238E27FC236}">
                <a16:creationId xmlns:a16="http://schemas.microsoft.com/office/drawing/2014/main" id="{3A22AACE-03B0-EC75-591E-0E2104B8A872}"/>
              </a:ext>
            </a:extLst>
          </p:cNvPr>
          <p:cNvSpPr>
            <a:spLocks noChangeArrowheads="1"/>
          </p:cNvSpPr>
          <p:nvPr/>
        </p:nvSpPr>
        <p:spPr bwMode="auto">
          <a:xfrm>
            <a:off x="2629077" y="1038515"/>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Capability &amp; Scope Analysis (Business Architecture)</a:t>
            </a:r>
            <a:endParaRPr kumimoji="0" lang="en-GB" sz="1200" b="1" i="0" u="none" strike="noStrike" kern="1200" cap="none" spc="0" normalizeH="0" baseline="0" noProof="0">
              <a:ln>
                <a:noFill/>
              </a:ln>
              <a:solidFill>
                <a:srgbClr val="FFFFFF"/>
              </a:solidFill>
              <a:effectLst/>
              <a:uLnTx/>
              <a:uFillTx/>
              <a:latin typeface="Ubuntu"/>
              <a:ea typeface="+mn-ea"/>
              <a:cs typeface="+mn-cs"/>
            </a:endParaRPr>
          </a:p>
        </p:txBody>
      </p:sp>
      <p:sp>
        <p:nvSpPr>
          <p:cNvPr id="14" name="AutoShape 4">
            <a:extLst>
              <a:ext uri="{FF2B5EF4-FFF2-40B4-BE49-F238E27FC236}">
                <a16:creationId xmlns:a16="http://schemas.microsoft.com/office/drawing/2014/main" id="{80055329-70AB-6F1F-5B53-FDAFA70EBB94}"/>
              </a:ext>
            </a:extLst>
          </p:cNvPr>
          <p:cNvSpPr>
            <a:spLocks noChangeArrowheads="1"/>
          </p:cNvSpPr>
          <p:nvPr/>
        </p:nvSpPr>
        <p:spPr bwMode="auto">
          <a:xfrm>
            <a:off x="7216156" y="1038515"/>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GB" sz="1200" b="1" i="0" u="none" strike="noStrike" kern="1200" cap="none" spc="0" normalizeH="0" baseline="0" noProof="0">
                <a:ln>
                  <a:noFill/>
                </a:ln>
                <a:solidFill>
                  <a:srgbClr val="FFFFFF"/>
                </a:solidFill>
                <a:effectLst/>
                <a:uLnTx/>
                <a:uFillTx/>
                <a:latin typeface="Ubuntu"/>
                <a:ea typeface="+mn-ea"/>
                <a:cs typeface="+mn-cs"/>
              </a:rPr>
              <a:t>Implementation </a:t>
            </a:r>
            <a:br>
              <a:rPr kumimoji="0" lang="en-GB" sz="1200" b="1" i="0" u="none" strike="noStrike" kern="1200" cap="none" spc="0" normalizeH="0" baseline="0" noProof="0">
                <a:ln>
                  <a:noFill/>
                </a:ln>
                <a:solidFill>
                  <a:srgbClr val="FFFFFF"/>
                </a:solidFill>
                <a:effectLst/>
                <a:uLnTx/>
                <a:uFillTx/>
                <a:latin typeface="Ubuntu"/>
                <a:ea typeface="+mn-ea"/>
                <a:cs typeface="+mn-cs"/>
              </a:rPr>
            </a:br>
            <a:r>
              <a:rPr kumimoji="0" lang="en-GB" sz="1200" b="1" i="0" u="none" strike="noStrike" kern="1200" cap="none" spc="0" normalizeH="0" baseline="0" noProof="0">
                <a:ln>
                  <a:noFill/>
                </a:ln>
                <a:solidFill>
                  <a:srgbClr val="FFFFFF"/>
                </a:solidFill>
                <a:effectLst/>
                <a:uLnTx/>
                <a:uFillTx/>
                <a:latin typeface="Ubuntu"/>
                <a:ea typeface="+mn-ea"/>
                <a:cs typeface="+mn-cs"/>
              </a:rPr>
              <a:t>Planning</a:t>
            </a:r>
          </a:p>
        </p:txBody>
      </p:sp>
      <p:sp>
        <p:nvSpPr>
          <p:cNvPr id="15" name="AutoShape 6">
            <a:extLst>
              <a:ext uri="{FF2B5EF4-FFF2-40B4-BE49-F238E27FC236}">
                <a16:creationId xmlns:a16="http://schemas.microsoft.com/office/drawing/2014/main" id="{CC114799-AAB7-F97C-8429-F19C30770CFF}"/>
              </a:ext>
            </a:extLst>
          </p:cNvPr>
          <p:cNvSpPr>
            <a:spLocks noChangeArrowheads="1"/>
          </p:cNvSpPr>
          <p:nvPr/>
        </p:nvSpPr>
        <p:spPr bwMode="auto">
          <a:xfrm>
            <a:off x="9509695" y="1038515"/>
            <a:ext cx="2205044" cy="389730"/>
          </a:xfrm>
          <a:prstGeom prst="roundRect">
            <a:avLst/>
          </a:prstGeom>
          <a:solidFill>
            <a:schemeClr val="accent1"/>
          </a:solidFill>
          <a:ln w="12700" algn="ctr">
            <a:noFill/>
            <a:miter lim="800000"/>
            <a:headEnd/>
            <a:tailEnd/>
          </a:ln>
          <a:effectLst/>
        </p:spPr>
        <p:txBody>
          <a:bodyPr lIns="36000" tIns="49846" rIns="36000" bIns="49846" anchor="ctr"/>
          <a:lstStyle/>
          <a:p>
            <a:pPr marL="0" marR="0" lvl="0" indent="0" algn="ctr" defTabSz="703402" rtl="0" eaLnBrk="0" fontAlgn="auto" latinLnBrk="0" hangingPunct="0">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FFFFFF"/>
                </a:solidFill>
                <a:effectLst/>
                <a:uLnTx/>
                <a:uFillTx/>
                <a:latin typeface="Ubuntu"/>
                <a:ea typeface="+mn-ea"/>
                <a:cs typeface="+mn-cs"/>
              </a:rPr>
              <a:t>Test </a:t>
            </a:r>
            <a:br>
              <a:rPr kumimoji="0" lang="en-US" sz="1200" b="1" i="0" u="none" strike="noStrike" kern="1200" cap="none" spc="0" normalizeH="0" baseline="0" noProof="0">
                <a:ln>
                  <a:noFill/>
                </a:ln>
                <a:solidFill>
                  <a:srgbClr val="FFFFFF"/>
                </a:solidFill>
                <a:effectLst/>
                <a:uLnTx/>
                <a:uFillTx/>
                <a:latin typeface="Ubuntu"/>
                <a:ea typeface="+mn-ea"/>
                <a:cs typeface="+mn-cs"/>
              </a:rPr>
            </a:br>
            <a:r>
              <a:rPr kumimoji="0" lang="en-US" sz="1200" b="1" i="0" u="none" strike="noStrike" kern="1200" cap="none" spc="0" normalizeH="0" baseline="0" noProof="0">
                <a:ln>
                  <a:noFill/>
                </a:ln>
                <a:solidFill>
                  <a:srgbClr val="FFFFFF"/>
                </a:solidFill>
                <a:effectLst/>
                <a:uLnTx/>
                <a:uFillTx/>
                <a:latin typeface="Ubuntu"/>
                <a:ea typeface="+mn-ea"/>
                <a:cs typeface="+mn-cs"/>
              </a:rPr>
              <a:t>Strategy</a:t>
            </a:r>
            <a:endParaRPr kumimoji="0" lang="en-GB" sz="1200" b="1" i="0" u="none" strike="noStrike" kern="1200" cap="none" spc="0" normalizeH="0" baseline="0" noProof="0">
              <a:ln>
                <a:noFill/>
              </a:ln>
              <a:solidFill>
                <a:srgbClr val="FFFFFF"/>
              </a:solidFill>
              <a:effectLst/>
              <a:uLnTx/>
              <a:uFillTx/>
              <a:latin typeface="Ubuntu"/>
              <a:ea typeface="+mn-ea"/>
              <a:cs typeface="+mn-cs"/>
            </a:endParaRPr>
          </a:p>
        </p:txBody>
      </p:sp>
      <p:sp>
        <p:nvSpPr>
          <p:cNvPr id="17" name="Text Box 14">
            <a:extLst>
              <a:ext uri="{FF2B5EF4-FFF2-40B4-BE49-F238E27FC236}">
                <a16:creationId xmlns:a16="http://schemas.microsoft.com/office/drawing/2014/main" id="{E364B1D1-31B1-AB5A-235E-A3E8E709454D}"/>
              </a:ext>
            </a:extLst>
          </p:cNvPr>
          <p:cNvSpPr txBox="1">
            <a:spLocks noChangeArrowheads="1"/>
          </p:cNvSpPr>
          <p:nvPr/>
        </p:nvSpPr>
        <p:spPr bwMode="auto">
          <a:xfrm>
            <a:off x="2629078" y="1490437"/>
            <a:ext cx="2206800" cy="3116238"/>
          </a:xfrm>
          <a:prstGeom prst="rect">
            <a:avLst/>
          </a:prstGeom>
          <a:solidFill>
            <a:schemeClr val="bg1">
              <a:lumMod val="95000"/>
            </a:schemeClr>
          </a:solid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Understand high level Target </a:t>
            </a:r>
            <a:br>
              <a:rPr kumimoji="0" lang="en-US" sz="1000" b="0" i="0" u="none" strike="noStrike" kern="1200" cap="none" spc="0" normalizeH="0" baseline="0" noProof="0">
                <a:ln>
                  <a:noFill/>
                </a:ln>
                <a:effectLst/>
                <a:uLnTx/>
                <a:uFillTx/>
                <a:latin typeface="Ubuntu"/>
                <a:ea typeface="+mn-ea"/>
                <a:cs typeface="+mn-cs"/>
              </a:rPr>
            </a:br>
            <a:r>
              <a:rPr kumimoji="0" lang="en-US" sz="1000" b="0" i="0" u="none" strike="noStrike" kern="1200" cap="none" spc="0" normalizeH="0" baseline="0" noProof="0">
                <a:ln>
                  <a:noFill/>
                </a:ln>
                <a:effectLst/>
                <a:uLnTx/>
                <a:uFillTx/>
                <a:latin typeface="Ubuntu"/>
                <a:ea typeface="+mn-ea"/>
                <a:cs typeface="+mn-cs"/>
              </a:rPr>
              <a:t>Operating Model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Understand current state policy “as-is” Business Processes, supporting data, and </a:t>
            </a:r>
            <a:br>
              <a:rPr kumimoji="0" lang="en-US" sz="1000" b="0" i="0" u="none" strike="noStrike" kern="1200" cap="none" spc="0" normalizeH="0" baseline="0" noProof="0">
                <a:ln>
                  <a:noFill/>
                </a:ln>
                <a:effectLst/>
                <a:uLnTx/>
                <a:uFillTx/>
                <a:latin typeface="Ubuntu"/>
                <a:ea typeface="+mn-ea"/>
                <a:cs typeface="+mn-cs"/>
              </a:rPr>
            </a:br>
            <a:r>
              <a:rPr kumimoji="0" lang="en-US" sz="1000" b="0" i="0" u="none" strike="noStrike" kern="1200" cap="none" spc="0" normalizeH="0" baseline="0" noProof="0">
                <a:ln>
                  <a:noFill/>
                </a:ln>
                <a:effectLst/>
                <a:uLnTx/>
                <a:uFillTx/>
                <a:latin typeface="Ubuntu"/>
                <a:ea typeface="+mn-ea"/>
                <a:cs typeface="+mn-cs"/>
              </a:rPr>
              <a:t>supporting technology</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Identify key business process re-engineering areas based on business priority, business function and capability, and leading practices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Define Future State “to-be” business processes, supporting data, and supporting technology</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Define functional and non-functional requirements for GPAS Implementation</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Define high-level operational reporting and analysis requirements </a:t>
            </a:r>
          </a:p>
        </p:txBody>
      </p:sp>
      <p:sp>
        <p:nvSpPr>
          <p:cNvPr id="18" name="Text Box 21">
            <a:extLst>
              <a:ext uri="{FF2B5EF4-FFF2-40B4-BE49-F238E27FC236}">
                <a16:creationId xmlns:a16="http://schemas.microsoft.com/office/drawing/2014/main" id="{311304A1-105F-D9ED-3C6E-88C4F9A0A867}"/>
              </a:ext>
            </a:extLst>
          </p:cNvPr>
          <p:cNvSpPr txBox="1">
            <a:spLocks noChangeArrowheads="1"/>
          </p:cNvSpPr>
          <p:nvPr/>
        </p:nvSpPr>
        <p:spPr bwMode="auto">
          <a:xfrm>
            <a:off x="335538" y="1490437"/>
            <a:ext cx="2206800" cy="2192908"/>
          </a:xfrm>
          <a:prstGeom prst="rect">
            <a:avLst/>
          </a:prstGeom>
          <a:solidFill>
            <a:schemeClr val="bg1">
              <a:lumMod val="95000"/>
            </a:schemeClr>
          </a:solid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Project Kick-off and On-boarding </a:t>
            </a:r>
            <a:br>
              <a:rPr kumimoji="0" lang="en-US" sz="1000" b="0" i="0" u="none" strike="noStrike" kern="1200" cap="none" spc="0" normalizeH="0" baseline="0" noProof="0">
                <a:ln>
                  <a:noFill/>
                </a:ln>
                <a:effectLst/>
                <a:uLnTx/>
                <a:uFillTx/>
                <a:latin typeface="Ubuntu"/>
                <a:ea typeface="+mn-ea"/>
                <a:cs typeface="+mn-cs"/>
              </a:rPr>
            </a:br>
            <a:r>
              <a:rPr kumimoji="0" lang="en-US" sz="1000" b="0" i="0" u="none" strike="noStrike" kern="1200" cap="none" spc="0" normalizeH="0" baseline="0" noProof="0">
                <a:ln>
                  <a:noFill/>
                </a:ln>
                <a:effectLst/>
                <a:uLnTx/>
                <a:uFillTx/>
                <a:latin typeface="Ubuntu"/>
                <a:ea typeface="+mn-ea"/>
                <a:cs typeface="+mn-cs"/>
              </a:rPr>
              <a:t>of Resources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Develop Policy Core Implementation Project Charter and Governance Plan</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Update Roles and Responsibilities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Assist with updated Stakeholder Analysis\Setup of Project </a:t>
            </a:r>
            <a:br>
              <a:rPr kumimoji="0" lang="en-US" sz="1000" b="0" i="0" u="none" strike="noStrike" kern="1200" cap="none" spc="0" normalizeH="0" baseline="0" noProof="0">
                <a:ln>
                  <a:noFill/>
                </a:ln>
                <a:effectLst/>
                <a:uLnTx/>
                <a:uFillTx/>
                <a:latin typeface="Ubuntu"/>
                <a:ea typeface="+mn-ea"/>
                <a:cs typeface="+mn-cs"/>
              </a:rPr>
            </a:br>
            <a:r>
              <a:rPr kumimoji="0" lang="en-US" sz="1000" b="0" i="0" u="none" strike="noStrike" kern="1200" cap="none" spc="0" normalizeH="0" baseline="0" noProof="0">
                <a:ln>
                  <a:noFill/>
                </a:ln>
                <a:effectLst/>
                <a:uLnTx/>
                <a:uFillTx/>
                <a:latin typeface="Ubuntu"/>
                <a:ea typeface="+mn-ea"/>
                <a:cs typeface="+mn-cs"/>
              </a:rPr>
              <a:t>Management Tools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Develop initial Project Plan – Project Increments, Sprints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Prepare for and conduct Executive Stakeholder visioning session</a:t>
            </a:r>
          </a:p>
        </p:txBody>
      </p:sp>
      <p:sp>
        <p:nvSpPr>
          <p:cNvPr id="19" name="Text Box 14">
            <a:extLst>
              <a:ext uri="{FF2B5EF4-FFF2-40B4-BE49-F238E27FC236}">
                <a16:creationId xmlns:a16="http://schemas.microsoft.com/office/drawing/2014/main" id="{161D02D1-6709-0FA2-F2FF-00267375AC43}"/>
              </a:ext>
            </a:extLst>
          </p:cNvPr>
          <p:cNvSpPr txBox="1">
            <a:spLocks noChangeArrowheads="1"/>
          </p:cNvSpPr>
          <p:nvPr/>
        </p:nvSpPr>
        <p:spPr bwMode="auto">
          <a:xfrm>
            <a:off x="4922617" y="1490437"/>
            <a:ext cx="2206800" cy="5039841"/>
          </a:xfrm>
          <a:prstGeom prst="rect">
            <a:avLst/>
          </a:prstGeom>
          <a:solidFill>
            <a:schemeClr val="bg1">
              <a:lumMod val="95000"/>
            </a:schemeClr>
          </a:solidFill>
          <a:ln w="9525" algn="ctr">
            <a:noFill/>
            <a:miter lim="800000"/>
            <a:headEnd/>
            <a:tailEnd/>
          </a:ln>
          <a:effectLst/>
        </p:spPr>
        <p:txBody>
          <a:bodyPr lIns="0" tIns="0" rIns="0" bIns="0" numCol="1">
            <a:spAutoFit/>
          </a:bodyPr>
          <a:lstStyle/>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Provide architectural support based on best-of-breed Enterprise Policy Architecture practices.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Define a Policy Technical Architecture </a:t>
            </a:r>
            <a:r>
              <a:rPr kumimoji="0" lang="en-US" sz="1000" b="0" i="0" u="none" strike="noStrike" kern="1200" cap="none" spc="-20" normalizeH="0" baseline="0" noProof="0">
                <a:ln>
                  <a:noFill/>
                </a:ln>
                <a:effectLst/>
                <a:uLnTx/>
                <a:uFillTx/>
                <a:latin typeface="Ubuntu"/>
                <a:ea typeface="+mn-ea"/>
                <a:cs typeface="+mn-cs"/>
              </a:rPr>
              <a:t>Framework to cover the GW Policy Platform &amp; its related integration points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Facilitate technology alignment with the strategic intent of the business, ensures IT resources are used responsibly &amp; technology architecture related risks are actively managed</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Identify and document future state transactions inventory &amp; trigger points.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Define, validate and refine Policy Data Conversion approach to cover – open </a:t>
            </a:r>
            <a:r>
              <a:rPr kumimoji="0" lang="en-US" sz="1000" b="0" i="0" u="none" strike="noStrike" kern="1200" cap="none" spc="-20" normalizeH="0" baseline="0" noProof="0">
                <a:ln>
                  <a:noFill/>
                </a:ln>
                <a:effectLst/>
                <a:uLnTx/>
                <a:uFillTx/>
                <a:latin typeface="Ubuntu"/>
                <a:ea typeface="+mn-ea"/>
                <a:cs typeface="+mn-cs"/>
              </a:rPr>
              <a:t>Policy, closed Policy-in-retention &amp; closed Policy for migration to target system.</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Conduct high-level source data profiling to validate the overall approach based on target data model.</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Define, validate and refine the legacy system decommissioning approach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US" sz="1000" b="0" i="0" u="none" strike="noStrike" kern="1200" cap="none" spc="0" normalizeH="0" baseline="0" noProof="0">
                <a:ln>
                  <a:noFill/>
                </a:ln>
                <a:effectLst/>
                <a:uLnTx/>
                <a:uFillTx/>
                <a:latin typeface="Ubuntu"/>
                <a:ea typeface="+mn-ea"/>
                <a:cs typeface="+mn-cs"/>
              </a:rPr>
              <a:t>Produce a Developer on-boarding kit </a:t>
            </a:r>
            <a:r>
              <a:rPr kumimoji="0" lang="en-US" sz="1000" b="0" i="0" u="none" strike="noStrike" kern="1200" cap="none" spc="-40" normalizeH="0" baseline="0" noProof="0">
                <a:ln>
                  <a:noFill/>
                </a:ln>
                <a:effectLst/>
                <a:uLnTx/>
                <a:uFillTx/>
                <a:latin typeface="Ubuntu"/>
                <a:ea typeface="+mn-ea"/>
                <a:cs typeface="+mn-cs"/>
              </a:rPr>
              <a:t>including tool access, standards information </a:t>
            </a:r>
          </a:p>
        </p:txBody>
      </p:sp>
      <p:sp>
        <p:nvSpPr>
          <p:cNvPr id="20" name="Text Box 21">
            <a:extLst>
              <a:ext uri="{FF2B5EF4-FFF2-40B4-BE49-F238E27FC236}">
                <a16:creationId xmlns:a16="http://schemas.microsoft.com/office/drawing/2014/main" id="{51F9B072-82C1-318E-1E82-74FA09A6CDAD}"/>
              </a:ext>
            </a:extLst>
          </p:cNvPr>
          <p:cNvSpPr txBox="1">
            <a:spLocks noChangeArrowheads="1"/>
          </p:cNvSpPr>
          <p:nvPr/>
        </p:nvSpPr>
        <p:spPr bwMode="auto">
          <a:xfrm>
            <a:off x="7216156" y="1490437"/>
            <a:ext cx="2206800" cy="2385268"/>
          </a:xfrm>
          <a:prstGeom prst="rect">
            <a:avLst/>
          </a:prstGeom>
          <a:solidFill>
            <a:schemeClr val="bg1">
              <a:lumMod val="95000"/>
            </a:schemeClr>
          </a:solid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Define estimates for the Implementation effort for the Policy Core Implementation Project initiatives. Detailed estimates for the Policy Core and related integration components for the Policy Core Implementation Project Implementation Phase.</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Detail the timeline and activities to implement the Policy Core platform and its related integration components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Define the dependencies between the various Policy Core Implementation Project initiatives </a:t>
            </a:r>
          </a:p>
        </p:txBody>
      </p:sp>
      <p:sp>
        <p:nvSpPr>
          <p:cNvPr id="21" name="Text Box 21">
            <a:extLst>
              <a:ext uri="{FF2B5EF4-FFF2-40B4-BE49-F238E27FC236}">
                <a16:creationId xmlns:a16="http://schemas.microsoft.com/office/drawing/2014/main" id="{6782AD63-682A-B67A-1EEC-E90C656893E6}"/>
              </a:ext>
            </a:extLst>
          </p:cNvPr>
          <p:cNvSpPr txBox="1">
            <a:spLocks noChangeArrowheads="1"/>
          </p:cNvSpPr>
          <p:nvPr/>
        </p:nvSpPr>
        <p:spPr bwMode="auto">
          <a:xfrm>
            <a:off x="9509695" y="1490437"/>
            <a:ext cx="2206800" cy="2308324"/>
          </a:xfrm>
          <a:prstGeom prst="rect">
            <a:avLst/>
          </a:prstGeom>
          <a:solidFill>
            <a:schemeClr val="bg1">
              <a:lumMod val="95000"/>
            </a:schemeClr>
          </a:solidFill>
          <a:ln w="9525" algn="ctr">
            <a:noFill/>
            <a:miter lim="800000"/>
            <a:headEnd/>
            <a:tailEnd/>
          </a:ln>
          <a:effectLst/>
        </p:spPr>
        <p:txBody>
          <a:bodyPr lIns="0" tIns="0" rIns="0" bIns="0">
            <a:spAutoFit/>
          </a:bodyPr>
          <a:lstStyle/>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Set objectives of quality management activities and document the test objectives in a measurable format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Identify the different phases of testing required and define approach and Entry and Exit criteria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Define Test Environment requirements</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Define Test Data requirements </a:t>
            </a:r>
          </a:p>
          <a:p>
            <a:pPr marL="126000" marR="0" lvl="0" indent="-126000" algn="l" defTabSz="914400" rtl="0" eaLnBrk="1" fontAlgn="auto" latinLnBrk="0" hangingPunct="1">
              <a:lnSpc>
                <a:spcPct val="100000"/>
              </a:lnSpc>
              <a:spcBef>
                <a:spcPts val="0"/>
              </a:spcBef>
              <a:spcAft>
                <a:spcPts val="300"/>
              </a:spcAft>
              <a:buClr>
                <a:srgbClr val="FF33CC"/>
              </a:buClr>
              <a:buSzTx/>
              <a:buFont typeface="Wingdings" panose="05000000000000000000" pitchFamily="2" charset="2"/>
              <a:buChar char="§"/>
              <a:tabLst/>
              <a:defRPr/>
            </a:pPr>
            <a:r>
              <a:rPr kumimoji="0" lang="en-IN" sz="1000" b="0" i="0" u="none" strike="noStrike" kern="1200" cap="none" spc="0" normalizeH="0" baseline="0" noProof="0">
                <a:ln>
                  <a:noFill/>
                </a:ln>
                <a:effectLst/>
                <a:uLnTx/>
                <a:uFillTx/>
                <a:latin typeface="Ubuntu"/>
                <a:ea typeface="+mn-ea"/>
                <a:cs typeface="+mn-cs"/>
              </a:rPr>
              <a:t>Define test process, communication procedures, reporting process and governance procedures for the entire project life cycle. </a:t>
            </a:r>
          </a:p>
        </p:txBody>
      </p:sp>
    </p:spTree>
    <p:extLst>
      <p:ext uri="{BB962C8B-B14F-4D97-AF65-F5344CB8AC3E}">
        <p14:creationId xmlns:p14="http://schemas.microsoft.com/office/powerpoint/2010/main" val="333276221"/>
      </p:ext>
    </p:extLst>
  </p:cSld>
  <p:clrMapOvr>
    <a:masterClrMapping/>
  </p:clrMapOvr>
  <p:extLst>
    <p:ext uri="{6950BFC3-D8DA-4A85-94F7-54DA5524770B}">
      <p188:commentRel xmlns:p188="http://schemas.microsoft.com/office/powerpoint/2018/8/main" r:id="rId2"/>
    </p:ext>
  </p:extLs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CCFEB-0155-411E-8EF4-015919150E22}"/>
              </a:ext>
            </a:extLst>
          </p:cNvPr>
          <p:cNvSpPr>
            <a:spLocks noGrp="1"/>
          </p:cNvSpPr>
          <p:nvPr>
            <p:ph type="title"/>
          </p:nvPr>
        </p:nvSpPr>
        <p:spPr/>
        <p:txBody>
          <a:bodyPr/>
          <a:lstStyle/>
          <a:p>
            <a:r>
              <a:rPr lang="en-US" err="1"/>
              <a:t>Programme</a:t>
            </a:r>
            <a:r>
              <a:rPr lang="en-US"/>
              <a:t> governance model</a:t>
            </a:r>
            <a:br>
              <a:rPr lang="en-US"/>
            </a:br>
            <a:r>
              <a:rPr lang="en-IN" sz="1800">
                <a:solidFill>
                  <a:schemeClr val="accent1"/>
                </a:solidFill>
              </a:rPr>
              <a:t>We will implement a 3-in-a-box Executive Governance structure including Beazley, Capgemini and Guidewire.  </a:t>
            </a:r>
            <a:endParaRPr lang="en-US">
              <a:solidFill>
                <a:schemeClr val="accent1"/>
              </a:solidFill>
            </a:endParaRPr>
          </a:p>
        </p:txBody>
      </p:sp>
      <p:grpSp>
        <p:nvGrpSpPr>
          <p:cNvPr id="160" name="Group 159">
            <a:extLst>
              <a:ext uri="{FF2B5EF4-FFF2-40B4-BE49-F238E27FC236}">
                <a16:creationId xmlns:a16="http://schemas.microsoft.com/office/drawing/2014/main" id="{7DA36771-D4ED-99AC-F653-195EC2B21710}"/>
              </a:ext>
            </a:extLst>
          </p:cNvPr>
          <p:cNvGrpSpPr/>
          <p:nvPr/>
        </p:nvGrpSpPr>
        <p:grpSpPr>
          <a:xfrm>
            <a:off x="551458" y="3240526"/>
            <a:ext cx="10698899" cy="1333043"/>
            <a:chOff x="551458" y="3240526"/>
            <a:chExt cx="11220028" cy="1333043"/>
          </a:xfrm>
        </p:grpSpPr>
        <p:sp>
          <p:nvSpPr>
            <p:cNvPr id="81" name="Line 43">
              <a:extLst>
                <a:ext uri="{FF2B5EF4-FFF2-40B4-BE49-F238E27FC236}">
                  <a16:creationId xmlns:a16="http://schemas.microsoft.com/office/drawing/2014/main" id="{9B870ACF-A9F8-BBF9-2D68-58AC6237CEA9}"/>
                </a:ext>
              </a:extLst>
            </p:cNvPr>
            <p:cNvSpPr>
              <a:spLocks noChangeShapeType="1"/>
            </p:cNvSpPr>
            <p:nvPr/>
          </p:nvSpPr>
          <p:spPr bwMode="gray">
            <a:xfrm>
              <a:off x="551458" y="4573569"/>
              <a:ext cx="1122002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2" name="Line 43">
              <a:extLst>
                <a:ext uri="{FF2B5EF4-FFF2-40B4-BE49-F238E27FC236}">
                  <a16:creationId xmlns:a16="http://schemas.microsoft.com/office/drawing/2014/main" id="{ABD7313B-0BD0-7577-21B9-656EF0372B8B}"/>
                </a:ext>
              </a:extLst>
            </p:cNvPr>
            <p:cNvSpPr>
              <a:spLocks noChangeShapeType="1"/>
            </p:cNvSpPr>
            <p:nvPr/>
          </p:nvSpPr>
          <p:spPr bwMode="gray">
            <a:xfrm>
              <a:off x="551458" y="3240526"/>
              <a:ext cx="11220028"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srgbClr val="000000"/>
                </a:solidFill>
                <a:effectLst/>
                <a:uLnTx/>
                <a:uFillTx/>
                <a:latin typeface="Ubuntu"/>
                <a:ea typeface="+mn-ea"/>
                <a:cs typeface="Arial" pitchFamily="34" charset="0"/>
              </a:endParaRPr>
            </a:p>
          </p:txBody>
        </p:sp>
      </p:grpSp>
      <p:pic>
        <p:nvPicPr>
          <p:cNvPr id="83" name="Graphic 82">
            <a:extLst>
              <a:ext uri="{FF2B5EF4-FFF2-40B4-BE49-F238E27FC236}">
                <a16:creationId xmlns:a16="http://schemas.microsoft.com/office/drawing/2014/main" id="{80EF16C6-3FAF-219F-F96A-93D8591E4824}"/>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688285" y="1542726"/>
            <a:ext cx="1392001" cy="306313"/>
          </a:xfrm>
          <a:prstGeom prst="rect">
            <a:avLst/>
          </a:prstGeom>
        </p:spPr>
      </p:pic>
      <p:cxnSp>
        <p:nvCxnSpPr>
          <p:cNvPr id="84" name="Straight Connector 83">
            <a:extLst>
              <a:ext uri="{FF2B5EF4-FFF2-40B4-BE49-F238E27FC236}">
                <a16:creationId xmlns:a16="http://schemas.microsoft.com/office/drawing/2014/main" id="{8E9F5508-A446-B2D4-C8E5-71C35E1D479C}"/>
              </a:ext>
            </a:extLst>
          </p:cNvPr>
          <p:cNvCxnSpPr>
            <a:cxnSpLocks/>
          </p:cNvCxnSpPr>
          <p:nvPr/>
        </p:nvCxnSpPr>
        <p:spPr>
          <a:xfrm>
            <a:off x="4355877" y="1937954"/>
            <a:ext cx="0" cy="439200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80F3C72-B27B-4385-CE6F-D17A1B408AFB}"/>
              </a:ext>
            </a:extLst>
          </p:cNvPr>
          <p:cNvCxnSpPr>
            <a:cxnSpLocks/>
          </p:cNvCxnSpPr>
          <p:nvPr/>
        </p:nvCxnSpPr>
        <p:spPr>
          <a:xfrm>
            <a:off x="2447401" y="1937954"/>
            <a:ext cx="0" cy="442800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86" name="Picture 85">
            <a:extLst>
              <a:ext uri="{FF2B5EF4-FFF2-40B4-BE49-F238E27FC236}">
                <a16:creationId xmlns:a16="http://schemas.microsoft.com/office/drawing/2014/main" id="{B4A38BD7-377B-34DA-9BDB-B095E47F1582}"/>
              </a:ext>
            </a:extLst>
          </p:cNvPr>
          <p:cNvPicPr>
            <a:picLocks noChangeAspect="1"/>
          </p:cNvPicPr>
          <p:nvPr/>
        </p:nvPicPr>
        <p:blipFill rotWithShape="1">
          <a:blip r:embed="rId6"/>
          <a:srcRect l="10451" t="38162" r="10230" b="36682"/>
          <a:stretch/>
        </p:blipFill>
        <p:spPr>
          <a:xfrm>
            <a:off x="4523454" y="1555553"/>
            <a:ext cx="1526709" cy="308699"/>
          </a:xfrm>
          <a:prstGeom prst="rect">
            <a:avLst/>
          </a:prstGeom>
        </p:spPr>
      </p:pic>
      <p:cxnSp>
        <p:nvCxnSpPr>
          <p:cNvPr id="87" name="Straight Connector 86">
            <a:extLst>
              <a:ext uri="{FF2B5EF4-FFF2-40B4-BE49-F238E27FC236}">
                <a16:creationId xmlns:a16="http://schemas.microsoft.com/office/drawing/2014/main" id="{5D2D7A86-0255-8C6C-41DC-0E87E31BBA69}"/>
              </a:ext>
            </a:extLst>
          </p:cNvPr>
          <p:cNvCxnSpPr>
            <a:cxnSpLocks/>
          </p:cNvCxnSpPr>
          <p:nvPr/>
        </p:nvCxnSpPr>
        <p:spPr>
          <a:xfrm>
            <a:off x="881349" y="1894732"/>
            <a:ext cx="5890141"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pic>
        <p:nvPicPr>
          <p:cNvPr id="88" name="Picture 4" descr="Beazley targets £385m capital raise, plus retail share issuance -  Reinsurance News">
            <a:extLst>
              <a:ext uri="{FF2B5EF4-FFF2-40B4-BE49-F238E27FC236}">
                <a16:creationId xmlns:a16="http://schemas.microsoft.com/office/drawing/2014/main" id="{071CFE37-F4F5-930B-EF0E-F56DE2C7DD81}"/>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9699" b="19699"/>
          <a:stretch/>
        </p:blipFill>
        <p:spPr bwMode="auto">
          <a:xfrm>
            <a:off x="1244687" y="1539875"/>
            <a:ext cx="810390" cy="275024"/>
          </a:xfrm>
          <a:prstGeom prst="rect">
            <a:avLst/>
          </a:prstGeom>
          <a:noFill/>
          <a:extLst>
            <a:ext uri="{909E8E84-426E-40DD-AFC4-6F175D3DCCD1}">
              <a14:hiddenFill xmlns:a14="http://schemas.microsoft.com/office/drawing/2010/main">
                <a:solidFill>
                  <a:srgbClr val="FFFFFF"/>
                </a:solidFill>
              </a14:hiddenFill>
            </a:ext>
          </a:extLst>
        </p:spPr>
      </p:pic>
      <p:grpSp>
        <p:nvGrpSpPr>
          <p:cNvPr id="89" name="Group 88">
            <a:extLst>
              <a:ext uri="{FF2B5EF4-FFF2-40B4-BE49-F238E27FC236}">
                <a16:creationId xmlns:a16="http://schemas.microsoft.com/office/drawing/2014/main" id="{CBD39CFD-9F36-3FAD-72E7-5D46DBA0AAE6}"/>
              </a:ext>
            </a:extLst>
          </p:cNvPr>
          <p:cNvGrpSpPr/>
          <p:nvPr/>
        </p:nvGrpSpPr>
        <p:grpSpPr>
          <a:xfrm>
            <a:off x="449636" y="6234211"/>
            <a:ext cx="1965633" cy="369332"/>
            <a:chOff x="415498" y="6108260"/>
            <a:chExt cx="1965633" cy="369332"/>
          </a:xfrm>
        </p:grpSpPr>
        <p:sp>
          <p:nvSpPr>
            <p:cNvPr id="90" name="Google Shape;2302;p190">
              <a:extLst>
                <a:ext uri="{FF2B5EF4-FFF2-40B4-BE49-F238E27FC236}">
                  <a16:creationId xmlns:a16="http://schemas.microsoft.com/office/drawing/2014/main" id="{54327984-8929-CE82-0C5D-5DFBB096462A}"/>
                </a:ext>
              </a:extLst>
            </p:cNvPr>
            <p:cNvSpPr txBox="1"/>
            <p:nvPr/>
          </p:nvSpPr>
          <p:spPr>
            <a:xfrm>
              <a:off x="415498" y="6108260"/>
              <a:ext cx="1270555" cy="369332"/>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2400" b="1" i="0" u="none" strike="noStrike" kern="0" cap="none" spc="0" normalizeH="0" baseline="0" noProof="0">
                  <a:ln>
                    <a:noFill/>
                  </a:ln>
                  <a:solidFill>
                    <a:srgbClr val="0070AD"/>
                  </a:solidFill>
                  <a:effectLst/>
                  <a:uLnTx/>
                  <a:uFillTx/>
                  <a:latin typeface="Ubuntu" panose="020B0504030602030204" pitchFamily="34" charset="0"/>
                  <a:ea typeface="Open Sans ExtraBold"/>
                  <a:cs typeface="Open Sans ExtraBold"/>
                  <a:sym typeface="Open Sans ExtraBold"/>
                </a:rPr>
                <a:t>01</a:t>
              </a:r>
              <a:endParaRPr kumimoji="0" sz="2400" b="1" i="0" u="none" strike="noStrike" kern="0" cap="none" spc="0" normalizeH="0" baseline="0" noProof="0">
                <a:ln>
                  <a:noFill/>
                </a:ln>
                <a:solidFill>
                  <a:srgbClr val="0070AD"/>
                </a:solidFill>
                <a:effectLst/>
                <a:uLnTx/>
                <a:uFillTx/>
                <a:latin typeface="Ubuntu" panose="020B0504030602030204" pitchFamily="34" charset="0"/>
                <a:ea typeface="Open Sans ExtraBold"/>
                <a:cs typeface="Open Sans ExtraBold"/>
                <a:sym typeface="Open Sans ExtraBold"/>
              </a:endParaRPr>
            </a:p>
          </p:txBody>
        </p:sp>
        <p:sp>
          <p:nvSpPr>
            <p:cNvPr id="91" name="Rectangle 90">
              <a:extLst>
                <a:ext uri="{FF2B5EF4-FFF2-40B4-BE49-F238E27FC236}">
                  <a16:creationId xmlns:a16="http://schemas.microsoft.com/office/drawing/2014/main" id="{61A17240-A84D-F1C5-1DF0-B2205ED6D58D}"/>
                </a:ext>
              </a:extLst>
            </p:cNvPr>
            <p:cNvSpPr/>
            <p:nvPr/>
          </p:nvSpPr>
          <p:spPr>
            <a:xfrm>
              <a:off x="820887" y="6219988"/>
              <a:ext cx="1560244" cy="18466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D023D"/>
                  </a:solidFill>
                  <a:effectLst/>
                  <a:uLnTx/>
                  <a:uFillTx/>
                  <a:latin typeface="Ubuntu" panose="020B0504030602030204" pitchFamily="34" charset="0"/>
                  <a:ea typeface="+mn-ea"/>
                  <a:cs typeface="+mn-cs"/>
                </a:rPr>
                <a:t>Make work visible</a:t>
              </a:r>
            </a:p>
          </p:txBody>
        </p:sp>
      </p:grpSp>
      <p:grpSp>
        <p:nvGrpSpPr>
          <p:cNvPr id="92" name="Group 91">
            <a:extLst>
              <a:ext uri="{FF2B5EF4-FFF2-40B4-BE49-F238E27FC236}">
                <a16:creationId xmlns:a16="http://schemas.microsoft.com/office/drawing/2014/main" id="{E42F63F0-9060-CB34-F0FE-CEA125F15C7F}"/>
              </a:ext>
            </a:extLst>
          </p:cNvPr>
          <p:cNvGrpSpPr/>
          <p:nvPr/>
        </p:nvGrpSpPr>
        <p:grpSpPr>
          <a:xfrm>
            <a:off x="3664363" y="6234211"/>
            <a:ext cx="1895728" cy="369332"/>
            <a:chOff x="3279680" y="6113242"/>
            <a:chExt cx="1895728" cy="369332"/>
          </a:xfrm>
        </p:grpSpPr>
        <p:sp>
          <p:nvSpPr>
            <p:cNvPr id="93" name="Google Shape;2302;p190 - 1">
              <a:extLst>
                <a:ext uri="{FF2B5EF4-FFF2-40B4-BE49-F238E27FC236}">
                  <a16:creationId xmlns:a16="http://schemas.microsoft.com/office/drawing/2014/main" id="{7354CD10-C0E8-0DA4-701F-B7CC531B6FD7}"/>
                </a:ext>
              </a:extLst>
            </p:cNvPr>
            <p:cNvSpPr txBox="1"/>
            <p:nvPr/>
          </p:nvSpPr>
          <p:spPr>
            <a:xfrm>
              <a:off x="3279680" y="6113242"/>
              <a:ext cx="1270555" cy="369332"/>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2400" b="1" i="0" u="none" strike="noStrike" kern="0" cap="none" spc="0" normalizeH="0" baseline="0" noProof="0">
                  <a:ln>
                    <a:noFill/>
                  </a:ln>
                  <a:solidFill>
                    <a:srgbClr val="0070AD"/>
                  </a:solidFill>
                  <a:effectLst/>
                  <a:uLnTx/>
                  <a:uFillTx/>
                  <a:latin typeface="Ubuntu" panose="020B0504030602030204" pitchFamily="34" charset="0"/>
                  <a:ea typeface="Open Sans ExtraBold"/>
                  <a:cs typeface="Open Sans ExtraBold"/>
                  <a:sym typeface="Open Sans ExtraBold"/>
                </a:rPr>
                <a:t>02</a:t>
              </a:r>
              <a:endParaRPr kumimoji="0" sz="2400" b="1" i="0" u="none" strike="noStrike" kern="0" cap="none" spc="0" normalizeH="0" baseline="0" noProof="0">
                <a:ln>
                  <a:noFill/>
                </a:ln>
                <a:solidFill>
                  <a:srgbClr val="0070AD"/>
                </a:solidFill>
                <a:effectLst/>
                <a:uLnTx/>
                <a:uFillTx/>
                <a:latin typeface="Ubuntu" panose="020B0504030602030204" pitchFamily="34" charset="0"/>
                <a:ea typeface="Open Sans ExtraBold"/>
                <a:cs typeface="Open Sans ExtraBold"/>
                <a:sym typeface="Open Sans ExtraBold"/>
              </a:endParaRPr>
            </a:p>
          </p:txBody>
        </p:sp>
        <p:sp>
          <p:nvSpPr>
            <p:cNvPr id="94" name="Rectangle 93">
              <a:extLst>
                <a:ext uri="{FF2B5EF4-FFF2-40B4-BE49-F238E27FC236}">
                  <a16:creationId xmlns:a16="http://schemas.microsoft.com/office/drawing/2014/main" id="{B0BB2DEC-DE36-11D5-C2B5-2066A1587035}"/>
                </a:ext>
              </a:extLst>
            </p:cNvPr>
            <p:cNvSpPr/>
            <p:nvPr/>
          </p:nvSpPr>
          <p:spPr>
            <a:xfrm>
              <a:off x="3731551" y="6219593"/>
              <a:ext cx="1443857" cy="18466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D023D"/>
                  </a:solidFill>
                  <a:effectLst/>
                  <a:uLnTx/>
                  <a:uFillTx/>
                  <a:latin typeface="Ubuntu" panose="020B0504030602030204" pitchFamily="34" charset="0"/>
                  <a:ea typeface="+mn-ea"/>
                  <a:cs typeface="+mn-cs"/>
                </a:rPr>
                <a:t>Trust our teams</a:t>
              </a:r>
            </a:p>
          </p:txBody>
        </p:sp>
      </p:grpSp>
      <p:sp>
        <p:nvSpPr>
          <p:cNvPr id="95" name="Rectangle: Top Corners Rounded 94">
            <a:extLst>
              <a:ext uri="{FF2B5EF4-FFF2-40B4-BE49-F238E27FC236}">
                <a16:creationId xmlns:a16="http://schemas.microsoft.com/office/drawing/2014/main" id="{66FAA36F-C2E4-F3F6-4029-3871A2B804FC}"/>
              </a:ext>
            </a:extLst>
          </p:cNvPr>
          <p:cNvSpPr/>
          <p:nvPr/>
        </p:nvSpPr>
        <p:spPr>
          <a:xfrm rot="5400000">
            <a:off x="14882" y="2343588"/>
            <a:ext cx="1272101" cy="460833"/>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Ubuntu"/>
              <a:ea typeface="+mn-ea"/>
              <a:cs typeface="+mn-cs"/>
            </a:endParaRPr>
          </a:p>
        </p:txBody>
      </p:sp>
      <p:grpSp>
        <p:nvGrpSpPr>
          <p:cNvPr id="96" name="Group 95">
            <a:extLst>
              <a:ext uri="{FF2B5EF4-FFF2-40B4-BE49-F238E27FC236}">
                <a16:creationId xmlns:a16="http://schemas.microsoft.com/office/drawing/2014/main" id="{518CFBDA-43C4-3264-F9B2-7D5C11B90E3B}"/>
              </a:ext>
            </a:extLst>
          </p:cNvPr>
          <p:cNvGrpSpPr/>
          <p:nvPr/>
        </p:nvGrpSpPr>
        <p:grpSpPr>
          <a:xfrm>
            <a:off x="4387316" y="1937954"/>
            <a:ext cx="1624017" cy="2605144"/>
            <a:chOff x="4387316" y="1912554"/>
            <a:chExt cx="1624017" cy="2605144"/>
          </a:xfrm>
        </p:grpSpPr>
        <p:sp>
          <p:nvSpPr>
            <p:cNvPr id="97" name="TextBox 96">
              <a:extLst>
                <a:ext uri="{FF2B5EF4-FFF2-40B4-BE49-F238E27FC236}">
                  <a16:creationId xmlns:a16="http://schemas.microsoft.com/office/drawing/2014/main" id="{42A2D849-2FA2-8E57-464E-BDA3B8531E20}"/>
                </a:ext>
              </a:extLst>
            </p:cNvPr>
            <p:cNvSpPr txBox="1">
              <a:spLocks/>
            </p:cNvSpPr>
            <p:nvPr/>
          </p:nvSpPr>
          <p:spPr>
            <a:xfrm>
              <a:off x="4387316" y="1912554"/>
              <a:ext cx="1624017" cy="1272101"/>
            </a:xfrm>
            <a:prstGeom prst="rect">
              <a:avLst/>
            </a:prstGeom>
          </p:spPr>
          <p:txBody>
            <a:bodyPr wrap="square" lIns="36576" tIns="36576" rIns="36576" bIns="36576" rtlCol="0" anchor="t">
              <a:no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Account Executive</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Guidewire Executives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Cloud Assurance</a:t>
              </a:r>
            </a:p>
          </p:txBody>
        </p:sp>
        <p:sp>
          <p:nvSpPr>
            <p:cNvPr id="98" name="Text Box 66">
              <a:extLst>
                <a:ext uri="{FF2B5EF4-FFF2-40B4-BE49-F238E27FC236}">
                  <a16:creationId xmlns:a16="http://schemas.microsoft.com/office/drawing/2014/main" id="{A42D22ED-0CA6-BD7C-29E2-7FC7303171D7}"/>
                </a:ext>
              </a:extLst>
            </p:cNvPr>
            <p:cNvSpPr txBox="1">
              <a:spLocks noChangeArrowheads="1"/>
            </p:cNvSpPr>
            <p:nvPr/>
          </p:nvSpPr>
          <p:spPr bwMode="gray">
            <a:xfrm>
              <a:off x="4387316" y="3245597"/>
              <a:ext cx="1624017"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rPr>
                <a:t>Engagement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rPr>
                <a:t>Assurance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Assurance Architect</a:t>
              </a:r>
            </a:p>
            <a:p>
              <a:pPr marL="0" marR="0" lvl="0" indent="0" algn="l" defTabSz="914400" rtl="0" eaLnBrk="0" fontAlgn="base" latinLnBrk="0" hangingPunct="0">
                <a:lnSpc>
                  <a:spcPct val="100000"/>
                </a:lnSpc>
                <a:spcBef>
                  <a:spcPts val="0"/>
                </a:spcBef>
                <a:spcAft>
                  <a:spcPts val="0"/>
                </a:spcAft>
                <a:buClr>
                  <a:srgbClr val="272936"/>
                </a:buClr>
                <a:buSzTx/>
                <a:buFontTx/>
                <a:buNone/>
                <a:tabLst/>
                <a:defRPr/>
              </a:pPr>
              <a:endPar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endParaRP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endPar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endParaRPr>
            </a:p>
          </p:txBody>
        </p:sp>
      </p:grpSp>
      <p:sp>
        <p:nvSpPr>
          <p:cNvPr id="99" name="Rectangle: Top Corners Rounded 98">
            <a:extLst>
              <a:ext uri="{FF2B5EF4-FFF2-40B4-BE49-F238E27FC236}">
                <a16:creationId xmlns:a16="http://schemas.microsoft.com/office/drawing/2014/main" id="{72E76E29-0F54-6846-3CAB-032D44A210DE}"/>
              </a:ext>
            </a:extLst>
          </p:cNvPr>
          <p:cNvSpPr/>
          <p:nvPr/>
        </p:nvSpPr>
        <p:spPr>
          <a:xfrm rot="5400000">
            <a:off x="14882" y="3676631"/>
            <a:ext cx="1272101" cy="460833"/>
          </a:xfrm>
          <a:prstGeom prst="round2Same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00" name="TextBox 99">
            <a:extLst>
              <a:ext uri="{FF2B5EF4-FFF2-40B4-BE49-F238E27FC236}">
                <a16:creationId xmlns:a16="http://schemas.microsoft.com/office/drawing/2014/main" id="{D5FA3F58-47F9-E915-9FD1-93E4ADFE3FFC}"/>
              </a:ext>
            </a:extLst>
          </p:cNvPr>
          <p:cNvSpPr txBox="1">
            <a:spLocks/>
          </p:cNvSpPr>
          <p:nvPr/>
        </p:nvSpPr>
        <p:spPr>
          <a:xfrm rot="16200000">
            <a:off x="101830" y="2467635"/>
            <a:ext cx="1098205" cy="212738"/>
          </a:xfrm>
          <a:prstGeom prst="rect">
            <a:avLst/>
          </a:prstGeom>
          <a:solidFill>
            <a:schemeClr val="accent4"/>
          </a:solid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Arial" pitchFamily="34" charset="0"/>
              </a:rPr>
              <a:t>Strategic</a:t>
            </a:r>
          </a:p>
        </p:txBody>
      </p:sp>
      <p:grpSp>
        <p:nvGrpSpPr>
          <p:cNvPr id="101" name="Group 100">
            <a:extLst>
              <a:ext uri="{FF2B5EF4-FFF2-40B4-BE49-F238E27FC236}">
                <a16:creationId xmlns:a16="http://schemas.microsoft.com/office/drawing/2014/main" id="{06245790-5D8E-19E0-3E96-8D90FFD80317}"/>
              </a:ext>
            </a:extLst>
          </p:cNvPr>
          <p:cNvGrpSpPr/>
          <p:nvPr/>
        </p:nvGrpSpPr>
        <p:grpSpPr>
          <a:xfrm>
            <a:off x="2473311" y="1937954"/>
            <a:ext cx="1913631" cy="3957902"/>
            <a:chOff x="2480131" y="1912554"/>
            <a:chExt cx="1874863" cy="3938188"/>
          </a:xfrm>
        </p:grpSpPr>
        <p:sp>
          <p:nvSpPr>
            <p:cNvPr id="102" name="TextBox 101">
              <a:extLst>
                <a:ext uri="{FF2B5EF4-FFF2-40B4-BE49-F238E27FC236}">
                  <a16:creationId xmlns:a16="http://schemas.microsoft.com/office/drawing/2014/main" id="{8CF811E2-BA63-593B-E972-F49110E011A2}"/>
                </a:ext>
              </a:extLst>
            </p:cNvPr>
            <p:cNvSpPr txBox="1">
              <a:spLocks/>
            </p:cNvSpPr>
            <p:nvPr/>
          </p:nvSpPr>
          <p:spPr>
            <a:xfrm>
              <a:off x="2480132" y="1912554"/>
              <a:ext cx="1736268" cy="1272101"/>
            </a:xfrm>
            <a:prstGeom prst="rect">
              <a:avLst/>
            </a:prstGeom>
          </p:spPr>
          <p:txBody>
            <a:bodyPr wrap="square" lIns="36576" tIns="36576" rIns="36576" bIns="36576" rtlCol="0" anchor="t">
              <a:no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err="1">
                  <a:ln>
                    <a:noFill/>
                  </a:ln>
                  <a:solidFill>
                    <a:prstClr val="black"/>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 Sponsor</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Account &amp; Delivery Executive </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err="1">
                  <a:ln>
                    <a:noFill/>
                  </a:ln>
                  <a:solidFill>
                    <a:prstClr val="black"/>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 Director</a:t>
              </a:r>
            </a:p>
          </p:txBody>
        </p:sp>
        <p:sp>
          <p:nvSpPr>
            <p:cNvPr id="103" name="Text Box 66">
              <a:extLst>
                <a:ext uri="{FF2B5EF4-FFF2-40B4-BE49-F238E27FC236}">
                  <a16:creationId xmlns:a16="http://schemas.microsoft.com/office/drawing/2014/main" id="{78797159-2734-F1D8-56C5-157065A4BBB8}"/>
                </a:ext>
              </a:extLst>
            </p:cNvPr>
            <p:cNvSpPr txBox="1">
              <a:spLocks noChangeArrowheads="1"/>
            </p:cNvSpPr>
            <p:nvPr/>
          </p:nvSpPr>
          <p:spPr bwMode="gray">
            <a:xfrm>
              <a:off x="2480132" y="3245597"/>
              <a:ext cx="1736268"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err="1">
                  <a:ln>
                    <a:noFill/>
                  </a:ln>
                  <a:solidFill>
                    <a:prstClr val="black"/>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Delivery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Architects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Functional Leads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Workstream Leads</a:t>
              </a:r>
            </a:p>
          </p:txBody>
        </p:sp>
        <p:sp>
          <p:nvSpPr>
            <p:cNvPr id="104" name="Text Box 66">
              <a:extLst>
                <a:ext uri="{FF2B5EF4-FFF2-40B4-BE49-F238E27FC236}">
                  <a16:creationId xmlns:a16="http://schemas.microsoft.com/office/drawing/2014/main" id="{AF035DE7-0742-1548-E07E-49DBF0C7F1AC}"/>
                </a:ext>
              </a:extLst>
            </p:cNvPr>
            <p:cNvSpPr txBox="1">
              <a:spLocks noChangeArrowheads="1"/>
            </p:cNvSpPr>
            <p:nvPr/>
          </p:nvSpPr>
          <p:spPr bwMode="gray">
            <a:xfrm>
              <a:off x="2480131" y="4578641"/>
              <a:ext cx="1874863"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err="1">
                  <a:ln>
                    <a:noFill/>
                  </a:ln>
                  <a:solidFill>
                    <a:prstClr val="black"/>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 Test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Scrum Master</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Integration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Lead Dev Engineer</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Business Analysts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rPr>
                <a:t>Architects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rPr>
                <a:t>Dev Engineer</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rPr>
                <a:t>Test Engineer</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prstClr val="black"/>
                  </a:solidFill>
                  <a:effectLst/>
                  <a:uLnTx/>
                  <a:uFillTx/>
                  <a:latin typeface="Ubuntu"/>
                  <a:ea typeface="+mn-ea"/>
                  <a:cs typeface="Arial" pitchFamily="34" charset="0"/>
                  <a:sym typeface="Calibri"/>
                </a:rPr>
                <a:t>DevOps</a:t>
              </a:r>
            </a:p>
          </p:txBody>
        </p:sp>
      </p:grpSp>
      <p:grpSp>
        <p:nvGrpSpPr>
          <p:cNvPr id="105" name="Group 104">
            <a:extLst>
              <a:ext uri="{FF2B5EF4-FFF2-40B4-BE49-F238E27FC236}">
                <a16:creationId xmlns:a16="http://schemas.microsoft.com/office/drawing/2014/main" id="{A13D0A05-CB60-C157-F079-CDC014466577}"/>
              </a:ext>
            </a:extLst>
          </p:cNvPr>
          <p:cNvGrpSpPr/>
          <p:nvPr/>
        </p:nvGrpSpPr>
        <p:grpSpPr>
          <a:xfrm>
            <a:off x="912473" y="1937954"/>
            <a:ext cx="1534930" cy="3938188"/>
            <a:chOff x="912472" y="1912554"/>
            <a:chExt cx="1509413" cy="3938188"/>
          </a:xfrm>
        </p:grpSpPr>
        <p:sp>
          <p:nvSpPr>
            <p:cNvPr id="106" name="TextBox 105">
              <a:extLst>
                <a:ext uri="{FF2B5EF4-FFF2-40B4-BE49-F238E27FC236}">
                  <a16:creationId xmlns:a16="http://schemas.microsoft.com/office/drawing/2014/main" id="{18B9E43B-251F-47AD-1DE1-ED608AF29AD8}"/>
                </a:ext>
              </a:extLst>
            </p:cNvPr>
            <p:cNvSpPr txBox="1">
              <a:spLocks/>
            </p:cNvSpPr>
            <p:nvPr/>
          </p:nvSpPr>
          <p:spPr>
            <a:xfrm>
              <a:off x="912472" y="1912554"/>
              <a:ext cx="1509411" cy="1272101"/>
            </a:xfrm>
            <a:prstGeom prst="rect">
              <a:avLst/>
            </a:prstGeom>
          </p:spPr>
          <p:txBody>
            <a:bodyPr wrap="square" lIns="36576" tIns="36576" rIns="36576" bIns="36576" rtlCol="0" anchor="t">
              <a:no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err="1">
                  <a:ln>
                    <a:noFill/>
                  </a:ln>
                  <a:solidFill>
                    <a:srgbClr val="DB1097"/>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 Sponsor</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Business &amp; IT Executives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err="1">
                  <a:ln>
                    <a:noFill/>
                  </a:ln>
                  <a:solidFill>
                    <a:srgbClr val="DB1097"/>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 Director</a:t>
              </a:r>
            </a:p>
          </p:txBody>
        </p:sp>
        <p:sp>
          <p:nvSpPr>
            <p:cNvPr id="107" name="Text Box 66">
              <a:extLst>
                <a:ext uri="{FF2B5EF4-FFF2-40B4-BE49-F238E27FC236}">
                  <a16:creationId xmlns:a16="http://schemas.microsoft.com/office/drawing/2014/main" id="{FF11EBE2-D5CD-E9AE-1F33-1575A21D880F}"/>
                </a:ext>
              </a:extLst>
            </p:cNvPr>
            <p:cNvSpPr txBox="1">
              <a:spLocks noChangeArrowheads="1"/>
            </p:cNvSpPr>
            <p:nvPr/>
          </p:nvSpPr>
          <p:spPr bwMode="gray">
            <a:xfrm>
              <a:off x="912473" y="3245597"/>
              <a:ext cx="1509411"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E2E </a:t>
              </a:r>
              <a:r>
                <a:rPr kumimoji="0" lang="en-US" sz="1200" b="0" i="0" u="none" strike="noStrike" kern="0" cap="none" spc="0" normalizeH="0" baseline="0" noProof="0" err="1">
                  <a:ln>
                    <a:noFill/>
                  </a:ln>
                  <a:solidFill>
                    <a:srgbClr val="DB1097"/>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Product Owners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sym typeface="Calibri"/>
                </a:rPr>
                <a:t>Business SMEs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sym typeface="Calibri"/>
                </a:rPr>
                <a:t>Architects</a:t>
              </a:r>
            </a:p>
          </p:txBody>
        </p:sp>
        <p:sp>
          <p:nvSpPr>
            <p:cNvPr id="108" name="Text Box 66">
              <a:extLst>
                <a:ext uri="{FF2B5EF4-FFF2-40B4-BE49-F238E27FC236}">
                  <a16:creationId xmlns:a16="http://schemas.microsoft.com/office/drawing/2014/main" id="{33A730D3-05F5-209B-5BED-1500E834529E}"/>
                </a:ext>
              </a:extLst>
            </p:cNvPr>
            <p:cNvSpPr txBox="1">
              <a:spLocks noChangeArrowheads="1"/>
            </p:cNvSpPr>
            <p:nvPr/>
          </p:nvSpPr>
          <p:spPr bwMode="gray">
            <a:xfrm>
              <a:off x="912474" y="4578641"/>
              <a:ext cx="1509411"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E2E </a:t>
              </a:r>
              <a:r>
                <a:rPr kumimoji="0" lang="en-US" sz="1200" b="0" i="0" u="none" strike="noStrike" kern="0" cap="none" spc="0" normalizeH="0" baseline="0" noProof="0" err="1">
                  <a:ln>
                    <a:noFill/>
                  </a:ln>
                  <a:solidFill>
                    <a:srgbClr val="DB1097"/>
                  </a:solidFill>
                  <a:effectLst/>
                  <a:uLnTx/>
                  <a:uFillTx/>
                  <a:latin typeface="Ubuntu"/>
                  <a:ea typeface="+mn-ea"/>
                  <a:cs typeface="Arial" pitchFamily="34" charset="0"/>
                </a:rPr>
                <a:t>Programme</a:t>
              </a: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 Test Lead</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Product Owners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rPr>
                <a:t>Business SMEs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US" sz="1200" b="0" i="0" u="none" strike="noStrike" kern="0" cap="none" spc="0" normalizeH="0" baseline="0" noProof="0">
                  <a:ln>
                    <a:noFill/>
                  </a:ln>
                  <a:solidFill>
                    <a:srgbClr val="DB1097"/>
                  </a:solidFill>
                  <a:effectLst/>
                  <a:uLnTx/>
                  <a:uFillTx/>
                  <a:latin typeface="Ubuntu"/>
                  <a:ea typeface="+mn-ea"/>
                  <a:cs typeface="Arial" pitchFamily="34" charset="0"/>
                  <a:sym typeface="Calibri"/>
                </a:rPr>
                <a:t>Architects</a:t>
              </a:r>
            </a:p>
          </p:txBody>
        </p:sp>
      </p:grpSp>
      <p:sp>
        <p:nvSpPr>
          <p:cNvPr id="109" name="Rectangle: Top Corners Rounded 108">
            <a:extLst>
              <a:ext uri="{FF2B5EF4-FFF2-40B4-BE49-F238E27FC236}">
                <a16:creationId xmlns:a16="http://schemas.microsoft.com/office/drawing/2014/main" id="{73ED6D41-5DB2-1FFB-F73C-05E1C33EAB73}"/>
              </a:ext>
            </a:extLst>
          </p:cNvPr>
          <p:cNvSpPr/>
          <p:nvPr/>
        </p:nvSpPr>
        <p:spPr>
          <a:xfrm rot="5400000">
            <a:off x="14882" y="5009675"/>
            <a:ext cx="1272101" cy="460833"/>
          </a:xfrm>
          <a:prstGeom prst="round2SameRect">
            <a:avLst>
              <a:gd name="adj1" fmla="val 18636"/>
              <a:gd name="adj2" fmla="val 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1200" cap="none" spc="0" normalizeH="0" baseline="0" noProof="0" err="1">
              <a:ln>
                <a:noFill/>
              </a:ln>
              <a:solidFill>
                <a:srgbClr val="FFFFFF"/>
              </a:solidFill>
              <a:effectLst/>
              <a:uLnTx/>
              <a:uFillTx/>
              <a:latin typeface="Ubuntu"/>
              <a:ea typeface="+mn-ea"/>
              <a:cs typeface="+mn-cs"/>
            </a:endParaRPr>
          </a:p>
        </p:txBody>
      </p:sp>
      <p:sp>
        <p:nvSpPr>
          <p:cNvPr id="110" name="TextBox 109">
            <a:extLst>
              <a:ext uri="{FF2B5EF4-FFF2-40B4-BE49-F238E27FC236}">
                <a16:creationId xmlns:a16="http://schemas.microsoft.com/office/drawing/2014/main" id="{4980B202-0471-B758-3DC7-9A929B27BD3C}"/>
              </a:ext>
            </a:extLst>
          </p:cNvPr>
          <p:cNvSpPr txBox="1">
            <a:spLocks/>
          </p:cNvSpPr>
          <p:nvPr/>
        </p:nvSpPr>
        <p:spPr>
          <a:xfrm rot="16200000">
            <a:off x="34191" y="5133722"/>
            <a:ext cx="1233483" cy="212738"/>
          </a:xfrm>
          <a:prstGeom prst="rect">
            <a:avLst/>
          </a:prstGeom>
          <a:solidFill>
            <a:schemeClr val="accent4"/>
          </a:solid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Arial" pitchFamily="34" charset="0"/>
              </a:rPr>
              <a:t>Operational</a:t>
            </a:r>
          </a:p>
        </p:txBody>
      </p:sp>
      <p:sp>
        <p:nvSpPr>
          <p:cNvPr id="111" name="TextBox 110">
            <a:extLst>
              <a:ext uri="{FF2B5EF4-FFF2-40B4-BE49-F238E27FC236}">
                <a16:creationId xmlns:a16="http://schemas.microsoft.com/office/drawing/2014/main" id="{53AB399D-BB92-AE57-0FC5-4E6611113FC3}"/>
              </a:ext>
            </a:extLst>
          </p:cNvPr>
          <p:cNvSpPr txBox="1">
            <a:spLocks/>
          </p:cNvSpPr>
          <p:nvPr/>
        </p:nvSpPr>
        <p:spPr>
          <a:xfrm rot="16200000">
            <a:off x="101830" y="3789663"/>
            <a:ext cx="1098205" cy="212738"/>
          </a:xfrm>
          <a:prstGeom prst="rect">
            <a:avLst/>
          </a:prstGeom>
          <a:solidFill>
            <a:schemeClr val="accent4"/>
          </a:solid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600" b="1" i="0" u="none" strike="noStrike" kern="1200" cap="none" spc="0" normalizeH="0" baseline="0" noProof="0">
                <a:ln>
                  <a:noFill/>
                </a:ln>
                <a:solidFill>
                  <a:srgbClr val="FFFFFF"/>
                </a:solidFill>
                <a:effectLst/>
                <a:uLnTx/>
                <a:uFillTx/>
                <a:latin typeface="Ubuntu"/>
                <a:ea typeface="+mn-ea"/>
                <a:cs typeface="Arial" pitchFamily="34" charset="0"/>
              </a:rPr>
              <a:t>Tactical</a:t>
            </a:r>
          </a:p>
        </p:txBody>
      </p:sp>
      <p:cxnSp>
        <p:nvCxnSpPr>
          <p:cNvPr id="112" name="Straight Arrow Connector 111">
            <a:extLst>
              <a:ext uri="{FF2B5EF4-FFF2-40B4-BE49-F238E27FC236}">
                <a16:creationId xmlns:a16="http://schemas.microsoft.com/office/drawing/2014/main" id="{257F804C-1D1B-934C-5F46-74F7254958E3}"/>
              </a:ext>
            </a:extLst>
          </p:cNvPr>
          <p:cNvCxnSpPr>
            <a:cxnSpLocks/>
          </p:cNvCxnSpPr>
          <p:nvPr/>
        </p:nvCxnSpPr>
        <p:spPr>
          <a:xfrm flipV="1">
            <a:off x="11486153" y="1663600"/>
            <a:ext cx="0" cy="4419769"/>
          </a:xfrm>
          <a:prstGeom prst="straightConnector1">
            <a:avLst/>
          </a:prstGeom>
          <a:ln>
            <a:solidFill>
              <a:schemeClr val="tx1"/>
            </a:solidFill>
            <a:headEnd type="oval"/>
            <a:tailEnd type="triangle" w="lg" len="lg"/>
          </a:ln>
        </p:spPr>
        <p:style>
          <a:lnRef idx="1">
            <a:schemeClr val="accent1"/>
          </a:lnRef>
          <a:fillRef idx="0">
            <a:schemeClr val="accent1"/>
          </a:fillRef>
          <a:effectRef idx="0">
            <a:schemeClr val="accent1"/>
          </a:effectRef>
          <a:fontRef idx="minor">
            <a:schemeClr val="tx1"/>
          </a:fontRef>
        </p:style>
      </p:cxnSp>
      <p:sp>
        <p:nvSpPr>
          <p:cNvPr id="113" name="Rectangle 112">
            <a:extLst>
              <a:ext uri="{FF2B5EF4-FFF2-40B4-BE49-F238E27FC236}">
                <a16:creationId xmlns:a16="http://schemas.microsoft.com/office/drawing/2014/main" id="{18CC017A-C512-F4A6-2D74-1D4D891B5073}"/>
              </a:ext>
            </a:extLst>
          </p:cNvPr>
          <p:cNvSpPr/>
          <p:nvPr/>
        </p:nvSpPr>
        <p:spPr bwMode="auto">
          <a:xfrm rot="16200000">
            <a:off x="11017255" y="2191670"/>
            <a:ext cx="937797" cy="430877"/>
          </a:xfrm>
          <a:prstGeom prst="rect">
            <a:avLst/>
          </a:prstGeom>
          <a:solidFill>
            <a:schemeClr val="bg1"/>
          </a:solidFill>
          <a:ln>
            <a:noFill/>
          </a:ln>
        </p:spPr>
        <p:txBody>
          <a:bodyPr wrap="square" lIns="0" tIns="45715" rIns="0" bIns="45715" rtlCol="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Ubuntu"/>
                <a:ea typeface="+mn-ea"/>
                <a:cs typeface="Arial" pitchFamily="34" charset="0"/>
              </a:rPr>
              <a:t>Critical Issue Resolution</a:t>
            </a:r>
          </a:p>
        </p:txBody>
      </p:sp>
      <p:sp>
        <p:nvSpPr>
          <p:cNvPr id="114" name="Rectangle 113">
            <a:extLst>
              <a:ext uri="{FF2B5EF4-FFF2-40B4-BE49-F238E27FC236}">
                <a16:creationId xmlns:a16="http://schemas.microsoft.com/office/drawing/2014/main" id="{DBA99863-29F2-63A9-F165-369228D8FD98}"/>
              </a:ext>
            </a:extLst>
          </p:cNvPr>
          <p:cNvSpPr/>
          <p:nvPr/>
        </p:nvSpPr>
        <p:spPr bwMode="auto">
          <a:xfrm rot="16200000">
            <a:off x="10969888" y="3601750"/>
            <a:ext cx="1032530" cy="600154"/>
          </a:xfrm>
          <a:prstGeom prst="rect">
            <a:avLst/>
          </a:prstGeom>
          <a:solidFill>
            <a:schemeClr val="bg1"/>
          </a:solidFill>
          <a:ln>
            <a:noFill/>
          </a:ln>
        </p:spPr>
        <p:txBody>
          <a:bodyPr wrap="square" lIns="0" tIns="45715" rIns="0" bIns="45715" rtlCol="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Ubuntu"/>
                <a:ea typeface="+mn-ea"/>
                <a:cs typeface="Arial" pitchFamily="34" charset="0"/>
              </a:rPr>
              <a:t>Contingency Planning and Risk mitigation</a:t>
            </a:r>
          </a:p>
        </p:txBody>
      </p:sp>
      <p:sp>
        <p:nvSpPr>
          <p:cNvPr id="115" name="Rectangle 114">
            <a:extLst>
              <a:ext uri="{FF2B5EF4-FFF2-40B4-BE49-F238E27FC236}">
                <a16:creationId xmlns:a16="http://schemas.microsoft.com/office/drawing/2014/main" id="{C6AF3D11-E0D4-C70C-0ABF-B1521D21C7BB}"/>
              </a:ext>
            </a:extLst>
          </p:cNvPr>
          <p:cNvSpPr/>
          <p:nvPr/>
        </p:nvSpPr>
        <p:spPr bwMode="auto">
          <a:xfrm rot="16200000">
            <a:off x="11031221" y="5192364"/>
            <a:ext cx="909864" cy="430877"/>
          </a:xfrm>
          <a:prstGeom prst="rect">
            <a:avLst/>
          </a:prstGeom>
          <a:solidFill>
            <a:schemeClr val="bg1"/>
          </a:solidFill>
          <a:ln>
            <a:noFill/>
          </a:ln>
        </p:spPr>
        <p:txBody>
          <a:bodyPr wrap="square" lIns="0" tIns="45715" rIns="0" bIns="45715" rtlCol="0" anchor="ctr">
            <a:sp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100" b="1" i="0" u="none" strike="noStrike" kern="1200" cap="none" spc="0" normalizeH="0" baseline="0" noProof="0">
                <a:ln>
                  <a:noFill/>
                </a:ln>
                <a:solidFill>
                  <a:srgbClr val="000000"/>
                </a:solidFill>
                <a:effectLst/>
                <a:uLnTx/>
                <a:uFillTx/>
                <a:latin typeface="Ubuntu"/>
                <a:ea typeface="+mn-ea"/>
                <a:cs typeface="Arial" pitchFamily="34" charset="0"/>
              </a:rPr>
              <a:t>Issue Escalation</a:t>
            </a:r>
          </a:p>
        </p:txBody>
      </p:sp>
      <p:grpSp>
        <p:nvGrpSpPr>
          <p:cNvPr id="116" name="Group 115">
            <a:extLst>
              <a:ext uri="{FF2B5EF4-FFF2-40B4-BE49-F238E27FC236}">
                <a16:creationId xmlns:a16="http://schemas.microsoft.com/office/drawing/2014/main" id="{AD53E269-967C-B412-8820-516B7CB62B28}"/>
              </a:ext>
            </a:extLst>
          </p:cNvPr>
          <p:cNvGrpSpPr/>
          <p:nvPr/>
        </p:nvGrpSpPr>
        <p:grpSpPr>
          <a:xfrm>
            <a:off x="9829117" y="6234213"/>
            <a:ext cx="1984062" cy="369332"/>
            <a:chOff x="3279680" y="6113242"/>
            <a:chExt cx="1984062" cy="369332"/>
          </a:xfrm>
        </p:grpSpPr>
        <p:sp>
          <p:nvSpPr>
            <p:cNvPr id="117" name="Google Shape;2302;p190 - 1">
              <a:extLst>
                <a:ext uri="{FF2B5EF4-FFF2-40B4-BE49-F238E27FC236}">
                  <a16:creationId xmlns:a16="http://schemas.microsoft.com/office/drawing/2014/main" id="{04659070-810C-F76E-84B8-309A25C37279}"/>
                </a:ext>
              </a:extLst>
            </p:cNvPr>
            <p:cNvSpPr txBox="1"/>
            <p:nvPr/>
          </p:nvSpPr>
          <p:spPr>
            <a:xfrm>
              <a:off x="3279680" y="6113242"/>
              <a:ext cx="1270555" cy="369332"/>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2400" b="1" i="0" u="none" strike="noStrike" kern="0" cap="none" spc="0" normalizeH="0" baseline="0" noProof="0">
                  <a:ln>
                    <a:noFill/>
                  </a:ln>
                  <a:solidFill>
                    <a:srgbClr val="0070AD"/>
                  </a:solidFill>
                  <a:effectLst/>
                  <a:uLnTx/>
                  <a:uFillTx/>
                  <a:latin typeface="Ubuntu" panose="020B0504030602030204" pitchFamily="34" charset="0"/>
                  <a:ea typeface="Open Sans ExtraBold"/>
                  <a:cs typeface="Open Sans ExtraBold"/>
                  <a:sym typeface="Open Sans ExtraBold"/>
                </a:rPr>
                <a:t>04</a:t>
              </a:r>
            </a:p>
          </p:txBody>
        </p:sp>
        <p:sp>
          <p:nvSpPr>
            <p:cNvPr id="118" name="Rectangle 117">
              <a:extLst>
                <a:ext uri="{FF2B5EF4-FFF2-40B4-BE49-F238E27FC236}">
                  <a16:creationId xmlns:a16="http://schemas.microsoft.com/office/drawing/2014/main" id="{0C27D897-14E7-A382-71DD-C924992D31BA}"/>
                </a:ext>
              </a:extLst>
            </p:cNvPr>
            <p:cNvSpPr/>
            <p:nvPr/>
          </p:nvSpPr>
          <p:spPr>
            <a:xfrm>
              <a:off x="3731551" y="6219593"/>
              <a:ext cx="1532191" cy="18466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D023D"/>
                  </a:solidFill>
                  <a:effectLst/>
                  <a:uLnTx/>
                  <a:uFillTx/>
                  <a:latin typeface="Ubuntu" panose="020B0504030602030204" pitchFamily="34" charset="0"/>
                  <a:ea typeface="+mn-ea"/>
                  <a:cs typeface="+mn-cs"/>
                </a:rPr>
                <a:t>Learn with feedback</a:t>
              </a:r>
            </a:p>
          </p:txBody>
        </p:sp>
      </p:grpSp>
      <p:sp>
        <p:nvSpPr>
          <p:cNvPr id="119" name="TextBox 118">
            <a:extLst>
              <a:ext uri="{FF2B5EF4-FFF2-40B4-BE49-F238E27FC236}">
                <a16:creationId xmlns:a16="http://schemas.microsoft.com/office/drawing/2014/main" id="{B0502CBE-6284-E21C-6506-09410BE45A21}"/>
              </a:ext>
            </a:extLst>
          </p:cNvPr>
          <p:cNvSpPr txBox="1">
            <a:spLocks/>
          </p:cNvSpPr>
          <p:nvPr/>
        </p:nvSpPr>
        <p:spPr>
          <a:xfrm>
            <a:off x="8475133" y="1937954"/>
            <a:ext cx="2612633" cy="1272101"/>
          </a:xfrm>
          <a:prstGeom prst="rect">
            <a:avLst/>
          </a:prstGeom>
        </p:spPr>
        <p:txBody>
          <a:bodyPr wrap="square" lIns="36576" tIns="36576" rIns="36576" bIns="36576" rtlCol="0" anchor="t">
            <a:noAutofit/>
          </a:bodyPr>
          <a:lstStyle>
            <a:defPPr>
              <a:defRPr lang="en-US"/>
            </a:defPPr>
            <a:lvl1pPr marL="114300" indent="-114300">
              <a:buFont typeface="Arial" pitchFamily="34" charset="0"/>
              <a:buChar char="•"/>
              <a:defRPr sz="1200">
                <a:solidFill>
                  <a:schemeClr val="tx2"/>
                </a:solidFill>
                <a:latin typeface="Calibri" pitchFamily="34" charset="0"/>
                <a:cs typeface="Arial" pitchFamily="34" charset="0"/>
              </a:defRPr>
            </a:lvl1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Define Strategy</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Reviews &amp; Prioritization </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Overall delivery oversight</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Budget approvals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Dashboard (KPI) Reviews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Resolution of Escalations</a:t>
            </a:r>
          </a:p>
        </p:txBody>
      </p:sp>
      <p:sp>
        <p:nvSpPr>
          <p:cNvPr id="120" name="Text Box 66">
            <a:extLst>
              <a:ext uri="{FF2B5EF4-FFF2-40B4-BE49-F238E27FC236}">
                <a16:creationId xmlns:a16="http://schemas.microsoft.com/office/drawing/2014/main" id="{33025F4B-C8E0-4607-D5E3-F4737270C1E0}"/>
              </a:ext>
            </a:extLst>
          </p:cNvPr>
          <p:cNvSpPr txBox="1">
            <a:spLocks noChangeArrowheads="1"/>
          </p:cNvSpPr>
          <p:nvPr/>
        </p:nvSpPr>
        <p:spPr bwMode="gray">
          <a:xfrm>
            <a:off x="8475133" y="3270997"/>
            <a:ext cx="2612633"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Manage Risk/Issues &amp; impact</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Capacity Management</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Relationship Management </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Prioritization</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Change Control Board</a:t>
            </a:r>
          </a:p>
        </p:txBody>
      </p:sp>
      <p:sp>
        <p:nvSpPr>
          <p:cNvPr id="121" name="Text Box 66">
            <a:extLst>
              <a:ext uri="{FF2B5EF4-FFF2-40B4-BE49-F238E27FC236}">
                <a16:creationId xmlns:a16="http://schemas.microsoft.com/office/drawing/2014/main" id="{07FE30F0-6EE6-A33E-EF7E-D16E09E438FC}"/>
              </a:ext>
            </a:extLst>
          </p:cNvPr>
          <p:cNvSpPr txBox="1">
            <a:spLocks noChangeArrowheads="1"/>
          </p:cNvSpPr>
          <p:nvPr/>
        </p:nvSpPr>
        <p:spPr bwMode="gray">
          <a:xfrm>
            <a:off x="8859117" y="4604041"/>
            <a:ext cx="2228649" cy="1272101"/>
          </a:xfrm>
          <a:prstGeom prst="rect">
            <a:avLst/>
          </a:prstGeom>
        </p:spPr>
        <p:txBody>
          <a:bodyPr wrap="square" lIns="36576" tIns="36576" rIns="36576" bIns="36576" anchor="t">
            <a:noAutofit/>
          </a:bodyPr>
          <a:lstStyle>
            <a:defPPr>
              <a:defRPr lang="en-US"/>
            </a:defPPr>
            <a:lvl1pPr algn="l" rtl="0" eaLnBrk="0" fontAlgn="base" hangingPunct="0">
              <a:spcBef>
                <a:spcPct val="0"/>
              </a:spcBef>
              <a:spcAft>
                <a:spcPct val="0"/>
              </a:spcAft>
              <a:defRPr sz="3200" kern="1200">
                <a:solidFill>
                  <a:schemeClr val="tx1"/>
                </a:solidFill>
                <a:latin typeface="GE Inspira Pitch" pitchFamily="34" charset="0"/>
                <a:ea typeface="+mn-ea"/>
                <a:cs typeface="+mn-cs"/>
              </a:defRPr>
            </a:lvl1pPr>
            <a:lvl2pPr marL="457200" algn="l" rtl="0" eaLnBrk="0" fontAlgn="base" hangingPunct="0">
              <a:spcBef>
                <a:spcPct val="0"/>
              </a:spcBef>
              <a:spcAft>
                <a:spcPct val="0"/>
              </a:spcAft>
              <a:defRPr sz="3200" kern="1200">
                <a:solidFill>
                  <a:schemeClr val="tx1"/>
                </a:solidFill>
                <a:latin typeface="GE Inspira Pitch" pitchFamily="34" charset="0"/>
                <a:ea typeface="+mn-ea"/>
                <a:cs typeface="+mn-cs"/>
              </a:defRPr>
            </a:lvl2pPr>
            <a:lvl3pPr marL="914400" algn="l" rtl="0" eaLnBrk="0" fontAlgn="base" hangingPunct="0">
              <a:spcBef>
                <a:spcPct val="0"/>
              </a:spcBef>
              <a:spcAft>
                <a:spcPct val="0"/>
              </a:spcAft>
              <a:defRPr sz="3200" kern="1200">
                <a:solidFill>
                  <a:schemeClr val="tx1"/>
                </a:solidFill>
                <a:latin typeface="GE Inspira Pitch" pitchFamily="34" charset="0"/>
                <a:ea typeface="+mn-ea"/>
                <a:cs typeface="+mn-cs"/>
              </a:defRPr>
            </a:lvl3pPr>
            <a:lvl4pPr marL="1371600" algn="l" rtl="0" eaLnBrk="0" fontAlgn="base" hangingPunct="0">
              <a:spcBef>
                <a:spcPct val="0"/>
              </a:spcBef>
              <a:spcAft>
                <a:spcPct val="0"/>
              </a:spcAft>
              <a:defRPr sz="3200" kern="1200">
                <a:solidFill>
                  <a:schemeClr val="tx1"/>
                </a:solidFill>
                <a:latin typeface="GE Inspira Pitch" pitchFamily="34" charset="0"/>
                <a:ea typeface="+mn-ea"/>
                <a:cs typeface="+mn-cs"/>
              </a:defRPr>
            </a:lvl4pPr>
            <a:lvl5pPr marL="1828800" algn="l" rtl="0" eaLnBrk="0" fontAlgn="base" hangingPunct="0">
              <a:spcBef>
                <a:spcPct val="0"/>
              </a:spcBef>
              <a:spcAft>
                <a:spcPct val="0"/>
              </a:spcAft>
              <a:defRPr sz="3200" kern="1200">
                <a:solidFill>
                  <a:schemeClr val="tx1"/>
                </a:solidFill>
                <a:latin typeface="GE Inspira Pitch" pitchFamily="34" charset="0"/>
                <a:ea typeface="+mn-ea"/>
                <a:cs typeface="+mn-cs"/>
              </a:defRPr>
            </a:lvl5pPr>
            <a:lvl6pPr marL="2286000" algn="l" defTabSz="914400" rtl="0" eaLnBrk="1" latinLnBrk="0" hangingPunct="1">
              <a:defRPr sz="3200" kern="1200">
                <a:solidFill>
                  <a:schemeClr val="tx1"/>
                </a:solidFill>
                <a:latin typeface="GE Inspira Pitch" pitchFamily="34" charset="0"/>
                <a:ea typeface="+mn-ea"/>
                <a:cs typeface="+mn-cs"/>
              </a:defRPr>
            </a:lvl6pPr>
            <a:lvl7pPr marL="2743200" algn="l" defTabSz="914400" rtl="0" eaLnBrk="1" latinLnBrk="0" hangingPunct="1">
              <a:defRPr sz="3200" kern="1200">
                <a:solidFill>
                  <a:schemeClr val="tx1"/>
                </a:solidFill>
                <a:latin typeface="GE Inspira Pitch" pitchFamily="34" charset="0"/>
                <a:ea typeface="+mn-ea"/>
                <a:cs typeface="+mn-cs"/>
              </a:defRPr>
            </a:lvl7pPr>
            <a:lvl8pPr marL="3200400" algn="l" defTabSz="914400" rtl="0" eaLnBrk="1" latinLnBrk="0" hangingPunct="1">
              <a:defRPr sz="3200" kern="1200">
                <a:solidFill>
                  <a:schemeClr val="tx1"/>
                </a:solidFill>
                <a:latin typeface="GE Inspira Pitch" pitchFamily="34" charset="0"/>
                <a:ea typeface="+mn-ea"/>
                <a:cs typeface="+mn-cs"/>
              </a:defRPr>
            </a:lvl8pPr>
            <a:lvl9pPr marL="3657600" algn="l" defTabSz="914400" rtl="0" eaLnBrk="1" latinLnBrk="0" hangingPunct="1">
              <a:defRPr sz="3200" kern="1200">
                <a:solidFill>
                  <a:schemeClr val="tx1"/>
                </a:solidFill>
                <a:latin typeface="GE Inspira Pitch" pitchFamily="34" charset="0"/>
                <a:ea typeface="+mn-ea"/>
                <a:cs typeface="+mn-cs"/>
              </a:defRPr>
            </a:lvl9pPr>
          </a:lstStyle>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Project level Reporting</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Execution (day-to-day work)</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Resolve operational issues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Review Weekly Status</a:t>
            </a:r>
          </a:p>
          <a:p>
            <a:pPr marL="171450" marR="0" lvl="0" indent="-171450" algn="l" defTabSz="914400" rtl="0" eaLnBrk="0" fontAlgn="base" latinLnBrk="0" hangingPunct="0">
              <a:lnSpc>
                <a:spcPct val="100000"/>
              </a:lnSpc>
              <a:spcBef>
                <a:spcPts val="0"/>
              </a:spcBef>
              <a:spcAft>
                <a:spcPts val="0"/>
              </a:spcAft>
              <a:buClr>
                <a:srgbClr val="272936"/>
              </a:buClr>
              <a:buSzTx/>
              <a:buFont typeface="Wingdings" panose="05000000000000000000" pitchFamily="2" charset="2"/>
              <a:buChar char="§"/>
              <a:tabLst/>
              <a:defRPr/>
            </a:pPr>
            <a:r>
              <a:rPr kumimoji="0" lang="en-IN" sz="1200" b="0" i="0" u="none" strike="noStrike" kern="0" cap="none" spc="0" normalizeH="0" baseline="0" noProof="0">
                <a:ln>
                  <a:noFill/>
                </a:ln>
                <a:solidFill>
                  <a:prstClr val="black"/>
                </a:solidFill>
                <a:effectLst/>
                <a:uLnTx/>
                <a:uFillTx/>
                <a:latin typeface="Ubuntu"/>
                <a:ea typeface="+mn-ea"/>
                <a:cs typeface="Arial" pitchFamily="34" charset="0"/>
              </a:rPr>
              <a:t>Daily stand-up meetings</a:t>
            </a:r>
          </a:p>
        </p:txBody>
      </p:sp>
      <p:grpSp>
        <p:nvGrpSpPr>
          <p:cNvPr id="122" name="Group 121">
            <a:extLst>
              <a:ext uri="{FF2B5EF4-FFF2-40B4-BE49-F238E27FC236}">
                <a16:creationId xmlns:a16="http://schemas.microsoft.com/office/drawing/2014/main" id="{EB8CABA1-8A8C-63C7-A0B9-D97D1094E2DB}"/>
              </a:ext>
            </a:extLst>
          </p:cNvPr>
          <p:cNvGrpSpPr/>
          <p:nvPr/>
        </p:nvGrpSpPr>
        <p:grpSpPr>
          <a:xfrm>
            <a:off x="4686482" y="1605575"/>
            <a:ext cx="3937987" cy="4634229"/>
            <a:chOff x="3092129" y="1479276"/>
            <a:chExt cx="3361740" cy="3149331"/>
          </a:xfrm>
        </p:grpSpPr>
        <p:sp>
          <p:nvSpPr>
            <p:cNvPr id="123" name="Freeform 3">
              <a:extLst>
                <a:ext uri="{FF2B5EF4-FFF2-40B4-BE49-F238E27FC236}">
                  <a16:creationId xmlns:a16="http://schemas.microsoft.com/office/drawing/2014/main" id="{4BD1B794-213D-73BE-D964-3355019ABB02}"/>
                </a:ext>
              </a:extLst>
            </p:cNvPr>
            <p:cNvSpPr>
              <a:spLocks/>
            </p:cNvSpPr>
            <p:nvPr/>
          </p:nvSpPr>
          <p:spPr bwMode="gray">
            <a:xfrm>
              <a:off x="4774824" y="2940296"/>
              <a:ext cx="832222" cy="141706"/>
            </a:xfrm>
            <a:custGeom>
              <a:avLst/>
              <a:gdLst>
                <a:gd name="T0" fmla="*/ 1085850 w 1170"/>
                <a:gd name="T1" fmla="*/ 0 h 224"/>
                <a:gd name="T2" fmla="*/ 0 w 1170"/>
                <a:gd name="T3" fmla="*/ 193675 h 224"/>
                <a:gd name="T4" fmla="*/ 1085850 w 1170"/>
                <a:gd name="T5" fmla="*/ 0 h 224"/>
                <a:gd name="T6" fmla="*/ 0 60000 65536"/>
                <a:gd name="T7" fmla="*/ 0 60000 65536"/>
                <a:gd name="T8" fmla="*/ 0 60000 65536"/>
                <a:gd name="T9" fmla="*/ 0 w 1170"/>
                <a:gd name="T10" fmla="*/ 0 h 224"/>
                <a:gd name="T11" fmla="*/ 1170 w 1170"/>
                <a:gd name="T12" fmla="*/ 224 h 224"/>
              </a:gdLst>
              <a:ahLst/>
              <a:cxnLst>
                <a:cxn ang="T6">
                  <a:pos x="T0" y="T1"/>
                </a:cxn>
                <a:cxn ang="T7">
                  <a:pos x="T2" y="T3"/>
                </a:cxn>
                <a:cxn ang="T8">
                  <a:pos x="T4" y="T5"/>
                </a:cxn>
              </a:cxnLst>
              <a:rect l="T9" t="T10" r="T11" b="T12"/>
              <a:pathLst>
                <a:path w="1170" h="224">
                  <a:moveTo>
                    <a:pt x="1170" y="0"/>
                  </a:moveTo>
                  <a:lnTo>
                    <a:pt x="0" y="224"/>
                  </a:lnTo>
                  <a:lnTo>
                    <a:pt x="1170" y="0"/>
                  </a:lnTo>
                  <a:close/>
                </a:path>
              </a:pathLst>
            </a:custGeom>
            <a:gradFill rotWithShape="1">
              <a:gsLst>
                <a:gs pos="0">
                  <a:srgbClr val="C4C2C2"/>
                </a:gs>
                <a:gs pos="100000">
                  <a:srgbClr val="EBEAEA">
                    <a:alpha val="0"/>
                  </a:srgbClr>
                </a:gs>
              </a:gsLst>
              <a:lin ang="5400000" scaled="1"/>
            </a:gra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24" name="Line 4">
              <a:extLst>
                <a:ext uri="{FF2B5EF4-FFF2-40B4-BE49-F238E27FC236}">
                  <a16:creationId xmlns:a16="http://schemas.microsoft.com/office/drawing/2014/main" id="{9A4A9056-B8AE-9095-A85A-C2E4C8FC877C}"/>
                </a:ext>
              </a:extLst>
            </p:cNvPr>
            <p:cNvSpPr>
              <a:spLocks noChangeShapeType="1"/>
            </p:cNvSpPr>
            <p:nvPr/>
          </p:nvSpPr>
          <p:spPr bwMode="gray">
            <a:xfrm flipH="1">
              <a:off x="4774824" y="2940296"/>
              <a:ext cx="832222" cy="141706"/>
            </a:xfrm>
            <a:prstGeom prst="line">
              <a:avLst/>
            </a:prstGeom>
            <a:no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25" name="Freeform 7">
              <a:extLst>
                <a:ext uri="{FF2B5EF4-FFF2-40B4-BE49-F238E27FC236}">
                  <a16:creationId xmlns:a16="http://schemas.microsoft.com/office/drawing/2014/main" id="{924E4DAE-65DE-6126-DA7A-FFFB8B851D91}"/>
                </a:ext>
              </a:extLst>
            </p:cNvPr>
            <p:cNvSpPr>
              <a:spLocks noChangeAspect="1"/>
            </p:cNvSpPr>
            <p:nvPr/>
          </p:nvSpPr>
          <p:spPr bwMode="gray">
            <a:xfrm>
              <a:off x="3672495" y="2581385"/>
              <a:ext cx="1103547" cy="962905"/>
            </a:xfrm>
            <a:custGeom>
              <a:avLst/>
              <a:gdLst>
                <a:gd name="T0" fmla="*/ 979459 w 1473"/>
                <a:gd name="T1" fmla="*/ 53716 h 1470"/>
                <a:gd name="T2" fmla="*/ 672523 w 1473"/>
                <a:gd name="T3" fmla="*/ 0 h 1470"/>
                <a:gd name="T4" fmla="*/ 596277 w 1473"/>
                <a:gd name="T5" fmla="*/ 119965 h 1470"/>
                <a:gd name="T6" fmla="*/ 482887 w 1473"/>
                <a:gd name="T7" fmla="*/ 300808 h 1470"/>
                <a:gd name="T8" fmla="*/ 0 w 1473"/>
                <a:gd name="T9" fmla="*/ 1065363 h 1470"/>
                <a:gd name="T10" fmla="*/ 1439863 w 1473"/>
                <a:gd name="T11" fmla="*/ 1316037 h 1470"/>
                <a:gd name="T12" fmla="*/ 1439863 w 1473"/>
                <a:gd name="T13" fmla="*/ 134289 h 1470"/>
                <a:gd name="T14" fmla="*/ 979459 w 1473"/>
                <a:gd name="T15" fmla="*/ 53716 h 1470"/>
                <a:gd name="T16" fmla="*/ 0 60000 65536"/>
                <a:gd name="T17" fmla="*/ 0 60000 65536"/>
                <a:gd name="T18" fmla="*/ 0 60000 65536"/>
                <a:gd name="T19" fmla="*/ 0 60000 65536"/>
                <a:gd name="T20" fmla="*/ 0 60000 65536"/>
                <a:gd name="T21" fmla="*/ 0 60000 65536"/>
                <a:gd name="T22" fmla="*/ 0 60000 65536"/>
                <a:gd name="T23" fmla="*/ 0 60000 65536"/>
                <a:gd name="T24" fmla="*/ 0 w 1473"/>
                <a:gd name="T25" fmla="*/ 0 h 1470"/>
                <a:gd name="T26" fmla="*/ 1473 w 1473"/>
                <a:gd name="T27" fmla="*/ 1470 h 14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73" h="1470">
                  <a:moveTo>
                    <a:pt x="1002" y="60"/>
                  </a:moveTo>
                  <a:lnTo>
                    <a:pt x="688" y="0"/>
                  </a:lnTo>
                  <a:lnTo>
                    <a:pt x="610" y="134"/>
                  </a:lnTo>
                  <a:lnTo>
                    <a:pt x="494" y="336"/>
                  </a:lnTo>
                  <a:lnTo>
                    <a:pt x="0" y="1190"/>
                  </a:lnTo>
                  <a:lnTo>
                    <a:pt x="1473" y="1470"/>
                  </a:lnTo>
                  <a:lnTo>
                    <a:pt x="1473" y="150"/>
                  </a:lnTo>
                  <a:lnTo>
                    <a:pt x="1002" y="60"/>
                  </a:lnTo>
                  <a:close/>
                </a:path>
              </a:pathLst>
            </a:custGeom>
            <a:gradFill rotWithShape="1">
              <a:gsLst>
                <a:gs pos="0">
                  <a:schemeClr val="accent1">
                    <a:lumMod val="40000"/>
                    <a:lumOff val="60000"/>
                  </a:schemeClr>
                </a:gs>
                <a:gs pos="100000">
                  <a:schemeClr val="accent1">
                    <a:lumMod val="60000"/>
                    <a:lumOff val="40000"/>
                  </a:schemeClr>
                </a:gs>
              </a:gsLst>
              <a:lin ang="5400000" scaled="1"/>
            </a:gradFill>
            <a:ln w="317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26" name="Rectangle 125">
              <a:extLst>
                <a:ext uri="{FF2B5EF4-FFF2-40B4-BE49-F238E27FC236}">
                  <a16:creationId xmlns:a16="http://schemas.microsoft.com/office/drawing/2014/main" id="{5F5D9D5A-9F94-E941-A2C0-22487CCB79D3}"/>
                </a:ext>
              </a:extLst>
            </p:cNvPr>
            <p:cNvSpPr>
              <a:spLocks noChangeAspect="1" noChangeArrowheads="1"/>
            </p:cNvSpPr>
            <p:nvPr/>
          </p:nvSpPr>
          <p:spPr bwMode="gray">
            <a:xfrm>
              <a:off x="4776041" y="2680114"/>
              <a:ext cx="0" cy="0"/>
            </a:xfrm>
            <a:prstGeom prst="rect">
              <a:avLst/>
            </a:prstGeom>
            <a:solidFill>
              <a:srgbClr val="FFFFFF"/>
            </a:solidFill>
            <a:ln w="12700">
              <a:solidFill>
                <a:srgbClr val="FFFFFF"/>
              </a:solidFill>
              <a:miter lim="800000"/>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27" name="Rectangle 126">
              <a:extLst>
                <a:ext uri="{FF2B5EF4-FFF2-40B4-BE49-F238E27FC236}">
                  <a16:creationId xmlns:a16="http://schemas.microsoft.com/office/drawing/2014/main" id="{DC76DCE5-0C4B-6F0F-2CD4-7C1BDEFD07DF}"/>
                </a:ext>
              </a:extLst>
            </p:cNvPr>
            <p:cNvSpPr>
              <a:spLocks noChangeAspect="1" noChangeArrowheads="1"/>
            </p:cNvSpPr>
            <p:nvPr/>
          </p:nvSpPr>
          <p:spPr bwMode="gray">
            <a:xfrm>
              <a:off x="4776041" y="2561639"/>
              <a:ext cx="0" cy="0"/>
            </a:xfrm>
            <a:prstGeom prst="rect">
              <a:avLst/>
            </a:prstGeom>
            <a:solidFill>
              <a:srgbClr val="FFFFFF"/>
            </a:solidFill>
            <a:ln w="12700">
              <a:solidFill>
                <a:srgbClr val="FFFFFF"/>
              </a:solidFill>
              <a:miter lim="800000"/>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28" name="Freeform 10">
              <a:extLst>
                <a:ext uri="{FF2B5EF4-FFF2-40B4-BE49-F238E27FC236}">
                  <a16:creationId xmlns:a16="http://schemas.microsoft.com/office/drawing/2014/main" id="{05694D30-693E-979B-BE19-2198333EF7AB}"/>
                </a:ext>
              </a:extLst>
            </p:cNvPr>
            <p:cNvSpPr>
              <a:spLocks noChangeAspect="1"/>
            </p:cNvSpPr>
            <p:nvPr/>
          </p:nvSpPr>
          <p:spPr bwMode="gray">
            <a:xfrm>
              <a:off x="4776041" y="2581385"/>
              <a:ext cx="1097463" cy="962905"/>
            </a:xfrm>
            <a:custGeom>
              <a:avLst/>
              <a:gdLst>
                <a:gd name="T0" fmla="*/ 947454 w 1466"/>
                <a:gd name="T1" fmla="*/ 300808 h 1470"/>
                <a:gd name="T2" fmla="*/ 834150 w 1466"/>
                <a:gd name="T3" fmla="*/ 119965 h 1470"/>
                <a:gd name="T4" fmla="*/ 759917 w 1466"/>
                <a:gd name="T5" fmla="*/ 0 h 1470"/>
                <a:gd name="T6" fmla="*/ 457122 w 1466"/>
                <a:gd name="T7" fmla="*/ 53716 h 1470"/>
                <a:gd name="T8" fmla="*/ 0 w 1466"/>
                <a:gd name="T9" fmla="*/ 134289 h 1470"/>
                <a:gd name="T10" fmla="*/ 0 w 1466"/>
                <a:gd name="T11" fmla="*/ 1316037 h 1470"/>
                <a:gd name="T12" fmla="*/ 1431925 w 1466"/>
                <a:gd name="T13" fmla="*/ 1065363 h 1470"/>
                <a:gd name="T14" fmla="*/ 947454 w 1466"/>
                <a:gd name="T15" fmla="*/ 300808 h 1470"/>
                <a:gd name="T16" fmla="*/ 0 60000 65536"/>
                <a:gd name="T17" fmla="*/ 0 60000 65536"/>
                <a:gd name="T18" fmla="*/ 0 60000 65536"/>
                <a:gd name="T19" fmla="*/ 0 60000 65536"/>
                <a:gd name="T20" fmla="*/ 0 60000 65536"/>
                <a:gd name="T21" fmla="*/ 0 60000 65536"/>
                <a:gd name="T22" fmla="*/ 0 60000 65536"/>
                <a:gd name="T23" fmla="*/ 0 60000 65536"/>
                <a:gd name="T24" fmla="*/ 0 w 1466"/>
                <a:gd name="T25" fmla="*/ 0 h 1470"/>
                <a:gd name="T26" fmla="*/ 1466 w 1466"/>
                <a:gd name="T27" fmla="*/ 1470 h 147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66" h="1470">
                  <a:moveTo>
                    <a:pt x="970" y="336"/>
                  </a:moveTo>
                  <a:lnTo>
                    <a:pt x="854" y="134"/>
                  </a:lnTo>
                  <a:lnTo>
                    <a:pt x="778" y="0"/>
                  </a:lnTo>
                  <a:lnTo>
                    <a:pt x="468" y="60"/>
                  </a:lnTo>
                  <a:lnTo>
                    <a:pt x="0" y="150"/>
                  </a:lnTo>
                  <a:lnTo>
                    <a:pt x="0" y="1470"/>
                  </a:lnTo>
                  <a:lnTo>
                    <a:pt x="1466" y="1190"/>
                  </a:lnTo>
                  <a:lnTo>
                    <a:pt x="970" y="336"/>
                  </a:lnTo>
                  <a:close/>
                </a:path>
              </a:pathLst>
            </a:custGeom>
            <a:gradFill rotWithShape="1">
              <a:gsLst>
                <a:gs pos="0">
                  <a:schemeClr val="accent1">
                    <a:lumMod val="20000"/>
                    <a:lumOff val="80000"/>
                  </a:schemeClr>
                </a:gs>
                <a:gs pos="100000">
                  <a:schemeClr val="bg1"/>
                </a:gs>
              </a:gsLst>
              <a:lin ang="0" scaled="1"/>
            </a:gra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29" name="Freeform 11">
              <a:extLst>
                <a:ext uri="{FF2B5EF4-FFF2-40B4-BE49-F238E27FC236}">
                  <a16:creationId xmlns:a16="http://schemas.microsoft.com/office/drawing/2014/main" id="{A72DC031-9EBB-FD74-7914-CECC301C66D2}"/>
                </a:ext>
              </a:extLst>
            </p:cNvPr>
            <p:cNvSpPr>
              <a:spLocks noChangeAspect="1"/>
            </p:cNvSpPr>
            <p:nvPr/>
          </p:nvSpPr>
          <p:spPr bwMode="gray">
            <a:xfrm>
              <a:off x="3681011" y="3183055"/>
              <a:ext cx="1095030" cy="361234"/>
            </a:xfrm>
            <a:custGeom>
              <a:avLst/>
              <a:gdLst>
                <a:gd name="T0" fmla="*/ 0 w 1461"/>
                <a:gd name="T1" fmla="*/ 245067 h 552"/>
                <a:gd name="T2" fmla="*/ 1428750 w 1461"/>
                <a:gd name="T3" fmla="*/ 0 h 552"/>
                <a:gd name="T4" fmla="*/ 1428750 w 1461"/>
                <a:gd name="T5" fmla="*/ 493712 h 552"/>
                <a:gd name="T6" fmla="*/ 0 w 1461"/>
                <a:gd name="T7" fmla="*/ 245067 h 552"/>
                <a:gd name="T8" fmla="*/ 0 60000 65536"/>
                <a:gd name="T9" fmla="*/ 0 60000 65536"/>
                <a:gd name="T10" fmla="*/ 0 60000 65536"/>
                <a:gd name="T11" fmla="*/ 0 60000 65536"/>
                <a:gd name="T12" fmla="*/ 0 w 1461"/>
                <a:gd name="T13" fmla="*/ 0 h 552"/>
                <a:gd name="T14" fmla="*/ 1461 w 1461"/>
                <a:gd name="T15" fmla="*/ 552 h 552"/>
              </a:gdLst>
              <a:ahLst/>
              <a:cxnLst>
                <a:cxn ang="T8">
                  <a:pos x="T0" y="T1"/>
                </a:cxn>
                <a:cxn ang="T9">
                  <a:pos x="T2" y="T3"/>
                </a:cxn>
                <a:cxn ang="T10">
                  <a:pos x="T4" y="T5"/>
                </a:cxn>
                <a:cxn ang="T11">
                  <a:pos x="T6" y="T7"/>
                </a:cxn>
              </a:cxnLst>
              <a:rect l="T12" t="T13" r="T14" b="T15"/>
              <a:pathLst>
                <a:path w="1461" h="552">
                  <a:moveTo>
                    <a:pt x="0" y="274"/>
                  </a:moveTo>
                  <a:lnTo>
                    <a:pt x="1461" y="0"/>
                  </a:lnTo>
                  <a:lnTo>
                    <a:pt x="1461" y="552"/>
                  </a:lnTo>
                  <a:lnTo>
                    <a:pt x="0" y="274"/>
                  </a:lnTo>
                  <a:close/>
                </a:path>
              </a:pathLst>
            </a:custGeom>
            <a:solidFill>
              <a:schemeClr val="accent1">
                <a:lumMod val="75000"/>
              </a:schemeClr>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0" name="Freeform 12">
              <a:extLst>
                <a:ext uri="{FF2B5EF4-FFF2-40B4-BE49-F238E27FC236}">
                  <a16:creationId xmlns:a16="http://schemas.microsoft.com/office/drawing/2014/main" id="{C1EC33C9-4F93-A3C5-4CA9-450F2EFB581A}"/>
                </a:ext>
              </a:extLst>
            </p:cNvPr>
            <p:cNvSpPr>
              <a:spLocks noChangeAspect="1"/>
            </p:cNvSpPr>
            <p:nvPr/>
          </p:nvSpPr>
          <p:spPr bwMode="gray">
            <a:xfrm>
              <a:off x="4776041" y="3183055"/>
              <a:ext cx="1097463" cy="361234"/>
            </a:xfrm>
            <a:custGeom>
              <a:avLst/>
              <a:gdLst>
                <a:gd name="T0" fmla="*/ 0 w 1466"/>
                <a:gd name="T1" fmla="*/ 0 h 552"/>
                <a:gd name="T2" fmla="*/ 1431925 w 1466"/>
                <a:gd name="T3" fmla="*/ 243278 h 552"/>
                <a:gd name="T4" fmla="*/ 0 w 1466"/>
                <a:gd name="T5" fmla="*/ 493712 h 552"/>
                <a:gd name="T6" fmla="*/ 0 w 1466"/>
                <a:gd name="T7" fmla="*/ 0 h 552"/>
                <a:gd name="T8" fmla="*/ 0 60000 65536"/>
                <a:gd name="T9" fmla="*/ 0 60000 65536"/>
                <a:gd name="T10" fmla="*/ 0 60000 65536"/>
                <a:gd name="T11" fmla="*/ 0 60000 65536"/>
                <a:gd name="T12" fmla="*/ 0 w 1466"/>
                <a:gd name="T13" fmla="*/ 0 h 552"/>
                <a:gd name="T14" fmla="*/ 1466 w 1466"/>
                <a:gd name="T15" fmla="*/ 552 h 552"/>
              </a:gdLst>
              <a:ahLst/>
              <a:cxnLst>
                <a:cxn ang="T8">
                  <a:pos x="T0" y="T1"/>
                </a:cxn>
                <a:cxn ang="T9">
                  <a:pos x="T2" y="T3"/>
                </a:cxn>
                <a:cxn ang="T10">
                  <a:pos x="T4" y="T5"/>
                </a:cxn>
                <a:cxn ang="T11">
                  <a:pos x="T6" y="T7"/>
                </a:cxn>
              </a:cxnLst>
              <a:rect l="T12" t="T13" r="T14" b="T15"/>
              <a:pathLst>
                <a:path w="1466" h="552">
                  <a:moveTo>
                    <a:pt x="0" y="0"/>
                  </a:moveTo>
                  <a:lnTo>
                    <a:pt x="1466" y="272"/>
                  </a:lnTo>
                  <a:lnTo>
                    <a:pt x="0" y="552"/>
                  </a:lnTo>
                  <a:lnTo>
                    <a:pt x="0" y="0"/>
                  </a:lnTo>
                  <a:close/>
                </a:path>
              </a:pathLst>
            </a:custGeom>
            <a:solidFill>
              <a:schemeClr val="accent1"/>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1" name="Freeform 13">
              <a:extLst>
                <a:ext uri="{FF2B5EF4-FFF2-40B4-BE49-F238E27FC236}">
                  <a16:creationId xmlns:a16="http://schemas.microsoft.com/office/drawing/2014/main" id="{3D8A10E2-B010-4DED-797B-2052209EF568}"/>
                </a:ext>
              </a:extLst>
            </p:cNvPr>
            <p:cNvSpPr>
              <a:spLocks noChangeAspect="1"/>
            </p:cNvSpPr>
            <p:nvPr/>
          </p:nvSpPr>
          <p:spPr bwMode="gray">
            <a:xfrm>
              <a:off x="4187159" y="2523309"/>
              <a:ext cx="1171681" cy="156805"/>
            </a:xfrm>
            <a:custGeom>
              <a:avLst/>
              <a:gdLst>
                <a:gd name="T0" fmla="*/ 1072970 w 1563"/>
                <a:gd name="T1" fmla="*/ 0 h 240"/>
                <a:gd name="T2" fmla="*/ 767804 w 1563"/>
                <a:gd name="T3" fmla="*/ 53578 h 240"/>
                <a:gd name="T4" fmla="*/ 459704 w 1563"/>
                <a:gd name="T5" fmla="*/ 0 h 240"/>
                <a:gd name="T6" fmla="*/ 0 w 1563"/>
                <a:gd name="T7" fmla="*/ 80367 h 240"/>
                <a:gd name="T8" fmla="*/ 767804 w 1563"/>
                <a:gd name="T9" fmla="*/ 214312 h 240"/>
                <a:gd name="T10" fmla="*/ 1528762 w 1563"/>
                <a:gd name="T11" fmla="*/ 80367 h 240"/>
                <a:gd name="T12" fmla="*/ 1072970 w 1563"/>
                <a:gd name="T13" fmla="*/ 0 h 240"/>
                <a:gd name="T14" fmla="*/ 0 60000 65536"/>
                <a:gd name="T15" fmla="*/ 0 60000 65536"/>
                <a:gd name="T16" fmla="*/ 0 60000 65536"/>
                <a:gd name="T17" fmla="*/ 0 60000 65536"/>
                <a:gd name="T18" fmla="*/ 0 60000 65536"/>
                <a:gd name="T19" fmla="*/ 0 60000 65536"/>
                <a:gd name="T20" fmla="*/ 0 60000 65536"/>
                <a:gd name="T21" fmla="*/ 0 w 1563"/>
                <a:gd name="T22" fmla="*/ 0 h 240"/>
                <a:gd name="T23" fmla="*/ 1563 w 1563"/>
                <a:gd name="T24" fmla="*/ 240 h 24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563" h="240">
                  <a:moveTo>
                    <a:pt x="1097" y="0"/>
                  </a:moveTo>
                  <a:lnTo>
                    <a:pt x="785" y="60"/>
                  </a:lnTo>
                  <a:lnTo>
                    <a:pt x="470" y="0"/>
                  </a:lnTo>
                  <a:lnTo>
                    <a:pt x="0" y="90"/>
                  </a:lnTo>
                  <a:lnTo>
                    <a:pt x="785" y="240"/>
                  </a:lnTo>
                  <a:lnTo>
                    <a:pt x="1563" y="90"/>
                  </a:lnTo>
                  <a:lnTo>
                    <a:pt x="1097" y="0"/>
                  </a:lnTo>
                  <a:close/>
                </a:path>
              </a:pathLst>
            </a:custGeom>
            <a:gradFill rotWithShape="1">
              <a:gsLst>
                <a:gs pos="0">
                  <a:schemeClr val="accent5">
                    <a:lumMod val="50000"/>
                  </a:schemeClr>
                </a:gs>
                <a:gs pos="100000">
                  <a:schemeClr val="accent5">
                    <a:lumMod val="75000"/>
                  </a:schemeClr>
                </a:gs>
              </a:gsLst>
              <a:lin ang="2700000" scaled="1"/>
            </a:gradFill>
            <a:ln w="12700">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2" name="Freeform 14">
              <a:extLst>
                <a:ext uri="{FF2B5EF4-FFF2-40B4-BE49-F238E27FC236}">
                  <a16:creationId xmlns:a16="http://schemas.microsoft.com/office/drawing/2014/main" id="{AE0F2311-4F50-69CD-4332-74D778B518BD}"/>
                </a:ext>
              </a:extLst>
            </p:cNvPr>
            <p:cNvSpPr>
              <a:spLocks noChangeAspect="1"/>
            </p:cNvSpPr>
            <p:nvPr/>
          </p:nvSpPr>
          <p:spPr bwMode="gray">
            <a:xfrm>
              <a:off x="4776041" y="1748271"/>
              <a:ext cx="511013" cy="861851"/>
            </a:xfrm>
            <a:custGeom>
              <a:avLst/>
              <a:gdLst>
                <a:gd name="T0" fmla="*/ 0 w 684"/>
                <a:gd name="T1" fmla="*/ 1177925 h 1315"/>
                <a:gd name="T2" fmla="*/ 666750 w 684"/>
                <a:gd name="T3" fmla="*/ 1061476 h 1315"/>
                <a:gd name="T4" fmla="*/ 0 w 684"/>
                <a:gd name="T5" fmla="*/ 0 h 1315"/>
                <a:gd name="T6" fmla="*/ 0 w 684"/>
                <a:gd name="T7" fmla="*/ 1177925 h 1315"/>
                <a:gd name="T8" fmla="*/ 0 w 684"/>
                <a:gd name="T9" fmla="*/ 1177925 h 1315"/>
                <a:gd name="T10" fmla="*/ 0 60000 65536"/>
                <a:gd name="T11" fmla="*/ 0 60000 65536"/>
                <a:gd name="T12" fmla="*/ 0 60000 65536"/>
                <a:gd name="T13" fmla="*/ 0 60000 65536"/>
                <a:gd name="T14" fmla="*/ 0 60000 65536"/>
                <a:gd name="T15" fmla="*/ 0 w 684"/>
                <a:gd name="T16" fmla="*/ 0 h 1315"/>
                <a:gd name="T17" fmla="*/ 684 w 684"/>
                <a:gd name="T18" fmla="*/ 1315 h 1315"/>
              </a:gdLst>
              <a:ahLst/>
              <a:cxnLst>
                <a:cxn ang="T10">
                  <a:pos x="T0" y="T1"/>
                </a:cxn>
                <a:cxn ang="T11">
                  <a:pos x="T2" y="T3"/>
                </a:cxn>
                <a:cxn ang="T12">
                  <a:pos x="T4" y="T5"/>
                </a:cxn>
                <a:cxn ang="T13">
                  <a:pos x="T6" y="T7"/>
                </a:cxn>
                <a:cxn ang="T14">
                  <a:pos x="T8" y="T9"/>
                </a:cxn>
              </a:cxnLst>
              <a:rect l="T15" t="T16" r="T17" b="T18"/>
              <a:pathLst>
                <a:path w="684" h="1315">
                  <a:moveTo>
                    <a:pt x="0" y="1315"/>
                  </a:moveTo>
                  <a:lnTo>
                    <a:pt x="684" y="1185"/>
                  </a:lnTo>
                  <a:lnTo>
                    <a:pt x="0" y="0"/>
                  </a:lnTo>
                  <a:lnTo>
                    <a:pt x="0" y="1315"/>
                  </a:lnTo>
                  <a:close/>
                </a:path>
              </a:pathLst>
            </a:custGeom>
            <a:gradFill rotWithShape="1">
              <a:gsLst>
                <a:gs pos="0">
                  <a:schemeClr val="accent5">
                    <a:lumMod val="40000"/>
                    <a:lumOff val="60000"/>
                  </a:schemeClr>
                </a:gs>
                <a:gs pos="100000">
                  <a:schemeClr val="accent5">
                    <a:lumMod val="20000"/>
                    <a:lumOff val="80000"/>
                  </a:schemeClr>
                </a:gs>
              </a:gsLst>
              <a:lin ang="0" scaled="1"/>
            </a:gra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3" name="Freeform 15">
              <a:extLst>
                <a:ext uri="{FF2B5EF4-FFF2-40B4-BE49-F238E27FC236}">
                  <a16:creationId xmlns:a16="http://schemas.microsoft.com/office/drawing/2014/main" id="{1130ABEA-641C-005D-56A1-7D2B7538806B}"/>
                </a:ext>
              </a:extLst>
            </p:cNvPr>
            <p:cNvSpPr>
              <a:spLocks noChangeAspect="1"/>
            </p:cNvSpPr>
            <p:nvPr/>
          </p:nvSpPr>
          <p:spPr bwMode="gray">
            <a:xfrm>
              <a:off x="4258944" y="1745948"/>
              <a:ext cx="517098" cy="864174"/>
            </a:xfrm>
            <a:custGeom>
              <a:avLst/>
              <a:gdLst>
                <a:gd name="T0" fmla="*/ 674688 w 691"/>
                <a:gd name="T1" fmla="*/ 3582 h 1319"/>
                <a:gd name="T2" fmla="*/ 670782 w 691"/>
                <a:gd name="T3" fmla="*/ 0 h 1319"/>
                <a:gd name="T4" fmla="*/ 0 w 691"/>
                <a:gd name="T5" fmla="*/ 1062900 h 1319"/>
                <a:gd name="T6" fmla="*/ 674688 w 691"/>
                <a:gd name="T7" fmla="*/ 1181100 h 1319"/>
                <a:gd name="T8" fmla="*/ 674688 w 691"/>
                <a:gd name="T9" fmla="*/ 3582 h 1319"/>
                <a:gd name="T10" fmla="*/ 0 60000 65536"/>
                <a:gd name="T11" fmla="*/ 0 60000 65536"/>
                <a:gd name="T12" fmla="*/ 0 60000 65536"/>
                <a:gd name="T13" fmla="*/ 0 60000 65536"/>
                <a:gd name="T14" fmla="*/ 0 60000 65536"/>
                <a:gd name="T15" fmla="*/ 0 w 691"/>
                <a:gd name="T16" fmla="*/ 0 h 1319"/>
                <a:gd name="T17" fmla="*/ 691 w 691"/>
                <a:gd name="T18" fmla="*/ 1319 h 1319"/>
              </a:gdLst>
              <a:ahLst/>
              <a:cxnLst>
                <a:cxn ang="T10">
                  <a:pos x="T0" y="T1"/>
                </a:cxn>
                <a:cxn ang="T11">
                  <a:pos x="T2" y="T3"/>
                </a:cxn>
                <a:cxn ang="T12">
                  <a:pos x="T4" y="T5"/>
                </a:cxn>
                <a:cxn ang="T13">
                  <a:pos x="T6" y="T7"/>
                </a:cxn>
                <a:cxn ang="T14">
                  <a:pos x="T8" y="T9"/>
                </a:cxn>
              </a:cxnLst>
              <a:rect l="T15" t="T16" r="T17" b="T18"/>
              <a:pathLst>
                <a:path w="691" h="1319">
                  <a:moveTo>
                    <a:pt x="691" y="4"/>
                  </a:moveTo>
                  <a:lnTo>
                    <a:pt x="687" y="0"/>
                  </a:lnTo>
                  <a:lnTo>
                    <a:pt x="0" y="1187"/>
                  </a:lnTo>
                  <a:lnTo>
                    <a:pt x="691" y="1319"/>
                  </a:lnTo>
                  <a:lnTo>
                    <a:pt x="691" y="4"/>
                  </a:lnTo>
                  <a:close/>
                </a:path>
              </a:pathLst>
            </a:custGeom>
            <a:solidFill>
              <a:schemeClr val="accent5">
                <a:lumMod val="20000"/>
                <a:lumOff val="80000"/>
              </a:schemeClr>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4" name="Freeform 16">
              <a:extLst>
                <a:ext uri="{FF2B5EF4-FFF2-40B4-BE49-F238E27FC236}">
                  <a16:creationId xmlns:a16="http://schemas.microsoft.com/office/drawing/2014/main" id="{83CC79FC-C259-2A4C-8D85-1E955251CE28}"/>
                </a:ext>
              </a:extLst>
            </p:cNvPr>
            <p:cNvSpPr>
              <a:spLocks noChangeAspect="1"/>
            </p:cNvSpPr>
            <p:nvPr/>
          </p:nvSpPr>
          <p:spPr bwMode="gray">
            <a:xfrm>
              <a:off x="4259697" y="2438692"/>
              <a:ext cx="517098" cy="173066"/>
            </a:xfrm>
            <a:custGeom>
              <a:avLst/>
              <a:gdLst>
                <a:gd name="T0" fmla="*/ 0 w 691"/>
                <a:gd name="T1" fmla="*/ 118715 h 265"/>
                <a:gd name="T2" fmla="*/ 674688 w 691"/>
                <a:gd name="T3" fmla="*/ 0 h 265"/>
                <a:gd name="T4" fmla="*/ 674688 w 691"/>
                <a:gd name="T5" fmla="*/ 236537 h 265"/>
                <a:gd name="T6" fmla="*/ 0 w 691"/>
                <a:gd name="T7" fmla="*/ 118715 h 265"/>
                <a:gd name="T8" fmla="*/ 0 60000 65536"/>
                <a:gd name="T9" fmla="*/ 0 60000 65536"/>
                <a:gd name="T10" fmla="*/ 0 60000 65536"/>
                <a:gd name="T11" fmla="*/ 0 60000 65536"/>
                <a:gd name="T12" fmla="*/ 0 w 691"/>
                <a:gd name="T13" fmla="*/ 0 h 265"/>
                <a:gd name="T14" fmla="*/ 691 w 691"/>
                <a:gd name="T15" fmla="*/ 265 h 265"/>
              </a:gdLst>
              <a:ahLst/>
              <a:cxnLst>
                <a:cxn ang="T8">
                  <a:pos x="T0" y="T1"/>
                </a:cxn>
                <a:cxn ang="T9">
                  <a:pos x="T2" y="T3"/>
                </a:cxn>
                <a:cxn ang="T10">
                  <a:pos x="T4" y="T5"/>
                </a:cxn>
                <a:cxn ang="T11">
                  <a:pos x="T6" y="T7"/>
                </a:cxn>
              </a:cxnLst>
              <a:rect l="T12" t="T13" r="T14" b="T15"/>
              <a:pathLst>
                <a:path w="691" h="265">
                  <a:moveTo>
                    <a:pt x="0" y="133"/>
                  </a:moveTo>
                  <a:lnTo>
                    <a:pt x="691" y="0"/>
                  </a:lnTo>
                  <a:lnTo>
                    <a:pt x="691" y="265"/>
                  </a:lnTo>
                  <a:lnTo>
                    <a:pt x="0" y="133"/>
                  </a:lnTo>
                  <a:close/>
                </a:path>
              </a:pathLst>
            </a:custGeom>
            <a:solidFill>
              <a:schemeClr val="accent5">
                <a:lumMod val="50000"/>
              </a:schemeClr>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5" name="Freeform 17">
              <a:extLst>
                <a:ext uri="{FF2B5EF4-FFF2-40B4-BE49-F238E27FC236}">
                  <a16:creationId xmlns:a16="http://schemas.microsoft.com/office/drawing/2014/main" id="{185BCC51-5DA4-4DA3-0792-53AEED0BD3B3}"/>
                </a:ext>
              </a:extLst>
            </p:cNvPr>
            <p:cNvSpPr>
              <a:spLocks noChangeAspect="1"/>
            </p:cNvSpPr>
            <p:nvPr/>
          </p:nvSpPr>
          <p:spPr bwMode="gray">
            <a:xfrm>
              <a:off x="4776041" y="2436192"/>
              <a:ext cx="511014" cy="173066"/>
            </a:xfrm>
            <a:custGeom>
              <a:avLst/>
              <a:gdLst>
                <a:gd name="T0" fmla="*/ 0 w 684"/>
                <a:gd name="T1" fmla="*/ 236537 h 265"/>
                <a:gd name="T2" fmla="*/ 0 w 684"/>
                <a:gd name="T3" fmla="*/ 0 h 265"/>
                <a:gd name="T4" fmla="*/ 666750 w 684"/>
                <a:gd name="T5" fmla="*/ 120500 h 265"/>
                <a:gd name="T6" fmla="*/ 0 w 684"/>
                <a:gd name="T7" fmla="*/ 236537 h 265"/>
                <a:gd name="T8" fmla="*/ 0 60000 65536"/>
                <a:gd name="T9" fmla="*/ 0 60000 65536"/>
                <a:gd name="T10" fmla="*/ 0 60000 65536"/>
                <a:gd name="T11" fmla="*/ 0 60000 65536"/>
                <a:gd name="T12" fmla="*/ 0 w 684"/>
                <a:gd name="T13" fmla="*/ 0 h 265"/>
                <a:gd name="T14" fmla="*/ 684 w 684"/>
                <a:gd name="T15" fmla="*/ 265 h 265"/>
              </a:gdLst>
              <a:ahLst/>
              <a:cxnLst>
                <a:cxn ang="T8">
                  <a:pos x="T0" y="T1"/>
                </a:cxn>
                <a:cxn ang="T9">
                  <a:pos x="T2" y="T3"/>
                </a:cxn>
                <a:cxn ang="T10">
                  <a:pos x="T4" y="T5"/>
                </a:cxn>
                <a:cxn ang="T11">
                  <a:pos x="T6" y="T7"/>
                </a:cxn>
              </a:cxnLst>
              <a:rect l="T12" t="T13" r="T14" b="T15"/>
              <a:pathLst>
                <a:path w="684" h="265">
                  <a:moveTo>
                    <a:pt x="0" y="265"/>
                  </a:moveTo>
                  <a:lnTo>
                    <a:pt x="0" y="0"/>
                  </a:lnTo>
                  <a:lnTo>
                    <a:pt x="684" y="135"/>
                  </a:lnTo>
                  <a:lnTo>
                    <a:pt x="0" y="265"/>
                  </a:lnTo>
                  <a:close/>
                </a:path>
              </a:pathLst>
            </a:custGeom>
            <a:gradFill rotWithShape="1">
              <a:gsLst>
                <a:gs pos="0">
                  <a:schemeClr val="accent5"/>
                </a:gs>
                <a:gs pos="100000">
                  <a:schemeClr val="accent5">
                    <a:lumMod val="60000"/>
                    <a:lumOff val="40000"/>
                  </a:schemeClr>
                </a:gs>
              </a:gsLst>
              <a:lin ang="0" scaled="1"/>
            </a:gra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6" name="TextBox 135">
              <a:extLst>
                <a:ext uri="{FF2B5EF4-FFF2-40B4-BE49-F238E27FC236}">
                  <a16:creationId xmlns:a16="http://schemas.microsoft.com/office/drawing/2014/main" id="{364347C3-0B81-0A25-C03E-63483941C0F1}"/>
                </a:ext>
              </a:extLst>
            </p:cNvPr>
            <p:cNvSpPr txBox="1"/>
            <p:nvPr/>
          </p:nvSpPr>
          <p:spPr>
            <a:xfrm>
              <a:off x="4291058" y="2871778"/>
              <a:ext cx="995995" cy="186653"/>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err="1">
                  <a:ln>
                    <a:noFill/>
                  </a:ln>
                  <a:solidFill>
                    <a:prstClr val="black"/>
                  </a:solidFill>
                  <a:effectLst/>
                  <a:uLnTx/>
                  <a:uFillTx/>
                  <a:latin typeface="Ubuntu"/>
                  <a:ea typeface="+mn-ea"/>
                  <a:cs typeface="Arial" pitchFamily="34" charset="0"/>
                </a:rPr>
                <a:t>Programme</a:t>
              </a:r>
              <a:r>
                <a:rPr kumimoji="0" lang="en-US" sz="1000" b="1" i="0" u="none" strike="noStrike" kern="1200" cap="none" spc="0" normalizeH="0" baseline="0" noProof="0">
                  <a:ln>
                    <a:noFill/>
                  </a:ln>
                  <a:solidFill>
                    <a:prstClr val="black"/>
                  </a:solidFill>
                  <a:effectLst/>
                  <a:uLnTx/>
                  <a:uFillTx/>
                  <a:latin typeface="Ubuntu"/>
                  <a:ea typeface="+mn-ea"/>
                  <a:cs typeface="Arial" pitchFamily="34" charset="0"/>
                </a:rPr>
                <a:t> Management</a:t>
              </a:r>
            </a:p>
          </p:txBody>
        </p:sp>
        <p:sp>
          <p:nvSpPr>
            <p:cNvPr id="137" name="TextBox 136">
              <a:extLst>
                <a:ext uri="{FF2B5EF4-FFF2-40B4-BE49-F238E27FC236}">
                  <a16:creationId xmlns:a16="http://schemas.microsoft.com/office/drawing/2014/main" id="{F9B4990E-3E73-FCEE-E9E2-C9E2C0D0DF40}"/>
                </a:ext>
              </a:extLst>
            </p:cNvPr>
            <p:cNvSpPr txBox="1"/>
            <p:nvPr/>
          </p:nvSpPr>
          <p:spPr>
            <a:xfrm>
              <a:off x="4473212" y="2179494"/>
              <a:ext cx="631687" cy="303311"/>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prstClr val="black"/>
                  </a:solidFill>
                  <a:effectLst/>
                  <a:uLnTx/>
                  <a:uFillTx/>
                  <a:latin typeface="Ubuntu"/>
                  <a:ea typeface="+mn-ea"/>
                  <a:cs typeface="Arial" pitchFamily="34" charset="0"/>
                </a:rPr>
                <a:t>Steering Committee</a:t>
              </a:r>
            </a:p>
          </p:txBody>
        </p:sp>
        <p:sp>
          <p:nvSpPr>
            <p:cNvPr id="138" name="Rectangle 137">
              <a:extLst>
                <a:ext uri="{FF2B5EF4-FFF2-40B4-BE49-F238E27FC236}">
                  <a16:creationId xmlns:a16="http://schemas.microsoft.com/office/drawing/2014/main" id="{6F6347A8-F270-9573-E58D-0B24E50DFC8E}"/>
                </a:ext>
              </a:extLst>
            </p:cNvPr>
            <p:cNvSpPr>
              <a:spLocks noChangeAspect="1" noChangeArrowheads="1"/>
            </p:cNvSpPr>
            <p:nvPr/>
          </p:nvSpPr>
          <p:spPr bwMode="gray">
            <a:xfrm>
              <a:off x="4776041" y="3544290"/>
              <a:ext cx="0" cy="0"/>
            </a:xfrm>
            <a:prstGeom prst="rect">
              <a:avLst/>
            </a:prstGeom>
            <a:solidFill>
              <a:srgbClr val="FFFFFF"/>
            </a:solidFill>
            <a:ln w="12700">
              <a:solidFill>
                <a:srgbClr val="FFFFFF"/>
              </a:solidFill>
              <a:miter lim="800000"/>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39" name="Rectangle 138">
              <a:extLst>
                <a:ext uri="{FF2B5EF4-FFF2-40B4-BE49-F238E27FC236}">
                  <a16:creationId xmlns:a16="http://schemas.microsoft.com/office/drawing/2014/main" id="{993F9912-08B3-4D11-CA38-163D56EAA2E7}"/>
                </a:ext>
              </a:extLst>
            </p:cNvPr>
            <p:cNvSpPr>
              <a:spLocks noChangeAspect="1" noChangeArrowheads="1"/>
            </p:cNvSpPr>
            <p:nvPr/>
          </p:nvSpPr>
          <p:spPr bwMode="gray">
            <a:xfrm>
              <a:off x="4776041" y="3661604"/>
              <a:ext cx="0" cy="2323"/>
            </a:xfrm>
            <a:prstGeom prst="rect">
              <a:avLst/>
            </a:prstGeom>
            <a:solidFill>
              <a:srgbClr val="FFFFFF"/>
            </a:solidFill>
            <a:ln w="12700">
              <a:solidFill>
                <a:srgbClr val="FFFFFF"/>
              </a:solidFill>
              <a:miter lim="800000"/>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0" name="Freeform 22">
              <a:extLst>
                <a:ext uri="{FF2B5EF4-FFF2-40B4-BE49-F238E27FC236}">
                  <a16:creationId xmlns:a16="http://schemas.microsoft.com/office/drawing/2014/main" id="{63A95946-F5B7-E52A-7CC8-0957D8EDC376}"/>
                </a:ext>
              </a:extLst>
            </p:cNvPr>
            <p:cNvSpPr>
              <a:spLocks noChangeAspect="1"/>
            </p:cNvSpPr>
            <p:nvPr/>
          </p:nvSpPr>
          <p:spPr bwMode="gray">
            <a:xfrm>
              <a:off x="3603143" y="3407229"/>
              <a:ext cx="2342146" cy="254374"/>
            </a:xfrm>
            <a:custGeom>
              <a:avLst/>
              <a:gdLst>
                <a:gd name="T0" fmla="*/ 0 w 3129"/>
                <a:gd name="T1" fmla="*/ 78851 h 388"/>
                <a:gd name="T2" fmla="*/ 459025 w 3129"/>
                <a:gd name="T3" fmla="*/ 0 h 388"/>
                <a:gd name="T4" fmla="*/ 1530410 w 3129"/>
                <a:gd name="T5" fmla="*/ 186376 h 388"/>
                <a:gd name="T6" fmla="*/ 2598865 w 3129"/>
                <a:gd name="T7" fmla="*/ 0 h 388"/>
                <a:gd name="T8" fmla="*/ 3055937 w 3129"/>
                <a:gd name="T9" fmla="*/ 78851 h 388"/>
                <a:gd name="T10" fmla="*/ 1530410 w 3129"/>
                <a:gd name="T11" fmla="*/ 347663 h 388"/>
                <a:gd name="T12" fmla="*/ 0 w 3129"/>
                <a:gd name="T13" fmla="*/ 78851 h 388"/>
                <a:gd name="T14" fmla="*/ 0 60000 65536"/>
                <a:gd name="T15" fmla="*/ 0 60000 65536"/>
                <a:gd name="T16" fmla="*/ 0 60000 65536"/>
                <a:gd name="T17" fmla="*/ 0 60000 65536"/>
                <a:gd name="T18" fmla="*/ 0 60000 65536"/>
                <a:gd name="T19" fmla="*/ 0 60000 65536"/>
                <a:gd name="T20" fmla="*/ 0 60000 65536"/>
                <a:gd name="T21" fmla="*/ 0 w 3129"/>
                <a:gd name="T22" fmla="*/ 0 h 388"/>
                <a:gd name="T23" fmla="*/ 3129 w 3129"/>
                <a:gd name="T24" fmla="*/ 388 h 3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29" h="388">
                  <a:moveTo>
                    <a:pt x="0" y="88"/>
                  </a:moveTo>
                  <a:lnTo>
                    <a:pt x="470" y="0"/>
                  </a:lnTo>
                  <a:lnTo>
                    <a:pt x="1567" y="208"/>
                  </a:lnTo>
                  <a:lnTo>
                    <a:pt x="2661" y="0"/>
                  </a:lnTo>
                  <a:lnTo>
                    <a:pt x="3129" y="88"/>
                  </a:lnTo>
                  <a:lnTo>
                    <a:pt x="1567" y="388"/>
                  </a:lnTo>
                  <a:lnTo>
                    <a:pt x="0" y="88"/>
                  </a:lnTo>
                  <a:close/>
                </a:path>
              </a:pathLst>
            </a:custGeom>
            <a:gradFill rotWithShape="1">
              <a:gsLst>
                <a:gs pos="0">
                  <a:schemeClr val="accent1">
                    <a:lumMod val="50000"/>
                  </a:schemeClr>
                </a:gs>
                <a:gs pos="100000">
                  <a:schemeClr val="accent1">
                    <a:lumMod val="75000"/>
                  </a:schemeClr>
                </a:gs>
              </a:gsLst>
              <a:lin ang="2700000" scaled="1"/>
            </a:gra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1" name="Rectangle 140">
              <a:extLst>
                <a:ext uri="{FF2B5EF4-FFF2-40B4-BE49-F238E27FC236}">
                  <a16:creationId xmlns:a16="http://schemas.microsoft.com/office/drawing/2014/main" id="{9E64A1D9-3E93-8C55-A481-BD54EAB9CDA2}"/>
                </a:ext>
              </a:extLst>
            </p:cNvPr>
            <p:cNvSpPr>
              <a:spLocks noChangeAspect="1" noChangeArrowheads="1"/>
            </p:cNvSpPr>
            <p:nvPr/>
          </p:nvSpPr>
          <p:spPr bwMode="gray">
            <a:xfrm>
              <a:off x="4767137" y="4458250"/>
              <a:ext cx="0" cy="0"/>
            </a:xfrm>
            <a:prstGeom prst="rect">
              <a:avLst/>
            </a:prstGeom>
            <a:solidFill>
              <a:srgbClr val="FFFFFF"/>
            </a:solidFill>
            <a:ln w="12700">
              <a:solidFill>
                <a:srgbClr val="FFFFFF"/>
              </a:solidFill>
              <a:miter lim="800000"/>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2" name="Rectangle 141">
              <a:extLst>
                <a:ext uri="{FF2B5EF4-FFF2-40B4-BE49-F238E27FC236}">
                  <a16:creationId xmlns:a16="http://schemas.microsoft.com/office/drawing/2014/main" id="{06C98910-54ED-8F9A-1D37-0D343BF8E23D}"/>
                </a:ext>
              </a:extLst>
            </p:cNvPr>
            <p:cNvSpPr>
              <a:spLocks noChangeAspect="1" noChangeArrowheads="1"/>
            </p:cNvSpPr>
            <p:nvPr/>
          </p:nvSpPr>
          <p:spPr bwMode="gray">
            <a:xfrm>
              <a:off x="4767137" y="4625299"/>
              <a:ext cx="0" cy="3308"/>
            </a:xfrm>
            <a:prstGeom prst="rect">
              <a:avLst/>
            </a:prstGeom>
            <a:solidFill>
              <a:srgbClr val="FFFFFF"/>
            </a:solidFill>
            <a:ln w="12700">
              <a:solidFill>
                <a:srgbClr val="FFFFFF"/>
              </a:solidFill>
              <a:miter lim="800000"/>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3" name="Freeform 25">
              <a:extLst>
                <a:ext uri="{FF2B5EF4-FFF2-40B4-BE49-F238E27FC236}">
                  <a16:creationId xmlns:a16="http://schemas.microsoft.com/office/drawing/2014/main" id="{39B7D3D9-8FAB-4135-21AE-412DEA78FA59}"/>
                </a:ext>
              </a:extLst>
            </p:cNvPr>
            <p:cNvSpPr>
              <a:spLocks noChangeAspect="1"/>
            </p:cNvSpPr>
            <p:nvPr/>
          </p:nvSpPr>
          <p:spPr bwMode="gray">
            <a:xfrm>
              <a:off x="3096989" y="4263082"/>
              <a:ext cx="3335097" cy="362216"/>
            </a:xfrm>
            <a:custGeom>
              <a:avLst/>
              <a:gdLst>
                <a:gd name="T0" fmla="*/ 0 w 3129"/>
                <a:gd name="T1" fmla="*/ 78851 h 388"/>
                <a:gd name="T2" fmla="*/ 459025 w 3129"/>
                <a:gd name="T3" fmla="*/ 0 h 388"/>
                <a:gd name="T4" fmla="*/ 1530410 w 3129"/>
                <a:gd name="T5" fmla="*/ 186376 h 388"/>
                <a:gd name="T6" fmla="*/ 2598865 w 3129"/>
                <a:gd name="T7" fmla="*/ 0 h 388"/>
                <a:gd name="T8" fmla="*/ 3055937 w 3129"/>
                <a:gd name="T9" fmla="*/ 78851 h 388"/>
                <a:gd name="T10" fmla="*/ 1530410 w 3129"/>
                <a:gd name="T11" fmla="*/ 347663 h 388"/>
                <a:gd name="T12" fmla="*/ 0 w 3129"/>
                <a:gd name="T13" fmla="*/ 78851 h 388"/>
                <a:gd name="T14" fmla="*/ 0 60000 65536"/>
                <a:gd name="T15" fmla="*/ 0 60000 65536"/>
                <a:gd name="T16" fmla="*/ 0 60000 65536"/>
                <a:gd name="T17" fmla="*/ 0 60000 65536"/>
                <a:gd name="T18" fmla="*/ 0 60000 65536"/>
                <a:gd name="T19" fmla="*/ 0 60000 65536"/>
                <a:gd name="T20" fmla="*/ 0 60000 65536"/>
                <a:gd name="T21" fmla="*/ 0 w 3129"/>
                <a:gd name="T22" fmla="*/ 0 h 388"/>
                <a:gd name="T23" fmla="*/ 3129 w 3129"/>
                <a:gd name="T24" fmla="*/ 388 h 38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29" h="388">
                  <a:moveTo>
                    <a:pt x="0" y="88"/>
                  </a:moveTo>
                  <a:lnTo>
                    <a:pt x="470" y="0"/>
                  </a:lnTo>
                  <a:lnTo>
                    <a:pt x="1567" y="208"/>
                  </a:lnTo>
                  <a:lnTo>
                    <a:pt x="2661" y="0"/>
                  </a:lnTo>
                  <a:lnTo>
                    <a:pt x="3129" y="88"/>
                  </a:lnTo>
                  <a:lnTo>
                    <a:pt x="1567" y="388"/>
                  </a:lnTo>
                  <a:lnTo>
                    <a:pt x="0" y="88"/>
                  </a:lnTo>
                  <a:close/>
                </a:path>
              </a:pathLst>
            </a:custGeom>
            <a:gradFill rotWithShape="1">
              <a:gsLst>
                <a:gs pos="0">
                  <a:schemeClr val="accent6">
                    <a:lumMod val="50000"/>
                  </a:schemeClr>
                </a:gs>
                <a:gs pos="100000">
                  <a:schemeClr val="accent6">
                    <a:lumMod val="75000"/>
                  </a:schemeClr>
                </a:gs>
              </a:gsLst>
              <a:lin ang="2700000" scaled="1"/>
            </a:gradFill>
            <a:ln w="9525">
              <a:noFill/>
              <a:round/>
              <a:headEnd/>
              <a:tailEnd/>
            </a:ln>
            <a:effectLst>
              <a:outerShdw blurRad="127000" dist="88900" dir="5400000" algn="t" rotWithShape="0">
                <a:prstClr val="black">
                  <a:alpha val="40000"/>
                </a:prstClr>
              </a:outerShdw>
            </a:effectLst>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4" name="Freeform 8">
              <a:extLst>
                <a:ext uri="{FF2B5EF4-FFF2-40B4-BE49-F238E27FC236}">
                  <a16:creationId xmlns:a16="http://schemas.microsoft.com/office/drawing/2014/main" id="{00EB70AB-1FB3-F209-7447-965E140C8189}"/>
                </a:ext>
              </a:extLst>
            </p:cNvPr>
            <p:cNvSpPr>
              <a:spLocks noChangeAspect="1"/>
            </p:cNvSpPr>
            <p:nvPr/>
          </p:nvSpPr>
          <p:spPr bwMode="gray">
            <a:xfrm>
              <a:off x="4776041" y="3467629"/>
              <a:ext cx="1677828" cy="1054665"/>
            </a:xfrm>
            <a:custGeom>
              <a:avLst/>
              <a:gdLst>
                <a:gd name="T0" fmla="*/ 1900138 w 2242"/>
                <a:gd name="T1" fmla="*/ 599486 h 1611"/>
                <a:gd name="T2" fmla="*/ 1786871 w 2242"/>
                <a:gd name="T3" fmla="*/ 418745 h 1611"/>
                <a:gd name="T4" fmla="*/ 1521282 w 2242"/>
                <a:gd name="T5" fmla="*/ 0 h 1611"/>
                <a:gd name="T6" fmla="*/ 458923 w 2242"/>
                <a:gd name="T7" fmla="*/ 186109 h 1611"/>
                <a:gd name="T8" fmla="*/ 0 w 2242"/>
                <a:gd name="T9" fmla="*/ 266637 h 1611"/>
                <a:gd name="T10" fmla="*/ 0 w 2242"/>
                <a:gd name="T11" fmla="*/ 1441450 h 1611"/>
                <a:gd name="T12" fmla="*/ 2189162 w 2242"/>
                <a:gd name="T13" fmla="*/ 1055811 h 1611"/>
                <a:gd name="T14" fmla="*/ 1900138 w 2242"/>
                <a:gd name="T15" fmla="*/ 599486 h 1611"/>
                <a:gd name="T16" fmla="*/ 0 60000 65536"/>
                <a:gd name="T17" fmla="*/ 0 60000 65536"/>
                <a:gd name="T18" fmla="*/ 0 60000 65536"/>
                <a:gd name="T19" fmla="*/ 0 60000 65536"/>
                <a:gd name="T20" fmla="*/ 0 60000 65536"/>
                <a:gd name="T21" fmla="*/ 0 60000 65536"/>
                <a:gd name="T22" fmla="*/ 0 60000 65536"/>
                <a:gd name="T23" fmla="*/ 0 60000 65536"/>
                <a:gd name="T24" fmla="*/ 0 w 2242"/>
                <a:gd name="T25" fmla="*/ 0 h 1611"/>
                <a:gd name="T26" fmla="*/ 2242 w 2242"/>
                <a:gd name="T27" fmla="*/ 1611 h 16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42" h="1611">
                  <a:moveTo>
                    <a:pt x="1946" y="670"/>
                  </a:moveTo>
                  <a:lnTo>
                    <a:pt x="1830" y="468"/>
                  </a:lnTo>
                  <a:lnTo>
                    <a:pt x="1558" y="0"/>
                  </a:lnTo>
                  <a:lnTo>
                    <a:pt x="470" y="208"/>
                  </a:lnTo>
                  <a:lnTo>
                    <a:pt x="0" y="298"/>
                  </a:lnTo>
                  <a:lnTo>
                    <a:pt x="0" y="1611"/>
                  </a:lnTo>
                  <a:lnTo>
                    <a:pt x="2242" y="1180"/>
                  </a:lnTo>
                  <a:lnTo>
                    <a:pt x="1946" y="670"/>
                  </a:lnTo>
                  <a:close/>
                </a:path>
              </a:pathLst>
            </a:custGeom>
            <a:solidFill>
              <a:schemeClr val="accent6">
                <a:lumMod val="40000"/>
                <a:lumOff val="60000"/>
              </a:schemeClr>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5" name="Freeform 7">
              <a:extLst>
                <a:ext uri="{FF2B5EF4-FFF2-40B4-BE49-F238E27FC236}">
                  <a16:creationId xmlns:a16="http://schemas.microsoft.com/office/drawing/2014/main" id="{03928FF7-A421-B362-D3BD-AD2280813C57}"/>
                </a:ext>
              </a:extLst>
            </p:cNvPr>
            <p:cNvSpPr>
              <a:spLocks noChangeAspect="1"/>
            </p:cNvSpPr>
            <p:nvPr/>
          </p:nvSpPr>
          <p:spPr bwMode="gray">
            <a:xfrm>
              <a:off x="3092129" y="3467629"/>
              <a:ext cx="1683912" cy="1054665"/>
            </a:xfrm>
            <a:custGeom>
              <a:avLst/>
              <a:gdLst>
                <a:gd name="T0" fmla="*/ 1735015 w 2249"/>
                <a:gd name="T1" fmla="*/ 186109 h 1611"/>
                <a:gd name="T2" fmla="*/ 668215 w 2249"/>
                <a:gd name="T3" fmla="*/ 0 h 1611"/>
                <a:gd name="T4" fmla="*/ 402492 w 2249"/>
                <a:gd name="T5" fmla="*/ 420535 h 1611"/>
                <a:gd name="T6" fmla="*/ 287215 w 2249"/>
                <a:gd name="T7" fmla="*/ 601275 h 1611"/>
                <a:gd name="T8" fmla="*/ 0 w 2249"/>
                <a:gd name="T9" fmla="*/ 1055811 h 1611"/>
                <a:gd name="T10" fmla="*/ 2197100 w 2249"/>
                <a:gd name="T11" fmla="*/ 1441450 h 1611"/>
                <a:gd name="T12" fmla="*/ 2197100 w 2249"/>
                <a:gd name="T13" fmla="*/ 266637 h 1611"/>
                <a:gd name="T14" fmla="*/ 1735015 w 2249"/>
                <a:gd name="T15" fmla="*/ 186109 h 1611"/>
                <a:gd name="T16" fmla="*/ 0 60000 65536"/>
                <a:gd name="T17" fmla="*/ 0 60000 65536"/>
                <a:gd name="T18" fmla="*/ 0 60000 65536"/>
                <a:gd name="T19" fmla="*/ 0 60000 65536"/>
                <a:gd name="T20" fmla="*/ 0 60000 65536"/>
                <a:gd name="T21" fmla="*/ 0 60000 65536"/>
                <a:gd name="T22" fmla="*/ 0 60000 65536"/>
                <a:gd name="T23" fmla="*/ 0 60000 65536"/>
                <a:gd name="T24" fmla="*/ 0 w 2249"/>
                <a:gd name="T25" fmla="*/ 0 h 1611"/>
                <a:gd name="T26" fmla="*/ 2249 w 2249"/>
                <a:gd name="T27" fmla="*/ 1611 h 1611"/>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2249" h="1611">
                  <a:moveTo>
                    <a:pt x="1776" y="208"/>
                  </a:moveTo>
                  <a:lnTo>
                    <a:pt x="684" y="0"/>
                  </a:lnTo>
                  <a:lnTo>
                    <a:pt x="412" y="470"/>
                  </a:lnTo>
                  <a:lnTo>
                    <a:pt x="294" y="672"/>
                  </a:lnTo>
                  <a:lnTo>
                    <a:pt x="0" y="1180"/>
                  </a:lnTo>
                  <a:lnTo>
                    <a:pt x="2249" y="1611"/>
                  </a:lnTo>
                  <a:lnTo>
                    <a:pt x="2249" y="298"/>
                  </a:lnTo>
                  <a:lnTo>
                    <a:pt x="1776" y="208"/>
                  </a:lnTo>
                  <a:close/>
                </a:path>
              </a:pathLst>
            </a:custGeom>
            <a:solidFill>
              <a:schemeClr val="accent6"/>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6" name="Freeform 28">
              <a:extLst>
                <a:ext uri="{FF2B5EF4-FFF2-40B4-BE49-F238E27FC236}">
                  <a16:creationId xmlns:a16="http://schemas.microsoft.com/office/drawing/2014/main" id="{463B98E3-70F4-01BA-1C29-004AA4458104}"/>
                </a:ext>
              </a:extLst>
            </p:cNvPr>
            <p:cNvSpPr>
              <a:spLocks noChangeAspect="1"/>
            </p:cNvSpPr>
            <p:nvPr/>
          </p:nvSpPr>
          <p:spPr bwMode="gray">
            <a:xfrm>
              <a:off x="4776041" y="3957792"/>
              <a:ext cx="1677828" cy="564501"/>
            </a:xfrm>
            <a:custGeom>
              <a:avLst/>
              <a:gdLst>
                <a:gd name="T0" fmla="*/ 0 w 2242"/>
                <a:gd name="T1" fmla="*/ 0 h 859"/>
                <a:gd name="T2" fmla="*/ 2189162 w 2242"/>
                <a:gd name="T3" fmla="*/ 384415 h 859"/>
                <a:gd name="T4" fmla="*/ 0 w 2242"/>
                <a:gd name="T5" fmla="*/ 771525 h 859"/>
                <a:gd name="T6" fmla="*/ 0 w 2242"/>
                <a:gd name="T7" fmla="*/ 0 h 859"/>
                <a:gd name="T8" fmla="*/ 0 60000 65536"/>
                <a:gd name="T9" fmla="*/ 0 60000 65536"/>
                <a:gd name="T10" fmla="*/ 0 60000 65536"/>
                <a:gd name="T11" fmla="*/ 0 60000 65536"/>
                <a:gd name="T12" fmla="*/ 0 w 2242"/>
                <a:gd name="T13" fmla="*/ 0 h 859"/>
                <a:gd name="T14" fmla="*/ 2242 w 2242"/>
                <a:gd name="T15" fmla="*/ 859 h 859"/>
              </a:gdLst>
              <a:ahLst/>
              <a:cxnLst>
                <a:cxn ang="T8">
                  <a:pos x="T0" y="T1"/>
                </a:cxn>
                <a:cxn ang="T9">
                  <a:pos x="T2" y="T3"/>
                </a:cxn>
                <a:cxn ang="T10">
                  <a:pos x="T4" y="T5"/>
                </a:cxn>
                <a:cxn ang="T11">
                  <a:pos x="T6" y="T7"/>
                </a:cxn>
              </a:cxnLst>
              <a:rect l="T12" t="T13" r="T14" b="T15"/>
              <a:pathLst>
                <a:path w="2242" h="859">
                  <a:moveTo>
                    <a:pt x="0" y="0"/>
                  </a:moveTo>
                  <a:lnTo>
                    <a:pt x="2242" y="428"/>
                  </a:lnTo>
                  <a:lnTo>
                    <a:pt x="0" y="859"/>
                  </a:lnTo>
                  <a:lnTo>
                    <a:pt x="0" y="0"/>
                  </a:lnTo>
                  <a:close/>
                </a:path>
              </a:pathLst>
            </a:custGeom>
            <a:solidFill>
              <a:schemeClr val="accent6">
                <a:lumMod val="50000"/>
              </a:schemeClr>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7" name="Freeform 9">
              <a:extLst>
                <a:ext uri="{FF2B5EF4-FFF2-40B4-BE49-F238E27FC236}">
                  <a16:creationId xmlns:a16="http://schemas.microsoft.com/office/drawing/2014/main" id="{81877438-E554-9FF7-8755-52B91236A9B0}"/>
                </a:ext>
              </a:extLst>
            </p:cNvPr>
            <p:cNvSpPr>
              <a:spLocks noChangeAspect="1"/>
            </p:cNvSpPr>
            <p:nvPr/>
          </p:nvSpPr>
          <p:spPr bwMode="gray">
            <a:xfrm>
              <a:off x="3092129" y="3957792"/>
              <a:ext cx="1683912" cy="564501"/>
            </a:xfrm>
            <a:custGeom>
              <a:avLst/>
              <a:gdLst>
                <a:gd name="T0" fmla="*/ 0 w 2249"/>
                <a:gd name="T1" fmla="*/ 384415 h 859"/>
                <a:gd name="T2" fmla="*/ 2197100 w 2249"/>
                <a:gd name="T3" fmla="*/ 0 h 859"/>
                <a:gd name="T4" fmla="*/ 2197100 w 2249"/>
                <a:gd name="T5" fmla="*/ 771525 h 859"/>
                <a:gd name="T6" fmla="*/ 0 w 2249"/>
                <a:gd name="T7" fmla="*/ 384415 h 859"/>
                <a:gd name="T8" fmla="*/ 0 60000 65536"/>
                <a:gd name="T9" fmla="*/ 0 60000 65536"/>
                <a:gd name="T10" fmla="*/ 0 60000 65536"/>
                <a:gd name="T11" fmla="*/ 0 60000 65536"/>
                <a:gd name="T12" fmla="*/ 0 w 2249"/>
                <a:gd name="T13" fmla="*/ 0 h 859"/>
                <a:gd name="T14" fmla="*/ 2249 w 2249"/>
                <a:gd name="T15" fmla="*/ 859 h 859"/>
              </a:gdLst>
              <a:ahLst/>
              <a:cxnLst>
                <a:cxn ang="T8">
                  <a:pos x="T0" y="T1"/>
                </a:cxn>
                <a:cxn ang="T9">
                  <a:pos x="T2" y="T3"/>
                </a:cxn>
                <a:cxn ang="T10">
                  <a:pos x="T4" y="T5"/>
                </a:cxn>
                <a:cxn ang="T11">
                  <a:pos x="T6" y="T7"/>
                </a:cxn>
              </a:cxnLst>
              <a:rect l="T12" t="T13" r="T14" b="T15"/>
              <a:pathLst>
                <a:path w="2249" h="859">
                  <a:moveTo>
                    <a:pt x="0" y="428"/>
                  </a:moveTo>
                  <a:lnTo>
                    <a:pt x="2249" y="0"/>
                  </a:lnTo>
                  <a:lnTo>
                    <a:pt x="2249" y="859"/>
                  </a:lnTo>
                  <a:lnTo>
                    <a:pt x="0" y="428"/>
                  </a:lnTo>
                  <a:close/>
                </a:path>
              </a:pathLst>
            </a:custGeom>
            <a:solidFill>
              <a:schemeClr val="accent6">
                <a:lumMod val="75000"/>
              </a:schemeClr>
            </a:solidFill>
            <a:ln w="9525">
              <a:noFill/>
              <a:round/>
              <a:headEnd/>
              <a:tailEnd/>
            </a:ln>
          </p:spPr>
          <p:txBody>
            <a:bodyP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endParaRPr kumimoji="0" lang="en-US" sz="1050" b="0" i="0" u="none" strike="noStrike" kern="1200" cap="none" spc="0" normalizeH="0" baseline="0" noProof="0">
                <a:ln>
                  <a:noFill/>
                </a:ln>
                <a:solidFill>
                  <a:prstClr val="black"/>
                </a:solidFill>
                <a:effectLst/>
                <a:uLnTx/>
                <a:uFillTx/>
                <a:latin typeface="Ubuntu"/>
                <a:ea typeface="+mn-ea"/>
                <a:cs typeface="Arial" pitchFamily="34" charset="0"/>
              </a:endParaRPr>
            </a:p>
          </p:txBody>
        </p:sp>
        <p:sp>
          <p:nvSpPr>
            <p:cNvPr id="148" name="TextBox 147">
              <a:extLst>
                <a:ext uri="{FF2B5EF4-FFF2-40B4-BE49-F238E27FC236}">
                  <a16:creationId xmlns:a16="http://schemas.microsoft.com/office/drawing/2014/main" id="{85E59834-777F-AE89-61C5-3B69F613099F}"/>
                </a:ext>
              </a:extLst>
            </p:cNvPr>
            <p:cNvSpPr txBox="1"/>
            <p:nvPr/>
          </p:nvSpPr>
          <p:spPr>
            <a:xfrm>
              <a:off x="4214293" y="3780836"/>
              <a:ext cx="1106158" cy="192486"/>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000" b="1" i="0" u="none" strike="noStrike" kern="1200" cap="none" spc="0" normalizeH="0" baseline="0" noProof="0">
                  <a:ln>
                    <a:noFill/>
                  </a:ln>
                  <a:solidFill>
                    <a:prstClr val="black"/>
                  </a:solidFill>
                  <a:effectLst/>
                  <a:uLnTx/>
                  <a:uFillTx/>
                  <a:latin typeface="Ubuntu"/>
                  <a:ea typeface="+mn-ea"/>
                  <a:cs typeface="Arial" pitchFamily="34" charset="0"/>
                </a:rPr>
                <a:t>Programme Delivery</a:t>
              </a:r>
            </a:p>
          </p:txBody>
        </p:sp>
        <p:sp>
          <p:nvSpPr>
            <p:cNvPr id="149" name="TextBox 148">
              <a:extLst>
                <a:ext uri="{FF2B5EF4-FFF2-40B4-BE49-F238E27FC236}">
                  <a16:creationId xmlns:a16="http://schemas.microsoft.com/office/drawing/2014/main" id="{5FC8AAED-3FF7-D81D-D157-7E0672CAB95E}"/>
                </a:ext>
              </a:extLst>
            </p:cNvPr>
            <p:cNvSpPr txBox="1"/>
            <p:nvPr/>
          </p:nvSpPr>
          <p:spPr>
            <a:xfrm rot="3746148">
              <a:off x="4707373" y="1964588"/>
              <a:ext cx="879294" cy="246221"/>
            </a:xfrm>
            <a:prstGeom prst="round2SameRect">
              <a:avLst/>
            </a:prstGeom>
            <a:gradFill rotWithShape="1">
              <a:gsLst>
                <a:gs pos="0">
                  <a:schemeClr val="accent5">
                    <a:lumMod val="40000"/>
                    <a:lumOff val="60000"/>
                  </a:schemeClr>
                </a:gs>
                <a:gs pos="100000">
                  <a:schemeClr val="accent5">
                    <a:lumMod val="20000"/>
                    <a:lumOff val="80000"/>
                  </a:schemeClr>
                </a:gs>
              </a:gsLst>
              <a:lin ang="0" scaled="1"/>
            </a:gradFill>
            <a:ln w="9525">
              <a:noFill/>
              <a:round/>
              <a:headEnd/>
              <a:tailEnd/>
            </a:ln>
          </p:spPr>
          <p:txBody>
            <a:bodyPr lIns="0" rIns="0" anchor="ctr">
              <a:noAutofit/>
            </a:bodyPr>
            <a:lstStyle>
              <a:defPPr>
                <a:defRPr lang="de-DE"/>
              </a:defPPr>
              <a:lvl1pPr>
                <a:defRPr sz="1000">
                  <a:solidFill>
                    <a:schemeClr val="tx2"/>
                  </a:solidFill>
                  <a:cs typeface="Arial" pitchFamily="34" charset="0"/>
                </a:defRPr>
              </a:lvl1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Arial" pitchFamily="34" charset="0"/>
                </a:rPr>
                <a:t>Quarterly/Monthly</a:t>
              </a:r>
            </a:p>
          </p:txBody>
        </p:sp>
        <p:sp>
          <p:nvSpPr>
            <p:cNvPr id="150" name="TextBox 149">
              <a:extLst>
                <a:ext uri="{FF2B5EF4-FFF2-40B4-BE49-F238E27FC236}">
                  <a16:creationId xmlns:a16="http://schemas.microsoft.com/office/drawing/2014/main" id="{7FDFB4C6-5BA2-29FE-63A9-29955F6E2371}"/>
                </a:ext>
              </a:extLst>
            </p:cNvPr>
            <p:cNvSpPr txBox="1"/>
            <p:nvPr/>
          </p:nvSpPr>
          <p:spPr>
            <a:xfrm rot="3768886">
              <a:off x="5284098" y="2804749"/>
              <a:ext cx="875961" cy="246221"/>
            </a:xfrm>
            <a:prstGeom prst="round2SameRect">
              <a:avLst/>
            </a:prstGeom>
            <a:solidFill>
              <a:schemeClr val="accent1">
                <a:lumMod val="20000"/>
                <a:lumOff val="80000"/>
              </a:schemeClr>
            </a:solidFill>
            <a:ln w="9525">
              <a:noFill/>
              <a:round/>
              <a:headEnd/>
              <a:tailEnd/>
            </a:ln>
          </p:spPr>
          <p:txBody>
            <a:bodyPr lIns="0" rIns="0" anchor="ctr">
              <a:noAutofit/>
            </a:bodyPr>
            <a:lstStyle>
              <a:defPPr>
                <a:defRPr lang="de-DE"/>
              </a:defPPr>
              <a:lvl1pPr>
                <a:defRPr sz="1000">
                  <a:solidFill>
                    <a:schemeClr val="tx2"/>
                  </a:solidFill>
                  <a:cs typeface="Arial" pitchFamily="34" charset="0"/>
                </a:defRPr>
              </a:lvl1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Arial" pitchFamily="34" charset="0"/>
                </a:rPr>
                <a:t>Monthly/Weekly</a:t>
              </a:r>
            </a:p>
          </p:txBody>
        </p:sp>
        <p:sp>
          <p:nvSpPr>
            <p:cNvPr id="151" name="TextBox 150">
              <a:extLst>
                <a:ext uri="{FF2B5EF4-FFF2-40B4-BE49-F238E27FC236}">
                  <a16:creationId xmlns:a16="http://schemas.microsoft.com/office/drawing/2014/main" id="{B3153E9E-0A16-DDCF-FF00-E6770BABD7E4}"/>
                </a:ext>
              </a:extLst>
            </p:cNvPr>
            <p:cNvSpPr txBox="1"/>
            <p:nvPr/>
          </p:nvSpPr>
          <p:spPr>
            <a:xfrm rot="3745320">
              <a:off x="5877491" y="3682316"/>
              <a:ext cx="877067" cy="246221"/>
            </a:xfrm>
            <a:prstGeom prst="round2SameRect">
              <a:avLst/>
            </a:prstGeom>
            <a:solidFill>
              <a:schemeClr val="accent6">
                <a:lumMod val="20000"/>
                <a:lumOff val="80000"/>
              </a:schemeClr>
            </a:solidFill>
            <a:ln w="9525">
              <a:noFill/>
              <a:round/>
              <a:headEnd/>
              <a:tailEnd/>
            </a:ln>
          </p:spPr>
          <p:txBody>
            <a:bodyPr lIns="0" rIns="0" anchor="ctr">
              <a:noAutofit/>
            </a:bodyPr>
            <a:lstStyle>
              <a:defPPr>
                <a:defRPr lang="de-DE"/>
              </a:defPPr>
              <a:lvl1pPr>
                <a:defRPr sz="1000">
                  <a:solidFill>
                    <a:schemeClr val="tx2"/>
                  </a:solidFill>
                  <a:cs typeface="Arial" pitchFamily="34" charset="0"/>
                </a:defRPr>
              </a:lvl1p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900" b="1" i="0" u="none" strike="noStrike" kern="1200" cap="none" spc="0" normalizeH="0" baseline="0" noProof="0">
                  <a:ln>
                    <a:noFill/>
                  </a:ln>
                  <a:solidFill>
                    <a:prstClr val="black"/>
                  </a:solidFill>
                  <a:effectLst/>
                  <a:uLnTx/>
                  <a:uFillTx/>
                  <a:latin typeface="Ubuntu"/>
                  <a:ea typeface="+mn-ea"/>
                  <a:cs typeface="Arial" pitchFamily="34" charset="0"/>
                </a:rPr>
                <a:t>Daily/Weekly</a:t>
              </a:r>
            </a:p>
          </p:txBody>
        </p:sp>
        <p:sp>
          <p:nvSpPr>
            <p:cNvPr id="152" name="TextBox 151">
              <a:extLst>
                <a:ext uri="{FF2B5EF4-FFF2-40B4-BE49-F238E27FC236}">
                  <a16:creationId xmlns:a16="http://schemas.microsoft.com/office/drawing/2014/main" id="{FC2D9535-1900-8054-E73F-63512199F34D}"/>
                </a:ext>
              </a:extLst>
            </p:cNvPr>
            <p:cNvSpPr txBox="1"/>
            <p:nvPr/>
          </p:nvSpPr>
          <p:spPr>
            <a:xfrm>
              <a:off x="4509493" y="1479276"/>
              <a:ext cx="1007754" cy="146411"/>
            </a:xfrm>
            <a:prstGeom prst="rect">
              <a:avLst/>
            </a:prstGeom>
            <a:noFill/>
          </p:spPr>
          <p:txBody>
            <a:bodyPr wrap="square" lIns="0" tIns="0" rIns="0" bIns="0" rtlCol="0" anchor="ctr">
              <a:noAutofit/>
            </a:bodyPr>
            <a:lstStyle/>
            <a:p>
              <a:pPr marL="0" marR="0" lvl="0" indent="0" algn="ctr"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Arial" pitchFamily="34" charset="0"/>
                </a:rPr>
                <a:t>Governance</a:t>
              </a:r>
            </a:p>
          </p:txBody>
        </p:sp>
      </p:grpSp>
      <p:grpSp>
        <p:nvGrpSpPr>
          <p:cNvPr id="153" name="Group 152">
            <a:extLst>
              <a:ext uri="{FF2B5EF4-FFF2-40B4-BE49-F238E27FC236}">
                <a16:creationId xmlns:a16="http://schemas.microsoft.com/office/drawing/2014/main" id="{84DBE6B1-4861-6CEA-B587-A01A28B43ACE}"/>
              </a:ext>
            </a:extLst>
          </p:cNvPr>
          <p:cNvGrpSpPr/>
          <p:nvPr/>
        </p:nvGrpSpPr>
        <p:grpSpPr>
          <a:xfrm>
            <a:off x="6853686" y="6234213"/>
            <a:ext cx="1984062" cy="369332"/>
            <a:chOff x="2572108" y="6058812"/>
            <a:chExt cx="1984062" cy="369332"/>
          </a:xfrm>
        </p:grpSpPr>
        <p:sp>
          <p:nvSpPr>
            <p:cNvPr id="154" name="Google Shape;2302;p190 - 1">
              <a:extLst>
                <a:ext uri="{FF2B5EF4-FFF2-40B4-BE49-F238E27FC236}">
                  <a16:creationId xmlns:a16="http://schemas.microsoft.com/office/drawing/2014/main" id="{97DF8690-EE04-7024-60F1-805462120F52}"/>
                </a:ext>
              </a:extLst>
            </p:cNvPr>
            <p:cNvSpPr txBox="1"/>
            <p:nvPr/>
          </p:nvSpPr>
          <p:spPr>
            <a:xfrm>
              <a:off x="2572108" y="6058812"/>
              <a:ext cx="1270555" cy="369332"/>
            </a:xfrm>
            <a:prstGeom prst="rect">
              <a:avLst/>
            </a:prstGeom>
            <a:noFill/>
            <a:ln>
              <a:noFill/>
            </a:ln>
          </p:spPr>
          <p:txBody>
            <a:bodyPr spcFirstLastPara="1" wrap="square" lIns="0" tIns="0" rIns="0" bIns="0" anchor="t" anchorCtr="0">
              <a:spAutoFit/>
            </a:bodyPr>
            <a:lstStyle/>
            <a:p>
              <a:pPr marL="0" marR="0" lvl="0" indent="0" algn="l" defTabSz="1219170" rtl="0" eaLnBrk="1" fontAlgn="auto" latinLnBrk="0" hangingPunct="1">
                <a:lnSpc>
                  <a:spcPct val="100000"/>
                </a:lnSpc>
                <a:spcBef>
                  <a:spcPts val="0"/>
                </a:spcBef>
                <a:spcAft>
                  <a:spcPts val="0"/>
                </a:spcAft>
                <a:buClr>
                  <a:srgbClr val="000000"/>
                </a:buClr>
                <a:buSzPts val="1100"/>
                <a:buFontTx/>
                <a:buNone/>
                <a:tabLst/>
                <a:defRPr/>
              </a:pPr>
              <a:r>
                <a:rPr kumimoji="0" lang="en-US" sz="2400" b="1" i="0" u="none" strike="noStrike" kern="0" cap="none" spc="0" normalizeH="0" baseline="0" noProof="0">
                  <a:ln>
                    <a:noFill/>
                  </a:ln>
                  <a:solidFill>
                    <a:srgbClr val="0070AD"/>
                  </a:solidFill>
                  <a:effectLst/>
                  <a:uLnTx/>
                  <a:uFillTx/>
                  <a:latin typeface="Ubuntu" panose="020B0504030602030204" pitchFamily="34" charset="0"/>
                  <a:ea typeface="Open Sans ExtraBold"/>
                  <a:cs typeface="Open Sans ExtraBold"/>
                  <a:sym typeface="Open Sans ExtraBold"/>
                </a:rPr>
                <a:t>03</a:t>
              </a:r>
            </a:p>
          </p:txBody>
        </p:sp>
        <p:sp>
          <p:nvSpPr>
            <p:cNvPr id="155" name="Rectangle 154">
              <a:extLst>
                <a:ext uri="{FF2B5EF4-FFF2-40B4-BE49-F238E27FC236}">
                  <a16:creationId xmlns:a16="http://schemas.microsoft.com/office/drawing/2014/main" id="{07623834-3F4B-CFF6-98B0-5D479395D0D6}"/>
                </a:ext>
              </a:extLst>
            </p:cNvPr>
            <p:cNvSpPr/>
            <p:nvPr/>
          </p:nvSpPr>
          <p:spPr>
            <a:xfrm>
              <a:off x="3023979" y="6165163"/>
              <a:ext cx="1532191" cy="184666"/>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1200" cap="none" spc="0" normalizeH="0" baseline="0" noProof="0">
                  <a:ln>
                    <a:noFill/>
                  </a:ln>
                  <a:solidFill>
                    <a:srgbClr val="2D023D"/>
                  </a:solidFill>
                  <a:effectLst/>
                  <a:uLnTx/>
                  <a:uFillTx/>
                  <a:latin typeface="Ubuntu" panose="020B0504030602030204" pitchFamily="34" charset="0"/>
                  <a:ea typeface="+mn-ea"/>
                  <a:cs typeface="+mn-cs"/>
                </a:rPr>
                <a:t>Remove friction</a:t>
              </a:r>
            </a:p>
          </p:txBody>
        </p:sp>
      </p:grpSp>
      <p:cxnSp>
        <p:nvCxnSpPr>
          <p:cNvPr id="156" name="Straight Connector 155">
            <a:extLst>
              <a:ext uri="{FF2B5EF4-FFF2-40B4-BE49-F238E27FC236}">
                <a16:creationId xmlns:a16="http://schemas.microsoft.com/office/drawing/2014/main" id="{B2B1AE57-7099-5A8D-683F-17E988A725E1}"/>
              </a:ext>
            </a:extLst>
          </p:cNvPr>
          <p:cNvCxnSpPr>
            <a:cxnSpLocks/>
          </p:cNvCxnSpPr>
          <p:nvPr/>
        </p:nvCxnSpPr>
        <p:spPr>
          <a:xfrm>
            <a:off x="7103533" y="1894732"/>
            <a:ext cx="4146824"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57" name="TextBox 156">
            <a:extLst>
              <a:ext uri="{FF2B5EF4-FFF2-40B4-BE49-F238E27FC236}">
                <a16:creationId xmlns:a16="http://schemas.microsoft.com/office/drawing/2014/main" id="{D7EBEA11-5617-AB09-4441-5563F77BD3C2}"/>
              </a:ext>
            </a:extLst>
          </p:cNvPr>
          <p:cNvSpPr txBox="1"/>
          <p:nvPr/>
        </p:nvSpPr>
        <p:spPr>
          <a:xfrm>
            <a:off x="8489133" y="1632957"/>
            <a:ext cx="1200961" cy="216079"/>
          </a:xfrm>
          <a:prstGeom prst="rect">
            <a:avLst/>
          </a:prstGeom>
          <a:noFill/>
        </p:spPr>
        <p:txBody>
          <a:bodyPr wrap="square" lIns="0" tIns="0" rIns="0" bIns="0" rtlCol="0" anchor="ctr">
            <a:no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Arial" pitchFamily="34" charset="0"/>
              </a:rPr>
              <a:t>Activities</a:t>
            </a:r>
          </a:p>
        </p:txBody>
      </p:sp>
    </p:spTree>
    <p:extLst>
      <p:ext uri="{BB962C8B-B14F-4D97-AF65-F5344CB8AC3E}">
        <p14:creationId xmlns:p14="http://schemas.microsoft.com/office/powerpoint/2010/main" val="1652569049"/>
      </p:ext>
    </p:extLst>
  </p:cSld>
  <p:clrMapOvr>
    <a:masterClrMapping/>
  </p:clrMapOvr>
  <p:extLst>
    <p:ext uri="{6950BFC3-D8DA-4A85-94F7-54DA5524770B}">
      <p188:commentRel xmlns:p188="http://schemas.microsoft.com/office/powerpoint/2018/8/main" r:id="rId3"/>
    </p:ext>
  </p:extLs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61159" y="87673"/>
            <a:ext cx="9776592" cy="716711"/>
          </a:xfrm>
        </p:spPr>
        <p:txBody>
          <a:bodyPr>
            <a:normAutofit/>
          </a:bodyPr>
          <a:lstStyle/>
          <a:p>
            <a:r>
              <a:rPr lang="en-GB"/>
              <a:t>INCEPTION – BY WEEK STRUCTURE - ILLUSTRATIVE</a:t>
            </a:r>
          </a:p>
        </p:txBody>
      </p:sp>
      <p:sp>
        <p:nvSpPr>
          <p:cNvPr id="6" name="Rectangle 5"/>
          <p:cNvSpPr/>
          <p:nvPr/>
        </p:nvSpPr>
        <p:spPr>
          <a:xfrm>
            <a:off x="4107901" y="1058963"/>
            <a:ext cx="1771860" cy="350911"/>
          </a:xfrm>
          <a:prstGeom prst="rect">
            <a:avLst/>
          </a:prstGeom>
          <a:solidFill>
            <a:schemeClr val="accent1"/>
          </a:solidFill>
          <a:ln w="3175">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Week 2</a:t>
            </a:r>
          </a:p>
        </p:txBody>
      </p:sp>
      <p:sp>
        <p:nvSpPr>
          <p:cNvPr id="5" name="Rectangle 4"/>
          <p:cNvSpPr/>
          <p:nvPr/>
        </p:nvSpPr>
        <p:spPr>
          <a:xfrm>
            <a:off x="6091469" y="1074062"/>
            <a:ext cx="1717381" cy="350911"/>
          </a:xfrm>
          <a:prstGeom prst="rect">
            <a:avLst/>
          </a:prstGeom>
          <a:solidFill>
            <a:schemeClr val="accent2"/>
          </a:solidFill>
          <a:ln w="3175">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Week N..</a:t>
            </a:r>
          </a:p>
        </p:txBody>
      </p:sp>
      <p:sp>
        <p:nvSpPr>
          <p:cNvPr id="7" name="Rectangle 6"/>
          <p:cNvSpPr/>
          <p:nvPr/>
        </p:nvSpPr>
        <p:spPr>
          <a:xfrm>
            <a:off x="7985080" y="1083277"/>
            <a:ext cx="1725969" cy="350911"/>
          </a:xfrm>
          <a:prstGeom prst="rect">
            <a:avLst/>
          </a:prstGeom>
          <a:solidFill>
            <a:schemeClr val="accent3"/>
          </a:solidFill>
          <a:ln w="3175">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Week 11</a:t>
            </a:r>
          </a:p>
        </p:txBody>
      </p:sp>
      <p:sp>
        <p:nvSpPr>
          <p:cNvPr id="8" name="Rectangle 7"/>
          <p:cNvSpPr/>
          <p:nvPr/>
        </p:nvSpPr>
        <p:spPr>
          <a:xfrm>
            <a:off x="9836509" y="1105131"/>
            <a:ext cx="1510620" cy="350911"/>
          </a:xfrm>
          <a:prstGeom prst="rect">
            <a:avLst/>
          </a:prstGeom>
          <a:solidFill>
            <a:schemeClr val="accent4"/>
          </a:solidFill>
          <a:ln w="3175">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Week 12</a:t>
            </a:r>
          </a:p>
        </p:txBody>
      </p:sp>
      <p:sp>
        <p:nvSpPr>
          <p:cNvPr id="12" name="Rectangle 11"/>
          <p:cNvSpPr/>
          <p:nvPr/>
        </p:nvSpPr>
        <p:spPr>
          <a:xfrm>
            <a:off x="4107750" y="1431051"/>
            <a:ext cx="1802002" cy="1098511"/>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err="1">
                <a:ln>
                  <a:noFill/>
                </a:ln>
                <a:solidFill>
                  <a:prstClr val="black"/>
                </a:solidFill>
                <a:effectLst/>
                <a:uLnTx/>
                <a:uFillTx/>
                <a:latin typeface="Ubuntu"/>
                <a:ea typeface="+mn-ea"/>
                <a:cs typeface="+mn-cs"/>
              </a:rPr>
              <a:t>PolicyCenter</a:t>
            </a:r>
            <a:r>
              <a:rPr kumimoji="0" lang="en-GB" sz="700" b="0" i="0" u="none" strike="noStrike" kern="0" cap="none" spc="0" normalizeH="0" baseline="0" noProof="0">
                <a:ln>
                  <a:noFill/>
                </a:ln>
                <a:solidFill>
                  <a:prstClr val="black"/>
                </a:solidFill>
                <a:effectLst/>
                <a:uLnTx/>
                <a:uFillTx/>
                <a:latin typeface="Ubuntu"/>
                <a:ea typeface="+mn-ea"/>
                <a:cs typeface="+mn-cs"/>
              </a:rPr>
              <a:t> Overview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PC OOTB Value Chain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Product Model/APD Overview</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Beazley Target State Process Flows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Beazley Target State Architecture Diagram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Product Model: Cyber</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Product Model: D&amp;O</a:t>
            </a:r>
          </a:p>
        </p:txBody>
      </p:sp>
      <p:sp>
        <p:nvSpPr>
          <p:cNvPr id="13" name="Rectangle 12"/>
          <p:cNvSpPr/>
          <p:nvPr/>
        </p:nvSpPr>
        <p:spPr>
          <a:xfrm>
            <a:off x="6099144" y="1418532"/>
            <a:ext cx="1717381" cy="1129526"/>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New Submission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Rating (incl. Tax &amp; Fees)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Quote Summary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Policy Review</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Document Generation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Document Distribution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UWWB, </a:t>
            </a:r>
            <a:r>
              <a:rPr kumimoji="0" lang="en-GB" sz="700" b="0" i="0" u="none" strike="noStrike" kern="0" cap="none" spc="0" normalizeH="0" baseline="0" noProof="0" err="1">
                <a:ln>
                  <a:noFill/>
                </a:ln>
                <a:solidFill>
                  <a:prstClr val="black"/>
                </a:solidFill>
                <a:effectLst/>
                <a:uLnTx/>
                <a:uFillTx/>
                <a:latin typeface="Ubuntu"/>
                <a:ea typeface="+mn-ea"/>
                <a:cs typeface="+mn-cs"/>
              </a:rPr>
              <a:t>BillingCenter</a:t>
            </a:r>
            <a:endParaRPr kumimoji="0" lang="en-GB" sz="700" b="0" i="0" u="none" strike="noStrike" kern="0" cap="none" spc="0" normalizeH="0" baseline="0" noProof="0">
              <a:ln>
                <a:noFill/>
              </a:ln>
              <a:solidFill>
                <a:prstClr val="black"/>
              </a:solidFill>
              <a:effectLst/>
              <a:uLnTx/>
              <a:uFillTx/>
              <a:latin typeface="Ubuntu"/>
              <a:ea typeface="+mn-ea"/>
              <a:cs typeface="+mn-cs"/>
            </a:endParaRPr>
          </a:p>
        </p:txBody>
      </p:sp>
      <p:sp>
        <p:nvSpPr>
          <p:cNvPr id="14" name="Rectangle 13"/>
          <p:cNvSpPr/>
          <p:nvPr/>
        </p:nvSpPr>
        <p:spPr>
          <a:xfrm>
            <a:off x="7994728" y="1445349"/>
            <a:ext cx="1719833" cy="1109759"/>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Policy Change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Initiation of Policy Change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Rating (incl. Tax &amp; Fees)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Document Generation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Close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UWWB, </a:t>
            </a:r>
            <a:r>
              <a:rPr kumimoji="0" lang="en-GB" sz="700" b="0" i="0" u="none" strike="noStrike" kern="0" cap="none" spc="0" normalizeH="0" baseline="0" noProof="0" err="1">
                <a:ln>
                  <a:noFill/>
                </a:ln>
                <a:solidFill>
                  <a:prstClr val="black"/>
                </a:solidFill>
                <a:effectLst/>
                <a:uLnTx/>
                <a:uFillTx/>
                <a:latin typeface="Ubuntu"/>
                <a:ea typeface="+mn-ea"/>
                <a:cs typeface="+mn-cs"/>
              </a:rPr>
              <a:t>BillingCenter</a:t>
            </a:r>
            <a:r>
              <a:rPr kumimoji="0" lang="en-GB" sz="700" b="0" i="0" u="none" strike="noStrike" kern="0" cap="none" spc="0" normalizeH="0" baseline="0" noProof="0">
                <a:ln>
                  <a:noFill/>
                </a:ln>
                <a:solidFill>
                  <a:prstClr val="black"/>
                </a:solidFill>
                <a:effectLst/>
                <a:uLnTx/>
                <a:uFillTx/>
                <a:latin typeface="Ubuntu"/>
                <a:ea typeface="+mn-ea"/>
                <a:cs typeface="+mn-cs"/>
              </a:rPr>
              <a:t>, Imburse, DPS</a:t>
            </a:r>
          </a:p>
        </p:txBody>
      </p:sp>
      <p:sp>
        <p:nvSpPr>
          <p:cNvPr id="15" name="Rectangle 14"/>
          <p:cNvSpPr/>
          <p:nvPr/>
        </p:nvSpPr>
        <p:spPr>
          <a:xfrm>
            <a:off x="9832949" y="1460285"/>
            <a:ext cx="1510620" cy="1118842"/>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Account &amp; Policy File Summary &amp; Tools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Search</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Activity Patterns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History Events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Desktop</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Actions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Business Admin</a:t>
            </a:r>
          </a:p>
        </p:txBody>
      </p:sp>
      <p:sp>
        <p:nvSpPr>
          <p:cNvPr id="16" name="Rectangle 15"/>
          <p:cNvSpPr/>
          <p:nvPr/>
        </p:nvSpPr>
        <p:spPr>
          <a:xfrm>
            <a:off x="4106218" y="2532959"/>
            <a:ext cx="1771860" cy="2178847"/>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Account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Name Clearance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Create New Account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Broker Validation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Customer Enrichment</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Sanctions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Licensing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CRM, Producer Management System, External Contact System</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New Submission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Submission Clearance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New Submission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Offerings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Pre-Qualification Questions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Product Model Selection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UWWB</a:t>
            </a:r>
          </a:p>
        </p:txBody>
      </p:sp>
      <p:sp>
        <p:nvSpPr>
          <p:cNvPr id="18" name="Rectangle 17"/>
          <p:cNvSpPr/>
          <p:nvPr/>
        </p:nvSpPr>
        <p:spPr>
          <a:xfrm>
            <a:off x="8010201" y="2560653"/>
            <a:ext cx="1693114" cy="2175467"/>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Renewals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Pre-Renewal Direction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Automatic vs Manual Renewal </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Claim History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Payment Status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UW Referrals &amp; Declines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Pre-emption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Rating (</a:t>
            </a:r>
            <a:r>
              <a:rPr kumimoji="0" lang="en-GB" sz="700" b="0" i="0" u="none" strike="noStrike" kern="0" cap="none" spc="0" normalizeH="0" baseline="0" noProof="0" err="1">
                <a:ln>
                  <a:noFill/>
                </a:ln>
                <a:solidFill>
                  <a:prstClr val="black"/>
                </a:solidFill>
                <a:effectLst/>
                <a:uLnTx/>
                <a:uFillTx/>
                <a:latin typeface="Ubuntu"/>
                <a:ea typeface="+mn-ea"/>
                <a:cs typeface="+mn-cs"/>
              </a:rPr>
              <a:t>incl</a:t>
            </a:r>
            <a:r>
              <a:rPr kumimoji="0" lang="en-GB" sz="700" b="0" i="0" u="none" strike="noStrike" kern="0" cap="none" spc="0" normalizeH="0" baseline="0" noProof="0">
                <a:ln>
                  <a:noFill/>
                </a:ln>
                <a:solidFill>
                  <a:prstClr val="black"/>
                </a:solidFill>
                <a:effectLst/>
                <a:uLnTx/>
                <a:uFillTx/>
                <a:latin typeface="Ubuntu"/>
                <a:ea typeface="+mn-ea"/>
                <a:cs typeface="+mn-cs"/>
              </a:rPr>
              <a:t> Tax &amp; Fees)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Document Generation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Close Options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Imburse, </a:t>
            </a:r>
            <a:r>
              <a:rPr kumimoji="0" lang="en-GB" sz="700" b="0" i="0" u="none" strike="noStrike" kern="0" cap="none" spc="0" normalizeH="0" baseline="0" noProof="0" err="1">
                <a:ln>
                  <a:noFill/>
                </a:ln>
                <a:solidFill>
                  <a:prstClr val="black"/>
                </a:solidFill>
                <a:effectLst/>
                <a:uLnTx/>
                <a:uFillTx/>
                <a:latin typeface="Ubuntu"/>
                <a:ea typeface="+mn-ea"/>
                <a:cs typeface="+mn-cs"/>
              </a:rPr>
              <a:t>ClaimCenter</a:t>
            </a:r>
            <a:r>
              <a:rPr kumimoji="0" lang="en-GB" sz="700" b="0" i="0" u="none" strike="noStrike" kern="0" cap="none" spc="0" normalizeH="0" baseline="0" noProof="0">
                <a:ln>
                  <a:noFill/>
                </a:ln>
                <a:solidFill>
                  <a:prstClr val="black"/>
                </a:solidFill>
                <a:effectLst/>
                <a:uLnTx/>
                <a:uFillTx/>
                <a:latin typeface="Ubuntu"/>
                <a:ea typeface="+mn-ea"/>
                <a:cs typeface="+mn-cs"/>
              </a:rPr>
              <a:t>, </a:t>
            </a:r>
            <a:r>
              <a:rPr kumimoji="0" lang="en-GB" sz="700" b="0" i="0" u="none" strike="noStrike" kern="0" cap="none" spc="0" normalizeH="0" baseline="0" noProof="0" err="1">
                <a:ln>
                  <a:noFill/>
                </a:ln>
                <a:solidFill>
                  <a:prstClr val="black"/>
                </a:solidFill>
                <a:effectLst/>
                <a:uLnTx/>
                <a:uFillTx/>
                <a:latin typeface="Ubuntu"/>
                <a:ea typeface="+mn-ea"/>
                <a:cs typeface="+mn-cs"/>
              </a:rPr>
              <a:t>BillingCenter</a:t>
            </a:r>
            <a:r>
              <a:rPr kumimoji="0" lang="en-GB" sz="700" b="0" i="0" u="none" strike="noStrike" kern="0" cap="none" spc="0" normalizeH="0" baseline="0" noProof="0">
                <a:ln>
                  <a:noFill/>
                </a:ln>
                <a:solidFill>
                  <a:prstClr val="black"/>
                </a:solidFill>
                <a:effectLst/>
                <a:uLnTx/>
                <a:uFillTx/>
                <a:latin typeface="Ubuntu"/>
                <a:ea typeface="+mn-ea"/>
                <a:cs typeface="+mn-cs"/>
              </a:rPr>
              <a:t>, UWWB, DPS</a:t>
            </a:r>
          </a:p>
        </p:txBody>
      </p:sp>
      <p:sp>
        <p:nvSpPr>
          <p:cNvPr id="21" name="Rectangle 20"/>
          <p:cNvSpPr/>
          <p:nvPr/>
        </p:nvSpPr>
        <p:spPr>
          <a:xfrm>
            <a:off x="4096593" y="4848967"/>
            <a:ext cx="1771860" cy="1298776"/>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New Submission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Basic Data Capture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Claims History</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Risk Data Capture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UW Referrals &amp; Declines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Risk Analysis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Quote Versions</a:t>
            </a:r>
          </a:p>
          <a:p>
            <a:pPr marL="457200" marR="0" lvl="1"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p:txBody>
      </p:sp>
      <p:sp>
        <p:nvSpPr>
          <p:cNvPr id="22" name="Rectangle 21"/>
          <p:cNvSpPr/>
          <p:nvPr/>
        </p:nvSpPr>
        <p:spPr>
          <a:xfrm>
            <a:off x="8016408" y="4873280"/>
            <a:ext cx="1686907" cy="1382647"/>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Cancellation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Schedule Cancellation</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Cancel Now</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Rescind</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Reinstate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Rewrite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UWWB, </a:t>
            </a:r>
            <a:r>
              <a:rPr kumimoji="0" lang="en-GB" sz="700" b="0" i="0" u="none" strike="noStrike" kern="0" cap="none" spc="0" normalizeH="0" baseline="0" noProof="0" err="1">
                <a:ln>
                  <a:noFill/>
                </a:ln>
                <a:solidFill>
                  <a:prstClr val="black"/>
                </a:solidFill>
                <a:effectLst/>
                <a:uLnTx/>
                <a:uFillTx/>
                <a:latin typeface="Ubuntu"/>
                <a:ea typeface="+mn-ea"/>
                <a:cs typeface="+mn-cs"/>
              </a:rPr>
              <a:t>ClaimCenter</a:t>
            </a:r>
            <a:r>
              <a:rPr kumimoji="0" lang="en-GB" sz="700" b="0" i="0" u="none" strike="noStrike" kern="0" cap="none" spc="0" normalizeH="0" baseline="0" noProof="0">
                <a:ln>
                  <a:noFill/>
                </a:ln>
                <a:solidFill>
                  <a:prstClr val="black"/>
                </a:solidFill>
                <a:effectLst/>
                <a:uLnTx/>
                <a:uFillTx/>
                <a:latin typeface="Ubuntu"/>
                <a:ea typeface="+mn-ea"/>
                <a:cs typeface="+mn-cs"/>
              </a:rPr>
              <a:t>, DPS</a:t>
            </a:r>
          </a:p>
        </p:txBody>
      </p:sp>
      <p:sp>
        <p:nvSpPr>
          <p:cNvPr id="4" name="Rectangle 3"/>
          <p:cNvSpPr/>
          <p:nvPr/>
        </p:nvSpPr>
        <p:spPr>
          <a:xfrm>
            <a:off x="340797" y="1483661"/>
            <a:ext cx="1309885" cy="1059265"/>
          </a:xfrm>
          <a:prstGeom prst="rect">
            <a:avLst/>
          </a:prstGeom>
          <a:solidFill>
            <a:schemeClr val="accent1">
              <a:lumMod val="20000"/>
              <a:lumOff val="80000"/>
            </a:schemeClr>
          </a:solidFill>
          <a:ln w="12700">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Ubuntu"/>
                <a:ea typeface="+mn-ea"/>
                <a:cs typeface="+mn-cs"/>
              </a:rPr>
              <a:t>Tuesday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00" kern="0">
                <a:solidFill>
                  <a:prstClr val="black"/>
                </a:solidFill>
                <a:latin typeface="Ubuntu"/>
              </a:rPr>
              <a:t>(AM: 10-12:30</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00" kern="0">
                <a:solidFill>
                  <a:prstClr val="black"/>
                </a:solidFill>
                <a:latin typeface="Ubuntu"/>
              </a:rPr>
              <a:t>PM-13:30-17:00)</a:t>
            </a:r>
            <a:endParaRPr kumimoji="0" lang="en-GB" sz="900" b="0" i="0" u="none" strike="noStrike" kern="0" cap="none" spc="0" normalizeH="0" baseline="0" noProof="0">
              <a:ln>
                <a:noFill/>
              </a:ln>
              <a:solidFill>
                <a:prstClr val="black"/>
              </a:solidFill>
              <a:effectLst/>
              <a:uLnTx/>
              <a:uFillTx/>
              <a:latin typeface="Ubuntu"/>
              <a:ea typeface="+mn-ea"/>
              <a:cs typeface="+mn-cs"/>
            </a:endParaRPr>
          </a:p>
        </p:txBody>
      </p:sp>
      <p:sp>
        <p:nvSpPr>
          <p:cNvPr id="9" name="Rectangle 8"/>
          <p:cNvSpPr/>
          <p:nvPr/>
        </p:nvSpPr>
        <p:spPr>
          <a:xfrm>
            <a:off x="340796" y="2573995"/>
            <a:ext cx="1309885" cy="2372527"/>
          </a:xfrm>
          <a:prstGeom prst="rect">
            <a:avLst/>
          </a:prstGeom>
          <a:solidFill>
            <a:schemeClr val="accent2">
              <a:lumMod val="20000"/>
              <a:lumOff val="80000"/>
            </a:schemeClr>
          </a:solidFill>
          <a:ln w="12700">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Ubuntu"/>
                <a:ea typeface="+mn-ea"/>
                <a:cs typeface="+mn-cs"/>
              </a:rPr>
              <a:t>Wednesday</a:t>
            </a:r>
            <a:endParaRPr kumimoji="0" lang="en-GB" sz="900" b="0" i="0" u="none" strike="noStrike" kern="0" cap="none" spc="0" normalizeH="0" baseline="0" noProof="0">
              <a:ln>
                <a:noFill/>
              </a:ln>
              <a:solidFill>
                <a:prstClr val="black"/>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00" kern="0">
                <a:solidFill>
                  <a:prstClr val="black"/>
                </a:solidFill>
                <a:latin typeface="Ubuntu"/>
              </a:rPr>
              <a:t>(AM: 10-12:30</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00" kern="0">
                <a:solidFill>
                  <a:prstClr val="black"/>
                </a:solidFill>
                <a:latin typeface="Ubuntu"/>
              </a:rPr>
              <a:t>PM-13:30-17:00)</a:t>
            </a:r>
            <a:endParaRPr kumimoji="0" lang="en-GB" sz="900" b="0" i="0" u="none" strike="noStrike" kern="0" cap="none" spc="0" normalizeH="0" baseline="0" noProof="0">
              <a:ln>
                <a:noFill/>
              </a:ln>
              <a:solidFill>
                <a:prstClr val="black"/>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Ubuntu"/>
              <a:ea typeface="+mn-ea"/>
              <a:cs typeface="+mn-cs"/>
            </a:endParaRPr>
          </a:p>
        </p:txBody>
      </p:sp>
      <p:sp>
        <p:nvSpPr>
          <p:cNvPr id="10" name="Rectangle 9"/>
          <p:cNvSpPr/>
          <p:nvPr/>
        </p:nvSpPr>
        <p:spPr>
          <a:xfrm>
            <a:off x="340797" y="4821725"/>
            <a:ext cx="1309885" cy="1241468"/>
          </a:xfrm>
          <a:prstGeom prst="rect">
            <a:avLst/>
          </a:prstGeom>
          <a:solidFill>
            <a:schemeClr val="accent3">
              <a:lumMod val="20000"/>
              <a:lumOff val="80000"/>
            </a:schemeClr>
          </a:solidFill>
          <a:ln w="12700">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600" b="0" i="0" u="none" strike="noStrike" kern="0" cap="none" spc="0" normalizeH="0" baseline="0" noProof="0">
                <a:ln>
                  <a:noFill/>
                </a:ln>
                <a:solidFill>
                  <a:prstClr val="black"/>
                </a:solidFill>
                <a:effectLst/>
                <a:uLnTx/>
                <a:uFillTx/>
                <a:latin typeface="Ubuntu"/>
                <a:ea typeface="+mn-ea"/>
                <a:cs typeface="+mn-cs"/>
              </a:rPr>
              <a:t>Thursday</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00" kern="0">
                <a:solidFill>
                  <a:prstClr val="black"/>
                </a:solidFill>
                <a:latin typeface="Ubuntu"/>
              </a:rPr>
              <a:t>(AM: 10-12:30</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00" kern="0">
                <a:solidFill>
                  <a:prstClr val="black"/>
                </a:solidFill>
                <a:latin typeface="Ubuntu"/>
              </a:rPr>
              <a:t>PM-13:30-17:00)</a:t>
            </a:r>
            <a:endParaRPr kumimoji="0" lang="en-GB" sz="900" b="0" i="0" u="none" strike="noStrike" kern="0" cap="none" spc="0" normalizeH="0" baseline="0" noProof="0">
              <a:ln>
                <a:noFill/>
              </a:ln>
              <a:solidFill>
                <a:prstClr val="black"/>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600" b="0" i="0" u="none" strike="noStrike" kern="0" cap="none" spc="0" normalizeH="0" baseline="0" noProof="0">
              <a:ln>
                <a:noFill/>
              </a:ln>
              <a:solidFill>
                <a:prstClr val="black"/>
              </a:solidFill>
              <a:effectLst/>
              <a:uLnTx/>
              <a:uFillTx/>
              <a:latin typeface="Ubuntu"/>
              <a:ea typeface="+mn-ea"/>
              <a:cs typeface="+mn-cs"/>
            </a:endParaRPr>
          </a:p>
        </p:txBody>
      </p:sp>
      <p:sp>
        <p:nvSpPr>
          <p:cNvPr id="30" name="Rectangle 29">
            <a:extLst>
              <a:ext uri="{FF2B5EF4-FFF2-40B4-BE49-F238E27FC236}">
                <a16:creationId xmlns:a16="http://schemas.microsoft.com/office/drawing/2014/main" id="{A84460F7-5950-A0AF-784D-82E9374B5DA9}"/>
              </a:ext>
            </a:extLst>
          </p:cNvPr>
          <p:cNvSpPr/>
          <p:nvPr/>
        </p:nvSpPr>
        <p:spPr>
          <a:xfrm>
            <a:off x="9840263" y="4890002"/>
            <a:ext cx="1503305" cy="1354734"/>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Document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Contact Management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 </a:t>
            </a:r>
            <a:r>
              <a:rPr kumimoji="0" lang="en-GB" sz="700" b="0" i="0" u="none" strike="noStrike" kern="0" cap="none" spc="0" normalizeH="0" baseline="0" noProof="0" err="1">
                <a:ln>
                  <a:noFill/>
                </a:ln>
                <a:solidFill>
                  <a:prstClr val="black"/>
                </a:solidFill>
                <a:effectLst/>
                <a:uLnTx/>
                <a:uFillTx/>
                <a:latin typeface="Ubuntu"/>
                <a:ea typeface="+mn-ea"/>
                <a:cs typeface="+mn-cs"/>
              </a:rPr>
              <a:t>ClaimCenter</a:t>
            </a:r>
            <a:r>
              <a:rPr kumimoji="0" lang="en-GB" sz="700" b="0" i="0" u="none" strike="noStrike" kern="0" cap="none" spc="0" normalizeH="0" baseline="0" noProof="0">
                <a:ln>
                  <a:noFill/>
                </a:ln>
                <a:solidFill>
                  <a:prstClr val="black"/>
                </a:solidFill>
                <a:effectLst/>
                <a:uLnTx/>
                <a:uFillTx/>
                <a:latin typeface="Ubuntu"/>
                <a:ea typeface="+mn-ea"/>
                <a:cs typeface="+mn-cs"/>
              </a:rPr>
              <a:t>, DMS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User Setup</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Roles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Permissions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Org Structure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Teams </a:t>
            </a:r>
          </a:p>
        </p:txBody>
      </p:sp>
      <p:sp>
        <p:nvSpPr>
          <p:cNvPr id="27" name="Rectangle 26">
            <a:extLst>
              <a:ext uri="{FF2B5EF4-FFF2-40B4-BE49-F238E27FC236}">
                <a16:creationId xmlns:a16="http://schemas.microsoft.com/office/drawing/2014/main" id="{6D34361F-8873-E234-7D1D-5A09C53B0F02}"/>
              </a:ext>
            </a:extLst>
          </p:cNvPr>
          <p:cNvSpPr/>
          <p:nvPr/>
        </p:nvSpPr>
        <p:spPr>
          <a:xfrm>
            <a:off x="6101397" y="4864065"/>
            <a:ext cx="1717381" cy="1350519"/>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Policy Change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Premium vs Non-Premium Impacting MTA</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Out of Sequence MTA</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Pre-emption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UWWB</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p:txBody>
      </p:sp>
      <p:sp>
        <p:nvSpPr>
          <p:cNvPr id="25" name="TextBox 24">
            <a:extLst>
              <a:ext uri="{FF2B5EF4-FFF2-40B4-BE49-F238E27FC236}">
                <a16:creationId xmlns:a16="http://schemas.microsoft.com/office/drawing/2014/main" id="{FD3FC431-89F0-0EE2-0AFB-60DBF276B912}"/>
              </a:ext>
            </a:extLst>
          </p:cNvPr>
          <p:cNvSpPr txBox="1"/>
          <p:nvPr/>
        </p:nvSpPr>
        <p:spPr>
          <a:xfrm>
            <a:off x="6103428" y="2671168"/>
            <a:ext cx="1713097" cy="1815882"/>
          </a:xfrm>
          <a:prstGeom prst="rect">
            <a:avLst/>
          </a:prstGeom>
          <a:noFill/>
          <a:ln>
            <a:solidFill>
              <a:schemeClr val="bg1">
                <a:lumMod val="95000"/>
              </a:schemeClr>
            </a:solidFill>
          </a:ln>
        </p:spPr>
        <p:txBody>
          <a:bodyPr wrap="square" anchor="ctr" anchorCtr="0">
            <a:sp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New Submission</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Payment Schedule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Capture Payment Method</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Bind &amp; Issue</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Close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Integrations: UWWB, </a:t>
            </a:r>
            <a:r>
              <a:rPr kumimoji="0" lang="en-GB" sz="700" b="0" i="0" u="none" strike="noStrike" kern="0" cap="none" spc="0" normalizeH="0" baseline="0" noProof="0" err="1">
                <a:ln>
                  <a:noFill/>
                </a:ln>
                <a:solidFill>
                  <a:prstClr val="black"/>
                </a:solidFill>
                <a:effectLst/>
                <a:uLnTx/>
                <a:uFillTx/>
                <a:latin typeface="Ubuntu"/>
                <a:ea typeface="+mn-ea"/>
                <a:cs typeface="+mn-cs"/>
              </a:rPr>
              <a:t>BillingCenter</a:t>
            </a:r>
            <a:r>
              <a:rPr kumimoji="0" lang="en-GB" sz="700" b="0" i="0" u="none" strike="noStrike" kern="0" cap="none" spc="0" normalizeH="0" baseline="0" noProof="0">
                <a:ln>
                  <a:noFill/>
                </a:ln>
                <a:solidFill>
                  <a:prstClr val="black"/>
                </a:solidFill>
                <a:effectLst/>
                <a:uLnTx/>
                <a:uFillTx/>
                <a:latin typeface="Ubuntu"/>
                <a:ea typeface="+mn-ea"/>
                <a:cs typeface="+mn-cs"/>
              </a:rPr>
              <a:t>, Imburse, DPS</a:t>
            </a:r>
          </a:p>
          <a:p>
            <a:pPr marL="628650" marR="0" lvl="1"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Quick Quote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Coinsurance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Reinsurance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Subjectivities</a:t>
            </a:r>
          </a:p>
        </p:txBody>
      </p:sp>
      <p:sp>
        <p:nvSpPr>
          <p:cNvPr id="26" name="Rectangle 25">
            <a:extLst>
              <a:ext uri="{FF2B5EF4-FFF2-40B4-BE49-F238E27FC236}">
                <a16:creationId xmlns:a16="http://schemas.microsoft.com/office/drawing/2014/main" id="{E44BB4F1-FAF2-7675-184A-FF75667CE860}"/>
              </a:ext>
            </a:extLst>
          </p:cNvPr>
          <p:cNvSpPr/>
          <p:nvPr/>
        </p:nvSpPr>
        <p:spPr>
          <a:xfrm>
            <a:off x="9832949" y="2588949"/>
            <a:ext cx="1510620" cy="2160003"/>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Organization Model</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Groups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Users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Roles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Permissions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Authority Profiles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Authority Limits</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Teams Tab</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Producer</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Producer Codes</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Producer Code Security</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700" b="0" i="0" u="none" strike="noStrike" kern="0" cap="none" spc="0" normalizeH="0" baseline="0" noProof="0">
                <a:ln>
                  <a:noFill/>
                </a:ln>
                <a:solidFill>
                  <a:prstClr val="black"/>
                </a:solidFill>
                <a:effectLst/>
                <a:uLnTx/>
                <a:uFillTx/>
                <a:latin typeface="Ubuntu"/>
                <a:ea typeface="+mn-ea"/>
                <a:cs typeface="+mn-cs"/>
              </a:rPr>
              <a:t>Bulk Producer Change</a:t>
            </a: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742950" marR="0" lvl="1"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GB" sz="700" b="0" i="0" u="none" strike="noStrike" kern="0" cap="none" spc="0" normalizeH="0" baseline="0" noProof="0">
              <a:ln>
                <a:noFill/>
              </a:ln>
              <a:solidFill>
                <a:prstClr val="black"/>
              </a:solidFill>
              <a:effectLst/>
              <a:uLnTx/>
              <a:uFillTx/>
              <a:latin typeface="Ubuntu"/>
              <a:ea typeface="+mn-ea"/>
              <a:cs typeface="+mn-cs"/>
            </a:endParaRPr>
          </a:p>
        </p:txBody>
      </p:sp>
      <p:sp>
        <p:nvSpPr>
          <p:cNvPr id="20" name="Rectangle 19">
            <a:extLst>
              <a:ext uri="{FF2B5EF4-FFF2-40B4-BE49-F238E27FC236}">
                <a16:creationId xmlns:a16="http://schemas.microsoft.com/office/drawing/2014/main" id="{772AB223-5A5B-DECE-EAE5-3AB13BD7A52F}"/>
              </a:ext>
            </a:extLst>
          </p:cNvPr>
          <p:cNvSpPr/>
          <p:nvPr/>
        </p:nvSpPr>
        <p:spPr>
          <a:xfrm>
            <a:off x="2131057" y="1074062"/>
            <a:ext cx="1771860" cy="350911"/>
          </a:xfrm>
          <a:prstGeom prst="rect">
            <a:avLst/>
          </a:prstGeom>
          <a:solidFill>
            <a:schemeClr val="accent1"/>
          </a:solidFill>
          <a:ln w="3175">
            <a:solidFill>
              <a:schemeClr val="l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200" b="1" i="0" u="none" strike="noStrike" kern="0" cap="none" spc="0" normalizeH="0" baseline="0" noProof="0">
                <a:ln>
                  <a:noFill/>
                </a:ln>
                <a:solidFill>
                  <a:srgbClr val="FFFFFF"/>
                </a:solidFill>
                <a:effectLst/>
                <a:uLnTx/>
                <a:uFillTx/>
                <a:latin typeface="Ubuntu"/>
                <a:ea typeface="+mn-ea"/>
                <a:cs typeface="+mn-cs"/>
              </a:rPr>
              <a:t>Week 1</a:t>
            </a:r>
          </a:p>
        </p:txBody>
      </p:sp>
      <p:sp>
        <p:nvSpPr>
          <p:cNvPr id="23" name="Rectangle 22">
            <a:extLst>
              <a:ext uri="{FF2B5EF4-FFF2-40B4-BE49-F238E27FC236}">
                <a16:creationId xmlns:a16="http://schemas.microsoft.com/office/drawing/2014/main" id="{166064AA-3970-EAF6-6878-FF5B872FA03D}"/>
              </a:ext>
            </a:extLst>
          </p:cNvPr>
          <p:cNvSpPr/>
          <p:nvPr/>
        </p:nvSpPr>
        <p:spPr>
          <a:xfrm>
            <a:off x="2130906" y="1446150"/>
            <a:ext cx="1802002" cy="1098511"/>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a:ln>
                  <a:noFill/>
                </a:ln>
                <a:solidFill>
                  <a:prstClr val="black"/>
                </a:solidFill>
                <a:effectLst/>
                <a:uLnTx/>
                <a:uFillTx/>
                <a:latin typeface="Ubuntu"/>
                <a:ea typeface="+mn-ea"/>
                <a:cs typeface="+mn-cs"/>
              </a:rPr>
              <a:t>Policy </a:t>
            </a:r>
            <a:r>
              <a:rPr lang="en-GB" sz="800" kern="0">
                <a:solidFill>
                  <a:prstClr val="black"/>
                </a:solidFill>
                <a:latin typeface="Ubuntu"/>
              </a:rPr>
              <a:t>c</a:t>
            </a:r>
            <a:r>
              <a:rPr kumimoji="0" lang="en-GB" sz="800" b="0" i="0" u="none" strike="noStrike" kern="0" cap="none" spc="0" normalizeH="0" baseline="0" noProof="0">
                <a:ln>
                  <a:noFill/>
                </a:ln>
                <a:solidFill>
                  <a:prstClr val="black"/>
                </a:solidFill>
                <a:effectLst/>
                <a:uLnTx/>
                <a:uFillTx/>
                <a:latin typeface="Ubuntu"/>
                <a:ea typeface="+mn-ea"/>
                <a:cs typeface="+mn-cs"/>
              </a:rPr>
              <a:t>enter Overview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Team Introductions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Ways of Working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Workstreams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Foundation Scope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Inception Plan</a:t>
            </a: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24" name="Rectangle 23">
            <a:extLst>
              <a:ext uri="{FF2B5EF4-FFF2-40B4-BE49-F238E27FC236}">
                <a16:creationId xmlns:a16="http://schemas.microsoft.com/office/drawing/2014/main" id="{D5E3F5C7-FD59-0DD9-219F-541164A2980A}"/>
              </a:ext>
            </a:extLst>
          </p:cNvPr>
          <p:cNvSpPr/>
          <p:nvPr/>
        </p:nvSpPr>
        <p:spPr>
          <a:xfrm>
            <a:off x="2129374" y="2548058"/>
            <a:ext cx="1771860" cy="2178847"/>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a:ln>
                  <a:noFill/>
                </a:ln>
                <a:solidFill>
                  <a:prstClr val="black"/>
                </a:solidFill>
                <a:effectLst/>
                <a:uLnTx/>
                <a:uFillTx/>
                <a:latin typeface="Ubuntu"/>
                <a:ea typeface="+mn-ea"/>
                <a:cs typeface="+mn-cs"/>
              </a:rPr>
              <a:t>Roles &amp; Responsibilities;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a:ln>
                  <a:noFill/>
                </a:ln>
                <a:solidFill>
                  <a:prstClr val="black"/>
                </a:solidFill>
                <a:effectLst/>
                <a:uLnTx/>
                <a:uFillTx/>
                <a:latin typeface="Ubuntu"/>
                <a:ea typeface="+mn-ea"/>
                <a:cs typeface="+mn-cs"/>
              </a:rPr>
              <a:t>Product Rationalisation;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GB" sz="800" b="0" i="0" u="none" strike="noStrike" kern="0" cap="none" spc="0" normalizeH="0" baseline="0" noProof="0">
                <a:ln>
                  <a:noFill/>
                </a:ln>
                <a:solidFill>
                  <a:prstClr val="black"/>
                </a:solidFill>
                <a:effectLst/>
                <a:uLnTx/>
                <a:uFillTx/>
                <a:latin typeface="Ubuntu"/>
                <a:ea typeface="+mn-ea"/>
                <a:cs typeface="+mn-cs"/>
              </a:rPr>
              <a:t>Product Roadmap</a:t>
            </a:r>
          </a:p>
        </p:txBody>
      </p:sp>
      <p:sp>
        <p:nvSpPr>
          <p:cNvPr id="28" name="Rectangle 27">
            <a:extLst>
              <a:ext uri="{FF2B5EF4-FFF2-40B4-BE49-F238E27FC236}">
                <a16:creationId xmlns:a16="http://schemas.microsoft.com/office/drawing/2014/main" id="{7E3BE2E9-8E5E-00AF-2824-6AF4F3917AC5}"/>
              </a:ext>
            </a:extLst>
          </p:cNvPr>
          <p:cNvSpPr/>
          <p:nvPr/>
        </p:nvSpPr>
        <p:spPr>
          <a:xfrm>
            <a:off x="2119749" y="4864066"/>
            <a:ext cx="1771860" cy="1298776"/>
          </a:xfrm>
          <a:prstGeom prst="rect">
            <a:avLst/>
          </a:prstGeom>
          <a:noFill/>
          <a:ln w="3175">
            <a:solidFill>
              <a:srgbClr val="F2F2F2"/>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HL Architecture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Key Decisions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Outstanding Actions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Capability Model (draft)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800" b="0" i="0" u="none" strike="noStrike" kern="0" cap="none" spc="0" normalizeH="0" baseline="0" noProof="0">
                <a:ln>
                  <a:noFill/>
                </a:ln>
                <a:solidFill>
                  <a:prstClr val="black"/>
                </a:solidFill>
                <a:effectLst/>
                <a:uLnTx/>
                <a:uFillTx/>
                <a:latin typeface="Ubuntu"/>
                <a:ea typeface="+mn-ea"/>
                <a:cs typeface="+mn-cs"/>
              </a:rPr>
              <a:t>Project Roadmap</a:t>
            </a:r>
            <a:endParaRPr kumimoji="0" lang="en-GB" sz="800" b="0" i="0" u="none" strike="noStrike" kern="0" cap="none" spc="0" normalizeH="0" baseline="0" noProof="0">
              <a:ln>
                <a:noFill/>
              </a:ln>
              <a:solidFill>
                <a:prstClr val="black"/>
              </a:solidFill>
              <a:effectLst/>
              <a:uLnTx/>
              <a:uFillTx/>
              <a:latin typeface="Ubuntu"/>
              <a:ea typeface="+mn-ea"/>
              <a:cs typeface="+mn-cs"/>
            </a:endParaRPr>
          </a:p>
        </p:txBody>
      </p:sp>
      <p:sp>
        <p:nvSpPr>
          <p:cNvPr id="29" name="TextBox 28">
            <a:extLst>
              <a:ext uri="{FF2B5EF4-FFF2-40B4-BE49-F238E27FC236}">
                <a16:creationId xmlns:a16="http://schemas.microsoft.com/office/drawing/2014/main" id="{F775D17F-4F76-3019-AFF6-FE3E9E255426}"/>
              </a:ext>
            </a:extLst>
          </p:cNvPr>
          <p:cNvSpPr txBox="1"/>
          <p:nvPr/>
        </p:nvSpPr>
        <p:spPr>
          <a:xfrm>
            <a:off x="262286" y="641178"/>
            <a:ext cx="10561923" cy="338554"/>
          </a:xfrm>
          <a:prstGeom prst="rect">
            <a:avLst/>
          </a:prstGeom>
          <a:noFill/>
        </p:spPr>
        <p:txBody>
          <a:bodyPr wrap="square" rtlCol="0">
            <a:spAutoFit/>
          </a:bodyPr>
          <a:lstStyle/>
          <a:p>
            <a:r>
              <a:rPr lang="en-IN" sz="1600"/>
              <a:t>The Inception plan will be shared separately for Beazley’s review and approval showing the day-wise plan</a:t>
            </a:r>
          </a:p>
        </p:txBody>
      </p:sp>
    </p:spTree>
    <p:custDataLst>
      <p:tags r:id="rId1"/>
    </p:custDataLst>
    <p:extLst>
      <p:ext uri="{BB962C8B-B14F-4D97-AF65-F5344CB8AC3E}">
        <p14:creationId xmlns:p14="http://schemas.microsoft.com/office/powerpoint/2010/main" val="3549773025"/>
      </p:ext>
    </p:extLst>
  </p:cSld>
  <p:clrMapOvr>
    <a:masterClrMapping/>
  </p:clrMapOvr>
  <p:extLst>
    <p:ext uri="{6950BFC3-D8DA-4A85-94F7-54DA5524770B}">
      <p188:commentRel xmlns:p188="http://schemas.microsoft.com/office/powerpoint/2018/8/main" r:id="rId4"/>
    </p:ext>
  </p:extLs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7A0A04E-4539-76F3-C369-AD07AF8FA944}"/>
              </a:ext>
            </a:extLst>
          </p:cNvPr>
          <p:cNvSpPr>
            <a:spLocks noGrp="1"/>
          </p:cNvSpPr>
          <p:nvPr>
            <p:ph type="title"/>
          </p:nvPr>
        </p:nvSpPr>
        <p:spPr>
          <a:xfrm>
            <a:off x="306614" y="19213"/>
            <a:ext cx="9776592" cy="716711"/>
          </a:xfrm>
        </p:spPr>
        <p:txBody>
          <a:bodyPr/>
          <a:lstStyle/>
          <a:p>
            <a:r>
              <a:rPr lang="en-GB"/>
              <a:t>KEY ROLES - raci</a:t>
            </a:r>
          </a:p>
        </p:txBody>
      </p:sp>
      <p:sp>
        <p:nvSpPr>
          <p:cNvPr id="5" name="TextBox 4">
            <a:extLst>
              <a:ext uri="{FF2B5EF4-FFF2-40B4-BE49-F238E27FC236}">
                <a16:creationId xmlns:a16="http://schemas.microsoft.com/office/drawing/2014/main" id="{4CA39B15-9949-C8EF-AD56-299DB327751E}"/>
              </a:ext>
            </a:extLst>
          </p:cNvPr>
          <p:cNvSpPr txBox="1"/>
          <p:nvPr/>
        </p:nvSpPr>
        <p:spPr>
          <a:xfrm>
            <a:off x="5439965" y="0"/>
            <a:ext cx="2760486" cy="923330"/>
          </a:xfrm>
          <a:prstGeom prst="rect">
            <a:avLst/>
          </a:prstGeom>
          <a:solidFill>
            <a:schemeClr val="accent2"/>
          </a:solidFill>
        </p:spPr>
        <p:txBody>
          <a:bodyPr wrap="square" rtlCol="0">
            <a:spAutoFit/>
          </a:bodyPr>
          <a:lstStyle/>
          <a:p>
            <a:r>
              <a:rPr lang="en-GB"/>
              <a:t>Needs to be updated for </a:t>
            </a:r>
            <a:r>
              <a:rPr lang="en-GB" err="1"/>
              <a:t>beazley</a:t>
            </a:r>
            <a:r>
              <a:rPr lang="en-GB"/>
              <a:t> – source attached</a:t>
            </a:r>
          </a:p>
        </p:txBody>
      </p:sp>
      <p:pic>
        <p:nvPicPr>
          <p:cNvPr id="4" name="Picture 3">
            <a:extLst>
              <a:ext uri="{FF2B5EF4-FFF2-40B4-BE49-F238E27FC236}">
                <a16:creationId xmlns:a16="http://schemas.microsoft.com/office/drawing/2014/main" id="{2025638D-6CC9-1F6F-F155-EDB8DABFA16B}"/>
              </a:ext>
            </a:extLst>
          </p:cNvPr>
          <p:cNvPicPr>
            <a:picLocks noChangeAspect="1"/>
          </p:cNvPicPr>
          <p:nvPr/>
        </p:nvPicPr>
        <p:blipFill>
          <a:blip r:embed="rId3"/>
          <a:stretch>
            <a:fillRect/>
          </a:stretch>
        </p:blipFill>
        <p:spPr>
          <a:xfrm>
            <a:off x="4362642" y="1231901"/>
            <a:ext cx="7586211" cy="5562402"/>
          </a:xfrm>
          <a:prstGeom prst="rect">
            <a:avLst/>
          </a:prstGeom>
        </p:spPr>
      </p:pic>
      <p:graphicFrame>
        <p:nvGraphicFramePr>
          <p:cNvPr id="6" name="Table 5">
            <a:extLst>
              <a:ext uri="{FF2B5EF4-FFF2-40B4-BE49-F238E27FC236}">
                <a16:creationId xmlns:a16="http://schemas.microsoft.com/office/drawing/2014/main" id="{640CD144-1BC9-FD87-CD60-5B1E4D3675A6}"/>
              </a:ext>
            </a:extLst>
          </p:cNvPr>
          <p:cNvGraphicFramePr>
            <a:graphicFrameLocks noGrp="1"/>
          </p:cNvGraphicFramePr>
          <p:nvPr>
            <p:extLst>
              <p:ext uri="{D42A27DB-BD31-4B8C-83A1-F6EECF244321}">
                <p14:modId xmlns:p14="http://schemas.microsoft.com/office/powerpoint/2010/main" val="2894822971"/>
              </p:ext>
            </p:extLst>
          </p:nvPr>
        </p:nvGraphicFramePr>
        <p:xfrm>
          <a:off x="306614" y="5173864"/>
          <a:ext cx="3847173" cy="1301476"/>
        </p:xfrm>
        <a:graphic>
          <a:graphicData uri="http://schemas.openxmlformats.org/drawingml/2006/table">
            <a:tbl>
              <a:tblPr/>
              <a:tblGrid>
                <a:gridCol w="395135">
                  <a:extLst>
                    <a:ext uri="{9D8B030D-6E8A-4147-A177-3AD203B41FA5}">
                      <a16:colId xmlns:a16="http://schemas.microsoft.com/office/drawing/2014/main" val="535790856"/>
                    </a:ext>
                  </a:extLst>
                </a:gridCol>
                <a:gridCol w="779721">
                  <a:extLst>
                    <a:ext uri="{9D8B030D-6E8A-4147-A177-3AD203B41FA5}">
                      <a16:colId xmlns:a16="http://schemas.microsoft.com/office/drawing/2014/main" val="3893814103"/>
                    </a:ext>
                  </a:extLst>
                </a:gridCol>
                <a:gridCol w="2672317">
                  <a:extLst>
                    <a:ext uri="{9D8B030D-6E8A-4147-A177-3AD203B41FA5}">
                      <a16:colId xmlns:a16="http://schemas.microsoft.com/office/drawing/2014/main" val="3275366997"/>
                    </a:ext>
                  </a:extLst>
                </a:gridCol>
              </a:tblGrid>
              <a:tr h="237301">
                <a:tc>
                  <a:txBody>
                    <a:bodyPr/>
                    <a:lstStyle/>
                    <a:p>
                      <a:pPr algn="ctr" fontAlgn="ctr"/>
                      <a:r>
                        <a:rPr lang="en-GB" sz="1100" b="0" i="0" u="none" strike="noStrike">
                          <a:solidFill>
                            <a:srgbClr val="000000"/>
                          </a:solidFill>
                          <a:effectLst/>
                          <a:latin typeface="Calibri" panose="020F0502020204030204" pitchFamily="34" charset="0"/>
                        </a:rPr>
                        <a:t>A</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7C80"/>
                    </a:solidFill>
                  </a:tcPr>
                </a:tc>
                <a:tc>
                  <a:txBody>
                    <a:bodyPr/>
                    <a:lstStyle/>
                    <a:p>
                      <a:pPr algn="l" fontAlgn="b"/>
                      <a:r>
                        <a:rPr lang="en-GB" sz="1100" b="0" i="0" u="none" strike="noStrike">
                          <a:solidFill>
                            <a:srgbClr val="000000"/>
                          </a:solidFill>
                          <a:effectLst/>
                          <a:latin typeface="Calibri" panose="020F0502020204030204" pitchFamily="34" charset="0"/>
                        </a:rPr>
                        <a:t>Accountable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kern="1200">
                          <a:solidFill>
                            <a:srgbClr val="000000"/>
                          </a:solidFill>
                          <a:effectLst/>
                          <a:latin typeface="Calibri" panose="020F0502020204030204" pitchFamily="34" charset="0"/>
                          <a:ea typeface="+mn-ea"/>
                          <a:cs typeface="+mn-cs"/>
                        </a:rPr>
                        <a:t>Authority and decision making</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65054083"/>
                  </a:ext>
                </a:extLst>
              </a:tr>
              <a:tr h="225923">
                <a:tc>
                  <a:txBody>
                    <a:bodyPr/>
                    <a:lstStyle/>
                    <a:p>
                      <a:pPr algn="ctr" fontAlgn="ctr"/>
                      <a:r>
                        <a:rPr lang="en-GB" sz="1100" b="0" i="0" u="none" strike="noStrike">
                          <a:solidFill>
                            <a:srgbClr val="000000"/>
                          </a:solidFill>
                          <a:effectLst/>
                          <a:latin typeface="Calibri" panose="020F0502020204030204" pitchFamily="34" charset="0"/>
                        </a:rPr>
                        <a:t>R</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C000"/>
                    </a:solidFill>
                  </a:tcPr>
                </a:tc>
                <a:tc>
                  <a:txBody>
                    <a:bodyPr/>
                    <a:lstStyle/>
                    <a:p>
                      <a:pPr algn="l" fontAlgn="b"/>
                      <a:r>
                        <a:rPr lang="en-GB" sz="1100" b="0" i="0" u="none" strike="noStrike">
                          <a:solidFill>
                            <a:srgbClr val="000000"/>
                          </a:solidFill>
                          <a:effectLst/>
                          <a:latin typeface="Calibri" panose="020F0502020204030204" pitchFamily="34" charset="0"/>
                        </a:rPr>
                        <a:t>Responsible</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kern="1200">
                          <a:solidFill>
                            <a:srgbClr val="000000"/>
                          </a:solidFill>
                          <a:effectLst/>
                          <a:latin typeface="Calibri" panose="020F0502020204030204" pitchFamily="34" charset="0"/>
                          <a:ea typeface="+mn-ea"/>
                          <a:cs typeface="+mn-cs"/>
                        </a:rPr>
                        <a:t>Responsible for actualisation of the task</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1079402"/>
                  </a:ext>
                </a:extLst>
              </a:tr>
              <a:tr h="419126">
                <a:tc>
                  <a:txBody>
                    <a:bodyPr/>
                    <a:lstStyle/>
                    <a:p>
                      <a:pPr algn="ctr" fontAlgn="ctr"/>
                      <a:r>
                        <a:rPr lang="en-GB" sz="1100" b="0" i="0" u="none" strike="noStrike">
                          <a:solidFill>
                            <a:srgbClr val="000000"/>
                          </a:solidFill>
                          <a:effectLst/>
                          <a:latin typeface="Calibri" panose="020F0502020204030204" pitchFamily="34" charset="0"/>
                        </a:rPr>
                        <a:t>C</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l" fontAlgn="b"/>
                      <a:r>
                        <a:rPr lang="en-GB" sz="1100" b="0" i="0" u="none" strike="noStrike">
                          <a:solidFill>
                            <a:srgbClr val="000000"/>
                          </a:solidFill>
                          <a:effectLst/>
                          <a:latin typeface="Calibri" panose="020F0502020204030204" pitchFamily="34" charset="0"/>
                        </a:rPr>
                        <a:t>Consulted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kern="1200">
                          <a:solidFill>
                            <a:srgbClr val="000000"/>
                          </a:solidFill>
                          <a:effectLst/>
                          <a:latin typeface="Calibri" panose="020F0502020204030204" pitchFamily="34" charset="0"/>
                          <a:ea typeface="+mn-ea"/>
                          <a:cs typeface="+mn-cs"/>
                        </a:rPr>
                        <a:t>Engaged stakeholder, consulted in decisions, delivery and approach to enable their input</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44481640"/>
                  </a:ext>
                </a:extLst>
              </a:tr>
              <a:tr h="419126">
                <a:tc>
                  <a:txBody>
                    <a:bodyPr/>
                    <a:lstStyle/>
                    <a:p>
                      <a:pPr algn="ctr" fontAlgn="ctr"/>
                      <a:r>
                        <a:rPr lang="en-GB" sz="1100" b="0" i="0" u="none" strike="noStrike">
                          <a:solidFill>
                            <a:srgbClr val="000000"/>
                          </a:solidFill>
                          <a:effectLst/>
                          <a:latin typeface="Calibri" panose="020F0502020204030204" pitchFamily="34" charset="0"/>
                        </a:rPr>
                        <a:t>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6E0B4"/>
                    </a:solidFill>
                  </a:tcPr>
                </a:tc>
                <a:tc>
                  <a:txBody>
                    <a:bodyPr/>
                    <a:lstStyle/>
                    <a:p>
                      <a:pPr algn="l" fontAlgn="b"/>
                      <a:r>
                        <a:rPr lang="en-GB" sz="1100" b="0" i="0" u="none" strike="noStrike" kern="1200">
                          <a:solidFill>
                            <a:srgbClr val="000000"/>
                          </a:solidFill>
                          <a:effectLst/>
                          <a:latin typeface="Calibri" panose="020F0502020204030204" pitchFamily="34" charset="0"/>
                          <a:ea typeface="+mn-ea"/>
                          <a:cs typeface="+mn-cs"/>
                        </a:rPr>
                        <a:t>Informed</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GB" sz="1100" b="0" i="0" u="none" strike="noStrike" kern="1200">
                          <a:solidFill>
                            <a:srgbClr val="000000"/>
                          </a:solidFill>
                          <a:effectLst/>
                          <a:latin typeface="Calibri" panose="020F0502020204030204" pitchFamily="34" charset="0"/>
                          <a:ea typeface="+mn-ea"/>
                          <a:cs typeface="+mn-cs"/>
                        </a:rPr>
                        <a:t>Informed stakeholder receiving updates and outputs only</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73280460"/>
                  </a:ext>
                </a:extLst>
              </a:tr>
            </a:tbl>
          </a:graphicData>
        </a:graphic>
      </p:graphicFrame>
      <p:sp>
        <p:nvSpPr>
          <p:cNvPr id="7" name="TextBox 6">
            <a:extLst>
              <a:ext uri="{FF2B5EF4-FFF2-40B4-BE49-F238E27FC236}">
                <a16:creationId xmlns:a16="http://schemas.microsoft.com/office/drawing/2014/main" id="{E468B12C-49B8-CDFF-6AA1-E7F8BE93031B}"/>
              </a:ext>
            </a:extLst>
          </p:cNvPr>
          <p:cNvSpPr txBox="1"/>
          <p:nvPr/>
        </p:nvSpPr>
        <p:spPr>
          <a:xfrm>
            <a:off x="295914" y="4932087"/>
            <a:ext cx="672916" cy="279879"/>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b="1" i="0" u="sng"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Key</a:t>
            </a:r>
          </a:p>
        </p:txBody>
      </p:sp>
      <p:cxnSp>
        <p:nvCxnSpPr>
          <p:cNvPr id="8" name="Straight Connector 7">
            <a:extLst>
              <a:ext uri="{FF2B5EF4-FFF2-40B4-BE49-F238E27FC236}">
                <a16:creationId xmlns:a16="http://schemas.microsoft.com/office/drawing/2014/main" id="{5CFE5D63-BAFB-B328-34B8-0B43A779A0E0}"/>
              </a:ext>
            </a:extLst>
          </p:cNvPr>
          <p:cNvCxnSpPr>
            <a:cxnSpLocks/>
          </p:cNvCxnSpPr>
          <p:nvPr/>
        </p:nvCxnSpPr>
        <p:spPr>
          <a:xfrm flipH="1">
            <a:off x="2461259" y="3429000"/>
            <a:ext cx="9654540"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DE9A918-4EEE-C546-2AC4-42B1730C1D85}"/>
              </a:ext>
            </a:extLst>
          </p:cNvPr>
          <p:cNvSpPr txBox="1"/>
          <p:nvPr/>
        </p:nvSpPr>
        <p:spPr>
          <a:xfrm>
            <a:off x="2461259" y="2481346"/>
            <a:ext cx="2149861" cy="365123"/>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i="0"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Relevant for Pre-Inception</a:t>
            </a:r>
          </a:p>
        </p:txBody>
      </p:sp>
      <p:sp>
        <p:nvSpPr>
          <p:cNvPr id="10" name="TextBox 9">
            <a:extLst>
              <a:ext uri="{FF2B5EF4-FFF2-40B4-BE49-F238E27FC236}">
                <a16:creationId xmlns:a16="http://schemas.microsoft.com/office/drawing/2014/main" id="{655D6C3E-E807-6905-1650-0617D2BBB8B5}"/>
              </a:ext>
            </a:extLst>
          </p:cNvPr>
          <p:cNvSpPr txBox="1"/>
          <p:nvPr/>
        </p:nvSpPr>
        <p:spPr>
          <a:xfrm>
            <a:off x="2461259" y="3994893"/>
            <a:ext cx="2129326" cy="365123"/>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050" i="0" strike="noStrike" kern="0" cap="none" spc="0" normalizeH="0" baseline="0" noProof="0">
                <a:ln>
                  <a:noFill/>
                </a:ln>
                <a:solidFill>
                  <a:srgbClr val="2B0A3D"/>
                </a:solidFill>
                <a:effectLst/>
                <a:uLnTx/>
                <a:uFillTx/>
                <a:latin typeface="Verdana" panose="020B0604030504040204" pitchFamily="34" charset="0"/>
                <a:ea typeface="Verdana" panose="020B0604030504040204" pitchFamily="34" charset="0"/>
              </a:rPr>
              <a:t>Initial look ahead for future phases</a:t>
            </a:r>
          </a:p>
        </p:txBody>
      </p:sp>
      <p:sp>
        <p:nvSpPr>
          <p:cNvPr id="11" name="TextBox 10">
            <a:extLst>
              <a:ext uri="{FF2B5EF4-FFF2-40B4-BE49-F238E27FC236}">
                <a16:creationId xmlns:a16="http://schemas.microsoft.com/office/drawing/2014/main" id="{5E4768D8-7D86-1A98-AE15-7F66D8D62FE4}"/>
              </a:ext>
            </a:extLst>
          </p:cNvPr>
          <p:cNvSpPr txBox="1"/>
          <p:nvPr/>
        </p:nvSpPr>
        <p:spPr>
          <a:xfrm>
            <a:off x="243147" y="1053089"/>
            <a:ext cx="3405229" cy="1112537"/>
          </a:xfrm>
          <a:prstGeom prst="rect">
            <a:avLst/>
          </a:prstGeom>
          <a:noFill/>
        </p:spPr>
        <p:txBody>
          <a:bodyPr vert="horz" wrap="square" lIns="35941" tIns="35941" rIns="35941" bIns="35941" rtlCol="0" anchor="t">
            <a:noAutofit/>
          </a:bodyPr>
          <a:lstStyle/>
          <a:p>
            <a:pPr marL="0" marR="0" lvl="0" indent="0" defTabSz="914400" eaLnBrk="1" fontAlgn="auto" latinLnBrk="0" hangingPunct="1">
              <a:lnSpc>
                <a:spcPct val="100000"/>
              </a:lnSpc>
              <a:spcBef>
                <a:spcPts val="0"/>
              </a:spcBef>
              <a:spcAft>
                <a:spcPts val="0"/>
              </a:spcAft>
              <a:buClr>
                <a:srgbClr val="12ABDB"/>
              </a:buClr>
              <a:buSzPct val="80000"/>
              <a:buFontTx/>
              <a:buNone/>
              <a:tabLst/>
              <a:defRPr/>
            </a:pPr>
            <a:r>
              <a:rPr kumimoji="0" lang="en-US" sz="1600" i="0" strike="noStrike" kern="0" cap="none" spc="0" normalizeH="0" baseline="0" noProof="0">
                <a:ln>
                  <a:noFill/>
                </a:ln>
                <a:solidFill>
                  <a:srgbClr val="2B0A3D"/>
                </a:solidFill>
                <a:effectLst/>
                <a:uLnTx/>
                <a:uFillTx/>
                <a:ea typeface="Verdana" panose="020B0604030504040204" pitchFamily="34" charset="0"/>
              </a:rPr>
              <a:t>RACI has also been broken down further into detailed responsibility lines.  </a:t>
            </a:r>
            <a:r>
              <a:rPr lang="en-US" sz="1600" kern="0">
                <a:solidFill>
                  <a:srgbClr val="2B0A3D"/>
                </a:solidFill>
                <a:ea typeface="Verdana" panose="020B0604030504040204" pitchFamily="34" charset="0"/>
              </a:rPr>
              <a:t>Please see attachment below for further details</a:t>
            </a:r>
            <a:endParaRPr kumimoji="0" lang="en-US" sz="1600" i="0" strike="noStrike" kern="0" cap="none" spc="0" normalizeH="0" baseline="0" noProof="0">
              <a:ln>
                <a:noFill/>
              </a:ln>
              <a:solidFill>
                <a:srgbClr val="2B0A3D"/>
              </a:solidFill>
              <a:effectLst/>
              <a:uLnTx/>
              <a:uFillTx/>
              <a:ea typeface="Verdana" panose="020B0604030504040204" pitchFamily="34" charset="0"/>
            </a:endParaRPr>
          </a:p>
        </p:txBody>
      </p:sp>
      <p:sp>
        <p:nvSpPr>
          <p:cNvPr id="12" name="TextBox 11">
            <a:extLst>
              <a:ext uri="{FF2B5EF4-FFF2-40B4-BE49-F238E27FC236}">
                <a16:creationId xmlns:a16="http://schemas.microsoft.com/office/drawing/2014/main" id="{89EBE345-DE44-554A-A25B-0A14138A9B76}"/>
              </a:ext>
            </a:extLst>
          </p:cNvPr>
          <p:cNvSpPr txBox="1"/>
          <p:nvPr/>
        </p:nvSpPr>
        <p:spPr>
          <a:xfrm>
            <a:off x="102040" y="2477137"/>
            <a:ext cx="1522276" cy="369332"/>
          </a:xfrm>
          <a:prstGeom prst="rect">
            <a:avLst/>
          </a:prstGeom>
          <a:noFill/>
        </p:spPr>
        <p:txBody>
          <a:bodyPr wrap="none" rtlCol="0">
            <a:spAutoFit/>
          </a:bodyPr>
          <a:lstStyle/>
          <a:p>
            <a:r>
              <a:rPr lang="en-GB"/>
              <a:t>Detailed RACI:</a:t>
            </a:r>
          </a:p>
        </p:txBody>
      </p:sp>
      <p:graphicFrame>
        <p:nvGraphicFramePr>
          <p:cNvPr id="13" name="Object 12">
            <a:extLst>
              <a:ext uri="{FF2B5EF4-FFF2-40B4-BE49-F238E27FC236}">
                <a16:creationId xmlns:a16="http://schemas.microsoft.com/office/drawing/2014/main" id="{0A77BF4B-B28F-6D91-7CD1-68DFE13EA694}"/>
              </a:ext>
            </a:extLst>
          </p:cNvPr>
          <p:cNvGraphicFramePr>
            <a:graphicFrameLocks noChangeAspect="1"/>
          </p:cNvGraphicFramePr>
          <p:nvPr>
            <p:extLst>
              <p:ext uri="{D42A27DB-BD31-4B8C-83A1-F6EECF244321}">
                <p14:modId xmlns:p14="http://schemas.microsoft.com/office/powerpoint/2010/main" val="1763843424"/>
              </p:ext>
            </p:extLst>
          </p:nvPr>
        </p:nvGraphicFramePr>
        <p:xfrm>
          <a:off x="306614" y="2898219"/>
          <a:ext cx="914400" cy="771525"/>
        </p:xfrm>
        <a:graphic>
          <a:graphicData uri="http://schemas.openxmlformats.org/presentationml/2006/ole">
            <mc:AlternateContent xmlns:mc="http://schemas.openxmlformats.org/markup-compatibility/2006">
              <mc:Choice xmlns:v="urn:schemas-microsoft-com:vml" Requires="v">
                <p:oleObj name="Worksheet" showAsIcon="1" r:id="rId4" imgW="914400" imgH="771480" progId="Excel.Sheet.12">
                  <p:embed/>
                </p:oleObj>
              </mc:Choice>
              <mc:Fallback>
                <p:oleObj name="Worksheet" showAsIcon="1" r:id="rId4" imgW="914400" imgH="771480" progId="Excel.Sheet.12">
                  <p:embed/>
                  <p:pic>
                    <p:nvPicPr>
                      <p:cNvPr id="13" name="Object 12">
                        <a:extLst>
                          <a:ext uri="{FF2B5EF4-FFF2-40B4-BE49-F238E27FC236}">
                            <a16:creationId xmlns:a16="http://schemas.microsoft.com/office/drawing/2014/main" id="{0A77BF4B-B28F-6D91-7CD1-68DFE13EA694}"/>
                          </a:ext>
                        </a:extLst>
                      </p:cNvPr>
                      <p:cNvPicPr/>
                      <p:nvPr/>
                    </p:nvPicPr>
                    <p:blipFill>
                      <a:blip r:embed="rId5"/>
                      <a:stretch>
                        <a:fillRect/>
                      </a:stretch>
                    </p:blipFill>
                    <p:spPr>
                      <a:xfrm>
                        <a:off x="306614" y="2898219"/>
                        <a:ext cx="914400" cy="771525"/>
                      </a:xfrm>
                      <a:prstGeom prst="rect">
                        <a:avLst/>
                      </a:prstGeom>
                    </p:spPr>
                  </p:pic>
                </p:oleObj>
              </mc:Fallback>
            </mc:AlternateContent>
          </a:graphicData>
        </a:graphic>
      </p:graphicFrame>
    </p:spTree>
    <p:extLst>
      <p:ext uri="{BB962C8B-B14F-4D97-AF65-F5344CB8AC3E}">
        <p14:creationId xmlns:p14="http://schemas.microsoft.com/office/powerpoint/2010/main" val="414451688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 name="EE4P_STYLE_ID" val="3edb2f5e-e25b-4bbf-81ee-2b439644738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xzY4oecJCE2aPB.u6loWP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hk.3W3rhiEqWtBDEsi7Xg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zTl75Tp2nEy_4PpazGLtV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1xI4A68crEiZSNCDbGy9g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8jhdt9jI2kmDW3acO87diQ"/>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z.I3yenMQKik7gwga5MCXw"/>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POWER_USER_ID_TEMPLATES" val="Matrix_1"/>
</p:tagLst>
</file>

<file path=ppt/tags/tag68.xml><?xml version="1.0" encoding="utf-8"?>
<p:tagLst xmlns:a="http://schemas.openxmlformats.org/drawingml/2006/main" xmlns:r="http://schemas.openxmlformats.org/officeDocument/2006/relationships" xmlns:p="http://schemas.openxmlformats.org/presentationml/2006/main">
  <p:tag name="POWER_USER_ID_TEMPLATES" val="Matrix_1"/>
</p:tagLst>
</file>

<file path=ppt/theme/theme1.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over options_Section">
  <a:themeElements>
    <a:clrScheme name="Capgemini NEW">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ésentation11" id="{18B0FA0E-52BA-4F3F-B2FD-88B4C8061DF8}" vid="{B5884A08-8118-4F4B-BE23-42A2365375DD}"/>
    </a:ext>
  </a:extLst>
</a:theme>
</file>

<file path=ppt/theme/theme3.xml><?xml version="1.0" encoding="utf-8"?>
<a:theme xmlns:a="http://schemas.openxmlformats.org/drawingml/2006/main" name="Capgemini Master 2021">
  <a:themeElements>
    <a:clrScheme name="Custom 13">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FFFFFF"/>
      </a:hlink>
      <a:folHlink>
        <a:srgbClr val="FFFFFF"/>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6.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7.xml><?xml version="1.0" encoding="utf-8"?>
<a:theme xmlns:a="http://schemas.openxmlformats.org/drawingml/2006/main" name="Tema do Offic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Theme">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495FEC1CD6F941B8BE3B537DCFC6FF" ma:contentTypeVersion="10" ma:contentTypeDescription="Create a new document." ma:contentTypeScope="" ma:versionID="d6d1f02ff7955b5a74455c81c0826e63">
  <xsd:schema xmlns:xsd="http://www.w3.org/2001/XMLSchema" xmlns:xs="http://www.w3.org/2001/XMLSchema" xmlns:p="http://schemas.microsoft.com/office/2006/metadata/properties" xmlns:ns2="e2f04ce6-5625-4773-b511-ff6e32fd78d6" xmlns:ns3="886d0db5-4d18-497d-97ce-51cb0d7fa060" targetNamespace="http://schemas.microsoft.com/office/2006/metadata/properties" ma:root="true" ma:fieldsID="0e1ee9358fcf16fc9680f5c3c1684deb" ns2:_="" ns3:_="">
    <xsd:import namespace="e2f04ce6-5625-4773-b511-ff6e32fd78d6"/>
    <xsd:import namespace="886d0db5-4d18-497d-97ce-51cb0d7fa06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2f04ce6-5625-4773-b511-ff6e32fd78d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86d0db5-4d18-497d-97ce-51cb0d7fa060"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F1B72AF-9AA6-42D9-8203-81246AD93920}"/>
</file>

<file path=customXml/itemProps2.xml><?xml version="1.0" encoding="utf-8"?>
<ds:datastoreItem xmlns:ds="http://schemas.openxmlformats.org/officeDocument/2006/customXml" ds:itemID="{8765F6DA-EDFD-4C3F-B2EB-EDE359E124E2}">
  <ds:schemaRefs>
    <ds:schemaRef ds:uri="886d0db5-4d18-497d-97ce-51cb0d7fa060"/>
    <ds:schemaRef ds:uri="e2f04ce6-5625-4773-b511-ff6e32fd78d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3B09ECE-D1C0-42A5-B69E-8C88764DB9F3}">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ppt-Capgemini_MasterTemplate</Template>
  <Application>Microsoft Office PowerPoint</Application>
  <PresentationFormat>Widescreen</PresentationFormat>
  <Slides>43</Slides>
  <Notes>35</Notes>
  <HiddenSlides>19</HiddenSlides>
  <ScaleCrop>false</ScaleCrop>
  <HeadingPairs>
    <vt:vector size="4" baseType="variant">
      <vt:variant>
        <vt:lpstr>Theme</vt:lpstr>
      </vt:variant>
      <vt:variant>
        <vt:i4>6</vt:i4>
      </vt:variant>
      <vt:variant>
        <vt:lpstr>Slide Titles</vt:lpstr>
      </vt:variant>
      <vt:variant>
        <vt:i4>43</vt:i4>
      </vt:variant>
    </vt:vector>
  </HeadingPairs>
  <TitlesOfParts>
    <vt:vector size="49" baseType="lpstr">
      <vt:lpstr>Capgemini Master 2021</vt:lpstr>
      <vt:lpstr>Cover options_Section</vt:lpstr>
      <vt:lpstr>Capgemini Master 2021</vt:lpstr>
      <vt:lpstr>Capgemini Master 2021</vt:lpstr>
      <vt:lpstr>1_Capgemini Master 2021</vt:lpstr>
      <vt:lpstr>2_Capgemini Master 2021</vt:lpstr>
      <vt:lpstr>Beazley  gpas OPERATING MODEL</vt:lpstr>
      <vt:lpstr>PowerPoint Presentation</vt:lpstr>
      <vt:lpstr>CONTEXT</vt:lpstr>
      <vt:lpstr>Ways of working</vt:lpstr>
      <vt:lpstr>Programme Inception phase helps create the foundation &amp; vision of the Transformation</vt:lpstr>
      <vt:lpstr>KEY SUCCESS FACTORS</vt:lpstr>
      <vt:lpstr>INCEPTION PLAN – By WEEK BREAKDOWN </vt:lpstr>
      <vt:lpstr>PowerPoint Presentation</vt:lpstr>
      <vt:lpstr>Inception programme deliverable outputs</vt:lpstr>
      <vt:lpstr>Inception programme deliverable outputs</vt:lpstr>
      <vt:lpstr>Team Structure for inception</vt:lpstr>
      <vt:lpstr>Design principles</vt:lpstr>
      <vt:lpstr>KEY AREAS - raci</vt:lpstr>
      <vt:lpstr>KEY ROLES – Beazley</vt:lpstr>
      <vt:lpstr>KEY ROLES – Beazley</vt:lpstr>
      <vt:lpstr>KEY ROLES - capgemini</vt:lpstr>
      <vt:lpstr>KEY ROLES - guidewire</vt:lpstr>
      <vt:lpstr>governance</vt:lpstr>
      <vt:lpstr>PowerPoint Presentation</vt:lpstr>
      <vt:lpstr>Escalation process</vt:lpstr>
      <vt:lpstr>Change control</vt:lpstr>
      <vt:lpstr>PowerPoint Presentation</vt:lpstr>
      <vt:lpstr>PowerPoint Presentation</vt:lpstr>
      <vt:lpstr>PowerPoint Presentation</vt:lpstr>
      <vt:lpstr>Ways of working</vt:lpstr>
      <vt:lpstr>PowerPoint Presentation</vt:lpstr>
      <vt:lpstr>Inception &amp; Foundation Release </vt:lpstr>
      <vt:lpstr>Inception programme deliverable outputs</vt:lpstr>
      <vt:lpstr>Inception programme deliverable outputs</vt:lpstr>
      <vt:lpstr>TEAM STRUCTURE</vt:lpstr>
      <vt:lpstr>Team for inception</vt:lpstr>
      <vt:lpstr>PowerPoint Presentation</vt:lpstr>
      <vt:lpstr>TEAM STRUCTURE</vt:lpstr>
      <vt:lpstr>How we will deliver together</vt:lpstr>
      <vt:lpstr>Org STRUCTURE for inception &amp; Foundational Release</vt:lpstr>
      <vt:lpstr>KEY ROLES - capgemini</vt:lpstr>
      <vt:lpstr>KEY ROLES - guidewire</vt:lpstr>
      <vt:lpstr>KEY ROLES – Beazley</vt:lpstr>
      <vt:lpstr>Decision authority levels</vt:lpstr>
      <vt:lpstr>inception phase  INCEPTION KEY ACTIVITIES – to be fine tuned</vt:lpstr>
      <vt:lpstr>Programme governance model We will implement a 3-in-a-box Executive Governance structure including Beazley, Capgemini and Guidewire.  </vt:lpstr>
      <vt:lpstr>INCEPTION – BY WEEK STRUCTURE - ILLUSTRATIVE</vt:lpstr>
      <vt:lpstr>KEY ROLES - raci</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Template</dc:title>
  <dc:subject>Capgemini template</dc:subject>
  <dc:creator>Patel, Chetali</dc:creator>
  <cp:revision>1</cp:revision>
  <dcterms:created xsi:type="dcterms:W3CDTF">2021-06-03T11:11:51Z</dcterms:created>
  <dcterms:modified xsi:type="dcterms:W3CDTF">2024-03-13T11:05:41Z</dcterms:modified>
  <cp:category>Company Confidential</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0x01010021495FEC1CD6F941B8BE3B537DCFC6FF</vt:lpwstr>
  </property>
</Properties>
</file>
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141412319" r:id="rId5"/>
    <p:sldId id="2147474181" r:id="rId6"/>
    <p:sldId id="214747418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14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78CCE-2649-D321-BDA0-958DB664759C}" v="16" dt="2024-04-05T09:17:13.932"/>
    <p1510:client id="{804FA4D7-20F4-FE94-BE88-A486AC0FA565}" v="784" dt="2024-04-05T09:33:31.995"/>
    <p1510:client id="{B71FFAC7-BE96-11E5-62A3-7B1BB32B86D3}" v="134" dt="2024-04-05T09:36:57.6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tractor, Sherezad" userId="S::sherezad.contractor@capgemini.com::48ea511e-dee3-4c95-9f91-cabde7dd684e" providerId="AD" clId="Web-{804FA4D7-20F4-FE94-BE88-A486AC0FA565}"/>
    <pc:docChg chg="addSld modSld">
      <pc:chgData name="Contractor, Sherezad" userId="S::sherezad.contractor@capgemini.com::48ea511e-dee3-4c95-9f91-cabde7dd684e" providerId="AD" clId="Web-{804FA4D7-20F4-FE94-BE88-A486AC0FA565}" dt="2024-04-05T09:33:11.572" v="359"/>
      <pc:docMkLst>
        <pc:docMk/>
      </pc:docMkLst>
      <pc:sldChg chg="modSp">
        <pc:chgData name="Contractor, Sherezad" userId="S::sherezad.contractor@capgemini.com::48ea511e-dee3-4c95-9f91-cabde7dd684e" providerId="AD" clId="Web-{804FA4D7-20F4-FE94-BE88-A486AC0FA565}" dt="2024-04-05T09:11:54.871" v="237"/>
        <pc:sldMkLst>
          <pc:docMk/>
          <pc:sldMk cId="520076833" sldId="2141412319"/>
        </pc:sldMkLst>
        <pc:graphicFrameChg chg="mod modGraphic">
          <ac:chgData name="Contractor, Sherezad" userId="S::sherezad.contractor@capgemini.com::48ea511e-dee3-4c95-9f91-cabde7dd684e" providerId="AD" clId="Web-{804FA4D7-20F4-FE94-BE88-A486AC0FA565}" dt="2024-04-05T09:11:54.871" v="237"/>
          <ac:graphicFrameMkLst>
            <pc:docMk/>
            <pc:sldMk cId="520076833" sldId="2141412319"/>
            <ac:graphicFrameMk id="4" creationId="{F708C304-FE42-4ADD-AC50-77DE33B73378}"/>
          </ac:graphicFrameMkLst>
        </pc:graphicFrameChg>
      </pc:sldChg>
      <pc:sldChg chg="modSp">
        <pc:chgData name="Contractor, Sherezad" userId="S::sherezad.contractor@capgemini.com::48ea511e-dee3-4c95-9f91-cabde7dd684e" providerId="AD" clId="Web-{804FA4D7-20F4-FE94-BE88-A486AC0FA565}" dt="2024-04-05T09:13:25.921" v="239"/>
        <pc:sldMkLst>
          <pc:docMk/>
          <pc:sldMk cId="3947554534" sldId="2141412322"/>
        </pc:sldMkLst>
        <pc:graphicFrameChg chg="mod modGraphic">
          <ac:chgData name="Contractor, Sherezad" userId="S::sherezad.contractor@capgemini.com::48ea511e-dee3-4c95-9f91-cabde7dd684e" providerId="AD" clId="Web-{804FA4D7-20F4-FE94-BE88-A486AC0FA565}" dt="2024-04-05T09:13:25.921" v="239"/>
          <ac:graphicFrameMkLst>
            <pc:docMk/>
            <pc:sldMk cId="3947554534" sldId="2141412322"/>
            <ac:graphicFrameMk id="4" creationId="{F708C304-FE42-4ADD-AC50-77DE33B73378}"/>
          </ac:graphicFrameMkLst>
        </pc:graphicFrameChg>
      </pc:sldChg>
      <pc:sldChg chg="modSp">
        <pc:chgData name="Contractor, Sherezad" userId="S::sherezad.contractor@capgemini.com::48ea511e-dee3-4c95-9f91-cabde7dd684e" providerId="AD" clId="Web-{804FA4D7-20F4-FE94-BE88-A486AC0FA565}" dt="2024-04-05T09:11:17.057" v="233"/>
        <pc:sldMkLst>
          <pc:docMk/>
          <pc:sldMk cId="4265482014" sldId="2147474181"/>
        </pc:sldMkLst>
        <pc:graphicFrameChg chg="mod modGraphic">
          <ac:chgData name="Contractor, Sherezad" userId="S::sherezad.contractor@capgemini.com::48ea511e-dee3-4c95-9f91-cabde7dd684e" providerId="AD" clId="Web-{804FA4D7-20F4-FE94-BE88-A486AC0FA565}" dt="2024-04-05T09:11:17.057" v="233"/>
          <ac:graphicFrameMkLst>
            <pc:docMk/>
            <pc:sldMk cId="4265482014" sldId="2147474181"/>
            <ac:graphicFrameMk id="4" creationId="{F708C304-FE42-4ADD-AC50-77DE33B73378}"/>
          </ac:graphicFrameMkLst>
        </pc:graphicFrameChg>
      </pc:sldChg>
      <pc:sldChg chg="addSp delSp modSp add replId">
        <pc:chgData name="Contractor, Sherezad" userId="S::sherezad.contractor@capgemini.com::48ea511e-dee3-4c95-9f91-cabde7dd684e" providerId="AD" clId="Web-{804FA4D7-20F4-FE94-BE88-A486AC0FA565}" dt="2024-04-05T09:33:11.572" v="359"/>
        <pc:sldMkLst>
          <pc:docMk/>
          <pc:sldMk cId="2644422550" sldId="2147474182"/>
        </pc:sldMkLst>
        <pc:spChg chg="add del mod">
          <ac:chgData name="Contractor, Sherezad" userId="S::sherezad.contractor@capgemini.com::48ea511e-dee3-4c95-9f91-cabde7dd684e" providerId="AD" clId="Web-{804FA4D7-20F4-FE94-BE88-A486AC0FA565}" dt="2024-04-05T09:32:59.165" v="355"/>
          <ac:spMkLst>
            <pc:docMk/>
            <pc:sldMk cId="2644422550" sldId="2147474182"/>
            <ac:spMk id="2" creationId="{5F06B93C-0462-81B7-2C47-0FB78636A9DB}"/>
          </ac:spMkLst>
        </pc:spChg>
        <pc:spChg chg="mod">
          <ac:chgData name="Contractor, Sherezad" userId="S::sherezad.contractor@capgemini.com::48ea511e-dee3-4c95-9f91-cabde7dd684e" providerId="AD" clId="Web-{804FA4D7-20F4-FE94-BE88-A486AC0FA565}" dt="2024-04-05T09:17:34.664" v="259" actId="20577"/>
          <ac:spMkLst>
            <pc:docMk/>
            <pc:sldMk cId="2644422550" sldId="2147474182"/>
            <ac:spMk id="252" creationId="{E082F226-BE4B-49A7-824C-EF45555571B9}"/>
          </ac:spMkLst>
        </pc:spChg>
        <pc:graphicFrameChg chg="mod modGraphic">
          <ac:chgData name="Contractor, Sherezad" userId="S::sherezad.contractor@capgemini.com::48ea511e-dee3-4c95-9f91-cabde7dd684e" providerId="AD" clId="Web-{804FA4D7-20F4-FE94-BE88-A486AC0FA565}" dt="2024-04-05T09:33:11.572" v="359"/>
          <ac:graphicFrameMkLst>
            <pc:docMk/>
            <pc:sldMk cId="2644422550" sldId="2147474182"/>
            <ac:graphicFrameMk id="4" creationId="{F708C304-FE42-4ADD-AC50-77DE33B73378}"/>
          </ac:graphicFrameMkLst>
        </pc:graphicFrameChg>
      </pc:sldChg>
    </pc:docChg>
  </pc:docChgLst>
  <pc:docChgLst>
    <pc:chgData name="Kanduru, Raghava" userId="S::raghava.kanduru@capgemini.com::cf8c09de-c40c-47a2-971b-c612c06e0906" providerId="AD" clId="Web-{29078CCE-2649-D321-BDA0-958DB664759C}"/>
    <pc:docChg chg="addSld delSld modSld">
      <pc:chgData name="Kanduru, Raghava" userId="S::raghava.kanduru@capgemini.com::cf8c09de-c40c-47a2-971b-c612c06e0906" providerId="AD" clId="Web-{29078CCE-2649-D321-BDA0-958DB664759C}" dt="2024-04-05T09:17:13.932" v="14"/>
      <pc:docMkLst>
        <pc:docMk/>
      </pc:docMkLst>
      <pc:sldChg chg="addSp delSp modSp mod modShow">
        <pc:chgData name="Kanduru, Raghava" userId="S::raghava.kanduru@capgemini.com::cf8c09de-c40c-47a2-971b-c612c06e0906" providerId="AD" clId="Web-{29078CCE-2649-D321-BDA0-958DB664759C}" dt="2024-04-05T09:10:23.097" v="10"/>
        <pc:sldMkLst>
          <pc:docMk/>
          <pc:sldMk cId="520076833" sldId="2141412319"/>
        </pc:sldMkLst>
        <pc:spChg chg="del">
          <ac:chgData name="Kanduru, Raghava" userId="S::raghava.kanduru@capgemini.com::cf8c09de-c40c-47a2-971b-c612c06e0906" providerId="AD" clId="Web-{29078CCE-2649-D321-BDA0-958DB664759C}" dt="2024-04-05T09:10:23.097" v="10"/>
          <ac:spMkLst>
            <pc:docMk/>
            <pc:sldMk cId="520076833" sldId="2141412319"/>
            <ac:spMk id="2" creationId="{83A97F23-D851-46ED-A6ED-33CE51256DDF}"/>
          </ac:spMkLst>
        </pc:spChg>
        <pc:spChg chg="add mod">
          <ac:chgData name="Kanduru, Raghava" userId="S::raghava.kanduru@capgemini.com::cf8c09de-c40c-47a2-971b-c612c06e0906" providerId="AD" clId="Web-{29078CCE-2649-D321-BDA0-958DB664759C}" dt="2024-04-05T09:10:23.097" v="10"/>
          <ac:spMkLst>
            <pc:docMk/>
            <pc:sldMk cId="520076833" sldId="2141412319"/>
            <ac:spMk id="5" creationId="{BF181227-FC6F-85B7-AAE4-729FADA8FD77}"/>
          </ac:spMkLst>
        </pc:spChg>
        <pc:spChg chg="mod">
          <ac:chgData name="Kanduru, Raghava" userId="S::raghava.kanduru@capgemini.com::cf8c09de-c40c-47a2-971b-c612c06e0906" providerId="AD" clId="Web-{29078CCE-2649-D321-BDA0-958DB664759C}" dt="2024-04-05T09:10:08.924" v="9" actId="20577"/>
          <ac:spMkLst>
            <pc:docMk/>
            <pc:sldMk cId="520076833" sldId="2141412319"/>
            <ac:spMk id="252" creationId="{E082F226-BE4B-49A7-824C-EF45555571B9}"/>
          </ac:spMkLst>
        </pc:spChg>
      </pc:sldChg>
      <pc:sldChg chg="add del">
        <pc:chgData name="Kanduru, Raghava" userId="S::raghava.kanduru@capgemini.com::cf8c09de-c40c-47a2-971b-c612c06e0906" providerId="AD" clId="Web-{29078CCE-2649-D321-BDA0-958DB664759C}" dt="2024-04-05T09:17:13.932" v="14"/>
        <pc:sldMkLst>
          <pc:docMk/>
          <pc:sldMk cId="3947554534" sldId="2141412322"/>
        </pc:sldMkLst>
      </pc:sldChg>
      <pc:sldChg chg="add del">
        <pc:chgData name="Kanduru, Raghava" userId="S::raghava.kanduru@capgemini.com::cf8c09de-c40c-47a2-971b-c612c06e0906" providerId="AD" clId="Web-{29078CCE-2649-D321-BDA0-958DB664759C}" dt="2024-04-05T09:17:10.135" v="13"/>
        <pc:sldMkLst>
          <pc:docMk/>
          <pc:sldMk cId="4265482014" sldId="2147474181"/>
        </pc:sldMkLst>
      </pc:sldChg>
    </pc:docChg>
  </pc:docChgLst>
  <pc:docChgLst>
    <pc:chgData name="Contractor, Sherezad" userId="S::sherezad.contractor@capgemini.com::48ea511e-dee3-4c95-9f91-cabde7dd684e" providerId="AD" clId="Web-{B71FFAC7-BE96-11E5-62A3-7B1BB32B86D3}"/>
    <pc:docChg chg="modSld">
      <pc:chgData name="Contractor, Sherezad" userId="S::sherezad.contractor@capgemini.com::48ea511e-dee3-4c95-9f91-cabde7dd684e" providerId="AD" clId="Web-{B71FFAC7-BE96-11E5-62A3-7B1BB32B86D3}" dt="2024-04-05T09:35:52.176" v="5"/>
      <pc:docMkLst>
        <pc:docMk/>
      </pc:docMkLst>
      <pc:sldChg chg="modSp">
        <pc:chgData name="Contractor, Sherezad" userId="S::sherezad.contractor@capgemini.com::48ea511e-dee3-4c95-9f91-cabde7dd684e" providerId="AD" clId="Web-{B71FFAC7-BE96-11E5-62A3-7B1BB32B86D3}" dt="2024-04-05T09:35:52.176" v="5"/>
        <pc:sldMkLst>
          <pc:docMk/>
          <pc:sldMk cId="2644422550" sldId="2147474182"/>
        </pc:sldMkLst>
        <pc:spChg chg="mod">
          <ac:chgData name="Contractor, Sherezad" userId="S::sherezad.contractor@capgemini.com::48ea511e-dee3-4c95-9f91-cabde7dd684e" providerId="AD" clId="Web-{B71FFAC7-BE96-11E5-62A3-7B1BB32B86D3}" dt="2024-04-05T09:35:28.878" v="1" actId="20577"/>
          <ac:spMkLst>
            <pc:docMk/>
            <pc:sldMk cId="2644422550" sldId="2147474182"/>
            <ac:spMk id="252" creationId="{E082F226-BE4B-49A7-824C-EF45555571B9}"/>
          </ac:spMkLst>
        </pc:spChg>
        <pc:graphicFrameChg chg="mod modGraphic">
          <ac:chgData name="Contractor, Sherezad" userId="S::sherezad.contractor@capgemini.com::48ea511e-dee3-4c95-9f91-cabde7dd684e" providerId="AD" clId="Web-{B71FFAC7-BE96-11E5-62A3-7B1BB32B86D3}" dt="2024-04-05T09:35:52.176" v="5"/>
          <ac:graphicFrameMkLst>
            <pc:docMk/>
            <pc:sldMk cId="2644422550" sldId="2147474182"/>
            <ac:graphicFrameMk id="4" creationId="{F708C304-FE42-4ADD-AC50-77DE33B73378}"/>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46DA7-3F4A-41E0-BD62-AD5C3039FD39}" type="datetimeFigureOut">
              <a:rPr lang="en-IN" smtClean="0"/>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52424-F290-42F3-AEA1-A60A5BFEFA8F}" type="slidenum">
              <a:rPr lang="en-IN" smtClean="0"/>
              <a:t>‹#›</a:t>
            </a:fld>
            <a:endParaRPr lang="en-IN"/>
          </a:p>
        </p:txBody>
      </p:sp>
    </p:spTree>
    <p:extLst>
      <p:ext uri="{BB962C8B-B14F-4D97-AF65-F5344CB8AC3E}">
        <p14:creationId xmlns:p14="http://schemas.microsoft.com/office/powerpoint/2010/main" val="316686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875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2105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381BAC9A-61F1-40FA-BF03-90D3CEE9D414}"/>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5" name="Rectangle 5">
            <a:extLst>
              <a:ext uri="{FF2B5EF4-FFF2-40B4-BE49-F238E27FC236}">
                <a16:creationId xmlns:a16="http://schemas.microsoft.com/office/drawing/2014/main" id="{4E3D5C8C-E3CC-47AF-BCDE-EC354CDA3F66}"/>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6" name="Rectangle 6">
            <a:extLst>
              <a:ext uri="{FF2B5EF4-FFF2-40B4-BE49-F238E27FC236}">
                <a16:creationId xmlns:a16="http://schemas.microsoft.com/office/drawing/2014/main" id="{753A8210-6B20-49D6-86BF-ACCF83A9D1DB}"/>
              </a:ext>
            </a:extLst>
          </p:cNvPr>
          <p:cNvSpPr>
            <a:spLocks noGrp="1" noChangeArrowheads="1"/>
          </p:cNvSpPr>
          <p:nvPr>
            <p:ph type="sldNum" sz="quarter" idx="12"/>
          </p:nvPr>
        </p:nvSpPr>
        <p:spPr>
          <a:ln/>
        </p:spPr>
        <p:txBody>
          <a:bodyPr/>
          <a:lstStyle>
            <a:lvl1pPr>
              <a:defRPr/>
            </a:lvl1pPr>
          </a:lstStyle>
          <a:p>
            <a:fld id="{CEBBDC6F-F53E-4ADC-993C-180329C48DAB}" type="slidenum">
              <a:rPr lang="en-GB" altLang="en-US"/>
              <a:pPr/>
              <a:t>‹#›</a:t>
            </a:fld>
            <a:endParaRPr lang="en-GB" altLang="en-US"/>
          </a:p>
        </p:txBody>
      </p:sp>
    </p:spTree>
    <p:extLst>
      <p:ext uri="{BB962C8B-B14F-4D97-AF65-F5344CB8AC3E}">
        <p14:creationId xmlns:p14="http://schemas.microsoft.com/office/powerpoint/2010/main" val="1771112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2829333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solidFill>
                <a:prstClr val="black"/>
              </a:solidFill>
            </a:endParaRPr>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14" name="Rectangle 13"/>
          <p:cNvSpPr/>
          <p:nvPr userDrawn="1"/>
        </p:nvSpPr>
        <p:spPr>
          <a:xfrm>
            <a:off x="6536184" y="288634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a:solidFill>
                  <a:prstClr val="black"/>
                </a:solidFill>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over 200,000 team members in more than 40 countries. The Group reported 2018 global revenues of EUR 13.2 billion.</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rgbClr val="0070AD"/>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prstClr val="black"/>
                </a:solidFill>
              </a:rPr>
              <a:t>Learn more about us at</a:t>
            </a:r>
          </a:p>
          <a:p>
            <a:pPr algn="just">
              <a:lnSpc>
                <a:spcPts val="1200"/>
              </a:lnSpc>
            </a:pPr>
            <a:r>
              <a:rPr lang="en-US" sz="1400">
                <a:solidFill>
                  <a:srgbClr val="12ABDB"/>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3979258"/>
            <a:ext cx="333195" cy="333195"/>
          </a:xfrm>
          <a:prstGeom prst="rect">
            <a:avLst/>
          </a:prstGeom>
          <a:noFill/>
        </p:spPr>
      </p:pic>
      <p:sp>
        <p:nvSpPr>
          <p:cNvPr id="23" name="Rectangle 22"/>
          <p:cNvSpPr/>
          <p:nvPr userDrawn="1"/>
        </p:nvSpPr>
        <p:spPr>
          <a:xfrm>
            <a:off x="426720" y="5764024"/>
            <a:ext cx="4198620" cy="446276"/>
          </a:xfrm>
          <a:prstGeom prst="rect">
            <a:avLst/>
          </a:prstGeom>
        </p:spPr>
        <p:txBody>
          <a:bodyPr wrap="square" lIns="0" tIns="0" rIns="0" bIns="0" anchor="b" anchorCtr="0">
            <a:spAutoFit/>
          </a:bodyPr>
          <a:lstStyle/>
          <a:p>
            <a:pPr>
              <a:spcAft>
                <a:spcPts val="600"/>
              </a:spcAft>
            </a:pPr>
            <a:r>
              <a:rPr lang="en-US" sz="800">
                <a:solidFill>
                  <a:srgbClr val="FFFFFF"/>
                </a:solidFill>
                <a:cs typeface="Arial"/>
              </a:rPr>
              <a:t>This message contains information that may be privileged or confidential and is the property of the Capgemini Group.</a:t>
            </a:r>
          </a:p>
          <a:p>
            <a:pPr>
              <a:spcAft>
                <a:spcPts val="600"/>
              </a:spcAft>
            </a:pPr>
            <a:r>
              <a:rPr lang="en-US" sz="800">
                <a:solidFill>
                  <a:srgbClr val="FFFFFF"/>
                </a:solidFill>
                <a:cs typeface="Arial"/>
              </a:rPr>
              <a:t>Copyright</a:t>
            </a:r>
            <a:r>
              <a:rPr lang="en-US" sz="800" baseline="30000">
                <a:solidFill>
                  <a:srgbClr val="FFFFFF"/>
                </a:solidFill>
                <a:cs typeface="Arial"/>
              </a:rPr>
              <a:t>©</a:t>
            </a:r>
            <a:r>
              <a:rPr lang="en-US" sz="800">
                <a:solidFill>
                  <a:srgbClr val="FFFFFF"/>
                </a:solidFill>
                <a:cs typeface="Arial"/>
              </a:rPr>
              <a:t> 2019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24" name="ZoneTexte 23"/>
          <p:cNvSpPr txBox="1"/>
          <p:nvPr userDrawn="1"/>
        </p:nvSpPr>
        <p:spPr>
          <a:xfrm>
            <a:off x="419254" y="4381708"/>
            <a:ext cx="2519921" cy="276999"/>
          </a:xfrm>
          <a:prstGeom prst="rect">
            <a:avLst/>
          </a:prstGeom>
          <a:noFill/>
        </p:spPr>
        <p:txBody>
          <a:bodyPr wrap="none" lIns="0" rIns="0" rtlCol="0">
            <a:spAutoFit/>
          </a:bodyPr>
          <a:lstStyle/>
          <a:p>
            <a:r>
              <a:rPr lang="en-US" sz="1200" b="1">
                <a:solidFill>
                  <a:srgbClr val="FFFFFF"/>
                </a:solidFill>
              </a:rPr>
              <a:t>People matter, results count.</a:t>
            </a:r>
          </a:p>
        </p:txBody>
      </p:sp>
    </p:spTree>
    <p:extLst>
      <p:ext uri="{BB962C8B-B14F-4D97-AF65-F5344CB8AC3E}">
        <p14:creationId xmlns:p14="http://schemas.microsoft.com/office/powerpoint/2010/main" val="225804070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97402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05-04-2024</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12715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1E9D4C-46AD-4EA0-AD6B-4C257ED75670}"/>
              </a:ext>
            </a:extLst>
          </p:cNvPr>
          <p:cNvSpPr>
            <a:spLocks noGrp="1"/>
          </p:cNvSpPr>
          <p:nvPr>
            <p:ph type="dt" sz="half" idx="10"/>
          </p:nvPr>
        </p:nvSpPr>
        <p:spPr/>
        <p:txBody>
          <a:bodyPr/>
          <a:lstStyle/>
          <a:p>
            <a:fld id="{9F96CA07-E3C0-46F5-AEED-92DCEC7377D8}" type="datetimeFigureOut">
              <a:rPr lang="en-US" smtClean="0"/>
              <a:t>4/5/2024</a:t>
            </a:fld>
            <a:endParaRPr lang="en-US"/>
          </a:p>
        </p:txBody>
      </p:sp>
      <p:sp>
        <p:nvSpPr>
          <p:cNvPr id="3" name="Footer Placeholder 2">
            <a:extLst>
              <a:ext uri="{FF2B5EF4-FFF2-40B4-BE49-F238E27FC236}">
                <a16:creationId xmlns:a16="http://schemas.microsoft.com/office/drawing/2014/main" id="{211F0DD9-5BB5-4E7C-A380-9E71469986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CD7EB-D537-4C56-8010-233A68726053}"/>
              </a:ext>
            </a:extLst>
          </p:cNvPr>
          <p:cNvSpPr>
            <a:spLocks noGrp="1"/>
          </p:cNvSpPr>
          <p:nvPr>
            <p:ph type="sldNum" sz="quarter" idx="12"/>
          </p:nvPr>
        </p:nvSpPr>
        <p:spPr/>
        <p:txBody>
          <a:bodyPr/>
          <a:lstStyle/>
          <a:p>
            <a:fld id="{1967ED26-150C-4540-ADAC-28A5666F8754}" type="slidenum">
              <a:rPr lang="en-US" smtClean="0"/>
              <a:t>‹#›</a:t>
            </a:fld>
            <a:endParaRPr lang="en-US"/>
          </a:p>
        </p:txBody>
      </p:sp>
    </p:spTree>
    <p:extLst>
      <p:ext uri="{BB962C8B-B14F-4D97-AF65-F5344CB8AC3E}">
        <p14:creationId xmlns:p14="http://schemas.microsoft.com/office/powerpoint/2010/main" val="2849333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A1ADB0C4-7CB5-4304-B40A-9CC3673EDF25}"/>
              </a:ext>
            </a:extLst>
          </p:cNvPr>
          <p:cNvSpPr>
            <a:spLocks noGrp="1" noChangeArrowheads="1"/>
          </p:cNvSpPr>
          <p:nvPr>
            <p:ph type="title"/>
          </p:nvPr>
        </p:nvSpPr>
        <p:spPr bwMode="auto">
          <a:xfrm>
            <a:off x="332155" y="117476"/>
            <a:ext cx="9225731"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endParaRPr lang="en-GB" altLang="en-US"/>
          </a:p>
        </p:txBody>
      </p:sp>
      <p:sp>
        <p:nvSpPr>
          <p:cNvPr id="5124" name="Rectangle 3">
            <a:extLst>
              <a:ext uri="{FF2B5EF4-FFF2-40B4-BE49-F238E27FC236}">
                <a16:creationId xmlns:a16="http://schemas.microsoft.com/office/drawing/2014/main" id="{5101B6B2-2D40-4DB1-B2C8-8550F464CED9}"/>
              </a:ext>
            </a:extLst>
          </p:cNvPr>
          <p:cNvSpPr>
            <a:spLocks noGrp="1" noChangeArrowheads="1"/>
          </p:cNvSpPr>
          <p:nvPr>
            <p:ph type="body" idx="1"/>
          </p:nvPr>
        </p:nvSpPr>
        <p:spPr bwMode="auto">
          <a:xfrm>
            <a:off x="332155" y="765176"/>
            <a:ext cx="11515969"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8" name="Rectangle 4">
            <a:extLst>
              <a:ext uri="{FF2B5EF4-FFF2-40B4-BE49-F238E27FC236}">
                <a16:creationId xmlns:a16="http://schemas.microsoft.com/office/drawing/2014/main" id="{A488B8CC-6050-4421-83B0-538C45332A6A}"/>
              </a:ext>
            </a:extLst>
          </p:cNvPr>
          <p:cNvSpPr>
            <a:spLocks noGrp="1" noChangeArrowheads="1"/>
          </p:cNvSpPr>
          <p:nvPr>
            <p:ph type="dt" sz="half" idx="2"/>
          </p:nvPr>
        </p:nvSpPr>
        <p:spPr bwMode="auto">
          <a:xfrm>
            <a:off x="6863862" y="6308725"/>
            <a:ext cx="2305538"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r>
              <a:rPr lang="en-US" altLang="en-US"/>
              <a:t>Date</a:t>
            </a:r>
            <a:endParaRPr lang="en-GB" altLang="en-US"/>
          </a:p>
        </p:txBody>
      </p:sp>
      <p:sp>
        <p:nvSpPr>
          <p:cNvPr id="1029" name="Rectangle 5">
            <a:extLst>
              <a:ext uri="{FF2B5EF4-FFF2-40B4-BE49-F238E27FC236}">
                <a16:creationId xmlns:a16="http://schemas.microsoft.com/office/drawing/2014/main" id="{B2494235-2283-4542-9D08-56D67A12DF76}"/>
              </a:ext>
            </a:extLst>
          </p:cNvPr>
          <p:cNvSpPr>
            <a:spLocks noGrp="1" noChangeArrowheads="1"/>
          </p:cNvSpPr>
          <p:nvPr>
            <p:ph type="ftr" sz="quarter" idx="3"/>
          </p:nvPr>
        </p:nvSpPr>
        <p:spPr bwMode="auto">
          <a:xfrm>
            <a:off x="1166447" y="6308725"/>
            <a:ext cx="5205046"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r>
              <a:rPr lang="en-GB" altLang="en-US"/>
              <a:t>New presentation – Author</a:t>
            </a:r>
          </a:p>
        </p:txBody>
      </p:sp>
      <p:sp>
        <p:nvSpPr>
          <p:cNvPr id="1030" name="Rectangle 6">
            <a:extLst>
              <a:ext uri="{FF2B5EF4-FFF2-40B4-BE49-F238E27FC236}">
                <a16:creationId xmlns:a16="http://schemas.microsoft.com/office/drawing/2014/main" id="{DDD582DC-E846-463D-9DA2-C1C5A640D809}"/>
              </a:ext>
            </a:extLst>
          </p:cNvPr>
          <p:cNvSpPr>
            <a:spLocks noGrp="1" noChangeArrowheads="1"/>
          </p:cNvSpPr>
          <p:nvPr>
            <p:ph type="sldNum" sz="quarter" idx="4"/>
          </p:nvPr>
        </p:nvSpPr>
        <p:spPr bwMode="auto">
          <a:xfrm>
            <a:off x="328246" y="6308725"/>
            <a:ext cx="719015"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a:defRPr sz="1000">
                <a:solidFill>
                  <a:schemeClr val="hlink"/>
                </a:solidFill>
              </a:defRPr>
            </a:lvl1pPr>
          </a:lstStyle>
          <a:p>
            <a:fld id="{21937BA7-CD86-47A8-A7C5-A77E98F4D623}" type="slidenum">
              <a:rPr lang="en-GB" altLang="en-US"/>
              <a:pPr/>
              <a:t>‹#›</a:t>
            </a:fld>
            <a:endParaRPr lang="en-GB" altLang="en-US"/>
          </a:p>
        </p:txBody>
      </p:sp>
      <p:sp>
        <p:nvSpPr>
          <p:cNvPr id="1034" name="Line 10">
            <a:extLst>
              <a:ext uri="{FF2B5EF4-FFF2-40B4-BE49-F238E27FC236}">
                <a16:creationId xmlns:a16="http://schemas.microsoft.com/office/drawing/2014/main" id="{E01E01F5-849F-4BBD-8DF4-971183E47F87}"/>
              </a:ext>
            </a:extLst>
          </p:cNvPr>
          <p:cNvSpPr>
            <a:spLocks noChangeShapeType="1"/>
          </p:cNvSpPr>
          <p:nvPr/>
        </p:nvSpPr>
        <p:spPr bwMode="auto">
          <a:xfrm>
            <a:off x="336062" y="620713"/>
            <a:ext cx="11515969" cy="0"/>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en-GB" sz="1800"/>
          </a:p>
        </p:txBody>
      </p:sp>
      <p:sp>
        <p:nvSpPr>
          <p:cNvPr id="2" name="Line 10">
            <a:extLst>
              <a:ext uri="{FF2B5EF4-FFF2-40B4-BE49-F238E27FC236}">
                <a16:creationId xmlns:a16="http://schemas.microsoft.com/office/drawing/2014/main" id="{B6D1995C-921E-413C-B570-6C9404F39E71}"/>
              </a:ext>
            </a:extLst>
          </p:cNvPr>
          <p:cNvSpPr>
            <a:spLocks noChangeShapeType="1"/>
          </p:cNvSpPr>
          <p:nvPr/>
        </p:nvSpPr>
        <p:spPr bwMode="auto">
          <a:xfrm>
            <a:off x="332155" y="6237288"/>
            <a:ext cx="11515969"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lstStyle/>
          <a:p>
            <a:endParaRPr lang="en-GB" sz="1800"/>
          </a:p>
        </p:txBody>
      </p:sp>
      <p:grpSp>
        <p:nvGrpSpPr>
          <p:cNvPr id="3" name="Groupe 1">
            <a:extLst>
              <a:ext uri="{FF2B5EF4-FFF2-40B4-BE49-F238E27FC236}">
                <a16:creationId xmlns:a16="http://schemas.microsoft.com/office/drawing/2014/main" id="{46BE1427-7E12-04CA-667D-B33FA28CD7B4}"/>
              </a:ext>
            </a:extLst>
          </p:cNvPr>
          <p:cNvGrpSpPr>
            <a:grpSpLocks noChangeAspect="1"/>
          </p:cNvGrpSpPr>
          <p:nvPr userDrawn="1"/>
        </p:nvGrpSpPr>
        <p:grpSpPr>
          <a:xfrm>
            <a:off x="11562163" y="98729"/>
            <a:ext cx="419436" cy="388988"/>
            <a:chOff x="11501102" y="171573"/>
            <a:chExt cx="419436" cy="388988"/>
          </a:xfrm>
        </p:grpSpPr>
        <p:sp>
          <p:nvSpPr>
            <p:cNvPr id="4" name="Freeform 13">
              <a:extLst>
                <a:ext uri="{FF2B5EF4-FFF2-40B4-BE49-F238E27FC236}">
                  <a16:creationId xmlns:a16="http://schemas.microsoft.com/office/drawing/2014/main" id="{E50C21D4-38CB-5A02-095A-2E0B7FBCD46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F368EC1F-1CFE-C277-FE82-C305A2E1A2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cxnSp>
        <p:nvCxnSpPr>
          <p:cNvPr id="6" name="Straight Connector 5">
            <a:extLst>
              <a:ext uri="{FF2B5EF4-FFF2-40B4-BE49-F238E27FC236}">
                <a16:creationId xmlns:a16="http://schemas.microsoft.com/office/drawing/2014/main" id="{B614F5B8-0DD2-A611-EF67-32C2E924AF26}"/>
              </a:ext>
            </a:extLst>
          </p:cNvPr>
          <p:cNvCxnSpPr>
            <a:cxnSpLocks/>
          </p:cNvCxnSpPr>
          <p:nvPr userDrawn="1"/>
        </p:nvCxnSpPr>
        <p:spPr>
          <a:xfrm>
            <a:off x="11436785" y="9872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2" descr="Beazley launches new private equity liability insurance product -  Reinsurance News">
            <a:extLst>
              <a:ext uri="{FF2B5EF4-FFF2-40B4-BE49-F238E27FC236}">
                <a16:creationId xmlns:a16="http://schemas.microsoft.com/office/drawing/2014/main" id="{3D32DD33-5181-CFD1-EF14-2D3FB27B2A43}"/>
              </a:ext>
            </a:extLst>
          </p:cNvPr>
          <p:cNvPicPr>
            <a:picLocks noChangeAspect="1" noChangeArrowheads="1"/>
          </p:cNvPicPr>
          <p:nvPr userDrawn="1"/>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13555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3284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l" rtl="0" eaLnBrk="1" fontAlgn="base" hangingPunct="1">
        <a:spcBef>
          <a:spcPct val="0"/>
        </a:spcBef>
        <a:spcAft>
          <a:spcPct val="0"/>
        </a:spcAft>
        <a:defRPr sz="2400" b="1">
          <a:solidFill>
            <a:schemeClr val="hlink"/>
          </a:solidFill>
          <a:latin typeface="+mj-lt"/>
          <a:ea typeface="+mj-ea"/>
          <a:cs typeface="+mj-cs"/>
        </a:defRPr>
      </a:lvl1pPr>
      <a:lvl2pPr algn="l" rtl="0" eaLnBrk="1" fontAlgn="base" hangingPunct="1">
        <a:spcBef>
          <a:spcPct val="0"/>
        </a:spcBef>
        <a:spcAft>
          <a:spcPct val="0"/>
        </a:spcAft>
        <a:defRPr sz="2400" b="1">
          <a:solidFill>
            <a:schemeClr val="hlink"/>
          </a:solidFill>
          <a:latin typeface="Century Gothic" pitchFamily="34" charset="0"/>
        </a:defRPr>
      </a:lvl2pPr>
      <a:lvl3pPr algn="l" rtl="0" eaLnBrk="1" fontAlgn="base" hangingPunct="1">
        <a:spcBef>
          <a:spcPct val="0"/>
        </a:spcBef>
        <a:spcAft>
          <a:spcPct val="0"/>
        </a:spcAft>
        <a:defRPr sz="2400" b="1">
          <a:solidFill>
            <a:schemeClr val="hlink"/>
          </a:solidFill>
          <a:latin typeface="Century Gothic" pitchFamily="34" charset="0"/>
        </a:defRPr>
      </a:lvl3pPr>
      <a:lvl4pPr algn="l" rtl="0" eaLnBrk="1" fontAlgn="base" hangingPunct="1">
        <a:spcBef>
          <a:spcPct val="0"/>
        </a:spcBef>
        <a:spcAft>
          <a:spcPct val="0"/>
        </a:spcAft>
        <a:defRPr sz="2400" b="1">
          <a:solidFill>
            <a:schemeClr val="hlink"/>
          </a:solidFill>
          <a:latin typeface="Century Gothic" pitchFamily="34" charset="0"/>
        </a:defRPr>
      </a:lvl4pPr>
      <a:lvl5pPr algn="l" rtl="0" eaLnBrk="1" fontAlgn="base" hangingPunct="1">
        <a:spcBef>
          <a:spcPct val="0"/>
        </a:spcBef>
        <a:spcAft>
          <a:spcPct val="0"/>
        </a:spcAft>
        <a:defRPr sz="2400" b="1">
          <a:solidFill>
            <a:schemeClr val="hlink"/>
          </a:solidFill>
          <a:latin typeface="Century Gothic" pitchFamily="34" charset="0"/>
        </a:defRPr>
      </a:lvl5pPr>
      <a:lvl6pPr marL="457200" algn="l" rtl="0" eaLnBrk="1" fontAlgn="base" hangingPunct="1">
        <a:spcBef>
          <a:spcPct val="0"/>
        </a:spcBef>
        <a:spcAft>
          <a:spcPct val="0"/>
        </a:spcAft>
        <a:defRPr sz="3600" b="1">
          <a:solidFill>
            <a:schemeClr val="tx2"/>
          </a:solidFill>
          <a:latin typeface="Century Gothic" pitchFamily="34" charset="0"/>
        </a:defRPr>
      </a:lvl6pPr>
      <a:lvl7pPr marL="914400" algn="l" rtl="0" eaLnBrk="1" fontAlgn="base" hangingPunct="1">
        <a:spcBef>
          <a:spcPct val="0"/>
        </a:spcBef>
        <a:spcAft>
          <a:spcPct val="0"/>
        </a:spcAft>
        <a:defRPr sz="3600" b="1">
          <a:solidFill>
            <a:schemeClr val="tx2"/>
          </a:solidFill>
          <a:latin typeface="Century Gothic" pitchFamily="34" charset="0"/>
        </a:defRPr>
      </a:lvl7pPr>
      <a:lvl8pPr marL="1371600" algn="l" rtl="0" eaLnBrk="1" fontAlgn="base" hangingPunct="1">
        <a:spcBef>
          <a:spcPct val="0"/>
        </a:spcBef>
        <a:spcAft>
          <a:spcPct val="0"/>
        </a:spcAft>
        <a:defRPr sz="3600" b="1">
          <a:solidFill>
            <a:schemeClr val="tx2"/>
          </a:solidFill>
          <a:latin typeface="Century Gothic" pitchFamily="34" charset="0"/>
        </a:defRPr>
      </a:lvl8pPr>
      <a:lvl9pPr marL="1828800" algn="l" rtl="0" eaLnBrk="1" fontAlgn="base" hangingPunct="1">
        <a:spcBef>
          <a:spcPct val="0"/>
        </a:spcBef>
        <a:spcAft>
          <a:spcPct val="0"/>
        </a:spcAft>
        <a:defRPr sz="3600" b="1">
          <a:solidFill>
            <a:schemeClr val="tx2"/>
          </a:solidFill>
          <a:latin typeface="Century Gothic" pitchFamily="34" charset="0"/>
        </a:defRPr>
      </a:lvl9pPr>
    </p:titleStyle>
    <p:bodyStyle>
      <a:lvl1pPr algn="l" rtl="0" eaLnBrk="1" fontAlgn="base" hangingPunct="1">
        <a:spcBef>
          <a:spcPct val="20000"/>
        </a:spcBef>
        <a:spcAft>
          <a:spcPct val="0"/>
        </a:spcAft>
        <a:defRPr b="1">
          <a:solidFill>
            <a:schemeClr val="hlink"/>
          </a:solidFill>
          <a:latin typeface="+mn-lt"/>
          <a:ea typeface="+mn-ea"/>
          <a:cs typeface="+mn-cs"/>
        </a:defRPr>
      </a:lvl1pPr>
      <a:lvl2pPr marL="3175" indent="-1588" algn="l" rtl="0" eaLnBrk="1" fontAlgn="base" hangingPunct="1">
        <a:spcBef>
          <a:spcPct val="20000"/>
        </a:spcBef>
        <a:spcAft>
          <a:spcPct val="0"/>
        </a:spcAft>
        <a:defRPr>
          <a:solidFill>
            <a:schemeClr val="hlink"/>
          </a:solidFill>
          <a:latin typeface="+mn-lt"/>
        </a:defRPr>
      </a:lvl2pPr>
      <a:lvl3pPr marL="209550" indent="-200025" algn="l" rtl="0" eaLnBrk="1" fontAlgn="base" hangingPunct="1">
        <a:spcBef>
          <a:spcPct val="20000"/>
        </a:spcBef>
        <a:spcAft>
          <a:spcPct val="0"/>
        </a:spcAft>
        <a:buChar char="•"/>
        <a:defRPr>
          <a:solidFill>
            <a:schemeClr val="hlink"/>
          </a:solidFill>
          <a:latin typeface="+mn-lt"/>
        </a:defRPr>
      </a:lvl3pPr>
      <a:lvl4pPr marL="396875" indent="-184150" algn="l" rtl="0" eaLnBrk="1" fontAlgn="base" hangingPunct="1">
        <a:spcBef>
          <a:spcPct val="20000"/>
        </a:spcBef>
        <a:spcAft>
          <a:spcPct val="0"/>
        </a:spcAft>
        <a:buFont typeface="Century Gothic" panose="020B0502020202020204" pitchFamily="34" charset="0"/>
        <a:buChar char="–"/>
        <a:defRPr sz="1500">
          <a:solidFill>
            <a:schemeClr val="hlink"/>
          </a:solidFill>
          <a:latin typeface="+mn-lt"/>
        </a:defRPr>
      </a:lvl4pPr>
      <a:lvl5pPr marL="603250" indent="-204788" algn="l" rtl="0" eaLnBrk="1" fontAlgn="base" hangingPunct="1">
        <a:spcBef>
          <a:spcPct val="20000"/>
        </a:spcBef>
        <a:spcAft>
          <a:spcPct val="0"/>
        </a:spcAft>
        <a:buSzPct val="65000"/>
        <a:buFont typeface="Century Gothic" panose="020B0502020202020204" pitchFamily="34" charset="0"/>
        <a:buChar char="►"/>
        <a:defRPr sz="1500">
          <a:solidFill>
            <a:schemeClr val="hlink"/>
          </a:solidFill>
          <a:latin typeface="+mn-lt"/>
        </a:defRPr>
      </a:lvl5pPr>
      <a:lvl6pPr marL="1060450" indent="-204788" algn="l" rtl="0" eaLnBrk="1" fontAlgn="base" hangingPunct="1">
        <a:spcBef>
          <a:spcPct val="20000"/>
        </a:spcBef>
        <a:spcAft>
          <a:spcPct val="0"/>
        </a:spcAft>
        <a:buChar char="•"/>
        <a:defRPr sz="1500">
          <a:solidFill>
            <a:schemeClr val="tx1"/>
          </a:solidFill>
          <a:latin typeface="+mn-lt"/>
        </a:defRPr>
      </a:lvl6pPr>
      <a:lvl7pPr marL="1517650" indent="-204788" algn="l" rtl="0" eaLnBrk="1" fontAlgn="base" hangingPunct="1">
        <a:spcBef>
          <a:spcPct val="20000"/>
        </a:spcBef>
        <a:spcAft>
          <a:spcPct val="0"/>
        </a:spcAft>
        <a:buChar char="•"/>
        <a:defRPr sz="1500">
          <a:solidFill>
            <a:schemeClr val="tx1"/>
          </a:solidFill>
          <a:latin typeface="+mn-lt"/>
        </a:defRPr>
      </a:lvl7pPr>
      <a:lvl8pPr marL="1974850" indent="-204788" algn="l" rtl="0" eaLnBrk="1" fontAlgn="base" hangingPunct="1">
        <a:spcBef>
          <a:spcPct val="20000"/>
        </a:spcBef>
        <a:spcAft>
          <a:spcPct val="0"/>
        </a:spcAft>
        <a:buChar char="•"/>
        <a:defRPr sz="1500">
          <a:solidFill>
            <a:schemeClr val="tx1"/>
          </a:solidFill>
          <a:latin typeface="+mn-lt"/>
        </a:defRPr>
      </a:lvl8pPr>
      <a:lvl9pPr marL="2432050" indent="-204788" algn="l" rtl="0" eaLnBrk="1" fontAlgn="base" hangingPunct="1">
        <a:spcBef>
          <a:spcPct val="20000"/>
        </a:spcBef>
        <a:spcAft>
          <a:spcPct val="0"/>
        </a:spcAft>
        <a:buChar char="•"/>
        <a:defRPr sz="1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2" name="Title 1">
            <a:extLst>
              <a:ext uri="{FF2B5EF4-FFF2-40B4-BE49-F238E27FC236}">
                <a16:creationId xmlns:a16="http://schemas.microsoft.com/office/drawing/2014/main" id="{7767BBDA-D71A-4307-BB80-720F9F9CD209}"/>
              </a:ext>
            </a:extLst>
          </p:cNvPr>
          <p:cNvSpPr txBox="1">
            <a:spLocks/>
          </p:cNvSpPr>
          <p:nvPr/>
        </p:nvSpPr>
        <p:spPr>
          <a:xfrm>
            <a:off x="64008" y="-3019162"/>
            <a:ext cx="10504715" cy="6858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3200" b="1" i="0" u="none" strike="noStrike" kern="1200" cap="none" spc="0" normalizeH="0" baseline="0" noProof="0">
                <a:ln>
                  <a:noFill/>
                </a:ln>
                <a:solidFill>
                  <a:srgbClr val="39124E"/>
                </a:solidFill>
                <a:effectLst/>
                <a:uLnTx/>
                <a:uFillTx/>
                <a:latin typeface="Ubuntu" panose="020B0504030602030204" pitchFamily="34" charset="0"/>
                <a:ea typeface="+mj-ea"/>
                <a:cs typeface="+mj-cs"/>
              </a:rPr>
              <a:t>Ceremonies</a:t>
            </a:r>
            <a:endParaRPr kumimoji="0" lang="en-GB" sz="3000" b="0" i="0" u="none" strike="noStrike" kern="1200" cap="none" spc="0" normalizeH="0" baseline="0" noProof="0">
              <a:ln>
                <a:noFill/>
              </a:ln>
              <a:solidFill>
                <a:srgbClr val="CC3333"/>
              </a:solidFill>
              <a:effectLst/>
              <a:uLnTx/>
              <a:uFillTx/>
              <a:latin typeface="Century Gothic"/>
              <a:ea typeface="+mj-ea"/>
              <a:cs typeface="+mj-cs"/>
            </a:endParaRPr>
          </a:p>
        </p:txBody>
      </p:sp>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kumimoji="0" lang="en-GB" sz="2400" b="1" i="0" u="none" strike="noStrike" kern="1200" cap="none" spc="0" normalizeH="0" baseline="0" noProof="0">
                <a:ln>
                  <a:noFill/>
                </a:ln>
                <a:solidFill>
                  <a:srgbClr val="008AE7"/>
                </a:solidFill>
                <a:effectLst/>
                <a:uLnTx/>
                <a:uFillTx/>
                <a:latin typeface="Ubuntu"/>
              </a:rPr>
              <a:t>Roles &amp; Ceremonies Matrix</a:t>
            </a:r>
            <a:r>
              <a:rPr lang="en-GB" sz="2400" b="1">
                <a:solidFill>
                  <a:srgbClr val="008AE7"/>
                </a:solidFill>
                <a:latin typeface="Ubuntu"/>
              </a:rPr>
              <a:t> - Proposed</a:t>
            </a:r>
            <a:endParaRPr kumimoji="0" lang="en-GB" sz="2400" b="0" i="0" u="none" strike="noStrike" kern="1200" cap="none" spc="0" normalizeH="0" baseline="0" noProof="0">
              <a:ln>
                <a:noFill/>
              </a:ln>
              <a:solidFill>
                <a:srgbClr val="008AE7">
                  <a:lumMod val="50000"/>
                </a:srgbClr>
              </a:solidFill>
              <a:effectLst/>
              <a:uLnTx/>
              <a:uFillTx/>
              <a:latin typeface="Century Gothic"/>
              <a:ea typeface="+mj-ea"/>
              <a:cs typeface="+mj-cs"/>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3919084718"/>
              </p:ext>
            </p:extLst>
          </p:nvPr>
        </p:nvGraphicFramePr>
        <p:xfrm>
          <a:off x="241912" y="638502"/>
          <a:ext cx="11655797" cy="5842598"/>
        </p:xfrm>
        <a:graphic>
          <a:graphicData uri="http://schemas.openxmlformats.org/drawingml/2006/table">
            <a:tbl>
              <a:tblPr firstRow="1" bandRow="1">
                <a:tableStyleId>{5C22544A-7EE6-4342-B048-85BDC9FD1C3A}</a:tableStyleId>
              </a:tblPr>
              <a:tblGrid>
                <a:gridCol w="1144510">
                  <a:extLst>
                    <a:ext uri="{9D8B030D-6E8A-4147-A177-3AD203B41FA5}">
                      <a16:colId xmlns:a16="http://schemas.microsoft.com/office/drawing/2014/main" val="4042889639"/>
                    </a:ext>
                  </a:extLst>
                </a:gridCol>
                <a:gridCol w="642075">
                  <a:extLst>
                    <a:ext uri="{9D8B030D-6E8A-4147-A177-3AD203B41FA5}">
                      <a16:colId xmlns:a16="http://schemas.microsoft.com/office/drawing/2014/main" val="3845375360"/>
                    </a:ext>
                  </a:extLst>
                </a:gridCol>
                <a:gridCol w="697713">
                  <a:extLst>
                    <a:ext uri="{9D8B030D-6E8A-4147-A177-3AD203B41FA5}">
                      <a16:colId xmlns:a16="http://schemas.microsoft.com/office/drawing/2014/main" val="942552686"/>
                    </a:ext>
                  </a:extLst>
                </a:gridCol>
                <a:gridCol w="815776">
                  <a:extLst>
                    <a:ext uri="{9D8B030D-6E8A-4147-A177-3AD203B41FA5}">
                      <a16:colId xmlns:a16="http://schemas.microsoft.com/office/drawing/2014/main" val="253618184"/>
                    </a:ext>
                  </a:extLst>
                </a:gridCol>
                <a:gridCol w="840828">
                  <a:extLst>
                    <a:ext uri="{9D8B030D-6E8A-4147-A177-3AD203B41FA5}">
                      <a16:colId xmlns:a16="http://schemas.microsoft.com/office/drawing/2014/main" val="1363775138"/>
                    </a:ext>
                  </a:extLst>
                </a:gridCol>
                <a:gridCol w="746234">
                  <a:extLst>
                    <a:ext uri="{9D8B030D-6E8A-4147-A177-3AD203B41FA5}">
                      <a16:colId xmlns:a16="http://schemas.microsoft.com/office/drawing/2014/main" val="3321857455"/>
                    </a:ext>
                  </a:extLst>
                </a:gridCol>
                <a:gridCol w="945931">
                  <a:extLst>
                    <a:ext uri="{9D8B030D-6E8A-4147-A177-3AD203B41FA5}">
                      <a16:colId xmlns:a16="http://schemas.microsoft.com/office/drawing/2014/main" val="4234758429"/>
                    </a:ext>
                  </a:extLst>
                </a:gridCol>
                <a:gridCol w="746235">
                  <a:extLst>
                    <a:ext uri="{9D8B030D-6E8A-4147-A177-3AD203B41FA5}">
                      <a16:colId xmlns:a16="http://schemas.microsoft.com/office/drawing/2014/main" val="2932082762"/>
                    </a:ext>
                  </a:extLst>
                </a:gridCol>
                <a:gridCol w="903889">
                  <a:extLst>
                    <a:ext uri="{9D8B030D-6E8A-4147-A177-3AD203B41FA5}">
                      <a16:colId xmlns:a16="http://schemas.microsoft.com/office/drawing/2014/main" val="3549562564"/>
                    </a:ext>
                  </a:extLst>
                </a:gridCol>
                <a:gridCol w="735725">
                  <a:extLst>
                    <a:ext uri="{9D8B030D-6E8A-4147-A177-3AD203B41FA5}">
                      <a16:colId xmlns:a16="http://schemas.microsoft.com/office/drawing/2014/main" val="3717998819"/>
                    </a:ext>
                  </a:extLst>
                </a:gridCol>
                <a:gridCol w="725213">
                  <a:extLst>
                    <a:ext uri="{9D8B030D-6E8A-4147-A177-3AD203B41FA5}">
                      <a16:colId xmlns:a16="http://schemas.microsoft.com/office/drawing/2014/main" val="1464338966"/>
                    </a:ext>
                  </a:extLst>
                </a:gridCol>
                <a:gridCol w="1145628">
                  <a:extLst>
                    <a:ext uri="{9D8B030D-6E8A-4147-A177-3AD203B41FA5}">
                      <a16:colId xmlns:a16="http://schemas.microsoft.com/office/drawing/2014/main" val="3493248744"/>
                    </a:ext>
                  </a:extLst>
                </a:gridCol>
                <a:gridCol w="715263">
                  <a:extLst>
                    <a:ext uri="{9D8B030D-6E8A-4147-A177-3AD203B41FA5}">
                      <a16:colId xmlns:a16="http://schemas.microsoft.com/office/drawing/2014/main" val="2980729386"/>
                    </a:ext>
                  </a:extLst>
                </a:gridCol>
                <a:gridCol w="850777">
                  <a:extLst>
                    <a:ext uri="{9D8B030D-6E8A-4147-A177-3AD203B41FA5}">
                      <a16:colId xmlns:a16="http://schemas.microsoft.com/office/drawing/2014/main" val="3657471822"/>
                    </a:ext>
                  </a:extLst>
                </a:gridCol>
              </a:tblGrid>
              <a:tr h="675291">
                <a:tc>
                  <a:txBody>
                    <a:bodyPr/>
                    <a:lstStyle/>
                    <a:p>
                      <a:pPr algn="ctr" fontAlgn="ctr"/>
                      <a:r>
                        <a:rPr lang="en-US" sz="1200" b="0" i="0" u="none" strike="noStrike">
                          <a:solidFill>
                            <a:srgbClr val="FFFFFF"/>
                          </a:solidFill>
                          <a:effectLst/>
                          <a:latin typeface="Ubuntu" panose="020B0504030602030204" pitchFamily="34" charset="0"/>
                        </a:rPr>
                        <a:t>Roles &amp; Ceremonies</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Daily Standup</a:t>
                      </a:r>
                    </a:p>
                    <a:p>
                      <a:pPr algn="ctr" rtl="0" fontAlgn="ctr"/>
                      <a:endParaRPr lang="en-US" sz="9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(9:00 to 9:30)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Daily Scrum of Scrums</a:t>
                      </a:r>
                    </a:p>
                    <a:p>
                      <a:pPr algn="ctr" rtl="0" fontAlgn="ctr"/>
                      <a:endParaRPr lang="en-US" sz="900" b="0" i="0" u="none" strike="noStrike">
                        <a:solidFill>
                          <a:schemeClr val="bg1"/>
                        </a:solidFill>
                        <a:effectLst/>
                        <a:latin typeface="Ubuntu" panose="020B0504030602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(10:00 to 10:45)</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Leadership Standup</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(12:00 to 13:00)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Procurement</a:t>
                      </a:r>
                    </a:p>
                    <a:p>
                      <a:pPr algn="ctr" rtl="0" fontAlgn="ctr"/>
                      <a:r>
                        <a:rPr lang="en-US" sz="900" b="0" i="0" u="none" strike="noStrike">
                          <a:solidFill>
                            <a:schemeClr val="bg1"/>
                          </a:solidFill>
                          <a:effectLst/>
                          <a:latin typeface="Ubuntu" panose="020B0504030602030204" pitchFamily="34" charset="0"/>
                        </a:rPr>
                        <a:t>Update</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(13:00 to 14:00)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Dependency Forum</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(14:00 to 15:00)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Business Design Authority</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Business Update</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(13:00 to 14:00)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Technical Design Authority</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(Thursday)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(14:00 to 15:00)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PMO RAID Review</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(Friday)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(13:00 to 14:00)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Change Board</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(14:00 to 15:00)</a:t>
                      </a:r>
                    </a:p>
                  </a:txBody>
                  <a:tcPr marL="6350" marR="6350" marT="6350" marB="0" anchor="ctr">
                    <a:solidFill>
                      <a:schemeClr val="accent6">
                        <a:lumMod val="50000"/>
                      </a:schemeClr>
                    </a:solidFill>
                  </a:tcPr>
                </a:tc>
                <a:tc>
                  <a:txBody>
                    <a:bodyPr/>
                    <a:lstStyle/>
                    <a:p>
                      <a:pPr algn="ctr" rtl="0" fontAlgn="ctr"/>
                      <a:r>
                        <a:rPr lang="en-US" sz="900" b="0" i="0" u="none" strike="noStrike" err="1">
                          <a:solidFill>
                            <a:schemeClr val="bg1"/>
                          </a:solidFill>
                          <a:effectLst/>
                          <a:latin typeface="Ubuntu" panose="020B0504030602030204" pitchFamily="34" charset="0"/>
                        </a:rPr>
                        <a:t>Programme</a:t>
                      </a:r>
                      <a:r>
                        <a:rPr lang="en-US" sz="900" b="0" i="0" u="none" strike="noStrike">
                          <a:solidFill>
                            <a:schemeClr val="bg1"/>
                          </a:solidFill>
                          <a:effectLst/>
                          <a:latin typeface="Ubuntu" panose="020B0504030602030204" pitchFamily="34" charset="0"/>
                        </a:rPr>
                        <a:t> Management update</a:t>
                      </a: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(Thursday)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Steer Co</a:t>
                      </a:r>
                      <a:endParaRPr lang="en-US" sz="700" b="0" i="0" u="none" strike="noStrike">
                        <a:solidFill>
                          <a:schemeClr val="bg1"/>
                        </a:solidFill>
                        <a:effectLst/>
                        <a:latin typeface="Ubuntu" panose="020B0504030602030204" pitchFamily="34" charset="0"/>
                      </a:endParaRPr>
                    </a:p>
                    <a:p>
                      <a:pPr algn="ctr" rtl="0" fontAlgn="ctr"/>
                      <a:endParaRPr lang="en-US" sz="700" b="0" i="0" u="none" strike="noStrike">
                        <a:solidFill>
                          <a:schemeClr val="bg1"/>
                        </a:solidFill>
                        <a:effectLst/>
                        <a:latin typeface="Ubuntu" panose="020B0504030602030204" pitchFamily="34" charset="0"/>
                      </a:endParaRP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tc>
                  <a:txBody>
                    <a:bodyPr/>
                    <a:lstStyle/>
                    <a:p>
                      <a:pPr algn="ctr" rtl="0" fontAlgn="ctr"/>
                      <a:r>
                        <a:rPr lang="en-US" sz="900" b="0" i="0" u="none" strike="noStrike">
                          <a:solidFill>
                            <a:schemeClr val="bg1"/>
                          </a:solidFill>
                          <a:effectLst/>
                          <a:latin typeface="Ubuntu" panose="020B0504030602030204" pitchFamily="34" charset="0"/>
                        </a:rPr>
                        <a:t>Sponsor Review</a:t>
                      </a:r>
                    </a:p>
                    <a:p>
                      <a:pPr algn="ctr" rtl="0" fontAlgn="ctr"/>
                      <a:endParaRPr lang="en-US" sz="700" b="0" i="0" u="none" strike="noStrike">
                        <a:solidFill>
                          <a:schemeClr val="bg1"/>
                        </a:solidFill>
                        <a:effectLst/>
                        <a:latin typeface="Ubuntu" panose="020B0504030602030204" pitchFamily="34" charset="0"/>
                      </a:endParaRPr>
                    </a:p>
                    <a:p>
                      <a:pPr algn="ctr" rtl="0" fontAlgn="ctr"/>
                      <a:endParaRPr lang="en-US" sz="700" b="0" i="0" u="none" strike="noStrike">
                        <a:solidFill>
                          <a:schemeClr val="bg1"/>
                        </a:solidFill>
                        <a:effectLst/>
                        <a:latin typeface="Ubuntu" panose="020B0504030602030204" pitchFamily="34" charset="0"/>
                      </a:endParaRPr>
                    </a:p>
                    <a:p>
                      <a:pPr algn="ctr" rtl="0" fontAlgn="ctr"/>
                      <a:r>
                        <a:rPr lang="en-US" sz="700" b="0" i="0" u="none" strike="noStrike">
                          <a:solidFill>
                            <a:schemeClr val="bg1"/>
                          </a:solidFill>
                          <a:effectLst/>
                          <a:latin typeface="Ubuntu" panose="020B0504030602030204" pitchFamily="34" charset="0"/>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700" b="0" i="0" u="none" strike="noStrike">
                          <a:solidFill>
                            <a:schemeClr val="bg1"/>
                          </a:solidFill>
                          <a:effectLst/>
                          <a:latin typeface="Ubuntu" panose="020B0504030602030204" pitchFamily="34" charset="0"/>
                        </a:rPr>
                        <a:t>(16:00 to 17:00)</a:t>
                      </a: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Business Sponsors /Delivery Exec</a:t>
                      </a:r>
                    </a:p>
                  </a:txBody>
                  <a:tcPr marL="6350" marR="6350" marT="6350" marB="0" anchor="ctr">
                    <a:gradFill flip="none" rotWithShape="1">
                      <a:gsLst>
                        <a:gs pos="0">
                          <a:schemeClr val="accent6">
                            <a:lumMod val="50000"/>
                          </a:schemeClr>
                        </a:gs>
                        <a:gs pos="50000">
                          <a:schemeClr val="accent4">
                            <a:lumMod val="97000"/>
                            <a:lumOff val="3000"/>
                          </a:schemeClr>
                        </a:gs>
                        <a:gs pos="53000">
                          <a:srgbClr val="F214ED"/>
                        </a:gs>
                      </a:gsLst>
                      <a:lin ang="16200000" scaled="1"/>
                      <a:tileRect/>
                    </a:gra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900" b="0" i="0" u="none" strike="noStrike" kern="1200" err="1">
                          <a:solidFill>
                            <a:schemeClr val="bg1"/>
                          </a:solidFill>
                          <a:effectLst/>
                          <a:latin typeface="Ubuntu" panose="020B0504030602030204" pitchFamily="34" charset="0"/>
                          <a:ea typeface="+mn-ea"/>
                          <a:cs typeface="+mn-cs"/>
                        </a:rPr>
                        <a:t>Programme</a:t>
                      </a:r>
                      <a:r>
                        <a:rPr lang="en-US" sz="900" b="0" i="0" u="none" strike="noStrike" kern="1200">
                          <a:solidFill>
                            <a:schemeClr val="bg1"/>
                          </a:solidFill>
                          <a:effectLst/>
                          <a:latin typeface="Ubuntu" panose="020B0504030602030204" pitchFamily="34" charset="0"/>
                          <a:ea typeface="+mn-ea"/>
                          <a:cs typeface="+mn-cs"/>
                        </a:rPr>
                        <a:t> Director</a:t>
                      </a:r>
                    </a:p>
                  </a:txBody>
                  <a:tcPr marL="6350" marR="6350" marT="6350" marB="0" anchor="ctr">
                    <a:gradFill flip="none" rotWithShape="1">
                      <a:gsLst>
                        <a:gs pos="0">
                          <a:schemeClr val="accent6">
                            <a:lumMod val="50000"/>
                          </a:schemeClr>
                        </a:gs>
                        <a:gs pos="50000">
                          <a:schemeClr val="accent4">
                            <a:lumMod val="97000"/>
                            <a:lumOff val="3000"/>
                          </a:schemeClr>
                        </a:gs>
                        <a:gs pos="53000">
                          <a:srgbClr val="F214ED"/>
                        </a:gs>
                      </a:gsLst>
                      <a:lin ang="16200000" scaled="1"/>
                      <a:tileRect/>
                    </a:gradFill>
                  </a:tcPr>
                </a:tc>
                <a:tc>
                  <a:txBody>
                    <a:bodyPr/>
                    <a:lstStyle/>
                    <a:p>
                      <a:pPr marL="0" indent="0" algn="ctr">
                        <a:buClr>
                          <a:srgbClr val="C00000"/>
                        </a:buClr>
                        <a:buFont typeface="Wingdings" panose="05000000000000000000" pitchFamily="2" charset="2"/>
                        <a:buNone/>
                      </a:pPr>
                      <a:r>
                        <a:rPr lang="en-IN" sz="1200">
                          <a:solidFill>
                            <a:srgbClr val="FF0000"/>
                          </a:solidFill>
                          <a:latin typeface="Ubuntu"/>
                        </a:rPr>
                        <a:t>X</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3087972006"/>
                  </a:ext>
                </a:extLst>
              </a:tr>
              <a:tr h="378372">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Delivery  Leads</a:t>
                      </a:r>
                    </a:p>
                  </a:txBody>
                  <a:tcPr marL="6350" marR="6350" marT="6350" marB="0" anchor="ctr">
                    <a:gradFill flip="none" rotWithShape="1">
                      <a:gsLst>
                        <a:gs pos="0">
                          <a:schemeClr val="accent6">
                            <a:lumMod val="50000"/>
                          </a:schemeClr>
                        </a:gs>
                        <a:gs pos="50000">
                          <a:schemeClr val="accent4">
                            <a:lumMod val="97000"/>
                            <a:lumOff val="3000"/>
                          </a:schemeClr>
                        </a:gs>
                        <a:gs pos="53000">
                          <a:srgbClr val="F214ED"/>
                        </a:gs>
                      </a:gsLst>
                      <a:lin ang="16200000" scaled="1"/>
                      <a:tileRect/>
                    </a:gradFill>
                  </a:tcPr>
                </a:tc>
                <a:tc>
                  <a:txBody>
                    <a:bodyPr/>
                    <a:lstStyle/>
                    <a:p>
                      <a:pPr marL="0" indent="0" algn="ctr">
                        <a:buClr>
                          <a:srgbClr val="C00000"/>
                        </a:buClr>
                        <a:buFont typeface="Wingdings" panose="05000000000000000000" pitchFamily="2" charset="2"/>
                        <a:buNone/>
                      </a:pPr>
                      <a:r>
                        <a:rPr lang="en-IN" sz="1200">
                          <a:solidFill>
                            <a:srgbClr val="FF0000"/>
                          </a:solidFill>
                          <a:latin typeface="Ubuntu"/>
                        </a:rPr>
                        <a:t>X</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874105909"/>
                  </a:ext>
                </a:extLst>
              </a:tr>
              <a:tr h="346841">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Product Owner</a:t>
                      </a:r>
                    </a:p>
                  </a:txBody>
                  <a:tcPr marL="6350" marR="6350" marT="6350" marB="0" anchor="ctr">
                    <a:solidFill>
                      <a:srgbClr val="F214ED"/>
                    </a:solidFill>
                  </a:tcPr>
                </a:tc>
                <a:tc>
                  <a:txBody>
                    <a:bodyPr/>
                    <a:lstStyle/>
                    <a:p>
                      <a:pPr marL="0" indent="0" algn="ctr">
                        <a:buClr>
                          <a:srgbClr val="C00000"/>
                        </a:buClr>
                        <a:buFont typeface="Wingdings" panose="05000000000000000000" pitchFamily="2" charset="2"/>
                        <a:buNone/>
                      </a:pPr>
                      <a:r>
                        <a:rPr lang="en-IN" sz="1200">
                          <a:solidFill>
                            <a:srgbClr val="FF0000"/>
                          </a:solidFill>
                          <a:latin typeface="Ubuntu"/>
                        </a:rPr>
                        <a:t>X</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75263871"/>
                  </a:ext>
                </a:extLst>
              </a:tr>
              <a:tr h="399394">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Functional Leads</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0" indent="0" algn="ctr">
                        <a:buClr>
                          <a:srgbClr val="C00000"/>
                        </a:buClr>
                        <a:buFont typeface="Wingdings" panose="05000000000000000000" pitchFamily="2" charset="2"/>
                        <a:buNone/>
                      </a:pPr>
                      <a:r>
                        <a:rPr lang="en-IN" sz="1200">
                          <a:solidFill>
                            <a:srgbClr val="FF0000"/>
                          </a:solidFill>
                          <a:latin typeface="Ubuntu"/>
                        </a:rPr>
                        <a:t>X</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737817287"/>
                  </a:ext>
                </a:extLst>
              </a:tr>
              <a:tr h="378372">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Subject Matter Experts</a:t>
                      </a:r>
                    </a:p>
                  </a:txBody>
                  <a:tcPr marL="6350" marR="6350" marT="6350" marB="0" anchor="ctr">
                    <a:solidFill>
                      <a:srgbClr val="F214ED"/>
                    </a:solidFill>
                  </a:tcPr>
                </a:tc>
                <a:tc>
                  <a:txBody>
                    <a:bodyPr/>
                    <a:lstStyle/>
                    <a:p>
                      <a:pPr marL="0" indent="0" algn="ctr">
                        <a:buClr>
                          <a:srgbClr val="C00000"/>
                        </a:buClr>
                        <a:buNone/>
                      </a:pPr>
                      <a:r>
                        <a:rPr lang="en-IN" sz="1200">
                          <a:solidFill>
                            <a:srgbClr val="FF0000"/>
                          </a:solidFill>
                          <a:latin typeface="Ubuntu"/>
                        </a:rPr>
                        <a:t>X</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Architects</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0" indent="0" algn="ctr">
                        <a:buClr>
                          <a:srgbClr val="C00000"/>
                        </a:buClr>
                        <a:buNone/>
                      </a:pPr>
                      <a:r>
                        <a:rPr lang="en-IN" sz="1200">
                          <a:solidFill>
                            <a:srgbClr val="FF0000"/>
                          </a:solidFill>
                          <a:latin typeface="Ubuntu"/>
                        </a:rPr>
                        <a:t>X</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57886445"/>
                  </a:ext>
                </a:extLst>
              </a:tr>
              <a:tr h="388883">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Platform Owners</a:t>
                      </a:r>
                    </a:p>
                  </a:txBody>
                  <a:tcPr marL="6350" marR="6350" marT="6350" marB="0" anchor="ctr">
                    <a:solidFill>
                      <a:srgbClr val="F214ED"/>
                    </a:solidFill>
                  </a:tcPr>
                </a:tc>
                <a:tc>
                  <a:txBody>
                    <a:bodyPr/>
                    <a:lstStyle/>
                    <a:p>
                      <a:pPr marL="0" indent="0" algn="ctr">
                        <a:buClr>
                          <a:srgbClr val="C00000"/>
                        </a:buClr>
                        <a:buNone/>
                      </a:pPr>
                      <a:r>
                        <a:rPr lang="en-IN" sz="1200">
                          <a:solidFill>
                            <a:srgbClr val="FF0000"/>
                          </a:solidFill>
                          <a:latin typeface="Ubuntu"/>
                        </a:rPr>
                        <a:t>X</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3663056703"/>
                  </a:ext>
                </a:extLst>
              </a:tr>
              <a:tr h="399393">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Technical Leads</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0" indent="0" algn="ctr">
                        <a:buClr>
                          <a:srgbClr val="C00000"/>
                        </a:buClr>
                        <a:buNone/>
                      </a:pPr>
                      <a:r>
                        <a:rPr lang="en-IN" sz="1200">
                          <a:solidFill>
                            <a:srgbClr val="FF0000"/>
                          </a:solidFill>
                          <a:latin typeface="Ubuntu"/>
                        </a:rPr>
                        <a:t>X</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3260282163"/>
                  </a:ext>
                </a:extLst>
              </a:tr>
              <a:tr h="274759">
                <a:tc>
                  <a:txBody>
                    <a:bodyPr/>
                    <a:lstStyle/>
                    <a:p>
                      <a:pPr marL="0" algn="ctr" defTabSz="914400" rtl="0" eaLnBrk="1" fontAlgn="ctr" latinLnBrk="0" hangingPunct="1"/>
                      <a:r>
                        <a:rPr lang="en-US" sz="900" b="0" i="0" u="none" strike="noStrike" kern="1200">
                          <a:solidFill>
                            <a:schemeClr val="bg1"/>
                          </a:solidFill>
                          <a:effectLst/>
                          <a:latin typeface="Ubuntu" panose="020B0504030602030204" pitchFamily="34" charset="0"/>
                          <a:ea typeface="+mn-ea"/>
                          <a:cs typeface="+mn-cs"/>
                        </a:rPr>
                        <a:t>Test Managers</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0" indent="0" algn="ctr">
                        <a:buClr>
                          <a:srgbClr val="C00000"/>
                        </a:buClr>
                        <a:buNone/>
                      </a:pPr>
                      <a:r>
                        <a:rPr lang="en-IN" sz="1200">
                          <a:solidFill>
                            <a:srgbClr val="FF0000"/>
                          </a:solidFill>
                          <a:latin typeface="Ubuntu"/>
                        </a:rPr>
                        <a:t>X</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bg1"/>
                          </a:solidFill>
                          <a:effectLst/>
                          <a:latin typeface="Ubuntu" panose="020B0504030602030204" pitchFamily="34" charset="0"/>
                          <a:ea typeface="+mn-ea"/>
                          <a:cs typeface="+mn-cs"/>
                        </a:rPr>
                        <a:t>Product Rationalization</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0" indent="0" algn="ctr">
                        <a:buClr>
                          <a:srgbClr val="C00000"/>
                        </a:buClr>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3035601056"/>
                  </a:ext>
                </a:extLst>
              </a:tr>
              <a:tr h="35735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bg1"/>
                          </a:solidFill>
                          <a:effectLst/>
                          <a:latin typeface="Ubuntu" panose="020B0504030602030204" pitchFamily="34" charset="0"/>
                          <a:ea typeface="+mn-ea"/>
                          <a:cs typeface="+mn-cs"/>
                        </a:rPr>
                        <a:t>Migration</a:t>
                      </a:r>
                    </a:p>
                  </a:txBody>
                  <a:tcPr marL="6350" marR="6350" marT="6350" marB="0" anchor="ctr">
                    <a:solidFill>
                      <a:srgbClr val="F214ED"/>
                    </a:solidFill>
                  </a:tcPr>
                </a:tc>
                <a:tc>
                  <a:txBody>
                    <a:bodyPr/>
                    <a:lstStyle/>
                    <a:p>
                      <a:pPr marL="0" indent="0" algn="ctr">
                        <a:buClr>
                          <a:srgbClr val="C00000"/>
                        </a:buClr>
                        <a:buNone/>
                      </a:pPr>
                      <a:r>
                        <a:rPr lang="en-IN" sz="1200">
                          <a:solidFill>
                            <a:srgbClr val="FF0000"/>
                          </a:solidFill>
                          <a:latin typeface="Ubuntu"/>
                        </a:rPr>
                        <a:t>X</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38936175"/>
                  </a:ext>
                </a:extLst>
              </a:tr>
              <a:tr h="40332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bg1"/>
                          </a:solidFill>
                          <a:effectLst/>
                          <a:latin typeface="Ubuntu" panose="020B0504030602030204" pitchFamily="34" charset="0"/>
                          <a:ea typeface="+mn-ea"/>
                          <a:cs typeface="+mn-cs"/>
                        </a:rPr>
                        <a:t>Procurement</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1204740562"/>
                  </a:ext>
                </a:extLst>
              </a:tr>
              <a:tr h="40332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0" i="0" u="none" strike="noStrike" kern="1200" noProof="0">
                          <a:solidFill>
                            <a:schemeClr val="bg1"/>
                          </a:solidFill>
                          <a:effectLst/>
                          <a:latin typeface="Ubuntu" panose="020B0504030602030204" pitchFamily="34" charset="0"/>
                          <a:ea typeface="+mn-ea"/>
                          <a:cs typeface="+mn-cs"/>
                        </a:rPr>
                        <a:t>DevOps</a:t>
                      </a:r>
                    </a:p>
                  </a:txBody>
                  <a:tcPr marL="6350" marR="6350" marT="6350" marB="0" anchor="ctr">
                    <a:gradFill>
                      <a:gsLst>
                        <a:gs pos="0">
                          <a:schemeClr val="accent6">
                            <a:lumMod val="50000"/>
                          </a:schemeClr>
                        </a:gs>
                        <a:gs pos="50000">
                          <a:schemeClr val="accent4">
                            <a:lumMod val="97000"/>
                            <a:lumOff val="3000"/>
                          </a:schemeClr>
                        </a:gs>
                        <a:gs pos="53000">
                          <a:srgbClr val="F214ED"/>
                        </a:gs>
                      </a:gsLst>
                      <a:lin ang="16200000" scaled="1"/>
                    </a:gra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1200">
                        <a:solidFill>
                          <a:srgbClr val="FF0000"/>
                        </a:solidFill>
                        <a:latin typeface="Ubuntu"/>
                      </a:endParaRPr>
                    </a:p>
                  </a:txBody>
                  <a:tcPr>
                    <a:solidFill>
                      <a:schemeClr val="accent6">
                        <a:lumMod val="20000"/>
                        <a:lumOff val="80000"/>
                      </a:schemeClr>
                    </a:solidFill>
                  </a:tcPr>
                </a:tc>
                <a:extLst>
                  <a:ext uri="{0D108BD9-81ED-4DB2-BD59-A6C34878D82A}">
                    <a16:rowId xmlns:a16="http://schemas.microsoft.com/office/drawing/2014/main" val="999823756"/>
                  </a:ext>
                </a:extLst>
              </a:tr>
            </a:tbl>
          </a:graphicData>
        </a:graphic>
      </p:graphicFrame>
      <p:sp>
        <p:nvSpPr>
          <p:cNvPr id="5" name="Title 4">
            <a:extLst>
              <a:ext uri="{FF2B5EF4-FFF2-40B4-BE49-F238E27FC236}">
                <a16:creationId xmlns:a16="http://schemas.microsoft.com/office/drawing/2014/main" id="{BF181227-FC6F-85B7-AAE4-729FADA8FD7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520076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sz="2500" cap="all">
                <a:solidFill>
                  <a:schemeClr val="accent4"/>
                </a:solidFill>
              </a:rPr>
              <a:t>Roles &amp; Ceremonies Matrix (Proposed)</a:t>
            </a: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nvGraphicFramePr>
        <p:xfrm>
          <a:off x="287058" y="707036"/>
          <a:ext cx="11369866" cy="5761221"/>
        </p:xfrm>
        <a:graphic>
          <a:graphicData uri="http://schemas.openxmlformats.org/drawingml/2006/table">
            <a:tbl>
              <a:tblPr firstRow="1" bandRow="1">
                <a:tableStyleId>{5C22544A-7EE6-4342-B048-85BDC9FD1C3A}</a:tableStyleId>
              </a:tblPr>
              <a:tblGrid>
                <a:gridCol w="1262701">
                  <a:extLst>
                    <a:ext uri="{9D8B030D-6E8A-4147-A177-3AD203B41FA5}">
                      <a16:colId xmlns:a16="http://schemas.microsoft.com/office/drawing/2014/main" val="4042889639"/>
                    </a:ext>
                  </a:extLst>
                </a:gridCol>
                <a:gridCol w="777564">
                  <a:extLst>
                    <a:ext uri="{9D8B030D-6E8A-4147-A177-3AD203B41FA5}">
                      <a16:colId xmlns:a16="http://schemas.microsoft.com/office/drawing/2014/main" val="3845375360"/>
                    </a:ext>
                  </a:extLst>
                </a:gridCol>
                <a:gridCol w="826005">
                  <a:extLst>
                    <a:ext uri="{9D8B030D-6E8A-4147-A177-3AD203B41FA5}">
                      <a16:colId xmlns:a16="http://schemas.microsoft.com/office/drawing/2014/main" val="942552686"/>
                    </a:ext>
                  </a:extLst>
                </a:gridCol>
                <a:gridCol w="857890">
                  <a:extLst>
                    <a:ext uri="{9D8B030D-6E8A-4147-A177-3AD203B41FA5}">
                      <a16:colId xmlns:a16="http://schemas.microsoft.com/office/drawing/2014/main" val="2193829304"/>
                    </a:ext>
                  </a:extLst>
                </a:gridCol>
                <a:gridCol w="771180">
                  <a:extLst>
                    <a:ext uri="{9D8B030D-6E8A-4147-A177-3AD203B41FA5}">
                      <a16:colId xmlns:a16="http://schemas.microsoft.com/office/drawing/2014/main" val="1363775138"/>
                    </a:ext>
                  </a:extLst>
                </a:gridCol>
                <a:gridCol w="925417">
                  <a:extLst>
                    <a:ext uri="{9D8B030D-6E8A-4147-A177-3AD203B41FA5}">
                      <a16:colId xmlns:a16="http://schemas.microsoft.com/office/drawing/2014/main" val="3321857455"/>
                    </a:ext>
                  </a:extLst>
                </a:gridCol>
                <a:gridCol w="1046603">
                  <a:extLst>
                    <a:ext uri="{9D8B030D-6E8A-4147-A177-3AD203B41FA5}">
                      <a16:colId xmlns:a16="http://schemas.microsoft.com/office/drawing/2014/main" val="4234758429"/>
                    </a:ext>
                  </a:extLst>
                </a:gridCol>
                <a:gridCol w="793214">
                  <a:extLst>
                    <a:ext uri="{9D8B030D-6E8A-4147-A177-3AD203B41FA5}">
                      <a16:colId xmlns:a16="http://schemas.microsoft.com/office/drawing/2014/main" val="3549562564"/>
                    </a:ext>
                  </a:extLst>
                </a:gridCol>
                <a:gridCol w="859316">
                  <a:extLst>
                    <a:ext uri="{9D8B030D-6E8A-4147-A177-3AD203B41FA5}">
                      <a16:colId xmlns:a16="http://schemas.microsoft.com/office/drawing/2014/main" val="3717998819"/>
                    </a:ext>
                  </a:extLst>
                </a:gridCol>
                <a:gridCol w="1013552">
                  <a:extLst>
                    <a:ext uri="{9D8B030D-6E8A-4147-A177-3AD203B41FA5}">
                      <a16:colId xmlns:a16="http://schemas.microsoft.com/office/drawing/2014/main" val="1464338966"/>
                    </a:ext>
                  </a:extLst>
                </a:gridCol>
                <a:gridCol w="1145754">
                  <a:extLst>
                    <a:ext uri="{9D8B030D-6E8A-4147-A177-3AD203B41FA5}">
                      <a16:colId xmlns:a16="http://schemas.microsoft.com/office/drawing/2014/main" val="3493248744"/>
                    </a:ext>
                  </a:extLst>
                </a:gridCol>
                <a:gridCol w="1090670">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panose="020B0504030602030204" pitchFamily="34" charset="0"/>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Daily Standup</a:t>
                      </a:r>
                    </a:p>
                    <a:p>
                      <a:pPr algn="ctr" rtl="0" fontAlgn="ctr"/>
                      <a:endParaRPr lang="en-US" sz="800" b="0" i="0" u="none" strike="noStrike">
                        <a:solidFill>
                          <a:schemeClr val="bg1"/>
                        </a:solidFill>
                        <a:effectLst/>
                        <a:latin typeface="Ubuntu" panose="020B0504030602030204" pitchFamily="34" charset="0"/>
                      </a:endParaRPr>
                    </a:p>
                    <a:p>
                      <a:pPr algn="ctr" rtl="0" fontAlgn="ctr"/>
                      <a:endParaRPr lang="en-US" sz="8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(9:00 to 9:30)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Daily Scrum of Scrums</a:t>
                      </a:r>
                    </a:p>
                    <a:p>
                      <a:pPr algn="ctr" rtl="0" fontAlgn="ctr"/>
                      <a:endParaRPr lang="en-US" sz="800" b="0" i="0" u="none" strike="noStrike">
                        <a:solidFill>
                          <a:schemeClr val="bg1"/>
                        </a:solidFill>
                        <a:effectLst/>
                        <a:latin typeface="Ubuntu" panose="020B0504030602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(10:00 to 10:45)</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Dependency Forum</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(14:00 to 15:00)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PMO RAID Review</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(Friday)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(13:00 to 14:00)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Supplier Review Meeting</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(Friday)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tc>
                  <a:txBody>
                    <a:bodyPr/>
                    <a:lstStyle/>
                    <a:p>
                      <a:pPr algn="ctr" rtl="0" fontAlgn="ctr"/>
                      <a:r>
                        <a:rPr lang="en-US" sz="800" b="0" i="0" u="none" strike="noStrike" err="1">
                          <a:solidFill>
                            <a:schemeClr val="bg1"/>
                          </a:solidFill>
                          <a:effectLst/>
                          <a:latin typeface="Ubuntu" panose="020B0504030602030204" pitchFamily="34" charset="0"/>
                        </a:rPr>
                        <a:t>Programme</a:t>
                      </a:r>
                      <a:r>
                        <a:rPr lang="en-US" sz="800" b="0" i="0" u="none" strike="noStrike">
                          <a:solidFill>
                            <a:schemeClr val="bg1"/>
                          </a:solidFill>
                          <a:effectLst/>
                          <a:latin typeface="Ubuntu" panose="020B0504030602030204" pitchFamily="34" charset="0"/>
                        </a:rPr>
                        <a:t> Management update</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(Thursday)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Change Board</a:t>
                      </a:r>
                    </a:p>
                    <a:p>
                      <a:pPr algn="ctr" rtl="0" fontAlgn="ctr"/>
                      <a:endParaRPr lang="en-US" sz="6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(14:00 to 15:00)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Procurement</a:t>
                      </a:r>
                    </a:p>
                    <a:p>
                      <a:pPr algn="ctr" rtl="0" fontAlgn="ctr"/>
                      <a:r>
                        <a:rPr lang="en-US" sz="800" b="0" i="0" u="none" strike="noStrike">
                          <a:solidFill>
                            <a:schemeClr val="bg1"/>
                          </a:solidFill>
                          <a:effectLst/>
                          <a:latin typeface="Ubuntu" panose="020B0504030602030204" pitchFamily="34" charset="0"/>
                        </a:rPr>
                        <a:t>Update</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(13:00 to 14:00)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Business Design Authority</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Technical Design Authority</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a:solidFill>
                            <a:schemeClr val="bg1"/>
                          </a:solidFill>
                          <a:effectLst/>
                          <a:latin typeface="Ubuntu" panose="020B0504030602030204" pitchFamily="34" charset="0"/>
                        </a:rPr>
                        <a:t>(Thursday)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(14:00 to 15:00)</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panose="020B0504030602030204" pitchFamily="34" charset="0"/>
                        </a:rPr>
                        <a:t>Steer Co</a:t>
                      </a:r>
                      <a:endParaRPr lang="en-US" sz="6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1" i="0" u="none" strike="noStrike">
                          <a:solidFill>
                            <a:schemeClr val="bg1"/>
                          </a:solidFill>
                          <a:effectLst/>
                          <a:latin typeface="Ubuntu" panose="020B0504030602030204" pitchFamily="34" charset="0"/>
                        </a:rPr>
                        <a:t>Monthly?</a:t>
                      </a:r>
                    </a:p>
                    <a:p>
                      <a:pPr algn="ctr" rtl="0" fontAlgn="ctr"/>
                      <a:r>
                        <a:rPr lang="en-US" sz="600" b="0" i="0" u="none" strike="noStrike">
                          <a:solidFill>
                            <a:schemeClr val="bg1"/>
                          </a:solidFill>
                          <a:effectLst/>
                          <a:latin typeface="Ubuntu" panose="020B0504030602030204" pitchFamily="34" charset="0"/>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a:solidFill>
                            <a:schemeClr val="bg1"/>
                          </a:solidFill>
                          <a:effectLst/>
                          <a:latin typeface="Ubuntu" panose="020B0504030602030204" pitchFamily="34" charset="0"/>
                        </a:rPr>
                        <a:t>(15:00 to 16:00)</a:t>
                      </a: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panose="020B0504030602030204" pitchFamily="34" charset="0"/>
                          <a:ea typeface="+mn-ea"/>
                          <a:cs typeface="+mn-cs"/>
                        </a:rPr>
                        <a:t>Programme</a:t>
                      </a:r>
                      <a:r>
                        <a:rPr lang="en-US" sz="800" b="0" i="0" u="none" strike="noStrike" kern="1200">
                          <a:solidFill>
                            <a:schemeClr val="bg1"/>
                          </a:solidFill>
                          <a:effectLst/>
                          <a:latin typeface="Ubuntu" panose="020B0504030602030204" pitchFamily="34" charset="0"/>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Product Owner</a:t>
                      </a:r>
                    </a:p>
                  </a:txBody>
                  <a:tcPr marL="6350" marR="6350" marT="6350" marB="0" anchor="ctr">
                    <a:solidFill>
                      <a:srgbClr val="F214ED"/>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 </a:t>
                      </a:r>
                    </a:p>
                  </a:txBody>
                  <a:tcP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 </a:t>
                      </a:r>
                    </a:p>
                  </a:txBody>
                  <a:tcP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a:buNone/>
                        <a:tabLst/>
                        <a:defRPr/>
                      </a:pPr>
                      <a:r>
                        <a:rPr lang="en-US" sz="1100">
                          <a:solidFill>
                            <a:schemeClr val="tx1"/>
                          </a:solidFill>
                          <a:latin typeface="Ubuntu" panose="020B0504030602030204" pitchFamily="34" charset="0"/>
                        </a:rPr>
                        <a:t>x</a:t>
                      </a:r>
                      <a:r>
                        <a:rPr lang="en-IN" sz="1100">
                          <a:solidFill>
                            <a:schemeClr val="tx1"/>
                          </a:solidFill>
                          <a:latin typeface="Ubuntu" panose="020B0504030602030204" pitchFamily="34" charset="0"/>
                        </a:rPr>
                        <a:t>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 </a:t>
                      </a:r>
                    </a:p>
                  </a:txBody>
                  <a:tcP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Platform Owners</a:t>
                      </a:r>
                    </a:p>
                  </a:txBody>
                  <a:tcPr marL="6350" marR="6350" marT="6350" marB="0" anchor="ctr">
                    <a:solidFill>
                      <a:srgbClr val="F214ED"/>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Technical Leads</a:t>
                      </a:r>
                    </a:p>
                  </a:txBody>
                  <a:tcPr marL="6350" marR="6350" marT="6350" marB="0"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lang="en-IN" sz="900">
                          <a:solidFill>
                            <a:schemeClr val="tx1"/>
                          </a:solidFill>
                          <a:latin typeface="Ubuntu" panose="020B0504030602030204" pitchFamily="34" charset="0"/>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panose="020B0504030602030204" pitchFamily="34" charset="0"/>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panose="020B0504030602030204" pitchFamily="34" charset="0"/>
                          <a:ea typeface="+mn-ea"/>
                          <a:cs typeface="+mn-cs"/>
                        </a:rPr>
                        <a:t>Development Team</a:t>
                      </a:r>
                    </a:p>
                  </a:txBody>
                  <a:tcPr marL="6350" marR="6350" marT="6350" marB="0" anchor="ctr">
                    <a:solidFill>
                      <a:schemeClr val="accent6">
                        <a:lumMod val="75000"/>
                      </a:schemeClr>
                    </a:soli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panose="020B0504030602030204" pitchFamily="34" charset="0"/>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panose="020B0504030602030204" pitchFamily="34" charset="0"/>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Font typeface="Wingdings" panose="05000000000000000000" pitchFamily="2" charset="2"/>
                        <a:buNone/>
                      </a:pPr>
                      <a:endParaRPr lang="en-US"/>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panose="020B0504030602030204" pitchFamily="34" charset="0"/>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285750" lvl="0" indent="-285750" algn="ctr">
                        <a:buClr>
                          <a:srgbClr val="C00000"/>
                        </a:buClr>
                        <a:buFont typeface="Wingdings" panose="05000000000000000000" pitchFamily="2" charset="2"/>
                        <a:buChar char="ü"/>
                      </a:pPr>
                      <a:endParaRPr lang="en-IN" sz="900">
                        <a:solidFill>
                          <a:schemeClr val="tx1"/>
                        </a:solidFill>
                        <a:latin typeface="Ubuntu"/>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panose="020B0504030602030204" pitchFamily="34" charset="0"/>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285750" lvl="0" indent="-285750" algn="ctr">
                        <a:buClr>
                          <a:srgbClr val="C00000"/>
                        </a:buClr>
                        <a:buFont typeface="Wingdings" panose="05000000000000000000" pitchFamily="2" charset="2"/>
                        <a:buChar char="ü"/>
                      </a:pPr>
                      <a:endParaRPr lang="en-IN" sz="900">
                        <a:solidFill>
                          <a:schemeClr val="tx1"/>
                        </a:solidFill>
                        <a:latin typeface="Ubuntu"/>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panose="020B0504030602030204" pitchFamily="34" charset="0"/>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285750" lvl="0" indent="-285750" algn="ctr">
                        <a:buClr>
                          <a:srgbClr val="C00000"/>
                        </a:buClr>
                        <a:buFont typeface="Wingdings" panose="05000000000000000000" pitchFamily="2" charset="2"/>
                        <a:buChar char="ü"/>
                      </a:pPr>
                      <a:endParaRPr lang="en-IN" sz="900">
                        <a:solidFill>
                          <a:schemeClr val="tx1"/>
                        </a:solidFill>
                        <a:latin typeface="Ubuntu"/>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rPr>
                        <a:t>x </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spTree>
    <p:extLst>
      <p:ext uri="{BB962C8B-B14F-4D97-AF65-F5344CB8AC3E}">
        <p14:creationId xmlns:p14="http://schemas.microsoft.com/office/powerpoint/2010/main" val="426548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dirty="0">
                <a:solidFill>
                  <a:schemeClr val="accent4"/>
                </a:solidFill>
              </a:rPr>
              <a:t>Roles &amp; Ceremonies Matrix (Proposed)</a:t>
            </a: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3863045929"/>
              </p:ext>
            </p:extLst>
          </p:nvPr>
        </p:nvGraphicFramePr>
        <p:xfrm>
          <a:off x="287058" y="707036"/>
          <a:ext cx="11369866" cy="5761221"/>
        </p:xfrm>
        <a:graphic>
          <a:graphicData uri="http://schemas.openxmlformats.org/drawingml/2006/table">
            <a:tbl>
              <a:tblPr firstRow="1" bandRow="1">
                <a:tableStyleId>{5C22544A-7EE6-4342-B048-85BDC9FD1C3A}</a:tableStyleId>
              </a:tblPr>
              <a:tblGrid>
                <a:gridCol w="1262701">
                  <a:extLst>
                    <a:ext uri="{9D8B030D-6E8A-4147-A177-3AD203B41FA5}">
                      <a16:colId xmlns:a16="http://schemas.microsoft.com/office/drawing/2014/main" val="4042889639"/>
                    </a:ext>
                  </a:extLst>
                </a:gridCol>
                <a:gridCol w="777564">
                  <a:extLst>
                    <a:ext uri="{9D8B030D-6E8A-4147-A177-3AD203B41FA5}">
                      <a16:colId xmlns:a16="http://schemas.microsoft.com/office/drawing/2014/main" val="3845375360"/>
                    </a:ext>
                  </a:extLst>
                </a:gridCol>
                <a:gridCol w="826005">
                  <a:extLst>
                    <a:ext uri="{9D8B030D-6E8A-4147-A177-3AD203B41FA5}">
                      <a16:colId xmlns:a16="http://schemas.microsoft.com/office/drawing/2014/main" val="942552686"/>
                    </a:ext>
                  </a:extLst>
                </a:gridCol>
                <a:gridCol w="857890">
                  <a:extLst>
                    <a:ext uri="{9D8B030D-6E8A-4147-A177-3AD203B41FA5}">
                      <a16:colId xmlns:a16="http://schemas.microsoft.com/office/drawing/2014/main" val="2193829304"/>
                    </a:ext>
                  </a:extLst>
                </a:gridCol>
                <a:gridCol w="771180">
                  <a:extLst>
                    <a:ext uri="{9D8B030D-6E8A-4147-A177-3AD203B41FA5}">
                      <a16:colId xmlns:a16="http://schemas.microsoft.com/office/drawing/2014/main" val="1363775138"/>
                    </a:ext>
                  </a:extLst>
                </a:gridCol>
                <a:gridCol w="925417">
                  <a:extLst>
                    <a:ext uri="{9D8B030D-6E8A-4147-A177-3AD203B41FA5}">
                      <a16:colId xmlns:a16="http://schemas.microsoft.com/office/drawing/2014/main" val="3321857455"/>
                    </a:ext>
                  </a:extLst>
                </a:gridCol>
                <a:gridCol w="1046603">
                  <a:extLst>
                    <a:ext uri="{9D8B030D-6E8A-4147-A177-3AD203B41FA5}">
                      <a16:colId xmlns:a16="http://schemas.microsoft.com/office/drawing/2014/main" val="4234758429"/>
                    </a:ext>
                  </a:extLst>
                </a:gridCol>
                <a:gridCol w="793214">
                  <a:extLst>
                    <a:ext uri="{9D8B030D-6E8A-4147-A177-3AD203B41FA5}">
                      <a16:colId xmlns:a16="http://schemas.microsoft.com/office/drawing/2014/main" val="3549562564"/>
                    </a:ext>
                  </a:extLst>
                </a:gridCol>
                <a:gridCol w="859316">
                  <a:extLst>
                    <a:ext uri="{9D8B030D-6E8A-4147-A177-3AD203B41FA5}">
                      <a16:colId xmlns:a16="http://schemas.microsoft.com/office/drawing/2014/main" val="3717998819"/>
                    </a:ext>
                  </a:extLst>
                </a:gridCol>
                <a:gridCol w="1013552">
                  <a:extLst>
                    <a:ext uri="{9D8B030D-6E8A-4147-A177-3AD203B41FA5}">
                      <a16:colId xmlns:a16="http://schemas.microsoft.com/office/drawing/2014/main" val="1464338966"/>
                    </a:ext>
                  </a:extLst>
                </a:gridCol>
                <a:gridCol w="1145754">
                  <a:extLst>
                    <a:ext uri="{9D8B030D-6E8A-4147-A177-3AD203B41FA5}">
                      <a16:colId xmlns:a16="http://schemas.microsoft.com/office/drawing/2014/main" val="3493248744"/>
                    </a:ext>
                  </a:extLst>
                </a:gridCol>
                <a:gridCol w="1090670">
                  <a:extLst>
                    <a:ext uri="{9D8B030D-6E8A-4147-A177-3AD203B41FA5}">
                      <a16:colId xmlns:a16="http://schemas.microsoft.com/office/drawing/2014/main" val="2980729386"/>
                    </a:ext>
                  </a:extLst>
                </a:gridCol>
              </a:tblGrid>
              <a:tr h="589146">
                <a:tc>
                  <a:txBody>
                    <a:bodyPr/>
                    <a:lstStyle/>
                    <a:p>
                      <a:pPr algn="ctr" fontAlgn="ctr"/>
                      <a:r>
                        <a:rPr lang="en-US" sz="1100" b="0" i="0" u="none" strike="noStrike" dirty="0">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Daily Standup</a:t>
                      </a:r>
                    </a:p>
                    <a:p>
                      <a:pPr algn="ctr" rtl="0" fontAlgn="ctr"/>
                      <a:endParaRPr lang="en-US" sz="800" b="0" i="0" u="none" strike="noStrike">
                        <a:solidFill>
                          <a:schemeClr val="bg1"/>
                        </a:solidFill>
                        <a:effectLst/>
                        <a:latin typeface="Ubuntu" panose="020B0504030602030204" pitchFamily="34" charset="0"/>
                      </a:endParaRPr>
                    </a:p>
                    <a:p>
                      <a:pPr algn="ctr" rtl="0" fontAlgn="ctr"/>
                      <a:endParaRPr lang="en-US" sz="8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(9:00 to 9:30)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Daily Scrum of Scrums</a:t>
                      </a:r>
                    </a:p>
                    <a:p>
                      <a:pPr algn="ctr" rtl="0" fontAlgn="ctr"/>
                      <a:endParaRPr lang="en-US" sz="800" b="0" i="0" u="none" strike="noStrike">
                        <a:solidFill>
                          <a:schemeClr val="bg1"/>
                        </a:solidFill>
                        <a:effectLst/>
                        <a:latin typeface="Ubuntu" panose="020B0504030602030204" pitchFamily="34"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(10:00 to 10:45)</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Dependency Forum</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(14:00 to 15:00)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PMO RAID Review</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(Friday)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(13:00 to 14:00)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Supplier Review Meeting</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(Friday)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(15:00 to 16:00)</a:t>
                      </a:r>
                    </a:p>
                  </a:txBody>
                  <a:tcPr marL="6350" marR="6350" marT="6350" marB="0" anchor="ctr">
                    <a:solidFill>
                      <a:schemeClr val="accent6">
                        <a:lumMod val="50000"/>
                      </a:schemeClr>
                    </a:solidFill>
                  </a:tcPr>
                </a:tc>
                <a:tc>
                  <a:txBody>
                    <a:bodyPr/>
                    <a:lstStyle/>
                    <a:p>
                      <a:pPr algn="ctr" rtl="0" fontAlgn="ctr"/>
                      <a:r>
                        <a:rPr lang="en-US" sz="800" b="0" i="0" u="none" strike="noStrike" dirty="0" err="1">
                          <a:solidFill>
                            <a:schemeClr val="bg1"/>
                          </a:solidFill>
                          <a:effectLst/>
                          <a:latin typeface="Ubuntu"/>
                        </a:rPr>
                        <a:t>Programme</a:t>
                      </a:r>
                      <a:r>
                        <a:rPr lang="en-US" sz="800" b="0" i="0" u="none" strike="noStrike" dirty="0">
                          <a:solidFill>
                            <a:schemeClr val="bg1"/>
                          </a:solidFill>
                          <a:effectLst/>
                          <a:latin typeface="Ubuntu"/>
                        </a:rPr>
                        <a:t> Management update</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(Thursday)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(15:00 to 16:00)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Change Board</a:t>
                      </a:r>
                    </a:p>
                    <a:p>
                      <a:pPr algn="ctr" rtl="0" fontAlgn="ctr"/>
                      <a:endParaRPr lang="en-US" sz="6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(14:00 to 15:00)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Procurement</a:t>
                      </a:r>
                    </a:p>
                    <a:p>
                      <a:pPr algn="ctr" rtl="0" fontAlgn="ctr"/>
                      <a:r>
                        <a:rPr lang="en-US" sz="800" b="0" i="0" u="none" strike="noStrike" dirty="0">
                          <a:solidFill>
                            <a:schemeClr val="bg1"/>
                          </a:solidFill>
                          <a:effectLst/>
                          <a:latin typeface="Ubuntu"/>
                        </a:rPr>
                        <a:t>Update</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(13:00 to 14:00)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Business Design Authority</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(Tuesday)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(15:00 to 16:00)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Technical Design Authority</a:t>
                      </a: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0" i="0" u="none" strike="noStrike" dirty="0">
                          <a:solidFill>
                            <a:schemeClr val="bg1"/>
                          </a:solidFill>
                          <a:effectLst/>
                          <a:latin typeface="Ubuntu"/>
                        </a:rPr>
                        <a:t>(Thursday)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(14:00 to 15:00)</a:t>
                      </a:r>
                    </a:p>
                  </a:txBody>
                  <a:tcPr marL="6350" marR="6350" marT="6350" marB="0" anchor="ctr">
                    <a:solidFill>
                      <a:schemeClr val="accent6">
                        <a:lumMod val="50000"/>
                      </a:schemeClr>
                    </a:solidFill>
                  </a:tcPr>
                </a:tc>
                <a:tc>
                  <a:txBody>
                    <a:bodyPr/>
                    <a:lstStyle/>
                    <a:p>
                      <a:pPr algn="ctr" rtl="0" fontAlgn="ctr"/>
                      <a:r>
                        <a:rPr lang="en-US" sz="800" b="0" i="0" u="none" strike="noStrike" dirty="0">
                          <a:solidFill>
                            <a:schemeClr val="bg1"/>
                          </a:solidFill>
                          <a:effectLst/>
                          <a:latin typeface="Ubuntu"/>
                        </a:rPr>
                        <a:t>Steer Co</a:t>
                      </a:r>
                      <a:endParaRPr lang="en-US" sz="600" b="0" i="0" u="none" strike="noStrike" dirty="0">
                        <a:solidFill>
                          <a:schemeClr val="bg1"/>
                        </a:solidFill>
                        <a:effectLst/>
                        <a:latin typeface="Ubuntu"/>
                      </a:endParaRPr>
                    </a:p>
                    <a:p>
                      <a:pPr algn="ctr" rtl="0" fontAlgn="ctr"/>
                      <a:endParaRPr lang="en-US" sz="600" b="0" i="0" u="none" strike="noStrike">
                        <a:solidFill>
                          <a:schemeClr val="bg1"/>
                        </a:solidFill>
                        <a:effectLst/>
                        <a:latin typeface="Ubuntu" panose="020B0504030602030204" pitchFamily="34" charset="0"/>
                      </a:endParaRPr>
                    </a:p>
                    <a:p>
                      <a:pPr algn="ctr" rtl="0" fontAlgn="ctr"/>
                      <a:r>
                        <a:rPr lang="en-US" sz="600" b="1" i="0" u="none" strike="noStrike" dirty="0">
                          <a:solidFill>
                            <a:schemeClr val="bg1"/>
                          </a:solidFill>
                          <a:effectLst/>
                          <a:latin typeface="Ubuntu"/>
                        </a:rPr>
                        <a:t>Monthly?</a:t>
                      </a:r>
                    </a:p>
                    <a:p>
                      <a:pPr algn="ctr" rtl="0" fontAlgn="ctr"/>
                      <a:r>
                        <a:rPr lang="en-US" sz="600" b="0" i="0" u="none" strike="noStrike" dirty="0">
                          <a:solidFill>
                            <a:schemeClr val="bg1"/>
                          </a:solidFill>
                          <a:effectLst/>
                          <a:latin typeface="Ubuntu"/>
                        </a:rPr>
                        <a:t>(Wednesday)</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600" b="0" i="0" u="none" strike="noStrike" dirty="0">
                          <a:solidFill>
                            <a:schemeClr val="bg1"/>
                          </a:solidFill>
                          <a:effectLst/>
                          <a:latin typeface="Ubuntu"/>
                        </a:rPr>
                        <a:t>(15:00 to 16:00)</a:t>
                      </a: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None/>
                      </a:pPr>
                      <a:r>
                        <a:rPr lang="en-IN" sz="900" dirty="0">
                          <a:solidFill>
                            <a:srgbClr val="FF0000"/>
                          </a:solidFill>
                          <a:latin typeface="Ubuntu"/>
                        </a:rPr>
                        <a:t>@</a:t>
                      </a: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dirty="0" err="1">
                          <a:solidFill>
                            <a:schemeClr val="bg1"/>
                          </a:solidFill>
                          <a:effectLst/>
                          <a:latin typeface="Ubuntu"/>
                          <a:ea typeface="+mn-ea"/>
                          <a:cs typeface="+mn-cs"/>
                        </a:rPr>
                        <a:t>Programme</a:t>
                      </a:r>
                      <a:r>
                        <a:rPr lang="en-US" sz="800" b="0" i="0" u="none" strike="noStrike" kern="1200" dirty="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dirty="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a:buNone/>
                      </a:pPr>
                      <a:r>
                        <a:rPr lang="en-US" sz="1100" dirty="0">
                          <a:solidFill>
                            <a:schemeClr val="tx1"/>
                          </a:solidFill>
                          <a:latin typeface="Ubuntu"/>
                        </a:rPr>
                        <a:t>x</a:t>
                      </a:r>
                      <a:r>
                        <a:rPr lang="en-IN" sz="1100" dirty="0">
                          <a:solidFill>
                            <a:schemeClr val="tx1"/>
                          </a:solidFill>
                          <a:latin typeface="Ubuntu"/>
                        </a:rPr>
                        <a:t> </a:t>
                      </a:r>
                      <a:endParaRPr lang="en-IN" sz="1100" dirty="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None/>
                      </a:pPr>
                      <a:r>
                        <a:rPr lang="en-IN" sz="900" b="0" i="0" u="none" strike="noStrike" noProof="0" dirty="0">
                          <a:solidFill>
                            <a:srgbClr val="FF0000"/>
                          </a:solidFill>
                          <a:latin typeface="Ubuntu"/>
                        </a:rPr>
                        <a:t>@</a:t>
                      </a:r>
                      <a:endParaRPr lang="en-IN" sz="900" dirty="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r>
                        <a:rPr lang="en-IN" sz="900" dirty="0">
                          <a:solidFill>
                            <a:schemeClr val="tx1"/>
                          </a:solidFill>
                          <a:latin typeface="Ubuntu"/>
                        </a:rPr>
                        <a:t> </a:t>
                      </a:r>
                      <a:endParaRPr lang="en-IN" sz="900" dirty="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dirty="0">
                          <a:solidFill>
                            <a:schemeClr val="tx1"/>
                          </a:solidFill>
                          <a:latin typeface="Ubuntu"/>
                        </a:rPr>
                        <a:t>x </a:t>
                      </a:r>
                      <a:endParaRPr lang="en-IN" sz="900" dirty="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dirty="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dirty="0">
                          <a:solidFill>
                            <a:schemeClr val="tx1"/>
                          </a:solidFill>
                          <a:latin typeface="Ubuntu"/>
                        </a:rPr>
                        <a:t>x </a:t>
                      </a:r>
                      <a:endParaRPr lang="en-IN" sz="900" dirty="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dirty="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indent="0" algn="ctr">
                        <a:buClr>
                          <a:srgbClr val="C00000"/>
                        </a:buClr>
                        <a:buFont typeface="Wingdings" panose="05000000000000000000" pitchFamily="2" charset="2"/>
                        <a:buNone/>
                      </a:pPr>
                      <a:r>
                        <a:rPr lang="en-IN" sz="900" dirty="0">
                          <a:solidFill>
                            <a:schemeClr val="tx1"/>
                          </a:solidFill>
                          <a:latin typeface="Ubuntu"/>
                        </a:rPr>
                        <a:t>x </a:t>
                      </a:r>
                      <a:endParaRPr lang="en-IN" sz="900" dirty="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dirty="0">
                          <a:ln>
                            <a:noFill/>
                          </a:ln>
                          <a:solidFill>
                            <a:prstClr val="black"/>
                          </a:solidFill>
                          <a:effectLst/>
                          <a:uLnTx/>
                          <a:uFillTx/>
                          <a:latin typeface="Ubuntu"/>
                          <a:ea typeface="+mn-ea"/>
                          <a:cs typeface="+mn-cs"/>
                        </a:rPr>
                        <a:t>x</a:t>
                      </a:r>
                      <a:endParaRPr kumimoji="0" lang="en-IN" sz="900" b="0" i="0" u="none" strike="noStrike" kern="1200" cap="none" spc="0" normalizeH="0" baseline="0" noProof="0" dirty="0">
                        <a:ln>
                          <a:noFill/>
                        </a:ln>
                        <a:solidFill>
                          <a:prstClr val="black"/>
                        </a:solidFill>
                        <a:effectLst/>
                        <a:uLnTx/>
                        <a:uFillTx/>
                        <a:latin typeface="Ubuntu"/>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dirty="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dirty="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dirty="0">
                          <a:ln>
                            <a:noFill/>
                          </a:ln>
                          <a:solidFill>
                            <a:srgbClr val="FF0000"/>
                          </a:solidFill>
                          <a:effectLst/>
                          <a:uLnTx/>
                          <a:uFillTx/>
                          <a:latin typeface="Ubuntu"/>
                          <a:ea typeface="+mn-ea"/>
                          <a:cs typeface="+mn-cs"/>
                        </a:rPr>
                        <a:t>x</a:t>
                      </a:r>
                      <a:endParaRPr kumimoji="0" lang="en-IN" sz="900" b="0" i="0" u="none" strike="noStrike" kern="1200" cap="none" spc="0" normalizeH="0" baseline="0" noProof="0" dirty="0">
                        <a:ln>
                          <a:noFill/>
                        </a:ln>
                        <a:solidFill>
                          <a:srgbClr val="FF0000"/>
                        </a:solidFill>
                        <a:effectLst/>
                        <a:uLnTx/>
                        <a:uFillTx/>
                        <a:latin typeface="Ubuntu"/>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dirty="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dirty="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285750" lvl="0" indent="-285750" algn="ctr">
                        <a:buClr>
                          <a:srgbClr val="C00000"/>
                        </a:buClr>
                        <a:buFont typeface="Wingdings" panose="05000000000000000000" pitchFamily="2" charset="2"/>
                        <a:buChar char="ü"/>
                      </a:pPr>
                      <a:endParaRPr lang="en-IN" sz="900">
                        <a:solidFill>
                          <a:schemeClr val="tx1"/>
                        </a:solidFill>
                        <a:latin typeface="Ubuntu"/>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dirty="0">
                          <a:ln>
                            <a:noFill/>
                          </a:ln>
                          <a:solidFill>
                            <a:prstClr val="black"/>
                          </a:solidFill>
                          <a:effectLst/>
                          <a:uLnTx/>
                          <a:uFillTx/>
                          <a:latin typeface="Ubuntu"/>
                          <a:ea typeface="+mn-ea"/>
                          <a:cs typeface="+mn-cs"/>
                        </a:rPr>
                        <a:t>x</a:t>
                      </a:r>
                      <a:r>
                        <a:rPr lang="en-IN" sz="900" b="0" i="0" u="none" strike="noStrike" kern="1200" cap="none" spc="0" normalizeH="0" baseline="0" noProof="0" dirty="0">
                          <a:ln>
                            <a:noFill/>
                          </a:ln>
                          <a:solidFill>
                            <a:prstClr val="black"/>
                          </a:solidFill>
                          <a:effectLst/>
                          <a:uLnTx/>
                          <a:uFillTx/>
                          <a:latin typeface="Ubuntu"/>
                          <a:ea typeface="+mn-ea"/>
                          <a:cs typeface="+mn-cs"/>
                        </a:rPr>
                        <a:t> </a:t>
                      </a:r>
                      <a:endParaRPr kumimoji="0" lang="en-IN" sz="9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a:txBody>
                  <a:tcPr>
                    <a:solidFill>
                      <a:schemeClr val="accent6">
                        <a:lumMod val="20000"/>
                        <a:lumOff val="80000"/>
                      </a:schemeClr>
                    </a:solidFill>
                  </a:tcPr>
                </a:tc>
                <a:tc>
                  <a:txBody>
                    <a:bodyPr/>
                    <a:lstStyle/>
                    <a:p>
                      <a:pPr marL="0" lvl="0" indent="0" algn="ctr">
                        <a:buNone/>
                      </a:pPr>
                      <a:r>
                        <a:rPr lang="en-IN" sz="900" b="0" i="0" u="none" strike="noStrike" noProof="0" dirty="0">
                          <a:solidFill>
                            <a:srgbClr val="FF0000"/>
                          </a:solidFill>
                          <a:latin typeface="Ubuntu"/>
                        </a:rPr>
                        <a:t>@</a:t>
                      </a:r>
                      <a:endParaRPr lang="en-US" dirty="0"/>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spTree>
    <p:extLst>
      <p:ext uri="{BB962C8B-B14F-4D97-AF65-F5344CB8AC3E}">
        <p14:creationId xmlns:p14="http://schemas.microsoft.com/office/powerpoint/2010/main" val="2644422550"/>
      </p:ext>
    </p:extLst>
  </p:cSld>
  <p:clrMapOvr>
    <a:masterClrMapping/>
  </p:clrMapOvr>
</p:sld>
</file>

<file path=ppt/theme/theme1.xml><?xml version="1.0" encoding="utf-8"?>
<a:theme xmlns:a="http://schemas.openxmlformats.org/drawingml/2006/main" name="Main Style">
  <a:themeElements>
    <a:clrScheme name="Main Style 1">
      <a:dk1>
        <a:srgbClr val="1E185A"/>
      </a:dk1>
      <a:lt1>
        <a:srgbClr val="FFFFFF"/>
      </a:lt1>
      <a:dk2>
        <a:srgbClr val="8E8CAC"/>
      </a:dk2>
      <a:lt2>
        <a:srgbClr val="C6C7C8"/>
      </a:lt2>
      <a:accent1>
        <a:srgbClr val="CC3333"/>
      </a:accent1>
      <a:accent2>
        <a:srgbClr val="0099FF"/>
      </a:accent2>
      <a:accent3>
        <a:srgbClr val="FFFFFF"/>
      </a:accent3>
      <a:accent4>
        <a:srgbClr val="18134C"/>
      </a:accent4>
      <a:accent5>
        <a:srgbClr val="E2ADAD"/>
      </a:accent5>
      <a:accent6>
        <a:srgbClr val="008AE7"/>
      </a:accent6>
      <a:hlink>
        <a:srgbClr val="072769"/>
      </a:hlink>
      <a:folHlink>
        <a:srgbClr val="FECB00"/>
      </a:folHlink>
    </a:clrScheme>
    <a:fontScheme name="Main Style">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Century Gothic"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accent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Century Gothic" pitchFamily="34" charset="0"/>
          </a:defRPr>
        </a:defPPr>
      </a:lstStyle>
    </a:lnDef>
  </a:objectDefaults>
  <a:extraClrSchemeLst>
    <a:extraClrScheme>
      <a:clrScheme name="Main Sty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ain Styl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ain Styl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ain Styl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ain Styl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ain Styl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ain Styl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ain Styl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ain Styl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ain Styl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ain Styl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ain Styl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ain Style 13">
        <a:dk1>
          <a:srgbClr val="000000"/>
        </a:dk1>
        <a:lt1>
          <a:srgbClr val="FFFFFF"/>
        </a:lt1>
        <a:dk2>
          <a:srgbClr val="000000"/>
        </a:dk2>
        <a:lt2>
          <a:srgbClr val="C6C6C8"/>
        </a:lt2>
        <a:accent1>
          <a:srgbClr val="CC3333"/>
        </a:accent1>
        <a:accent2>
          <a:srgbClr val="0099FF"/>
        </a:accent2>
        <a:accent3>
          <a:srgbClr val="FFFFFF"/>
        </a:accent3>
        <a:accent4>
          <a:srgbClr val="000000"/>
        </a:accent4>
        <a:accent5>
          <a:srgbClr val="E2ADAD"/>
        </a:accent5>
        <a:accent6>
          <a:srgbClr val="008AE7"/>
        </a:accent6>
        <a:hlink>
          <a:srgbClr val="072769"/>
        </a:hlink>
        <a:folHlink>
          <a:srgbClr val="FECB00"/>
        </a:folHlink>
      </a:clrScheme>
      <a:clrMap bg1="lt1" tx1="dk1" bg2="lt2" tx2="dk2" accent1="accent1" accent2="accent2" accent3="accent3" accent4="accent4" accent5="accent5" accent6="accent6" hlink="hlink" folHlink="folHlink"/>
    </a:extraClrScheme>
    <a:extraClrScheme>
      <a:clrScheme name="Main Style 1">
        <a:dk1>
          <a:srgbClr val="1E185A"/>
        </a:dk1>
        <a:lt1>
          <a:srgbClr val="FFFFFF"/>
        </a:lt1>
        <a:dk2>
          <a:srgbClr val="8E8CAC"/>
        </a:dk2>
        <a:lt2>
          <a:srgbClr val="C6C7C8"/>
        </a:lt2>
        <a:accent1>
          <a:srgbClr val="CC3333"/>
        </a:accent1>
        <a:accent2>
          <a:srgbClr val="0099FF"/>
        </a:accent2>
        <a:accent3>
          <a:srgbClr val="FFFFFF"/>
        </a:accent3>
        <a:accent4>
          <a:srgbClr val="18134C"/>
        </a:accent4>
        <a:accent5>
          <a:srgbClr val="E2ADAD"/>
        </a:accent5>
        <a:accent6>
          <a:srgbClr val="008AE7"/>
        </a:accent6>
        <a:hlink>
          <a:srgbClr val="072769"/>
        </a:hlink>
        <a:folHlink>
          <a:srgbClr val="FECB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7B8C1E-1172-416F-A7AE-DA873C1B7CD9}"/>
</file>

<file path=customXml/itemProps2.xml><?xml version="1.0" encoding="utf-8"?>
<ds:datastoreItem xmlns:ds="http://schemas.openxmlformats.org/officeDocument/2006/customXml" ds:itemID="{96B8DB1A-3B53-4EB0-872B-D781F9D55A0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2BCDD1A-5992-48DE-B076-EAF98C2439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3</Notes>
  <HiddenSlides>1</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Main Style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Ceremonies</dc:title>
  <dc:creator>Kanduru, Raghava</dc:creator>
  <cp:revision>6</cp:revision>
  <dcterms:created xsi:type="dcterms:W3CDTF">2024-04-01T04:56:09Z</dcterms:created>
  <dcterms:modified xsi:type="dcterms:W3CDTF">2024-04-05T09:36:58Z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